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2bc3623043428a" /><Relationship Type="http://schemas.openxmlformats.org/officeDocument/2006/relationships/extended-properties" Target="/docProps/app.xml" Id="Rbe4002a8c8df4fc6" /><Relationship Type="http://schemas.openxmlformats.org/officeDocument/2006/relationships/officeDocument" Target="/ppt/presentation.xml" Id="Re29f352b76414a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deee26d544030"/>
  </p:sldMasterIdLst>
  <p:notesMasterIdLst>
    <p:notesMasterId xmlns:r="http://schemas.openxmlformats.org/officeDocument/2006/relationships" r:id="Raec1ec94455b4625"/>
  </p:notesMasterIdLst>
  <p:sldIdLst>
    <p:sldId xmlns:r="http://schemas.openxmlformats.org/officeDocument/2006/relationships" id="256" r:id="Rce2a1ffc1302422a"/>
  </p:sldIdLst>
  <p:sldSz cx="10372725" cy="7686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a32855c78f4d33" /><Relationship Type="http://schemas.openxmlformats.org/officeDocument/2006/relationships/slideMaster" Target="/ppt/slideMasters/slideMaster1.xml" Id="Rb12deee26d544030" /><Relationship Type="http://schemas.openxmlformats.org/officeDocument/2006/relationships/notesMaster" Target="/ppt/notesMasters/notesMaster1.xml" Id="Raec1ec94455b4625" /><Relationship Type="http://schemas.openxmlformats.org/officeDocument/2006/relationships/presProps" Target="/ppt/presProps.xml" Id="Rb843eff132d34ae0" /><Relationship Type="http://schemas.openxmlformats.org/officeDocument/2006/relationships/tableStyles" Target="/ppt/tableStyles.xml" Id="R6be59b200ece4e4e" /><Relationship Type="http://schemas.openxmlformats.org/officeDocument/2006/relationships/slide" Target="/ppt/slides/slide1.xml" Id="Rce2a1ffc1302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bca184536a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021455c1d4534" /><Relationship Type="http://schemas.openxmlformats.org/officeDocument/2006/relationships/notesMaster" Target="/ppt/notesMasters/notesMaster1.xml" Id="Rf4ff2fbba91c43a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素材ID：SE-062</ns1:t>
            </ns1:r>
          </ns1:p>
          <ns1:p>
            <ns1:r>
              <ns1:t>论文：Hallucination Detection in Large Language Models with Metamorphic Relations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2，PDF第3页</ns1:t>
            </ns1:r>
          </ns1:p>
          <ns1:p>
            <ns1:r>
              <ns1:t>类型：动机示例</ns1:t>
            </ns1:r>
          </ns1:p>
          <ns1:p>
            <ns1:r>
              <ns1:t>借鉴点：同一错误回答同时进入重复采样和两类语义变换路径，响应卡片以绿红底色标注对错，最后汇聚成不同的幻觉分数。</ns1:t>
            </ns1:r>
          </ns1:p>
          <ns1:p>
            <ns1:r>
              <ns1:t>论文URL：https://arxiv.org/pdf/2502.15844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9405c9fc842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9f3aa7bafd4afb" /><Relationship Type="http://schemas.openxmlformats.org/officeDocument/2006/relationships/slideLayout" Target="/ppt/slideLayouts/slideLayout1.xml" Id="R4f5085cd3a16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085cd3a16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62571423417b" /><Relationship Type="http://schemas.openxmlformats.org/officeDocument/2006/relationships/image" Target="/ppt/media/image.png" Id="Rb7e233a606e74ed6" /><Relationship Type="http://schemas.openxmlformats.org/officeDocument/2006/relationships/image" Target="/ppt/media/image2.png" Id="Rb837cd3dae604971" /><Relationship Type="http://schemas.openxmlformats.org/officeDocument/2006/relationships/image" Target="/ppt/media/image3.png" Id="R8a4892118f554934" /><Relationship Type="http://schemas.openxmlformats.org/officeDocument/2006/relationships/image" Target="/ppt/media/image4.png" Id="Rce1682fd7cdb436f" /><Relationship Type="http://schemas.openxmlformats.org/officeDocument/2006/relationships/image" Target="/ppt/media/image5.png" Id="Rc0a7137ae5af4121" /><Relationship Type="http://schemas.openxmlformats.org/officeDocument/2006/relationships/image" Target="/ppt/media/image6.png" Id="Rdf3e6c0f00074c45" /><Relationship Type="http://schemas.openxmlformats.org/officeDocument/2006/relationships/image" Target="/ppt/media/image7.png" Id="R94f27e179530410c" /><Relationship Type="http://schemas.openxmlformats.org/officeDocument/2006/relationships/image" Target="/ppt/media/image8.png" Id="Re3e73389de1f4084" /><Relationship Type="http://schemas.openxmlformats.org/officeDocument/2006/relationships/image" Target="/ppt/media/image9.png" Id="Rf35f2fd3c55648d4" /><Relationship Type="http://schemas.openxmlformats.org/officeDocument/2006/relationships/image" Target="/ppt/media/image10.png" Id="R8220304f86e14a2c" /><Relationship Type="http://schemas.openxmlformats.org/officeDocument/2006/relationships/image" Target="/ppt/media/image11.png" Id="R7c96d8e55b964594" /><Relationship Type="http://schemas.openxmlformats.org/officeDocument/2006/relationships/notesSlide" Target="/ppt/notesSlides/notesSlide1.xml" Id="R0893c434d50343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AB512-379B-41B3-AE0C-DC901EC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451" y="647003"/>
            <a:ext cx="2699397" cy="674849"/>
          </a:xfrm>
          <a:custGeom xmlns:a="http://schemas.openxmlformats.org/drawingml/2006/main">
            <a:pathLst>
              <a:path w="2699397" h="674849">
                <a:moveTo>
                  <a:pt x="101227" y="0"/>
                </a:moveTo>
                <a:lnTo>
                  <a:pt x="2598170" y="0"/>
                </a:lnTo>
                <a:cubicBezTo>
                  <a:pt x="2604817" y="0"/>
                  <a:pt x="2611400" y="649"/>
                  <a:pt x="2617919" y="1946"/>
                </a:cubicBezTo>
                <a:cubicBezTo>
                  <a:pt x="2624438" y="3243"/>
                  <a:pt x="2630767" y="5163"/>
                  <a:pt x="2636908" y="7707"/>
                </a:cubicBezTo>
                <a:cubicBezTo>
                  <a:pt x="2643048" y="10250"/>
                  <a:pt x="2648882" y="13368"/>
                  <a:pt x="2654409" y="17061"/>
                </a:cubicBezTo>
                <a:cubicBezTo>
                  <a:pt x="2659935" y="20754"/>
                  <a:pt x="2665048" y="24950"/>
                  <a:pt x="2669748" y="29650"/>
                </a:cubicBezTo>
                <a:cubicBezTo>
                  <a:pt x="2674448" y="34350"/>
                  <a:pt x="2678644" y="39463"/>
                  <a:pt x="2682337" y="44990"/>
                </a:cubicBezTo>
                <a:cubicBezTo>
                  <a:pt x="2686030" y="50516"/>
                  <a:pt x="2689147" y="56350"/>
                  <a:pt x="2691691" y="62490"/>
                </a:cubicBezTo>
                <a:cubicBezTo>
                  <a:pt x="2694235" y="68631"/>
                  <a:pt x="2696155" y="74961"/>
                  <a:pt x="2697452" y="81480"/>
                </a:cubicBezTo>
                <a:cubicBezTo>
                  <a:pt x="2698749" y="87999"/>
                  <a:pt x="2699397" y="94581"/>
                  <a:pt x="2699397" y="101227"/>
                </a:cubicBezTo>
                <a:lnTo>
                  <a:pt x="2699397" y="573622"/>
                </a:lnTo>
                <a:cubicBezTo>
                  <a:pt x="2699397" y="580269"/>
                  <a:pt x="2698749" y="586852"/>
                  <a:pt x="2697452" y="593371"/>
                </a:cubicBezTo>
                <a:cubicBezTo>
                  <a:pt x="2696155" y="599890"/>
                  <a:pt x="2694235" y="606220"/>
                  <a:pt x="2691691" y="612361"/>
                </a:cubicBezTo>
                <a:cubicBezTo>
                  <a:pt x="2689147" y="618501"/>
                  <a:pt x="2686030" y="624335"/>
                  <a:pt x="2682337" y="629861"/>
                </a:cubicBezTo>
                <a:cubicBezTo>
                  <a:pt x="2678644" y="635388"/>
                  <a:pt x="2674448" y="640501"/>
                  <a:pt x="2669748" y="645201"/>
                </a:cubicBezTo>
                <a:cubicBezTo>
                  <a:pt x="2665048" y="649901"/>
                  <a:pt x="2659935" y="654097"/>
                  <a:pt x="2654409" y="657790"/>
                </a:cubicBezTo>
                <a:cubicBezTo>
                  <a:pt x="2648882" y="661483"/>
                  <a:pt x="2643048" y="664601"/>
                  <a:pt x="2636908" y="667145"/>
                </a:cubicBezTo>
                <a:cubicBezTo>
                  <a:pt x="2630767" y="669688"/>
                  <a:pt x="2624438" y="671608"/>
                  <a:pt x="2617919" y="672905"/>
                </a:cubicBezTo>
                <a:cubicBezTo>
                  <a:pt x="2611400" y="674201"/>
                  <a:pt x="2604817" y="674849"/>
                  <a:pt x="2598170" y="674849"/>
                </a:cubicBezTo>
                <a:lnTo>
                  <a:pt x="101227" y="674849"/>
                </a:lnTo>
                <a:cubicBezTo>
                  <a:pt x="94581" y="674849"/>
                  <a:pt x="87998" y="674201"/>
                  <a:pt x="81479" y="672905"/>
                </a:cubicBezTo>
                <a:cubicBezTo>
                  <a:pt x="74960" y="671608"/>
                  <a:pt x="68630" y="669688"/>
                  <a:pt x="62489" y="667145"/>
                </a:cubicBezTo>
                <a:cubicBezTo>
                  <a:pt x="56348" y="664601"/>
                  <a:pt x="50515" y="661483"/>
                  <a:pt x="44988" y="657791"/>
                </a:cubicBezTo>
                <a:cubicBezTo>
                  <a:pt x="39462" y="654098"/>
                  <a:pt x="34349" y="649901"/>
                  <a:pt x="29649" y="645201"/>
                </a:cubicBezTo>
                <a:cubicBezTo>
                  <a:pt x="24949" y="640501"/>
                  <a:pt x="20753" y="635388"/>
                  <a:pt x="17060" y="629861"/>
                </a:cubicBezTo>
                <a:cubicBezTo>
                  <a:pt x="13367" y="624335"/>
                  <a:pt x="10249" y="618501"/>
                  <a:pt x="7705" y="612361"/>
                </a:cubicBezTo>
                <a:cubicBezTo>
                  <a:pt x="5162" y="606220"/>
                  <a:pt x="3242" y="599890"/>
                  <a:pt x="1945" y="593371"/>
                </a:cubicBezTo>
                <a:cubicBezTo>
                  <a:pt x="648" y="586852"/>
                  <a:pt x="0" y="580269"/>
                  <a:pt x="0" y="573622"/>
                </a:cubicBezTo>
                <a:lnTo>
                  <a:pt x="0" y="101227"/>
                </a:lnTo>
                <a:cubicBezTo>
                  <a:pt x="0" y="94581"/>
                  <a:pt x="648" y="87999"/>
                  <a:pt x="1945" y="81480"/>
                </a:cubicBezTo>
                <a:cubicBezTo>
                  <a:pt x="3242" y="74961"/>
                  <a:pt x="5162" y="68631"/>
                  <a:pt x="7705" y="62490"/>
                </a:cubicBezTo>
                <a:cubicBezTo>
                  <a:pt x="10249" y="56350"/>
                  <a:pt x="13367" y="50516"/>
                  <a:pt x="17060" y="44990"/>
                </a:cubicBezTo>
                <a:cubicBezTo>
                  <a:pt x="20753" y="39463"/>
                  <a:pt x="24949" y="34350"/>
                  <a:pt x="29649" y="29650"/>
                </a:cubicBezTo>
                <a:cubicBezTo>
                  <a:pt x="34349" y="24950"/>
                  <a:pt x="39462" y="20754"/>
                  <a:pt x="44988" y="17061"/>
                </a:cubicBezTo>
                <a:cubicBezTo>
                  <a:pt x="50515" y="13368"/>
                  <a:pt x="56349" y="10250"/>
                  <a:pt x="62489" y="7707"/>
                </a:cubicBezTo>
                <a:cubicBezTo>
                  <a:pt x="68630" y="5163"/>
                  <a:pt x="74960" y="3243"/>
                  <a:pt x="81479" y="1946"/>
                </a:cubicBezTo>
                <a:cubicBezTo>
                  <a:pt x="87998" y="649"/>
                  <a:pt x="94581" y="0"/>
                  <a:pt x="101227" y="0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3DADF-C4B6-491A-8628-C5593197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451" y="647003"/>
            <a:ext cx="2699397" cy="674849"/>
          </a:xfrm>
          <a:custGeom xmlns:a="http://schemas.openxmlformats.org/drawingml/2006/main">
            <a:pathLst>
              <a:path w="2699397" h="674849" fill="none">
                <a:moveTo>
                  <a:pt x="101227" y="0"/>
                </a:moveTo>
                <a:lnTo>
                  <a:pt x="2598170" y="0"/>
                </a:lnTo>
                <a:cubicBezTo>
                  <a:pt x="2604817" y="0"/>
                  <a:pt x="2611400" y="649"/>
                  <a:pt x="2617919" y="1946"/>
                </a:cubicBezTo>
                <a:cubicBezTo>
                  <a:pt x="2624438" y="3243"/>
                  <a:pt x="2630767" y="5163"/>
                  <a:pt x="2636908" y="7707"/>
                </a:cubicBezTo>
                <a:cubicBezTo>
                  <a:pt x="2643048" y="10250"/>
                  <a:pt x="2648882" y="13368"/>
                  <a:pt x="2654409" y="17061"/>
                </a:cubicBezTo>
                <a:cubicBezTo>
                  <a:pt x="2659935" y="20754"/>
                  <a:pt x="2665048" y="24950"/>
                  <a:pt x="2669748" y="29650"/>
                </a:cubicBezTo>
                <a:cubicBezTo>
                  <a:pt x="2674448" y="34350"/>
                  <a:pt x="2678644" y="39463"/>
                  <a:pt x="2682337" y="44990"/>
                </a:cubicBezTo>
                <a:cubicBezTo>
                  <a:pt x="2686030" y="50516"/>
                  <a:pt x="2689147" y="56350"/>
                  <a:pt x="2691691" y="62490"/>
                </a:cubicBezTo>
                <a:cubicBezTo>
                  <a:pt x="2694235" y="68631"/>
                  <a:pt x="2696155" y="74961"/>
                  <a:pt x="2697452" y="81480"/>
                </a:cubicBezTo>
                <a:cubicBezTo>
                  <a:pt x="2698749" y="87999"/>
                  <a:pt x="2699397" y="94581"/>
                  <a:pt x="2699397" y="101227"/>
                </a:cubicBezTo>
                <a:lnTo>
                  <a:pt x="2699397" y="573622"/>
                </a:lnTo>
                <a:cubicBezTo>
                  <a:pt x="2699397" y="580269"/>
                  <a:pt x="2698749" y="586852"/>
                  <a:pt x="2697452" y="593371"/>
                </a:cubicBezTo>
                <a:cubicBezTo>
                  <a:pt x="2696155" y="599890"/>
                  <a:pt x="2694235" y="606220"/>
                  <a:pt x="2691691" y="612361"/>
                </a:cubicBezTo>
                <a:cubicBezTo>
                  <a:pt x="2689147" y="618501"/>
                  <a:pt x="2686030" y="624335"/>
                  <a:pt x="2682337" y="629861"/>
                </a:cubicBezTo>
                <a:cubicBezTo>
                  <a:pt x="2678644" y="635388"/>
                  <a:pt x="2674448" y="640501"/>
                  <a:pt x="2669748" y="645201"/>
                </a:cubicBezTo>
                <a:cubicBezTo>
                  <a:pt x="2665048" y="649901"/>
                  <a:pt x="2659935" y="654097"/>
                  <a:pt x="2654409" y="657790"/>
                </a:cubicBezTo>
                <a:cubicBezTo>
                  <a:pt x="2648882" y="661483"/>
                  <a:pt x="2643048" y="664601"/>
                  <a:pt x="2636908" y="667145"/>
                </a:cubicBezTo>
                <a:cubicBezTo>
                  <a:pt x="2630767" y="669688"/>
                  <a:pt x="2624438" y="671608"/>
                  <a:pt x="2617919" y="672905"/>
                </a:cubicBezTo>
                <a:cubicBezTo>
                  <a:pt x="2611400" y="674201"/>
                  <a:pt x="2604817" y="674849"/>
                  <a:pt x="2598170" y="674849"/>
                </a:cubicBezTo>
                <a:lnTo>
                  <a:pt x="101227" y="674849"/>
                </a:lnTo>
                <a:cubicBezTo>
                  <a:pt x="94581" y="674849"/>
                  <a:pt x="87998" y="674201"/>
                  <a:pt x="81479" y="672905"/>
                </a:cubicBezTo>
                <a:cubicBezTo>
                  <a:pt x="74960" y="671608"/>
                  <a:pt x="68630" y="669688"/>
                  <a:pt x="62489" y="667145"/>
                </a:cubicBezTo>
                <a:cubicBezTo>
                  <a:pt x="56348" y="664601"/>
                  <a:pt x="50515" y="661483"/>
                  <a:pt x="44988" y="657791"/>
                </a:cubicBezTo>
                <a:cubicBezTo>
                  <a:pt x="39462" y="654098"/>
                  <a:pt x="34349" y="649901"/>
                  <a:pt x="29649" y="645201"/>
                </a:cubicBezTo>
                <a:cubicBezTo>
                  <a:pt x="24949" y="640501"/>
                  <a:pt x="20753" y="635388"/>
                  <a:pt x="17060" y="629861"/>
                </a:cubicBezTo>
                <a:cubicBezTo>
                  <a:pt x="13367" y="624335"/>
                  <a:pt x="10249" y="618501"/>
                  <a:pt x="7705" y="612361"/>
                </a:cubicBezTo>
                <a:cubicBezTo>
                  <a:pt x="5162" y="606220"/>
                  <a:pt x="3242" y="599890"/>
                  <a:pt x="1945" y="593371"/>
                </a:cubicBezTo>
                <a:cubicBezTo>
                  <a:pt x="648" y="586852"/>
                  <a:pt x="0" y="580269"/>
                  <a:pt x="0" y="573622"/>
                </a:cubicBezTo>
                <a:lnTo>
                  <a:pt x="0" y="101227"/>
                </a:lnTo>
                <a:cubicBezTo>
                  <a:pt x="0" y="94581"/>
                  <a:pt x="648" y="87999"/>
                  <a:pt x="1945" y="81480"/>
                </a:cubicBezTo>
                <a:cubicBezTo>
                  <a:pt x="3242" y="74961"/>
                  <a:pt x="5162" y="68631"/>
                  <a:pt x="7705" y="62490"/>
                </a:cubicBezTo>
                <a:cubicBezTo>
                  <a:pt x="10249" y="56350"/>
                  <a:pt x="13367" y="50516"/>
                  <a:pt x="17060" y="44990"/>
                </a:cubicBezTo>
                <a:cubicBezTo>
                  <a:pt x="20753" y="39463"/>
                  <a:pt x="24949" y="34350"/>
                  <a:pt x="29649" y="29650"/>
                </a:cubicBezTo>
                <a:cubicBezTo>
                  <a:pt x="34349" y="24950"/>
                  <a:pt x="39462" y="20754"/>
                  <a:pt x="44988" y="17061"/>
                </a:cubicBezTo>
                <a:cubicBezTo>
                  <a:pt x="50515" y="13368"/>
                  <a:pt x="56349" y="10250"/>
                  <a:pt x="62489" y="7707"/>
                </a:cubicBezTo>
                <a:cubicBezTo>
                  <a:pt x="68630" y="5163"/>
                  <a:pt x="74960" y="3243"/>
                  <a:pt x="81479" y="1946"/>
                </a:cubicBezTo>
                <a:cubicBezTo>
                  <a:pt x="87998" y="649"/>
                  <a:pt x="94581" y="0"/>
                  <a:pt x="10122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B85450"/>
            </a:solidFill>
            <a:miter/>
          </a:ln>
        </p:spPr>
      </p:sp>
      <p:sp>
        <p:nvSpPr>
          <p:cNvPr id="3" name="Text Ifaprivateemployerfiresyoufora">
            <a:extLst xmlns:a="http://schemas.openxmlformats.org/drawingml/2006/main">
              <a:ext uri="{FF2B5EF4-FFF2-40B4-BE49-F238E27FC236}">
                <a16:creationId xmlns:a16="http://schemas.microsoft.com/office/drawing/2014/main" id="{36AE89B1-D976-4783-B861-B2B2E643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216" y="683777"/>
            <a:ext cx="2059560" cy="126666"/>
          </a:xfrm>
          <a:custGeom xmlns:a="http://schemas.openxmlformats.org/drawingml/2006/main">
            <a:pathLst>
              <a:path w="2059560" h="126666">
                <a:moveTo>
                  <a:pt x="0" y="98196"/>
                </a:moveTo>
                <a:lnTo>
                  <a:pt x="0" y="1582"/>
                </a:lnTo>
                <a:lnTo>
                  <a:pt x="12785" y="1582"/>
                </a:lnTo>
                <a:lnTo>
                  <a:pt x="12785" y="98196"/>
                </a:lnTo>
                <a:lnTo>
                  <a:pt x="0" y="98196"/>
                </a:lnTo>
                <a:close/>
                <a:moveTo>
                  <a:pt x="36665" y="98196"/>
                </a:moveTo>
                <a:lnTo>
                  <a:pt x="36665" y="37433"/>
                </a:lnTo>
                <a:lnTo>
                  <a:pt x="26186" y="37433"/>
                </a:lnTo>
                <a:lnTo>
                  <a:pt x="26186" y="28207"/>
                </a:lnTo>
                <a:lnTo>
                  <a:pt x="36665" y="28207"/>
                </a:lnTo>
                <a:lnTo>
                  <a:pt x="36665" y="20776"/>
                </a:lnTo>
                <a:cubicBezTo>
                  <a:pt x="36665" y="16086"/>
                  <a:pt x="37082" y="12601"/>
                  <a:pt x="37917" y="10322"/>
                </a:cubicBezTo>
                <a:cubicBezTo>
                  <a:pt x="39059" y="7255"/>
                  <a:pt x="41069" y="4768"/>
                  <a:pt x="43947" y="2861"/>
                </a:cubicBezTo>
                <a:cubicBezTo>
                  <a:pt x="46825" y="954"/>
                  <a:pt x="50856" y="0"/>
                  <a:pt x="56040" y="0"/>
                </a:cubicBezTo>
                <a:cubicBezTo>
                  <a:pt x="59379" y="0"/>
                  <a:pt x="63070" y="395"/>
                  <a:pt x="67112" y="1186"/>
                </a:cubicBezTo>
                <a:lnTo>
                  <a:pt x="65333" y="11533"/>
                </a:lnTo>
                <a:cubicBezTo>
                  <a:pt x="62872" y="11094"/>
                  <a:pt x="60544" y="10874"/>
                  <a:pt x="58347" y="10874"/>
                </a:cubicBezTo>
                <a:cubicBezTo>
                  <a:pt x="54744" y="10874"/>
                  <a:pt x="52196" y="11640"/>
                  <a:pt x="50702" y="13172"/>
                </a:cubicBezTo>
                <a:cubicBezTo>
                  <a:pt x="49208" y="14705"/>
                  <a:pt x="48461" y="17571"/>
                  <a:pt x="48461" y="21773"/>
                </a:cubicBezTo>
                <a:lnTo>
                  <a:pt x="48461" y="28207"/>
                </a:lnTo>
                <a:lnTo>
                  <a:pt x="62103" y="28207"/>
                </a:lnTo>
                <a:lnTo>
                  <a:pt x="62103" y="37433"/>
                </a:lnTo>
                <a:lnTo>
                  <a:pt x="48461" y="37433"/>
                </a:lnTo>
                <a:lnTo>
                  <a:pt x="48461" y="98196"/>
                </a:lnTo>
                <a:lnTo>
                  <a:pt x="36665" y="98196"/>
                </a:lnTo>
                <a:close/>
                <a:moveTo>
                  <a:pt x="154545" y="89554"/>
                </a:moveTo>
                <a:cubicBezTo>
                  <a:pt x="150152" y="93292"/>
                  <a:pt x="145923" y="95930"/>
                  <a:pt x="141859" y="97469"/>
                </a:cubicBezTo>
                <a:cubicBezTo>
                  <a:pt x="137795" y="99008"/>
                  <a:pt x="133434" y="99778"/>
                  <a:pt x="128777" y="99778"/>
                </a:cubicBezTo>
                <a:cubicBezTo>
                  <a:pt x="121088" y="99778"/>
                  <a:pt x="115179" y="97898"/>
                  <a:pt x="111049" y="94139"/>
                </a:cubicBezTo>
                <a:cubicBezTo>
                  <a:pt x="106919" y="90379"/>
                  <a:pt x="104854" y="85576"/>
                  <a:pt x="104854" y="79729"/>
                </a:cubicBezTo>
                <a:cubicBezTo>
                  <a:pt x="104854" y="76300"/>
                  <a:pt x="105634" y="73168"/>
                  <a:pt x="107194" y="70333"/>
                </a:cubicBezTo>
                <a:cubicBezTo>
                  <a:pt x="108754" y="67497"/>
                  <a:pt x="110797" y="65221"/>
                  <a:pt x="113323" y="63506"/>
                </a:cubicBezTo>
                <a:cubicBezTo>
                  <a:pt x="115849" y="61791"/>
                  <a:pt x="118694" y="60494"/>
                  <a:pt x="121857" y="59616"/>
                </a:cubicBezTo>
                <a:cubicBezTo>
                  <a:pt x="124186" y="58999"/>
                  <a:pt x="127701" y="58405"/>
                  <a:pt x="132402" y="57834"/>
                </a:cubicBezTo>
                <a:cubicBezTo>
                  <a:pt x="141980" y="56700"/>
                  <a:pt x="149031" y="55348"/>
                  <a:pt x="153557" y="53777"/>
                </a:cubicBezTo>
                <a:cubicBezTo>
                  <a:pt x="153601" y="52158"/>
                  <a:pt x="153623" y="51130"/>
                  <a:pt x="153623" y="50692"/>
                </a:cubicBezTo>
                <a:cubicBezTo>
                  <a:pt x="153623" y="45877"/>
                  <a:pt x="152502" y="42485"/>
                  <a:pt x="150262" y="40516"/>
                </a:cubicBezTo>
                <a:cubicBezTo>
                  <a:pt x="147230" y="37846"/>
                  <a:pt x="142727" y="36510"/>
                  <a:pt x="136751" y="36510"/>
                </a:cubicBezTo>
                <a:cubicBezTo>
                  <a:pt x="131172" y="36510"/>
                  <a:pt x="127053" y="37488"/>
                  <a:pt x="124395" y="39443"/>
                </a:cubicBezTo>
                <a:cubicBezTo>
                  <a:pt x="121736" y="41398"/>
                  <a:pt x="119770" y="44858"/>
                  <a:pt x="118496" y="49823"/>
                </a:cubicBezTo>
                <a:lnTo>
                  <a:pt x="106897" y="48241"/>
                </a:lnTo>
                <a:cubicBezTo>
                  <a:pt x="107952" y="43261"/>
                  <a:pt x="109687" y="39240"/>
                  <a:pt x="112104" y="36177"/>
                </a:cubicBezTo>
                <a:cubicBezTo>
                  <a:pt x="114520" y="33114"/>
                  <a:pt x="118013" y="30756"/>
                  <a:pt x="122582" y="29105"/>
                </a:cubicBezTo>
                <a:cubicBezTo>
                  <a:pt x="127152" y="27451"/>
                  <a:pt x="132446" y="26625"/>
                  <a:pt x="138465" y="26625"/>
                </a:cubicBezTo>
                <a:cubicBezTo>
                  <a:pt x="144440" y="26625"/>
                  <a:pt x="149295" y="27328"/>
                  <a:pt x="153030" y="28734"/>
                </a:cubicBezTo>
                <a:cubicBezTo>
                  <a:pt x="156764" y="30140"/>
                  <a:pt x="159510" y="31908"/>
                  <a:pt x="161267" y="34039"/>
                </a:cubicBezTo>
                <a:cubicBezTo>
                  <a:pt x="163025" y="36170"/>
                  <a:pt x="164255" y="38861"/>
                  <a:pt x="164958" y="42112"/>
                </a:cubicBezTo>
                <a:cubicBezTo>
                  <a:pt x="165353" y="44133"/>
                  <a:pt x="165551" y="47780"/>
                  <a:pt x="165551" y="53052"/>
                </a:cubicBezTo>
                <a:lnTo>
                  <a:pt x="165551" y="68869"/>
                </a:lnTo>
                <a:cubicBezTo>
                  <a:pt x="165551" y="79897"/>
                  <a:pt x="165804" y="86871"/>
                  <a:pt x="166309" y="89793"/>
                </a:cubicBezTo>
                <a:cubicBezTo>
                  <a:pt x="166814" y="92715"/>
                  <a:pt x="167814" y="95516"/>
                  <a:pt x="169308" y="98196"/>
                </a:cubicBezTo>
                <a:lnTo>
                  <a:pt x="156918" y="98196"/>
                </a:lnTo>
                <a:cubicBezTo>
                  <a:pt x="155688" y="95733"/>
                  <a:pt x="154897" y="92852"/>
                  <a:pt x="154545" y="89554"/>
                </a:cubicBezTo>
                <a:moveTo>
                  <a:pt x="153557" y="63004"/>
                </a:moveTo>
                <a:cubicBezTo>
                  <a:pt x="149251" y="64776"/>
                  <a:pt x="142793" y="66282"/>
                  <a:pt x="134181" y="67522"/>
                </a:cubicBezTo>
                <a:cubicBezTo>
                  <a:pt x="129304" y="68228"/>
                  <a:pt x="125855" y="69022"/>
                  <a:pt x="123834" y="69905"/>
                </a:cubicBezTo>
                <a:cubicBezTo>
                  <a:pt x="121813" y="70786"/>
                  <a:pt x="120254" y="72077"/>
                  <a:pt x="119155" y="73777"/>
                </a:cubicBezTo>
                <a:cubicBezTo>
                  <a:pt x="118057" y="75475"/>
                  <a:pt x="117508" y="77361"/>
                  <a:pt x="117508" y="79434"/>
                </a:cubicBezTo>
                <a:cubicBezTo>
                  <a:pt x="117508" y="82610"/>
                  <a:pt x="118705" y="85257"/>
                  <a:pt x="121099" y="87375"/>
                </a:cubicBezTo>
                <a:cubicBezTo>
                  <a:pt x="123494" y="89493"/>
                  <a:pt x="126998" y="90551"/>
                  <a:pt x="131611" y="90551"/>
                </a:cubicBezTo>
                <a:cubicBezTo>
                  <a:pt x="136180" y="90551"/>
                  <a:pt x="140244" y="89547"/>
                  <a:pt x="143803" y="87538"/>
                </a:cubicBezTo>
                <a:cubicBezTo>
                  <a:pt x="147362" y="85529"/>
                  <a:pt x="149976" y="82781"/>
                  <a:pt x="151646" y="79294"/>
                </a:cubicBezTo>
                <a:cubicBezTo>
                  <a:pt x="152920" y="76600"/>
                  <a:pt x="153557" y="72627"/>
                  <a:pt x="153557" y="67374"/>
                </a:cubicBezTo>
                <a:lnTo>
                  <a:pt x="153557" y="63004"/>
                </a:lnTo>
                <a:close/>
                <a:moveTo>
                  <a:pt x="221439" y="125084"/>
                </a:moveTo>
                <a:lnTo>
                  <a:pt x="221439" y="28207"/>
                </a:lnTo>
                <a:lnTo>
                  <a:pt x="232247" y="28207"/>
                </a:lnTo>
                <a:lnTo>
                  <a:pt x="232247" y="37235"/>
                </a:lnTo>
                <a:cubicBezTo>
                  <a:pt x="234795" y="33699"/>
                  <a:pt x="237673" y="31046"/>
                  <a:pt x="240880" y="29278"/>
                </a:cubicBezTo>
                <a:cubicBezTo>
                  <a:pt x="244088" y="27509"/>
                  <a:pt x="247976" y="26625"/>
                  <a:pt x="252545" y="26625"/>
                </a:cubicBezTo>
                <a:cubicBezTo>
                  <a:pt x="258521" y="26625"/>
                  <a:pt x="263793" y="28163"/>
                  <a:pt x="268362" y="31238"/>
                </a:cubicBezTo>
                <a:cubicBezTo>
                  <a:pt x="272931" y="34314"/>
                  <a:pt x="276380" y="38652"/>
                  <a:pt x="278709" y="44254"/>
                </a:cubicBezTo>
                <a:cubicBezTo>
                  <a:pt x="281037" y="49856"/>
                  <a:pt x="282202" y="55996"/>
                  <a:pt x="282202" y="62674"/>
                </a:cubicBezTo>
                <a:cubicBezTo>
                  <a:pt x="282202" y="69835"/>
                  <a:pt x="280917" y="76283"/>
                  <a:pt x="278346" y="82017"/>
                </a:cubicBezTo>
                <a:cubicBezTo>
                  <a:pt x="275776" y="87750"/>
                  <a:pt x="272042" y="92144"/>
                  <a:pt x="267143" y="95197"/>
                </a:cubicBezTo>
                <a:cubicBezTo>
                  <a:pt x="262244" y="98251"/>
                  <a:pt x="257093" y="99778"/>
                  <a:pt x="251689" y="99778"/>
                </a:cubicBezTo>
                <a:cubicBezTo>
                  <a:pt x="247734" y="99778"/>
                  <a:pt x="244187" y="98932"/>
                  <a:pt x="241045" y="97240"/>
                </a:cubicBezTo>
                <a:cubicBezTo>
                  <a:pt x="237904" y="95547"/>
                  <a:pt x="235323" y="93410"/>
                  <a:pt x="233302" y="90827"/>
                </a:cubicBezTo>
                <a:lnTo>
                  <a:pt x="233302" y="125084"/>
                </a:lnTo>
                <a:lnTo>
                  <a:pt x="221439" y="125084"/>
                </a:lnTo>
                <a:moveTo>
                  <a:pt x="232181" y="63498"/>
                </a:moveTo>
                <a:cubicBezTo>
                  <a:pt x="232181" y="72494"/>
                  <a:pt x="234005" y="79142"/>
                  <a:pt x="237651" y="83442"/>
                </a:cubicBezTo>
                <a:cubicBezTo>
                  <a:pt x="241298" y="87742"/>
                  <a:pt x="245713" y="89892"/>
                  <a:pt x="250898" y="89892"/>
                </a:cubicBezTo>
                <a:cubicBezTo>
                  <a:pt x="256170" y="89892"/>
                  <a:pt x="260684" y="87665"/>
                  <a:pt x="264441" y="83211"/>
                </a:cubicBezTo>
                <a:cubicBezTo>
                  <a:pt x="268197" y="78757"/>
                  <a:pt x="270076" y="71857"/>
                  <a:pt x="270076" y="62509"/>
                </a:cubicBezTo>
                <a:cubicBezTo>
                  <a:pt x="270076" y="53601"/>
                  <a:pt x="268241" y="46931"/>
                  <a:pt x="264573" y="42499"/>
                </a:cubicBezTo>
                <a:cubicBezTo>
                  <a:pt x="260904" y="38067"/>
                  <a:pt x="256521" y="35851"/>
                  <a:pt x="251425" y="35851"/>
                </a:cubicBezTo>
                <a:cubicBezTo>
                  <a:pt x="246372" y="35851"/>
                  <a:pt x="241902" y="38210"/>
                  <a:pt x="238014" y="42928"/>
                </a:cubicBezTo>
                <a:cubicBezTo>
                  <a:pt x="234125" y="47645"/>
                  <a:pt x="232181" y="54502"/>
                  <a:pt x="232181" y="63498"/>
                </a:cubicBezTo>
                <a:close/>
                <a:moveTo>
                  <a:pt x="296351" y="98196"/>
                </a:moveTo>
                <a:lnTo>
                  <a:pt x="296351" y="28207"/>
                </a:lnTo>
                <a:lnTo>
                  <a:pt x="307027" y="28207"/>
                </a:lnTo>
                <a:lnTo>
                  <a:pt x="307027" y="38751"/>
                </a:lnTo>
                <a:cubicBezTo>
                  <a:pt x="309751" y="33814"/>
                  <a:pt x="312266" y="30559"/>
                  <a:pt x="314573" y="28985"/>
                </a:cubicBezTo>
                <a:cubicBezTo>
                  <a:pt x="316879" y="27412"/>
                  <a:pt x="319417" y="26625"/>
                  <a:pt x="322185" y="26625"/>
                </a:cubicBezTo>
                <a:cubicBezTo>
                  <a:pt x="326183" y="26625"/>
                  <a:pt x="330247" y="27894"/>
                  <a:pt x="334377" y="30431"/>
                </a:cubicBezTo>
                <a:lnTo>
                  <a:pt x="330291" y="41387"/>
                </a:lnTo>
                <a:cubicBezTo>
                  <a:pt x="327391" y="39674"/>
                  <a:pt x="324491" y="38817"/>
                  <a:pt x="321592" y="38817"/>
                </a:cubicBezTo>
                <a:cubicBezTo>
                  <a:pt x="318999" y="38817"/>
                  <a:pt x="316671" y="39598"/>
                  <a:pt x="314606" y="41161"/>
                </a:cubicBezTo>
                <a:cubicBezTo>
                  <a:pt x="312541" y="42722"/>
                  <a:pt x="311069" y="44888"/>
                  <a:pt x="310190" y="47658"/>
                </a:cubicBezTo>
                <a:cubicBezTo>
                  <a:pt x="308872" y="51880"/>
                  <a:pt x="308213" y="56498"/>
                  <a:pt x="308213" y="61512"/>
                </a:cubicBezTo>
                <a:lnTo>
                  <a:pt x="308213" y="98196"/>
                </a:lnTo>
                <a:lnTo>
                  <a:pt x="296351" y="98196"/>
                </a:lnTo>
                <a:close/>
                <a:moveTo>
                  <a:pt x="341493" y="15290"/>
                </a:moveTo>
                <a:lnTo>
                  <a:pt x="341493" y="1582"/>
                </a:lnTo>
                <a:lnTo>
                  <a:pt x="353356" y="1582"/>
                </a:lnTo>
                <a:lnTo>
                  <a:pt x="353356" y="15290"/>
                </a:lnTo>
                <a:lnTo>
                  <a:pt x="341493" y="15290"/>
                </a:lnTo>
                <a:moveTo>
                  <a:pt x="341493" y="98196"/>
                </a:moveTo>
                <a:lnTo>
                  <a:pt x="341493" y="28207"/>
                </a:lnTo>
                <a:lnTo>
                  <a:pt x="353356" y="28207"/>
                </a:lnTo>
                <a:lnTo>
                  <a:pt x="353356" y="98196"/>
                </a:lnTo>
                <a:lnTo>
                  <a:pt x="341493" y="98196"/>
                </a:lnTo>
                <a:close/>
                <a:moveTo>
                  <a:pt x="390832" y="98196"/>
                </a:moveTo>
                <a:lnTo>
                  <a:pt x="364207" y="28207"/>
                </a:lnTo>
                <a:lnTo>
                  <a:pt x="376729" y="28207"/>
                </a:lnTo>
                <a:lnTo>
                  <a:pt x="391755" y="70121"/>
                </a:lnTo>
                <a:cubicBezTo>
                  <a:pt x="393380" y="74646"/>
                  <a:pt x="394874" y="79348"/>
                  <a:pt x="396236" y="84224"/>
                </a:cubicBezTo>
                <a:cubicBezTo>
                  <a:pt x="397291" y="80534"/>
                  <a:pt x="398762" y="76096"/>
                  <a:pt x="400652" y="70912"/>
                </a:cubicBezTo>
                <a:lnTo>
                  <a:pt x="416205" y="28207"/>
                </a:lnTo>
                <a:lnTo>
                  <a:pt x="428397" y="28207"/>
                </a:lnTo>
                <a:lnTo>
                  <a:pt x="401904" y="98196"/>
                </a:lnTo>
                <a:lnTo>
                  <a:pt x="390832" y="98196"/>
                </a:lnTo>
                <a:close/>
                <a:moveTo>
                  <a:pt x="484547" y="89554"/>
                </a:moveTo>
                <a:cubicBezTo>
                  <a:pt x="480153" y="93292"/>
                  <a:pt x="475924" y="95930"/>
                  <a:pt x="471860" y="97469"/>
                </a:cubicBezTo>
                <a:cubicBezTo>
                  <a:pt x="467796" y="99008"/>
                  <a:pt x="463436" y="99778"/>
                  <a:pt x="458778" y="99778"/>
                </a:cubicBezTo>
                <a:cubicBezTo>
                  <a:pt x="451090" y="99778"/>
                  <a:pt x="445180" y="97898"/>
                  <a:pt x="441050" y="94139"/>
                </a:cubicBezTo>
                <a:cubicBezTo>
                  <a:pt x="436920" y="90379"/>
                  <a:pt x="434855" y="85576"/>
                  <a:pt x="434855" y="79729"/>
                </a:cubicBezTo>
                <a:cubicBezTo>
                  <a:pt x="434855" y="76300"/>
                  <a:pt x="435635" y="73168"/>
                  <a:pt x="437195" y="70333"/>
                </a:cubicBezTo>
                <a:cubicBezTo>
                  <a:pt x="438755" y="67497"/>
                  <a:pt x="440798" y="65221"/>
                  <a:pt x="443324" y="63506"/>
                </a:cubicBezTo>
                <a:cubicBezTo>
                  <a:pt x="445850" y="61791"/>
                  <a:pt x="448695" y="60494"/>
                  <a:pt x="451859" y="59616"/>
                </a:cubicBezTo>
                <a:cubicBezTo>
                  <a:pt x="454187" y="58999"/>
                  <a:pt x="457702" y="58405"/>
                  <a:pt x="462403" y="57834"/>
                </a:cubicBezTo>
                <a:cubicBezTo>
                  <a:pt x="471981" y="56700"/>
                  <a:pt x="479033" y="55348"/>
                  <a:pt x="483558" y="53777"/>
                </a:cubicBezTo>
                <a:cubicBezTo>
                  <a:pt x="483602" y="52158"/>
                  <a:pt x="483624" y="51130"/>
                  <a:pt x="483624" y="50692"/>
                </a:cubicBezTo>
                <a:cubicBezTo>
                  <a:pt x="483624" y="45877"/>
                  <a:pt x="482504" y="42485"/>
                  <a:pt x="480263" y="40516"/>
                </a:cubicBezTo>
                <a:cubicBezTo>
                  <a:pt x="477231" y="37846"/>
                  <a:pt x="472728" y="36510"/>
                  <a:pt x="466753" y="36510"/>
                </a:cubicBezTo>
                <a:cubicBezTo>
                  <a:pt x="461173" y="36510"/>
                  <a:pt x="457054" y="37488"/>
                  <a:pt x="454396" y="39443"/>
                </a:cubicBezTo>
                <a:cubicBezTo>
                  <a:pt x="451738" y="41398"/>
                  <a:pt x="449772" y="44858"/>
                  <a:pt x="448497" y="49823"/>
                </a:cubicBezTo>
                <a:lnTo>
                  <a:pt x="436898" y="48241"/>
                </a:lnTo>
                <a:cubicBezTo>
                  <a:pt x="437953" y="43261"/>
                  <a:pt x="439688" y="39240"/>
                  <a:pt x="442105" y="36177"/>
                </a:cubicBezTo>
                <a:cubicBezTo>
                  <a:pt x="444521" y="33114"/>
                  <a:pt x="448014" y="30756"/>
                  <a:pt x="452583" y="29105"/>
                </a:cubicBezTo>
                <a:cubicBezTo>
                  <a:pt x="457153" y="27451"/>
                  <a:pt x="462447" y="26625"/>
                  <a:pt x="468466" y="26625"/>
                </a:cubicBezTo>
                <a:cubicBezTo>
                  <a:pt x="474441" y="26625"/>
                  <a:pt x="479296" y="27328"/>
                  <a:pt x="483031" y="28734"/>
                </a:cubicBezTo>
                <a:cubicBezTo>
                  <a:pt x="486765" y="30140"/>
                  <a:pt x="489511" y="31908"/>
                  <a:pt x="491269" y="34039"/>
                </a:cubicBezTo>
                <a:cubicBezTo>
                  <a:pt x="493026" y="36170"/>
                  <a:pt x="494256" y="38861"/>
                  <a:pt x="494959" y="42112"/>
                </a:cubicBezTo>
                <a:cubicBezTo>
                  <a:pt x="495355" y="44133"/>
                  <a:pt x="495552" y="47780"/>
                  <a:pt x="495552" y="53052"/>
                </a:cubicBezTo>
                <a:lnTo>
                  <a:pt x="495552" y="68869"/>
                </a:lnTo>
                <a:cubicBezTo>
                  <a:pt x="495552" y="79897"/>
                  <a:pt x="495805" y="86871"/>
                  <a:pt x="496310" y="89793"/>
                </a:cubicBezTo>
                <a:cubicBezTo>
                  <a:pt x="496816" y="92715"/>
                  <a:pt x="497815" y="95516"/>
                  <a:pt x="499309" y="98196"/>
                </a:cubicBezTo>
                <a:lnTo>
                  <a:pt x="486919" y="98196"/>
                </a:lnTo>
                <a:cubicBezTo>
                  <a:pt x="485689" y="95733"/>
                  <a:pt x="484898" y="92852"/>
                  <a:pt x="484547" y="89554"/>
                </a:cubicBezTo>
                <a:moveTo>
                  <a:pt x="483558" y="63004"/>
                </a:moveTo>
                <a:cubicBezTo>
                  <a:pt x="479252" y="64776"/>
                  <a:pt x="472794" y="66282"/>
                  <a:pt x="464182" y="67522"/>
                </a:cubicBezTo>
                <a:cubicBezTo>
                  <a:pt x="459306" y="68228"/>
                  <a:pt x="455857" y="69022"/>
                  <a:pt x="453836" y="69905"/>
                </a:cubicBezTo>
                <a:cubicBezTo>
                  <a:pt x="451815" y="70786"/>
                  <a:pt x="450255" y="72077"/>
                  <a:pt x="449156" y="73777"/>
                </a:cubicBezTo>
                <a:cubicBezTo>
                  <a:pt x="448058" y="75475"/>
                  <a:pt x="447509" y="77361"/>
                  <a:pt x="447509" y="79434"/>
                </a:cubicBezTo>
                <a:cubicBezTo>
                  <a:pt x="447509" y="82610"/>
                  <a:pt x="448706" y="85257"/>
                  <a:pt x="451101" y="87375"/>
                </a:cubicBezTo>
                <a:cubicBezTo>
                  <a:pt x="453495" y="89493"/>
                  <a:pt x="456999" y="90551"/>
                  <a:pt x="461612" y="90551"/>
                </a:cubicBezTo>
                <a:cubicBezTo>
                  <a:pt x="466182" y="90551"/>
                  <a:pt x="470246" y="89547"/>
                  <a:pt x="473804" y="87538"/>
                </a:cubicBezTo>
                <a:cubicBezTo>
                  <a:pt x="477363" y="85529"/>
                  <a:pt x="479977" y="82781"/>
                  <a:pt x="481647" y="79294"/>
                </a:cubicBezTo>
                <a:cubicBezTo>
                  <a:pt x="482921" y="76600"/>
                  <a:pt x="483558" y="72627"/>
                  <a:pt x="483558" y="67374"/>
                </a:cubicBezTo>
                <a:lnTo>
                  <a:pt x="483558" y="63004"/>
                </a:lnTo>
                <a:close/>
                <a:moveTo>
                  <a:pt x="539819" y="87717"/>
                </a:moveTo>
                <a:lnTo>
                  <a:pt x="541532" y="98196"/>
                </a:lnTo>
                <a:cubicBezTo>
                  <a:pt x="538193" y="98811"/>
                  <a:pt x="535205" y="99119"/>
                  <a:pt x="532569" y="99119"/>
                </a:cubicBezTo>
                <a:cubicBezTo>
                  <a:pt x="528264" y="99119"/>
                  <a:pt x="524925" y="98438"/>
                  <a:pt x="522552" y="97076"/>
                </a:cubicBezTo>
                <a:cubicBezTo>
                  <a:pt x="520179" y="95713"/>
                  <a:pt x="518510" y="93923"/>
                  <a:pt x="517543" y="91704"/>
                </a:cubicBezTo>
                <a:cubicBezTo>
                  <a:pt x="516577" y="89486"/>
                  <a:pt x="516093" y="84817"/>
                  <a:pt x="516093" y="77700"/>
                </a:cubicBezTo>
                <a:lnTo>
                  <a:pt x="516093" y="37433"/>
                </a:lnTo>
                <a:lnTo>
                  <a:pt x="507394" y="37433"/>
                </a:lnTo>
                <a:lnTo>
                  <a:pt x="507394" y="28207"/>
                </a:lnTo>
                <a:lnTo>
                  <a:pt x="516093" y="28207"/>
                </a:lnTo>
                <a:lnTo>
                  <a:pt x="516093" y="10827"/>
                </a:lnTo>
                <a:lnTo>
                  <a:pt x="527890" y="3691"/>
                </a:lnTo>
                <a:lnTo>
                  <a:pt x="527890" y="28207"/>
                </a:lnTo>
                <a:lnTo>
                  <a:pt x="539819" y="28207"/>
                </a:lnTo>
                <a:lnTo>
                  <a:pt x="539819" y="37433"/>
                </a:lnTo>
                <a:lnTo>
                  <a:pt x="527890" y="37433"/>
                </a:lnTo>
                <a:lnTo>
                  <a:pt x="527890" y="78359"/>
                </a:lnTo>
                <a:cubicBezTo>
                  <a:pt x="527890" y="81742"/>
                  <a:pt x="528099" y="83917"/>
                  <a:pt x="528516" y="84883"/>
                </a:cubicBezTo>
                <a:cubicBezTo>
                  <a:pt x="528934" y="85850"/>
                  <a:pt x="529615" y="86619"/>
                  <a:pt x="530559" y="87190"/>
                </a:cubicBezTo>
                <a:cubicBezTo>
                  <a:pt x="531504" y="87761"/>
                  <a:pt x="532855" y="88047"/>
                  <a:pt x="534612" y="88047"/>
                </a:cubicBezTo>
                <a:cubicBezTo>
                  <a:pt x="535930" y="88047"/>
                  <a:pt x="537666" y="87937"/>
                  <a:pt x="539819" y="87717"/>
                </a:cubicBezTo>
                <a:close/>
                <a:moveTo>
                  <a:pt x="599352" y="75657"/>
                </a:moveTo>
                <a:lnTo>
                  <a:pt x="611610" y="77173"/>
                </a:lnTo>
                <a:cubicBezTo>
                  <a:pt x="609677" y="84334"/>
                  <a:pt x="606096" y="89892"/>
                  <a:pt x="600868" y="93846"/>
                </a:cubicBezTo>
                <a:cubicBezTo>
                  <a:pt x="595640" y="97800"/>
                  <a:pt x="588961" y="99778"/>
                  <a:pt x="580833" y="99778"/>
                </a:cubicBezTo>
                <a:cubicBezTo>
                  <a:pt x="570596" y="99778"/>
                  <a:pt x="562479" y="96625"/>
                  <a:pt x="556482" y="90320"/>
                </a:cubicBezTo>
                <a:cubicBezTo>
                  <a:pt x="550485" y="84016"/>
                  <a:pt x="547486" y="75174"/>
                  <a:pt x="547486" y="63794"/>
                </a:cubicBezTo>
                <a:cubicBezTo>
                  <a:pt x="547486" y="52020"/>
                  <a:pt x="550518" y="42881"/>
                  <a:pt x="556581" y="36379"/>
                </a:cubicBezTo>
                <a:cubicBezTo>
                  <a:pt x="562644" y="29876"/>
                  <a:pt x="570509" y="26625"/>
                  <a:pt x="580174" y="26625"/>
                </a:cubicBezTo>
                <a:cubicBezTo>
                  <a:pt x="589533" y="26625"/>
                  <a:pt x="597177" y="29805"/>
                  <a:pt x="603109" y="36166"/>
                </a:cubicBezTo>
                <a:cubicBezTo>
                  <a:pt x="609040" y="42526"/>
                  <a:pt x="612006" y="51474"/>
                  <a:pt x="612006" y="63010"/>
                </a:cubicBezTo>
                <a:cubicBezTo>
                  <a:pt x="612006" y="63711"/>
                  <a:pt x="611984" y="64764"/>
                  <a:pt x="611940" y="66167"/>
                </a:cubicBezTo>
                <a:lnTo>
                  <a:pt x="559744" y="66167"/>
                </a:lnTo>
                <a:cubicBezTo>
                  <a:pt x="560184" y="73834"/>
                  <a:pt x="562358" y="79704"/>
                  <a:pt x="566269" y="83780"/>
                </a:cubicBezTo>
                <a:cubicBezTo>
                  <a:pt x="570179" y="87855"/>
                  <a:pt x="575056" y="89892"/>
                  <a:pt x="580899" y="89892"/>
                </a:cubicBezTo>
                <a:cubicBezTo>
                  <a:pt x="585249" y="89892"/>
                  <a:pt x="588961" y="88761"/>
                  <a:pt x="592037" y="86498"/>
                </a:cubicBezTo>
                <a:cubicBezTo>
                  <a:pt x="595112" y="84234"/>
                  <a:pt x="597551" y="80620"/>
                  <a:pt x="599352" y="75657"/>
                </a:cubicBezTo>
                <a:moveTo>
                  <a:pt x="560403" y="56281"/>
                </a:moveTo>
                <a:lnTo>
                  <a:pt x="599484" y="56281"/>
                </a:lnTo>
                <a:cubicBezTo>
                  <a:pt x="598957" y="50490"/>
                  <a:pt x="597463" y="46147"/>
                  <a:pt x="595003" y="43251"/>
                </a:cubicBezTo>
                <a:cubicBezTo>
                  <a:pt x="591224" y="38757"/>
                  <a:pt x="586325" y="36510"/>
                  <a:pt x="580306" y="36510"/>
                </a:cubicBezTo>
                <a:cubicBezTo>
                  <a:pt x="574858" y="36510"/>
                  <a:pt x="570278" y="38304"/>
                  <a:pt x="566565" y="41892"/>
                </a:cubicBezTo>
                <a:cubicBezTo>
                  <a:pt x="562853" y="45478"/>
                  <a:pt x="560799" y="50275"/>
                  <a:pt x="560403" y="56281"/>
                </a:cubicBezTo>
                <a:close/>
                <a:moveTo>
                  <a:pt x="711917" y="75657"/>
                </a:moveTo>
                <a:lnTo>
                  <a:pt x="724175" y="77173"/>
                </a:lnTo>
                <a:cubicBezTo>
                  <a:pt x="722242" y="84334"/>
                  <a:pt x="718661" y="89892"/>
                  <a:pt x="713433" y="93846"/>
                </a:cubicBezTo>
                <a:cubicBezTo>
                  <a:pt x="708204" y="97800"/>
                  <a:pt x="701526" y="99778"/>
                  <a:pt x="693398" y="99778"/>
                </a:cubicBezTo>
                <a:cubicBezTo>
                  <a:pt x="683161" y="99778"/>
                  <a:pt x="675044" y="96625"/>
                  <a:pt x="669047" y="90320"/>
                </a:cubicBezTo>
                <a:cubicBezTo>
                  <a:pt x="663050" y="84016"/>
                  <a:pt x="660051" y="75174"/>
                  <a:pt x="660051" y="63794"/>
                </a:cubicBezTo>
                <a:cubicBezTo>
                  <a:pt x="660051" y="52020"/>
                  <a:pt x="663083" y="42881"/>
                  <a:pt x="669146" y="36379"/>
                </a:cubicBezTo>
                <a:cubicBezTo>
                  <a:pt x="675209" y="29876"/>
                  <a:pt x="683073" y="26625"/>
                  <a:pt x="692739" y="26625"/>
                </a:cubicBezTo>
                <a:cubicBezTo>
                  <a:pt x="702097" y="26625"/>
                  <a:pt x="709742" y="29805"/>
                  <a:pt x="715673" y="36166"/>
                </a:cubicBezTo>
                <a:cubicBezTo>
                  <a:pt x="721605" y="42526"/>
                  <a:pt x="724570" y="51474"/>
                  <a:pt x="724570" y="63010"/>
                </a:cubicBezTo>
                <a:cubicBezTo>
                  <a:pt x="724570" y="63711"/>
                  <a:pt x="724548" y="64764"/>
                  <a:pt x="724504" y="66167"/>
                </a:cubicBezTo>
                <a:lnTo>
                  <a:pt x="672309" y="66167"/>
                </a:lnTo>
                <a:cubicBezTo>
                  <a:pt x="672748" y="73834"/>
                  <a:pt x="674923" y="79704"/>
                  <a:pt x="678833" y="83780"/>
                </a:cubicBezTo>
                <a:cubicBezTo>
                  <a:pt x="682744" y="87855"/>
                  <a:pt x="687620" y="89892"/>
                  <a:pt x="693464" y="89892"/>
                </a:cubicBezTo>
                <a:cubicBezTo>
                  <a:pt x="697814" y="89892"/>
                  <a:pt x="701526" y="88761"/>
                  <a:pt x="704602" y="86498"/>
                </a:cubicBezTo>
                <a:cubicBezTo>
                  <a:pt x="707677" y="84234"/>
                  <a:pt x="710115" y="80620"/>
                  <a:pt x="711917" y="75657"/>
                </a:cubicBezTo>
                <a:moveTo>
                  <a:pt x="672968" y="56281"/>
                </a:moveTo>
                <a:lnTo>
                  <a:pt x="712049" y="56281"/>
                </a:lnTo>
                <a:cubicBezTo>
                  <a:pt x="711521" y="50490"/>
                  <a:pt x="710028" y="46147"/>
                  <a:pt x="707567" y="43251"/>
                </a:cubicBezTo>
                <a:cubicBezTo>
                  <a:pt x="703789" y="38757"/>
                  <a:pt x="698890" y="36510"/>
                  <a:pt x="692871" y="36510"/>
                </a:cubicBezTo>
                <a:cubicBezTo>
                  <a:pt x="687423" y="36510"/>
                  <a:pt x="682843" y="38304"/>
                  <a:pt x="679130" y="41892"/>
                </a:cubicBezTo>
                <a:cubicBezTo>
                  <a:pt x="675417" y="45478"/>
                  <a:pt x="673363" y="50275"/>
                  <a:pt x="672968" y="56281"/>
                </a:cubicBezTo>
                <a:close/>
                <a:moveTo>
                  <a:pt x="739049" y="98196"/>
                </a:moveTo>
                <a:lnTo>
                  <a:pt x="739049" y="28207"/>
                </a:lnTo>
                <a:lnTo>
                  <a:pt x="749659" y="28207"/>
                </a:lnTo>
                <a:lnTo>
                  <a:pt x="749659" y="37960"/>
                </a:lnTo>
                <a:cubicBezTo>
                  <a:pt x="751856" y="34553"/>
                  <a:pt x="754777" y="31811"/>
                  <a:pt x="758424" y="29737"/>
                </a:cubicBezTo>
                <a:cubicBezTo>
                  <a:pt x="762071" y="27662"/>
                  <a:pt x="766223" y="26625"/>
                  <a:pt x="770880" y="26625"/>
                </a:cubicBezTo>
                <a:cubicBezTo>
                  <a:pt x="776064" y="26625"/>
                  <a:pt x="780315" y="27696"/>
                  <a:pt x="783632" y="29838"/>
                </a:cubicBezTo>
                <a:cubicBezTo>
                  <a:pt x="786949" y="31978"/>
                  <a:pt x="789289" y="34971"/>
                  <a:pt x="790651" y="38817"/>
                </a:cubicBezTo>
                <a:cubicBezTo>
                  <a:pt x="796187" y="30689"/>
                  <a:pt x="803392" y="26625"/>
                  <a:pt x="812267" y="26625"/>
                </a:cubicBezTo>
                <a:cubicBezTo>
                  <a:pt x="819209" y="26625"/>
                  <a:pt x="824547" y="28547"/>
                  <a:pt x="828282" y="32391"/>
                </a:cubicBezTo>
                <a:cubicBezTo>
                  <a:pt x="832016" y="36236"/>
                  <a:pt x="833883" y="42156"/>
                  <a:pt x="833883" y="50152"/>
                </a:cubicBezTo>
                <a:lnTo>
                  <a:pt x="833883" y="98196"/>
                </a:lnTo>
                <a:lnTo>
                  <a:pt x="822087" y="98196"/>
                </a:lnTo>
                <a:lnTo>
                  <a:pt x="822087" y="54059"/>
                </a:lnTo>
                <a:cubicBezTo>
                  <a:pt x="822087" y="49309"/>
                  <a:pt x="821702" y="45889"/>
                  <a:pt x="820933" y="43801"/>
                </a:cubicBezTo>
                <a:cubicBezTo>
                  <a:pt x="820164" y="41711"/>
                  <a:pt x="818770" y="40029"/>
                  <a:pt x="816748" y="38753"/>
                </a:cubicBezTo>
                <a:cubicBezTo>
                  <a:pt x="814727" y="37478"/>
                  <a:pt x="812355" y="36840"/>
                  <a:pt x="809631" y="36840"/>
                </a:cubicBezTo>
                <a:cubicBezTo>
                  <a:pt x="804710" y="36840"/>
                  <a:pt x="800624" y="38479"/>
                  <a:pt x="797373" y="41756"/>
                </a:cubicBezTo>
                <a:cubicBezTo>
                  <a:pt x="794122" y="45032"/>
                  <a:pt x="792496" y="50277"/>
                  <a:pt x="792496" y="57490"/>
                </a:cubicBezTo>
                <a:lnTo>
                  <a:pt x="792496" y="98196"/>
                </a:lnTo>
                <a:lnTo>
                  <a:pt x="780633" y="98196"/>
                </a:lnTo>
                <a:lnTo>
                  <a:pt x="780633" y="52673"/>
                </a:lnTo>
                <a:cubicBezTo>
                  <a:pt x="780633" y="47395"/>
                  <a:pt x="779667" y="43437"/>
                  <a:pt x="777734" y="40798"/>
                </a:cubicBezTo>
                <a:cubicBezTo>
                  <a:pt x="775801" y="38159"/>
                  <a:pt x="772637" y="36840"/>
                  <a:pt x="768244" y="36840"/>
                </a:cubicBezTo>
                <a:cubicBezTo>
                  <a:pt x="764905" y="36840"/>
                  <a:pt x="761818" y="37720"/>
                  <a:pt x="758984" y="39480"/>
                </a:cubicBezTo>
                <a:cubicBezTo>
                  <a:pt x="756150" y="41239"/>
                  <a:pt x="754096" y="43812"/>
                  <a:pt x="752822" y="47199"/>
                </a:cubicBezTo>
                <a:cubicBezTo>
                  <a:pt x="751548" y="50585"/>
                  <a:pt x="750911" y="55467"/>
                  <a:pt x="750911" y="61844"/>
                </a:cubicBezTo>
                <a:lnTo>
                  <a:pt x="750911" y="98196"/>
                </a:lnTo>
                <a:lnTo>
                  <a:pt x="739049" y="98196"/>
                </a:lnTo>
                <a:close/>
                <a:moveTo>
                  <a:pt x="851478" y="125084"/>
                </a:moveTo>
                <a:lnTo>
                  <a:pt x="851478" y="28207"/>
                </a:lnTo>
                <a:lnTo>
                  <a:pt x="862286" y="28207"/>
                </a:lnTo>
                <a:lnTo>
                  <a:pt x="862286" y="37235"/>
                </a:lnTo>
                <a:cubicBezTo>
                  <a:pt x="864835" y="33699"/>
                  <a:pt x="867712" y="31046"/>
                  <a:pt x="870920" y="29278"/>
                </a:cubicBezTo>
                <a:cubicBezTo>
                  <a:pt x="874127" y="27509"/>
                  <a:pt x="878015" y="26625"/>
                  <a:pt x="882585" y="26625"/>
                </a:cubicBezTo>
                <a:cubicBezTo>
                  <a:pt x="888560" y="26625"/>
                  <a:pt x="893832" y="28163"/>
                  <a:pt x="898401" y="31238"/>
                </a:cubicBezTo>
                <a:cubicBezTo>
                  <a:pt x="902971" y="34314"/>
                  <a:pt x="906420" y="38652"/>
                  <a:pt x="908748" y="44254"/>
                </a:cubicBezTo>
                <a:cubicBezTo>
                  <a:pt x="911077" y="49856"/>
                  <a:pt x="912241" y="55996"/>
                  <a:pt x="912241" y="62674"/>
                </a:cubicBezTo>
                <a:cubicBezTo>
                  <a:pt x="912241" y="69835"/>
                  <a:pt x="910956" y="76283"/>
                  <a:pt x="908386" y="82017"/>
                </a:cubicBezTo>
                <a:cubicBezTo>
                  <a:pt x="905816" y="87750"/>
                  <a:pt x="902081" y="92144"/>
                  <a:pt x="897182" y="95197"/>
                </a:cubicBezTo>
                <a:cubicBezTo>
                  <a:pt x="892283" y="98251"/>
                  <a:pt x="887132" y="99778"/>
                  <a:pt x="881728" y="99778"/>
                </a:cubicBezTo>
                <a:cubicBezTo>
                  <a:pt x="877774" y="99778"/>
                  <a:pt x="874226" y="98932"/>
                  <a:pt x="871085" y="97240"/>
                </a:cubicBezTo>
                <a:cubicBezTo>
                  <a:pt x="867943" y="95547"/>
                  <a:pt x="865362" y="93410"/>
                  <a:pt x="863341" y="90827"/>
                </a:cubicBezTo>
                <a:lnTo>
                  <a:pt x="863341" y="125084"/>
                </a:lnTo>
                <a:lnTo>
                  <a:pt x="851478" y="125084"/>
                </a:lnTo>
                <a:moveTo>
                  <a:pt x="862221" y="63498"/>
                </a:moveTo>
                <a:cubicBezTo>
                  <a:pt x="862221" y="72494"/>
                  <a:pt x="864044" y="79142"/>
                  <a:pt x="867691" y="83442"/>
                </a:cubicBezTo>
                <a:cubicBezTo>
                  <a:pt x="871337" y="87742"/>
                  <a:pt x="875753" y="89892"/>
                  <a:pt x="880937" y="89892"/>
                </a:cubicBezTo>
                <a:cubicBezTo>
                  <a:pt x="886209" y="89892"/>
                  <a:pt x="890724" y="87665"/>
                  <a:pt x="894480" y="83211"/>
                </a:cubicBezTo>
                <a:cubicBezTo>
                  <a:pt x="898237" y="78757"/>
                  <a:pt x="900115" y="71857"/>
                  <a:pt x="900115" y="62509"/>
                </a:cubicBezTo>
                <a:cubicBezTo>
                  <a:pt x="900115" y="53601"/>
                  <a:pt x="898281" y="46931"/>
                  <a:pt x="894612" y="42499"/>
                </a:cubicBezTo>
                <a:cubicBezTo>
                  <a:pt x="890943" y="38067"/>
                  <a:pt x="886561" y="35851"/>
                  <a:pt x="881464" y="35851"/>
                </a:cubicBezTo>
                <a:cubicBezTo>
                  <a:pt x="876412" y="35851"/>
                  <a:pt x="871941" y="38210"/>
                  <a:pt x="868053" y="42928"/>
                </a:cubicBezTo>
                <a:cubicBezTo>
                  <a:pt x="864165" y="47645"/>
                  <a:pt x="862221" y="54502"/>
                  <a:pt x="862221" y="63498"/>
                </a:cubicBezTo>
                <a:close/>
                <a:moveTo>
                  <a:pt x="926258" y="98196"/>
                </a:moveTo>
                <a:lnTo>
                  <a:pt x="926258" y="1582"/>
                </a:lnTo>
                <a:lnTo>
                  <a:pt x="938121" y="1582"/>
                </a:lnTo>
                <a:lnTo>
                  <a:pt x="938121" y="98196"/>
                </a:lnTo>
                <a:lnTo>
                  <a:pt x="926258" y="98196"/>
                </a:lnTo>
                <a:close/>
                <a:moveTo>
                  <a:pt x="952069" y="63201"/>
                </a:moveTo>
                <a:cubicBezTo>
                  <a:pt x="952069" y="50240"/>
                  <a:pt x="955672" y="40640"/>
                  <a:pt x="962877" y="34402"/>
                </a:cubicBezTo>
                <a:cubicBezTo>
                  <a:pt x="968897" y="29217"/>
                  <a:pt x="976234" y="26625"/>
                  <a:pt x="984889" y="26625"/>
                </a:cubicBezTo>
                <a:cubicBezTo>
                  <a:pt x="994511" y="26625"/>
                  <a:pt x="1002375" y="29777"/>
                  <a:pt x="1008483" y="36082"/>
                </a:cubicBezTo>
                <a:cubicBezTo>
                  <a:pt x="1014590" y="42387"/>
                  <a:pt x="1017643" y="51097"/>
                  <a:pt x="1017643" y="62213"/>
                </a:cubicBezTo>
                <a:cubicBezTo>
                  <a:pt x="1017643" y="71219"/>
                  <a:pt x="1016292" y="78304"/>
                  <a:pt x="1013590" y="83466"/>
                </a:cubicBezTo>
                <a:cubicBezTo>
                  <a:pt x="1010888" y="88629"/>
                  <a:pt x="1006956" y="92638"/>
                  <a:pt x="1001793" y="95494"/>
                </a:cubicBezTo>
                <a:cubicBezTo>
                  <a:pt x="996631" y="98350"/>
                  <a:pt x="990996" y="99778"/>
                  <a:pt x="984889" y="99778"/>
                </a:cubicBezTo>
                <a:cubicBezTo>
                  <a:pt x="975092" y="99778"/>
                  <a:pt x="967172" y="96636"/>
                  <a:pt x="961131" y="90353"/>
                </a:cubicBezTo>
                <a:cubicBezTo>
                  <a:pt x="955090" y="84071"/>
                  <a:pt x="952069" y="75020"/>
                  <a:pt x="952069" y="63201"/>
                </a:cubicBezTo>
                <a:moveTo>
                  <a:pt x="964261" y="63168"/>
                </a:moveTo>
                <a:cubicBezTo>
                  <a:pt x="964261" y="72098"/>
                  <a:pt x="966217" y="78785"/>
                  <a:pt x="970127" y="83228"/>
                </a:cubicBezTo>
                <a:cubicBezTo>
                  <a:pt x="974037" y="87671"/>
                  <a:pt x="978958" y="89892"/>
                  <a:pt x="984889" y="89892"/>
                </a:cubicBezTo>
                <a:cubicBezTo>
                  <a:pt x="990777" y="89892"/>
                  <a:pt x="995675" y="87660"/>
                  <a:pt x="999586" y="83195"/>
                </a:cubicBezTo>
                <a:cubicBezTo>
                  <a:pt x="1003496" y="78730"/>
                  <a:pt x="1005451" y="71923"/>
                  <a:pt x="1005451" y="62775"/>
                </a:cubicBezTo>
                <a:cubicBezTo>
                  <a:pt x="1005451" y="54151"/>
                  <a:pt x="1003485" y="47618"/>
                  <a:pt x="999553" y="43175"/>
                </a:cubicBezTo>
                <a:cubicBezTo>
                  <a:pt x="995620" y="38732"/>
                  <a:pt x="990733" y="36510"/>
                  <a:pt x="984889" y="36510"/>
                </a:cubicBezTo>
                <a:cubicBezTo>
                  <a:pt x="978958" y="36510"/>
                  <a:pt x="974037" y="38721"/>
                  <a:pt x="970127" y="43142"/>
                </a:cubicBezTo>
                <a:cubicBezTo>
                  <a:pt x="966217" y="47563"/>
                  <a:pt x="964261" y="54238"/>
                  <a:pt x="964261" y="63168"/>
                </a:cubicBezTo>
                <a:close/>
                <a:moveTo>
                  <a:pt x="1031001" y="125216"/>
                </a:moveTo>
                <a:lnTo>
                  <a:pt x="1029683" y="114079"/>
                </a:lnTo>
                <a:cubicBezTo>
                  <a:pt x="1032275" y="114782"/>
                  <a:pt x="1034538" y="115133"/>
                  <a:pt x="1036471" y="115133"/>
                </a:cubicBezTo>
                <a:cubicBezTo>
                  <a:pt x="1039107" y="115133"/>
                  <a:pt x="1041216" y="114688"/>
                  <a:pt x="1042797" y="113798"/>
                </a:cubicBezTo>
                <a:cubicBezTo>
                  <a:pt x="1044379" y="112910"/>
                  <a:pt x="1045675" y="111666"/>
                  <a:pt x="1046686" y="110065"/>
                </a:cubicBezTo>
                <a:cubicBezTo>
                  <a:pt x="1047433" y="108865"/>
                  <a:pt x="1048641" y="105887"/>
                  <a:pt x="1050310" y="101131"/>
                </a:cubicBezTo>
                <a:cubicBezTo>
                  <a:pt x="1050530" y="100463"/>
                  <a:pt x="1050882" y="99485"/>
                  <a:pt x="1051365" y="98196"/>
                </a:cubicBezTo>
                <a:lnTo>
                  <a:pt x="1024806" y="28207"/>
                </a:lnTo>
                <a:lnTo>
                  <a:pt x="1037591" y="28207"/>
                </a:lnTo>
                <a:lnTo>
                  <a:pt x="1052156" y="68642"/>
                </a:lnTo>
                <a:cubicBezTo>
                  <a:pt x="1054045" y="73772"/>
                  <a:pt x="1055736" y="79164"/>
                  <a:pt x="1057230" y="84817"/>
                </a:cubicBezTo>
                <a:cubicBezTo>
                  <a:pt x="1058592" y="79382"/>
                  <a:pt x="1060218" y="74078"/>
                  <a:pt x="1062107" y="68906"/>
                </a:cubicBezTo>
                <a:lnTo>
                  <a:pt x="1077067" y="28207"/>
                </a:lnTo>
                <a:lnTo>
                  <a:pt x="1088930" y="28207"/>
                </a:lnTo>
                <a:lnTo>
                  <a:pt x="1062305" y="99429"/>
                </a:lnTo>
                <a:cubicBezTo>
                  <a:pt x="1059449" y="107124"/>
                  <a:pt x="1057230" y="112421"/>
                  <a:pt x="1055649" y="115322"/>
                </a:cubicBezTo>
                <a:cubicBezTo>
                  <a:pt x="1053540" y="119235"/>
                  <a:pt x="1051123" y="122104"/>
                  <a:pt x="1048399" y="123929"/>
                </a:cubicBezTo>
                <a:cubicBezTo>
                  <a:pt x="1045675" y="125754"/>
                  <a:pt x="1042424" y="126666"/>
                  <a:pt x="1038645" y="126666"/>
                </a:cubicBezTo>
                <a:cubicBezTo>
                  <a:pt x="1036361" y="126666"/>
                  <a:pt x="1033813" y="126183"/>
                  <a:pt x="1031001" y="125216"/>
                </a:cubicBezTo>
                <a:close/>
                <a:moveTo>
                  <a:pt x="1146925" y="75657"/>
                </a:moveTo>
                <a:lnTo>
                  <a:pt x="1159183" y="77173"/>
                </a:lnTo>
                <a:cubicBezTo>
                  <a:pt x="1157249" y="84334"/>
                  <a:pt x="1153669" y="89892"/>
                  <a:pt x="1148440" y="93846"/>
                </a:cubicBezTo>
                <a:cubicBezTo>
                  <a:pt x="1143212" y="97800"/>
                  <a:pt x="1136534" y="99778"/>
                  <a:pt x="1128406" y="99778"/>
                </a:cubicBezTo>
                <a:cubicBezTo>
                  <a:pt x="1118169" y="99778"/>
                  <a:pt x="1110052" y="96625"/>
                  <a:pt x="1104055" y="90320"/>
                </a:cubicBezTo>
                <a:cubicBezTo>
                  <a:pt x="1098057" y="84016"/>
                  <a:pt x="1095059" y="75174"/>
                  <a:pt x="1095059" y="63794"/>
                </a:cubicBezTo>
                <a:cubicBezTo>
                  <a:pt x="1095059" y="52020"/>
                  <a:pt x="1098090" y="42881"/>
                  <a:pt x="1104153" y="36379"/>
                </a:cubicBezTo>
                <a:cubicBezTo>
                  <a:pt x="1110217" y="29876"/>
                  <a:pt x="1118081" y="26625"/>
                  <a:pt x="1127747" y="26625"/>
                </a:cubicBezTo>
                <a:cubicBezTo>
                  <a:pt x="1137105" y="26625"/>
                  <a:pt x="1144750" y="29805"/>
                  <a:pt x="1150681" y="36166"/>
                </a:cubicBezTo>
                <a:cubicBezTo>
                  <a:pt x="1156612" y="42526"/>
                  <a:pt x="1159578" y="51474"/>
                  <a:pt x="1159578" y="63010"/>
                </a:cubicBezTo>
                <a:cubicBezTo>
                  <a:pt x="1159578" y="63711"/>
                  <a:pt x="1159556" y="64764"/>
                  <a:pt x="1159512" y="66167"/>
                </a:cubicBezTo>
                <a:lnTo>
                  <a:pt x="1107317" y="66167"/>
                </a:lnTo>
                <a:cubicBezTo>
                  <a:pt x="1107756" y="73834"/>
                  <a:pt x="1109931" y="79704"/>
                  <a:pt x="1113841" y="83780"/>
                </a:cubicBezTo>
                <a:cubicBezTo>
                  <a:pt x="1117751" y="87855"/>
                  <a:pt x="1122628" y="89892"/>
                  <a:pt x="1128472" y="89892"/>
                </a:cubicBezTo>
                <a:cubicBezTo>
                  <a:pt x="1132821" y="89892"/>
                  <a:pt x="1136534" y="88761"/>
                  <a:pt x="1139609" y="86498"/>
                </a:cubicBezTo>
                <a:cubicBezTo>
                  <a:pt x="1142685" y="84234"/>
                  <a:pt x="1145123" y="80620"/>
                  <a:pt x="1146925" y="75657"/>
                </a:cubicBezTo>
                <a:moveTo>
                  <a:pt x="1107976" y="56281"/>
                </a:moveTo>
                <a:lnTo>
                  <a:pt x="1147056" y="56281"/>
                </a:lnTo>
                <a:cubicBezTo>
                  <a:pt x="1146529" y="50490"/>
                  <a:pt x="1145035" y="46147"/>
                  <a:pt x="1142575" y="43251"/>
                </a:cubicBezTo>
                <a:cubicBezTo>
                  <a:pt x="1138797" y="38757"/>
                  <a:pt x="1133898" y="36510"/>
                  <a:pt x="1127879" y="36510"/>
                </a:cubicBezTo>
                <a:cubicBezTo>
                  <a:pt x="1122431" y="36510"/>
                  <a:pt x="1117850" y="38304"/>
                  <a:pt x="1114138" y="41892"/>
                </a:cubicBezTo>
                <a:cubicBezTo>
                  <a:pt x="1110425" y="45478"/>
                  <a:pt x="1108371" y="50275"/>
                  <a:pt x="1107976" y="56281"/>
                </a:cubicBezTo>
                <a:close/>
                <a:moveTo>
                  <a:pt x="1173924" y="98196"/>
                </a:moveTo>
                <a:lnTo>
                  <a:pt x="1173924" y="28207"/>
                </a:lnTo>
                <a:lnTo>
                  <a:pt x="1184601" y="28207"/>
                </a:lnTo>
                <a:lnTo>
                  <a:pt x="1184601" y="38751"/>
                </a:lnTo>
                <a:cubicBezTo>
                  <a:pt x="1187325" y="33814"/>
                  <a:pt x="1189840" y="30559"/>
                  <a:pt x="1192147" y="28985"/>
                </a:cubicBezTo>
                <a:cubicBezTo>
                  <a:pt x="1194453" y="27412"/>
                  <a:pt x="1196991" y="26625"/>
                  <a:pt x="1199759" y="26625"/>
                </a:cubicBezTo>
                <a:cubicBezTo>
                  <a:pt x="1203757" y="26625"/>
                  <a:pt x="1207821" y="27894"/>
                  <a:pt x="1211951" y="30431"/>
                </a:cubicBezTo>
                <a:lnTo>
                  <a:pt x="1207865" y="41387"/>
                </a:lnTo>
                <a:cubicBezTo>
                  <a:pt x="1204965" y="39674"/>
                  <a:pt x="1202065" y="38817"/>
                  <a:pt x="1199165" y="38817"/>
                </a:cubicBezTo>
                <a:cubicBezTo>
                  <a:pt x="1196573" y="38817"/>
                  <a:pt x="1194245" y="39598"/>
                  <a:pt x="1192180" y="41161"/>
                </a:cubicBezTo>
                <a:cubicBezTo>
                  <a:pt x="1190115" y="42722"/>
                  <a:pt x="1188643" y="44888"/>
                  <a:pt x="1187764" y="47658"/>
                </a:cubicBezTo>
                <a:cubicBezTo>
                  <a:pt x="1186446" y="51880"/>
                  <a:pt x="1185787" y="56498"/>
                  <a:pt x="1185787" y="61512"/>
                </a:cubicBezTo>
                <a:lnTo>
                  <a:pt x="1185787" y="98196"/>
                </a:lnTo>
                <a:lnTo>
                  <a:pt x="1173924" y="98196"/>
                </a:lnTo>
                <a:close/>
                <a:moveTo>
                  <a:pt x="1259357" y="98196"/>
                </a:moveTo>
                <a:lnTo>
                  <a:pt x="1259357" y="37433"/>
                </a:lnTo>
                <a:lnTo>
                  <a:pt x="1248878" y="37433"/>
                </a:lnTo>
                <a:lnTo>
                  <a:pt x="1248878" y="28207"/>
                </a:lnTo>
                <a:lnTo>
                  <a:pt x="1259357" y="28207"/>
                </a:lnTo>
                <a:lnTo>
                  <a:pt x="1259357" y="20776"/>
                </a:lnTo>
                <a:cubicBezTo>
                  <a:pt x="1259357" y="16086"/>
                  <a:pt x="1259774" y="12601"/>
                  <a:pt x="1260609" y="10322"/>
                </a:cubicBezTo>
                <a:cubicBezTo>
                  <a:pt x="1261751" y="7255"/>
                  <a:pt x="1263761" y="4768"/>
                  <a:pt x="1266639" y="2861"/>
                </a:cubicBezTo>
                <a:cubicBezTo>
                  <a:pt x="1269517" y="954"/>
                  <a:pt x="1273548" y="0"/>
                  <a:pt x="1278732" y="0"/>
                </a:cubicBezTo>
                <a:cubicBezTo>
                  <a:pt x="1282071" y="0"/>
                  <a:pt x="1285762" y="395"/>
                  <a:pt x="1289804" y="1186"/>
                </a:cubicBezTo>
                <a:lnTo>
                  <a:pt x="1288025" y="11533"/>
                </a:lnTo>
                <a:cubicBezTo>
                  <a:pt x="1285564" y="11094"/>
                  <a:pt x="1283236" y="10874"/>
                  <a:pt x="1281039" y="10874"/>
                </a:cubicBezTo>
                <a:cubicBezTo>
                  <a:pt x="1277436" y="10874"/>
                  <a:pt x="1274888" y="11640"/>
                  <a:pt x="1273394" y="13172"/>
                </a:cubicBezTo>
                <a:cubicBezTo>
                  <a:pt x="1271900" y="14705"/>
                  <a:pt x="1271153" y="17571"/>
                  <a:pt x="1271153" y="21773"/>
                </a:cubicBezTo>
                <a:lnTo>
                  <a:pt x="1271153" y="28207"/>
                </a:lnTo>
                <a:lnTo>
                  <a:pt x="1284795" y="28207"/>
                </a:lnTo>
                <a:lnTo>
                  <a:pt x="1284795" y="37433"/>
                </a:lnTo>
                <a:lnTo>
                  <a:pt x="1271153" y="37433"/>
                </a:lnTo>
                <a:lnTo>
                  <a:pt x="1271153" y="98196"/>
                </a:lnTo>
                <a:lnTo>
                  <a:pt x="1259357" y="98196"/>
                </a:lnTo>
                <a:close/>
                <a:moveTo>
                  <a:pt x="1294110" y="15290"/>
                </a:moveTo>
                <a:lnTo>
                  <a:pt x="1294110" y="1582"/>
                </a:lnTo>
                <a:lnTo>
                  <a:pt x="1305973" y="1582"/>
                </a:lnTo>
                <a:lnTo>
                  <a:pt x="1305973" y="15290"/>
                </a:lnTo>
                <a:lnTo>
                  <a:pt x="1294110" y="15290"/>
                </a:lnTo>
                <a:moveTo>
                  <a:pt x="1294110" y="98196"/>
                </a:moveTo>
                <a:lnTo>
                  <a:pt x="1294110" y="28207"/>
                </a:lnTo>
                <a:lnTo>
                  <a:pt x="1305973" y="28207"/>
                </a:lnTo>
                <a:lnTo>
                  <a:pt x="1305973" y="98196"/>
                </a:lnTo>
                <a:lnTo>
                  <a:pt x="1294110" y="98196"/>
                </a:lnTo>
                <a:close/>
                <a:moveTo>
                  <a:pt x="1323876" y="98196"/>
                </a:moveTo>
                <a:lnTo>
                  <a:pt x="1323876" y="28207"/>
                </a:lnTo>
                <a:lnTo>
                  <a:pt x="1334552" y="28207"/>
                </a:lnTo>
                <a:lnTo>
                  <a:pt x="1334552" y="38751"/>
                </a:lnTo>
                <a:cubicBezTo>
                  <a:pt x="1337276" y="33814"/>
                  <a:pt x="1339792" y="30559"/>
                  <a:pt x="1342098" y="28985"/>
                </a:cubicBezTo>
                <a:cubicBezTo>
                  <a:pt x="1344405" y="27412"/>
                  <a:pt x="1346942" y="26625"/>
                  <a:pt x="1349710" y="26625"/>
                </a:cubicBezTo>
                <a:cubicBezTo>
                  <a:pt x="1353708" y="26625"/>
                  <a:pt x="1357772" y="27894"/>
                  <a:pt x="1361902" y="30431"/>
                </a:cubicBezTo>
                <a:lnTo>
                  <a:pt x="1357816" y="41387"/>
                </a:lnTo>
                <a:cubicBezTo>
                  <a:pt x="1354917" y="39674"/>
                  <a:pt x="1352017" y="38817"/>
                  <a:pt x="1349117" y="38817"/>
                </a:cubicBezTo>
                <a:cubicBezTo>
                  <a:pt x="1346525" y="38817"/>
                  <a:pt x="1344196" y="39598"/>
                  <a:pt x="1342131" y="41161"/>
                </a:cubicBezTo>
                <a:cubicBezTo>
                  <a:pt x="1340066" y="42722"/>
                  <a:pt x="1338594" y="44888"/>
                  <a:pt x="1337716" y="47658"/>
                </a:cubicBezTo>
                <a:cubicBezTo>
                  <a:pt x="1336398" y="51880"/>
                  <a:pt x="1335739" y="56498"/>
                  <a:pt x="1335739" y="61512"/>
                </a:cubicBezTo>
                <a:lnTo>
                  <a:pt x="1335739" y="98196"/>
                </a:lnTo>
                <a:lnTo>
                  <a:pt x="1323876" y="98196"/>
                </a:lnTo>
                <a:close/>
                <a:moveTo>
                  <a:pt x="1416864" y="75657"/>
                </a:moveTo>
                <a:lnTo>
                  <a:pt x="1429122" y="77173"/>
                </a:lnTo>
                <a:cubicBezTo>
                  <a:pt x="1427189" y="84334"/>
                  <a:pt x="1423608" y="89892"/>
                  <a:pt x="1418380" y="93846"/>
                </a:cubicBezTo>
                <a:cubicBezTo>
                  <a:pt x="1413152" y="97800"/>
                  <a:pt x="1406474" y="99778"/>
                  <a:pt x="1398346" y="99778"/>
                </a:cubicBezTo>
                <a:cubicBezTo>
                  <a:pt x="1388109" y="99778"/>
                  <a:pt x="1379991" y="96625"/>
                  <a:pt x="1373994" y="90320"/>
                </a:cubicBezTo>
                <a:cubicBezTo>
                  <a:pt x="1367997" y="84016"/>
                  <a:pt x="1364998" y="75174"/>
                  <a:pt x="1364998" y="63794"/>
                </a:cubicBezTo>
                <a:cubicBezTo>
                  <a:pt x="1364998" y="52020"/>
                  <a:pt x="1368030" y="42881"/>
                  <a:pt x="1374093" y="36379"/>
                </a:cubicBezTo>
                <a:cubicBezTo>
                  <a:pt x="1380156" y="29876"/>
                  <a:pt x="1388021" y="26625"/>
                  <a:pt x="1397687" y="26625"/>
                </a:cubicBezTo>
                <a:cubicBezTo>
                  <a:pt x="1407045" y="26625"/>
                  <a:pt x="1414690" y="29805"/>
                  <a:pt x="1420621" y="36166"/>
                </a:cubicBezTo>
                <a:cubicBezTo>
                  <a:pt x="1426552" y="42526"/>
                  <a:pt x="1429518" y="51474"/>
                  <a:pt x="1429518" y="63010"/>
                </a:cubicBezTo>
                <a:cubicBezTo>
                  <a:pt x="1429518" y="63711"/>
                  <a:pt x="1429496" y="64764"/>
                  <a:pt x="1429452" y="66167"/>
                </a:cubicBezTo>
                <a:lnTo>
                  <a:pt x="1377257" y="66167"/>
                </a:lnTo>
                <a:cubicBezTo>
                  <a:pt x="1377696" y="73834"/>
                  <a:pt x="1379871" y="79704"/>
                  <a:pt x="1383781" y="83780"/>
                </a:cubicBezTo>
                <a:cubicBezTo>
                  <a:pt x="1387691" y="87855"/>
                  <a:pt x="1392568" y="89892"/>
                  <a:pt x="1398411" y="89892"/>
                </a:cubicBezTo>
                <a:cubicBezTo>
                  <a:pt x="1402761" y="89892"/>
                  <a:pt x="1406474" y="88761"/>
                  <a:pt x="1409549" y="86498"/>
                </a:cubicBezTo>
                <a:cubicBezTo>
                  <a:pt x="1412625" y="84234"/>
                  <a:pt x="1415063" y="80620"/>
                  <a:pt x="1416864" y="75657"/>
                </a:cubicBezTo>
                <a:moveTo>
                  <a:pt x="1377916" y="56281"/>
                </a:moveTo>
                <a:lnTo>
                  <a:pt x="1416996" y="56281"/>
                </a:lnTo>
                <a:cubicBezTo>
                  <a:pt x="1416469" y="50490"/>
                  <a:pt x="1414975" y="46147"/>
                  <a:pt x="1412515" y="43251"/>
                </a:cubicBezTo>
                <a:cubicBezTo>
                  <a:pt x="1408736" y="38757"/>
                  <a:pt x="1403837" y="36510"/>
                  <a:pt x="1397818" y="36510"/>
                </a:cubicBezTo>
                <a:cubicBezTo>
                  <a:pt x="1392370" y="36510"/>
                  <a:pt x="1387790" y="38304"/>
                  <a:pt x="1384077" y="41892"/>
                </a:cubicBezTo>
                <a:cubicBezTo>
                  <a:pt x="1380365" y="45478"/>
                  <a:pt x="1378311" y="50275"/>
                  <a:pt x="1377916" y="56281"/>
                </a:cubicBezTo>
                <a:close/>
                <a:moveTo>
                  <a:pt x="1439251" y="77239"/>
                </a:moveTo>
                <a:lnTo>
                  <a:pt x="1450982" y="75393"/>
                </a:lnTo>
                <a:cubicBezTo>
                  <a:pt x="1451641" y="80074"/>
                  <a:pt x="1453475" y="83661"/>
                  <a:pt x="1456484" y="86154"/>
                </a:cubicBezTo>
                <a:cubicBezTo>
                  <a:pt x="1459494" y="88646"/>
                  <a:pt x="1463701" y="89892"/>
                  <a:pt x="1469105" y="89892"/>
                </a:cubicBezTo>
                <a:cubicBezTo>
                  <a:pt x="1474553" y="89892"/>
                  <a:pt x="1478595" y="88792"/>
                  <a:pt x="1481231" y="86591"/>
                </a:cubicBezTo>
                <a:cubicBezTo>
                  <a:pt x="1483867" y="84388"/>
                  <a:pt x="1485185" y="81806"/>
                  <a:pt x="1485185" y="78843"/>
                </a:cubicBezTo>
                <a:cubicBezTo>
                  <a:pt x="1485185" y="76183"/>
                  <a:pt x="1484021" y="74091"/>
                  <a:pt x="1481692" y="72566"/>
                </a:cubicBezTo>
                <a:cubicBezTo>
                  <a:pt x="1480067" y="71519"/>
                  <a:pt x="1476025" y="70190"/>
                  <a:pt x="1469566" y="68576"/>
                </a:cubicBezTo>
                <a:cubicBezTo>
                  <a:pt x="1460867" y="66378"/>
                  <a:pt x="1454837" y="64477"/>
                  <a:pt x="1451476" y="62872"/>
                </a:cubicBezTo>
                <a:cubicBezTo>
                  <a:pt x="1448115" y="61267"/>
                  <a:pt x="1445566" y="59046"/>
                  <a:pt x="1443831" y="56209"/>
                </a:cubicBezTo>
                <a:cubicBezTo>
                  <a:pt x="1442096" y="53373"/>
                  <a:pt x="1441228" y="50240"/>
                  <a:pt x="1441228" y="46810"/>
                </a:cubicBezTo>
                <a:cubicBezTo>
                  <a:pt x="1441228" y="43688"/>
                  <a:pt x="1441942" y="40796"/>
                  <a:pt x="1443370" y="38135"/>
                </a:cubicBezTo>
                <a:cubicBezTo>
                  <a:pt x="1444798" y="35474"/>
                  <a:pt x="1446742" y="33265"/>
                  <a:pt x="1449202" y="31506"/>
                </a:cubicBezTo>
                <a:cubicBezTo>
                  <a:pt x="1451047" y="30143"/>
                  <a:pt x="1453563" y="28989"/>
                  <a:pt x="1456748" y="28044"/>
                </a:cubicBezTo>
                <a:cubicBezTo>
                  <a:pt x="1459933" y="27098"/>
                  <a:pt x="1463349" y="26625"/>
                  <a:pt x="1466996" y="26625"/>
                </a:cubicBezTo>
                <a:cubicBezTo>
                  <a:pt x="1472488" y="26625"/>
                  <a:pt x="1477310" y="27421"/>
                  <a:pt x="1481462" y="29014"/>
                </a:cubicBezTo>
                <a:cubicBezTo>
                  <a:pt x="1485614" y="30605"/>
                  <a:pt x="1488678" y="32761"/>
                  <a:pt x="1490655" y="35483"/>
                </a:cubicBezTo>
                <a:cubicBezTo>
                  <a:pt x="1492632" y="38203"/>
                  <a:pt x="1493994" y="41840"/>
                  <a:pt x="1494741" y="46396"/>
                </a:cubicBezTo>
                <a:lnTo>
                  <a:pt x="1483142" y="47978"/>
                </a:lnTo>
                <a:cubicBezTo>
                  <a:pt x="1482615" y="44375"/>
                  <a:pt x="1481088" y="41563"/>
                  <a:pt x="1478562" y="39542"/>
                </a:cubicBezTo>
                <a:cubicBezTo>
                  <a:pt x="1476036" y="37521"/>
                  <a:pt x="1472466" y="36510"/>
                  <a:pt x="1467853" y="36510"/>
                </a:cubicBezTo>
                <a:cubicBezTo>
                  <a:pt x="1462405" y="36510"/>
                  <a:pt x="1458516" y="37407"/>
                  <a:pt x="1456188" y="39200"/>
                </a:cubicBezTo>
                <a:cubicBezTo>
                  <a:pt x="1453859" y="40992"/>
                  <a:pt x="1452695" y="43090"/>
                  <a:pt x="1452695" y="45496"/>
                </a:cubicBezTo>
                <a:cubicBezTo>
                  <a:pt x="1452695" y="47025"/>
                  <a:pt x="1453178" y="48403"/>
                  <a:pt x="1454145" y="49627"/>
                </a:cubicBezTo>
                <a:cubicBezTo>
                  <a:pt x="1455111" y="50894"/>
                  <a:pt x="1456627" y="51943"/>
                  <a:pt x="1458692" y="52774"/>
                </a:cubicBezTo>
                <a:cubicBezTo>
                  <a:pt x="1459878" y="53212"/>
                  <a:pt x="1463371" y="54218"/>
                  <a:pt x="1469171" y="55791"/>
                </a:cubicBezTo>
                <a:cubicBezTo>
                  <a:pt x="1477563" y="58031"/>
                  <a:pt x="1483417" y="59864"/>
                  <a:pt x="1486734" y="61290"/>
                </a:cubicBezTo>
                <a:cubicBezTo>
                  <a:pt x="1490051" y="62717"/>
                  <a:pt x="1492654" y="64791"/>
                  <a:pt x="1494544" y="67514"/>
                </a:cubicBezTo>
                <a:cubicBezTo>
                  <a:pt x="1496433" y="70235"/>
                  <a:pt x="1497377" y="73615"/>
                  <a:pt x="1497377" y="77653"/>
                </a:cubicBezTo>
                <a:cubicBezTo>
                  <a:pt x="1497377" y="81604"/>
                  <a:pt x="1496224" y="85325"/>
                  <a:pt x="1493918" y="88815"/>
                </a:cubicBezTo>
                <a:cubicBezTo>
                  <a:pt x="1491611" y="92304"/>
                  <a:pt x="1488283" y="95003"/>
                  <a:pt x="1483933" y="96913"/>
                </a:cubicBezTo>
                <a:cubicBezTo>
                  <a:pt x="1479584" y="98823"/>
                  <a:pt x="1474663" y="99778"/>
                  <a:pt x="1469171" y="99778"/>
                </a:cubicBezTo>
                <a:cubicBezTo>
                  <a:pt x="1460076" y="99778"/>
                  <a:pt x="1453145" y="97883"/>
                  <a:pt x="1448378" y="94093"/>
                </a:cubicBezTo>
                <a:cubicBezTo>
                  <a:pt x="1443611" y="90304"/>
                  <a:pt x="1440569" y="84686"/>
                  <a:pt x="1439251" y="77239"/>
                </a:cubicBezTo>
                <a:close/>
                <a:moveTo>
                  <a:pt x="1548475" y="125216"/>
                </a:moveTo>
                <a:lnTo>
                  <a:pt x="1547157" y="114079"/>
                </a:lnTo>
                <a:cubicBezTo>
                  <a:pt x="1549750" y="114782"/>
                  <a:pt x="1552012" y="115133"/>
                  <a:pt x="1553945" y="115133"/>
                </a:cubicBezTo>
                <a:cubicBezTo>
                  <a:pt x="1556581" y="115133"/>
                  <a:pt x="1558690" y="114688"/>
                  <a:pt x="1560272" y="113798"/>
                </a:cubicBezTo>
                <a:cubicBezTo>
                  <a:pt x="1561854" y="112910"/>
                  <a:pt x="1563150" y="111666"/>
                  <a:pt x="1564160" y="110065"/>
                </a:cubicBezTo>
                <a:cubicBezTo>
                  <a:pt x="1564907" y="108865"/>
                  <a:pt x="1566116" y="105887"/>
                  <a:pt x="1567785" y="101131"/>
                </a:cubicBezTo>
                <a:cubicBezTo>
                  <a:pt x="1568005" y="100463"/>
                  <a:pt x="1568356" y="99485"/>
                  <a:pt x="1568840" y="98196"/>
                </a:cubicBezTo>
                <a:lnTo>
                  <a:pt x="1542280" y="28207"/>
                </a:lnTo>
                <a:lnTo>
                  <a:pt x="1555066" y="28207"/>
                </a:lnTo>
                <a:lnTo>
                  <a:pt x="1569630" y="68642"/>
                </a:lnTo>
                <a:cubicBezTo>
                  <a:pt x="1571520" y="73772"/>
                  <a:pt x="1573211" y="79164"/>
                  <a:pt x="1574705" y="84817"/>
                </a:cubicBezTo>
                <a:cubicBezTo>
                  <a:pt x="1576067" y="79382"/>
                  <a:pt x="1577693" y="74078"/>
                  <a:pt x="1579582" y="68906"/>
                </a:cubicBezTo>
                <a:lnTo>
                  <a:pt x="1594542" y="28207"/>
                </a:lnTo>
                <a:lnTo>
                  <a:pt x="1606404" y="28207"/>
                </a:lnTo>
                <a:lnTo>
                  <a:pt x="1579779" y="99429"/>
                </a:lnTo>
                <a:cubicBezTo>
                  <a:pt x="1576924" y="107124"/>
                  <a:pt x="1574705" y="112421"/>
                  <a:pt x="1573123" y="115322"/>
                </a:cubicBezTo>
                <a:cubicBezTo>
                  <a:pt x="1571014" y="119235"/>
                  <a:pt x="1568598" y="122104"/>
                  <a:pt x="1565874" y="123929"/>
                </a:cubicBezTo>
                <a:cubicBezTo>
                  <a:pt x="1563150" y="125754"/>
                  <a:pt x="1559899" y="126666"/>
                  <a:pt x="1556120" y="126666"/>
                </a:cubicBezTo>
                <a:cubicBezTo>
                  <a:pt x="1553836" y="126666"/>
                  <a:pt x="1551287" y="126183"/>
                  <a:pt x="1548475" y="125216"/>
                </a:cubicBezTo>
                <a:close/>
                <a:moveTo>
                  <a:pt x="1612072" y="63201"/>
                </a:moveTo>
                <a:cubicBezTo>
                  <a:pt x="1612072" y="50240"/>
                  <a:pt x="1615675" y="40640"/>
                  <a:pt x="1622880" y="34402"/>
                </a:cubicBezTo>
                <a:cubicBezTo>
                  <a:pt x="1628899" y="29217"/>
                  <a:pt x="1636237" y="26625"/>
                  <a:pt x="1644892" y="26625"/>
                </a:cubicBezTo>
                <a:cubicBezTo>
                  <a:pt x="1654514" y="26625"/>
                  <a:pt x="1662378" y="29777"/>
                  <a:pt x="1668485" y="36082"/>
                </a:cubicBezTo>
                <a:cubicBezTo>
                  <a:pt x="1674592" y="42387"/>
                  <a:pt x="1677646" y="51097"/>
                  <a:pt x="1677646" y="62213"/>
                </a:cubicBezTo>
                <a:cubicBezTo>
                  <a:pt x="1677646" y="71219"/>
                  <a:pt x="1676295" y="78304"/>
                  <a:pt x="1673593" y="83466"/>
                </a:cubicBezTo>
                <a:cubicBezTo>
                  <a:pt x="1670891" y="88629"/>
                  <a:pt x="1666959" y="92638"/>
                  <a:pt x="1661796" y="95494"/>
                </a:cubicBezTo>
                <a:cubicBezTo>
                  <a:pt x="1656634" y="98350"/>
                  <a:pt x="1650999" y="99778"/>
                  <a:pt x="1644892" y="99778"/>
                </a:cubicBezTo>
                <a:cubicBezTo>
                  <a:pt x="1635094" y="99778"/>
                  <a:pt x="1627175" y="96636"/>
                  <a:pt x="1621134" y="90353"/>
                </a:cubicBezTo>
                <a:cubicBezTo>
                  <a:pt x="1615093" y="84071"/>
                  <a:pt x="1612072" y="75020"/>
                  <a:pt x="1612072" y="63201"/>
                </a:cubicBezTo>
                <a:moveTo>
                  <a:pt x="1624264" y="63168"/>
                </a:moveTo>
                <a:cubicBezTo>
                  <a:pt x="1624264" y="72098"/>
                  <a:pt x="1626219" y="78785"/>
                  <a:pt x="1630130" y="83228"/>
                </a:cubicBezTo>
                <a:cubicBezTo>
                  <a:pt x="1634040" y="87671"/>
                  <a:pt x="1638961" y="89892"/>
                  <a:pt x="1644892" y="89892"/>
                </a:cubicBezTo>
                <a:cubicBezTo>
                  <a:pt x="1650779" y="89892"/>
                  <a:pt x="1655678" y="87660"/>
                  <a:pt x="1659588" y="83195"/>
                </a:cubicBezTo>
                <a:cubicBezTo>
                  <a:pt x="1663499" y="78730"/>
                  <a:pt x="1665454" y="71923"/>
                  <a:pt x="1665454" y="62775"/>
                </a:cubicBezTo>
                <a:cubicBezTo>
                  <a:pt x="1665454" y="54151"/>
                  <a:pt x="1663488" y="47618"/>
                  <a:pt x="1659555" y="43175"/>
                </a:cubicBezTo>
                <a:cubicBezTo>
                  <a:pt x="1655623" y="38732"/>
                  <a:pt x="1650735" y="36510"/>
                  <a:pt x="1644892" y="36510"/>
                </a:cubicBezTo>
                <a:cubicBezTo>
                  <a:pt x="1638961" y="36510"/>
                  <a:pt x="1634040" y="38721"/>
                  <a:pt x="1630130" y="43142"/>
                </a:cubicBezTo>
                <a:cubicBezTo>
                  <a:pt x="1626219" y="47563"/>
                  <a:pt x="1624264" y="54238"/>
                  <a:pt x="1624264" y="63168"/>
                </a:cubicBezTo>
                <a:close/>
                <a:moveTo>
                  <a:pt x="1737399" y="98196"/>
                </a:moveTo>
                <a:lnTo>
                  <a:pt x="1737399" y="87915"/>
                </a:lnTo>
                <a:cubicBezTo>
                  <a:pt x="1731951" y="95823"/>
                  <a:pt x="1724548" y="99778"/>
                  <a:pt x="1715190" y="99778"/>
                </a:cubicBezTo>
                <a:cubicBezTo>
                  <a:pt x="1711060" y="99778"/>
                  <a:pt x="1707204" y="98987"/>
                  <a:pt x="1703624" y="97405"/>
                </a:cubicBezTo>
                <a:cubicBezTo>
                  <a:pt x="1700043" y="95823"/>
                  <a:pt x="1697385" y="93835"/>
                  <a:pt x="1695649" y="91441"/>
                </a:cubicBezTo>
                <a:cubicBezTo>
                  <a:pt x="1693914" y="89046"/>
                  <a:pt x="1692695" y="86114"/>
                  <a:pt x="1691992" y="82643"/>
                </a:cubicBezTo>
                <a:cubicBezTo>
                  <a:pt x="1691508" y="80314"/>
                  <a:pt x="1691267" y="76624"/>
                  <a:pt x="1691267" y="71571"/>
                </a:cubicBezTo>
                <a:lnTo>
                  <a:pt x="1691267" y="28207"/>
                </a:lnTo>
                <a:lnTo>
                  <a:pt x="1703129" y="28207"/>
                </a:lnTo>
                <a:lnTo>
                  <a:pt x="1703129" y="67024"/>
                </a:lnTo>
                <a:cubicBezTo>
                  <a:pt x="1703129" y="73219"/>
                  <a:pt x="1703371" y="77392"/>
                  <a:pt x="1703854" y="79545"/>
                </a:cubicBezTo>
                <a:cubicBezTo>
                  <a:pt x="1704601" y="82665"/>
                  <a:pt x="1706183" y="85114"/>
                  <a:pt x="1708599" y="86893"/>
                </a:cubicBezTo>
                <a:cubicBezTo>
                  <a:pt x="1711016" y="88673"/>
                  <a:pt x="1714003" y="89563"/>
                  <a:pt x="1717562" y="89563"/>
                </a:cubicBezTo>
                <a:cubicBezTo>
                  <a:pt x="1721121" y="89563"/>
                  <a:pt x="1724460" y="88651"/>
                  <a:pt x="1727580" y="86828"/>
                </a:cubicBezTo>
                <a:cubicBezTo>
                  <a:pt x="1730699" y="85004"/>
                  <a:pt x="1732907" y="82522"/>
                  <a:pt x="1734203" y="79380"/>
                </a:cubicBezTo>
                <a:cubicBezTo>
                  <a:pt x="1735499" y="76239"/>
                  <a:pt x="1736147" y="71681"/>
                  <a:pt x="1736147" y="65706"/>
                </a:cubicBezTo>
                <a:lnTo>
                  <a:pt x="1736147" y="28207"/>
                </a:lnTo>
                <a:lnTo>
                  <a:pt x="1748010" y="28207"/>
                </a:lnTo>
                <a:lnTo>
                  <a:pt x="1748010" y="98196"/>
                </a:lnTo>
                <a:lnTo>
                  <a:pt x="1737399" y="98196"/>
                </a:lnTo>
                <a:close/>
                <a:moveTo>
                  <a:pt x="1806929" y="98196"/>
                </a:moveTo>
                <a:lnTo>
                  <a:pt x="1806929" y="37433"/>
                </a:lnTo>
                <a:lnTo>
                  <a:pt x="1796451" y="37433"/>
                </a:lnTo>
                <a:lnTo>
                  <a:pt x="1796451" y="28207"/>
                </a:lnTo>
                <a:lnTo>
                  <a:pt x="1806929" y="28207"/>
                </a:lnTo>
                <a:lnTo>
                  <a:pt x="1806929" y="20776"/>
                </a:lnTo>
                <a:cubicBezTo>
                  <a:pt x="1806929" y="16086"/>
                  <a:pt x="1807347" y="12601"/>
                  <a:pt x="1808181" y="10322"/>
                </a:cubicBezTo>
                <a:cubicBezTo>
                  <a:pt x="1809324" y="7255"/>
                  <a:pt x="1811334" y="4768"/>
                  <a:pt x="1814212" y="2861"/>
                </a:cubicBezTo>
                <a:cubicBezTo>
                  <a:pt x="1817089" y="954"/>
                  <a:pt x="1821120" y="0"/>
                  <a:pt x="1826305" y="0"/>
                </a:cubicBezTo>
                <a:cubicBezTo>
                  <a:pt x="1829644" y="0"/>
                  <a:pt x="1833334" y="395"/>
                  <a:pt x="1837377" y="1186"/>
                </a:cubicBezTo>
                <a:lnTo>
                  <a:pt x="1835597" y="11533"/>
                </a:lnTo>
                <a:cubicBezTo>
                  <a:pt x="1833137" y="11094"/>
                  <a:pt x="1830808" y="10874"/>
                  <a:pt x="1828611" y="10874"/>
                </a:cubicBezTo>
                <a:cubicBezTo>
                  <a:pt x="1825009" y="10874"/>
                  <a:pt x="1822460" y="11640"/>
                  <a:pt x="1820967" y="13172"/>
                </a:cubicBezTo>
                <a:cubicBezTo>
                  <a:pt x="1819473" y="14705"/>
                  <a:pt x="1818726" y="17571"/>
                  <a:pt x="1818726" y="21773"/>
                </a:cubicBezTo>
                <a:lnTo>
                  <a:pt x="1818726" y="28207"/>
                </a:lnTo>
                <a:lnTo>
                  <a:pt x="1832368" y="28207"/>
                </a:lnTo>
                <a:lnTo>
                  <a:pt x="1832368" y="37433"/>
                </a:lnTo>
                <a:lnTo>
                  <a:pt x="1818726" y="37433"/>
                </a:lnTo>
                <a:lnTo>
                  <a:pt x="1818726" y="98196"/>
                </a:lnTo>
                <a:lnTo>
                  <a:pt x="1806929" y="98196"/>
                </a:lnTo>
                <a:close/>
                <a:moveTo>
                  <a:pt x="1837202" y="63201"/>
                </a:moveTo>
                <a:cubicBezTo>
                  <a:pt x="1837202" y="50240"/>
                  <a:pt x="1840804" y="40640"/>
                  <a:pt x="1848010" y="34402"/>
                </a:cubicBezTo>
                <a:cubicBezTo>
                  <a:pt x="1854029" y="29217"/>
                  <a:pt x="1861366" y="26625"/>
                  <a:pt x="1870022" y="26625"/>
                </a:cubicBezTo>
                <a:cubicBezTo>
                  <a:pt x="1879643" y="26625"/>
                  <a:pt x="1887508" y="29777"/>
                  <a:pt x="1893615" y="36082"/>
                </a:cubicBezTo>
                <a:cubicBezTo>
                  <a:pt x="1899722" y="42387"/>
                  <a:pt x="1902775" y="51097"/>
                  <a:pt x="1902775" y="62213"/>
                </a:cubicBezTo>
                <a:cubicBezTo>
                  <a:pt x="1902775" y="71219"/>
                  <a:pt x="1901424" y="78304"/>
                  <a:pt x="1898722" y="83466"/>
                </a:cubicBezTo>
                <a:cubicBezTo>
                  <a:pt x="1896020" y="88629"/>
                  <a:pt x="1892088" y="92638"/>
                  <a:pt x="1886926" y="95494"/>
                </a:cubicBezTo>
                <a:cubicBezTo>
                  <a:pt x="1881763" y="98350"/>
                  <a:pt x="1876129" y="99778"/>
                  <a:pt x="1870022" y="99778"/>
                </a:cubicBezTo>
                <a:cubicBezTo>
                  <a:pt x="1860224" y="99778"/>
                  <a:pt x="1852305" y="96636"/>
                  <a:pt x="1846263" y="90353"/>
                </a:cubicBezTo>
                <a:cubicBezTo>
                  <a:pt x="1840222" y="84071"/>
                  <a:pt x="1837202" y="75020"/>
                  <a:pt x="1837202" y="63201"/>
                </a:cubicBezTo>
                <a:moveTo>
                  <a:pt x="1849394" y="63168"/>
                </a:moveTo>
                <a:cubicBezTo>
                  <a:pt x="1849394" y="72098"/>
                  <a:pt x="1851349" y="78785"/>
                  <a:pt x="1855259" y="83228"/>
                </a:cubicBezTo>
                <a:cubicBezTo>
                  <a:pt x="1859169" y="87671"/>
                  <a:pt x="1864090" y="89892"/>
                  <a:pt x="1870022" y="89892"/>
                </a:cubicBezTo>
                <a:cubicBezTo>
                  <a:pt x="1875909" y="89892"/>
                  <a:pt x="1880808" y="87660"/>
                  <a:pt x="1884718" y="83195"/>
                </a:cubicBezTo>
                <a:cubicBezTo>
                  <a:pt x="1888628" y="78730"/>
                  <a:pt x="1890583" y="71923"/>
                  <a:pt x="1890583" y="62775"/>
                </a:cubicBezTo>
                <a:cubicBezTo>
                  <a:pt x="1890583" y="54151"/>
                  <a:pt x="1888617" y="47618"/>
                  <a:pt x="1884685" y="43175"/>
                </a:cubicBezTo>
                <a:cubicBezTo>
                  <a:pt x="1880753" y="38732"/>
                  <a:pt x="1875865" y="36510"/>
                  <a:pt x="1870022" y="36510"/>
                </a:cubicBezTo>
                <a:cubicBezTo>
                  <a:pt x="1864090" y="36510"/>
                  <a:pt x="1859169" y="38721"/>
                  <a:pt x="1855259" y="43142"/>
                </a:cubicBezTo>
                <a:cubicBezTo>
                  <a:pt x="1851349" y="47563"/>
                  <a:pt x="1849394" y="54238"/>
                  <a:pt x="1849394" y="63168"/>
                </a:cubicBezTo>
                <a:close/>
                <a:moveTo>
                  <a:pt x="1916528" y="98196"/>
                </a:moveTo>
                <a:lnTo>
                  <a:pt x="1916528" y="28207"/>
                </a:lnTo>
                <a:lnTo>
                  <a:pt x="1927205" y="28207"/>
                </a:lnTo>
                <a:lnTo>
                  <a:pt x="1927205" y="38751"/>
                </a:lnTo>
                <a:cubicBezTo>
                  <a:pt x="1929929" y="33814"/>
                  <a:pt x="1932444" y="30559"/>
                  <a:pt x="1934750" y="28985"/>
                </a:cubicBezTo>
                <a:cubicBezTo>
                  <a:pt x="1937057" y="27412"/>
                  <a:pt x="1939594" y="26625"/>
                  <a:pt x="1942362" y="26625"/>
                </a:cubicBezTo>
                <a:cubicBezTo>
                  <a:pt x="1946360" y="26625"/>
                  <a:pt x="1950424" y="27894"/>
                  <a:pt x="1954554" y="30431"/>
                </a:cubicBezTo>
                <a:lnTo>
                  <a:pt x="1950468" y="41387"/>
                </a:lnTo>
                <a:cubicBezTo>
                  <a:pt x="1947569" y="39674"/>
                  <a:pt x="1944669" y="38817"/>
                  <a:pt x="1941769" y="38817"/>
                </a:cubicBezTo>
                <a:cubicBezTo>
                  <a:pt x="1939177" y="38817"/>
                  <a:pt x="1936848" y="39598"/>
                  <a:pt x="1934783" y="41161"/>
                </a:cubicBezTo>
                <a:cubicBezTo>
                  <a:pt x="1932718" y="42722"/>
                  <a:pt x="1931247" y="44888"/>
                  <a:pt x="1930368" y="47658"/>
                </a:cubicBezTo>
                <a:cubicBezTo>
                  <a:pt x="1929050" y="51880"/>
                  <a:pt x="1928391" y="56498"/>
                  <a:pt x="1928391" y="61512"/>
                </a:cubicBezTo>
                <a:lnTo>
                  <a:pt x="1928391" y="98196"/>
                </a:lnTo>
                <a:lnTo>
                  <a:pt x="1916528" y="98196"/>
                </a:lnTo>
                <a:close/>
                <a:moveTo>
                  <a:pt x="2044798" y="89554"/>
                </a:moveTo>
                <a:cubicBezTo>
                  <a:pt x="2040404" y="93292"/>
                  <a:pt x="2036175" y="95930"/>
                  <a:pt x="2032111" y="97469"/>
                </a:cubicBezTo>
                <a:cubicBezTo>
                  <a:pt x="2028047" y="99008"/>
                  <a:pt x="2023687" y="99778"/>
                  <a:pt x="2019029" y="99778"/>
                </a:cubicBezTo>
                <a:cubicBezTo>
                  <a:pt x="2011341" y="99778"/>
                  <a:pt x="2005431" y="97898"/>
                  <a:pt x="2001301" y="94139"/>
                </a:cubicBezTo>
                <a:cubicBezTo>
                  <a:pt x="1997171" y="90379"/>
                  <a:pt x="1995106" y="85576"/>
                  <a:pt x="1995106" y="79729"/>
                </a:cubicBezTo>
                <a:cubicBezTo>
                  <a:pt x="1995106" y="76300"/>
                  <a:pt x="1995886" y="73168"/>
                  <a:pt x="1997446" y="70333"/>
                </a:cubicBezTo>
                <a:cubicBezTo>
                  <a:pt x="1999006" y="67497"/>
                  <a:pt x="2001049" y="65221"/>
                  <a:pt x="2003575" y="63506"/>
                </a:cubicBezTo>
                <a:cubicBezTo>
                  <a:pt x="2006101" y="61791"/>
                  <a:pt x="2008946" y="60494"/>
                  <a:pt x="2012110" y="59616"/>
                </a:cubicBezTo>
                <a:cubicBezTo>
                  <a:pt x="2014438" y="58999"/>
                  <a:pt x="2017953" y="58405"/>
                  <a:pt x="2022654" y="57834"/>
                </a:cubicBezTo>
                <a:cubicBezTo>
                  <a:pt x="2032232" y="56700"/>
                  <a:pt x="2039284" y="55348"/>
                  <a:pt x="2043809" y="53777"/>
                </a:cubicBezTo>
                <a:cubicBezTo>
                  <a:pt x="2043853" y="52158"/>
                  <a:pt x="2043875" y="51130"/>
                  <a:pt x="2043875" y="50692"/>
                </a:cubicBezTo>
                <a:cubicBezTo>
                  <a:pt x="2043875" y="45877"/>
                  <a:pt x="2042755" y="42485"/>
                  <a:pt x="2040514" y="40516"/>
                </a:cubicBezTo>
                <a:cubicBezTo>
                  <a:pt x="2037482" y="37846"/>
                  <a:pt x="2032979" y="36510"/>
                  <a:pt x="2027004" y="36510"/>
                </a:cubicBezTo>
                <a:cubicBezTo>
                  <a:pt x="2021424" y="36510"/>
                  <a:pt x="2017305" y="37488"/>
                  <a:pt x="2014647" y="39443"/>
                </a:cubicBezTo>
                <a:cubicBezTo>
                  <a:pt x="2011989" y="41398"/>
                  <a:pt x="2010023" y="44858"/>
                  <a:pt x="2008748" y="49823"/>
                </a:cubicBezTo>
                <a:lnTo>
                  <a:pt x="1997149" y="48241"/>
                </a:lnTo>
                <a:cubicBezTo>
                  <a:pt x="1998204" y="43261"/>
                  <a:pt x="1999939" y="39240"/>
                  <a:pt x="2002356" y="36177"/>
                </a:cubicBezTo>
                <a:cubicBezTo>
                  <a:pt x="2004772" y="33114"/>
                  <a:pt x="2008265" y="30756"/>
                  <a:pt x="2012834" y="29105"/>
                </a:cubicBezTo>
                <a:cubicBezTo>
                  <a:pt x="2017404" y="27451"/>
                  <a:pt x="2022698" y="26625"/>
                  <a:pt x="2028717" y="26625"/>
                </a:cubicBezTo>
                <a:cubicBezTo>
                  <a:pt x="2034692" y="26625"/>
                  <a:pt x="2039547" y="27328"/>
                  <a:pt x="2043282" y="28734"/>
                </a:cubicBezTo>
                <a:cubicBezTo>
                  <a:pt x="2047016" y="30140"/>
                  <a:pt x="2049762" y="31908"/>
                  <a:pt x="2051520" y="34039"/>
                </a:cubicBezTo>
                <a:cubicBezTo>
                  <a:pt x="2053277" y="36170"/>
                  <a:pt x="2054507" y="38861"/>
                  <a:pt x="2055210" y="42112"/>
                </a:cubicBezTo>
                <a:cubicBezTo>
                  <a:pt x="2055606" y="44133"/>
                  <a:pt x="2055803" y="47780"/>
                  <a:pt x="2055803" y="53052"/>
                </a:cubicBezTo>
                <a:lnTo>
                  <a:pt x="2055803" y="68869"/>
                </a:lnTo>
                <a:cubicBezTo>
                  <a:pt x="2055803" y="79897"/>
                  <a:pt x="2056056" y="86871"/>
                  <a:pt x="2056561" y="89793"/>
                </a:cubicBezTo>
                <a:cubicBezTo>
                  <a:pt x="2057067" y="92715"/>
                  <a:pt x="2058066" y="95516"/>
                  <a:pt x="2059560" y="98196"/>
                </a:cubicBezTo>
                <a:lnTo>
                  <a:pt x="2047170" y="98196"/>
                </a:lnTo>
                <a:cubicBezTo>
                  <a:pt x="2045940" y="95733"/>
                  <a:pt x="2045149" y="92852"/>
                  <a:pt x="2044798" y="89554"/>
                </a:cubicBezTo>
                <a:moveTo>
                  <a:pt x="2043809" y="63004"/>
                </a:moveTo>
                <a:cubicBezTo>
                  <a:pt x="2039503" y="64776"/>
                  <a:pt x="2033045" y="66282"/>
                  <a:pt x="2024433" y="67522"/>
                </a:cubicBezTo>
                <a:cubicBezTo>
                  <a:pt x="2019557" y="68228"/>
                  <a:pt x="2016108" y="69022"/>
                  <a:pt x="2014087" y="69905"/>
                </a:cubicBezTo>
                <a:cubicBezTo>
                  <a:pt x="2012066" y="70786"/>
                  <a:pt x="2010506" y="72077"/>
                  <a:pt x="2009408" y="73777"/>
                </a:cubicBezTo>
                <a:cubicBezTo>
                  <a:pt x="2008309" y="75475"/>
                  <a:pt x="2007760" y="77361"/>
                  <a:pt x="2007760" y="79434"/>
                </a:cubicBezTo>
                <a:cubicBezTo>
                  <a:pt x="2007760" y="82610"/>
                  <a:pt x="2008957" y="85257"/>
                  <a:pt x="2011352" y="87375"/>
                </a:cubicBezTo>
                <a:cubicBezTo>
                  <a:pt x="2013746" y="89493"/>
                  <a:pt x="2017250" y="90551"/>
                  <a:pt x="2021863" y="90551"/>
                </a:cubicBezTo>
                <a:cubicBezTo>
                  <a:pt x="2026433" y="90551"/>
                  <a:pt x="2030497" y="89547"/>
                  <a:pt x="2034055" y="87538"/>
                </a:cubicBezTo>
                <a:cubicBezTo>
                  <a:pt x="2037614" y="85529"/>
                  <a:pt x="2040228" y="82781"/>
                  <a:pt x="2041898" y="79294"/>
                </a:cubicBezTo>
                <a:cubicBezTo>
                  <a:pt x="2043172" y="76600"/>
                  <a:pt x="2043809" y="72627"/>
                  <a:pt x="2043809" y="67374"/>
                </a:cubicBezTo>
                <a:lnTo>
                  <a:pt x="2043809" y="63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Facebookpostaboutvaccines,itmay">
            <a:extLst xmlns:a="http://schemas.openxmlformats.org/drawingml/2006/main">
              <a:ext uri="{FF2B5EF4-FFF2-40B4-BE49-F238E27FC236}">
                <a16:creationId xmlns:a16="http://schemas.microsoft.com/office/drawing/2014/main" id="{565987EA-1002-4167-B3AD-68C9BBA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0" y="845635"/>
            <a:ext cx="2245787" cy="125084"/>
          </a:xfrm>
          <a:custGeom xmlns:a="http://schemas.openxmlformats.org/drawingml/2006/main">
            <a:pathLst>
              <a:path w="2245787" h="125084">
                <a:moveTo>
                  <a:pt x="0" y="96614"/>
                </a:moveTo>
                <a:lnTo>
                  <a:pt x="0" y="0"/>
                </a:lnTo>
                <a:lnTo>
                  <a:pt x="65178" y="0"/>
                </a:lnTo>
                <a:lnTo>
                  <a:pt x="65178" y="11401"/>
                </a:lnTo>
                <a:lnTo>
                  <a:pt x="12785" y="11401"/>
                </a:lnTo>
                <a:lnTo>
                  <a:pt x="12785" y="41255"/>
                </a:lnTo>
                <a:lnTo>
                  <a:pt x="58127" y="41255"/>
                </a:lnTo>
                <a:lnTo>
                  <a:pt x="58127" y="52657"/>
                </a:lnTo>
                <a:lnTo>
                  <a:pt x="12785" y="52657"/>
                </a:lnTo>
                <a:lnTo>
                  <a:pt x="12785" y="96614"/>
                </a:lnTo>
                <a:lnTo>
                  <a:pt x="0" y="96614"/>
                </a:lnTo>
                <a:close/>
                <a:moveTo>
                  <a:pt x="125963" y="87973"/>
                </a:moveTo>
                <a:cubicBezTo>
                  <a:pt x="121569" y="91710"/>
                  <a:pt x="117341" y="94348"/>
                  <a:pt x="113277" y="95887"/>
                </a:cubicBezTo>
                <a:cubicBezTo>
                  <a:pt x="109213" y="97426"/>
                  <a:pt x="104852" y="98196"/>
                  <a:pt x="100195" y="98196"/>
                </a:cubicBezTo>
                <a:cubicBezTo>
                  <a:pt x="92506" y="98196"/>
                  <a:pt x="86597" y="96316"/>
                  <a:pt x="82467" y="92557"/>
                </a:cubicBezTo>
                <a:cubicBezTo>
                  <a:pt x="78337" y="88798"/>
                  <a:pt x="76272" y="83994"/>
                  <a:pt x="76272" y="78147"/>
                </a:cubicBezTo>
                <a:cubicBezTo>
                  <a:pt x="76272" y="74719"/>
                  <a:pt x="77052" y="71587"/>
                  <a:pt x="78611" y="68752"/>
                </a:cubicBezTo>
                <a:cubicBezTo>
                  <a:pt x="80171" y="65915"/>
                  <a:pt x="82214" y="63639"/>
                  <a:pt x="84740" y="61924"/>
                </a:cubicBezTo>
                <a:cubicBezTo>
                  <a:pt x="87267" y="60209"/>
                  <a:pt x="90112" y="58913"/>
                  <a:pt x="93275" y="58034"/>
                </a:cubicBezTo>
                <a:cubicBezTo>
                  <a:pt x="95604" y="57418"/>
                  <a:pt x="99118" y="56824"/>
                  <a:pt x="103819" y="56253"/>
                </a:cubicBezTo>
                <a:cubicBezTo>
                  <a:pt x="113397" y="55118"/>
                  <a:pt x="120449" y="53766"/>
                  <a:pt x="124974" y="52195"/>
                </a:cubicBezTo>
                <a:cubicBezTo>
                  <a:pt x="125018" y="50577"/>
                  <a:pt x="125040" y="49548"/>
                  <a:pt x="125040" y="49110"/>
                </a:cubicBezTo>
                <a:cubicBezTo>
                  <a:pt x="125040" y="44295"/>
                  <a:pt x="123920" y="40903"/>
                  <a:pt x="121679" y="38934"/>
                </a:cubicBezTo>
                <a:cubicBezTo>
                  <a:pt x="118648" y="36264"/>
                  <a:pt x="114144" y="34929"/>
                  <a:pt x="108169" y="34929"/>
                </a:cubicBezTo>
                <a:cubicBezTo>
                  <a:pt x="102589" y="34929"/>
                  <a:pt x="98470" y="35906"/>
                  <a:pt x="95812" y="37861"/>
                </a:cubicBezTo>
                <a:cubicBezTo>
                  <a:pt x="93154" y="39817"/>
                  <a:pt x="91188" y="43276"/>
                  <a:pt x="89914" y="48241"/>
                </a:cubicBezTo>
                <a:lnTo>
                  <a:pt x="78315" y="46660"/>
                </a:lnTo>
                <a:cubicBezTo>
                  <a:pt x="79369" y="41680"/>
                  <a:pt x="81105" y="37658"/>
                  <a:pt x="83521" y="34595"/>
                </a:cubicBezTo>
                <a:cubicBezTo>
                  <a:pt x="85938" y="31532"/>
                  <a:pt x="89431" y="29175"/>
                  <a:pt x="94000" y="27523"/>
                </a:cubicBezTo>
                <a:cubicBezTo>
                  <a:pt x="98569" y="25870"/>
                  <a:pt x="103863" y="25043"/>
                  <a:pt x="109883" y="25043"/>
                </a:cubicBezTo>
                <a:cubicBezTo>
                  <a:pt x="115858" y="25043"/>
                  <a:pt x="120713" y="25746"/>
                  <a:pt x="124447" y="27152"/>
                </a:cubicBezTo>
                <a:cubicBezTo>
                  <a:pt x="128182" y="28558"/>
                  <a:pt x="130928" y="30326"/>
                  <a:pt x="132685" y="32457"/>
                </a:cubicBezTo>
                <a:cubicBezTo>
                  <a:pt x="134443" y="34588"/>
                  <a:pt x="135673" y="37279"/>
                  <a:pt x="136376" y="40531"/>
                </a:cubicBezTo>
                <a:cubicBezTo>
                  <a:pt x="136771" y="42552"/>
                  <a:pt x="136969" y="46198"/>
                  <a:pt x="136969" y="51470"/>
                </a:cubicBezTo>
                <a:lnTo>
                  <a:pt x="136969" y="67287"/>
                </a:lnTo>
                <a:cubicBezTo>
                  <a:pt x="136969" y="78315"/>
                  <a:pt x="137221" y="85290"/>
                  <a:pt x="137727" y="88212"/>
                </a:cubicBezTo>
                <a:cubicBezTo>
                  <a:pt x="138232" y="91133"/>
                  <a:pt x="139231" y="93934"/>
                  <a:pt x="140725" y="96614"/>
                </a:cubicBezTo>
                <a:lnTo>
                  <a:pt x="128335" y="96614"/>
                </a:lnTo>
                <a:cubicBezTo>
                  <a:pt x="127105" y="94151"/>
                  <a:pt x="126314" y="91271"/>
                  <a:pt x="125963" y="87973"/>
                </a:cubicBezTo>
                <a:moveTo>
                  <a:pt x="124974" y="61422"/>
                </a:moveTo>
                <a:cubicBezTo>
                  <a:pt x="120669" y="63194"/>
                  <a:pt x="114210" y="64701"/>
                  <a:pt x="105599" y="65940"/>
                </a:cubicBezTo>
                <a:cubicBezTo>
                  <a:pt x="100722" y="66646"/>
                  <a:pt x="97273" y="67440"/>
                  <a:pt x="95252" y="68323"/>
                </a:cubicBezTo>
                <a:cubicBezTo>
                  <a:pt x="93231" y="69205"/>
                  <a:pt x="91671" y="70495"/>
                  <a:pt x="90573" y="72195"/>
                </a:cubicBezTo>
                <a:cubicBezTo>
                  <a:pt x="89475" y="73893"/>
                  <a:pt x="88925" y="75779"/>
                  <a:pt x="88925" y="77852"/>
                </a:cubicBezTo>
                <a:cubicBezTo>
                  <a:pt x="88925" y="81028"/>
                  <a:pt x="90123" y="83675"/>
                  <a:pt x="92517" y="85794"/>
                </a:cubicBezTo>
                <a:cubicBezTo>
                  <a:pt x="94912" y="87911"/>
                  <a:pt x="98415" y="88969"/>
                  <a:pt x="103029" y="88969"/>
                </a:cubicBezTo>
                <a:cubicBezTo>
                  <a:pt x="107598" y="88969"/>
                  <a:pt x="111662" y="87965"/>
                  <a:pt x="115221" y="85956"/>
                </a:cubicBezTo>
                <a:cubicBezTo>
                  <a:pt x="118780" y="83948"/>
                  <a:pt x="121394" y="81200"/>
                  <a:pt x="123063" y="77712"/>
                </a:cubicBezTo>
                <a:cubicBezTo>
                  <a:pt x="124337" y="75018"/>
                  <a:pt x="124974" y="71045"/>
                  <a:pt x="124974" y="65792"/>
                </a:cubicBezTo>
                <a:lnTo>
                  <a:pt x="124974" y="61422"/>
                </a:lnTo>
                <a:close/>
                <a:moveTo>
                  <a:pt x="201006" y="70912"/>
                </a:moveTo>
                <a:lnTo>
                  <a:pt x="212671" y="72428"/>
                </a:lnTo>
                <a:cubicBezTo>
                  <a:pt x="211397" y="80488"/>
                  <a:pt x="208135" y="86799"/>
                  <a:pt x="202884" y="91358"/>
                </a:cubicBezTo>
                <a:cubicBezTo>
                  <a:pt x="197634" y="95917"/>
                  <a:pt x="191187" y="98196"/>
                  <a:pt x="183542" y="98196"/>
                </a:cubicBezTo>
                <a:cubicBezTo>
                  <a:pt x="173964" y="98196"/>
                  <a:pt x="166264" y="95065"/>
                  <a:pt x="160443" y="88805"/>
                </a:cubicBezTo>
                <a:cubicBezTo>
                  <a:pt x="154621" y="82544"/>
                  <a:pt x="151710" y="73570"/>
                  <a:pt x="151710" y="61883"/>
                </a:cubicBezTo>
                <a:cubicBezTo>
                  <a:pt x="151710" y="54326"/>
                  <a:pt x="152963" y="47714"/>
                  <a:pt x="155467" y="42046"/>
                </a:cubicBezTo>
                <a:cubicBezTo>
                  <a:pt x="157971" y="36379"/>
                  <a:pt x="161783" y="32128"/>
                  <a:pt x="166901" y="29294"/>
                </a:cubicBezTo>
                <a:cubicBezTo>
                  <a:pt x="172020" y="26460"/>
                  <a:pt x="177588" y="25043"/>
                  <a:pt x="183608" y="25043"/>
                </a:cubicBezTo>
                <a:cubicBezTo>
                  <a:pt x="191209" y="25043"/>
                  <a:pt x="197425" y="26972"/>
                  <a:pt x="202258" y="30828"/>
                </a:cubicBezTo>
                <a:cubicBezTo>
                  <a:pt x="207091" y="34684"/>
                  <a:pt x="210189" y="40158"/>
                  <a:pt x="211551" y="47253"/>
                </a:cubicBezTo>
                <a:lnTo>
                  <a:pt x="200018" y="49032"/>
                </a:lnTo>
                <a:cubicBezTo>
                  <a:pt x="198919" y="44353"/>
                  <a:pt x="196975" y="40833"/>
                  <a:pt x="194185" y="38471"/>
                </a:cubicBezTo>
                <a:cubicBezTo>
                  <a:pt x="191395" y="36109"/>
                  <a:pt x="188023" y="34929"/>
                  <a:pt x="184069" y="34929"/>
                </a:cubicBezTo>
                <a:cubicBezTo>
                  <a:pt x="178094" y="34929"/>
                  <a:pt x="173239" y="37060"/>
                  <a:pt x="169504" y="41323"/>
                </a:cubicBezTo>
                <a:cubicBezTo>
                  <a:pt x="165770" y="45585"/>
                  <a:pt x="163903" y="52329"/>
                  <a:pt x="163903" y="61554"/>
                </a:cubicBezTo>
                <a:cubicBezTo>
                  <a:pt x="163903" y="70911"/>
                  <a:pt x="165704" y="77710"/>
                  <a:pt x="169307" y="81951"/>
                </a:cubicBezTo>
                <a:cubicBezTo>
                  <a:pt x="172909" y="86190"/>
                  <a:pt x="177610" y="88310"/>
                  <a:pt x="183410" y="88310"/>
                </a:cubicBezTo>
                <a:cubicBezTo>
                  <a:pt x="188067" y="88310"/>
                  <a:pt x="191955" y="86888"/>
                  <a:pt x="195075" y="84043"/>
                </a:cubicBezTo>
                <a:cubicBezTo>
                  <a:pt x="198194" y="81198"/>
                  <a:pt x="200171" y="76821"/>
                  <a:pt x="201006" y="70912"/>
                </a:cubicBezTo>
                <a:close/>
                <a:moveTo>
                  <a:pt x="270732" y="74075"/>
                </a:moveTo>
                <a:lnTo>
                  <a:pt x="282990" y="75591"/>
                </a:lnTo>
                <a:cubicBezTo>
                  <a:pt x="281057" y="82753"/>
                  <a:pt x="277476" y="88310"/>
                  <a:pt x="272248" y="92265"/>
                </a:cubicBezTo>
                <a:cubicBezTo>
                  <a:pt x="267019" y="96219"/>
                  <a:pt x="260341" y="98196"/>
                  <a:pt x="252213" y="98196"/>
                </a:cubicBezTo>
                <a:cubicBezTo>
                  <a:pt x="241976" y="98196"/>
                  <a:pt x="233859" y="95043"/>
                  <a:pt x="227862" y="88739"/>
                </a:cubicBezTo>
                <a:cubicBezTo>
                  <a:pt x="221865" y="82434"/>
                  <a:pt x="218866" y="73592"/>
                  <a:pt x="218866" y="62213"/>
                </a:cubicBezTo>
                <a:cubicBezTo>
                  <a:pt x="218866" y="50438"/>
                  <a:pt x="221898" y="41299"/>
                  <a:pt x="227961" y="34797"/>
                </a:cubicBezTo>
                <a:cubicBezTo>
                  <a:pt x="234024" y="28294"/>
                  <a:pt x="241888" y="25043"/>
                  <a:pt x="251554" y="25043"/>
                </a:cubicBezTo>
                <a:cubicBezTo>
                  <a:pt x="260912" y="25043"/>
                  <a:pt x="268557" y="28224"/>
                  <a:pt x="274488" y="34585"/>
                </a:cubicBezTo>
                <a:cubicBezTo>
                  <a:pt x="280420" y="40944"/>
                  <a:pt x="283385" y="49892"/>
                  <a:pt x="283385" y="61428"/>
                </a:cubicBezTo>
                <a:cubicBezTo>
                  <a:pt x="283385" y="62130"/>
                  <a:pt x="283363" y="63182"/>
                  <a:pt x="283319" y="64585"/>
                </a:cubicBezTo>
                <a:lnTo>
                  <a:pt x="231124" y="64585"/>
                </a:lnTo>
                <a:cubicBezTo>
                  <a:pt x="231563" y="72252"/>
                  <a:pt x="233738" y="78123"/>
                  <a:pt x="237648" y="82198"/>
                </a:cubicBezTo>
                <a:cubicBezTo>
                  <a:pt x="241559" y="86273"/>
                  <a:pt x="246436" y="88310"/>
                  <a:pt x="252279" y="88310"/>
                </a:cubicBezTo>
                <a:cubicBezTo>
                  <a:pt x="256629" y="88310"/>
                  <a:pt x="260341" y="87179"/>
                  <a:pt x="263417" y="84916"/>
                </a:cubicBezTo>
                <a:cubicBezTo>
                  <a:pt x="266492" y="82652"/>
                  <a:pt x="268930" y="79039"/>
                  <a:pt x="270732" y="74075"/>
                </a:cubicBezTo>
                <a:moveTo>
                  <a:pt x="231783" y="54700"/>
                </a:moveTo>
                <a:lnTo>
                  <a:pt x="270864" y="54700"/>
                </a:lnTo>
                <a:cubicBezTo>
                  <a:pt x="270336" y="48908"/>
                  <a:pt x="268843" y="44565"/>
                  <a:pt x="266382" y="41669"/>
                </a:cubicBezTo>
                <a:cubicBezTo>
                  <a:pt x="262604" y="37176"/>
                  <a:pt x="257705" y="34929"/>
                  <a:pt x="251686" y="34929"/>
                </a:cubicBezTo>
                <a:cubicBezTo>
                  <a:pt x="246238" y="34929"/>
                  <a:pt x="241658" y="36723"/>
                  <a:pt x="237945" y="40310"/>
                </a:cubicBezTo>
                <a:cubicBezTo>
                  <a:pt x="234232" y="43896"/>
                  <a:pt x="232178" y="48693"/>
                  <a:pt x="231783" y="54700"/>
                </a:cubicBezTo>
                <a:close/>
                <a:moveTo>
                  <a:pt x="308803" y="96614"/>
                </a:moveTo>
                <a:lnTo>
                  <a:pt x="297797" y="96614"/>
                </a:lnTo>
                <a:lnTo>
                  <a:pt x="297797" y="0"/>
                </a:lnTo>
                <a:lnTo>
                  <a:pt x="309660" y="0"/>
                </a:lnTo>
                <a:lnTo>
                  <a:pt x="309660" y="34595"/>
                </a:lnTo>
                <a:cubicBezTo>
                  <a:pt x="314669" y="28227"/>
                  <a:pt x="321061" y="25043"/>
                  <a:pt x="328838" y="25043"/>
                </a:cubicBezTo>
                <a:cubicBezTo>
                  <a:pt x="333143" y="25043"/>
                  <a:pt x="337218" y="25911"/>
                  <a:pt x="341063" y="27646"/>
                </a:cubicBezTo>
                <a:cubicBezTo>
                  <a:pt x="344907" y="29382"/>
                  <a:pt x="348071" y="31820"/>
                  <a:pt x="350553" y="34962"/>
                </a:cubicBezTo>
                <a:cubicBezTo>
                  <a:pt x="353035" y="38103"/>
                  <a:pt x="354979" y="41893"/>
                  <a:pt x="356385" y="46330"/>
                </a:cubicBezTo>
                <a:cubicBezTo>
                  <a:pt x="357791" y="50767"/>
                  <a:pt x="358494" y="55513"/>
                  <a:pt x="358494" y="60565"/>
                </a:cubicBezTo>
                <a:cubicBezTo>
                  <a:pt x="358494" y="72559"/>
                  <a:pt x="355529" y="81830"/>
                  <a:pt x="349597" y="88376"/>
                </a:cubicBezTo>
                <a:cubicBezTo>
                  <a:pt x="343666" y="94923"/>
                  <a:pt x="336548" y="98196"/>
                  <a:pt x="328245" y="98196"/>
                </a:cubicBezTo>
                <a:cubicBezTo>
                  <a:pt x="319985" y="98196"/>
                  <a:pt x="313504" y="94703"/>
                  <a:pt x="308803" y="87717"/>
                </a:cubicBezTo>
                <a:lnTo>
                  <a:pt x="308803" y="96614"/>
                </a:lnTo>
                <a:moveTo>
                  <a:pt x="308671" y="61094"/>
                </a:moveTo>
                <a:cubicBezTo>
                  <a:pt x="308671" y="69445"/>
                  <a:pt x="309814" y="75478"/>
                  <a:pt x="312098" y="79195"/>
                </a:cubicBezTo>
                <a:cubicBezTo>
                  <a:pt x="315833" y="85272"/>
                  <a:pt x="320885" y="88310"/>
                  <a:pt x="327256" y="88310"/>
                </a:cubicBezTo>
                <a:cubicBezTo>
                  <a:pt x="332441" y="88310"/>
                  <a:pt x="336922" y="86070"/>
                  <a:pt x="340700" y="81588"/>
                </a:cubicBezTo>
                <a:cubicBezTo>
                  <a:pt x="344479" y="77107"/>
                  <a:pt x="346368" y="70429"/>
                  <a:pt x="346368" y="61554"/>
                </a:cubicBezTo>
                <a:cubicBezTo>
                  <a:pt x="346368" y="52460"/>
                  <a:pt x="344556" y="45750"/>
                  <a:pt x="340931" y="41422"/>
                </a:cubicBezTo>
                <a:cubicBezTo>
                  <a:pt x="337306" y="37093"/>
                  <a:pt x="332924" y="34929"/>
                  <a:pt x="327783" y="34929"/>
                </a:cubicBezTo>
                <a:cubicBezTo>
                  <a:pt x="322599" y="34929"/>
                  <a:pt x="318118" y="37169"/>
                  <a:pt x="314339" y="41651"/>
                </a:cubicBezTo>
                <a:cubicBezTo>
                  <a:pt x="310561" y="46132"/>
                  <a:pt x="308671" y="52613"/>
                  <a:pt x="308671" y="61094"/>
                </a:cubicBezTo>
                <a:close/>
                <a:moveTo>
                  <a:pt x="368491" y="61620"/>
                </a:moveTo>
                <a:cubicBezTo>
                  <a:pt x="368491" y="48659"/>
                  <a:pt x="372094" y="39059"/>
                  <a:pt x="379299" y="32820"/>
                </a:cubicBezTo>
                <a:cubicBezTo>
                  <a:pt x="385318" y="27635"/>
                  <a:pt x="392655" y="25043"/>
                  <a:pt x="401311" y="25043"/>
                </a:cubicBezTo>
                <a:cubicBezTo>
                  <a:pt x="410933" y="25043"/>
                  <a:pt x="418797" y="28196"/>
                  <a:pt x="424904" y="34500"/>
                </a:cubicBezTo>
                <a:cubicBezTo>
                  <a:pt x="431011" y="40805"/>
                  <a:pt x="434065" y="49515"/>
                  <a:pt x="434065" y="60631"/>
                </a:cubicBezTo>
                <a:cubicBezTo>
                  <a:pt x="434065" y="69638"/>
                  <a:pt x="432714" y="76722"/>
                  <a:pt x="430012" y="81885"/>
                </a:cubicBezTo>
                <a:cubicBezTo>
                  <a:pt x="427309" y="87047"/>
                  <a:pt x="423377" y="91056"/>
                  <a:pt x="418215" y="93912"/>
                </a:cubicBezTo>
                <a:cubicBezTo>
                  <a:pt x="413052" y="96768"/>
                  <a:pt x="407418" y="98196"/>
                  <a:pt x="401311" y="98196"/>
                </a:cubicBezTo>
                <a:cubicBezTo>
                  <a:pt x="391513" y="98196"/>
                  <a:pt x="383594" y="95054"/>
                  <a:pt x="377553" y="88772"/>
                </a:cubicBezTo>
                <a:cubicBezTo>
                  <a:pt x="371511" y="82489"/>
                  <a:pt x="368491" y="73438"/>
                  <a:pt x="368491" y="61620"/>
                </a:cubicBezTo>
                <a:moveTo>
                  <a:pt x="380683" y="61587"/>
                </a:moveTo>
                <a:cubicBezTo>
                  <a:pt x="380683" y="70516"/>
                  <a:pt x="382638" y="77203"/>
                  <a:pt x="386548" y="81646"/>
                </a:cubicBezTo>
                <a:cubicBezTo>
                  <a:pt x="390459" y="86089"/>
                  <a:pt x="395379" y="88310"/>
                  <a:pt x="401311" y="88310"/>
                </a:cubicBezTo>
                <a:cubicBezTo>
                  <a:pt x="407198" y="88310"/>
                  <a:pt x="412097" y="86078"/>
                  <a:pt x="416007" y="81613"/>
                </a:cubicBezTo>
                <a:cubicBezTo>
                  <a:pt x="419917" y="77148"/>
                  <a:pt x="421872" y="70341"/>
                  <a:pt x="421872" y="61193"/>
                </a:cubicBezTo>
                <a:cubicBezTo>
                  <a:pt x="421872" y="52570"/>
                  <a:pt x="419906" y="46036"/>
                  <a:pt x="415974" y="41593"/>
                </a:cubicBezTo>
                <a:cubicBezTo>
                  <a:pt x="412042" y="37150"/>
                  <a:pt x="407154" y="34929"/>
                  <a:pt x="401311" y="34929"/>
                </a:cubicBezTo>
                <a:cubicBezTo>
                  <a:pt x="395379" y="34929"/>
                  <a:pt x="390459" y="37139"/>
                  <a:pt x="386548" y="41560"/>
                </a:cubicBezTo>
                <a:cubicBezTo>
                  <a:pt x="382638" y="45981"/>
                  <a:pt x="380683" y="52657"/>
                  <a:pt x="380683" y="61587"/>
                </a:cubicBezTo>
                <a:close/>
                <a:moveTo>
                  <a:pt x="443534" y="61620"/>
                </a:moveTo>
                <a:cubicBezTo>
                  <a:pt x="443534" y="48659"/>
                  <a:pt x="447137" y="39059"/>
                  <a:pt x="454342" y="32820"/>
                </a:cubicBezTo>
                <a:cubicBezTo>
                  <a:pt x="460361" y="27635"/>
                  <a:pt x="467699" y="25043"/>
                  <a:pt x="476354" y="25043"/>
                </a:cubicBezTo>
                <a:cubicBezTo>
                  <a:pt x="485976" y="25043"/>
                  <a:pt x="493840" y="28196"/>
                  <a:pt x="499947" y="34500"/>
                </a:cubicBezTo>
                <a:cubicBezTo>
                  <a:pt x="506054" y="40805"/>
                  <a:pt x="509108" y="49515"/>
                  <a:pt x="509108" y="60631"/>
                </a:cubicBezTo>
                <a:cubicBezTo>
                  <a:pt x="509108" y="69638"/>
                  <a:pt x="507757" y="76722"/>
                  <a:pt x="505055" y="81885"/>
                </a:cubicBezTo>
                <a:cubicBezTo>
                  <a:pt x="502353" y="87047"/>
                  <a:pt x="498421" y="91056"/>
                  <a:pt x="493258" y="93912"/>
                </a:cubicBezTo>
                <a:cubicBezTo>
                  <a:pt x="488096" y="96768"/>
                  <a:pt x="482461" y="98196"/>
                  <a:pt x="476354" y="98196"/>
                </a:cubicBezTo>
                <a:cubicBezTo>
                  <a:pt x="466556" y="98196"/>
                  <a:pt x="458637" y="95054"/>
                  <a:pt x="452596" y="88772"/>
                </a:cubicBezTo>
                <a:cubicBezTo>
                  <a:pt x="446555" y="82489"/>
                  <a:pt x="443534" y="73438"/>
                  <a:pt x="443534" y="61620"/>
                </a:cubicBezTo>
                <a:moveTo>
                  <a:pt x="455726" y="61587"/>
                </a:moveTo>
                <a:cubicBezTo>
                  <a:pt x="455726" y="70516"/>
                  <a:pt x="457681" y="77203"/>
                  <a:pt x="461592" y="81646"/>
                </a:cubicBezTo>
                <a:cubicBezTo>
                  <a:pt x="465502" y="86089"/>
                  <a:pt x="470423" y="88310"/>
                  <a:pt x="476354" y="88310"/>
                </a:cubicBezTo>
                <a:cubicBezTo>
                  <a:pt x="482241" y="88310"/>
                  <a:pt x="487140" y="86078"/>
                  <a:pt x="491050" y="81613"/>
                </a:cubicBezTo>
                <a:cubicBezTo>
                  <a:pt x="494961" y="77148"/>
                  <a:pt x="496916" y="70341"/>
                  <a:pt x="496916" y="61193"/>
                </a:cubicBezTo>
                <a:cubicBezTo>
                  <a:pt x="496916" y="52570"/>
                  <a:pt x="494950" y="46036"/>
                  <a:pt x="491017" y="41593"/>
                </a:cubicBezTo>
                <a:cubicBezTo>
                  <a:pt x="487085" y="37150"/>
                  <a:pt x="482197" y="34929"/>
                  <a:pt x="476354" y="34929"/>
                </a:cubicBezTo>
                <a:cubicBezTo>
                  <a:pt x="470423" y="34929"/>
                  <a:pt x="465502" y="37139"/>
                  <a:pt x="461592" y="41560"/>
                </a:cubicBezTo>
                <a:cubicBezTo>
                  <a:pt x="457681" y="45981"/>
                  <a:pt x="455726" y="52657"/>
                  <a:pt x="455726" y="61587"/>
                </a:cubicBezTo>
                <a:close/>
                <a:moveTo>
                  <a:pt x="523059" y="96614"/>
                </a:moveTo>
                <a:lnTo>
                  <a:pt x="523059" y="0"/>
                </a:lnTo>
                <a:lnTo>
                  <a:pt x="534922" y="0"/>
                </a:lnTo>
                <a:lnTo>
                  <a:pt x="534922" y="55095"/>
                </a:lnTo>
                <a:lnTo>
                  <a:pt x="562996" y="26625"/>
                </a:lnTo>
                <a:lnTo>
                  <a:pt x="578352" y="26625"/>
                </a:lnTo>
                <a:lnTo>
                  <a:pt x="551595" y="52591"/>
                </a:lnTo>
                <a:lnTo>
                  <a:pt x="581054" y="96614"/>
                </a:lnTo>
                <a:lnTo>
                  <a:pt x="566423" y="96614"/>
                </a:lnTo>
                <a:lnTo>
                  <a:pt x="543291" y="60829"/>
                </a:lnTo>
                <a:lnTo>
                  <a:pt x="534922" y="68869"/>
                </a:lnTo>
                <a:lnTo>
                  <a:pt x="534922" y="96614"/>
                </a:lnTo>
                <a:lnTo>
                  <a:pt x="523059" y="96614"/>
                </a:lnTo>
                <a:close/>
                <a:moveTo>
                  <a:pt x="627999" y="123503"/>
                </a:moveTo>
                <a:lnTo>
                  <a:pt x="627999" y="26625"/>
                </a:lnTo>
                <a:lnTo>
                  <a:pt x="638808" y="26625"/>
                </a:lnTo>
                <a:lnTo>
                  <a:pt x="638808" y="35654"/>
                </a:lnTo>
                <a:cubicBezTo>
                  <a:pt x="641356" y="32117"/>
                  <a:pt x="644234" y="29464"/>
                  <a:pt x="647441" y="27696"/>
                </a:cubicBezTo>
                <a:cubicBezTo>
                  <a:pt x="650648" y="25927"/>
                  <a:pt x="654536" y="25043"/>
                  <a:pt x="659106" y="25043"/>
                </a:cubicBezTo>
                <a:cubicBezTo>
                  <a:pt x="665081" y="25043"/>
                  <a:pt x="670353" y="26581"/>
                  <a:pt x="674923" y="29656"/>
                </a:cubicBezTo>
                <a:cubicBezTo>
                  <a:pt x="679492" y="32732"/>
                  <a:pt x="682941" y="37071"/>
                  <a:pt x="685269" y="42672"/>
                </a:cubicBezTo>
                <a:cubicBezTo>
                  <a:pt x="687598" y="48274"/>
                  <a:pt x="688762" y="54414"/>
                  <a:pt x="688762" y="61092"/>
                </a:cubicBezTo>
                <a:cubicBezTo>
                  <a:pt x="688762" y="68254"/>
                  <a:pt x="687477" y="74701"/>
                  <a:pt x="684907" y="80435"/>
                </a:cubicBezTo>
                <a:cubicBezTo>
                  <a:pt x="682337" y="86169"/>
                  <a:pt x="678602" y="90562"/>
                  <a:pt x="673703" y="93616"/>
                </a:cubicBezTo>
                <a:cubicBezTo>
                  <a:pt x="668804" y="96669"/>
                  <a:pt x="663653" y="98196"/>
                  <a:pt x="658249" y="98196"/>
                </a:cubicBezTo>
                <a:cubicBezTo>
                  <a:pt x="654295" y="98196"/>
                  <a:pt x="650747" y="97350"/>
                  <a:pt x="647606" y="95659"/>
                </a:cubicBezTo>
                <a:cubicBezTo>
                  <a:pt x="644464" y="93966"/>
                  <a:pt x="641883" y="91828"/>
                  <a:pt x="639862" y="89245"/>
                </a:cubicBezTo>
                <a:lnTo>
                  <a:pt x="639862" y="123503"/>
                </a:lnTo>
                <a:lnTo>
                  <a:pt x="627999" y="123503"/>
                </a:lnTo>
                <a:moveTo>
                  <a:pt x="638742" y="61916"/>
                </a:moveTo>
                <a:cubicBezTo>
                  <a:pt x="638742" y="70912"/>
                  <a:pt x="640565" y="77560"/>
                  <a:pt x="644212" y="81860"/>
                </a:cubicBezTo>
                <a:cubicBezTo>
                  <a:pt x="647858" y="86160"/>
                  <a:pt x="652274" y="88310"/>
                  <a:pt x="657458" y="88310"/>
                </a:cubicBezTo>
                <a:cubicBezTo>
                  <a:pt x="662730" y="88310"/>
                  <a:pt x="667245" y="86083"/>
                  <a:pt x="671001" y="81629"/>
                </a:cubicBezTo>
                <a:cubicBezTo>
                  <a:pt x="674758" y="77175"/>
                  <a:pt x="676636" y="70275"/>
                  <a:pt x="676636" y="60928"/>
                </a:cubicBezTo>
                <a:cubicBezTo>
                  <a:pt x="676636" y="52020"/>
                  <a:pt x="674802" y="45350"/>
                  <a:pt x="671133" y="40918"/>
                </a:cubicBezTo>
                <a:cubicBezTo>
                  <a:pt x="667464" y="36486"/>
                  <a:pt x="663082" y="34270"/>
                  <a:pt x="657985" y="34270"/>
                </a:cubicBezTo>
                <a:cubicBezTo>
                  <a:pt x="652933" y="34270"/>
                  <a:pt x="648462" y="36628"/>
                  <a:pt x="644574" y="41346"/>
                </a:cubicBezTo>
                <a:cubicBezTo>
                  <a:pt x="640686" y="46064"/>
                  <a:pt x="638742" y="52920"/>
                  <a:pt x="638742" y="61916"/>
                </a:cubicBezTo>
                <a:close/>
                <a:moveTo>
                  <a:pt x="698627" y="61620"/>
                </a:moveTo>
                <a:cubicBezTo>
                  <a:pt x="698627" y="48659"/>
                  <a:pt x="702230" y="39059"/>
                  <a:pt x="709435" y="32820"/>
                </a:cubicBezTo>
                <a:cubicBezTo>
                  <a:pt x="715454" y="27635"/>
                  <a:pt x="722791" y="25043"/>
                  <a:pt x="731447" y="25043"/>
                </a:cubicBezTo>
                <a:cubicBezTo>
                  <a:pt x="741069" y="25043"/>
                  <a:pt x="748933" y="28196"/>
                  <a:pt x="755040" y="34500"/>
                </a:cubicBezTo>
                <a:cubicBezTo>
                  <a:pt x="761147" y="40805"/>
                  <a:pt x="764201" y="49515"/>
                  <a:pt x="764201" y="60631"/>
                </a:cubicBezTo>
                <a:cubicBezTo>
                  <a:pt x="764201" y="69638"/>
                  <a:pt x="762850" y="76722"/>
                  <a:pt x="760148" y="81885"/>
                </a:cubicBezTo>
                <a:cubicBezTo>
                  <a:pt x="757446" y="87047"/>
                  <a:pt x="753513" y="91056"/>
                  <a:pt x="748351" y="93912"/>
                </a:cubicBezTo>
                <a:cubicBezTo>
                  <a:pt x="743189" y="96768"/>
                  <a:pt x="737554" y="98196"/>
                  <a:pt x="731447" y="98196"/>
                </a:cubicBezTo>
                <a:cubicBezTo>
                  <a:pt x="721649" y="98196"/>
                  <a:pt x="713730" y="95054"/>
                  <a:pt x="707689" y="88772"/>
                </a:cubicBezTo>
                <a:cubicBezTo>
                  <a:pt x="701648" y="82489"/>
                  <a:pt x="698627" y="73438"/>
                  <a:pt x="698627" y="61620"/>
                </a:cubicBezTo>
                <a:moveTo>
                  <a:pt x="710819" y="61587"/>
                </a:moveTo>
                <a:cubicBezTo>
                  <a:pt x="710819" y="70516"/>
                  <a:pt x="712774" y="77203"/>
                  <a:pt x="716684" y="81646"/>
                </a:cubicBezTo>
                <a:cubicBezTo>
                  <a:pt x="720595" y="86089"/>
                  <a:pt x="725515" y="88310"/>
                  <a:pt x="731447" y="88310"/>
                </a:cubicBezTo>
                <a:cubicBezTo>
                  <a:pt x="737334" y="88310"/>
                  <a:pt x="742233" y="86078"/>
                  <a:pt x="746143" y="81613"/>
                </a:cubicBezTo>
                <a:cubicBezTo>
                  <a:pt x="750053" y="77148"/>
                  <a:pt x="752009" y="70341"/>
                  <a:pt x="752009" y="61193"/>
                </a:cubicBezTo>
                <a:cubicBezTo>
                  <a:pt x="752009" y="52570"/>
                  <a:pt x="750042" y="46036"/>
                  <a:pt x="746110" y="41593"/>
                </a:cubicBezTo>
                <a:cubicBezTo>
                  <a:pt x="742178" y="37150"/>
                  <a:pt x="737290" y="34929"/>
                  <a:pt x="731447" y="34929"/>
                </a:cubicBezTo>
                <a:cubicBezTo>
                  <a:pt x="725515" y="34929"/>
                  <a:pt x="720595" y="37139"/>
                  <a:pt x="716684" y="41560"/>
                </a:cubicBezTo>
                <a:cubicBezTo>
                  <a:pt x="712774" y="45981"/>
                  <a:pt x="710819" y="52657"/>
                  <a:pt x="710819" y="61587"/>
                </a:cubicBezTo>
                <a:close/>
                <a:moveTo>
                  <a:pt x="773341" y="75657"/>
                </a:moveTo>
                <a:lnTo>
                  <a:pt x="785072" y="73812"/>
                </a:lnTo>
                <a:cubicBezTo>
                  <a:pt x="785731" y="78492"/>
                  <a:pt x="787565" y="82079"/>
                  <a:pt x="790574" y="84572"/>
                </a:cubicBezTo>
                <a:cubicBezTo>
                  <a:pt x="793584" y="87064"/>
                  <a:pt x="797791" y="88310"/>
                  <a:pt x="803195" y="88310"/>
                </a:cubicBezTo>
                <a:cubicBezTo>
                  <a:pt x="808643" y="88310"/>
                  <a:pt x="812685" y="87210"/>
                  <a:pt x="815321" y="85009"/>
                </a:cubicBezTo>
                <a:cubicBezTo>
                  <a:pt x="817957" y="82807"/>
                  <a:pt x="819275" y="80224"/>
                  <a:pt x="819275" y="77261"/>
                </a:cubicBezTo>
                <a:cubicBezTo>
                  <a:pt x="819275" y="74602"/>
                  <a:pt x="818111" y="72509"/>
                  <a:pt x="815782" y="70984"/>
                </a:cubicBezTo>
                <a:cubicBezTo>
                  <a:pt x="814157" y="69938"/>
                  <a:pt x="810115" y="68608"/>
                  <a:pt x="803656" y="66995"/>
                </a:cubicBezTo>
                <a:cubicBezTo>
                  <a:pt x="794957" y="64797"/>
                  <a:pt x="788927" y="62895"/>
                  <a:pt x="785566" y="61290"/>
                </a:cubicBezTo>
                <a:cubicBezTo>
                  <a:pt x="782205" y="59685"/>
                  <a:pt x="779657" y="57464"/>
                  <a:pt x="777921" y="54628"/>
                </a:cubicBezTo>
                <a:cubicBezTo>
                  <a:pt x="776186" y="51791"/>
                  <a:pt x="775318" y="48658"/>
                  <a:pt x="775318" y="45228"/>
                </a:cubicBezTo>
                <a:cubicBezTo>
                  <a:pt x="775318" y="42106"/>
                  <a:pt x="776032" y="39214"/>
                  <a:pt x="777460" y="36554"/>
                </a:cubicBezTo>
                <a:cubicBezTo>
                  <a:pt x="778888" y="33893"/>
                  <a:pt x="780832" y="31683"/>
                  <a:pt x="783292" y="29924"/>
                </a:cubicBezTo>
                <a:cubicBezTo>
                  <a:pt x="785137" y="28561"/>
                  <a:pt x="787653" y="27407"/>
                  <a:pt x="790838" y="26462"/>
                </a:cubicBezTo>
                <a:cubicBezTo>
                  <a:pt x="794023" y="25516"/>
                  <a:pt x="797439" y="25043"/>
                  <a:pt x="801086" y="25043"/>
                </a:cubicBezTo>
                <a:cubicBezTo>
                  <a:pt x="806578" y="25043"/>
                  <a:pt x="811400" y="25840"/>
                  <a:pt x="815552" y="27432"/>
                </a:cubicBezTo>
                <a:cubicBezTo>
                  <a:pt x="819704" y="29024"/>
                  <a:pt x="822768" y="31180"/>
                  <a:pt x="824745" y="33901"/>
                </a:cubicBezTo>
                <a:cubicBezTo>
                  <a:pt x="826722" y="36621"/>
                  <a:pt x="828084" y="40259"/>
                  <a:pt x="828831" y="44814"/>
                </a:cubicBezTo>
                <a:lnTo>
                  <a:pt x="817232" y="46396"/>
                </a:lnTo>
                <a:cubicBezTo>
                  <a:pt x="816705" y="42793"/>
                  <a:pt x="815178" y="39981"/>
                  <a:pt x="812652" y="37960"/>
                </a:cubicBezTo>
                <a:cubicBezTo>
                  <a:pt x="810126" y="35939"/>
                  <a:pt x="806556" y="34929"/>
                  <a:pt x="801943" y="34929"/>
                </a:cubicBezTo>
                <a:cubicBezTo>
                  <a:pt x="796495" y="34929"/>
                  <a:pt x="792607" y="35825"/>
                  <a:pt x="790278" y="37618"/>
                </a:cubicBezTo>
                <a:cubicBezTo>
                  <a:pt x="787949" y="39410"/>
                  <a:pt x="786785" y="41509"/>
                  <a:pt x="786785" y="43914"/>
                </a:cubicBezTo>
                <a:cubicBezTo>
                  <a:pt x="786785" y="45444"/>
                  <a:pt x="787268" y="46821"/>
                  <a:pt x="788235" y="48046"/>
                </a:cubicBezTo>
                <a:cubicBezTo>
                  <a:pt x="789202" y="49313"/>
                  <a:pt x="790717" y="50362"/>
                  <a:pt x="792782" y="51192"/>
                </a:cubicBezTo>
                <a:cubicBezTo>
                  <a:pt x="793969" y="51630"/>
                  <a:pt x="797461" y="52636"/>
                  <a:pt x="803261" y="54210"/>
                </a:cubicBezTo>
                <a:cubicBezTo>
                  <a:pt x="811653" y="56449"/>
                  <a:pt x="817507" y="58282"/>
                  <a:pt x="820824" y="59708"/>
                </a:cubicBezTo>
                <a:cubicBezTo>
                  <a:pt x="824141" y="61135"/>
                  <a:pt x="826744" y="63209"/>
                  <a:pt x="828634" y="65932"/>
                </a:cubicBezTo>
                <a:cubicBezTo>
                  <a:pt x="830523" y="68653"/>
                  <a:pt x="831467" y="72033"/>
                  <a:pt x="831467" y="76071"/>
                </a:cubicBezTo>
                <a:cubicBezTo>
                  <a:pt x="831467" y="80022"/>
                  <a:pt x="830314" y="83743"/>
                  <a:pt x="828008" y="87233"/>
                </a:cubicBezTo>
                <a:cubicBezTo>
                  <a:pt x="825701" y="90722"/>
                  <a:pt x="822373" y="93421"/>
                  <a:pt x="818023" y="95331"/>
                </a:cubicBezTo>
                <a:cubicBezTo>
                  <a:pt x="813674" y="97241"/>
                  <a:pt x="808753" y="98196"/>
                  <a:pt x="803261" y="98196"/>
                </a:cubicBezTo>
                <a:cubicBezTo>
                  <a:pt x="794166" y="98196"/>
                  <a:pt x="787235" y="96301"/>
                  <a:pt x="782468" y="92512"/>
                </a:cubicBezTo>
                <a:cubicBezTo>
                  <a:pt x="777701" y="88722"/>
                  <a:pt x="774659" y="83104"/>
                  <a:pt x="773341" y="75657"/>
                </a:cubicBezTo>
                <a:close/>
                <a:moveTo>
                  <a:pt x="871471" y="86136"/>
                </a:moveTo>
                <a:lnTo>
                  <a:pt x="873184" y="96614"/>
                </a:lnTo>
                <a:cubicBezTo>
                  <a:pt x="869845" y="97229"/>
                  <a:pt x="866858" y="97537"/>
                  <a:pt x="864221" y="97537"/>
                </a:cubicBezTo>
                <a:cubicBezTo>
                  <a:pt x="859916" y="97537"/>
                  <a:pt x="856577" y="96856"/>
                  <a:pt x="854204" y="95494"/>
                </a:cubicBezTo>
                <a:cubicBezTo>
                  <a:pt x="851832" y="94132"/>
                  <a:pt x="850162" y="92341"/>
                  <a:pt x="849195" y="90123"/>
                </a:cubicBezTo>
                <a:cubicBezTo>
                  <a:pt x="848229" y="87904"/>
                  <a:pt x="847746" y="83236"/>
                  <a:pt x="847746" y="76118"/>
                </a:cubicBezTo>
                <a:lnTo>
                  <a:pt x="847746" y="35851"/>
                </a:lnTo>
                <a:lnTo>
                  <a:pt x="839046" y="35851"/>
                </a:lnTo>
                <a:lnTo>
                  <a:pt x="839046" y="26625"/>
                </a:lnTo>
                <a:lnTo>
                  <a:pt x="847746" y="26625"/>
                </a:lnTo>
                <a:lnTo>
                  <a:pt x="847746" y="9245"/>
                </a:lnTo>
                <a:lnTo>
                  <a:pt x="859542" y="2109"/>
                </a:lnTo>
                <a:lnTo>
                  <a:pt x="859542" y="26625"/>
                </a:lnTo>
                <a:lnTo>
                  <a:pt x="871471" y="26625"/>
                </a:lnTo>
                <a:lnTo>
                  <a:pt x="871471" y="35851"/>
                </a:lnTo>
                <a:lnTo>
                  <a:pt x="859542" y="35851"/>
                </a:lnTo>
                <a:lnTo>
                  <a:pt x="859542" y="76777"/>
                </a:lnTo>
                <a:cubicBezTo>
                  <a:pt x="859542" y="80160"/>
                  <a:pt x="859751" y="82335"/>
                  <a:pt x="860168" y="83302"/>
                </a:cubicBezTo>
                <a:cubicBezTo>
                  <a:pt x="860586" y="84268"/>
                  <a:pt x="861267" y="85037"/>
                  <a:pt x="862211" y="85608"/>
                </a:cubicBezTo>
                <a:cubicBezTo>
                  <a:pt x="863156" y="86179"/>
                  <a:pt x="864507" y="86465"/>
                  <a:pt x="866264" y="86465"/>
                </a:cubicBezTo>
                <a:cubicBezTo>
                  <a:pt x="867582" y="86465"/>
                  <a:pt x="869318" y="86355"/>
                  <a:pt x="871471" y="86136"/>
                </a:cubicBezTo>
                <a:close/>
                <a:moveTo>
                  <a:pt x="966285" y="87973"/>
                </a:moveTo>
                <a:cubicBezTo>
                  <a:pt x="961891" y="91710"/>
                  <a:pt x="957663" y="94348"/>
                  <a:pt x="953599" y="95887"/>
                </a:cubicBezTo>
                <a:cubicBezTo>
                  <a:pt x="949535" y="97426"/>
                  <a:pt x="945174" y="98196"/>
                  <a:pt x="940517" y="98196"/>
                </a:cubicBezTo>
                <a:cubicBezTo>
                  <a:pt x="932828" y="98196"/>
                  <a:pt x="926919" y="96316"/>
                  <a:pt x="922789" y="92557"/>
                </a:cubicBezTo>
                <a:cubicBezTo>
                  <a:pt x="918659" y="88798"/>
                  <a:pt x="916594" y="83994"/>
                  <a:pt x="916594" y="78147"/>
                </a:cubicBezTo>
                <a:cubicBezTo>
                  <a:pt x="916594" y="74719"/>
                  <a:pt x="917374" y="71587"/>
                  <a:pt x="918933" y="68752"/>
                </a:cubicBezTo>
                <a:cubicBezTo>
                  <a:pt x="920493" y="65915"/>
                  <a:pt x="922536" y="63639"/>
                  <a:pt x="925062" y="61924"/>
                </a:cubicBezTo>
                <a:cubicBezTo>
                  <a:pt x="927589" y="60209"/>
                  <a:pt x="930434" y="58913"/>
                  <a:pt x="933597" y="58034"/>
                </a:cubicBezTo>
                <a:cubicBezTo>
                  <a:pt x="935925" y="57418"/>
                  <a:pt x="939440" y="56824"/>
                  <a:pt x="944141" y="56253"/>
                </a:cubicBezTo>
                <a:cubicBezTo>
                  <a:pt x="953719" y="55118"/>
                  <a:pt x="960771" y="53766"/>
                  <a:pt x="965296" y="52195"/>
                </a:cubicBezTo>
                <a:cubicBezTo>
                  <a:pt x="965340" y="50577"/>
                  <a:pt x="965362" y="49548"/>
                  <a:pt x="965362" y="49110"/>
                </a:cubicBezTo>
                <a:cubicBezTo>
                  <a:pt x="965362" y="44295"/>
                  <a:pt x="964242" y="40903"/>
                  <a:pt x="962001" y="38934"/>
                </a:cubicBezTo>
                <a:cubicBezTo>
                  <a:pt x="958970" y="36264"/>
                  <a:pt x="954466" y="34929"/>
                  <a:pt x="948491" y="34929"/>
                </a:cubicBezTo>
                <a:cubicBezTo>
                  <a:pt x="942911" y="34929"/>
                  <a:pt x="938792" y="35906"/>
                  <a:pt x="936134" y="37861"/>
                </a:cubicBezTo>
                <a:cubicBezTo>
                  <a:pt x="933476" y="39817"/>
                  <a:pt x="931510" y="43276"/>
                  <a:pt x="930236" y="48241"/>
                </a:cubicBezTo>
                <a:lnTo>
                  <a:pt x="918637" y="46660"/>
                </a:lnTo>
                <a:cubicBezTo>
                  <a:pt x="919691" y="41680"/>
                  <a:pt x="921427" y="37658"/>
                  <a:pt x="923843" y="34595"/>
                </a:cubicBezTo>
                <a:cubicBezTo>
                  <a:pt x="926260" y="31532"/>
                  <a:pt x="929753" y="29175"/>
                  <a:pt x="934322" y="27523"/>
                </a:cubicBezTo>
                <a:cubicBezTo>
                  <a:pt x="938891" y="25870"/>
                  <a:pt x="944185" y="25043"/>
                  <a:pt x="950205" y="25043"/>
                </a:cubicBezTo>
                <a:cubicBezTo>
                  <a:pt x="956180" y="25043"/>
                  <a:pt x="961035" y="25746"/>
                  <a:pt x="964769" y="27152"/>
                </a:cubicBezTo>
                <a:cubicBezTo>
                  <a:pt x="968504" y="28558"/>
                  <a:pt x="971250" y="30326"/>
                  <a:pt x="973007" y="32457"/>
                </a:cubicBezTo>
                <a:cubicBezTo>
                  <a:pt x="974764" y="34588"/>
                  <a:pt x="975995" y="37279"/>
                  <a:pt x="976698" y="40531"/>
                </a:cubicBezTo>
                <a:cubicBezTo>
                  <a:pt x="977093" y="42552"/>
                  <a:pt x="977291" y="46198"/>
                  <a:pt x="977291" y="51470"/>
                </a:cubicBezTo>
                <a:lnTo>
                  <a:pt x="977291" y="67287"/>
                </a:lnTo>
                <a:cubicBezTo>
                  <a:pt x="977291" y="78315"/>
                  <a:pt x="977543" y="85290"/>
                  <a:pt x="978049" y="88212"/>
                </a:cubicBezTo>
                <a:cubicBezTo>
                  <a:pt x="978554" y="91133"/>
                  <a:pt x="979553" y="93934"/>
                  <a:pt x="981047" y="96614"/>
                </a:cubicBezTo>
                <a:lnTo>
                  <a:pt x="968657" y="96614"/>
                </a:lnTo>
                <a:cubicBezTo>
                  <a:pt x="967427" y="94151"/>
                  <a:pt x="966636" y="91271"/>
                  <a:pt x="966285" y="87973"/>
                </a:cubicBezTo>
                <a:moveTo>
                  <a:pt x="965296" y="61422"/>
                </a:moveTo>
                <a:cubicBezTo>
                  <a:pt x="960991" y="63194"/>
                  <a:pt x="954532" y="64701"/>
                  <a:pt x="945921" y="65940"/>
                </a:cubicBezTo>
                <a:cubicBezTo>
                  <a:pt x="941044" y="66646"/>
                  <a:pt x="937595" y="67440"/>
                  <a:pt x="935574" y="68323"/>
                </a:cubicBezTo>
                <a:cubicBezTo>
                  <a:pt x="933553" y="69205"/>
                  <a:pt x="931993" y="70495"/>
                  <a:pt x="930895" y="72195"/>
                </a:cubicBezTo>
                <a:cubicBezTo>
                  <a:pt x="929796" y="73893"/>
                  <a:pt x="929247" y="75779"/>
                  <a:pt x="929247" y="77852"/>
                </a:cubicBezTo>
                <a:cubicBezTo>
                  <a:pt x="929247" y="81028"/>
                  <a:pt x="930445" y="83675"/>
                  <a:pt x="932839" y="85794"/>
                </a:cubicBezTo>
                <a:cubicBezTo>
                  <a:pt x="935233" y="87911"/>
                  <a:pt x="938737" y="88969"/>
                  <a:pt x="943351" y="88969"/>
                </a:cubicBezTo>
                <a:cubicBezTo>
                  <a:pt x="947920" y="88969"/>
                  <a:pt x="951984" y="87965"/>
                  <a:pt x="955543" y="85956"/>
                </a:cubicBezTo>
                <a:cubicBezTo>
                  <a:pt x="959101" y="83948"/>
                  <a:pt x="961716" y="81200"/>
                  <a:pt x="963385" y="77712"/>
                </a:cubicBezTo>
                <a:cubicBezTo>
                  <a:pt x="964659" y="75018"/>
                  <a:pt x="965296" y="71045"/>
                  <a:pt x="965296" y="65792"/>
                </a:cubicBezTo>
                <a:lnTo>
                  <a:pt x="965296" y="61422"/>
                </a:lnTo>
                <a:close/>
                <a:moveTo>
                  <a:pt x="1006597" y="96614"/>
                </a:moveTo>
                <a:lnTo>
                  <a:pt x="995591" y="96614"/>
                </a:lnTo>
                <a:lnTo>
                  <a:pt x="995591" y="0"/>
                </a:lnTo>
                <a:lnTo>
                  <a:pt x="1007454" y="0"/>
                </a:lnTo>
                <a:lnTo>
                  <a:pt x="1007454" y="34595"/>
                </a:lnTo>
                <a:cubicBezTo>
                  <a:pt x="1012462" y="28227"/>
                  <a:pt x="1018855" y="25043"/>
                  <a:pt x="1026632" y="25043"/>
                </a:cubicBezTo>
                <a:cubicBezTo>
                  <a:pt x="1030937" y="25043"/>
                  <a:pt x="1035012" y="25911"/>
                  <a:pt x="1038857" y="27646"/>
                </a:cubicBezTo>
                <a:cubicBezTo>
                  <a:pt x="1042701" y="29382"/>
                  <a:pt x="1045864" y="31820"/>
                  <a:pt x="1048347" y="34962"/>
                </a:cubicBezTo>
                <a:cubicBezTo>
                  <a:pt x="1050829" y="38103"/>
                  <a:pt x="1052773" y="41893"/>
                  <a:pt x="1054179" y="46330"/>
                </a:cubicBezTo>
                <a:cubicBezTo>
                  <a:pt x="1055585" y="50767"/>
                  <a:pt x="1056288" y="55513"/>
                  <a:pt x="1056288" y="60565"/>
                </a:cubicBezTo>
                <a:cubicBezTo>
                  <a:pt x="1056288" y="72559"/>
                  <a:pt x="1053322" y="81830"/>
                  <a:pt x="1047391" y="88376"/>
                </a:cubicBezTo>
                <a:cubicBezTo>
                  <a:pt x="1041460" y="94923"/>
                  <a:pt x="1034342" y="98196"/>
                  <a:pt x="1026038" y="98196"/>
                </a:cubicBezTo>
                <a:cubicBezTo>
                  <a:pt x="1017779" y="98196"/>
                  <a:pt x="1011298" y="94703"/>
                  <a:pt x="1006597" y="87717"/>
                </a:cubicBezTo>
                <a:lnTo>
                  <a:pt x="1006597" y="96614"/>
                </a:lnTo>
                <a:moveTo>
                  <a:pt x="1006465" y="61094"/>
                </a:moveTo>
                <a:cubicBezTo>
                  <a:pt x="1006465" y="69445"/>
                  <a:pt x="1007608" y="75478"/>
                  <a:pt x="1009892" y="79195"/>
                </a:cubicBezTo>
                <a:cubicBezTo>
                  <a:pt x="1013627" y="85272"/>
                  <a:pt x="1018679" y="88310"/>
                  <a:pt x="1025050" y="88310"/>
                </a:cubicBezTo>
                <a:cubicBezTo>
                  <a:pt x="1030234" y="88310"/>
                  <a:pt x="1034716" y="86070"/>
                  <a:pt x="1038494" y="81588"/>
                </a:cubicBezTo>
                <a:cubicBezTo>
                  <a:pt x="1042273" y="77107"/>
                  <a:pt x="1044162" y="70429"/>
                  <a:pt x="1044162" y="61554"/>
                </a:cubicBezTo>
                <a:cubicBezTo>
                  <a:pt x="1044162" y="52460"/>
                  <a:pt x="1042350" y="45750"/>
                  <a:pt x="1038725" y="41422"/>
                </a:cubicBezTo>
                <a:cubicBezTo>
                  <a:pt x="1035100" y="37093"/>
                  <a:pt x="1030718" y="34929"/>
                  <a:pt x="1025577" y="34929"/>
                </a:cubicBezTo>
                <a:cubicBezTo>
                  <a:pt x="1020393" y="34929"/>
                  <a:pt x="1015911" y="37169"/>
                  <a:pt x="1012133" y="41651"/>
                </a:cubicBezTo>
                <a:cubicBezTo>
                  <a:pt x="1008354" y="46132"/>
                  <a:pt x="1006465" y="52613"/>
                  <a:pt x="1006465" y="61094"/>
                </a:cubicBezTo>
                <a:close/>
                <a:moveTo>
                  <a:pt x="1066285" y="61620"/>
                </a:moveTo>
                <a:cubicBezTo>
                  <a:pt x="1066285" y="48659"/>
                  <a:pt x="1069888" y="39059"/>
                  <a:pt x="1077093" y="32820"/>
                </a:cubicBezTo>
                <a:cubicBezTo>
                  <a:pt x="1083112" y="27635"/>
                  <a:pt x="1090449" y="25043"/>
                  <a:pt x="1099105" y="25043"/>
                </a:cubicBezTo>
                <a:cubicBezTo>
                  <a:pt x="1108727" y="25043"/>
                  <a:pt x="1116591" y="28196"/>
                  <a:pt x="1122698" y="34500"/>
                </a:cubicBezTo>
                <a:cubicBezTo>
                  <a:pt x="1128805" y="40805"/>
                  <a:pt x="1131859" y="49515"/>
                  <a:pt x="1131859" y="60631"/>
                </a:cubicBezTo>
                <a:cubicBezTo>
                  <a:pt x="1131859" y="69638"/>
                  <a:pt x="1130508" y="76722"/>
                  <a:pt x="1127806" y="81885"/>
                </a:cubicBezTo>
                <a:cubicBezTo>
                  <a:pt x="1125104" y="87047"/>
                  <a:pt x="1121171" y="91056"/>
                  <a:pt x="1116009" y="93912"/>
                </a:cubicBezTo>
                <a:cubicBezTo>
                  <a:pt x="1110846" y="96768"/>
                  <a:pt x="1105212" y="98196"/>
                  <a:pt x="1099105" y="98196"/>
                </a:cubicBezTo>
                <a:cubicBezTo>
                  <a:pt x="1089307" y="98196"/>
                  <a:pt x="1081388" y="95054"/>
                  <a:pt x="1075347" y="88772"/>
                </a:cubicBezTo>
                <a:cubicBezTo>
                  <a:pt x="1069305" y="82489"/>
                  <a:pt x="1066285" y="73438"/>
                  <a:pt x="1066285" y="61620"/>
                </a:cubicBezTo>
                <a:moveTo>
                  <a:pt x="1078477" y="61587"/>
                </a:moveTo>
                <a:cubicBezTo>
                  <a:pt x="1078477" y="70516"/>
                  <a:pt x="1080432" y="77203"/>
                  <a:pt x="1084342" y="81646"/>
                </a:cubicBezTo>
                <a:cubicBezTo>
                  <a:pt x="1088253" y="86089"/>
                  <a:pt x="1093173" y="88310"/>
                  <a:pt x="1099105" y="88310"/>
                </a:cubicBezTo>
                <a:cubicBezTo>
                  <a:pt x="1104992" y="88310"/>
                  <a:pt x="1109891" y="86078"/>
                  <a:pt x="1113801" y="81613"/>
                </a:cubicBezTo>
                <a:cubicBezTo>
                  <a:pt x="1117711" y="77148"/>
                  <a:pt x="1119667" y="70341"/>
                  <a:pt x="1119667" y="61193"/>
                </a:cubicBezTo>
                <a:cubicBezTo>
                  <a:pt x="1119667" y="52570"/>
                  <a:pt x="1117700" y="46036"/>
                  <a:pt x="1113768" y="41593"/>
                </a:cubicBezTo>
                <a:cubicBezTo>
                  <a:pt x="1109836" y="37150"/>
                  <a:pt x="1104948" y="34929"/>
                  <a:pt x="1099105" y="34929"/>
                </a:cubicBezTo>
                <a:cubicBezTo>
                  <a:pt x="1093173" y="34929"/>
                  <a:pt x="1088253" y="37139"/>
                  <a:pt x="1084342" y="41560"/>
                </a:cubicBezTo>
                <a:cubicBezTo>
                  <a:pt x="1080432" y="45981"/>
                  <a:pt x="1078477" y="52657"/>
                  <a:pt x="1078477" y="61587"/>
                </a:cubicBezTo>
                <a:close/>
                <a:moveTo>
                  <a:pt x="1191612" y="96614"/>
                </a:moveTo>
                <a:lnTo>
                  <a:pt x="1191612" y="86333"/>
                </a:lnTo>
                <a:cubicBezTo>
                  <a:pt x="1186164" y="94242"/>
                  <a:pt x="1178761" y="98196"/>
                  <a:pt x="1169403" y="98196"/>
                </a:cubicBezTo>
                <a:cubicBezTo>
                  <a:pt x="1165273" y="98196"/>
                  <a:pt x="1161418" y="97405"/>
                  <a:pt x="1157837" y="95823"/>
                </a:cubicBezTo>
                <a:cubicBezTo>
                  <a:pt x="1154256" y="94242"/>
                  <a:pt x="1151598" y="92254"/>
                  <a:pt x="1149862" y="89859"/>
                </a:cubicBezTo>
                <a:cubicBezTo>
                  <a:pt x="1148127" y="87465"/>
                  <a:pt x="1146908" y="84532"/>
                  <a:pt x="1146205" y="81061"/>
                </a:cubicBezTo>
                <a:cubicBezTo>
                  <a:pt x="1145722" y="78732"/>
                  <a:pt x="1145480" y="75042"/>
                  <a:pt x="1145480" y="69989"/>
                </a:cubicBezTo>
                <a:lnTo>
                  <a:pt x="1145480" y="26625"/>
                </a:lnTo>
                <a:lnTo>
                  <a:pt x="1157342" y="26625"/>
                </a:lnTo>
                <a:lnTo>
                  <a:pt x="1157342" y="65442"/>
                </a:lnTo>
                <a:cubicBezTo>
                  <a:pt x="1157342" y="71637"/>
                  <a:pt x="1157584" y="75811"/>
                  <a:pt x="1158067" y="77964"/>
                </a:cubicBezTo>
                <a:cubicBezTo>
                  <a:pt x="1158814" y="81083"/>
                  <a:pt x="1160396" y="83532"/>
                  <a:pt x="1162812" y="85312"/>
                </a:cubicBezTo>
                <a:cubicBezTo>
                  <a:pt x="1165229" y="87091"/>
                  <a:pt x="1168217" y="87981"/>
                  <a:pt x="1171775" y="87981"/>
                </a:cubicBezTo>
                <a:cubicBezTo>
                  <a:pt x="1175334" y="87981"/>
                  <a:pt x="1178673" y="87069"/>
                  <a:pt x="1181793" y="85246"/>
                </a:cubicBezTo>
                <a:cubicBezTo>
                  <a:pt x="1184912" y="83423"/>
                  <a:pt x="1187120" y="80940"/>
                  <a:pt x="1188416" y="77799"/>
                </a:cubicBezTo>
                <a:cubicBezTo>
                  <a:pt x="1189712" y="74657"/>
                  <a:pt x="1190360" y="70099"/>
                  <a:pt x="1190360" y="64124"/>
                </a:cubicBezTo>
                <a:lnTo>
                  <a:pt x="1190360" y="26625"/>
                </a:lnTo>
                <a:lnTo>
                  <a:pt x="1202223" y="26625"/>
                </a:lnTo>
                <a:lnTo>
                  <a:pt x="1202223" y="96614"/>
                </a:lnTo>
                <a:lnTo>
                  <a:pt x="1191612" y="96614"/>
                </a:lnTo>
                <a:close/>
                <a:moveTo>
                  <a:pt x="1246687" y="86136"/>
                </a:moveTo>
                <a:lnTo>
                  <a:pt x="1248400" y="96614"/>
                </a:lnTo>
                <a:cubicBezTo>
                  <a:pt x="1245061" y="97229"/>
                  <a:pt x="1242074" y="97537"/>
                  <a:pt x="1239437" y="97537"/>
                </a:cubicBezTo>
                <a:cubicBezTo>
                  <a:pt x="1235132" y="97537"/>
                  <a:pt x="1231793" y="96856"/>
                  <a:pt x="1229420" y="95494"/>
                </a:cubicBezTo>
                <a:cubicBezTo>
                  <a:pt x="1227048" y="94132"/>
                  <a:pt x="1225378" y="92341"/>
                  <a:pt x="1224412" y="90123"/>
                </a:cubicBezTo>
                <a:cubicBezTo>
                  <a:pt x="1223445" y="87904"/>
                  <a:pt x="1222962" y="83236"/>
                  <a:pt x="1222962" y="76118"/>
                </a:cubicBezTo>
                <a:lnTo>
                  <a:pt x="1222962" y="35851"/>
                </a:lnTo>
                <a:lnTo>
                  <a:pt x="1214262" y="35851"/>
                </a:lnTo>
                <a:lnTo>
                  <a:pt x="1214262" y="26625"/>
                </a:lnTo>
                <a:lnTo>
                  <a:pt x="1222962" y="26625"/>
                </a:lnTo>
                <a:lnTo>
                  <a:pt x="1222962" y="9245"/>
                </a:lnTo>
                <a:lnTo>
                  <a:pt x="1234758" y="2109"/>
                </a:lnTo>
                <a:lnTo>
                  <a:pt x="1234758" y="26625"/>
                </a:lnTo>
                <a:lnTo>
                  <a:pt x="1246687" y="26625"/>
                </a:lnTo>
                <a:lnTo>
                  <a:pt x="1246687" y="35851"/>
                </a:lnTo>
                <a:lnTo>
                  <a:pt x="1234758" y="35851"/>
                </a:lnTo>
                <a:lnTo>
                  <a:pt x="1234758" y="76777"/>
                </a:lnTo>
                <a:cubicBezTo>
                  <a:pt x="1234758" y="80160"/>
                  <a:pt x="1234967" y="82335"/>
                  <a:pt x="1235384" y="83302"/>
                </a:cubicBezTo>
                <a:cubicBezTo>
                  <a:pt x="1235802" y="84268"/>
                  <a:pt x="1236483" y="85037"/>
                  <a:pt x="1237427" y="85608"/>
                </a:cubicBezTo>
                <a:cubicBezTo>
                  <a:pt x="1238372" y="86179"/>
                  <a:pt x="1239723" y="86465"/>
                  <a:pt x="1241480" y="86465"/>
                </a:cubicBezTo>
                <a:cubicBezTo>
                  <a:pt x="1242799" y="86465"/>
                  <a:pt x="1244534" y="86355"/>
                  <a:pt x="1246687" y="86136"/>
                </a:cubicBezTo>
                <a:close/>
                <a:moveTo>
                  <a:pt x="1315271" y="96614"/>
                </a:moveTo>
                <a:lnTo>
                  <a:pt x="1288647" y="26625"/>
                </a:lnTo>
                <a:lnTo>
                  <a:pt x="1301168" y="26625"/>
                </a:lnTo>
                <a:lnTo>
                  <a:pt x="1316194" y="68539"/>
                </a:lnTo>
                <a:cubicBezTo>
                  <a:pt x="1317820" y="73065"/>
                  <a:pt x="1319314" y="77766"/>
                  <a:pt x="1320676" y="82643"/>
                </a:cubicBezTo>
                <a:cubicBezTo>
                  <a:pt x="1321730" y="78952"/>
                  <a:pt x="1323202" y="74515"/>
                  <a:pt x="1325091" y="69330"/>
                </a:cubicBezTo>
                <a:lnTo>
                  <a:pt x="1340644" y="26625"/>
                </a:lnTo>
                <a:lnTo>
                  <a:pt x="1352836" y="26625"/>
                </a:lnTo>
                <a:lnTo>
                  <a:pt x="1326343" y="96614"/>
                </a:lnTo>
                <a:lnTo>
                  <a:pt x="1315271" y="96614"/>
                </a:lnTo>
                <a:close/>
                <a:moveTo>
                  <a:pt x="1408986" y="87973"/>
                </a:moveTo>
                <a:cubicBezTo>
                  <a:pt x="1404592" y="91710"/>
                  <a:pt x="1400364" y="94348"/>
                  <a:pt x="1396300" y="95887"/>
                </a:cubicBezTo>
                <a:cubicBezTo>
                  <a:pt x="1392236" y="97426"/>
                  <a:pt x="1387875" y="98196"/>
                  <a:pt x="1383218" y="98196"/>
                </a:cubicBezTo>
                <a:cubicBezTo>
                  <a:pt x="1375529" y="98196"/>
                  <a:pt x="1369620" y="96316"/>
                  <a:pt x="1365490" y="92557"/>
                </a:cubicBezTo>
                <a:cubicBezTo>
                  <a:pt x="1361360" y="88798"/>
                  <a:pt x="1359295" y="83994"/>
                  <a:pt x="1359295" y="78147"/>
                </a:cubicBezTo>
                <a:cubicBezTo>
                  <a:pt x="1359295" y="74719"/>
                  <a:pt x="1360075" y="71587"/>
                  <a:pt x="1361634" y="68752"/>
                </a:cubicBezTo>
                <a:cubicBezTo>
                  <a:pt x="1363194" y="65915"/>
                  <a:pt x="1365237" y="63639"/>
                  <a:pt x="1367763" y="61924"/>
                </a:cubicBezTo>
                <a:cubicBezTo>
                  <a:pt x="1370290" y="60209"/>
                  <a:pt x="1373135" y="58913"/>
                  <a:pt x="1376298" y="58034"/>
                </a:cubicBezTo>
                <a:cubicBezTo>
                  <a:pt x="1378627" y="57418"/>
                  <a:pt x="1382141" y="56824"/>
                  <a:pt x="1386842" y="56253"/>
                </a:cubicBezTo>
                <a:cubicBezTo>
                  <a:pt x="1396420" y="55118"/>
                  <a:pt x="1403472" y="53766"/>
                  <a:pt x="1407997" y="52195"/>
                </a:cubicBezTo>
                <a:cubicBezTo>
                  <a:pt x="1408041" y="50577"/>
                  <a:pt x="1408063" y="49548"/>
                  <a:pt x="1408063" y="49110"/>
                </a:cubicBezTo>
                <a:cubicBezTo>
                  <a:pt x="1408063" y="44295"/>
                  <a:pt x="1406943" y="40903"/>
                  <a:pt x="1404702" y="38934"/>
                </a:cubicBezTo>
                <a:cubicBezTo>
                  <a:pt x="1401671" y="36264"/>
                  <a:pt x="1397167" y="34929"/>
                  <a:pt x="1391192" y="34929"/>
                </a:cubicBezTo>
                <a:cubicBezTo>
                  <a:pt x="1385612" y="34929"/>
                  <a:pt x="1381493" y="35906"/>
                  <a:pt x="1378835" y="37861"/>
                </a:cubicBezTo>
                <a:cubicBezTo>
                  <a:pt x="1376177" y="39817"/>
                  <a:pt x="1374211" y="43276"/>
                  <a:pt x="1372937" y="48241"/>
                </a:cubicBezTo>
                <a:lnTo>
                  <a:pt x="1361338" y="46660"/>
                </a:lnTo>
                <a:cubicBezTo>
                  <a:pt x="1362392" y="41680"/>
                  <a:pt x="1364128" y="37658"/>
                  <a:pt x="1366544" y="34595"/>
                </a:cubicBezTo>
                <a:cubicBezTo>
                  <a:pt x="1368961" y="31532"/>
                  <a:pt x="1372454" y="29175"/>
                  <a:pt x="1377023" y="27523"/>
                </a:cubicBezTo>
                <a:cubicBezTo>
                  <a:pt x="1381592" y="25870"/>
                  <a:pt x="1386886" y="25043"/>
                  <a:pt x="1392906" y="25043"/>
                </a:cubicBezTo>
                <a:cubicBezTo>
                  <a:pt x="1398881" y="25043"/>
                  <a:pt x="1403736" y="25746"/>
                  <a:pt x="1407470" y="27152"/>
                </a:cubicBezTo>
                <a:cubicBezTo>
                  <a:pt x="1411205" y="28558"/>
                  <a:pt x="1413951" y="30326"/>
                  <a:pt x="1415708" y="32457"/>
                </a:cubicBezTo>
                <a:cubicBezTo>
                  <a:pt x="1417466" y="34588"/>
                  <a:pt x="1418696" y="37279"/>
                  <a:pt x="1419399" y="40531"/>
                </a:cubicBezTo>
                <a:cubicBezTo>
                  <a:pt x="1419794" y="42552"/>
                  <a:pt x="1419992" y="46198"/>
                  <a:pt x="1419992" y="51470"/>
                </a:cubicBezTo>
                <a:lnTo>
                  <a:pt x="1419992" y="67287"/>
                </a:lnTo>
                <a:cubicBezTo>
                  <a:pt x="1419992" y="78315"/>
                  <a:pt x="1420244" y="85290"/>
                  <a:pt x="1420750" y="88212"/>
                </a:cubicBezTo>
                <a:cubicBezTo>
                  <a:pt x="1421255" y="91133"/>
                  <a:pt x="1422254" y="93934"/>
                  <a:pt x="1423748" y="96614"/>
                </a:cubicBezTo>
                <a:lnTo>
                  <a:pt x="1411358" y="96614"/>
                </a:lnTo>
                <a:cubicBezTo>
                  <a:pt x="1410128" y="94151"/>
                  <a:pt x="1409337" y="91271"/>
                  <a:pt x="1408986" y="87973"/>
                </a:cubicBezTo>
                <a:moveTo>
                  <a:pt x="1407997" y="61422"/>
                </a:moveTo>
                <a:cubicBezTo>
                  <a:pt x="1403692" y="63194"/>
                  <a:pt x="1397233" y="64701"/>
                  <a:pt x="1388622" y="65940"/>
                </a:cubicBezTo>
                <a:cubicBezTo>
                  <a:pt x="1383745" y="66646"/>
                  <a:pt x="1380296" y="67440"/>
                  <a:pt x="1378275" y="68323"/>
                </a:cubicBezTo>
                <a:cubicBezTo>
                  <a:pt x="1376254" y="69205"/>
                  <a:pt x="1374694" y="70495"/>
                  <a:pt x="1373596" y="72195"/>
                </a:cubicBezTo>
                <a:cubicBezTo>
                  <a:pt x="1372498" y="73893"/>
                  <a:pt x="1371948" y="75779"/>
                  <a:pt x="1371948" y="77852"/>
                </a:cubicBezTo>
                <a:cubicBezTo>
                  <a:pt x="1371948" y="81028"/>
                  <a:pt x="1373146" y="83675"/>
                  <a:pt x="1375540" y="85794"/>
                </a:cubicBezTo>
                <a:cubicBezTo>
                  <a:pt x="1377935" y="87911"/>
                  <a:pt x="1381438" y="88969"/>
                  <a:pt x="1386052" y="88969"/>
                </a:cubicBezTo>
                <a:cubicBezTo>
                  <a:pt x="1390621" y="88969"/>
                  <a:pt x="1394685" y="87965"/>
                  <a:pt x="1398244" y="85956"/>
                </a:cubicBezTo>
                <a:cubicBezTo>
                  <a:pt x="1401803" y="83948"/>
                  <a:pt x="1404417" y="81200"/>
                  <a:pt x="1406086" y="77712"/>
                </a:cubicBezTo>
                <a:cubicBezTo>
                  <a:pt x="1407360" y="75018"/>
                  <a:pt x="1407997" y="71045"/>
                  <a:pt x="1407997" y="65792"/>
                </a:cubicBezTo>
                <a:lnTo>
                  <a:pt x="1407997" y="61422"/>
                </a:lnTo>
                <a:close/>
                <a:moveTo>
                  <a:pt x="1484029" y="70912"/>
                </a:moveTo>
                <a:lnTo>
                  <a:pt x="1495694" y="72428"/>
                </a:lnTo>
                <a:cubicBezTo>
                  <a:pt x="1494420" y="80488"/>
                  <a:pt x="1491158" y="86799"/>
                  <a:pt x="1485907" y="91358"/>
                </a:cubicBezTo>
                <a:cubicBezTo>
                  <a:pt x="1480657" y="95917"/>
                  <a:pt x="1474209" y="98196"/>
                  <a:pt x="1466565" y="98196"/>
                </a:cubicBezTo>
                <a:cubicBezTo>
                  <a:pt x="1456987" y="98196"/>
                  <a:pt x="1449287" y="95065"/>
                  <a:pt x="1443466" y="88805"/>
                </a:cubicBezTo>
                <a:cubicBezTo>
                  <a:pt x="1437644" y="82544"/>
                  <a:pt x="1434733" y="73570"/>
                  <a:pt x="1434733" y="61883"/>
                </a:cubicBezTo>
                <a:cubicBezTo>
                  <a:pt x="1434733" y="54326"/>
                  <a:pt x="1435986" y="47714"/>
                  <a:pt x="1438490" y="42046"/>
                </a:cubicBezTo>
                <a:cubicBezTo>
                  <a:pt x="1440994" y="36379"/>
                  <a:pt x="1444806" y="32128"/>
                  <a:pt x="1449924" y="29294"/>
                </a:cubicBezTo>
                <a:cubicBezTo>
                  <a:pt x="1455043" y="26460"/>
                  <a:pt x="1460611" y="25043"/>
                  <a:pt x="1466631" y="25043"/>
                </a:cubicBezTo>
                <a:cubicBezTo>
                  <a:pt x="1474231" y="25043"/>
                  <a:pt x="1480448" y="26972"/>
                  <a:pt x="1485281" y="30828"/>
                </a:cubicBezTo>
                <a:cubicBezTo>
                  <a:pt x="1490114" y="34684"/>
                  <a:pt x="1493212" y="40158"/>
                  <a:pt x="1494574" y="47253"/>
                </a:cubicBezTo>
                <a:lnTo>
                  <a:pt x="1483041" y="49032"/>
                </a:lnTo>
                <a:cubicBezTo>
                  <a:pt x="1481942" y="44353"/>
                  <a:pt x="1479998" y="40833"/>
                  <a:pt x="1477208" y="38471"/>
                </a:cubicBezTo>
                <a:cubicBezTo>
                  <a:pt x="1474418" y="36109"/>
                  <a:pt x="1471046" y="34929"/>
                  <a:pt x="1467092" y="34929"/>
                </a:cubicBezTo>
                <a:cubicBezTo>
                  <a:pt x="1461117" y="34929"/>
                  <a:pt x="1456262" y="37060"/>
                  <a:pt x="1452527" y="41323"/>
                </a:cubicBezTo>
                <a:cubicBezTo>
                  <a:pt x="1448793" y="45585"/>
                  <a:pt x="1446926" y="52329"/>
                  <a:pt x="1446926" y="61554"/>
                </a:cubicBezTo>
                <a:cubicBezTo>
                  <a:pt x="1446926" y="70911"/>
                  <a:pt x="1448727" y="77710"/>
                  <a:pt x="1452330" y="81951"/>
                </a:cubicBezTo>
                <a:cubicBezTo>
                  <a:pt x="1455932" y="86190"/>
                  <a:pt x="1460633" y="88310"/>
                  <a:pt x="1466433" y="88310"/>
                </a:cubicBezTo>
                <a:cubicBezTo>
                  <a:pt x="1471090" y="88310"/>
                  <a:pt x="1474978" y="86888"/>
                  <a:pt x="1478098" y="84043"/>
                </a:cubicBezTo>
                <a:cubicBezTo>
                  <a:pt x="1481217" y="81198"/>
                  <a:pt x="1483194" y="76821"/>
                  <a:pt x="1484029" y="70912"/>
                </a:cubicBezTo>
                <a:close/>
                <a:moveTo>
                  <a:pt x="1551514" y="70912"/>
                </a:moveTo>
                <a:lnTo>
                  <a:pt x="1563179" y="72428"/>
                </a:lnTo>
                <a:cubicBezTo>
                  <a:pt x="1561905" y="80488"/>
                  <a:pt x="1558643" y="86799"/>
                  <a:pt x="1553392" y="91358"/>
                </a:cubicBezTo>
                <a:cubicBezTo>
                  <a:pt x="1548142" y="95917"/>
                  <a:pt x="1541694" y="98196"/>
                  <a:pt x="1534050" y="98196"/>
                </a:cubicBezTo>
                <a:cubicBezTo>
                  <a:pt x="1524472" y="98196"/>
                  <a:pt x="1516772" y="95065"/>
                  <a:pt x="1510951" y="88805"/>
                </a:cubicBezTo>
                <a:cubicBezTo>
                  <a:pt x="1505129" y="82544"/>
                  <a:pt x="1502218" y="73570"/>
                  <a:pt x="1502218" y="61883"/>
                </a:cubicBezTo>
                <a:cubicBezTo>
                  <a:pt x="1502218" y="54326"/>
                  <a:pt x="1503471" y="47714"/>
                  <a:pt x="1505975" y="42046"/>
                </a:cubicBezTo>
                <a:cubicBezTo>
                  <a:pt x="1508479" y="36379"/>
                  <a:pt x="1512291" y="32128"/>
                  <a:pt x="1517409" y="29294"/>
                </a:cubicBezTo>
                <a:cubicBezTo>
                  <a:pt x="1522528" y="26460"/>
                  <a:pt x="1528096" y="25043"/>
                  <a:pt x="1534116" y="25043"/>
                </a:cubicBezTo>
                <a:cubicBezTo>
                  <a:pt x="1541716" y="25043"/>
                  <a:pt x="1547933" y="26972"/>
                  <a:pt x="1552766" y="30828"/>
                </a:cubicBezTo>
                <a:cubicBezTo>
                  <a:pt x="1557599" y="34684"/>
                  <a:pt x="1560697" y="40158"/>
                  <a:pt x="1562059" y="47253"/>
                </a:cubicBezTo>
                <a:lnTo>
                  <a:pt x="1550526" y="49032"/>
                </a:lnTo>
                <a:cubicBezTo>
                  <a:pt x="1549427" y="44353"/>
                  <a:pt x="1547483" y="40833"/>
                  <a:pt x="1544693" y="38471"/>
                </a:cubicBezTo>
                <a:cubicBezTo>
                  <a:pt x="1541903" y="36109"/>
                  <a:pt x="1538531" y="34929"/>
                  <a:pt x="1534577" y="34929"/>
                </a:cubicBezTo>
                <a:cubicBezTo>
                  <a:pt x="1528602" y="34929"/>
                  <a:pt x="1523747" y="37060"/>
                  <a:pt x="1520012" y="41323"/>
                </a:cubicBezTo>
                <a:cubicBezTo>
                  <a:pt x="1516278" y="45585"/>
                  <a:pt x="1514411" y="52329"/>
                  <a:pt x="1514411" y="61554"/>
                </a:cubicBezTo>
                <a:cubicBezTo>
                  <a:pt x="1514411" y="70911"/>
                  <a:pt x="1516212" y="77710"/>
                  <a:pt x="1519815" y="81951"/>
                </a:cubicBezTo>
                <a:cubicBezTo>
                  <a:pt x="1523417" y="86190"/>
                  <a:pt x="1528118" y="88310"/>
                  <a:pt x="1533918" y="88310"/>
                </a:cubicBezTo>
                <a:cubicBezTo>
                  <a:pt x="1538575" y="88310"/>
                  <a:pt x="1542463" y="86888"/>
                  <a:pt x="1545583" y="84043"/>
                </a:cubicBezTo>
                <a:cubicBezTo>
                  <a:pt x="1548702" y="81198"/>
                  <a:pt x="1550679" y="76821"/>
                  <a:pt x="1551514" y="70912"/>
                </a:cubicBezTo>
                <a:close/>
                <a:moveTo>
                  <a:pt x="1573394" y="13708"/>
                </a:moveTo>
                <a:lnTo>
                  <a:pt x="1573394" y="0"/>
                </a:lnTo>
                <a:lnTo>
                  <a:pt x="1585256" y="0"/>
                </a:lnTo>
                <a:lnTo>
                  <a:pt x="1585256" y="13708"/>
                </a:lnTo>
                <a:lnTo>
                  <a:pt x="1573394" y="13708"/>
                </a:lnTo>
                <a:moveTo>
                  <a:pt x="1573394" y="96614"/>
                </a:moveTo>
                <a:lnTo>
                  <a:pt x="1573394" y="26625"/>
                </a:lnTo>
                <a:lnTo>
                  <a:pt x="1585256" y="26625"/>
                </a:lnTo>
                <a:lnTo>
                  <a:pt x="1585256" y="96614"/>
                </a:lnTo>
                <a:lnTo>
                  <a:pt x="1573394" y="96614"/>
                </a:lnTo>
                <a:close/>
                <a:moveTo>
                  <a:pt x="1603292" y="96614"/>
                </a:moveTo>
                <a:lnTo>
                  <a:pt x="1603292" y="26625"/>
                </a:lnTo>
                <a:lnTo>
                  <a:pt x="1613968" y="26625"/>
                </a:lnTo>
                <a:lnTo>
                  <a:pt x="1613968" y="36510"/>
                </a:lnTo>
                <a:cubicBezTo>
                  <a:pt x="1619108" y="28866"/>
                  <a:pt x="1626533" y="25043"/>
                  <a:pt x="1636243" y="25043"/>
                </a:cubicBezTo>
                <a:cubicBezTo>
                  <a:pt x="1640461" y="25043"/>
                  <a:pt x="1644338" y="25801"/>
                  <a:pt x="1647875" y="27317"/>
                </a:cubicBezTo>
                <a:cubicBezTo>
                  <a:pt x="1651412" y="28833"/>
                  <a:pt x="1654059" y="30821"/>
                  <a:pt x="1655816" y="33281"/>
                </a:cubicBezTo>
                <a:cubicBezTo>
                  <a:pt x="1657574" y="35742"/>
                  <a:pt x="1658804" y="38663"/>
                  <a:pt x="1659507" y="42046"/>
                </a:cubicBezTo>
                <a:cubicBezTo>
                  <a:pt x="1659946" y="44243"/>
                  <a:pt x="1660166" y="48087"/>
                  <a:pt x="1660166" y="53579"/>
                </a:cubicBezTo>
                <a:lnTo>
                  <a:pt x="1660166" y="96614"/>
                </a:lnTo>
                <a:lnTo>
                  <a:pt x="1648303" y="96614"/>
                </a:lnTo>
                <a:lnTo>
                  <a:pt x="1648303" y="53995"/>
                </a:lnTo>
                <a:cubicBezTo>
                  <a:pt x="1648303" y="49157"/>
                  <a:pt x="1647842" y="45539"/>
                  <a:pt x="1646920" y="43142"/>
                </a:cubicBezTo>
                <a:cubicBezTo>
                  <a:pt x="1645997" y="40745"/>
                  <a:pt x="1644360" y="38831"/>
                  <a:pt x="1642010" y="37402"/>
                </a:cubicBezTo>
                <a:cubicBezTo>
                  <a:pt x="1639659" y="35973"/>
                  <a:pt x="1636902" y="35258"/>
                  <a:pt x="1633739" y="35258"/>
                </a:cubicBezTo>
                <a:cubicBezTo>
                  <a:pt x="1628686" y="35258"/>
                  <a:pt x="1624326" y="36864"/>
                  <a:pt x="1620657" y="40075"/>
                </a:cubicBezTo>
                <a:cubicBezTo>
                  <a:pt x="1616988" y="43285"/>
                  <a:pt x="1615154" y="49377"/>
                  <a:pt x="1615154" y="58349"/>
                </a:cubicBezTo>
                <a:lnTo>
                  <a:pt x="1615154" y="96614"/>
                </a:lnTo>
                <a:lnTo>
                  <a:pt x="1603292" y="96614"/>
                </a:lnTo>
                <a:close/>
                <a:moveTo>
                  <a:pt x="1726246" y="74075"/>
                </a:moveTo>
                <a:lnTo>
                  <a:pt x="1738504" y="75591"/>
                </a:lnTo>
                <a:cubicBezTo>
                  <a:pt x="1736571" y="82753"/>
                  <a:pt x="1732990" y="88310"/>
                  <a:pt x="1727762" y="92265"/>
                </a:cubicBezTo>
                <a:cubicBezTo>
                  <a:pt x="1722533" y="96219"/>
                  <a:pt x="1715855" y="98196"/>
                  <a:pt x="1707727" y="98196"/>
                </a:cubicBezTo>
                <a:cubicBezTo>
                  <a:pt x="1697490" y="98196"/>
                  <a:pt x="1689373" y="95043"/>
                  <a:pt x="1683376" y="88739"/>
                </a:cubicBezTo>
                <a:cubicBezTo>
                  <a:pt x="1677379" y="82434"/>
                  <a:pt x="1674380" y="73592"/>
                  <a:pt x="1674380" y="62213"/>
                </a:cubicBezTo>
                <a:cubicBezTo>
                  <a:pt x="1674380" y="50438"/>
                  <a:pt x="1677412" y="41299"/>
                  <a:pt x="1683475" y="34797"/>
                </a:cubicBezTo>
                <a:cubicBezTo>
                  <a:pt x="1689538" y="28294"/>
                  <a:pt x="1697402" y="25043"/>
                  <a:pt x="1707068" y="25043"/>
                </a:cubicBezTo>
                <a:cubicBezTo>
                  <a:pt x="1716426" y="25043"/>
                  <a:pt x="1724071" y="28224"/>
                  <a:pt x="1730003" y="34585"/>
                </a:cubicBezTo>
                <a:cubicBezTo>
                  <a:pt x="1735934" y="40944"/>
                  <a:pt x="1738899" y="49892"/>
                  <a:pt x="1738899" y="61428"/>
                </a:cubicBezTo>
                <a:cubicBezTo>
                  <a:pt x="1738899" y="62130"/>
                  <a:pt x="1738877" y="63182"/>
                  <a:pt x="1738834" y="64585"/>
                </a:cubicBezTo>
                <a:lnTo>
                  <a:pt x="1686638" y="64585"/>
                </a:lnTo>
                <a:cubicBezTo>
                  <a:pt x="1687078" y="72252"/>
                  <a:pt x="1689252" y="78123"/>
                  <a:pt x="1693163" y="82198"/>
                </a:cubicBezTo>
                <a:cubicBezTo>
                  <a:pt x="1697073" y="86273"/>
                  <a:pt x="1701950" y="88310"/>
                  <a:pt x="1707793" y="88310"/>
                </a:cubicBezTo>
                <a:cubicBezTo>
                  <a:pt x="1712143" y="88310"/>
                  <a:pt x="1715855" y="87179"/>
                  <a:pt x="1718931" y="84916"/>
                </a:cubicBezTo>
                <a:cubicBezTo>
                  <a:pt x="1722006" y="82652"/>
                  <a:pt x="1724445" y="79039"/>
                  <a:pt x="1726246" y="74075"/>
                </a:cubicBezTo>
                <a:moveTo>
                  <a:pt x="1687297" y="54700"/>
                </a:moveTo>
                <a:lnTo>
                  <a:pt x="1726378" y="54700"/>
                </a:lnTo>
                <a:cubicBezTo>
                  <a:pt x="1725851" y="48908"/>
                  <a:pt x="1724357" y="44565"/>
                  <a:pt x="1721896" y="41669"/>
                </a:cubicBezTo>
                <a:cubicBezTo>
                  <a:pt x="1718118" y="37176"/>
                  <a:pt x="1713219" y="34929"/>
                  <a:pt x="1707200" y="34929"/>
                </a:cubicBezTo>
                <a:cubicBezTo>
                  <a:pt x="1701752" y="34929"/>
                  <a:pt x="1697172" y="36723"/>
                  <a:pt x="1693459" y="40310"/>
                </a:cubicBezTo>
                <a:cubicBezTo>
                  <a:pt x="1689747" y="43896"/>
                  <a:pt x="1687693" y="48693"/>
                  <a:pt x="1687297" y="54700"/>
                </a:cubicBezTo>
                <a:close/>
                <a:moveTo>
                  <a:pt x="1748633" y="75657"/>
                </a:moveTo>
                <a:lnTo>
                  <a:pt x="1760363" y="73812"/>
                </a:lnTo>
                <a:cubicBezTo>
                  <a:pt x="1761023" y="78492"/>
                  <a:pt x="1762857" y="82079"/>
                  <a:pt x="1765866" y="84572"/>
                </a:cubicBezTo>
                <a:cubicBezTo>
                  <a:pt x="1768876" y="87064"/>
                  <a:pt x="1773083" y="88310"/>
                  <a:pt x="1778487" y="88310"/>
                </a:cubicBezTo>
                <a:cubicBezTo>
                  <a:pt x="1783935" y="88310"/>
                  <a:pt x="1787977" y="87210"/>
                  <a:pt x="1790613" y="85009"/>
                </a:cubicBezTo>
                <a:cubicBezTo>
                  <a:pt x="1793249" y="82807"/>
                  <a:pt x="1794567" y="80224"/>
                  <a:pt x="1794567" y="77261"/>
                </a:cubicBezTo>
                <a:cubicBezTo>
                  <a:pt x="1794567" y="74602"/>
                  <a:pt x="1793403" y="72509"/>
                  <a:pt x="1791074" y="70984"/>
                </a:cubicBezTo>
                <a:cubicBezTo>
                  <a:pt x="1789449" y="69938"/>
                  <a:pt x="1785407" y="68608"/>
                  <a:pt x="1778948" y="66995"/>
                </a:cubicBezTo>
                <a:cubicBezTo>
                  <a:pt x="1770249" y="64797"/>
                  <a:pt x="1764219" y="62895"/>
                  <a:pt x="1760858" y="61290"/>
                </a:cubicBezTo>
                <a:cubicBezTo>
                  <a:pt x="1757497" y="59685"/>
                  <a:pt x="1754948" y="57464"/>
                  <a:pt x="1753213" y="54628"/>
                </a:cubicBezTo>
                <a:cubicBezTo>
                  <a:pt x="1751478" y="51791"/>
                  <a:pt x="1750610" y="48658"/>
                  <a:pt x="1750610" y="45228"/>
                </a:cubicBezTo>
                <a:cubicBezTo>
                  <a:pt x="1750610" y="42106"/>
                  <a:pt x="1751324" y="39214"/>
                  <a:pt x="1752752" y="36554"/>
                </a:cubicBezTo>
                <a:cubicBezTo>
                  <a:pt x="1754180" y="33893"/>
                  <a:pt x="1756124" y="31683"/>
                  <a:pt x="1758584" y="29924"/>
                </a:cubicBezTo>
                <a:cubicBezTo>
                  <a:pt x="1760429" y="28561"/>
                  <a:pt x="1762945" y="27407"/>
                  <a:pt x="1766130" y="26462"/>
                </a:cubicBezTo>
                <a:cubicBezTo>
                  <a:pt x="1769315" y="25516"/>
                  <a:pt x="1772731" y="25043"/>
                  <a:pt x="1776378" y="25043"/>
                </a:cubicBezTo>
                <a:cubicBezTo>
                  <a:pt x="1781870" y="25043"/>
                  <a:pt x="1786692" y="25840"/>
                  <a:pt x="1790844" y="27432"/>
                </a:cubicBezTo>
                <a:cubicBezTo>
                  <a:pt x="1794996" y="29024"/>
                  <a:pt x="1798060" y="31180"/>
                  <a:pt x="1800037" y="33901"/>
                </a:cubicBezTo>
                <a:cubicBezTo>
                  <a:pt x="1802014" y="36621"/>
                  <a:pt x="1803376" y="40259"/>
                  <a:pt x="1804123" y="44814"/>
                </a:cubicBezTo>
                <a:lnTo>
                  <a:pt x="1792524" y="46396"/>
                </a:lnTo>
                <a:cubicBezTo>
                  <a:pt x="1791997" y="42793"/>
                  <a:pt x="1790470" y="39981"/>
                  <a:pt x="1787944" y="37960"/>
                </a:cubicBezTo>
                <a:cubicBezTo>
                  <a:pt x="1785418" y="35939"/>
                  <a:pt x="1781848" y="34929"/>
                  <a:pt x="1777235" y="34929"/>
                </a:cubicBezTo>
                <a:cubicBezTo>
                  <a:pt x="1771787" y="34929"/>
                  <a:pt x="1767898" y="35825"/>
                  <a:pt x="1765570" y="37618"/>
                </a:cubicBezTo>
                <a:cubicBezTo>
                  <a:pt x="1763241" y="39410"/>
                  <a:pt x="1762077" y="41509"/>
                  <a:pt x="1762077" y="43914"/>
                </a:cubicBezTo>
                <a:cubicBezTo>
                  <a:pt x="1762077" y="45444"/>
                  <a:pt x="1762560" y="46821"/>
                  <a:pt x="1763527" y="48046"/>
                </a:cubicBezTo>
                <a:cubicBezTo>
                  <a:pt x="1764493" y="49313"/>
                  <a:pt x="1766009" y="50362"/>
                  <a:pt x="1768074" y="51192"/>
                </a:cubicBezTo>
                <a:cubicBezTo>
                  <a:pt x="1769260" y="51630"/>
                  <a:pt x="1772753" y="52636"/>
                  <a:pt x="1778553" y="54210"/>
                </a:cubicBezTo>
                <a:cubicBezTo>
                  <a:pt x="1786944" y="56449"/>
                  <a:pt x="1792799" y="58282"/>
                  <a:pt x="1796116" y="59708"/>
                </a:cubicBezTo>
                <a:cubicBezTo>
                  <a:pt x="1799433" y="61135"/>
                  <a:pt x="1802036" y="63209"/>
                  <a:pt x="1803926" y="65932"/>
                </a:cubicBezTo>
                <a:cubicBezTo>
                  <a:pt x="1805815" y="68653"/>
                  <a:pt x="1806759" y="72033"/>
                  <a:pt x="1806759" y="76071"/>
                </a:cubicBezTo>
                <a:cubicBezTo>
                  <a:pt x="1806759" y="80022"/>
                  <a:pt x="1805606" y="83743"/>
                  <a:pt x="1803299" y="87233"/>
                </a:cubicBezTo>
                <a:cubicBezTo>
                  <a:pt x="1800993" y="90722"/>
                  <a:pt x="1797665" y="93421"/>
                  <a:pt x="1793315" y="95331"/>
                </a:cubicBezTo>
                <a:cubicBezTo>
                  <a:pt x="1788966" y="97241"/>
                  <a:pt x="1784045" y="98196"/>
                  <a:pt x="1778553" y="98196"/>
                </a:cubicBezTo>
                <a:cubicBezTo>
                  <a:pt x="1769458" y="98196"/>
                  <a:pt x="1762527" y="96301"/>
                  <a:pt x="1757760" y="92512"/>
                </a:cubicBezTo>
                <a:cubicBezTo>
                  <a:pt x="1752993" y="88722"/>
                  <a:pt x="1749951" y="83104"/>
                  <a:pt x="1748633" y="75657"/>
                </a:cubicBezTo>
                <a:close/>
                <a:moveTo>
                  <a:pt x="1823960" y="96614"/>
                </a:moveTo>
                <a:lnTo>
                  <a:pt x="1823960" y="83038"/>
                </a:lnTo>
                <a:lnTo>
                  <a:pt x="1837470" y="83038"/>
                </a:lnTo>
                <a:lnTo>
                  <a:pt x="1837470" y="96575"/>
                </a:lnTo>
                <a:cubicBezTo>
                  <a:pt x="1837470" y="101551"/>
                  <a:pt x="1836592" y="105568"/>
                  <a:pt x="1834834" y="108627"/>
                </a:cubicBezTo>
                <a:cubicBezTo>
                  <a:pt x="1833077" y="111687"/>
                  <a:pt x="1830287" y="114054"/>
                  <a:pt x="1826465" y="115726"/>
                </a:cubicBezTo>
                <a:lnTo>
                  <a:pt x="1823169" y="110586"/>
                </a:lnTo>
                <a:cubicBezTo>
                  <a:pt x="1825674" y="109493"/>
                  <a:pt x="1827519" y="107886"/>
                  <a:pt x="1828705" y="105764"/>
                </a:cubicBezTo>
                <a:cubicBezTo>
                  <a:pt x="1829892" y="103643"/>
                  <a:pt x="1830551" y="100593"/>
                  <a:pt x="1830682" y="96614"/>
                </a:cubicBezTo>
                <a:lnTo>
                  <a:pt x="1823960" y="96614"/>
                </a:lnTo>
                <a:close/>
                <a:moveTo>
                  <a:pt x="1895971" y="13708"/>
                </a:moveTo>
                <a:lnTo>
                  <a:pt x="1895971" y="0"/>
                </a:lnTo>
                <a:lnTo>
                  <a:pt x="1907834" y="0"/>
                </a:lnTo>
                <a:lnTo>
                  <a:pt x="1907834" y="13708"/>
                </a:lnTo>
                <a:lnTo>
                  <a:pt x="1895971" y="13708"/>
                </a:lnTo>
                <a:moveTo>
                  <a:pt x="1895971" y="96614"/>
                </a:moveTo>
                <a:lnTo>
                  <a:pt x="1895971" y="26625"/>
                </a:lnTo>
                <a:lnTo>
                  <a:pt x="1907834" y="26625"/>
                </a:lnTo>
                <a:lnTo>
                  <a:pt x="1907834" y="96614"/>
                </a:lnTo>
                <a:lnTo>
                  <a:pt x="1895971" y="96614"/>
                </a:lnTo>
                <a:close/>
                <a:moveTo>
                  <a:pt x="1951769" y="86136"/>
                </a:moveTo>
                <a:lnTo>
                  <a:pt x="1953482" y="96614"/>
                </a:lnTo>
                <a:cubicBezTo>
                  <a:pt x="1950143" y="97229"/>
                  <a:pt x="1947156" y="97537"/>
                  <a:pt x="1944520" y="97537"/>
                </a:cubicBezTo>
                <a:cubicBezTo>
                  <a:pt x="1940214" y="97537"/>
                  <a:pt x="1936875" y="96856"/>
                  <a:pt x="1934502" y="95494"/>
                </a:cubicBezTo>
                <a:cubicBezTo>
                  <a:pt x="1932130" y="94132"/>
                  <a:pt x="1930460" y="92341"/>
                  <a:pt x="1929494" y="90123"/>
                </a:cubicBezTo>
                <a:cubicBezTo>
                  <a:pt x="1928527" y="87904"/>
                  <a:pt x="1928044" y="83236"/>
                  <a:pt x="1928044" y="76118"/>
                </a:cubicBezTo>
                <a:lnTo>
                  <a:pt x="1928044" y="35851"/>
                </a:lnTo>
                <a:lnTo>
                  <a:pt x="1919345" y="35851"/>
                </a:lnTo>
                <a:lnTo>
                  <a:pt x="1919345" y="26625"/>
                </a:lnTo>
                <a:lnTo>
                  <a:pt x="1928044" y="26625"/>
                </a:lnTo>
                <a:lnTo>
                  <a:pt x="1928044" y="9245"/>
                </a:lnTo>
                <a:lnTo>
                  <a:pt x="1939841" y="2109"/>
                </a:lnTo>
                <a:lnTo>
                  <a:pt x="1939841" y="26625"/>
                </a:lnTo>
                <a:lnTo>
                  <a:pt x="1951769" y="26625"/>
                </a:lnTo>
                <a:lnTo>
                  <a:pt x="1951769" y="35851"/>
                </a:lnTo>
                <a:lnTo>
                  <a:pt x="1939841" y="35851"/>
                </a:lnTo>
                <a:lnTo>
                  <a:pt x="1939841" y="76777"/>
                </a:lnTo>
                <a:cubicBezTo>
                  <a:pt x="1939841" y="80160"/>
                  <a:pt x="1940049" y="82335"/>
                  <a:pt x="1940467" y="83302"/>
                </a:cubicBezTo>
                <a:cubicBezTo>
                  <a:pt x="1940884" y="84268"/>
                  <a:pt x="1941565" y="85037"/>
                  <a:pt x="1942510" y="85608"/>
                </a:cubicBezTo>
                <a:cubicBezTo>
                  <a:pt x="1943454" y="86179"/>
                  <a:pt x="1944805" y="86465"/>
                  <a:pt x="1946563" y="86465"/>
                </a:cubicBezTo>
                <a:cubicBezTo>
                  <a:pt x="1947881" y="86465"/>
                  <a:pt x="1949616" y="86355"/>
                  <a:pt x="1951769" y="86136"/>
                </a:cubicBezTo>
                <a:close/>
                <a:moveTo>
                  <a:pt x="2000912" y="96614"/>
                </a:moveTo>
                <a:lnTo>
                  <a:pt x="2000912" y="26625"/>
                </a:lnTo>
                <a:lnTo>
                  <a:pt x="2011523" y="26625"/>
                </a:lnTo>
                <a:lnTo>
                  <a:pt x="2011523" y="36379"/>
                </a:lnTo>
                <a:cubicBezTo>
                  <a:pt x="2013720" y="32971"/>
                  <a:pt x="2016641" y="30230"/>
                  <a:pt x="2020288" y="28155"/>
                </a:cubicBezTo>
                <a:cubicBezTo>
                  <a:pt x="2023935" y="26081"/>
                  <a:pt x="2028087" y="25043"/>
                  <a:pt x="2032744" y="25043"/>
                </a:cubicBezTo>
                <a:cubicBezTo>
                  <a:pt x="2037928" y="25043"/>
                  <a:pt x="2042179" y="26114"/>
                  <a:pt x="2045496" y="28256"/>
                </a:cubicBezTo>
                <a:cubicBezTo>
                  <a:pt x="2048813" y="30397"/>
                  <a:pt x="2051153" y="33390"/>
                  <a:pt x="2052515" y="37235"/>
                </a:cubicBezTo>
                <a:cubicBezTo>
                  <a:pt x="2058051" y="29107"/>
                  <a:pt x="2065256" y="25043"/>
                  <a:pt x="2074131" y="25043"/>
                </a:cubicBezTo>
                <a:cubicBezTo>
                  <a:pt x="2081073" y="25043"/>
                  <a:pt x="2086411" y="26965"/>
                  <a:pt x="2090145" y="30810"/>
                </a:cubicBezTo>
                <a:cubicBezTo>
                  <a:pt x="2093880" y="34654"/>
                  <a:pt x="2095747" y="40574"/>
                  <a:pt x="2095747" y="48571"/>
                </a:cubicBezTo>
                <a:lnTo>
                  <a:pt x="2095747" y="96614"/>
                </a:lnTo>
                <a:lnTo>
                  <a:pt x="2083951" y="96614"/>
                </a:lnTo>
                <a:lnTo>
                  <a:pt x="2083951" y="52478"/>
                </a:lnTo>
                <a:cubicBezTo>
                  <a:pt x="2083951" y="47727"/>
                  <a:pt x="2083566" y="44308"/>
                  <a:pt x="2082797" y="42219"/>
                </a:cubicBezTo>
                <a:cubicBezTo>
                  <a:pt x="2082028" y="40130"/>
                  <a:pt x="2080633" y="38447"/>
                  <a:pt x="2078612" y="37171"/>
                </a:cubicBezTo>
                <a:cubicBezTo>
                  <a:pt x="2076591" y="35896"/>
                  <a:pt x="2074219" y="35258"/>
                  <a:pt x="2071495" y="35258"/>
                </a:cubicBezTo>
                <a:cubicBezTo>
                  <a:pt x="2066574" y="35258"/>
                  <a:pt x="2062488" y="36897"/>
                  <a:pt x="2059237" y="40174"/>
                </a:cubicBezTo>
                <a:cubicBezTo>
                  <a:pt x="2055986" y="43450"/>
                  <a:pt x="2054360" y="48695"/>
                  <a:pt x="2054360" y="55909"/>
                </a:cubicBezTo>
                <a:lnTo>
                  <a:pt x="2054360" y="96614"/>
                </a:lnTo>
                <a:lnTo>
                  <a:pt x="2042497" y="96614"/>
                </a:lnTo>
                <a:lnTo>
                  <a:pt x="2042497" y="51091"/>
                </a:lnTo>
                <a:cubicBezTo>
                  <a:pt x="2042497" y="45814"/>
                  <a:pt x="2041531" y="41855"/>
                  <a:pt x="2039598" y="39217"/>
                </a:cubicBezTo>
                <a:cubicBezTo>
                  <a:pt x="2037664" y="36578"/>
                  <a:pt x="2034501" y="35258"/>
                  <a:pt x="2030108" y="35258"/>
                </a:cubicBezTo>
                <a:cubicBezTo>
                  <a:pt x="2026768" y="35258"/>
                  <a:pt x="2023682" y="36138"/>
                  <a:pt x="2020848" y="37898"/>
                </a:cubicBezTo>
                <a:cubicBezTo>
                  <a:pt x="2018014" y="39657"/>
                  <a:pt x="2015960" y="42230"/>
                  <a:pt x="2014686" y="45617"/>
                </a:cubicBezTo>
                <a:cubicBezTo>
                  <a:pt x="2013412" y="49003"/>
                  <a:pt x="2012775" y="53885"/>
                  <a:pt x="2012775" y="60262"/>
                </a:cubicBezTo>
                <a:lnTo>
                  <a:pt x="2012775" y="96614"/>
                </a:lnTo>
                <a:lnTo>
                  <a:pt x="2000912" y="96614"/>
                </a:lnTo>
                <a:close/>
                <a:moveTo>
                  <a:pt x="2159013" y="87973"/>
                </a:moveTo>
                <a:cubicBezTo>
                  <a:pt x="2154620" y="91710"/>
                  <a:pt x="2150391" y="94348"/>
                  <a:pt x="2146327" y="95887"/>
                </a:cubicBezTo>
                <a:cubicBezTo>
                  <a:pt x="2142263" y="97426"/>
                  <a:pt x="2137902" y="98196"/>
                  <a:pt x="2133245" y="98196"/>
                </a:cubicBezTo>
                <a:cubicBezTo>
                  <a:pt x="2125556" y="98196"/>
                  <a:pt x="2119647" y="96316"/>
                  <a:pt x="2115517" y="92557"/>
                </a:cubicBezTo>
                <a:cubicBezTo>
                  <a:pt x="2111387" y="88798"/>
                  <a:pt x="2109322" y="83994"/>
                  <a:pt x="2109322" y="78147"/>
                </a:cubicBezTo>
                <a:cubicBezTo>
                  <a:pt x="2109322" y="74719"/>
                  <a:pt x="2110102" y="71587"/>
                  <a:pt x="2111662" y="68752"/>
                </a:cubicBezTo>
                <a:cubicBezTo>
                  <a:pt x="2113221" y="65915"/>
                  <a:pt x="2115264" y="63639"/>
                  <a:pt x="2117791" y="61924"/>
                </a:cubicBezTo>
                <a:cubicBezTo>
                  <a:pt x="2120317" y="60209"/>
                  <a:pt x="2123162" y="58913"/>
                  <a:pt x="2126325" y="58034"/>
                </a:cubicBezTo>
                <a:cubicBezTo>
                  <a:pt x="2128654" y="57418"/>
                  <a:pt x="2132169" y="56824"/>
                  <a:pt x="2136870" y="56253"/>
                </a:cubicBezTo>
                <a:cubicBezTo>
                  <a:pt x="2146448" y="55118"/>
                  <a:pt x="2153499" y="53766"/>
                  <a:pt x="2158025" y="52195"/>
                </a:cubicBezTo>
                <a:cubicBezTo>
                  <a:pt x="2158069" y="50577"/>
                  <a:pt x="2158090" y="49548"/>
                  <a:pt x="2158090" y="49110"/>
                </a:cubicBezTo>
                <a:cubicBezTo>
                  <a:pt x="2158090" y="44295"/>
                  <a:pt x="2156970" y="40903"/>
                  <a:pt x="2154729" y="38934"/>
                </a:cubicBezTo>
                <a:cubicBezTo>
                  <a:pt x="2151698" y="36264"/>
                  <a:pt x="2147194" y="34929"/>
                  <a:pt x="2141219" y="34929"/>
                </a:cubicBezTo>
                <a:cubicBezTo>
                  <a:pt x="2135639" y="34929"/>
                  <a:pt x="2131520" y="35906"/>
                  <a:pt x="2128862" y="37861"/>
                </a:cubicBezTo>
                <a:cubicBezTo>
                  <a:pt x="2126204" y="39817"/>
                  <a:pt x="2124238" y="43276"/>
                  <a:pt x="2122964" y="48241"/>
                </a:cubicBezTo>
                <a:lnTo>
                  <a:pt x="2111365" y="46660"/>
                </a:lnTo>
                <a:cubicBezTo>
                  <a:pt x="2112420" y="41680"/>
                  <a:pt x="2114155" y="37658"/>
                  <a:pt x="2116571" y="34595"/>
                </a:cubicBezTo>
                <a:cubicBezTo>
                  <a:pt x="2118988" y="31532"/>
                  <a:pt x="2122481" y="29175"/>
                  <a:pt x="2127050" y="27523"/>
                </a:cubicBezTo>
                <a:cubicBezTo>
                  <a:pt x="2131619" y="25870"/>
                  <a:pt x="2136914" y="25043"/>
                  <a:pt x="2142933" y="25043"/>
                </a:cubicBezTo>
                <a:cubicBezTo>
                  <a:pt x="2148908" y="25043"/>
                  <a:pt x="2153763" y="25746"/>
                  <a:pt x="2157497" y="27152"/>
                </a:cubicBezTo>
                <a:cubicBezTo>
                  <a:pt x="2161232" y="28558"/>
                  <a:pt x="2163978" y="30326"/>
                  <a:pt x="2165735" y="32457"/>
                </a:cubicBezTo>
                <a:cubicBezTo>
                  <a:pt x="2167493" y="34588"/>
                  <a:pt x="2168723" y="37279"/>
                  <a:pt x="2169426" y="40531"/>
                </a:cubicBezTo>
                <a:cubicBezTo>
                  <a:pt x="2169821" y="42552"/>
                  <a:pt x="2170019" y="46198"/>
                  <a:pt x="2170019" y="51470"/>
                </a:cubicBezTo>
                <a:lnTo>
                  <a:pt x="2170019" y="67287"/>
                </a:lnTo>
                <a:cubicBezTo>
                  <a:pt x="2170019" y="78315"/>
                  <a:pt x="2170272" y="85290"/>
                  <a:pt x="2170777" y="88212"/>
                </a:cubicBezTo>
                <a:cubicBezTo>
                  <a:pt x="2171282" y="91133"/>
                  <a:pt x="2172282" y="93934"/>
                  <a:pt x="2173775" y="96614"/>
                </a:cubicBezTo>
                <a:lnTo>
                  <a:pt x="2161386" y="96614"/>
                </a:lnTo>
                <a:cubicBezTo>
                  <a:pt x="2160155" y="94151"/>
                  <a:pt x="2159365" y="91271"/>
                  <a:pt x="2159013" y="87973"/>
                </a:cubicBezTo>
                <a:moveTo>
                  <a:pt x="2158025" y="61422"/>
                </a:moveTo>
                <a:cubicBezTo>
                  <a:pt x="2153719" y="63194"/>
                  <a:pt x="2147260" y="64701"/>
                  <a:pt x="2138649" y="65940"/>
                </a:cubicBezTo>
                <a:cubicBezTo>
                  <a:pt x="2133772" y="66646"/>
                  <a:pt x="2130323" y="67440"/>
                  <a:pt x="2128302" y="68323"/>
                </a:cubicBezTo>
                <a:cubicBezTo>
                  <a:pt x="2126281" y="69205"/>
                  <a:pt x="2124721" y="70495"/>
                  <a:pt x="2123623" y="72195"/>
                </a:cubicBezTo>
                <a:cubicBezTo>
                  <a:pt x="2122525" y="73893"/>
                  <a:pt x="2121975" y="75779"/>
                  <a:pt x="2121975" y="77852"/>
                </a:cubicBezTo>
                <a:cubicBezTo>
                  <a:pt x="2121975" y="81028"/>
                  <a:pt x="2123173" y="83675"/>
                  <a:pt x="2125567" y="85794"/>
                </a:cubicBezTo>
                <a:cubicBezTo>
                  <a:pt x="2127962" y="87911"/>
                  <a:pt x="2131466" y="88969"/>
                  <a:pt x="2136079" y="88969"/>
                </a:cubicBezTo>
                <a:cubicBezTo>
                  <a:pt x="2140648" y="88969"/>
                  <a:pt x="2144712" y="87965"/>
                  <a:pt x="2148271" y="85956"/>
                </a:cubicBezTo>
                <a:cubicBezTo>
                  <a:pt x="2151830" y="83948"/>
                  <a:pt x="2154444" y="81200"/>
                  <a:pt x="2156113" y="77712"/>
                </a:cubicBezTo>
                <a:cubicBezTo>
                  <a:pt x="2157388" y="75018"/>
                  <a:pt x="2158025" y="71045"/>
                  <a:pt x="2158025" y="65792"/>
                </a:cubicBezTo>
                <a:lnTo>
                  <a:pt x="2158025" y="61422"/>
                </a:lnTo>
                <a:close/>
                <a:moveTo>
                  <a:pt x="2187858" y="123635"/>
                </a:moveTo>
                <a:lnTo>
                  <a:pt x="2186540" y="112497"/>
                </a:lnTo>
                <a:cubicBezTo>
                  <a:pt x="2189132" y="113200"/>
                  <a:pt x="2191395" y="113551"/>
                  <a:pt x="2193328" y="113551"/>
                </a:cubicBezTo>
                <a:cubicBezTo>
                  <a:pt x="2195964" y="113551"/>
                  <a:pt x="2198073" y="113106"/>
                  <a:pt x="2199655" y="112217"/>
                </a:cubicBezTo>
                <a:cubicBezTo>
                  <a:pt x="2201237" y="111328"/>
                  <a:pt x="2202533" y="110084"/>
                  <a:pt x="2203543" y="108483"/>
                </a:cubicBezTo>
                <a:cubicBezTo>
                  <a:pt x="2204290" y="107283"/>
                  <a:pt x="2205498" y="104305"/>
                  <a:pt x="2207168" y="99549"/>
                </a:cubicBezTo>
                <a:cubicBezTo>
                  <a:pt x="2207388" y="98882"/>
                  <a:pt x="2207739" y="97903"/>
                  <a:pt x="2208222" y="96614"/>
                </a:cubicBezTo>
                <a:lnTo>
                  <a:pt x="2181663" y="26625"/>
                </a:lnTo>
                <a:lnTo>
                  <a:pt x="2194449" y="26625"/>
                </a:lnTo>
                <a:lnTo>
                  <a:pt x="2209013" y="67061"/>
                </a:lnTo>
                <a:cubicBezTo>
                  <a:pt x="2210902" y="72190"/>
                  <a:pt x="2212594" y="77582"/>
                  <a:pt x="2214088" y="83236"/>
                </a:cubicBezTo>
                <a:cubicBezTo>
                  <a:pt x="2215450" y="77800"/>
                  <a:pt x="2217075" y="72496"/>
                  <a:pt x="2218965" y="67324"/>
                </a:cubicBezTo>
                <a:lnTo>
                  <a:pt x="2233925" y="26625"/>
                </a:lnTo>
                <a:lnTo>
                  <a:pt x="2245787" y="26625"/>
                </a:lnTo>
                <a:lnTo>
                  <a:pt x="2219162" y="97848"/>
                </a:lnTo>
                <a:cubicBezTo>
                  <a:pt x="2216307" y="105542"/>
                  <a:pt x="2214088" y="110840"/>
                  <a:pt x="2212506" y="113741"/>
                </a:cubicBezTo>
                <a:cubicBezTo>
                  <a:pt x="2210397" y="117654"/>
                  <a:pt x="2207981" y="120523"/>
                  <a:pt x="2205257" y="122347"/>
                </a:cubicBezTo>
                <a:cubicBezTo>
                  <a:pt x="2202533" y="124172"/>
                  <a:pt x="2199282" y="125084"/>
                  <a:pt x="2195503" y="125084"/>
                </a:cubicBezTo>
                <a:cubicBezTo>
                  <a:pt x="2193218" y="125084"/>
                  <a:pt x="2190670" y="124601"/>
                  <a:pt x="2187858" y="1236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potentiallyviolateyourFirstAmendment">
            <a:extLst xmlns:a="http://schemas.openxmlformats.org/drawingml/2006/main">
              <a:ext uri="{FF2B5EF4-FFF2-40B4-BE49-F238E27FC236}">
                <a16:creationId xmlns:a16="http://schemas.microsoft.com/office/drawing/2014/main" id="{293A7272-4E0B-406C-9D3F-41EDEE5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526" y="1014348"/>
            <a:ext cx="2383089" cy="125084"/>
          </a:xfrm>
          <a:custGeom xmlns:a="http://schemas.openxmlformats.org/drawingml/2006/main">
            <a:pathLst>
              <a:path w="2383089" h="125084">
                <a:moveTo>
                  <a:pt x="0" y="123503"/>
                </a:moveTo>
                <a:lnTo>
                  <a:pt x="0" y="26625"/>
                </a:lnTo>
                <a:lnTo>
                  <a:pt x="10808" y="26625"/>
                </a:lnTo>
                <a:lnTo>
                  <a:pt x="10808" y="35654"/>
                </a:lnTo>
                <a:cubicBezTo>
                  <a:pt x="13356" y="32117"/>
                  <a:pt x="16234" y="29464"/>
                  <a:pt x="19441" y="27696"/>
                </a:cubicBezTo>
                <a:cubicBezTo>
                  <a:pt x="22649" y="25927"/>
                  <a:pt x="26537" y="25043"/>
                  <a:pt x="31106" y="25043"/>
                </a:cubicBezTo>
                <a:cubicBezTo>
                  <a:pt x="37082" y="25043"/>
                  <a:pt x="42354" y="26581"/>
                  <a:pt x="46923" y="29656"/>
                </a:cubicBezTo>
                <a:cubicBezTo>
                  <a:pt x="51492" y="32732"/>
                  <a:pt x="54941" y="37071"/>
                  <a:pt x="57270" y="42672"/>
                </a:cubicBezTo>
                <a:cubicBezTo>
                  <a:pt x="59599" y="48274"/>
                  <a:pt x="60763" y="54414"/>
                  <a:pt x="60763" y="61092"/>
                </a:cubicBezTo>
                <a:cubicBezTo>
                  <a:pt x="60763" y="68254"/>
                  <a:pt x="59478" y="74701"/>
                  <a:pt x="56907" y="80435"/>
                </a:cubicBezTo>
                <a:cubicBezTo>
                  <a:pt x="54337" y="86169"/>
                  <a:pt x="50603" y="90562"/>
                  <a:pt x="45704" y="93616"/>
                </a:cubicBezTo>
                <a:cubicBezTo>
                  <a:pt x="40805" y="96669"/>
                  <a:pt x="35654" y="98196"/>
                  <a:pt x="30250" y="98196"/>
                </a:cubicBezTo>
                <a:cubicBezTo>
                  <a:pt x="26295" y="98196"/>
                  <a:pt x="22748" y="97350"/>
                  <a:pt x="19606" y="95659"/>
                </a:cubicBezTo>
                <a:cubicBezTo>
                  <a:pt x="16465" y="93966"/>
                  <a:pt x="13884" y="91828"/>
                  <a:pt x="11863" y="89245"/>
                </a:cubicBezTo>
                <a:lnTo>
                  <a:pt x="11863" y="123503"/>
                </a:lnTo>
                <a:lnTo>
                  <a:pt x="0" y="123503"/>
                </a:lnTo>
                <a:moveTo>
                  <a:pt x="10742" y="61916"/>
                </a:moveTo>
                <a:cubicBezTo>
                  <a:pt x="10742" y="70912"/>
                  <a:pt x="12566" y="77560"/>
                  <a:pt x="16212" y="81860"/>
                </a:cubicBezTo>
                <a:cubicBezTo>
                  <a:pt x="19859" y="86160"/>
                  <a:pt x="24274" y="88310"/>
                  <a:pt x="29459" y="88310"/>
                </a:cubicBezTo>
                <a:cubicBezTo>
                  <a:pt x="34731" y="88310"/>
                  <a:pt x="39245" y="86083"/>
                  <a:pt x="43002" y="81629"/>
                </a:cubicBezTo>
                <a:cubicBezTo>
                  <a:pt x="46758" y="77175"/>
                  <a:pt x="48637" y="70275"/>
                  <a:pt x="48637" y="60928"/>
                </a:cubicBezTo>
                <a:cubicBezTo>
                  <a:pt x="48637" y="52020"/>
                  <a:pt x="46802" y="45350"/>
                  <a:pt x="43134" y="40918"/>
                </a:cubicBezTo>
                <a:cubicBezTo>
                  <a:pt x="39465" y="36486"/>
                  <a:pt x="35082" y="34270"/>
                  <a:pt x="29986" y="34270"/>
                </a:cubicBezTo>
                <a:cubicBezTo>
                  <a:pt x="24933" y="34270"/>
                  <a:pt x="20463" y="36628"/>
                  <a:pt x="16575" y="41346"/>
                </a:cubicBezTo>
                <a:cubicBezTo>
                  <a:pt x="12686" y="46064"/>
                  <a:pt x="10742" y="52920"/>
                  <a:pt x="10742" y="61916"/>
                </a:cubicBezTo>
                <a:close/>
                <a:moveTo>
                  <a:pt x="70628" y="61620"/>
                </a:moveTo>
                <a:cubicBezTo>
                  <a:pt x="70628" y="48659"/>
                  <a:pt x="74231" y="39059"/>
                  <a:pt x="81436" y="32820"/>
                </a:cubicBezTo>
                <a:cubicBezTo>
                  <a:pt x="87455" y="27635"/>
                  <a:pt x="94792" y="25043"/>
                  <a:pt x="103448" y="25043"/>
                </a:cubicBezTo>
                <a:cubicBezTo>
                  <a:pt x="113070" y="25043"/>
                  <a:pt x="120934" y="28196"/>
                  <a:pt x="127041" y="34500"/>
                </a:cubicBezTo>
                <a:cubicBezTo>
                  <a:pt x="133148" y="40805"/>
                  <a:pt x="136202" y="49515"/>
                  <a:pt x="136202" y="60631"/>
                </a:cubicBezTo>
                <a:cubicBezTo>
                  <a:pt x="136202" y="69638"/>
                  <a:pt x="134851" y="76722"/>
                  <a:pt x="132149" y="81885"/>
                </a:cubicBezTo>
                <a:cubicBezTo>
                  <a:pt x="129446" y="87047"/>
                  <a:pt x="125514" y="91056"/>
                  <a:pt x="120352" y="93912"/>
                </a:cubicBezTo>
                <a:cubicBezTo>
                  <a:pt x="115189" y="96768"/>
                  <a:pt x="109555" y="98196"/>
                  <a:pt x="103448" y="98196"/>
                </a:cubicBezTo>
                <a:cubicBezTo>
                  <a:pt x="93650" y="98196"/>
                  <a:pt x="85731" y="95054"/>
                  <a:pt x="79690" y="88772"/>
                </a:cubicBezTo>
                <a:cubicBezTo>
                  <a:pt x="73648" y="82489"/>
                  <a:pt x="70628" y="73438"/>
                  <a:pt x="70628" y="61620"/>
                </a:cubicBezTo>
                <a:moveTo>
                  <a:pt x="82820" y="61587"/>
                </a:moveTo>
                <a:cubicBezTo>
                  <a:pt x="82820" y="70516"/>
                  <a:pt x="84775" y="77203"/>
                  <a:pt x="88685" y="81646"/>
                </a:cubicBezTo>
                <a:cubicBezTo>
                  <a:pt x="92596" y="86089"/>
                  <a:pt x="97516" y="88310"/>
                  <a:pt x="103448" y="88310"/>
                </a:cubicBezTo>
                <a:cubicBezTo>
                  <a:pt x="109335" y="88310"/>
                  <a:pt x="114234" y="86078"/>
                  <a:pt x="118144" y="81613"/>
                </a:cubicBezTo>
                <a:cubicBezTo>
                  <a:pt x="122054" y="77148"/>
                  <a:pt x="124009" y="70341"/>
                  <a:pt x="124009" y="61193"/>
                </a:cubicBezTo>
                <a:cubicBezTo>
                  <a:pt x="124009" y="52570"/>
                  <a:pt x="122043" y="46036"/>
                  <a:pt x="118111" y="41593"/>
                </a:cubicBezTo>
                <a:cubicBezTo>
                  <a:pt x="114179" y="37150"/>
                  <a:pt x="109291" y="34929"/>
                  <a:pt x="103448" y="34929"/>
                </a:cubicBezTo>
                <a:cubicBezTo>
                  <a:pt x="97516" y="34929"/>
                  <a:pt x="92596" y="37139"/>
                  <a:pt x="88685" y="41560"/>
                </a:cubicBezTo>
                <a:cubicBezTo>
                  <a:pt x="84775" y="45981"/>
                  <a:pt x="82820" y="52657"/>
                  <a:pt x="82820" y="61587"/>
                </a:cubicBezTo>
                <a:close/>
                <a:moveTo>
                  <a:pt x="175986" y="86136"/>
                </a:moveTo>
                <a:lnTo>
                  <a:pt x="177700" y="96614"/>
                </a:lnTo>
                <a:cubicBezTo>
                  <a:pt x="174361" y="97229"/>
                  <a:pt x="171373" y="97537"/>
                  <a:pt x="168737" y="97537"/>
                </a:cubicBezTo>
                <a:cubicBezTo>
                  <a:pt x="164431" y="97537"/>
                  <a:pt x="161092" y="96856"/>
                  <a:pt x="158720" y="95494"/>
                </a:cubicBezTo>
                <a:cubicBezTo>
                  <a:pt x="156347" y="94132"/>
                  <a:pt x="154678" y="92341"/>
                  <a:pt x="153711" y="90123"/>
                </a:cubicBezTo>
                <a:cubicBezTo>
                  <a:pt x="152745" y="87904"/>
                  <a:pt x="152261" y="83236"/>
                  <a:pt x="152261" y="76118"/>
                </a:cubicBezTo>
                <a:lnTo>
                  <a:pt x="152261" y="35851"/>
                </a:lnTo>
                <a:lnTo>
                  <a:pt x="143562" y="35851"/>
                </a:lnTo>
                <a:lnTo>
                  <a:pt x="143562" y="26625"/>
                </a:lnTo>
                <a:lnTo>
                  <a:pt x="152261" y="26625"/>
                </a:lnTo>
                <a:lnTo>
                  <a:pt x="152261" y="9245"/>
                </a:lnTo>
                <a:lnTo>
                  <a:pt x="164058" y="2109"/>
                </a:lnTo>
                <a:lnTo>
                  <a:pt x="164058" y="26625"/>
                </a:lnTo>
                <a:lnTo>
                  <a:pt x="175986" y="26625"/>
                </a:lnTo>
                <a:lnTo>
                  <a:pt x="175986" y="35851"/>
                </a:lnTo>
                <a:lnTo>
                  <a:pt x="164058" y="35851"/>
                </a:lnTo>
                <a:lnTo>
                  <a:pt x="164058" y="76777"/>
                </a:lnTo>
                <a:cubicBezTo>
                  <a:pt x="164058" y="80160"/>
                  <a:pt x="164267" y="82335"/>
                  <a:pt x="164684" y="83302"/>
                </a:cubicBezTo>
                <a:cubicBezTo>
                  <a:pt x="165101" y="84268"/>
                  <a:pt x="165782" y="85037"/>
                  <a:pt x="166727" y="85608"/>
                </a:cubicBezTo>
                <a:cubicBezTo>
                  <a:pt x="167672" y="86179"/>
                  <a:pt x="169023" y="86465"/>
                  <a:pt x="170780" y="86465"/>
                </a:cubicBezTo>
                <a:cubicBezTo>
                  <a:pt x="172098" y="86465"/>
                  <a:pt x="173834" y="86355"/>
                  <a:pt x="175986" y="86136"/>
                </a:cubicBezTo>
                <a:close/>
                <a:moveTo>
                  <a:pt x="235520" y="74075"/>
                </a:moveTo>
                <a:lnTo>
                  <a:pt x="247778" y="75591"/>
                </a:lnTo>
                <a:cubicBezTo>
                  <a:pt x="245845" y="82753"/>
                  <a:pt x="242264" y="88310"/>
                  <a:pt x="237035" y="92265"/>
                </a:cubicBezTo>
                <a:cubicBezTo>
                  <a:pt x="231807" y="96219"/>
                  <a:pt x="225129" y="98196"/>
                  <a:pt x="217001" y="98196"/>
                </a:cubicBezTo>
                <a:cubicBezTo>
                  <a:pt x="206764" y="98196"/>
                  <a:pt x="198647" y="95043"/>
                  <a:pt x="192650" y="88739"/>
                </a:cubicBezTo>
                <a:cubicBezTo>
                  <a:pt x="186652" y="82434"/>
                  <a:pt x="183654" y="73592"/>
                  <a:pt x="183654" y="62213"/>
                </a:cubicBezTo>
                <a:cubicBezTo>
                  <a:pt x="183654" y="50438"/>
                  <a:pt x="186685" y="41299"/>
                  <a:pt x="192748" y="34797"/>
                </a:cubicBezTo>
                <a:cubicBezTo>
                  <a:pt x="198812" y="28294"/>
                  <a:pt x="206676" y="25043"/>
                  <a:pt x="216342" y="25043"/>
                </a:cubicBezTo>
                <a:cubicBezTo>
                  <a:pt x="225700" y="25043"/>
                  <a:pt x="233345" y="28224"/>
                  <a:pt x="239276" y="34585"/>
                </a:cubicBezTo>
                <a:cubicBezTo>
                  <a:pt x="245207" y="40944"/>
                  <a:pt x="248173" y="49892"/>
                  <a:pt x="248173" y="61428"/>
                </a:cubicBezTo>
                <a:cubicBezTo>
                  <a:pt x="248173" y="62130"/>
                  <a:pt x="248151" y="63182"/>
                  <a:pt x="248107" y="64585"/>
                </a:cubicBezTo>
                <a:lnTo>
                  <a:pt x="195912" y="64585"/>
                </a:lnTo>
                <a:cubicBezTo>
                  <a:pt x="196351" y="72252"/>
                  <a:pt x="198526" y="78123"/>
                  <a:pt x="202436" y="82198"/>
                </a:cubicBezTo>
                <a:cubicBezTo>
                  <a:pt x="206347" y="86273"/>
                  <a:pt x="211223" y="88310"/>
                  <a:pt x="217067" y="88310"/>
                </a:cubicBezTo>
                <a:cubicBezTo>
                  <a:pt x="221416" y="88310"/>
                  <a:pt x="225129" y="87179"/>
                  <a:pt x="228204" y="84916"/>
                </a:cubicBezTo>
                <a:cubicBezTo>
                  <a:pt x="231280" y="82652"/>
                  <a:pt x="233718" y="79039"/>
                  <a:pt x="235520" y="74075"/>
                </a:cubicBezTo>
                <a:moveTo>
                  <a:pt x="196571" y="54700"/>
                </a:moveTo>
                <a:lnTo>
                  <a:pt x="235651" y="54700"/>
                </a:lnTo>
                <a:cubicBezTo>
                  <a:pt x="235124" y="48908"/>
                  <a:pt x="233630" y="44565"/>
                  <a:pt x="231170" y="41669"/>
                </a:cubicBezTo>
                <a:cubicBezTo>
                  <a:pt x="227392" y="37176"/>
                  <a:pt x="222493" y="34929"/>
                  <a:pt x="216474" y="34929"/>
                </a:cubicBezTo>
                <a:cubicBezTo>
                  <a:pt x="211026" y="34929"/>
                  <a:pt x="206445" y="36723"/>
                  <a:pt x="202733" y="40310"/>
                </a:cubicBezTo>
                <a:cubicBezTo>
                  <a:pt x="199020" y="43896"/>
                  <a:pt x="196966" y="48693"/>
                  <a:pt x="196571" y="54700"/>
                </a:cubicBezTo>
                <a:close/>
                <a:moveTo>
                  <a:pt x="262651" y="96614"/>
                </a:moveTo>
                <a:lnTo>
                  <a:pt x="262651" y="26625"/>
                </a:lnTo>
                <a:lnTo>
                  <a:pt x="273328" y="26625"/>
                </a:lnTo>
                <a:lnTo>
                  <a:pt x="273328" y="36510"/>
                </a:lnTo>
                <a:cubicBezTo>
                  <a:pt x="278468" y="28866"/>
                  <a:pt x="285893" y="25043"/>
                  <a:pt x="295603" y="25043"/>
                </a:cubicBezTo>
                <a:cubicBezTo>
                  <a:pt x="299821" y="25043"/>
                  <a:pt x="303698" y="25801"/>
                  <a:pt x="307235" y="27317"/>
                </a:cubicBezTo>
                <a:cubicBezTo>
                  <a:pt x="310772" y="28833"/>
                  <a:pt x="313419" y="30821"/>
                  <a:pt x="315176" y="33281"/>
                </a:cubicBezTo>
                <a:cubicBezTo>
                  <a:pt x="316934" y="35742"/>
                  <a:pt x="318164" y="38663"/>
                  <a:pt x="318867" y="42046"/>
                </a:cubicBezTo>
                <a:cubicBezTo>
                  <a:pt x="319306" y="44243"/>
                  <a:pt x="319526" y="48087"/>
                  <a:pt x="319526" y="53579"/>
                </a:cubicBezTo>
                <a:lnTo>
                  <a:pt x="319526" y="96614"/>
                </a:lnTo>
                <a:lnTo>
                  <a:pt x="307663" y="96614"/>
                </a:lnTo>
                <a:lnTo>
                  <a:pt x="307663" y="53995"/>
                </a:lnTo>
                <a:cubicBezTo>
                  <a:pt x="307663" y="49157"/>
                  <a:pt x="307202" y="45539"/>
                  <a:pt x="306279" y="43142"/>
                </a:cubicBezTo>
                <a:cubicBezTo>
                  <a:pt x="305357" y="40745"/>
                  <a:pt x="303720" y="38831"/>
                  <a:pt x="301370" y="37402"/>
                </a:cubicBezTo>
                <a:cubicBezTo>
                  <a:pt x="299019" y="35973"/>
                  <a:pt x="296262" y="35258"/>
                  <a:pt x="293099" y="35258"/>
                </a:cubicBezTo>
                <a:cubicBezTo>
                  <a:pt x="288046" y="35258"/>
                  <a:pt x="283686" y="36864"/>
                  <a:pt x="280017" y="40075"/>
                </a:cubicBezTo>
                <a:cubicBezTo>
                  <a:pt x="276348" y="43285"/>
                  <a:pt x="274514" y="49377"/>
                  <a:pt x="274514" y="58349"/>
                </a:cubicBezTo>
                <a:lnTo>
                  <a:pt x="274514" y="96614"/>
                </a:lnTo>
                <a:lnTo>
                  <a:pt x="262651" y="96614"/>
                </a:lnTo>
                <a:close/>
                <a:moveTo>
                  <a:pt x="363594" y="86136"/>
                </a:moveTo>
                <a:lnTo>
                  <a:pt x="365308" y="96614"/>
                </a:lnTo>
                <a:cubicBezTo>
                  <a:pt x="361969" y="97229"/>
                  <a:pt x="358981" y="97537"/>
                  <a:pt x="356345" y="97537"/>
                </a:cubicBezTo>
                <a:cubicBezTo>
                  <a:pt x="352039" y="97537"/>
                  <a:pt x="348700" y="96856"/>
                  <a:pt x="346328" y="95494"/>
                </a:cubicBezTo>
                <a:cubicBezTo>
                  <a:pt x="343955" y="94132"/>
                  <a:pt x="342286" y="92341"/>
                  <a:pt x="341319" y="90123"/>
                </a:cubicBezTo>
                <a:cubicBezTo>
                  <a:pt x="340353" y="87904"/>
                  <a:pt x="339869" y="83236"/>
                  <a:pt x="339869" y="76118"/>
                </a:cubicBezTo>
                <a:lnTo>
                  <a:pt x="339869" y="35851"/>
                </a:lnTo>
                <a:lnTo>
                  <a:pt x="331170" y="35851"/>
                </a:lnTo>
                <a:lnTo>
                  <a:pt x="331170" y="26625"/>
                </a:lnTo>
                <a:lnTo>
                  <a:pt x="339869" y="26625"/>
                </a:lnTo>
                <a:lnTo>
                  <a:pt x="339869" y="9245"/>
                </a:lnTo>
                <a:lnTo>
                  <a:pt x="351666" y="2109"/>
                </a:lnTo>
                <a:lnTo>
                  <a:pt x="351666" y="26625"/>
                </a:lnTo>
                <a:lnTo>
                  <a:pt x="363594" y="26625"/>
                </a:lnTo>
                <a:lnTo>
                  <a:pt x="363594" y="35851"/>
                </a:lnTo>
                <a:lnTo>
                  <a:pt x="351666" y="35851"/>
                </a:lnTo>
                <a:lnTo>
                  <a:pt x="351666" y="76777"/>
                </a:lnTo>
                <a:cubicBezTo>
                  <a:pt x="351666" y="80160"/>
                  <a:pt x="351875" y="82335"/>
                  <a:pt x="352292" y="83302"/>
                </a:cubicBezTo>
                <a:cubicBezTo>
                  <a:pt x="352709" y="84268"/>
                  <a:pt x="353390" y="85037"/>
                  <a:pt x="354335" y="85608"/>
                </a:cubicBezTo>
                <a:cubicBezTo>
                  <a:pt x="355280" y="86179"/>
                  <a:pt x="356631" y="86465"/>
                  <a:pt x="358388" y="86465"/>
                </a:cubicBezTo>
                <a:cubicBezTo>
                  <a:pt x="359706" y="86465"/>
                  <a:pt x="361442" y="86355"/>
                  <a:pt x="363594" y="86136"/>
                </a:cubicBezTo>
                <a:close/>
                <a:moveTo>
                  <a:pt x="375282" y="13708"/>
                </a:moveTo>
                <a:lnTo>
                  <a:pt x="375282" y="0"/>
                </a:lnTo>
                <a:lnTo>
                  <a:pt x="387145" y="0"/>
                </a:lnTo>
                <a:lnTo>
                  <a:pt x="387145" y="13708"/>
                </a:lnTo>
                <a:lnTo>
                  <a:pt x="375282" y="13708"/>
                </a:lnTo>
                <a:moveTo>
                  <a:pt x="375282" y="96614"/>
                </a:moveTo>
                <a:lnTo>
                  <a:pt x="375282" y="26625"/>
                </a:lnTo>
                <a:lnTo>
                  <a:pt x="387145" y="26625"/>
                </a:lnTo>
                <a:lnTo>
                  <a:pt x="387145" y="96614"/>
                </a:lnTo>
                <a:lnTo>
                  <a:pt x="375282" y="96614"/>
                </a:lnTo>
                <a:close/>
                <a:moveTo>
                  <a:pt x="450850" y="87973"/>
                </a:moveTo>
                <a:cubicBezTo>
                  <a:pt x="446457" y="91710"/>
                  <a:pt x="442228" y="94348"/>
                  <a:pt x="438164" y="95887"/>
                </a:cubicBezTo>
                <a:cubicBezTo>
                  <a:pt x="434100" y="97426"/>
                  <a:pt x="429739" y="98196"/>
                  <a:pt x="425082" y="98196"/>
                </a:cubicBezTo>
                <a:cubicBezTo>
                  <a:pt x="417394" y="98196"/>
                  <a:pt x="411484" y="96316"/>
                  <a:pt x="407354" y="92557"/>
                </a:cubicBezTo>
                <a:cubicBezTo>
                  <a:pt x="403224" y="88798"/>
                  <a:pt x="401159" y="83994"/>
                  <a:pt x="401159" y="78147"/>
                </a:cubicBezTo>
                <a:cubicBezTo>
                  <a:pt x="401159" y="74719"/>
                  <a:pt x="401939" y="71587"/>
                  <a:pt x="403499" y="68752"/>
                </a:cubicBezTo>
                <a:cubicBezTo>
                  <a:pt x="405059" y="65915"/>
                  <a:pt x="407102" y="63639"/>
                  <a:pt x="409628" y="61924"/>
                </a:cubicBezTo>
                <a:cubicBezTo>
                  <a:pt x="412154" y="60209"/>
                  <a:pt x="414999" y="58913"/>
                  <a:pt x="418162" y="58034"/>
                </a:cubicBezTo>
                <a:cubicBezTo>
                  <a:pt x="420491" y="57418"/>
                  <a:pt x="424006" y="56824"/>
                  <a:pt x="428707" y="56253"/>
                </a:cubicBezTo>
                <a:cubicBezTo>
                  <a:pt x="438285" y="55118"/>
                  <a:pt x="445337" y="53766"/>
                  <a:pt x="449862" y="52195"/>
                </a:cubicBezTo>
                <a:cubicBezTo>
                  <a:pt x="449906" y="50577"/>
                  <a:pt x="449928" y="49548"/>
                  <a:pt x="449928" y="49110"/>
                </a:cubicBezTo>
                <a:cubicBezTo>
                  <a:pt x="449928" y="44295"/>
                  <a:pt x="448807" y="40903"/>
                  <a:pt x="446567" y="38934"/>
                </a:cubicBezTo>
                <a:cubicBezTo>
                  <a:pt x="443535" y="36264"/>
                  <a:pt x="439032" y="34929"/>
                  <a:pt x="433057" y="34929"/>
                </a:cubicBezTo>
                <a:cubicBezTo>
                  <a:pt x="427477" y="34929"/>
                  <a:pt x="423358" y="35906"/>
                  <a:pt x="420700" y="37861"/>
                </a:cubicBezTo>
                <a:cubicBezTo>
                  <a:pt x="418042" y="39817"/>
                  <a:pt x="416076" y="43276"/>
                  <a:pt x="414801" y="48241"/>
                </a:cubicBezTo>
                <a:lnTo>
                  <a:pt x="403202" y="46660"/>
                </a:lnTo>
                <a:cubicBezTo>
                  <a:pt x="404257" y="41680"/>
                  <a:pt x="405992" y="37658"/>
                  <a:pt x="408409" y="34595"/>
                </a:cubicBezTo>
                <a:cubicBezTo>
                  <a:pt x="410825" y="31532"/>
                  <a:pt x="414318" y="29175"/>
                  <a:pt x="418887" y="27523"/>
                </a:cubicBezTo>
                <a:cubicBezTo>
                  <a:pt x="423457" y="25870"/>
                  <a:pt x="428751" y="25043"/>
                  <a:pt x="434770" y="25043"/>
                </a:cubicBezTo>
                <a:cubicBezTo>
                  <a:pt x="440745" y="25043"/>
                  <a:pt x="445600" y="25746"/>
                  <a:pt x="449335" y="27152"/>
                </a:cubicBezTo>
                <a:cubicBezTo>
                  <a:pt x="453069" y="28558"/>
                  <a:pt x="455815" y="30326"/>
                  <a:pt x="457573" y="32457"/>
                </a:cubicBezTo>
                <a:cubicBezTo>
                  <a:pt x="459330" y="34588"/>
                  <a:pt x="460560" y="37279"/>
                  <a:pt x="461263" y="40531"/>
                </a:cubicBezTo>
                <a:cubicBezTo>
                  <a:pt x="461659" y="42552"/>
                  <a:pt x="461856" y="46198"/>
                  <a:pt x="461856" y="51470"/>
                </a:cubicBezTo>
                <a:lnTo>
                  <a:pt x="461856" y="67287"/>
                </a:lnTo>
                <a:cubicBezTo>
                  <a:pt x="461856" y="78315"/>
                  <a:pt x="462109" y="85290"/>
                  <a:pt x="462614" y="88212"/>
                </a:cubicBezTo>
                <a:cubicBezTo>
                  <a:pt x="463119" y="91133"/>
                  <a:pt x="464119" y="93934"/>
                  <a:pt x="465613" y="96614"/>
                </a:cubicBezTo>
                <a:lnTo>
                  <a:pt x="453223" y="96614"/>
                </a:lnTo>
                <a:cubicBezTo>
                  <a:pt x="451993" y="94151"/>
                  <a:pt x="451202" y="91271"/>
                  <a:pt x="450850" y="87973"/>
                </a:cubicBezTo>
                <a:moveTo>
                  <a:pt x="449862" y="61422"/>
                </a:moveTo>
                <a:cubicBezTo>
                  <a:pt x="445556" y="63194"/>
                  <a:pt x="439098" y="64701"/>
                  <a:pt x="430486" y="65940"/>
                </a:cubicBezTo>
                <a:cubicBezTo>
                  <a:pt x="425610" y="66646"/>
                  <a:pt x="422161" y="67440"/>
                  <a:pt x="420140" y="68323"/>
                </a:cubicBezTo>
                <a:cubicBezTo>
                  <a:pt x="418119" y="69205"/>
                  <a:pt x="416559" y="70495"/>
                  <a:pt x="415460" y="72195"/>
                </a:cubicBezTo>
                <a:cubicBezTo>
                  <a:pt x="414362" y="73893"/>
                  <a:pt x="413813" y="75779"/>
                  <a:pt x="413813" y="77852"/>
                </a:cubicBezTo>
                <a:cubicBezTo>
                  <a:pt x="413813" y="81028"/>
                  <a:pt x="415010" y="83675"/>
                  <a:pt x="417405" y="85794"/>
                </a:cubicBezTo>
                <a:cubicBezTo>
                  <a:pt x="419799" y="87911"/>
                  <a:pt x="423303" y="88969"/>
                  <a:pt x="427916" y="88969"/>
                </a:cubicBezTo>
                <a:cubicBezTo>
                  <a:pt x="432485" y="88969"/>
                  <a:pt x="436549" y="87965"/>
                  <a:pt x="440108" y="85956"/>
                </a:cubicBezTo>
                <a:cubicBezTo>
                  <a:pt x="443667" y="83948"/>
                  <a:pt x="446281" y="81200"/>
                  <a:pt x="447951" y="77712"/>
                </a:cubicBezTo>
                <a:cubicBezTo>
                  <a:pt x="449225" y="75018"/>
                  <a:pt x="449862" y="71045"/>
                  <a:pt x="449862" y="65792"/>
                </a:cubicBezTo>
                <a:lnTo>
                  <a:pt x="449862" y="61422"/>
                </a:lnTo>
                <a:close/>
                <a:moveTo>
                  <a:pt x="479959" y="96614"/>
                </a:moveTo>
                <a:lnTo>
                  <a:pt x="479959" y="0"/>
                </a:lnTo>
                <a:lnTo>
                  <a:pt x="491822" y="0"/>
                </a:lnTo>
                <a:lnTo>
                  <a:pt x="491822" y="96614"/>
                </a:lnTo>
                <a:lnTo>
                  <a:pt x="479959" y="96614"/>
                </a:lnTo>
                <a:close/>
                <a:moveTo>
                  <a:pt x="509922" y="96614"/>
                </a:moveTo>
                <a:lnTo>
                  <a:pt x="509922" y="0"/>
                </a:lnTo>
                <a:lnTo>
                  <a:pt x="521785" y="0"/>
                </a:lnTo>
                <a:lnTo>
                  <a:pt x="521785" y="96614"/>
                </a:lnTo>
                <a:lnTo>
                  <a:pt x="509922" y="96614"/>
                </a:lnTo>
                <a:close/>
                <a:moveTo>
                  <a:pt x="539622" y="123635"/>
                </a:moveTo>
                <a:lnTo>
                  <a:pt x="538304" y="112497"/>
                </a:lnTo>
                <a:cubicBezTo>
                  <a:pt x="540896" y="113200"/>
                  <a:pt x="543159" y="113551"/>
                  <a:pt x="545092" y="113551"/>
                </a:cubicBezTo>
                <a:cubicBezTo>
                  <a:pt x="547728" y="113551"/>
                  <a:pt x="549837" y="113106"/>
                  <a:pt x="551419" y="112217"/>
                </a:cubicBezTo>
                <a:cubicBezTo>
                  <a:pt x="553001" y="111328"/>
                  <a:pt x="554297" y="110084"/>
                  <a:pt x="555307" y="108483"/>
                </a:cubicBezTo>
                <a:cubicBezTo>
                  <a:pt x="556054" y="107283"/>
                  <a:pt x="557262" y="104305"/>
                  <a:pt x="558932" y="99549"/>
                </a:cubicBezTo>
                <a:cubicBezTo>
                  <a:pt x="559152" y="98882"/>
                  <a:pt x="559503" y="97903"/>
                  <a:pt x="559986" y="96614"/>
                </a:cubicBezTo>
                <a:lnTo>
                  <a:pt x="533427" y="26625"/>
                </a:lnTo>
                <a:lnTo>
                  <a:pt x="546213" y="26625"/>
                </a:lnTo>
                <a:lnTo>
                  <a:pt x="560777" y="67061"/>
                </a:lnTo>
                <a:cubicBezTo>
                  <a:pt x="562666" y="72190"/>
                  <a:pt x="564358" y="77582"/>
                  <a:pt x="565852" y="83236"/>
                </a:cubicBezTo>
                <a:cubicBezTo>
                  <a:pt x="567214" y="77800"/>
                  <a:pt x="568839" y="72496"/>
                  <a:pt x="570729" y="67324"/>
                </a:cubicBezTo>
                <a:lnTo>
                  <a:pt x="585689" y="26625"/>
                </a:lnTo>
                <a:lnTo>
                  <a:pt x="597551" y="26625"/>
                </a:lnTo>
                <a:lnTo>
                  <a:pt x="570926" y="97848"/>
                </a:lnTo>
                <a:cubicBezTo>
                  <a:pt x="568070" y="105542"/>
                  <a:pt x="565852" y="110840"/>
                  <a:pt x="564270" y="113741"/>
                </a:cubicBezTo>
                <a:cubicBezTo>
                  <a:pt x="562161" y="117654"/>
                  <a:pt x="559745" y="120523"/>
                  <a:pt x="557021" y="122347"/>
                </a:cubicBezTo>
                <a:cubicBezTo>
                  <a:pt x="554297" y="124172"/>
                  <a:pt x="551045" y="125084"/>
                  <a:pt x="547267" y="125084"/>
                </a:cubicBezTo>
                <a:cubicBezTo>
                  <a:pt x="544982" y="125084"/>
                  <a:pt x="542434" y="124601"/>
                  <a:pt x="539622" y="123635"/>
                </a:cubicBezTo>
                <a:close/>
                <a:moveTo>
                  <a:pt x="664597" y="96614"/>
                </a:moveTo>
                <a:lnTo>
                  <a:pt x="637972" y="26625"/>
                </a:lnTo>
                <a:lnTo>
                  <a:pt x="650494" y="26625"/>
                </a:lnTo>
                <a:lnTo>
                  <a:pt x="665520" y="68539"/>
                </a:lnTo>
                <a:cubicBezTo>
                  <a:pt x="667145" y="73065"/>
                  <a:pt x="668639" y="77766"/>
                  <a:pt x="670001" y="82643"/>
                </a:cubicBezTo>
                <a:cubicBezTo>
                  <a:pt x="671056" y="78952"/>
                  <a:pt x="672528" y="74515"/>
                  <a:pt x="674417" y="69330"/>
                </a:cubicBezTo>
                <a:lnTo>
                  <a:pt x="689970" y="26625"/>
                </a:lnTo>
                <a:lnTo>
                  <a:pt x="702162" y="26625"/>
                </a:lnTo>
                <a:lnTo>
                  <a:pt x="675669" y="96614"/>
                </a:lnTo>
                <a:lnTo>
                  <a:pt x="664597" y="96614"/>
                </a:lnTo>
                <a:close/>
                <a:moveTo>
                  <a:pt x="712707" y="13708"/>
                </a:moveTo>
                <a:lnTo>
                  <a:pt x="712707" y="0"/>
                </a:lnTo>
                <a:lnTo>
                  <a:pt x="724569" y="0"/>
                </a:lnTo>
                <a:lnTo>
                  <a:pt x="724569" y="13708"/>
                </a:lnTo>
                <a:lnTo>
                  <a:pt x="712707" y="13708"/>
                </a:lnTo>
                <a:moveTo>
                  <a:pt x="712707" y="96614"/>
                </a:moveTo>
                <a:lnTo>
                  <a:pt x="712707" y="26625"/>
                </a:lnTo>
                <a:lnTo>
                  <a:pt x="724569" y="26625"/>
                </a:lnTo>
                <a:lnTo>
                  <a:pt x="724569" y="96614"/>
                </a:lnTo>
                <a:lnTo>
                  <a:pt x="712707" y="96614"/>
                </a:lnTo>
                <a:close/>
                <a:moveTo>
                  <a:pt x="738189" y="61620"/>
                </a:moveTo>
                <a:cubicBezTo>
                  <a:pt x="738189" y="48659"/>
                  <a:pt x="741791" y="39059"/>
                  <a:pt x="748997" y="32820"/>
                </a:cubicBezTo>
                <a:cubicBezTo>
                  <a:pt x="755016" y="27635"/>
                  <a:pt x="762353" y="25043"/>
                  <a:pt x="771009" y="25043"/>
                </a:cubicBezTo>
                <a:cubicBezTo>
                  <a:pt x="780630" y="25043"/>
                  <a:pt x="788495" y="28196"/>
                  <a:pt x="794602" y="34500"/>
                </a:cubicBezTo>
                <a:cubicBezTo>
                  <a:pt x="800709" y="40805"/>
                  <a:pt x="803762" y="49515"/>
                  <a:pt x="803762" y="60631"/>
                </a:cubicBezTo>
                <a:cubicBezTo>
                  <a:pt x="803762" y="69638"/>
                  <a:pt x="802411" y="76722"/>
                  <a:pt x="799709" y="81885"/>
                </a:cubicBezTo>
                <a:cubicBezTo>
                  <a:pt x="797007" y="87047"/>
                  <a:pt x="793075" y="91056"/>
                  <a:pt x="787913" y="93912"/>
                </a:cubicBezTo>
                <a:cubicBezTo>
                  <a:pt x="782750" y="96768"/>
                  <a:pt x="777116" y="98196"/>
                  <a:pt x="771009" y="98196"/>
                </a:cubicBezTo>
                <a:cubicBezTo>
                  <a:pt x="761211" y="98196"/>
                  <a:pt x="753292" y="95054"/>
                  <a:pt x="747250" y="88772"/>
                </a:cubicBezTo>
                <a:cubicBezTo>
                  <a:pt x="741209" y="82489"/>
                  <a:pt x="738189" y="73438"/>
                  <a:pt x="738189" y="61620"/>
                </a:cubicBezTo>
                <a:moveTo>
                  <a:pt x="750381" y="61587"/>
                </a:moveTo>
                <a:cubicBezTo>
                  <a:pt x="750381" y="70516"/>
                  <a:pt x="752336" y="77203"/>
                  <a:pt x="756246" y="81646"/>
                </a:cubicBezTo>
                <a:cubicBezTo>
                  <a:pt x="760156" y="86089"/>
                  <a:pt x="765077" y="88310"/>
                  <a:pt x="771009" y="88310"/>
                </a:cubicBezTo>
                <a:cubicBezTo>
                  <a:pt x="776896" y="88310"/>
                  <a:pt x="781795" y="86078"/>
                  <a:pt x="785705" y="81613"/>
                </a:cubicBezTo>
                <a:cubicBezTo>
                  <a:pt x="789615" y="77148"/>
                  <a:pt x="791570" y="70341"/>
                  <a:pt x="791570" y="61193"/>
                </a:cubicBezTo>
                <a:cubicBezTo>
                  <a:pt x="791570" y="52570"/>
                  <a:pt x="789604" y="46036"/>
                  <a:pt x="785672" y="41593"/>
                </a:cubicBezTo>
                <a:cubicBezTo>
                  <a:pt x="781740" y="37150"/>
                  <a:pt x="776852" y="34929"/>
                  <a:pt x="771009" y="34929"/>
                </a:cubicBezTo>
                <a:cubicBezTo>
                  <a:pt x="765077" y="34929"/>
                  <a:pt x="760156" y="37139"/>
                  <a:pt x="756246" y="41560"/>
                </a:cubicBezTo>
                <a:cubicBezTo>
                  <a:pt x="752336" y="45981"/>
                  <a:pt x="750381" y="52657"/>
                  <a:pt x="750381" y="61587"/>
                </a:cubicBezTo>
                <a:close/>
                <a:moveTo>
                  <a:pt x="817384" y="96614"/>
                </a:moveTo>
                <a:lnTo>
                  <a:pt x="817384" y="0"/>
                </a:lnTo>
                <a:lnTo>
                  <a:pt x="829246" y="0"/>
                </a:lnTo>
                <a:lnTo>
                  <a:pt x="829246" y="96614"/>
                </a:lnTo>
                <a:lnTo>
                  <a:pt x="817384" y="96614"/>
                </a:lnTo>
                <a:close/>
                <a:moveTo>
                  <a:pt x="893281" y="87973"/>
                </a:moveTo>
                <a:cubicBezTo>
                  <a:pt x="888888" y="91710"/>
                  <a:pt x="884659" y="94348"/>
                  <a:pt x="880595" y="95887"/>
                </a:cubicBezTo>
                <a:cubicBezTo>
                  <a:pt x="876531" y="97426"/>
                  <a:pt x="872170" y="98196"/>
                  <a:pt x="867513" y="98196"/>
                </a:cubicBezTo>
                <a:cubicBezTo>
                  <a:pt x="859825" y="98196"/>
                  <a:pt x="853915" y="96316"/>
                  <a:pt x="849785" y="92557"/>
                </a:cubicBezTo>
                <a:cubicBezTo>
                  <a:pt x="845655" y="88798"/>
                  <a:pt x="843590" y="83994"/>
                  <a:pt x="843590" y="78147"/>
                </a:cubicBezTo>
                <a:cubicBezTo>
                  <a:pt x="843590" y="74719"/>
                  <a:pt x="844370" y="71587"/>
                  <a:pt x="845930" y="68752"/>
                </a:cubicBezTo>
                <a:cubicBezTo>
                  <a:pt x="847490" y="65915"/>
                  <a:pt x="849533" y="63639"/>
                  <a:pt x="852059" y="61924"/>
                </a:cubicBezTo>
                <a:cubicBezTo>
                  <a:pt x="854585" y="60209"/>
                  <a:pt x="857430" y="58913"/>
                  <a:pt x="860593" y="58034"/>
                </a:cubicBezTo>
                <a:cubicBezTo>
                  <a:pt x="862922" y="57418"/>
                  <a:pt x="866437" y="56824"/>
                  <a:pt x="871138" y="56253"/>
                </a:cubicBezTo>
                <a:cubicBezTo>
                  <a:pt x="880716" y="55118"/>
                  <a:pt x="887768" y="53766"/>
                  <a:pt x="892293" y="52195"/>
                </a:cubicBezTo>
                <a:cubicBezTo>
                  <a:pt x="892337" y="50577"/>
                  <a:pt x="892359" y="49548"/>
                  <a:pt x="892359" y="49110"/>
                </a:cubicBezTo>
                <a:cubicBezTo>
                  <a:pt x="892359" y="44295"/>
                  <a:pt x="891238" y="40903"/>
                  <a:pt x="888998" y="38934"/>
                </a:cubicBezTo>
                <a:cubicBezTo>
                  <a:pt x="885966" y="36264"/>
                  <a:pt x="881463" y="34929"/>
                  <a:pt x="875488" y="34929"/>
                </a:cubicBezTo>
                <a:cubicBezTo>
                  <a:pt x="869908" y="34929"/>
                  <a:pt x="865789" y="35906"/>
                  <a:pt x="863131" y="37861"/>
                </a:cubicBezTo>
                <a:cubicBezTo>
                  <a:pt x="860473" y="39817"/>
                  <a:pt x="858507" y="43276"/>
                  <a:pt x="857232" y="48241"/>
                </a:cubicBezTo>
                <a:lnTo>
                  <a:pt x="845633" y="46660"/>
                </a:lnTo>
                <a:cubicBezTo>
                  <a:pt x="846688" y="41680"/>
                  <a:pt x="848423" y="37658"/>
                  <a:pt x="850840" y="34595"/>
                </a:cubicBezTo>
                <a:cubicBezTo>
                  <a:pt x="853256" y="31532"/>
                  <a:pt x="856749" y="29175"/>
                  <a:pt x="861318" y="27523"/>
                </a:cubicBezTo>
                <a:cubicBezTo>
                  <a:pt x="865888" y="25870"/>
                  <a:pt x="871182" y="25043"/>
                  <a:pt x="877201" y="25043"/>
                </a:cubicBezTo>
                <a:cubicBezTo>
                  <a:pt x="883176" y="25043"/>
                  <a:pt x="888031" y="25746"/>
                  <a:pt x="891766" y="27152"/>
                </a:cubicBezTo>
                <a:cubicBezTo>
                  <a:pt x="895500" y="28558"/>
                  <a:pt x="898246" y="30326"/>
                  <a:pt x="900004" y="32457"/>
                </a:cubicBezTo>
                <a:cubicBezTo>
                  <a:pt x="901761" y="34588"/>
                  <a:pt x="902991" y="37279"/>
                  <a:pt x="903694" y="40531"/>
                </a:cubicBezTo>
                <a:cubicBezTo>
                  <a:pt x="904090" y="42552"/>
                  <a:pt x="904287" y="46198"/>
                  <a:pt x="904287" y="51470"/>
                </a:cubicBezTo>
                <a:lnTo>
                  <a:pt x="904287" y="67287"/>
                </a:lnTo>
                <a:cubicBezTo>
                  <a:pt x="904287" y="78315"/>
                  <a:pt x="904540" y="85290"/>
                  <a:pt x="905045" y="88212"/>
                </a:cubicBezTo>
                <a:cubicBezTo>
                  <a:pt x="905550" y="91133"/>
                  <a:pt x="906550" y="93934"/>
                  <a:pt x="908044" y="96614"/>
                </a:cubicBezTo>
                <a:lnTo>
                  <a:pt x="895654" y="96614"/>
                </a:lnTo>
                <a:cubicBezTo>
                  <a:pt x="894424" y="94151"/>
                  <a:pt x="893633" y="91271"/>
                  <a:pt x="893281" y="87973"/>
                </a:cubicBezTo>
                <a:moveTo>
                  <a:pt x="892293" y="61422"/>
                </a:moveTo>
                <a:cubicBezTo>
                  <a:pt x="887987" y="63194"/>
                  <a:pt x="881529" y="64701"/>
                  <a:pt x="872917" y="65940"/>
                </a:cubicBezTo>
                <a:cubicBezTo>
                  <a:pt x="868041" y="66646"/>
                  <a:pt x="864592" y="67440"/>
                  <a:pt x="862571" y="68323"/>
                </a:cubicBezTo>
                <a:cubicBezTo>
                  <a:pt x="860550" y="69205"/>
                  <a:pt x="858990" y="70495"/>
                  <a:pt x="857891" y="72195"/>
                </a:cubicBezTo>
                <a:cubicBezTo>
                  <a:pt x="856793" y="73893"/>
                  <a:pt x="856244" y="75779"/>
                  <a:pt x="856244" y="77852"/>
                </a:cubicBezTo>
                <a:cubicBezTo>
                  <a:pt x="856244" y="81028"/>
                  <a:pt x="857441" y="83675"/>
                  <a:pt x="859836" y="85794"/>
                </a:cubicBezTo>
                <a:cubicBezTo>
                  <a:pt x="862230" y="87911"/>
                  <a:pt x="865734" y="88969"/>
                  <a:pt x="870347" y="88969"/>
                </a:cubicBezTo>
                <a:cubicBezTo>
                  <a:pt x="874916" y="88969"/>
                  <a:pt x="878980" y="87965"/>
                  <a:pt x="882539" y="85956"/>
                </a:cubicBezTo>
                <a:cubicBezTo>
                  <a:pt x="886098" y="83948"/>
                  <a:pt x="888712" y="81200"/>
                  <a:pt x="890382" y="77712"/>
                </a:cubicBezTo>
                <a:cubicBezTo>
                  <a:pt x="891656" y="75018"/>
                  <a:pt x="892293" y="71045"/>
                  <a:pt x="892293" y="65792"/>
                </a:cubicBezTo>
                <a:lnTo>
                  <a:pt x="892293" y="61422"/>
                </a:lnTo>
                <a:close/>
                <a:moveTo>
                  <a:pt x="948554" y="86136"/>
                </a:moveTo>
                <a:lnTo>
                  <a:pt x="950267" y="96614"/>
                </a:lnTo>
                <a:cubicBezTo>
                  <a:pt x="946928" y="97229"/>
                  <a:pt x="943941" y="97537"/>
                  <a:pt x="941305" y="97537"/>
                </a:cubicBezTo>
                <a:cubicBezTo>
                  <a:pt x="936999" y="97537"/>
                  <a:pt x="933660" y="96856"/>
                  <a:pt x="931287" y="95494"/>
                </a:cubicBezTo>
                <a:cubicBezTo>
                  <a:pt x="928915" y="94132"/>
                  <a:pt x="927245" y="92341"/>
                  <a:pt x="926279" y="90123"/>
                </a:cubicBezTo>
                <a:cubicBezTo>
                  <a:pt x="925312" y="87904"/>
                  <a:pt x="924829" y="83236"/>
                  <a:pt x="924829" y="76118"/>
                </a:cubicBezTo>
                <a:lnTo>
                  <a:pt x="924829" y="35851"/>
                </a:lnTo>
                <a:lnTo>
                  <a:pt x="916129" y="35851"/>
                </a:lnTo>
                <a:lnTo>
                  <a:pt x="916129" y="26625"/>
                </a:lnTo>
                <a:lnTo>
                  <a:pt x="924829" y="26625"/>
                </a:lnTo>
                <a:lnTo>
                  <a:pt x="924829" y="9245"/>
                </a:lnTo>
                <a:lnTo>
                  <a:pt x="936625" y="2109"/>
                </a:lnTo>
                <a:lnTo>
                  <a:pt x="936625" y="26625"/>
                </a:lnTo>
                <a:lnTo>
                  <a:pt x="948554" y="26625"/>
                </a:lnTo>
                <a:lnTo>
                  <a:pt x="948554" y="35851"/>
                </a:lnTo>
                <a:lnTo>
                  <a:pt x="936625" y="35851"/>
                </a:lnTo>
                <a:lnTo>
                  <a:pt x="936625" y="76777"/>
                </a:lnTo>
                <a:cubicBezTo>
                  <a:pt x="936625" y="80160"/>
                  <a:pt x="936834" y="82335"/>
                  <a:pt x="937251" y="83302"/>
                </a:cubicBezTo>
                <a:cubicBezTo>
                  <a:pt x="937669" y="84268"/>
                  <a:pt x="938350" y="85037"/>
                  <a:pt x="939294" y="85608"/>
                </a:cubicBezTo>
                <a:cubicBezTo>
                  <a:pt x="940239" y="86179"/>
                  <a:pt x="941590" y="86465"/>
                  <a:pt x="943348" y="86465"/>
                </a:cubicBezTo>
                <a:cubicBezTo>
                  <a:pt x="944666" y="86465"/>
                  <a:pt x="946401" y="86355"/>
                  <a:pt x="948554" y="86136"/>
                </a:cubicBezTo>
                <a:close/>
                <a:moveTo>
                  <a:pt x="1008087" y="74075"/>
                </a:moveTo>
                <a:lnTo>
                  <a:pt x="1020345" y="75591"/>
                </a:lnTo>
                <a:cubicBezTo>
                  <a:pt x="1018412" y="82753"/>
                  <a:pt x="1014831" y="88310"/>
                  <a:pt x="1009603" y="92265"/>
                </a:cubicBezTo>
                <a:cubicBezTo>
                  <a:pt x="1004375" y="96219"/>
                  <a:pt x="997696" y="98196"/>
                  <a:pt x="989568" y="98196"/>
                </a:cubicBezTo>
                <a:cubicBezTo>
                  <a:pt x="979331" y="98196"/>
                  <a:pt x="971214" y="95043"/>
                  <a:pt x="965217" y="88739"/>
                </a:cubicBezTo>
                <a:cubicBezTo>
                  <a:pt x="959220" y="82434"/>
                  <a:pt x="956221" y="73592"/>
                  <a:pt x="956221" y="62213"/>
                </a:cubicBezTo>
                <a:cubicBezTo>
                  <a:pt x="956221" y="50438"/>
                  <a:pt x="959253" y="41299"/>
                  <a:pt x="965316" y="34797"/>
                </a:cubicBezTo>
                <a:cubicBezTo>
                  <a:pt x="971379" y="28294"/>
                  <a:pt x="979243" y="25043"/>
                  <a:pt x="988909" y="25043"/>
                </a:cubicBezTo>
                <a:cubicBezTo>
                  <a:pt x="998268" y="25043"/>
                  <a:pt x="1005912" y="28224"/>
                  <a:pt x="1011844" y="34585"/>
                </a:cubicBezTo>
                <a:cubicBezTo>
                  <a:pt x="1017775" y="40944"/>
                  <a:pt x="1020741" y="49892"/>
                  <a:pt x="1020741" y="61428"/>
                </a:cubicBezTo>
                <a:cubicBezTo>
                  <a:pt x="1020741" y="62130"/>
                  <a:pt x="1020719" y="63182"/>
                  <a:pt x="1020675" y="64585"/>
                </a:cubicBezTo>
                <a:lnTo>
                  <a:pt x="968479" y="64585"/>
                </a:lnTo>
                <a:cubicBezTo>
                  <a:pt x="968919" y="72252"/>
                  <a:pt x="971093" y="78123"/>
                  <a:pt x="975004" y="82198"/>
                </a:cubicBezTo>
                <a:cubicBezTo>
                  <a:pt x="978914" y="86273"/>
                  <a:pt x="983791" y="88310"/>
                  <a:pt x="989634" y="88310"/>
                </a:cubicBezTo>
                <a:cubicBezTo>
                  <a:pt x="993984" y="88310"/>
                  <a:pt x="997696" y="87179"/>
                  <a:pt x="1000772" y="84916"/>
                </a:cubicBezTo>
                <a:cubicBezTo>
                  <a:pt x="1003847" y="82652"/>
                  <a:pt x="1006286" y="79039"/>
                  <a:pt x="1008087" y="74075"/>
                </a:cubicBezTo>
                <a:moveTo>
                  <a:pt x="969138" y="54700"/>
                </a:moveTo>
                <a:lnTo>
                  <a:pt x="1008219" y="54700"/>
                </a:lnTo>
                <a:cubicBezTo>
                  <a:pt x="1007692" y="48908"/>
                  <a:pt x="1006198" y="44565"/>
                  <a:pt x="1003737" y="41669"/>
                </a:cubicBezTo>
                <a:cubicBezTo>
                  <a:pt x="999959" y="37176"/>
                  <a:pt x="995060" y="34929"/>
                  <a:pt x="989041" y="34929"/>
                </a:cubicBezTo>
                <a:cubicBezTo>
                  <a:pt x="983593" y="34929"/>
                  <a:pt x="979013" y="36723"/>
                  <a:pt x="975300" y="40310"/>
                </a:cubicBezTo>
                <a:cubicBezTo>
                  <a:pt x="971588" y="43896"/>
                  <a:pt x="969534" y="48693"/>
                  <a:pt x="969138" y="54700"/>
                </a:cubicBezTo>
                <a:close/>
                <a:moveTo>
                  <a:pt x="1072213" y="123635"/>
                </a:moveTo>
                <a:lnTo>
                  <a:pt x="1070895" y="112497"/>
                </a:lnTo>
                <a:cubicBezTo>
                  <a:pt x="1073487" y="113200"/>
                  <a:pt x="1075750" y="113551"/>
                  <a:pt x="1077683" y="113551"/>
                </a:cubicBezTo>
                <a:cubicBezTo>
                  <a:pt x="1080319" y="113551"/>
                  <a:pt x="1082428" y="113106"/>
                  <a:pt x="1084010" y="112217"/>
                </a:cubicBezTo>
                <a:cubicBezTo>
                  <a:pt x="1085591" y="111328"/>
                  <a:pt x="1086888" y="110084"/>
                  <a:pt x="1087898" y="108483"/>
                </a:cubicBezTo>
                <a:cubicBezTo>
                  <a:pt x="1088645" y="107283"/>
                  <a:pt x="1089853" y="104305"/>
                  <a:pt x="1091523" y="99549"/>
                </a:cubicBezTo>
                <a:cubicBezTo>
                  <a:pt x="1091742" y="98882"/>
                  <a:pt x="1092094" y="97903"/>
                  <a:pt x="1092577" y="96614"/>
                </a:cubicBezTo>
                <a:lnTo>
                  <a:pt x="1066018" y="26625"/>
                </a:lnTo>
                <a:lnTo>
                  <a:pt x="1078803" y="26625"/>
                </a:lnTo>
                <a:lnTo>
                  <a:pt x="1093368" y="67061"/>
                </a:lnTo>
                <a:cubicBezTo>
                  <a:pt x="1095257" y="72190"/>
                  <a:pt x="1096949" y="77582"/>
                  <a:pt x="1098443" y="83236"/>
                </a:cubicBezTo>
                <a:cubicBezTo>
                  <a:pt x="1099805" y="77800"/>
                  <a:pt x="1101430" y="72496"/>
                  <a:pt x="1103319" y="67324"/>
                </a:cubicBezTo>
                <a:lnTo>
                  <a:pt x="1118280" y="26625"/>
                </a:lnTo>
                <a:lnTo>
                  <a:pt x="1130142" y="26625"/>
                </a:lnTo>
                <a:lnTo>
                  <a:pt x="1103517" y="97848"/>
                </a:lnTo>
                <a:cubicBezTo>
                  <a:pt x="1100661" y="105542"/>
                  <a:pt x="1098443" y="110840"/>
                  <a:pt x="1096861" y="113741"/>
                </a:cubicBezTo>
                <a:cubicBezTo>
                  <a:pt x="1094752" y="117654"/>
                  <a:pt x="1092336" y="120523"/>
                  <a:pt x="1089612" y="122347"/>
                </a:cubicBezTo>
                <a:cubicBezTo>
                  <a:pt x="1086888" y="124172"/>
                  <a:pt x="1083636" y="125084"/>
                  <a:pt x="1079858" y="125084"/>
                </a:cubicBezTo>
                <a:cubicBezTo>
                  <a:pt x="1077573" y="125084"/>
                  <a:pt x="1075025" y="124601"/>
                  <a:pt x="1072213" y="123635"/>
                </a:cubicBezTo>
                <a:close/>
                <a:moveTo>
                  <a:pt x="1135810" y="61620"/>
                </a:moveTo>
                <a:cubicBezTo>
                  <a:pt x="1135810" y="48659"/>
                  <a:pt x="1139413" y="39059"/>
                  <a:pt x="1146618" y="32820"/>
                </a:cubicBezTo>
                <a:cubicBezTo>
                  <a:pt x="1152637" y="27635"/>
                  <a:pt x="1159974" y="25043"/>
                  <a:pt x="1168630" y="25043"/>
                </a:cubicBezTo>
                <a:cubicBezTo>
                  <a:pt x="1178252" y="25043"/>
                  <a:pt x="1186116" y="28196"/>
                  <a:pt x="1192223" y="34500"/>
                </a:cubicBezTo>
                <a:cubicBezTo>
                  <a:pt x="1198330" y="40805"/>
                  <a:pt x="1201384" y="49515"/>
                  <a:pt x="1201384" y="60631"/>
                </a:cubicBezTo>
                <a:cubicBezTo>
                  <a:pt x="1201384" y="69638"/>
                  <a:pt x="1200033" y="76722"/>
                  <a:pt x="1197331" y="81885"/>
                </a:cubicBezTo>
                <a:cubicBezTo>
                  <a:pt x="1194629" y="87047"/>
                  <a:pt x="1190696" y="91056"/>
                  <a:pt x="1185534" y="93912"/>
                </a:cubicBezTo>
                <a:cubicBezTo>
                  <a:pt x="1180371" y="96768"/>
                  <a:pt x="1174737" y="98196"/>
                  <a:pt x="1168630" y="98196"/>
                </a:cubicBezTo>
                <a:cubicBezTo>
                  <a:pt x="1158832" y="98196"/>
                  <a:pt x="1150913" y="95054"/>
                  <a:pt x="1144872" y="88772"/>
                </a:cubicBezTo>
                <a:cubicBezTo>
                  <a:pt x="1138830" y="82489"/>
                  <a:pt x="1135810" y="73438"/>
                  <a:pt x="1135810" y="61620"/>
                </a:cubicBezTo>
                <a:moveTo>
                  <a:pt x="1148002" y="61587"/>
                </a:moveTo>
                <a:cubicBezTo>
                  <a:pt x="1148002" y="70516"/>
                  <a:pt x="1149957" y="77203"/>
                  <a:pt x="1153867" y="81646"/>
                </a:cubicBezTo>
                <a:cubicBezTo>
                  <a:pt x="1157778" y="86089"/>
                  <a:pt x="1162698" y="88310"/>
                  <a:pt x="1168630" y="88310"/>
                </a:cubicBezTo>
                <a:cubicBezTo>
                  <a:pt x="1174517" y="88310"/>
                  <a:pt x="1179416" y="86078"/>
                  <a:pt x="1183326" y="81613"/>
                </a:cubicBezTo>
                <a:cubicBezTo>
                  <a:pt x="1187236" y="77148"/>
                  <a:pt x="1189191" y="70341"/>
                  <a:pt x="1189191" y="61193"/>
                </a:cubicBezTo>
                <a:cubicBezTo>
                  <a:pt x="1189191" y="52570"/>
                  <a:pt x="1187225" y="46036"/>
                  <a:pt x="1183293" y="41593"/>
                </a:cubicBezTo>
                <a:cubicBezTo>
                  <a:pt x="1179361" y="37150"/>
                  <a:pt x="1174473" y="34929"/>
                  <a:pt x="1168630" y="34929"/>
                </a:cubicBezTo>
                <a:cubicBezTo>
                  <a:pt x="1162698" y="34929"/>
                  <a:pt x="1157778" y="37139"/>
                  <a:pt x="1153867" y="41560"/>
                </a:cubicBezTo>
                <a:cubicBezTo>
                  <a:pt x="1149957" y="45981"/>
                  <a:pt x="1148002" y="52657"/>
                  <a:pt x="1148002" y="61587"/>
                </a:cubicBezTo>
                <a:close/>
                <a:moveTo>
                  <a:pt x="1261137" y="96614"/>
                </a:moveTo>
                <a:lnTo>
                  <a:pt x="1261137" y="86333"/>
                </a:lnTo>
                <a:cubicBezTo>
                  <a:pt x="1255689" y="94242"/>
                  <a:pt x="1248286" y="98196"/>
                  <a:pt x="1238928" y="98196"/>
                </a:cubicBezTo>
                <a:cubicBezTo>
                  <a:pt x="1234798" y="98196"/>
                  <a:pt x="1230942" y="97405"/>
                  <a:pt x="1227362" y="95823"/>
                </a:cubicBezTo>
                <a:cubicBezTo>
                  <a:pt x="1223781" y="94242"/>
                  <a:pt x="1221123" y="92254"/>
                  <a:pt x="1219387" y="89859"/>
                </a:cubicBezTo>
                <a:cubicBezTo>
                  <a:pt x="1217652" y="87465"/>
                  <a:pt x="1216433" y="84532"/>
                  <a:pt x="1215730" y="81061"/>
                </a:cubicBezTo>
                <a:cubicBezTo>
                  <a:pt x="1215246" y="78732"/>
                  <a:pt x="1215005" y="75042"/>
                  <a:pt x="1215005" y="69989"/>
                </a:cubicBezTo>
                <a:lnTo>
                  <a:pt x="1215005" y="26625"/>
                </a:lnTo>
                <a:lnTo>
                  <a:pt x="1226867" y="26625"/>
                </a:lnTo>
                <a:lnTo>
                  <a:pt x="1226867" y="65442"/>
                </a:lnTo>
                <a:cubicBezTo>
                  <a:pt x="1226867" y="71637"/>
                  <a:pt x="1227109" y="75811"/>
                  <a:pt x="1227592" y="77964"/>
                </a:cubicBezTo>
                <a:cubicBezTo>
                  <a:pt x="1228339" y="81083"/>
                  <a:pt x="1229921" y="83532"/>
                  <a:pt x="1232337" y="85312"/>
                </a:cubicBezTo>
                <a:cubicBezTo>
                  <a:pt x="1234754" y="87091"/>
                  <a:pt x="1237741" y="87981"/>
                  <a:pt x="1241300" y="87981"/>
                </a:cubicBezTo>
                <a:cubicBezTo>
                  <a:pt x="1244859" y="87981"/>
                  <a:pt x="1248198" y="87069"/>
                  <a:pt x="1251318" y="85246"/>
                </a:cubicBezTo>
                <a:cubicBezTo>
                  <a:pt x="1254437" y="83423"/>
                  <a:pt x="1256645" y="80940"/>
                  <a:pt x="1257941" y="77799"/>
                </a:cubicBezTo>
                <a:cubicBezTo>
                  <a:pt x="1259237" y="74657"/>
                  <a:pt x="1259885" y="70099"/>
                  <a:pt x="1259885" y="64124"/>
                </a:cubicBezTo>
                <a:lnTo>
                  <a:pt x="1259885" y="26625"/>
                </a:lnTo>
                <a:lnTo>
                  <a:pt x="1271748" y="26625"/>
                </a:lnTo>
                <a:lnTo>
                  <a:pt x="1271748" y="96614"/>
                </a:lnTo>
                <a:lnTo>
                  <a:pt x="1261137" y="96614"/>
                </a:lnTo>
                <a:close/>
                <a:moveTo>
                  <a:pt x="1290180" y="96614"/>
                </a:moveTo>
                <a:lnTo>
                  <a:pt x="1290180" y="26625"/>
                </a:lnTo>
                <a:lnTo>
                  <a:pt x="1300856" y="26625"/>
                </a:lnTo>
                <a:lnTo>
                  <a:pt x="1300856" y="37169"/>
                </a:lnTo>
                <a:cubicBezTo>
                  <a:pt x="1303580" y="32232"/>
                  <a:pt x="1306095" y="28977"/>
                  <a:pt x="1308402" y="27403"/>
                </a:cubicBezTo>
                <a:cubicBezTo>
                  <a:pt x="1310709" y="25830"/>
                  <a:pt x="1313246" y="25043"/>
                  <a:pt x="1316014" y="25043"/>
                </a:cubicBezTo>
                <a:cubicBezTo>
                  <a:pt x="1320012" y="25043"/>
                  <a:pt x="1324076" y="26312"/>
                  <a:pt x="1328206" y="28849"/>
                </a:cubicBezTo>
                <a:lnTo>
                  <a:pt x="1324120" y="39806"/>
                </a:lnTo>
                <a:cubicBezTo>
                  <a:pt x="1321220" y="38092"/>
                  <a:pt x="1318320" y="37235"/>
                  <a:pt x="1315421" y="37235"/>
                </a:cubicBezTo>
                <a:cubicBezTo>
                  <a:pt x="1312828" y="37235"/>
                  <a:pt x="1310500" y="38017"/>
                  <a:pt x="1308435" y="39579"/>
                </a:cubicBezTo>
                <a:cubicBezTo>
                  <a:pt x="1306370" y="41140"/>
                  <a:pt x="1304898" y="43306"/>
                  <a:pt x="1304019" y="46077"/>
                </a:cubicBezTo>
                <a:cubicBezTo>
                  <a:pt x="1302701" y="50299"/>
                  <a:pt x="1302042" y="54917"/>
                  <a:pt x="1302042" y="59931"/>
                </a:cubicBezTo>
                <a:lnTo>
                  <a:pt x="1302042" y="96614"/>
                </a:lnTo>
                <a:lnTo>
                  <a:pt x="1290180" y="96614"/>
                </a:lnTo>
                <a:close/>
                <a:moveTo>
                  <a:pt x="1374953" y="96614"/>
                </a:moveTo>
                <a:lnTo>
                  <a:pt x="1374953" y="0"/>
                </a:lnTo>
                <a:lnTo>
                  <a:pt x="1440131" y="0"/>
                </a:lnTo>
                <a:lnTo>
                  <a:pt x="1440131" y="11401"/>
                </a:lnTo>
                <a:lnTo>
                  <a:pt x="1387738" y="11401"/>
                </a:lnTo>
                <a:lnTo>
                  <a:pt x="1387738" y="41255"/>
                </a:lnTo>
                <a:lnTo>
                  <a:pt x="1433080" y="41255"/>
                </a:lnTo>
                <a:lnTo>
                  <a:pt x="1433080" y="52657"/>
                </a:lnTo>
                <a:lnTo>
                  <a:pt x="1387738" y="52657"/>
                </a:lnTo>
                <a:lnTo>
                  <a:pt x="1387738" y="96614"/>
                </a:lnTo>
                <a:lnTo>
                  <a:pt x="1374953" y="96614"/>
                </a:lnTo>
                <a:close/>
                <a:moveTo>
                  <a:pt x="1455311" y="13708"/>
                </a:moveTo>
                <a:lnTo>
                  <a:pt x="1455311" y="0"/>
                </a:lnTo>
                <a:lnTo>
                  <a:pt x="1467173" y="0"/>
                </a:lnTo>
                <a:lnTo>
                  <a:pt x="1467173" y="13708"/>
                </a:lnTo>
                <a:lnTo>
                  <a:pt x="1455311" y="13708"/>
                </a:lnTo>
                <a:moveTo>
                  <a:pt x="1455311" y="96614"/>
                </a:moveTo>
                <a:lnTo>
                  <a:pt x="1455311" y="26625"/>
                </a:lnTo>
                <a:lnTo>
                  <a:pt x="1467173" y="26625"/>
                </a:lnTo>
                <a:lnTo>
                  <a:pt x="1467173" y="96614"/>
                </a:lnTo>
                <a:lnTo>
                  <a:pt x="1455311" y="96614"/>
                </a:lnTo>
                <a:close/>
                <a:moveTo>
                  <a:pt x="1485076" y="96614"/>
                </a:moveTo>
                <a:lnTo>
                  <a:pt x="1485076" y="26625"/>
                </a:lnTo>
                <a:lnTo>
                  <a:pt x="1495753" y="26625"/>
                </a:lnTo>
                <a:lnTo>
                  <a:pt x="1495753" y="37169"/>
                </a:lnTo>
                <a:cubicBezTo>
                  <a:pt x="1498477" y="32232"/>
                  <a:pt x="1500992" y="28977"/>
                  <a:pt x="1503299" y="27403"/>
                </a:cubicBezTo>
                <a:cubicBezTo>
                  <a:pt x="1505605" y="25830"/>
                  <a:pt x="1508143" y="25043"/>
                  <a:pt x="1510910" y="25043"/>
                </a:cubicBezTo>
                <a:cubicBezTo>
                  <a:pt x="1514909" y="25043"/>
                  <a:pt x="1518973" y="26312"/>
                  <a:pt x="1523103" y="28849"/>
                </a:cubicBezTo>
                <a:lnTo>
                  <a:pt x="1519017" y="39806"/>
                </a:lnTo>
                <a:cubicBezTo>
                  <a:pt x="1516117" y="38092"/>
                  <a:pt x="1513217" y="37235"/>
                  <a:pt x="1510317" y="37235"/>
                </a:cubicBezTo>
                <a:cubicBezTo>
                  <a:pt x="1507725" y="37235"/>
                  <a:pt x="1505397" y="38017"/>
                  <a:pt x="1503332" y="39579"/>
                </a:cubicBezTo>
                <a:cubicBezTo>
                  <a:pt x="1501267" y="41140"/>
                  <a:pt x="1499795" y="43306"/>
                  <a:pt x="1498916" y="46077"/>
                </a:cubicBezTo>
                <a:cubicBezTo>
                  <a:pt x="1497598" y="50299"/>
                  <a:pt x="1496939" y="54917"/>
                  <a:pt x="1496939" y="59931"/>
                </a:cubicBezTo>
                <a:lnTo>
                  <a:pt x="1496939" y="96614"/>
                </a:lnTo>
                <a:lnTo>
                  <a:pt x="1485076" y="96614"/>
                </a:lnTo>
                <a:close/>
                <a:moveTo>
                  <a:pt x="1525408" y="75657"/>
                </a:moveTo>
                <a:lnTo>
                  <a:pt x="1537139" y="73812"/>
                </a:lnTo>
                <a:cubicBezTo>
                  <a:pt x="1537798" y="78492"/>
                  <a:pt x="1539632" y="82079"/>
                  <a:pt x="1542642" y="84572"/>
                </a:cubicBezTo>
                <a:cubicBezTo>
                  <a:pt x="1545651" y="87064"/>
                  <a:pt x="1549858" y="88310"/>
                  <a:pt x="1555262" y="88310"/>
                </a:cubicBezTo>
                <a:cubicBezTo>
                  <a:pt x="1560710" y="88310"/>
                  <a:pt x="1564752" y="87210"/>
                  <a:pt x="1567388" y="85009"/>
                </a:cubicBezTo>
                <a:cubicBezTo>
                  <a:pt x="1570024" y="82807"/>
                  <a:pt x="1571342" y="80224"/>
                  <a:pt x="1571342" y="77261"/>
                </a:cubicBezTo>
                <a:cubicBezTo>
                  <a:pt x="1571342" y="74602"/>
                  <a:pt x="1570178" y="72509"/>
                  <a:pt x="1567850" y="70984"/>
                </a:cubicBezTo>
                <a:cubicBezTo>
                  <a:pt x="1566224" y="69938"/>
                  <a:pt x="1562182" y="68608"/>
                  <a:pt x="1555723" y="66995"/>
                </a:cubicBezTo>
                <a:cubicBezTo>
                  <a:pt x="1547024" y="64797"/>
                  <a:pt x="1540994" y="62895"/>
                  <a:pt x="1537633" y="61290"/>
                </a:cubicBezTo>
                <a:cubicBezTo>
                  <a:pt x="1534272" y="59685"/>
                  <a:pt x="1531724" y="57464"/>
                  <a:pt x="1529988" y="54628"/>
                </a:cubicBezTo>
                <a:cubicBezTo>
                  <a:pt x="1528253" y="51791"/>
                  <a:pt x="1527385" y="48658"/>
                  <a:pt x="1527385" y="45228"/>
                </a:cubicBezTo>
                <a:cubicBezTo>
                  <a:pt x="1527385" y="42106"/>
                  <a:pt x="1528099" y="39214"/>
                  <a:pt x="1529527" y="36554"/>
                </a:cubicBezTo>
                <a:cubicBezTo>
                  <a:pt x="1530955" y="33893"/>
                  <a:pt x="1532899" y="31683"/>
                  <a:pt x="1535359" y="29924"/>
                </a:cubicBezTo>
                <a:cubicBezTo>
                  <a:pt x="1537205" y="28561"/>
                  <a:pt x="1539720" y="27407"/>
                  <a:pt x="1542905" y="26462"/>
                </a:cubicBezTo>
                <a:cubicBezTo>
                  <a:pt x="1546091" y="25516"/>
                  <a:pt x="1549507" y="25043"/>
                  <a:pt x="1553153" y="25043"/>
                </a:cubicBezTo>
                <a:cubicBezTo>
                  <a:pt x="1558645" y="25043"/>
                  <a:pt x="1563467" y="25840"/>
                  <a:pt x="1567619" y="27432"/>
                </a:cubicBezTo>
                <a:cubicBezTo>
                  <a:pt x="1571771" y="29024"/>
                  <a:pt x="1574835" y="31180"/>
                  <a:pt x="1576812" y="33901"/>
                </a:cubicBezTo>
                <a:cubicBezTo>
                  <a:pt x="1578790" y="36621"/>
                  <a:pt x="1580152" y="40259"/>
                  <a:pt x="1580898" y="44814"/>
                </a:cubicBezTo>
                <a:lnTo>
                  <a:pt x="1569299" y="46396"/>
                </a:lnTo>
                <a:cubicBezTo>
                  <a:pt x="1568772" y="42793"/>
                  <a:pt x="1567246" y="39981"/>
                  <a:pt x="1564719" y="37960"/>
                </a:cubicBezTo>
                <a:cubicBezTo>
                  <a:pt x="1562193" y="35939"/>
                  <a:pt x="1558623" y="34929"/>
                  <a:pt x="1554010" y="34929"/>
                </a:cubicBezTo>
                <a:cubicBezTo>
                  <a:pt x="1548562" y="34929"/>
                  <a:pt x="1544674" y="35825"/>
                  <a:pt x="1542345" y="37618"/>
                </a:cubicBezTo>
                <a:cubicBezTo>
                  <a:pt x="1540016" y="39410"/>
                  <a:pt x="1538852" y="41509"/>
                  <a:pt x="1538852" y="43914"/>
                </a:cubicBezTo>
                <a:cubicBezTo>
                  <a:pt x="1538852" y="45444"/>
                  <a:pt x="1539335" y="46821"/>
                  <a:pt x="1540302" y="48046"/>
                </a:cubicBezTo>
                <a:cubicBezTo>
                  <a:pt x="1541269" y="49313"/>
                  <a:pt x="1542784" y="50362"/>
                  <a:pt x="1544849" y="51192"/>
                </a:cubicBezTo>
                <a:cubicBezTo>
                  <a:pt x="1546036" y="51630"/>
                  <a:pt x="1549529" y="52636"/>
                  <a:pt x="1555328" y="54210"/>
                </a:cubicBezTo>
                <a:cubicBezTo>
                  <a:pt x="1563720" y="56449"/>
                  <a:pt x="1569574" y="58282"/>
                  <a:pt x="1572891" y="59708"/>
                </a:cubicBezTo>
                <a:cubicBezTo>
                  <a:pt x="1576208" y="61135"/>
                  <a:pt x="1578812" y="63209"/>
                  <a:pt x="1580701" y="65932"/>
                </a:cubicBezTo>
                <a:cubicBezTo>
                  <a:pt x="1582590" y="68653"/>
                  <a:pt x="1583535" y="72033"/>
                  <a:pt x="1583535" y="76071"/>
                </a:cubicBezTo>
                <a:cubicBezTo>
                  <a:pt x="1583535" y="80022"/>
                  <a:pt x="1582381" y="83743"/>
                  <a:pt x="1580075" y="87233"/>
                </a:cubicBezTo>
                <a:cubicBezTo>
                  <a:pt x="1577768" y="90722"/>
                  <a:pt x="1574440" y="93421"/>
                  <a:pt x="1570090" y="95331"/>
                </a:cubicBezTo>
                <a:cubicBezTo>
                  <a:pt x="1565741" y="97241"/>
                  <a:pt x="1560820" y="98196"/>
                  <a:pt x="1555328" y="98196"/>
                </a:cubicBezTo>
                <a:cubicBezTo>
                  <a:pt x="1546233" y="98196"/>
                  <a:pt x="1539303" y="96301"/>
                  <a:pt x="1534536" y="92512"/>
                </a:cubicBezTo>
                <a:cubicBezTo>
                  <a:pt x="1529769" y="88722"/>
                  <a:pt x="1526726" y="83104"/>
                  <a:pt x="1525408" y="75657"/>
                </a:cubicBezTo>
                <a:close/>
                <a:moveTo>
                  <a:pt x="1623538" y="86136"/>
                </a:moveTo>
                <a:lnTo>
                  <a:pt x="1625251" y="96614"/>
                </a:lnTo>
                <a:cubicBezTo>
                  <a:pt x="1621912" y="97229"/>
                  <a:pt x="1618925" y="97537"/>
                  <a:pt x="1616289" y="97537"/>
                </a:cubicBezTo>
                <a:cubicBezTo>
                  <a:pt x="1611983" y="97537"/>
                  <a:pt x="1608644" y="96856"/>
                  <a:pt x="1606271" y="95494"/>
                </a:cubicBezTo>
                <a:cubicBezTo>
                  <a:pt x="1603899" y="94132"/>
                  <a:pt x="1602229" y="92341"/>
                  <a:pt x="1601263" y="90123"/>
                </a:cubicBezTo>
                <a:cubicBezTo>
                  <a:pt x="1600296" y="87904"/>
                  <a:pt x="1599813" y="83236"/>
                  <a:pt x="1599813" y="76118"/>
                </a:cubicBezTo>
                <a:lnTo>
                  <a:pt x="1599813" y="35851"/>
                </a:lnTo>
                <a:lnTo>
                  <a:pt x="1591114" y="35851"/>
                </a:lnTo>
                <a:lnTo>
                  <a:pt x="1591114" y="26625"/>
                </a:lnTo>
                <a:lnTo>
                  <a:pt x="1599813" y="26625"/>
                </a:lnTo>
                <a:lnTo>
                  <a:pt x="1599813" y="9245"/>
                </a:lnTo>
                <a:lnTo>
                  <a:pt x="1611609" y="2109"/>
                </a:lnTo>
                <a:lnTo>
                  <a:pt x="1611609" y="26625"/>
                </a:lnTo>
                <a:lnTo>
                  <a:pt x="1623538" y="26625"/>
                </a:lnTo>
                <a:lnTo>
                  <a:pt x="1623538" y="35851"/>
                </a:lnTo>
                <a:lnTo>
                  <a:pt x="1611609" y="35851"/>
                </a:lnTo>
                <a:lnTo>
                  <a:pt x="1611609" y="76777"/>
                </a:lnTo>
                <a:cubicBezTo>
                  <a:pt x="1611609" y="80160"/>
                  <a:pt x="1611818" y="82335"/>
                  <a:pt x="1612236" y="83302"/>
                </a:cubicBezTo>
                <a:cubicBezTo>
                  <a:pt x="1612653" y="84268"/>
                  <a:pt x="1613334" y="85037"/>
                  <a:pt x="1614279" y="85608"/>
                </a:cubicBezTo>
                <a:cubicBezTo>
                  <a:pt x="1615223" y="86179"/>
                  <a:pt x="1616574" y="86465"/>
                  <a:pt x="1618332" y="86465"/>
                </a:cubicBezTo>
                <a:cubicBezTo>
                  <a:pt x="1619650" y="86465"/>
                  <a:pt x="1621385" y="86355"/>
                  <a:pt x="1623538" y="86136"/>
                </a:cubicBezTo>
                <a:close/>
                <a:moveTo>
                  <a:pt x="1656281" y="96614"/>
                </a:moveTo>
                <a:lnTo>
                  <a:pt x="1693384" y="0"/>
                </a:lnTo>
                <a:lnTo>
                  <a:pt x="1707158" y="0"/>
                </a:lnTo>
                <a:lnTo>
                  <a:pt x="1746700" y="96614"/>
                </a:lnTo>
                <a:lnTo>
                  <a:pt x="1732136" y="96614"/>
                </a:lnTo>
                <a:lnTo>
                  <a:pt x="1720866" y="67485"/>
                </a:lnTo>
                <a:lnTo>
                  <a:pt x="1680467" y="67485"/>
                </a:lnTo>
                <a:lnTo>
                  <a:pt x="1669857" y="96614"/>
                </a:lnTo>
                <a:lnTo>
                  <a:pt x="1656281" y="96614"/>
                </a:lnTo>
                <a:moveTo>
                  <a:pt x="1684158" y="56940"/>
                </a:moveTo>
                <a:lnTo>
                  <a:pt x="1716912" y="56940"/>
                </a:lnTo>
                <a:lnTo>
                  <a:pt x="1706829" y="30184"/>
                </a:lnTo>
                <a:cubicBezTo>
                  <a:pt x="1703753" y="22056"/>
                  <a:pt x="1701469" y="15377"/>
                  <a:pt x="1699975" y="10149"/>
                </a:cubicBezTo>
                <a:cubicBezTo>
                  <a:pt x="1698745" y="16344"/>
                  <a:pt x="1697009" y="22495"/>
                  <a:pt x="1694768" y="28602"/>
                </a:cubicBezTo>
                <a:lnTo>
                  <a:pt x="1684158" y="56940"/>
                </a:lnTo>
                <a:close/>
                <a:moveTo>
                  <a:pt x="1755400" y="96614"/>
                </a:moveTo>
                <a:lnTo>
                  <a:pt x="1755400" y="26625"/>
                </a:lnTo>
                <a:lnTo>
                  <a:pt x="1766010" y="26625"/>
                </a:lnTo>
                <a:lnTo>
                  <a:pt x="1766010" y="36379"/>
                </a:lnTo>
                <a:cubicBezTo>
                  <a:pt x="1768207" y="32971"/>
                  <a:pt x="1771129" y="30230"/>
                  <a:pt x="1774776" y="28155"/>
                </a:cubicBezTo>
                <a:cubicBezTo>
                  <a:pt x="1778422" y="26081"/>
                  <a:pt x="1782574" y="25043"/>
                  <a:pt x="1787231" y="25043"/>
                </a:cubicBezTo>
                <a:cubicBezTo>
                  <a:pt x="1792416" y="25043"/>
                  <a:pt x="1796666" y="26114"/>
                  <a:pt x="1799984" y="28256"/>
                </a:cubicBezTo>
                <a:cubicBezTo>
                  <a:pt x="1803301" y="30397"/>
                  <a:pt x="1805640" y="33390"/>
                  <a:pt x="1807002" y="37235"/>
                </a:cubicBezTo>
                <a:cubicBezTo>
                  <a:pt x="1812538" y="29107"/>
                  <a:pt x="1819744" y="25043"/>
                  <a:pt x="1828618" y="25043"/>
                </a:cubicBezTo>
                <a:cubicBezTo>
                  <a:pt x="1835560" y="25043"/>
                  <a:pt x="1840898" y="26965"/>
                  <a:pt x="1844633" y="30810"/>
                </a:cubicBezTo>
                <a:cubicBezTo>
                  <a:pt x="1848367" y="34654"/>
                  <a:pt x="1850235" y="40574"/>
                  <a:pt x="1850235" y="48571"/>
                </a:cubicBezTo>
                <a:lnTo>
                  <a:pt x="1850235" y="96614"/>
                </a:lnTo>
                <a:lnTo>
                  <a:pt x="1838438" y="96614"/>
                </a:lnTo>
                <a:lnTo>
                  <a:pt x="1838438" y="52478"/>
                </a:lnTo>
                <a:cubicBezTo>
                  <a:pt x="1838438" y="47727"/>
                  <a:pt x="1838054" y="44308"/>
                  <a:pt x="1837285" y="42219"/>
                </a:cubicBezTo>
                <a:cubicBezTo>
                  <a:pt x="1836516" y="40130"/>
                  <a:pt x="1835121" y="38447"/>
                  <a:pt x="1833100" y="37171"/>
                </a:cubicBezTo>
                <a:cubicBezTo>
                  <a:pt x="1831079" y="35896"/>
                  <a:pt x="1828706" y="35258"/>
                  <a:pt x="1825982" y="35258"/>
                </a:cubicBezTo>
                <a:cubicBezTo>
                  <a:pt x="1821062" y="35258"/>
                  <a:pt x="1816976" y="36897"/>
                  <a:pt x="1813724" y="40174"/>
                </a:cubicBezTo>
                <a:cubicBezTo>
                  <a:pt x="1810473" y="43450"/>
                  <a:pt x="1808848" y="48695"/>
                  <a:pt x="1808848" y="55909"/>
                </a:cubicBezTo>
                <a:lnTo>
                  <a:pt x="1808848" y="96614"/>
                </a:lnTo>
                <a:lnTo>
                  <a:pt x="1796985" y="96614"/>
                </a:lnTo>
                <a:lnTo>
                  <a:pt x="1796985" y="51091"/>
                </a:lnTo>
                <a:cubicBezTo>
                  <a:pt x="1796985" y="45814"/>
                  <a:pt x="1796018" y="41855"/>
                  <a:pt x="1794085" y="39217"/>
                </a:cubicBezTo>
                <a:cubicBezTo>
                  <a:pt x="1792152" y="36578"/>
                  <a:pt x="1788989" y="35258"/>
                  <a:pt x="1784595" y="35258"/>
                </a:cubicBezTo>
                <a:cubicBezTo>
                  <a:pt x="1781256" y="35258"/>
                  <a:pt x="1778170" y="36138"/>
                  <a:pt x="1775336" y="37898"/>
                </a:cubicBezTo>
                <a:cubicBezTo>
                  <a:pt x="1772502" y="39657"/>
                  <a:pt x="1770448" y="42230"/>
                  <a:pt x="1769174" y="45617"/>
                </a:cubicBezTo>
                <a:cubicBezTo>
                  <a:pt x="1767900" y="49003"/>
                  <a:pt x="1767263" y="53885"/>
                  <a:pt x="1767263" y="60262"/>
                </a:cubicBezTo>
                <a:lnTo>
                  <a:pt x="1767263" y="96614"/>
                </a:lnTo>
                <a:lnTo>
                  <a:pt x="1755400" y="96614"/>
                </a:lnTo>
                <a:close/>
                <a:moveTo>
                  <a:pt x="1915741" y="74075"/>
                </a:moveTo>
                <a:lnTo>
                  <a:pt x="1927999" y="75591"/>
                </a:lnTo>
                <a:cubicBezTo>
                  <a:pt x="1926066" y="82753"/>
                  <a:pt x="1922486" y="88310"/>
                  <a:pt x="1917257" y="92265"/>
                </a:cubicBezTo>
                <a:cubicBezTo>
                  <a:pt x="1912029" y="96219"/>
                  <a:pt x="1905351" y="98196"/>
                  <a:pt x="1897223" y="98196"/>
                </a:cubicBezTo>
                <a:cubicBezTo>
                  <a:pt x="1886986" y="98196"/>
                  <a:pt x="1878869" y="95043"/>
                  <a:pt x="1872871" y="88739"/>
                </a:cubicBezTo>
                <a:cubicBezTo>
                  <a:pt x="1866874" y="82434"/>
                  <a:pt x="1863876" y="73592"/>
                  <a:pt x="1863876" y="62213"/>
                </a:cubicBezTo>
                <a:cubicBezTo>
                  <a:pt x="1863876" y="50438"/>
                  <a:pt x="1866907" y="41299"/>
                  <a:pt x="1872970" y="34797"/>
                </a:cubicBezTo>
                <a:cubicBezTo>
                  <a:pt x="1879033" y="28294"/>
                  <a:pt x="1886898" y="25043"/>
                  <a:pt x="1896564" y="25043"/>
                </a:cubicBezTo>
                <a:cubicBezTo>
                  <a:pt x="1905922" y="25043"/>
                  <a:pt x="1913567" y="28224"/>
                  <a:pt x="1919498" y="34585"/>
                </a:cubicBezTo>
                <a:cubicBezTo>
                  <a:pt x="1925429" y="40944"/>
                  <a:pt x="1928395" y="49892"/>
                  <a:pt x="1928395" y="61428"/>
                </a:cubicBezTo>
                <a:cubicBezTo>
                  <a:pt x="1928395" y="62130"/>
                  <a:pt x="1928373" y="63182"/>
                  <a:pt x="1928329" y="64585"/>
                </a:cubicBezTo>
                <a:lnTo>
                  <a:pt x="1876134" y="64585"/>
                </a:lnTo>
                <a:cubicBezTo>
                  <a:pt x="1876573" y="72252"/>
                  <a:pt x="1878748" y="78123"/>
                  <a:pt x="1882658" y="82198"/>
                </a:cubicBezTo>
                <a:cubicBezTo>
                  <a:pt x="1886568" y="86273"/>
                  <a:pt x="1891445" y="88310"/>
                  <a:pt x="1897288" y="88310"/>
                </a:cubicBezTo>
                <a:cubicBezTo>
                  <a:pt x="1901638" y="88310"/>
                  <a:pt x="1905351" y="87179"/>
                  <a:pt x="1908426" y="84916"/>
                </a:cubicBezTo>
                <a:cubicBezTo>
                  <a:pt x="1911502" y="82652"/>
                  <a:pt x="1913940" y="79039"/>
                  <a:pt x="1915741" y="74075"/>
                </a:cubicBezTo>
                <a:moveTo>
                  <a:pt x="1876793" y="54700"/>
                </a:moveTo>
                <a:lnTo>
                  <a:pt x="1915873" y="54700"/>
                </a:lnTo>
                <a:cubicBezTo>
                  <a:pt x="1915346" y="48908"/>
                  <a:pt x="1913852" y="44565"/>
                  <a:pt x="1911392" y="41669"/>
                </a:cubicBezTo>
                <a:cubicBezTo>
                  <a:pt x="1907613" y="37176"/>
                  <a:pt x="1902715" y="34929"/>
                  <a:pt x="1896695" y="34929"/>
                </a:cubicBezTo>
                <a:cubicBezTo>
                  <a:pt x="1891247" y="34929"/>
                  <a:pt x="1886667" y="36723"/>
                  <a:pt x="1882955" y="40310"/>
                </a:cubicBezTo>
                <a:cubicBezTo>
                  <a:pt x="1879242" y="43896"/>
                  <a:pt x="1877188" y="48693"/>
                  <a:pt x="1876793" y="54700"/>
                </a:cubicBezTo>
                <a:close/>
                <a:moveTo>
                  <a:pt x="1942873" y="96614"/>
                </a:moveTo>
                <a:lnTo>
                  <a:pt x="1942873" y="26625"/>
                </a:lnTo>
                <a:lnTo>
                  <a:pt x="1953549" y="26625"/>
                </a:lnTo>
                <a:lnTo>
                  <a:pt x="1953549" y="36510"/>
                </a:lnTo>
                <a:cubicBezTo>
                  <a:pt x="1958690" y="28866"/>
                  <a:pt x="1966115" y="25043"/>
                  <a:pt x="1975825" y="25043"/>
                </a:cubicBezTo>
                <a:cubicBezTo>
                  <a:pt x="1980043" y="25043"/>
                  <a:pt x="1983920" y="25801"/>
                  <a:pt x="1987457" y="27317"/>
                </a:cubicBezTo>
                <a:cubicBezTo>
                  <a:pt x="1990993" y="28833"/>
                  <a:pt x="1993641" y="30821"/>
                  <a:pt x="1995398" y="33281"/>
                </a:cubicBezTo>
                <a:cubicBezTo>
                  <a:pt x="1997155" y="35742"/>
                  <a:pt x="1998386" y="38663"/>
                  <a:pt x="1999089" y="42046"/>
                </a:cubicBezTo>
                <a:cubicBezTo>
                  <a:pt x="1999528" y="44243"/>
                  <a:pt x="1999748" y="48087"/>
                  <a:pt x="1999748" y="53579"/>
                </a:cubicBezTo>
                <a:lnTo>
                  <a:pt x="1999748" y="96614"/>
                </a:lnTo>
                <a:lnTo>
                  <a:pt x="1987885" y="96614"/>
                </a:lnTo>
                <a:lnTo>
                  <a:pt x="1987885" y="53995"/>
                </a:lnTo>
                <a:cubicBezTo>
                  <a:pt x="1987885" y="49157"/>
                  <a:pt x="1987424" y="45539"/>
                  <a:pt x="1986501" y="43142"/>
                </a:cubicBezTo>
                <a:cubicBezTo>
                  <a:pt x="1985578" y="40745"/>
                  <a:pt x="1983942" y="38831"/>
                  <a:pt x="1981591" y="37402"/>
                </a:cubicBezTo>
                <a:cubicBezTo>
                  <a:pt x="1979241" y="35973"/>
                  <a:pt x="1976484" y="35258"/>
                  <a:pt x="1973320" y="35258"/>
                </a:cubicBezTo>
                <a:cubicBezTo>
                  <a:pt x="1968268" y="35258"/>
                  <a:pt x="1963907" y="36864"/>
                  <a:pt x="1960239" y="40075"/>
                </a:cubicBezTo>
                <a:cubicBezTo>
                  <a:pt x="1956570" y="43285"/>
                  <a:pt x="1954736" y="49377"/>
                  <a:pt x="1954736" y="58349"/>
                </a:cubicBezTo>
                <a:lnTo>
                  <a:pt x="1954736" y="96614"/>
                </a:lnTo>
                <a:lnTo>
                  <a:pt x="1942873" y="96614"/>
                </a:lnTo>
                <a:close/>
                <a:moveTo>
                  <a:pt x="2063324" y="96614"/>
                </a:moveTo>
                <a:lnTo>
                  <a:pt x="2063324" y="87783"/>
                </a:lnTo>
                <a:cubicBezTo>
                  <a:pt x="2058886" y="94725"/>
                  <a:pt x="2052362" y="98196"/>
                  <a:pt x="2043750" y="98196"/>
                </a:cubicBezTo>
                <a:cubicBezTo>
                  <a:pt x="2038170" y="98196"/>
                  <a:pt x="2033041" y="96658"/>
                  <a:pt x="2028362" y="93583"/>
                </a:cubicBezTo>
                <a:cubicBezTo>
                  <a:pt x="2023683" y="90507"/>
                  <a:pt x="2020058" y="86212"/>
                  <a:pt x="2017488" y="80699"/>
                </a:cubicBezTo>
                <a:cubicBezTo>
                  <a:pt x="2014918" y="75185"/>
                  <a:pt x="2013632" y="68847"/>
                  <a:pt x="2013632" y="61685"/>
                </a:cubicBezTo>
                <a:cubicBezTo>
                  <a:pt x="2013632" y="54700"/>
                  <a:pt x="2014797" y="48362"/>
                  <a:pt x="2017125" y="42672"/>
                </a:cubicBezTo>
                <a:cubicBezTo>
                  <a:pt x="2019454" y="36983"/>
                  <a:pt x="2022947" y="32622"/>
                  <a:pt x="2027604" y="29591"/>
                </a:cubicBezTo>
                <a:cubicBezTo>
                  <a:pt x="2032261" y="26559"/>
                  <a:pt x="2037468" y="25043"/>
                  <a:pt x="2043223" y="25043"/>
                </a:cubicBezTo>
                <a:cubicBezTo>
                  <a:pt x="2047441" y="25043"/>
                  <a:pt x="2051197" y="25933"/>
                  <a:pt x="2054493" y="27712"/>
                </a:cubicBezTo>
                <a:cubicBezTo>
                  <a:pt x="2057788" y="29492"/>
                  <a:pt x="2060468" y="31809"/>
                  <a:pt x="2062533" y="34665"/>
                </a:cubicBezTo>
                <a:lnTo>
                  <a:pt x="2062533" y="0"/>
                </a:lnTo>
                <a:lnTo>
                  <a:pt x="2074329" y="0"/>
                </a:lnTo>
                <a:lnTo>
                  <a:pt x="2074329" y="96614"/>
                </a:lnTo>
                <a:lnTo>
                  <a:pt x="2063324" y="96614"/>
                </a:lnTo>
                <a:moveTo>
                  <a:pt x="2025825" y="61652"/>
                </a:moveTo>
                <a:cubicBezTo>
                  <a:pt x="2025825" y="70582"/>
                  <a:pt x="2027714" y="77258"/>
                  <a:pt x="2031492" y="81679"/>
                </a:cubicBezTo>
                <a:cubicBezTo>
                  <a:pt x="2035271" y="86100"/>
                  <a:pt x="2039730" y="88310"/>
                  <a:pt x="2044871" y="88310"/>
                </a:cubicBezTo>
                <a:cubicBezTo>
                  <a:pt x="2050055" y="88310"/>
                  <a:pt x="2054460" y="86199"/>
                  <a:pt x="2058084" y="81975"/>
                </a:cubicBezTo>
                <a:cubicBezTo>
                  <a:pt x="2061709" y="77751"/>
                  <a:pt x="2063521" y="71305"/>
                  <a:pt x="2063521" y="62637"/>
                </a:cubicBezTo>
                <a:cubicBezTo>
                  <a:pt x="2063521" y="53095"/>
                  <a:pt x="2061676" y="46091"/>
                  <a:pt x="2057985" y="41626"/>
                </a:cubicBezTo>
                <a:cubicBezTo>
                  <a:pt x="2054295" y="37161"/>
                  <a:pt x="2049747" y="34929"/>
                  <a:pt x="2044343" y="34929"/>
                </a:cubicBezTo>
                <a:cubicBezTo>
                  <a:pt x="2039071" y="34929"/>
                  <a:pt x="2034667" y="37074"/>
                  <a:pt x="2031130" y="41365"/>
                </a:cubicBezTo>
                <a:cubicBezTo>
                  <a:pt x="2027593" y="45654"/>
                  <a:pt x="2025825" y="52416"/>
                  <a:pt x="2025825" y="61652"/>
                </a:cubicBezTo>
                <a:close/>
                <a:moveTo>
                  <a:pt x="2092960" y="96614"/>
                </a:moveTo>
                <a:lnTo>
                  <a:pt x="2092960" y="26625"/>
                </a:lnTo>
                <a:lnTo>
                  <a:pt x="2103570" y="26625"/>
                </a:lnTo>
                <a:lnTo>
                  <a:pt x="2103570" y="36379"/>
                </a:lnTo>
                <a:cubicBezTo>
                  <a:pt x="2105767" y="32971"/>
                  <a:pt x="2108688" y="30230"/>
                  <a:pt x="2112335" y="28155"/>
                </a:cubicBezTo>
                <a:cubicBezTo>
                  <a:pt x="2115982" y="26081"/>
                  <a:pt x="2120134" y="25043"/>
                  <a:pt x="2124791" y="25043"/>
                </a:cubicBezTo>
                <a:cubicBezTo>
                  <a:pt x="2129975" y="25043"/>
                  <a:pt x="2134226" y="26114"/>
                  <a:pt x="2137543" y="28256"/>
                </a:cubicBezTo>
                <a:cubicBezTo>
                  <a:pt x="2140860" y="30397"/>
                  <a:pt x="2143200" y="33390"/>
                  <a:pt x="2144562" y="37235"/>
                </a:cubicBezTo>
                <a:cubicBezTo>
                  <a:pt x="2150098" y="29107"/>
                  <a:pt x="2157303" y="25043"/>
                  <a:pt x="2166178" y="25043"/>
                </a:cubicBezTo>
                <a:cubicBezTo>
                  <a:pt x="2173120" y="25043"/>
                  <a:pt x="2178458" y="26965"/>
                  <a:pt x="2182193" y="30810"/>
                </a:cubicBezTo>
                <a:cubicBezTo>
                  <a:pt x="2185927" y="34654"/>
                  <a:pt x="2187794" y="40574"/>
                  <a:pt x="2187794" y="48571"/>
                </a:cubicBezTo>
                <a:lnTo>
                  <a:pt x="2187794" y="96614"/>
                </a:lnTo>
                <a:lnTo>
                  <a:pt x="2175998" y="96614"/>
                </a:lnTo>
                <a:lnTo>
                  <a:pt x="2175998" y="52478"/>
                </a:lnTo>
                <a:cubicBezTo>
                  <a:pt x="2175998" y="47727"/>
                  <a:pt x="2175613" y="44308"/>
                  <a:pt x="2174844" y="42219"/>
                </a:cubicBezTo>
                <a:cubicBezTo>
                  <a:pt x="2174076" y="40130"/>
                  <a:pt x="2172681" y="38447"/>
                  <a:pt x="2170660" y="37171"/>
                </a:cubicBezTo>
                <a:cubicBezTo>
                  <a:pt x="2168638" y="35896"/>
                  <a:pt x="2166266" y="35258"/>
                  <a:pt x="2163542" y="35258"/>
                </a:cubicBezTo>
                <a:cubicBezTo>
                  <a:pt x="2158621" y="35258"/>
                  <a:pt x="2154535" y="36897"/>
                  <a:pt x="2151284" y="40174"/>
                </a:cubicBezTo>
                <a:cubicBezTo>
                  <a:pt x="2148033" y="43450"/>
                  <a:pt x="2146407" y="48695"/>
                  <a:pt x="2146407" y="55909"/>
                </a:cubicBezTo>
                <a:lnTo>
                  <a:pt x="2146407" y="96614"/>
                </a:lnTo>
                <a:lnTo>
                  <a:pt x="2134545" y="96614"/>
                </a:lnTo>
                <a:lnTo>
                  <a:pt x="2134545" y="51091"/>
                </a:lnTo>
                <a:cubicBezTo>
                  <a:pt x="2134545" y="45814"/>
                  <a:pt x="2133578" y="41855"/>
                  <a:pt x="2131645" y="39217"/>
                </a:cubicBezTo>
                <a:cubicBezTo>
                  <a:pt x="2129712" y="36578"/>
                  <a:pt x="2126548" y="35258"/>
                  <a:pt x="2122155" y="35258"/>
                </a:cubicBezTo>
                <a:cubicBezTo>
                  <a:pt x="2118816" y="35258"/>
                  <a:pt x="2115729" y="36138"/>
                  <a:pt x="2112895" y="37898"/>
                </a:cubicBezTo>
                <a:cubicBezTo>
                  <a:pt x="2110061" y="39657"/>
                  <a:pt x="2108007" y="42230"/>
                  <a:pt x="2106733" y="45617"/>
                </a:cubicBezTo>
                <a:cubicBezTo>
                  <a:pt x="2105459" y="49003"/>
                  <a:pt x="2104822" y="53885"/>
                  <a:pt x="2104822" y="60262"/>
                </a:cubicBezTo>
                <a:lnTo>
                  <a:pt x="2104822" y="96614"/>
                </a:lnTo>
                <a:lnTo>
                  <a:pt x="2092960" y="96614"/>
                </a:lnTo>
                <a:close/>
                <a:moveTo>
                  <a:pt x="2253301" y="74075"/>
                </a:moveTo>
                <a:lnTo>
                  <a:pt x="2265559" y="75591"/>
                </a:lnTo>
                <a:cubicBezTo>
                  <a:pt x="2263626" y="82753"/>
                  <a:pt x="2260045" y="88310"/>
                  <a:pt x="2254817" y="92265"/>
                </a:cubicBezTo>
                <a:cubicBezTo>
                  <a:pt x="2249588" y="96219"/>
                  <a:pt x="2242910" y="98196"/>
                  <a:pt x="2234782" y="98196"/>
                </a:cubicBezTo>
                <a:cubicBezTo>
                  <a:pt x="2224545" y="98196"/>
                  <a:pt x="2216428" y="95043"/>
                  <a:pt x="2210431" y="88739"/>
                </a:cubicBezTo>
                <a:cubicBezTo>
                  <a:pt x="2204434" y="82434"/>
                  <a:pt x="2201435" y="73592"/>
                  <a:pt x="2201435" y="62213"/>
                </a:cubicBezTo>
                <a:cubicBezTo>
                  <a:pt x="2201435" y="50438"/>
                  <a:pt x="2204467" y="41299"/>
                  <a:pt x="2210530" y="34797"/>
                </a:cubicBezTo>
                <a:cubicBezTo>
                  <a:pt x="2216593" y="28294"/>
                  <a:pt x="2224457" y="25043"/>
                  <a:pt x="2234123" y="25043"/>
                </a:cubicBezTo>
                <a:cubicBezTo>
                  <a:pt x="2243481" y="25043"/>
                  <a:pt x="2251126" y="28224"/>
                  <a:pt x="2257058" y="34585"/>
                </a:cubicBezTo>
                <a:cubicBezTo>
                  <a:pt x="2262989" y="40944"/>
                  <a:pt x="2265954" y="49892"/>
                  <a:pt x="2265954" y="61428"/>
                </a:cubicBezTo>
                <a:cubicBezTo>
                  <a:pt x="2265954" y="62130"/>
                  <a:pt x="2265932" y="63182"/>
                  <a:pt x="2265889" y="64585"/>
                </a:cubicBezTo>
                <a:lnTo>
                  <a:pt x="2213693" y="64585"/>
                </a:lnTo>
                <a:cubicBezTo>
                  <a:pt x="2214133" y="72252"/>
                  <a:pt x="2216307" y="78123"/>
                  <a:pt x="2220218" y="82198"/>
                </a:cubicBezTo>
                <a:cubicBezTo>
                  <a:pt x="2224128" y="86273"/>
                  <a:pt x="2229005" y="88310"/>
                  <a:pt x="2234848" y="88310"/>
                </a:cubicBezTo>
                <a:cubicBezTo>
                  <a:pt x="2239198" y="88310"/>
                  <a:pt x="2242910" y="87179"/>
                  <a:pt x="2245986" y="84916"/>
                </a:cubicBezTo>
                <a:cubicBezTo>
                  <a:pt x="2249061" y="82652"/>
                  <a:pt x="2251500" y="79039"/>
                  <a:pt x="2253301" y="74075"/>
                </a:cubicBezTo>
                <a:moveTo>
                  <a:pt x="2214352" y="54700"/>
                </a:moveTo>
                <a:lnTo>
                  <a:pt x="2253433" y="54700"/>
                </a:lnTo>
                <a:cubicBezTo>
                  <a:pt x="2252906" y="48908"/>
                  <a:pt x="2251412" y="44565"/>
                  <a:pt x="2248951" y="41669"/>
                </a:cubicBezTo>
                <a:cubicBezTo>
                  <a:pt x="2245173" y="37176"/>
                  <a:pt x="2240274" y="34929"/>
                  <a:pt x="2234255" y="34929"/>
                </a:cubicBezTo>
                <a:cubicBezTo>
                  <a:pt x="2228807" y="34929"/>
                  <a:pt x="2224227" y="36723"/>
                  <a:pt x="2220514" y="40310"/>
                </a:cubicBezTo>
                <a:cubicBezTo>
                  <a:pt x="2216802" y="43896"/>
                  <a:pt x="2214748" y="48693"/>
                  <a:pt x="2214352" y="54700"/>
                </a:cubicBezTo>
                <a:close/>
                <a:moveTo>
                  <a:pt x="2280433" y="96614"/>
                </a:moveTo>
                <a:lnTo>
                  <a:pt x="2280433" y="26625"/>
                </a:lnTo>
                <a:lnTo>
                  <a:pt x="2291109" y="26625"/>
                </a:lnTo>
                <a:lnTo>
                  <a:pt x="2291109" y="36510"/>
                </a:lnTo>
                <a:cubicBezTo>
                  <a:pt x="2296250" y="28866"/>
                  <a:pt x="2303675" y="25043"/>
                  <a:pt x="2313384" y="25043"/>
                </a:cubicBezTo>
                <a:cubicBezTo>
                  <a:pt x="2317602" y="25043"/>
                  <a:pt x="2321479" y="25801"/>
                  <a:pt x="2325016" y="27317"/>
                </a:cubicBezTo>
                <a:cubicBezTo>
                  <a:pt x="2328553" y="28833"/>
                  <a:pt x="2331200" y="30821"/>
                  <a:pt x="2332958" y="33281"/>
                </a:cubicBezTo>
                <a:cubicBezTo>
                  <a:pt x="2334715" y="35742"/>
                  <a:pt x="2335945" y="38663"/>
                  <a:pt x="2336648" y="42046"/>
                </a:cubicBezTo>
                <a:cubicBezTo>
                  <a:pt x="2337088" y="44243"/>
                  <a:pt x="2337307" y="48087"/>
                  <a:pt x="2337307" y="53579"/>
                </a:cubicBezTo>
                <a:lnTo>
                  <a:pt x="2337307" y="96614"/>
                </a:lnTo>
                <a:lnTo>
                  <a:pt x="2325445" y="96614"/>
                </a:lnTo>
                <a:lnTo>
                  <a:pt x="2325445" y="53995"/>
                </a:lnTo>
                <a:cubicBezTo>
                  <a:pt x="2325445" y="49157"/>
                  <a:pt x="2324983" y="45539"/>
                  <a:pt x="2324061" y="43142"/>
                </a:cubicBezTo>
                <a:cubicBezTo>
                  <a:pt x="2323138" y="40745"/>
                  <a:pt x="2321501" y="38831"/>
                  <a:pt x="2319151" y="37402"/>
                </a:cubicBezTo>
                <a:cubicBezTo>
                  <a:pt x="2316800" y="35973"/>
                  <a:pt x="2314043" y="35258"/>
                  <a:pt x="2310880" y="35258"/>
                </a:cubicBezTo>
                <a:cubicBezTo>
                  <a:pt x="2305827" y="35258"/>
                  <a:pt x="2301467" y="36864"/>
                  <a:pt x="2297798" y="40075"/>
                </a:cubicBezTo>
                <a:cubicBezTo>
                  <a:pt x="2294130" y="43285"/>
                  <a:pt x="2292295" y="49377"/>
                  <a:pt x="2292295" y="58349"/>
                </a:cubicBezTo>
                <a:lnTo>
                  <a:pt x="2292295" y="96614"/>
                </a:lnTo>
                <a:lnTo>
                  <a:pt x="2280433" y="96614"/>
                </a:lnTo>
                <a:close/>
                <a:moveTo>
                  <a:pt x="2381376" y="86136"/>
                </a:moveTo>
                <a:lnTo>
                  <a:pt x="2383089" y="96614"/>
                </a:lnTo>
                <a:cubicBezTo>
                  <a:pt x="2379750" y="97229"/>
                  <a:pt x="2376763" y="97537"/>
                  <a:pt x="2374126" y="97537"/>
                </a:cubicBezTo>
                <a:cubicBezTo>
                  <a:pt x="2369821" y="97537"/>
                  <a:pt x="2366482" y="96856"/>
                  <a:pt x="2364109" y="95494"/>
                </a:cubicBezTo>
                <a:cubicBezTo>
                  <a:pt x="2361737" y="94132"/>
                  <a:pt x="2360067" y="92341"/>
                  <a:pt x="2359101" y="90123"/>
                </a:cubicBezTo>
                <a:cubicBezTo>
                  <a:pt x="2358134" y="87904"/>
                  <a:pt x="2357651" y="83236"/>
                  <a:pt x="2357651" y="76118"/>
                </a:cubicBezTo>
                <a:lnTo>
                  <a:pt x="2357651" y="35851"/>
                </a:lnTo>
                <a:lnTo>
                  <a:pt x="2348951" y="35851"/>
                </a:lnTo>
                <a:lnTo>
                  <a:pt x="2348951" y="26625"/>
                </a:lnTo>
                <a:lnTo>
                  <a:pt x="2357651" y="26625"/>
                </a:lnTo>
                <a:lnTo>
                  <a:pt x="2357651" y="9245"/>
                </a:lnTo>
                <a:lnTo>
                  <a:pt x="2369447" y="2109"/>
                </a:lnTo>
                <a:lnTo>
                  <a:pt x="2369447" y="26625"/>
                </a:lnTo>
                <a:lnTo>
                  <a:pt x="2381376" y="26625"/>
                </a:lnTo>
                <a:lnTo>
                  <a:pt x="2381376" y="35851"/>
                </a:lnTo>
                <a:lnTo>
                  <a:pt x="2369447" y="35851"/>
                </a:lnTo>
                <a:lnTo>
                  <a:pt x="2369447" y="76777"/>
                </a:lnTo>
                <a:cubicBezTo>
                  <a:pt x="2369447" y="80160"/>
                  <a:pt x="2369656" y="82335"/>
                  <a:pt x="2370073" y="83302"/>
                </a:cubicBezTo>
                <a:cubicBezTo>
                  <a:pt x="2370491" y="84268"/>
                  <a:pt x="2371172" y="85037"/>
                  <a:pt x="2372116" y="85608"/>
                </a:cubicBezTo>
                <a:cubicBezTo>
                  <a:pt x="2373061" y="86179"/>
                  <a:pt x="2374412" y="86465"/>
                  <a:pt x="2376169" y="86465"/>
                </a:cubicBezTo>
                <a:cubicBezTo>
                  <a:pt x="2377488" y="86465"/>
                  <a:pt x="2379223" y="86355"/>
                  <a:pt x="2381376" y="8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righttofreespeech.">
            <a:extLst xmlns:a="http://schemas.openxmlformats.org/drawingml/2006/main">
              <a:ext uri="{FF2B5EF4-FFF2-40B4-BE49-F238E27FC236}">
                <a16:creationId xmlns:a16="http://schemas.microsoft.com/office/drawing/2014/main" id="{1438859A-E6CC-4D1C-AEED-4BBCB30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394" y="1173043"/>
            <a:ext cx="1172345" cy="126666"/>
          </a:xfrm>
          <a:custGeom xmlns:a="http://schemas.openxmlformats.org/drawingml/2006/main">
            <a:pathLst>
              <a:path w="1172345" h="126666">
                <a:moveTo>
                  <a:pt x="0" y="98196"/>
                </a:moveTo>
                <a:lnTo>
                  <a:pt x="0" y="28207"/>
                </a:lnTo>
                <a:lnTo>
                  <a:pt x="10676" y="28207"/>
                </a:lnTo>
                <a:lnTo>
                  <a:pt x="10676" y="38751"/>
                </a:lnTo>
                <a:cubicBezTo>
                  <a:pt x="13400" y="33814"/>
                  <a:pt x="15916" y="30559"/>
                  <a:pt x="18222" y="28985"/>
                </a:cubicBezTo>
                <a:cubicBezTo>
                  <a:pt x="20529" y="27412"/>
                  <a:pt x="23066" y="26625"/>
                  <a:pt x="25834" y="26625"/>
                </a:cubicBezTo>
                <a:cubicBezTo>
                  <a:pt x="29832" y="26625"/>
                  <a:pt x="33896" y="27894"/>
                  <a:pt x="38026" y="30431"/>
                </a:cubicBezTo>
                <a:lnTo>
                  <a:pt x="33940" y="41387"/>
                </a:lnTo>
                <a:cubicBezTo>
                  <a:pt x="31040" y="39674"/>
                  <a:pt x="28141" y="38817"/>
                  <a:pt x="25241" y="38817"/>
                </a:cubicBezTo>
                <a:cubicBezTo>
                  <a:pt x="22649" y="38817"/>
                  <a:pt x="20320" y="39598"/>
                  <a:pt x="18255" y="41161"/>
                </a:cubicBezTo>
                <a:cubicBezTo>
                  <a:pt x="16190" y="42722"/>
                  <a:pt x="14718" y="44888"/>
                  <a:pt x="13840" y="47658"/>
                </a:cubicBezTo>
                <a:cubicBezTo>
                  <a:pt x="12522" y="51880"/>
                  <a:pt x="11863" y="56498"/>
                  <a:pt x="11863" y="61512"/>
                </a:cubicBezTo>
                <a:lnTo>
                  <a:pt x="11863" y="98196"/>
                </a:lnTo>
                <a:lnTo>
                  <a:pt x="0" y="98196"/>
                </a:lnTo>
                <a:close/>
                <a:moveTo>
                  <a:pt x="45143" y="15290"/>
                </a:moveTo>
                <a:lnTo>
                  <a:pt x="45143" y="1582"/>
                </a:lnTo>
                <a:lnTo>
                  <a:pt x="57005" y="1582"/>
                </a:lnTo>
                <a:lnTo>
                  <a:pt x="57005" y="15290"/>
                </a:lnTo>
                <a:lnTo>
                  <a:pt x="45143" y="15290"/>
                </a:lnTo>
                <a:moveTo>
                  <a:pt x="45143" y="98196"/>
                </a:moveTo>
                <a:lnTo>
                  <a:pt x="45143" y="28207"/>
                </a:lnTo>
                <a:lnTo>
                  <a:pt x="57005" y="28207"/>
                </a:lnTo>
                <a:lnTo>
                  <a:pt x="57005" y="98196"/>
                </a:lnTo>
                <a:lnTo>
                  <a:pt x="45143" y="98196"/>
                </a:lnTo>
                <a:close/>
                <a:moveTo>
                  <a:pt x="72865" y="103995"/>
                </a:moveTo>
                <a:lnTo>
                  <a:pt x="84398" y="105709"/>
                </a:lnTo>
                <a:cubicBezTo>
                  <a:pt x="84882" y="109268"/>
                  <a:pt x="86222" y="111860"/>
                  <a:pt x="88418" y="113485"/>
                </a:cubicBezTo>
                <a:cubicBezTo>
                  <a:pt x="91362" y="115682"/>
                  <a:pt x="95382" y="116781"/>
                  <a:pt x="100479" y="116781"/>
                </a:cubicBezTo>
                <a:cubicBezTo>
                  <a:pt x="105971" y="116781"/>
                  <a:pt x="110210" y="115679"/>
                  <a:pt x="113198" y="113477"/>
                </a:cubicBezTo>
                <a:cubicBezTo>
                  <a:pt x="116186" y="111276"/>
                  <a:pt x="118207" y="108194"/>
                  <a:pt x="119261" y="104230"/>
                </a:cubicBezTo>
                <a:cubicBezTo>
                  <a:pt x="119876" y="101810"/>
                  <a:pt x="120162" y="96724"/>
                  <a:pt x="120118" y="88974"/>
                </a:cubicBezTo>
                <a:cubicBezTo>
                  <a:pt x="114933" y="95122"/>
                  <a:pt x="108475" y="98196"/>
                  <a:pt x="100742" y="98196"/>
                </a:cubicBezTo>
                <a:cubicBezTo>
                  <a:pt x="91120" y="98196"/>
                  <a:pt x="83673" y="94725"/>
                  <a:pt x="78401" y="87783"/>
                </a:cubicBezTo>
                <a:cubicBezTo>
                  <a:pt x="73129" y="80841"/>
                  <a:pt x="70493" y="72516"/>
                  <a:pt x="70493" y="62806"/>
                </a:cubicBezTo>
                <a:cubicBezTo>
                  <a:pt x="70493" y="56128"/>
                  <a:pt x="71701" y="49966"/>
                  <a:pt x="74117" y="44320"/>
                </a:cubicBezTo>
                <a:cubicBezTo>
                  <a:pt x="76534" y="38674"/>
                  <a:pt x="80038" y="34314"/>
                  <a:pt x="84629" y="31238"/>
                </a:cubicBezTo>
                <a:cubicBezTo>
                  <a:pt x="89220" y="28163"/>
                  <a:pt x="94613" y="26625"/>
                  <a:pt x="100808" y="26625"/>
                </a:cubicBezTo>
                <a:cubicBezTo>
                  <a:pt x="109068" y="26625"/>
                  <a:pt x="115878" y="29986"/>
                  <a:pt x="121238" y="36708"/>
                </a:cubicBezTo>
                <a:lnTo>
                  <a:pt x="121238" y="28207"/>
                </a:lnTo>
                <a:lnTo>
                  <a:pt x="132178" y="28207"/>
                </a:lnTo>
                <a:lnTo>
                  <a:pt x="132178" y="88747"/>
                </a:lnTo>
                <a:cubicBezTo>
                  <a:pt x="132178" y="99650"/>
                  <a:pt x="131069" y="107376"/>
                  <a:pt x="128850" y="111926"/>
                </a:cubicBezTo>
                <a:cubicBezTo>
                  <a:pt x="126631" y="116476"/>
                  <a:pt x="123116" y="120070"/>
                  <a:pt x="118306" y="122708"/>
                </a:cubicBezTo>
                <a:cubicBezTo>
                  <a:pt x="113495" y="125347"/>
                  <a:pt x="107574" y="126666"/>
                  <a:pt x="100545" y="126666"/>
                </a:cubicBezTo>
                <a:cubicBezTo>
                  <a:pt x="92197" y="126666"/>
                  <a:pt x="85453" y="124782"/>
                  <a:pt x="80312" y="121015"/>
                </a:cubicBezTo>
                <a:cubicBezTo>
                  <a:pt x="75172" y="117247"/>
                  <a:pt x="72689" y="111574"/>
                  <a:pt x="72865" y="103995"/>
                </a:cubicBezTo>
                <a:moveTo>
                  <a:pt x="82685" y="61951"/>
                </a:moveTo>
                <a:cubicBezTo>
                  <a:pt x="82685" y="71110"/>
                  <a:pt x="84508" y="77793"/>
                  <a:pt x="88155" y="82000"/>
                </a:cubicBezTo>
                <a:cubicBezTo>
                  <a:pt x="91801" y="86207"/>
                  <a:pt x="96371" y="88310"/>
                  <a:pt x="101863" y="88310"/>
                </a:cubicBezTo>
                <a:cubicBezTo>
                  <a:pt x="107311" y="88310"/>
                  <a:pt x="111880" y="86218"/>
                  <a:pt x="115571" y="82033"/>
                </a:cubicBezTo>
                <a:cubicBezTo>
                  <a:pt x="119261" y="77848"/>
                  <a:pt x="121106" y="71285"/>
                  <a:pt x="121106" y="62344"/>
                </a:cubicBezTo>
                <a:cubicBezTo>
                  <a:pt x="121106" y="53799"/>
                  <a:pt x="119206" y="47357"/>
                  <a:pt x="115406" y="43018"/>
                </a:cubicBezTo>
                <a:cubicBezTo>
                  <a:pt x="111605" y="38680"/>
                  <a:pt x="107025" y="36510"/>
                  <a:pt x="101665" y="36510"/>
                </a:cubicBezTo>
                <a:cubicBezTo>
                  <a:pt x="96393" y="36510"/>
                  <a:pt x="91911" y="38647"/>
                  <a:pt x="88221" y="42919"/>
                </a:cubicBezTo>
                <a:cubicBezTo>
                  <a:pt x="84530" y="47192"/>
                  <a:pt x="82685" y="53536"/>
                  <a:pt x="82685" y="61951"/>
                </a:cubicBezTo>
                <a:close/>
                <a:moveTo>
                  <a:pt x="150083" y="98196"/>
                </a:moveTo>
                <a:lnTo>
                  <a:pt x="150083" y="1582"/>
                </a:lnTo>
                <a:lnTo>
                  <a:pt x="161946" y="1582"/>
                </a:lnTo>
                <a:lnTo>
                  <a:pt x="161946" y="36247"/>
                </a:lnTo>
                <a:cubicBezTo>
                  <a:pt x="167482" y="29832"/>
                  <a:pt x="174468" y="26625"/>
                  <a:pt x="182903" y="26625"/>
                </a:cubicBezTo>
                <a:cubicBezTo>
                  <a:pt x="188088" y="26625"/>
                  <a:pt x="192591" y="27646"/>
                  <a:pt x="196413" y="29689"/>
                </a:cubicBezTo>
                <a:cubicBezTo>
                  <a:pt x="200236" y="31732"/>
                  <a:pt x="202971" y="34555"/>
                  <a:pt x="204618" y="38158"/>
                </a:cubicBezTo>
                <a:cubicBezTo>
                  <a:pt x="206266" y="41761"/>
                  <a:pt x="207090" y="46989"/>
                  <a:pt x="207090" y="53843"/>
                </a:cubicBezTo>
                <a:lnTo>
                  <a:pt x="207090" y="98196"/>
                </a:lnTo>
                <a:lnTo>
                  <a:pt x="195227" y="98196"/>
                </a:lnTo>
                <a:lnTo>
                  <a:pt x="195227" y="53843"/>
                </a:lnTo>
                <a:cubicBezTo>
                  <a:pt x="195227" y="47912"/>
                  <a:pt x="193942" y="43595"/>
                  <a:pt x="191372" y="40893"/>
                </a:cubicBezTo>
                <a:cubicBezTo>
                  <a:pt x="188802" y="38191"/>
                  <a:pt x="185166" y="36840"/>
                  <a:pt x="180465" y="36840"/>
                </a:cubicBezTo>
                <a:cubicBezTo>
                  <a:pt x="176950" y="36840"/>
                  <a:pt x="173644" y="37752"/>
                  <a:pt x="170546" y="39575"/>
                </a:cubicBezTo>
                <a:cubicBezTo>
                  <a:pt x="167449" y="41398"/>
                  <a:pt x="165241" y="43870"/>
                  <a:pt x="163923" y="46989"/>
                </a:cubicBezTo>
                <a:cubicBezTo>
                  <a:pt x="162605" y="50108"/>
                  <a:pt x="161946" y="54414"/>
                  <a:pt x="161946" y="59906"/>
                </a:cubicBezTo>
                <a:lnTo>
                  <a:pt x="161946" y="98196"/>
                </a:lnTo>
                <a:lnTo>
                  <a:pt x="150083" y="98196"/>
                </a:lnTo>
                <a:close/>
                <a:moveTo>
                  <a:pt x="251027" y="87717"/>
                </a:moveTo>
                <a:lnTo>
                  <a:pt x="252740" y="98196"/>
                </a:lnTo>
                <a:cubicBezTo>
                  <a:pt x="249401" y="98811"/>
                  <a:pt x="246414" y="99119"/>
                  <a:pt x="243777" y="99119"/>
                </a:cubicBezTo>
                <a:cubicBezTo>
                  <a:pt x="239472" y="99119"/>
                  <a:pt x="236133" y="98438"/>
                  <a:pt x="233760" y="97076"/>
                </a:cubicBezTo>
                <a:cubicBezTo>
                  <a:pt x="231388" y="95713"/>
                  <a:pt x="229718" y="93923"/>
                  <a:pt x="228751" y="91704"/>
                </a:cubicBezTo>
                <a:cubicBezTo>
                  <a:pt x="227785" y="89486"/>
                  <a:pt x="227302" y="84817"/>
                  <a:pt x="227302" y="77700"/>
                </a:cubicBezTo>
                <a:lnTo>
                  <a:pt x="227302" y="37433"/>
                </a:lnTo>
                <a:lnTo>
                  <a:pt x="218602" y="37433"/>
                </a:lnTo>
                <a:lnTo>
                  <a:pt x="218602" y="28207"/>
                </a:lnTo>
                <a:lnTo>
                  <a:pt x="227302" y="28207"/>
                </a:lnTo>
                <a:lnTo>
                  <a:pt x="227302" y="10827"/>
                </a:lnTo>
                <a:lnTo>
                  <a:pt x="239098" y="3691"/>
                </a:lnTo>
                <a:lnTo>
                  <a:pt x="239098" y="28207"/>
                </a:lnTo>
                <a:lnTo>
                  <a:pt x="251027" y="28207"/>
                </a:lnTo>
                <a:lnTo>
                  <a:pt x="251027" y="37433"/>
                </a:lnTo>
                <a:lnTo>
                  <a:pt x="239098" y="37433"/>
                </a:lnTo>
                <a:lnTo>
                  <a:pt x="239098" y="78359"/>
                </a:lnTo>
                <a:cubicBezTo>
                  <a:pt x="239098" y="81742"/>
                  <a:pt x="239307" y="83917"/>
                  <a:pt x="239724" y="84883"/>
                </a:cubicBezTo>
                <a:cubicBezTo>
                  <a:pt x="240142" y="85850"/>
                  <a:pt x="240823" y="86619"/>
                  <a:pt x="241767" y="87190"/>
                </a:cubicBezTo>
                <a:cubicBezTo>
                  <a:pt x="242712" y="87761"/>
                  <a:pt x="244063" y="88047"/>
                  <a:pt x="245820" y="88047"/>
                </a:cubicBezTo>
                <a:cubicBezTo>
                  <a:pt x="247138" y="88047"/>
                  <a:pt x="248874" y="87937"/>
                  <a:pt x="251027" y="87717"/>
                </a:cubicBezTo>
                <a:close/>
                <a:moveTo>
                  <a:pt x="326070" y="87717"/>
                </a:moveTo>
                <a:lnTo>
                  <a:pt x="327783" y="98196"/>
                </a:lnTo>
                <a:cubicBezTo>
                  <a:pt x="324444" y="98811"/>
                  <a:pt x="321457" y="99119"/>
                  <a:pt x="318820" y="99119"/>
                </a:cubicBezTo>
                <a:cubicBezTo>
                  <a:pt x="314515" y="99119"/>
                  <a:pt x="311176" y="98438"/>
                  <a:pt x="308803" y="97076"/>
                </a:cubicBezTo>
                <a:cubicBezTo>
                  <a:pt x="306431" y="95713"/>
                  <a:pt x="304761" y="93923"/>
                  <a:pt x="303795" y="91704"/>
                </a:cubicBezTo>
                <a:cubicBezTo>
                  <a:pt x="302828" y="89486"/>
                  <a:pt x="302345" y="84817"/>
                  <a:pt x="302345" y="77700"/>
                </a:cubicBezTo>
                <a:lnTo>
                  <a:pt x="302345" y="37433"/>
                </a:lnTo>
                <a:lnTo>
                  <a:pt x="293645" y="37433"/>
                </a:lnTo>
                <a:lnTo>
                  <a:pt x="293645" y="28207"/>
                </a:lnTo>
                <a:lnTo>
                  <a:pt x="302345" y="28207"/>
                </a:lnTo>
                <a:lnTo>
                  <a:pt x="302345" y="10827"/>
                </a:lnTo>
                <a:lnTo>
                  <a:pt x="314141" y="3691"/>
                </a:lnTo>
                <a:lnTo>
                  <a:pt x="314141" y="28207"/>
                </a:lnTo>
                <a:lnTo>
                  <a:pt x="326070" y="28207"/>
                </a:lnTo>
                <a:lnTo>
                  <a:pt x="326070" y="37433"/>
                </a:lnTo>
                <a:lnTo>
                  <a:pt x="314141" y="37433"/>
                </a:lnTo>
                <a:lnTo>
                  <a:pt x="314141" y="78359"/>
                </a:lnTo>
                <a:cubicBezTo>
                  <a:pt x="314141" y="81742"/>
                  <a:pt x="314350" y="83917"/>
                  <a:pt x="314767" y="84883"/>
                </a:cubicBezTo>
                <a:cubicBezTo>
                  <a:pt x="315185" y="85850"/>
                  <a:pt x="315866" y="86619"/>
                  <a:pt x="316810" y="87190"/>
                </a:cubicBezTo>
                <a:cubicBezTo>
                  <a:pt x="317755" y="87761"/>
                  <a:pt x="319106" y="88047"/>
                  <a:pt x="320863" y="88047"/>
                </a:cubicBezTo>
                <a:cubicBezTo>
                  <a:pt x="322182" y="88047"/>
                  <a:pt x="323917" y="87937"/>
                  <a:pt x="326070" y="87717"/>
                </a:cubicBezTo>
                <a:close/>
                <a:moveTo>
                  <a:pt x="333276" y="63201"/>
                </a:moveTo>
                <a:cubicBezTo>
                  <a:pt x="333276" y="50240"/>
                  <a:pt x="336879" y="40640"/>
                  <a:pt x="344084" y="34402"/>
                </a:cubicBezTo>
                <a:cubicBezTo>
                  <a:pt x="350103" y="29217"/>
                  <a:pt x="357440" y="26625"/>
                  <a:pt x="366096" y="26625"/>
                </a:cubicBezTo>
                <a:cubicBezTo>
                  <a:pt x="375718" y="26625"/>
                  <a:pt x="383582" y="29777"/>
                  <a:pt x="389689" y="36082"/>
                </a:cubicBezTo>
                <a:cubicBezTo>
                  <a:pt x="395796" y="42387"/>
                  <a:pt x="398850" y="51097"/>
                  <a:pt x="398850" y="62213"/>
                </a:cubicBezTo>
                <a:cubicBezTo>
                  <a:pt x="398850" y="71219"/>
                  <a:pt x="397499" y="78304"/>
                  <a:pt x="394797" y="83466"/>
                </a:cubicBezTo>
                <a:cubicBezTo>
                  <a:pt x="392095" y="88629"/>
                  <a:pt x="388162" y="92638"/>
                  <a:pt x="383000" y="95494"/>
                </a:cubicBezTo>
                <a:cubicBezTo>
                  <a:pt x="377837" y="98350"/>
                  <a:pt x="372203" y="99778"/>
                  <a:pt x="366096" y="99778"/>
                </a:cubicBezTo>
                <a:cubicBezTo>
                  <a:pt x="356298" y="99778"/>
                  <a:pt x="348379" y="96636"/>
                  <a:pt x="342338" y="90353"/>
                </a:cubicBezTo>
                <a:cubicBezTo>
                  <a:pt x="336296" y="84071"/>
                  <a:pt x="333276" y="75020"/>
                  <a:pt x="333276" y="63201"/>
                </a:cubicBezTo>
                <a:moveTo>
                  <a:pt x="345468" y="63168"/>
                </a:moveTo>
                <a:cubicBezTo>
                  <a:pt x="345468" y="72098"/>
                  <a:pt x="347423" y="78785"/>
                  <a:pt x="351333" y="83228"/>
                </a:cubicBezTo>
                <a:cubicBezTo>
                  <a:pt x="355244" y="87671"/>
                  <a:pt x="360164" y="89892"/>
                  <a:pt x="366096" y="89892"/>
                </a:cubicBezTo>
                <a:cubicBezTo>
                  <a:pt x="371983" y="89892"/>
                  <a:pt x="376882" y="87660"/>
                  <a:pt x="380792" y="83195"/>
                </a:cubicBezTo>
                <a:cubicBezTo>
                  <a:pt x="384702" y="78730"/>
                  <a:pt x="386658" y="71923"/>
                  <a:pt x="386658" y="62775"/>
                </a:cubicBezTo>
                <a:cubicBezTo>
                  <a:pt x="386658" y="54151"/>
                  <a:pt x="384691" y="47618"/>
                  <a:pt x="380759" y="43175"/>
                </a:cubicBezTo>
                <a:cubicBezTo>
                  <a:pt x="376827" y="38732"/>
                  <a:pt x="371939" y="36510"/>
                  <a:pt x="366096" y="36510"/>
                </a:cubicBezTo>
                <a:cubicBezTo>
                  <a:pt x="360164" y="36510"/>
                  <a:pt x="355244" y="38721"/>
                  <a:pt x="351333" y="43142"/>
                </a:cubicBezTo>
                <a:cubicBezTo>
                  <a:pt x="347423" y="47563"/>
                  <a:pt x="345468" y="54238"/>
                  <a:pt x="345468" y="63168"/>
                </a:cubicBezTo>
                <a:close/>
                <a:moveTo>
                  <a:pt x="453090" y="98196"/>
                </a:moveTo>
                <a:lnTo>
                  <a:pt x="453090" y="37433"/>
                </a:lnTo>
                <a:lnTo>
                  <a:pt x="442611" y="37433"/>
                </a:lnTo>
                <a:lnTo>
                  <a:pt x="442611" y="28207"/>
                </a:lnTo>
                <a:lnTo>
                  <a:pt x="453090" y="28207"/>
                </a:lnTo>
                <a:lnTo>
                  <a:pt x="453090" y="20776"/>
                </a:lnTo>
                <a:cubicBezTo>
                  <a:pt x="453090" y="16086"/>
                  <a:pt x="453507" y="12601"/>
                  <a:pt x="454342" y="10322"/>
                </a:cubicBezTo>
                <a:cubicBezTo>
                  <a:pt x="455485" y="7255"/>
                  <a:pt x="457495" y="4768"/>
                  <a:pt x="460372" y="2861"/>
                </a:cubicBezTo>
                <a:cubicBezTo>
                  <a:pt x="463250" y="954"/>
                  <a:pt x="467281" y="0"/>
                  <a:pt x="472466" y="0"/>
                </a:cubicBezTo>
                <a:cubicBezTo>
                  <a:pt x="475805" y="0"/>
                  <a:pt x="479495" y="395"/>
                  <a:pt x="483537" y="1186"/>
                </a:cubicBezTo>
                <a:lnTo>
                  <a:pt x="481758" y="11533"/>
                </a:lnTo>
                <a:cubicBezTo>
                  <a:pt x="479298" y="11094"/>
                  <a:pt x="476969" y="10874"/>
                  <a:pt x="474772" y="10874"/>
                </a:cubicBezTo>
                <a:cubicBezTo>
                  <a:pt x="471170" y="10874"/>
                  <a:pt x="468621" y="11640"/>
                  <a:pt x="467127" y="13172"/>
                </a:cubicBezTo>
                <a:cubicBezTo>
                  <a:pt x="465634" y="14705"/>
                  <a:pt x="464887" y="17571"/>
                  <a:pt x="464887" y="21773"/>
                </a:cubicBezTo>
                <a:lnTo>
                  <a:pt x="464887" y="28207"/>
                </a:lnTo>
                <a:lnTo>
                  <a:pt x="478529" y="28207"/>
                </a:lnTo>
                <a:lnTo>
                  <a:pt x="478529" y="37433"/>
                </a:lnTo>
                <a:lnTo>
                  <a:pt x="464887" y="37433"/>
                </a:lnTo>
                <a:lnTo>
                  <a:pt x="464887" y="98196"/>
                </a:lnTo>
                <a:lnTo>
                  <a:pt x="453090" y="98196"/>
                </a:lnTo>
                <a:close/>
                <a:moveTo>
                  <a:pt x="487646" y="98196"/>
                </a:moveTo>
                <a:lnTo>
                  <a:pt x="487646" y="28207"/>
                </a:lnTo>
                <a:lnTo>
                  <a:pt x="498322" y="28207"/>
                </a:lnTo>
                <a:lnTo>
                  <a:pt x="498322" y="38751"/>
                </a:lnTo>
                <a:cubicBezTo>
                  <a:pt x="501046" y="33814"/>
                  <a:pt x="503562" y="30559"/>
                  <a:pt x="505868" y="28985"/>
                </a:cubicBezTo>
                <a:cubicBezTo>
                  <a:pt x="508175" y="27412"/>
                  <a:pt x="510712" y="26625"/>
                  <a:pt x="513480" y="26625"/>
                </a:cubicBezTo>
                <a:cubicBezTo>
                  <a:pt x="517478" y="26625"/>
                  <a:pt x="521542" y="27894"/>
                  <a:pt x="525672" y="30431"/>
                </a:cubicBezTo>
                <a:lnTo>
                  <a:pt x="521586" y="41387"/>
                </a:lnTo>
                <a:cubicBezTo>
                  <a:pt x="518687" y="39674"/>
                  <a:pt x="515787" y="38817"/>
                  <a:pt x="512887" y="38817"/>
                </a:cubicBezTo>
                <a:cubicBezTo>
                  <a:pt x="510295" y="38817"/>
                  <a:pt x="507966" y="39598"/>
                  <a:pt x="505901" y="41161"/>
                </a:cubicBezTo>
                <a:cubicBezTo>
                  <a:pt x="503836" y="42722"/>
                  <a:pt x="502364" y="44888"/>
                  <a:pt x="501486" y="47658"/>
                </a:cubicBezTo>
                <a:cubicBezTo>
                  <a:pt x="500168" y="51880"/>
                  <a:pt x="499509" y="56498"/>
                  <a:pt x="499509" y="61512"/>
                </a:cubicBezTo>
                <a:lnTo>
                  <a:pt x="499509" y="98196"/>
                </a:lnTo>
                <a:lnTo>
                  <a:pt x="487646" y="98196"/>
                </a:lnTo>
                <a:close/>
                <a:moveTo>
                  <a:pt x="580635" y="75657"/>
                </a:moveTo>
                <a:lnTo>
                  <a:pt x="592893" y="77173"/>
                </a:lnTo>
                <a:cubicBezTo>
                  <a:pt x="590959" y="84334"/>
                  <a:pt x="587379" y="89892"/>
                  <a:pt x="582150" y="93846"/>
                </a:cubicBezTo>
                <a:cubicBezTo>
                  <a:pt x="576922" y="97800"/>
                  <a:pt x="570244" y="99778"/>
                  <a:pt x="562116" y="99778"/>
                </a:cubicBezTo>
                <a:cubicBezTo>
                  <a:pt x="551879" y="99778"/>
                  <a:pt x="543762" y="96625"/>
                  <a:pt x="537764" y="90320"/>
                </a:cubicBezTo>
                <a:cubicBezTo>
                  <a:pt x="531767" y="84016"/>
                  <a:pt x="528769" y="75174"/>
                  <a:pt x="528769" y="63794"/>
                </a:cubicBezTo>
                <a:cubicBezTo>
                  <a:pt x="528769" y="52020"/>
                  <a:pt x="531800" y="42881"/>
                  <a:pt x="537863" y="36379"/>
                </a:cubicBezTo>
                <a:cubicBezTo>
                  <a:pt x="543926" y="29876"/>
                  <a:pt x="551791" y="26625"/>
                  <a:pt x="561457" y="26625"/>
                </a:cubicBezTo>
                <a:cubicBezTo>
                  <a:pt x="570815" y="26625"/>
                  <a:pt x="578460" y="29805"/>
                  <a:pt x="584391" y="36166"/>
                </a:cubicBezTo>
                <a:cubicBezTo>
                  <a:pt x="590322" y="42526"/>
                  <a:pt x="593288" y="51474"/>
                  <a:pt x="593288" y="63010"/>
                </a:cubicBezTo>
                <a:cubicBezTo>
                  <a:pt x="593288" y="63711"/>
                  <a:pt x="593266" y="64764"/>
                  <a:pt x="593222" y="66167"/>
                </a:cubicBezTo>
                <a:lnTo>
                  <a:pt x="541027" y="66167"/>
                </a:lnTo>
                <a:cubicBezTo>
                  <a:pt x="541466" y="73834"/>
                  <a:pt x="543641" y="79704"/>
                  <a:pt x="547551" y="83780"/>
                </a:cubicBezTo>
                <a:cubicBezTo>
                  <a:pt x="551461" y="87855"/>
                  <a:pt x="556338" y="89892"/>
                  <a:pt x="562182" y="89892"/>
                </a:cubicBezTo>
                <a:cubicBezTo>
                  <a:pt x="566531" y="89892"/>
                  <a:pt x="570244" y="88761"/>
                  <a:pt x="573319" y="86498"/>
                </a:cubicBezTo>
                <a:cubicBezTo>
                  <a:pt x="576395" y="84234"/>
                  <a:pt x="578833" y="80620"/>
                  <a:pt x="580635" y="75657"/>
                </a:cubicBezTo>
                <a:moveTo>
                  <a:pt x="541686" y="56281"/>
                </a:moveTo>
                <a:lnTo>
                  <a:pt x="580766" y="56281"/>
                </a:lnTo>
                <a:cubicBezTo>
                  <a:pt x="580239" y="50490"/>
                  <a:pt x="578745" y="46147"/>
                  <a:pt x="576285" y="43251"/>
                </a:cubicBezTo>
                <a:cubicBezTo>
                  <a:pt x="572506" y="38757"/>
                  <a:pt x="567608" y="36510"/>
                  <a:pt x="561589" y="36510"/>
                </a:cubicBezTo>
                <a:cubicBezTo>
                  <a:pt x="556141" y="36510"/>
                  <a:pt x="551560" y="38304"/>
                  <a:pt x="547848" y="41892"/>
                </a:cubicBezTo>
                <a:cubicBezTo>
                  <a:pt x="544135" y="45478"/>
                  <a:pt x="542081" y="50275"/>
                  <a:pt x="541686" y="56281"/>
                </a:cubicBezTo>
                <a:close/>
                <a:moveTo>
                  <a:pt x="655678" y="75657"/>
                </a:moveTo>
                <a:lnTo>
                  <a:pt x="667936" y="77173"/>
                </a:lnTo>
                <a:cubicBezTo>
                  <a:pt x="666003" y="84334"/>
                  <a:pt x="662422" y="89892"/>
                  <a:pt x="657193" y="93846"/>
                </a:cubicBezTo>
                <a:cubicBezTo>
                  <a:pt x="651965" y="97800"/>
                  <a:pt x="645287" y="99778"/>
                  <a:pt x="637159" y="99778"/>
                </a:cubicBezTo>
                <a:cubicBezTo>
                  <a:pt x="626922" y="99778"/>
                  <a:pt x="618805" y="96625"/>
                  <a:pt x="612808" y="90320"/>
                </a:cubicBezTo>
                <a:cubicBezTo>
                  <a:pt x="606810" y="84016"/>
                  <a:pt x="603812" y="75174"/>
                  <a:pt x="603812" y="63794"/>
                </a:cubicBezTo>
                <a:cubicBezTo>
                  <a:pt x="603812" y="52020"/>
                  <a:pt x="606843" y="42881"/>
                  <a:pt x="612906" y="36379"/>
                </a:cubicBezTo>
                <a:cubicBezTo>
                  <a:pt x="618970" y="29876"/>
                  <a:pt x="626834" y="26625"/>
                  <a:pt x="636500" y="26625"/>
                </a:cubicBezTo>
                <a:cubicBezTo>
                  <a:pt x="645858" y="26625"/>
                  <a:pt x="653503" y="29805"/>
                  <a:pt x="659434" y="36166"/>
                </a:cubicBezTo>
                <a:cubicBezTo>
                  <a:pt x="665365" y="42526"/>
                  <a:pt x="668331" y="51474"/>
                  <a:pt x="668331" y="63010"/>
                </a:cubicBezTo>
                <a:cubicBezTo>
                  <a:pt x="668331" y="63711"/>
                  <a:pt x="668309" y="64764"/>
                  <a:pt x="668265" y="66167"/>
                </a:cubicBezTo>
                <a:lnTo>
                  <a:pt x="616070" y="66167"/>
                </a:lnTo>
                <a:cubicBezTo>
                  <a:pt x="616509" y="73834"/>
                  <a:pt x="618684" y="79704"/>
                  <a:pt x="622594" y="83780"/>
                </a:cubicBezTo>
                <a:cubicBezTo>
                  <a:pt x="626505" y="87855"/>
                  <a:pt x="631381" y="89892"/>
                  <a:pt x="637225" y="89892"/>
                </a:cubicBezTo>
                <a:cubicBezTo>
                  <a:pt x="641574" y="89892"/>
                  <a:pt x="645287" y="88761"/>
                  <a:pt x="648362" y="86498"/>
                </a:cubicBezTo>
                <a:cubicBezTo>
                  <a:pt x="651438" y="84234"/>
                  <a:pt x="653876" y="80620"/>
                  <a:pt x="655678" y="75657"/>
                </a:cubicBezTo>
                <a:moveTo>
                  <a:pt x="616729" y="56281"/>
                </a:moveTo>
                <a:lnTo>
                  <a:pt x="655810" y="56281"/>
                </a:lnTo>
                <a:cubicBezTo>
                  <a:pt x="655282" y="50490"/>
                  <a:pt x="653788" y="46147"/>
                  <a:pt x="651328" y="43251"/>
                </a:cubicBezTo>
                <a:cubicBezTo>
                  <a:pt x="647550" y="38757"/>
                  <a:pt x="642651" y="36510"/>
                  <a:pt x="636632" y="36510"/>
                </a:cubicBezTo>
                <a:cubicBezTo>
                  <a:pt x="631184" y="36510"/>
                  <a:pt x="626603" y="38304"/>
                  <a:pt x="622891" y="41892"/>
                </a:cubicBezTo>
                <a:cubicBezTo>
                  <a:pt x="619178" y="45478"/>
                  <a:pt x="617124" y="50275"/>
                  <a:pt x="616729" y="56281"/>
                </a:cubicBezTo>
                <a:close/>
                <a:moveTo>
                  <a:pt x="715586" y="77239"/>
                </a:moveTo>
                <a:lnTo>
                  <a:pt x="727317" y="75393"/>
                </a:lnTo>
                <a:cubicBezTo>
                  <a:pt x="727976" y="80074"/>
                  <a:pt x="729810" y="83661"/>
                  <a:pt x="732820" y="86154"/>
                </a:cubicBezTo>
                <a:cubicBezTo>
                  <a:pt x="735829" y="88646"/>
                  <a:pt x="740036" y="89892"/>
                  <a:pt x="745440" y="89892"/>
                </a:cubicBezTo>
                <a:cubicBezTo>
                  <a:pt x="750888" y="89892"/>
                  <a:pt x="754930" y="88792"/>
                  <a:pt x="757566" y="86591"/>
                </a:cubicBezTo>
                <a:cubicBezTo>
                  <a:pt x="760202" y="84388"/>
                  <a:pt x="761520" y="81806"/>
                  <a:pt x="761520" y="78843"/>
                </a:cubicBezTo>
                <a:cubicBezTo>
                  <a:pt x="761520" y="76183"/>
                  <a:pt x="760356" y="74091"/>
                  <a:pt x="758028" y="72566"/>
                </a:cubicBezTo>
                <a:cubicBezTo>
                  <a:pt x="756402" y="71519"/>
                  <a:pt x="752360" y="70190"/>
                  <a:pt x="745901" y="68576"/>
                </a:cubicBezTo>
                <a:cubicBezTo>
                  <a:pt x="737202" y="66378"/>
                  <a:pt x="731172" y="64477"/>
                  <a:pt x="727811" y="62872"/>
                </a:cubicBezTo>
                <a:cubicBezTo>
                  <a:pt x="724450" y="61267"/>
                  <a:pt x="721902" y="59046"/>
                  <a:pt x="720166" y="56209"/>
                </a:cubicBezTo>
                <a:cubicBezTo>
                  <a:pt x="718431" y="53373"/>
                  <a:pt x="717563" y="50240"/>
                  <a:pt x="717563" y="46810"/>
                </a:cubicBezTo>
                <a:cubicBezTo>
                  <a:pt x="717563" y="43688"/>
                  <a:pt x="718277" y="40796"/>
                  <a:pt x="719705" y="38135"/>
                </a:cubicBezTo>
                <a:cubicBezTo>
                  <a:pt x="721133" y="35474"/>
                  <a:pt x="723077" y="33265"/>
                  <a:pt x="725537" y="31506"/>
                </a:cubicBezTo>
                <a:cubicBezTo>
                  <a:pt x="727383" y="30143"/>
                  <a:pt x="729898" y="28989"/>
                  <a:pt x="733083" y="28044"/>
                </a:cubicBezTo>
                <a:cubicBezTo>
                  <a:pt x="736269" y="27098"/>
                  <a:pt x="739684" y="26625"/>
                  <a:pt x="743331" y="26625"/>
                </a:cubicBezTo>
                <a:cubicBezTo>
                  <a:pt x="748823" y="26625"/>
                  <a:pt x="753645" y="27421"/>
                  <a:pt x="757797" y="29014"/>
                </a:cubicBezTo>
                <a:cubicBezTo>
                  <a:pt x="761949" y="30605"/>
                  <a:pt x="765013" y="32761"/>
                  <a:pt x="766990" y="35483"/>
                </a:cubicBezTo>
                <a:cubicBezTo>
                  <a:pt x="768968" y="38203"/>
                  <a:pt x="770330" y="41840"/>
                  <a:pt x="771076" y="46396"/>
                </a:cubicBezTo>
                <a:lnTo>
                  <a:pt x="759477" y="47978"/>
                </a:lnTo>
                <a:cubicBezTo>
                  <a:pt x="758950" y="44375"/>
                  <a:pt x="757423" y="41563"/>
                  <a:pt x="754897" y="39542"/>
                </a:cubicBezTo>
                <a:cubicBezTo>
                  <a:pt x="752371" y="37521"/>
                  <a:pt x="748801" y="36510"/>
                  <a:pt x="744188" y="36510"/>
                </a:cubicBezTo>
                <a:cubicBezTo>
                  <a:pt x="738740" y="36510"/>
                  <a:pt x="734852" y="37407"/>
                  <a:pt x="732523" y="39200"/>
                </a:cubicBezTo>
                <a:cubicBezTo>
                  <a:pt x="730194" y="40992"/>
                  <a:pt x="729030" y="43090"/>
                  <a:pt x="729030" y="45496"/>
                </a:cubicBezTo>
                <a:cubicBezTo>
                  <a:pt x="729030" y="47025"/>
                  <a:pt x="729513" y="48403"/>
                  <a:pt x="730480" y="49627"/>
                </a:cubicBezTo>
                <a:cubicBezTo>
                  <a:pt x="731447" y="50894"/>
                  <a:pt x="732962" y="51943"/>
                  <a:pt x="735027" y="52774"/>
                </a:cubicBezTo>
                <a:cubicBezTo>
                  <a:pt x="736214" y="53212"/>
                  <a:pt x="739706" y="54218"/>
                  <a:pt x="745506" y="55791"/>
                </a:cubicBezTo>
                <a:cubicBezTo>
                  <a:pt x="753898" y="58031"/>
                  <a:pt x="759752" y="59864"/>
                  <a:pt x="763069" y="61290"/>
                </a:cubicBezTo>
                <a:cubicBezTo>
                  <a:pt x="766386" y="62717"/>
                  <a:pt x="768989" y="64791"/>
                  <a:pt x="770879" y="67514"/>
                </a:cubicBezTo>
                <a:cubicBezTo>
                  <a:pt x="772768" y="70235"/>
                  <a:pt x="773713" y="73615"/>
                  <a:pt x="773713" y="77653"/>
                </a:cubicBezTo>
                <a:cubicBezTo>
                  <a:pt x="773713" y="81604"/>
                  <a:pt x="772559" y="85325"/>
                  <a:pt x="770253" y="88815"/>
                </a:cubicBezTo>
                <a:cubicBezTo>
                  <a:pt x="767946" y="92304"/>
                  <a:pt x="764618" y="95003"/>
                  <a:pt x="760268" y="96913"/>
                </a:cubicBezTo>
                <a:cubicBezTo>
                  <a:pt x="755919" y="98823"/>
                  <a:pt x="750998" y="99778"/>
                  <a:pt x="745506" y="99778"/>
                </a:cubicBezTo>
                <a:cubicBezTo>
                  <a:pt x="736411" y="99778"/>
                  <a:pt x="729480" y="97883"/>
                  <a:pt x="724713" y="94093"/>
                </a:cubicBezTo>
                <a:cubicBezTo>
                  <a:pt x="719946" y="90304"/>
                  <a:pt x="716904" y="84686"/>
                  <a:pt x="715586" y="77239"/>
                </a:cubicBezTo>
                <a:close/>
                <a:moveTo>
                  <a:pt x="787816" y="125084"/>
                </a:moveTo>
                <a:lnTo>
                  <a:pt x="787816" y="28207"/>
                </a:lnTo>
                <a:lnTo>
                  <a:pt x="798624" y="28207"/>
                </a:lnTo>
                <a:lnTo>
                  <a:pt x="798624" y="37235"/>
                </a:lnTo>
                <a:cubicBezTo>
                  <a:pt x="801172" y="33699"/>
                  <a:pt x="804050" y="31046"/>
                  <a:pt x="807257" y="29278"/>
                </a:cubicBezTo>
                <a:cubicBezTo>
                  <a:pt x="810465" y="27509"/>
                  <a:pt x="814353" y="26625"/>
                  <a:pt x="818922" y="26625"/>
                </a:cubicBezTo>
                <a:cubicBezTo>
                  <a:pt x="824897" y="26625"/>
                  <a:pt x="830170" y="28163"/>
                  <a:pt x="834739" y="31238"/>
                </a:cubicBezTo>
                <a:cubicBezTo>
                  <a:pt x="839308" y="34314"/>
                  <a:pt x="842757" y="38652"/>
                  <a:pt x="845086" y="44254"/>
                </a:cubicBezTo>
                <a:cubicBezTo>
                  <a:pt x="847414" y="49856"/>
                  <a:pt x="848579" y="55996"/>
                  <a:pt x="848579" y="62674"/>
                </a:cubicBezTo>
                <a:cubicBezTo>
                  <a:pt x="848579" y="69835"/>
                  <a:pt x="847294" y="76283"/>
                  <a:pt x="844723" y="82017"/>
                </a:cubicBezTo>
                <a:cubicBezTo>
                  <a:pt x="842153" y="87750"/>
                  <a:pt x="838419" y="92144"/>
                  <a:pt x="833520" y="95197"/>
                </a:cubicBezTo>
                <a:cubicBezTo>
                  <a:pt x="828621" y="98251"/>
                  <a:pt x="823470" y="99778"/>
                  <a:pt x="818066" y="99778"/>
                </a:cubicBezTo>
                <a:cubicBezTo>
                  <a:pt x="814111" y="99778"/>
                  <a:pt x="810564" y="98932"/>
                  <a:pt x="807422" y="97240"/>
                </a:cubicBezTo>
                <a:cubicBezTo>
                  <a:pt x="804281" y="95547"/>
                  <a:pt x="801700" y="93410"/>
                  <a:pt x="799678" y="90827"/>
                </a:cubicBezTo>
                <a:lnTo>
                  <a:pt x="799678" y="125084"/>
                </a:lnTo>
                <a:lnTo>
                  <a:pt x="787816" y="125084"/>
                </a:lnTo>
                <a:moveTo>
                  <a:pt x="798558" y="63498"/>
                </a:moveTo>
                <a:cubicBezTo>
                  <a:pt x="798558" y="72494"/>
                  <a:pt x="800381" y="79142"/>
                  <a:pt x="804028" y="83442"/>
                </a:cubicBezTo>
                <a:cubicBezTo>
                  <a:pt x="807675" y="87742"/>
                  <a:pt x="812090" y="89892"/>
                  <a:pt x="817275" y="89892"/>
                </a:cubicBezTo>
                <a:cubicBezTo>
                  <a:pt x="822547" y="89892"/>
                  <a:pt x="827061" y="87665"/>
                  <a:pt x="830818" y="83211"/>
                </a:cubicBezTo>
                <a:cubicBezTo>
                  <a:pt x="834574" y="78757"/>
                  <a:pt x="836453" y="71857"/>
                  <a:pt x="836453" y="62509"/>
                </a:cubicBezTo>
                <a:cubicBezTo>
                  <a:pt x="836453" y="53601"/>
                  <a:pt x="834618" y="46931"/>
                  <a:pt x="830950" y="42499"/>
                </a:cubicBezTo>
                <a:cubicBezTo>
                  <a:pt x="827281" y="38067"/>
                  <a:pt x="822898" y="35851"/>
                  <a:pt x="817802" y="35851"/>
                </a:cubicBezTo>
                <a:cubicBezTo>
                  <a:pt x="812749" y="35851"/>
                  <a:pt x="808279" y="38210"/>
                  <a:pt x="804391" y="42928"/>
                </a:cubicBezTo>
                <a:cubicBezTo>
                  <a:pt x="800502" y="47645"/>
                  <a:pt x="798558" y="54502"/>
                  <a:pt x="798558" y="63498"/>
                </a:cubicBezTo>
                <a:close/>
                <a:moveTo>
                  <a:pt x="910771" y="75657"/>
                </a:moveTo>
                <a:lnTo>
                  <a:pt x="923029" y="77173"/>
                </a:lnTo>
                <a:cubicBezTo>
                  <a:pt x="921096" y="84334"/>
                  <a:pt x="917515" y="89892"/>
                  <a:pt x="912287" y="93846"/>
                </a:cubicBezTo>
                <a:cubicBezTo>
                  <a:pt x="907058" y="97800"/>
                  <a:pt x="900380" y="99778"/>
                  <a:pt x="892252" y="99778"/>
                </a:cubicBezTo>
                <a:cubicBezTo>
                  <a:pt x="882015" y="99778"/>
                  <a:pt x="873898" y="96625"/>
                  <a:pt x="867901" y="90320"/>
                </a:cubicBezTo>
                <a:cubicBezTo>
                  <a:pt x="861903" y="84016"/>
                  <a:pt x="858905" y="75174"/>
                  <a:pt x="858905" y="63794"/>
                </a:cubicBezTo>
                <a:cubicBezTo>
                  <a:pt x="858905" y="52020"/>
                  <a:pt x="861936" y="42881"/>
                  <a:pt x="868000" y="36379"/>
                </a:cubicBezTo>
                <a:cubicBezTo>
                  <a:pt x="874063" y="29876"/>
                  <a:pt x="881927" y="26625"/>
                  <a:pt x="891593" y="26625"/>
                </a:cubicBezTo>
                <a:cubicBezTo>
                  <a:pt x="900951" y="26625"/>
                  <a:pt x="908596" y="29805"/>
                  <a:pt x="914527" y="36166"/>
                </a:cubicBezTo>
                <a:cubicBezTo>
                  <a:pt x="920459" y="42526"/>
                  <a:pt x="923424" y="51474"/>
                  <a:pt x="923424" y="63010"/>
                </a:cubicBezTo>
                <a:cubicBezTo>
                  <a:pt x="923424" y="63711"/>
                  <a:pt x="923402" y="64764"/>
                  <a:pt x="923358" y="66167"/>
                </a:cubicBezTo>
                <a:lnTo>
                  <a:pt x="871163" y="66167"/>
                </a:lnTo>
                <a:cubicBezTo>
                  <a:pt x="871602" y="73834"/>
                  <a:pt x="873777" y="79704"/>
                  <a:pt x="877687" y="83780"/>
                </a:cubicBezTo>
                <a:cubicBezTo>
                  <a:pt x="881598" y="87855"/>
                  <a:pt x="886474" y="89892"/>
                  <a:pt x="892318" y="89892"/>
                </a:cubicBezTo>
                <a:cubicBezTo>
                  <a:pt x="896667" y="89892"/>
                  <a:pt x="900380" y="88761"/>
                  <a:pt x="903455" y="86498"/>
                </a:cubicBezTo>
                <a:cubicBezTo>
                  <a:pt x="906531" y="84234"/>
                  <a:pt x="908969" y="80620"/>
                  <a:pt x="910771" y="75657"/>
                </a:cubicBezTo>
                <a:moveTo>
                  <a:pt x="871822" y="56281"/>
                </a:moveTo>
                <a:lnTo>
                  <a:pt x="910903" y="56281"/>
                </a:lnTo>
                <a:cubicBezTo>
                  <a:pt x="910375" y="50490"/>
                  <a:pt x="908882" y="46147"/>
                  <a:pt x="906421" y="43251"/>
                </a:cubicBezTo>
                <a:cubicBezTo>
                  <a:pt x="902643" y="38757"/>
                  <a:pt x="897744" y="36510"/>
                  <a:pt x="891725" y="36510"/>
                </a:cubicBezTo>
                <a:cubicBezTo>
                  <a:pt x="886277" y="36510"/>
                  <a:pt x="881696" y="38304"/>
                  <a:pt x="877984" y="41892"/>
                </a:cubicBezTo>
                <a:cubicBezTo>
                  <a:pt x="874271" y="45478"/>
                  <a:pt x="872217" y="50275"/>
                  <a:pt x="871822" y="56281"/>
                </a:cubicBezTo>
                <a:close/>
                <a:moveTo>
                  <a:pt x="985814" y="75657"/>
                </a:moveTo>
                <a:lnTo>
                  <a:pt x="998072" y="77173"/>
                </a:lnTo>
                <a:cubicBezTo>
                  <a:pt x="996139" y="84334"/>
                  <a:pt x="992558" y="89892"/>
                  <a:pt x="987330" y="93846"/>
                </a:cubicBezTo>
                <a:cubicBezTo>
                  <a:pt x="982101" y="97800"/>
                  <a:pt x="975423" y="99778"/>
                  <a:pt x="967295" y="99778"/>
                </a:cubicBezTo>
                <a:cubicBezTo>
                  <a:pt x="957058" y="99778"/>
                  <a:pt x="948941" y="96625"/>
                  <a:pt x="942944" y="90320"/>
                </a:cubicBezTo>
                <a:cubicBezTo>
                  <a:pt x="936947" y="84016"/>
                  <a:pt x="933948" y="75174"/>
                  <a:pt x="933948" y="63794"/>
                </a:cubicBezTo>
                <a:cubicBezTo>
                  <a:pt x="933948" y="52020"/>
                  <a:pt x="936980" y="42881"/>
                  <a:pt x="943043" y="36379"/>
                </a:cubicBezTo>
                <a:cubicBezTo>
                  <a:pt x="949106" y="29876"/>
                  <a:pt x="956970" y="26625"/>
                  <a:pt x="966636" y="26625"/>
                </a:cubicBezTo>
                <a:cubicBezTo>
                  <a:pt x="975994" y="26625"/>
                  <a:pt x="983639" y="29805"/>
                  <a:pt x="989570" y="36166"/>
                </a:cubicBezTo>
                <a:cubicBezTo>
                  <a:pt x="995502" y="42526"/>
                  <a:pt x="998467" y="51474"/>
                  <a:pt x="998467" y="63010"/>
                </a:cubicBezTo>
                <a:cubicBezTo>
                  <a:pt x="998467" y="63711"/>
                  <a:pt x="998445" y="64764"/>
                  <a:pt x="998401" y="66167"/>
                </a:cubicBezTo>
                <a:lnTo>
                  <a:pt x="946206" y="66167"/>
                </a:lnTo>
                <a:cubicBezTo>
                  <a:pt x="946645" y="73834"/>
                  <a:pt x="948820" y="79704"/>
                  <a:pt x="952730" y="83780"/>
                </a:cubicBezTo>
                <a:cubicBezTo>
                  <a:pt x="956641" y="87855"/>
                  <a:pt x="961517" y="89892"/>
                  <a:pt x="967361" y="89892"/>
                </a:cubicBezTo>
                <a:cubicBezTo>
                  <a:pt x="971711" y="89892"/>
                  <a:pt x="975423" y="88761"/>
                  <a:pt x="978499" y="86498"/>
                </a:cubicBezTo>
                <a:cubicBezTo>
                  <a:pt x="981574" y="84234"/>
                  <a:pt x="984012" y="80620"/>
                  <a:pt x="985814" y="75657"/>
                </a:cubicBezTo>
                <a:moveTo>
                  <a:pt x="946865" y="56281"/>
                </a:moveTo>
                <a:lnTo>
                  <a:pt x="985946" y="56281"/>
                </a:lnTo>
                <a:cubicBezTo>
                  <a:pt x="985418" y="50490"/>
                  <a:pt x="983925" y="46147"/>
                  <a:pt x="981464" y="43251"/>
                </a:cubicBezTo>
                <a:cubicBezTo>
                  <a:pt x="977686" y="38757"/>
                  <a:pt x="972787" y="36510"/>
                  <a:pt x="966768" y="36510"/>
                </a:cubicBezTo>
                <a:cubicBezTo>
                  <a:pt x="961320" y="36510"/>
                  <a:pt x="956740" y="38304"/>
                  <a:pt x="953027" y="41892"/>
                </a:cubicBezTo>
                <a:cubicBezTo>
                  <a:pt x="949314" y="45478"/>
                  <a:pt x="947260" y="50275"/>
                  <a:pt x="946865" y="56281"/>
                </a:cubicBezTo>
                <a:close/>
                <a:moveTo>
                  <a:pt x="1058616" y="72494"/>
                </a:moveTo>
                <a:lnTo>
                  <a:pt x="1070281" y="74009"/>
                </a:lnTo>
                <a:cubicBezTo>
                  <a:pt x="1069007" y="82070"/>
                  <a:pt x="1065745" y="88380"/>
                  <a:pt x="1060495" y="92940"/>
                </a:cubicBezTo>
                <a:cubicBezTo>
                  <a:pt x="1055244" y="97498"/>
                  <a:pt x="1048797" y="99778"/>
                  <a:pt x="1041152" y="99778"/>
                </a:cubicBezTo>
                <a:cubicBezTo>
                  <a:pt x="1031574" y="99778"/>
                  <a:pt x="1023874" y="96647"/>
                  <a:pt x="1018053" y="90386"/>
                </a:cubicBezTo>
                <a:cubicBezTo>
                  <a:pt x="1012232" y="84126"/>
                  <a:pt x="1009321" y="75152"/>
                  <a:pt x="1009321" y="63465"/>
                </a:cubicBezTo>
                <a:cubicBezTo>
                  <a:pt x="1009321" y="55908"/>
                  <a:pt x="1010573" y="49296"/>
                  <a:pt x="1013077" y="43628"/>
                </a:cubicBezTo>
                <a:cubicBezTo>
                  <a:pt x="1015582" y="37960"/>
                  <a:pt x="1019393" y="33710"/>
                  <a:pt x="1024512" y="30876"/>
                </a:cubicBezTo>
                <a:cubicBezTo>
                  <a:pt x="1029630" y="28042"/>
                  <a:pt x="1035199" y="26625"/>
                  <a:pt x="1041218" y="26625"/>
                </a:cubicBezTo>
                <a:cubicBezTo>
                  <a:pt x="1048819" y="26625"/>
                  <a:pt x="1055036" y="28553"/>
                  <a:pt x="1059869" y="32410"/>
                </a:cubicBezTo>
                <a:cubicBezTo>
                  <a:pt x="1064702" y="36265"/>
                  <a:pt x="1067799" y="41740"/>
                  <a:pt x="1069161" y="48834"/>
                </a:cubicBezTo>
                <a:lnTo>
                  <a:pt x="1057628" y="50614"/>
                </a:lnTo>
                <a:cubicBezTo>
                  <a:pt x="1056530" y="45935"/>
                  <a:pt x="1054585" y="42414"/>
                  <a:pt x="1051796" y="40053"/>
                </a:cubicBezTo>
                <a:cubicBezTo>
                  <a:pt x="1049006" y="37691"/>
                  <a:pt x="1045634" y="36510"/>
                  <a:pt x="1041679" y="36510"/>
                </a:cubicBezTo>
                <a:cubicBezTo>
                  <a:pt x="1035704" y="36510"/>
                  <a:pt x="1030849" y="38642"/>
                  <a:pt x="1027115" y="42905"/>
                </a:cubicBezTo>
                <a:cubicBezTo>
                  <a:pt x="1023380" y="47167"/>
                  <a:pt x="1021513" y="53910"/>
                  <a:pt x="1021513" y="63135"/>
                </a:cubicBezTo>
                <a:cubicBezTo>
                  <a:pt x="1021513" y="72492"/>
                  <a:pt x="1023314" y="79291"/>
                  <a:pt x="1026917" y="83532"/>
                </a:cubicBezTo>
                <a:cubicBezTo>
                  <a:pt x="1030520" y="87772"/>
                  <a:pt x="1035221" y="89892"/>
                  <a:pt x="1041020" y="89892"/>
                </a:cubicBezTo>
                <a:cubicBezTo>
                  <a:pt x="1045677" y="89892"/>
                  <a:pt x="1049566" y="88470"/>
                  <a:pt x="1052685" y="85625"/>
                </a:cubicBezTo>
                <a:cubicBezTo>
                  <a:pt x="1055805" y="82780"/>
                  <a:pt x="1057782" y="78403"/>
                  <a:pt x="1058616" y="72494"/>
                </a:cubicBezTo>
                <a:close/>
                <a:moveTo>
                  <a:pt x="1080430" y="98196"/>
                </a:moveTo>
                <a:lnTo>
                  <a:pt x="1080430" y="1582"/>
                </a:lnTo>
                <a:lnTo>
                  <a:pt x="1092293" y="1582"/>
                </a:lnTo>
                <a:lnTo>
                  <a:pt x="1092293" y="36247"/>
                </a:lnTo>
                <a:cubicBezTo>
                  <a:pt x="1097829" y="29832"/>
                  <a:pt x="1104814" y="26625"/>
                  <a:pt x="1113250" y="26625"/>
                </a:cubicBezTo>
                <a:cubicBezTo>
                  <a:pt x="1118434" y="26625"/>
                  <a:pt x="1122938" y="27646"/>
                  <a:pt x="1126760" y="29689"/>
                </a:cubicBezTo>
                <a:cubicBezTo>
                  <a:pt x="1130583" y="31732"/>
                  <a:pt x="1133318" y="34555"/>
                  <a:pt x="1134965" y="38158"/>
                </a:cubicBezTo>
                <a:cubicBezTo>
                  <a:pt x="1136613" y="41761"/>
                  <a:pt x="1137437" y="46989"/>
                  <a:pt x="1137437" y="53843"/>
                </a:cubicBezTo>
                <a:lnTo>
                  <a:pt x="1137437" y="98196"/>
                </a:lnTo>
                <a:lnTo>
                  <a:pt x="1125574" y="98196"/>
                </a:lnTo>
                <a:lnTo>
                  <a:pt x="1125574" y="53843"/>
                </a:lnTo>
                <a:cubicBezTo>
                  <a:pt x="1125574" y="47912"/>
                  <a:pt x="1124289" y="43595"/>
                  <a:pt x="1121719" y="40893"/>
                </a:cubicBezTo>
                <a:cubicBezTo>
                  <a:pt x="1119148" y="38191"/>
                  <a:pt x="1115513" y="36840"/>
                  <a:pt x="1110812" y="36840"/>
                </a:cubicBezTo>
                <a:cubicBezTo>
                  <a:pt x="1107297" y="36840"/>
                  <a:pt x="1103991" y="37752"/>
                  <a:pt x="1100893" y="39575"/>
                </a:cubicBezTo>
                <a:cubicBezTo>
                  <a:pt x="1097796" y="41398"/>
                  <a:pt x="1095588" y="43870"/>
                  <a:pt x="1094270" y="46989"/>
                </a:cubicBezTo>
                <a:cubicBezTo>
                  <a:pt x="1092952" y="50108"/>
                  <a:pt x="1092293" y="54414"/>
                  <a:pt x="1092293" y="59906"/>
                </a:cubicBezTo>
                <a:lnTo>
                  <a:pt x="1092293" y="98196"/>
                </a:lnTo>
                <a:lnTo>
                  <a:pt x="1080430" y="98196"/>
                </a:lnTo>
                <a:close/>
                <a:moveTo>
                  <a:pt x="1158835" y="98196"/>
                </a:moveTo>
                <a:lnTo>
                  <a:pt x="1158835" y="84620"/>
                </a:lnTo>
                <a:lnTo>
                  <a:pt x="1172345" y="84620"/>
                </a:lnTo>
                <a:lnTo>
                  <a:pt x="1172345" y="98196"/>
                </a:lnTo>
                <a:lnTo>
                  <a:pt x="1158835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233a606e74ed6"/>
          <a:stretch xmlns:a="http://schemas.openxmlformats.org/drawingml/2006/main"/>
        </p:blipFill>
        <p:spPr>
          <a:xfrm xmlns:a="http://schemas.openxmlformats.org/drawingml/2006/main">
            <a:off x="142229" y="5834907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F2D6E-7A96-42C8-A39E-3A510FE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" y="1482129"/>
            <a:ext cx="6225485" cy="16871"/>
          </a:xfrm>
          <a:custGeom xmlns:a="http://schemas.openxmlformats.org/drawingml/2006/main">
            <a:pathLst>
              <a:path w="6225485" h="16871">
                <a:moveTo>
                  <a:pt x="0" y="0"/>
                </a:moveTo>
                <a:lnTo>
                  <a:pt x="50614" y="0"/>
                </a:lnTo>
                <a:lnTo>
                  <a:pt x="50614" y="16871"/>
                </a:lnTo>
                <a:lnTo>
                  <a:pt x="0" y="16871"/>
                </a:lnTo>
                <a:moveTo>
                  <a:pt x="101227" y="0"/>
                </a:moveTo>
                <a:lnTo>
                  <a:pt x="151841" y="0"/>
                </a:lnTo>
                <a:lnTo>
                  <a:pt x="151841" y="16871"/>
                </a:lnTo>
                <a:lnTo>
                  <a:pt x="101227" y="16871"/>
                </a:lnTo>
                <a:moveTo>
                  <a:pt x="202455" y="0"/>
                </a:moveTo>
                <a:lnTo>
                  <a:pt x="253069" y="0"/>
                </a:lnTo>
                <a:lnTo>
                  <a:pt x="253069" y="16871"/>
                </a:lnTo>
                <a:lnTo>
                  <a:pt x="202455" y="16871"/>
                </a:lnTo>
                <a:moveTo>
                  <a:pt x="303682" y="0"/>
                </a:moveTo>
                <a:lnTo>
                  <a:pt x="354296" y="0"/>
                </a:lnTo>
                <a:lnTo>
                  <a:pt x="354296" y="16871"/>
                </a:lnTo>
                <a:lnTo>
                  <a:pt x="303682" y="16871"/>
                </a:lnTo>
                <a:moveTo>
                  <a:pt x="404910" y="0"/>
                </a:moveTo>
                <a:lnTo>
                  <a:pt x="455523" y="0"/>
                </a:lnTo>
                <a:lnTo>
                  <a:pt x="455523" y="16871"/>
                </a:lnTo>
                <a:lnTo>
                  <a:pt x="404910" y="16871"/>
                </a:lnTo>
                <a:moveTo>
                  <a:pt x="506137" y="0"/>
                </a:moveTo>
                <a:lnTo>
                  <a:pt x="556751" y="0"/>
                </a:lnTo>
                <a:lnTo>
                  <a:pt x="556751" y="16871"/>
                </a:lnTo>
                <a:lnTo>
                  <a:pt x="506137" y="16871"/>
                </a:lnTo>
                <a:moveTo>
                  <a:pt x="607364" y="0"/>
                </a:moveTo>
                <a:lnTo>
                  <a:pt x="657978" y="0"/>
                </a:lnTo>
                <a:lnTo>
                  <a:pt x="657978" y="16871"/>
                </a:lnTo>
                <a:lnTo>
                  <a:pt x="607364" y="16871"/>
                </a:lnTo>
                <a:moveTo>
                  <a:pt x="708592" y="0"/>
                </a:moveTo>
                <a:lnTo>
                  <a:pt x="759206" y="0"/>
                </a:lnTo>
                <a:lnTo>
                  <a:pt x="759206" y="16871"/>
                </a:lnTo>
                <a:lnTo>
                  <a:pt x="708592" y="16871"/>
                </a:lnTo>
                <a:moveTo>
                  <a:pt x="809819" y="0"/>
                </a:moveTo>
                <a:lnTo>
                  <a:pt x="860433" y="0"/>
                </a:lnTo>
                <a:lnTo>
                  <a:pt x="860433" y="16871"/>
                </a:lnTo>
                <a:lnTo>
                  <a:pt x="809819" y="16871"/>
                </a:lnTo>
                <a:moveTo>
                  <a:pt x="911047" y="0"/>
                </a:moveTo>
                <a:lnTo>
                  <a:pt x="961660" y="0"/>
                </a:lnTo>
                <a:lnTo>
                  <a:pt x="961660" y="16871"/>
                </a:lnTo>
                <a:lnTo>
                  <a:pt x="911047" y="16871"/>
                </a:lnTo>
                <a:moveTo>
                  <a:pt x="1012274" y="0"/>
                </a:moveTo>
                <a:lnTo>
                  <a:pt x="1062888" y="0"/>
                </a:lnTo>
                <a:lnTo>
                  <a:pt x="1062888" y="16871"/>
                </a:lnTo>
                <a:lnTo>
                  <a:pt x="1012274" y="16871"/>
                </a:lnTo>
                <a:moveTo>
                  <a:pt x="1113501" y="0"/>
                </a:moveTo>
                <a:lnTo>
                  <a:pt x="1164115" y="0"/>
                </a:lnTo>
                <a:lnTo>
                  <a:pt x="1164115" y="16871"/>
                </a:lnTo>
                <a:lnTo>
                  <a:pt x="1113501" y="16871"/>
                </a:lnTo>
                <a:moveTo>
                  <a:pt x="1214729" y="0"/>
                </a:moveTo>
                <a:lnTo>
                  <a:pt x="1265343" y="0"/>
                </a:lnTo>
                <a:lnTo>
                  <a:pt x="1265343" y="16871"/>
                </a:lnTo>
                <a:lnTo>
                  <a:pt x="1214729" y="16871"/>
                </a:lnTo>
                <a:moveTo>
                  <a:pt x="1315956" y="0"/>
                </a:moveTo>
                <a:lnTo>
                  <a:pt x="1366570" y="0"/>
                </a:lnTo>
                <a:lnTo>
                  <a:pt x="1366570" y="16871"/>
                </a:lnTo>
                <a:lnTo>
                  <a:pt x="1315956" y="16871"/>
                </a:lnTo>
                <a:moveTo>
                  <a:pt x="1417184" y="0"/>
                </a:moveTo>
                <a:lnTo>
                  <a:pt x="1467797" y="0"/>
                </a:lnTo>
                <a:lnTo>
                  <a:pt x="1467797" y="16871"/>
                </a:lnTo>
                <a:lnTo>
                  <a:pt x="1417184" y="16871"/>
                </a:lnTo>
                <a:moveTo>
                  <a:pt x="1518411" y="0"/>
                </a:moveTo>
                <a:lnTo>
                  <a:pt x="1569025" y="0"/>
                </a:lnTo>
                <a:lnTo>
                  <a:pt x="1569025" y="16871"/>
                </a:lnTo>
                <a:lnTo>
                  <a:pt x="1518411" y="16871"/>
                </a:lnTo>
                <a:moveTo>
                  <a:pt x="1619638" y="0"/>
                </a:moveTo>
                <a:lnTo>
                  <a:pt x="1670252" y="0"/>
                </a:lnTo>
                <a:lnTo>
                  <a:pt x="1670252" y="16871"/>
                </a:lnTo>
                <a:lnTo>
                  <a:pt x="1619638" y="16871"/>
                </a:lnTo>
                <a:moveTo>
                  <a:pt x="1720866" y="0"/>
                </a:moveTo>
                <a:lnTo>
                  <a:pt x="1771480" y="0"/>
                </a:lnTo>
                <a:lnTo>
                  <a:pt x="1771480" y="16871"/>
                </a:lnTo>
                <a:lnTo>
                  <a:pt x="1720866" y="16871"/>
                </a:lnTo>
                <a:moveTo>
                  <a:pt x="1822093" y="0"/>
                </a:moveTo>
                <a:lnTo>
                  <a:pt x="1872707" y="0"/>
                </a:lnTo>
                <a:lnTo>
                  <a:pt x="1872707" y="16871"/>
                </a:lnTo>
                <a:lnTo>
                  <a:pt x="1822093" y="16871"/>
                </a:lnTo>
                <a:moveTo>
                  <a:pt x="1923321" y="0"/>
                </a:moveTo>
                <a:lnTo>
                  <a:pt x="1973934" y="0"/>
                </a:lnTo>
                <a:lnTo>
                  <a:pt x="1973934" y="16871"/>
                </a:lnTo>
                <a:lnTo>
                  <a:pt x="1923321" y="16871"/>
                </a:lnTo>
                <a:moveTo>
                  <a:pt x="2024548" y="0"/>
                </a:moveTo>
                <a:lnTo>
                  <a:pt x="2075162" y="0"/>
                </a:lnTo>
                <a:lnTo>
                  <a:pt x="2075162" y="16871"/>
                </a:lnTo>
                <a:lnTo>
                  <a:pt x="2024548" y="16871"/>
                </a:lnTo>
                <a:moveTo>
                  <a:pt x="2125775" y="0"/>
                </a:moveTo>
                <a:lnTo>
                  <a:pt x="2176389" y="0"/>
                </a:lnTo>
                <a:lnTo>
                  <a:pt x="2176389" y="16871"/>
                </a:lnTo>
                <a:lnTo>
                  <a:pt x="2125775" y="16871"/>
                </a:lnTo>
                <a:moveTo>
                  <a:pt x="2227003" y="0"/>
                </a:moveTo>
                <a:lnTo>
                  <a:pt x="2277617" y="0"/>
                </a:lnTo>
                <a:lnTo>
                  <a:pt x="2277617" y="16871"/>
                </a:lnTo>
                <a:lnTo>
                  <a:pt x="2227003" y="16871"/>
                </a:lnTo>
                <a:moveTo>
                  <a:pt x="2328230" y="0"/>
                </a:moveTo>
                <a:lnTo>
                  <a:pt x="2378844" y="0"/>
                </a:lnTo>
                <a:lnTo>
                  <a:pt x="2378844" y="16871"/>
                </a:lnTo>
                <a:lnTo>
                  <a:pt x="2328230" y="16871"/>
                </a:lnTo>
                <a:moveTo>
                  <a:pt x="2429458" y="0"/>
                </a:moveTo>
                <a:lnTo>
                  <a:pt x="2480071" y="0"/>
                </a:lnTo>
                <a:lnTo>
                  <a:pt x="2480071" y="16871"/>
                </a:lnTo>
                <a:lnTo>
                  <a:pt x="2429458" y="16871"/>
                </a:lnTo>
                <a:moveTo>
                  <a:pt x="2530685" y="0"/>
                </a:moveTo>
                <a:lnTo>
                  <a:pt x="2581299" y="0"/>
                </a:lnTo>
                <a:lnTo>
                  <a:pt x="2581299" y="16871"/>
                </a:lnTo>
                <a:lnTo>
                  <a:pt x="2530685" y="16871"/>
                </a:lnTo>
                <a:moveTo>
                  <a:pt x="2631912" y="0"/>
                </a:moveTo>
                <a:lnTo>
                  <a:pt x="2682526" y="0"/>
                </a:lnTo>
                <a:lnTo>
                  <a:pt x="2682526" y="16871"/>
                </a:lnTo>
                <a:lnTo>
                  <a:pt x="2631912" y="16871"/>
                </a:lnTo>
                <a:moveTo>
                  <a:pt x="2733140" y="0"/>
                </a:moveTo>
                <a:lnTo>
                  <a:pt x="2783754" y="0"/>
                </a:lnTo>
                <a:lnTo>
                  <a:pt x="2783754" y="16871"/>
                </a:lnTo>
                <a:lnTo>
                  <a:pt x="2733140" y="16871"/>
                </a:lnTo>
                <a:moveTo>
                  <a:pt x="2834367" y="0"/>
                </a:moveTo>
                <a:lnTo>
                  <a:pt x="2884981" y="0"/>
                </a:lnTo>
                <a:lnTo>
                  <a:pt x="2884981" y="16871"/>
                </a:lnTo>
                <a:lnTo>
                  <a:pt x="2834367" y="16871"/>
                </a:lnTo>
                <a:moveTo>
                  <a:pt x="2935595" y="0"/>
                </a:moveTo>
                <a:lnTo>
                  <a:pt x="2986208" y="0"/>
                </a:lnTo>
                <a:lnTo>
                  <a:pt x="2986208" y="16871"/>
                </a:lnTo>
                <a:lnTo>
                  <a:pt x="2935595" y="16871"/>
                </a:lnTo>
                <a:moveTo>
                  <a:pt x="3036822" y="0"/>
                </a:moveTo>
                <a:lnTo>
                  <a:pt x="3087436" y="0"/>
                </a:lnTo>
                <a:lnTo>
                  <a:pt x="3087436" y="16871"/>
                </a:lnTo>
                <a:lnTo>
                  <a:pt x="3036822" y="16871"/>
                </a:lnTo>
                <a:moveTo>
                  <a:pt x="3138049" y="0"/>
                </a:moveTo>
                <a:lnTo>
                  <a:pt x="3188663" y="0"/>
                </a:lnTo>
                <a:lnTo>
                  <a:pt x="3188663" y="16871"/>
                </a:lnTo>
                <a:lnTo>
                  <a:pt x="3138049" y="16871"/>
                </a:lnTo>
                <a:moveTo>
                  <a:pt x="3239277" y="0"/>
                </a:moveTo>
                <a:lnTo>
                  <a:pt x="3289891" y="0"/>
                </a:lnTo>
                <a:lnTo>
                  <a:pt x="3289891" y="16871"/>
                </a:lnTo>
                <a:lnTo>
                  <a:pt x="3239277" y="16871"/>
                </a:lnTo>
                <a:moveTo>
                  <a:pt x="3340504" y="0"/>
                </a:moveTo>
                <a:lnTo>
                  <a:pt x="3391118" y="0"/>
                </a:lnTo>
                <a:lnTo>
                  <a:pt x="3391118" y="16871"/>
                </a:lnTo>
                <a:lnTo>
                  <a:pt x="3340504" y="16871"/>
                </a:lnTo>
                <a:moveTo>
                  <a:pt x="3441732" y="0"/>
                </a:moveTo>
                <a:lnTo>
                  <a:pt x="3492345" y="0"/>
                </a:lnTo>
                <a:lnTo>
                  <a:pt x="3492345" y="16871"/>
                </a:lnTo>
                <a:lnTo>
                  <a:pt x="3441732" y="16871"/>
                </a:lnTo>
                <a:moveTo>
                  <a:pt x="3542959" y="0"/>
                </a:moveTo>
                <a:lnTo>
                  <a:pt x="3593573" y="0"/>
                </a:lnTo>
                <a:lnTo>
                  <a:pt x="3593573" y="16871"/>
                </a:lnTo>
                <a:lnTo>
                  <a:pt x="3542959" y="16871"/>
                </a:lnTo>
                <a:moveTo>
                  <a:pt x="3644186" y="0"/>
                </a:moveTo>
                <a:lnTo>
                  <a:pt x="3694800" y="0"/>
                </a:lnTo>
                <a:lnTo>
                  <a:pt x="3694800" y="16871"/>
                </a:lnTo>
                <a:lnTo>
                  <a:pt x="3644186" y="16871"/>
                </a:lnTo>
                <a:moveTo>
                  <a:pt x="3745414" y="0"/>
                </a:moveTo>
                <a:lnTo>
                  <a:pt x="3796028" y="0"/>
                </a:lnTo>
                <a:lnTo>
                  <a:pt x="3796028" y="16871"/>
                </a:lnTo>
                <a:lnTo>
                  <a:pt x="3745414" y="16871"/>
                </a:lnTo>
                <a:moveTo>
                  <a:pt x="3846641" y="0"/>
                </a:moveTo>
                <a:lnTo>
                  <a:pt x="3897255" y="0"/>
                </a:lnTo>
                <a:lnTo>
                  <a:pt x="3897255" y="16871"/>
                </a:lnTo>
                <a:lnTo>
                  <a:pt x="3846641" y="16871"/>
                </a:lnTo>
                <a:moveTo>
                  <a:pt x="3947869" y="0"/>
                </a:moveTo>
                <a:lnTo>
                  <a:pt x="3998482" y="0"/>
                </a:lnTo>
                <a:lnTo>
                  <a:pt x="3998482" y="16871"/>
                </a:lnTo>
                <a:lnTo>
                  <a:pt x="3947869" y="16871"/>
                </a:lnTo>
                <a:moveTo>
                  <a:pt x="4049096" y="0"/>
                </a:moveTo>
                <a:lnTo>
                  <a:pt x="4099710" y="0"/>
                </a:lnTo>
                <a:lnTo>
                  <a:pt x="4099710" y="16871"/>
                </a:lnTo>
                <a:lnTo>
                  <a:pt x="4049096" y="16871"/>
                </a:lnTo>
                <a:moveTo>
                  <a:pt x="4150324" y="0"/>
                </a:moveTo>
                <a:lnTo>
                  <a:pt x="4200937" y="0"/>
                </a:lnTo>
                <a:lnTo>
                  <a:pt x="4200937" y="16871"/>
                </a:lnTo>
                <a:lnTo>
                  <a:pt x="4150324" y="16871"/>
                </a:lnTo>
                <a:moveTo>
                  <a:pt x="4251551" y="0"/>
                </a:moveTo>
                <a:lnTo>
                  <a:pt x="4302165" y="0"/>
                </a:lnTo>
                <a:lnTo>
                  <a:pt x="4302165" y="16871"/>
                </a:lnTo>
                <a:lnTo>
                  <a:pt x="4251551" y="16871"/>
                </a:lnTo>
                <a:moveTo>
                  <a:pt x="4352778" y="0"/>
                </a:moveTo>
                <a:lnTo>
                  <a:pt x="4403392" y="0"/>
                </a:lnTo>
                <a:lnTo>
                  <a:pt x="4403392" y="16871"/>
                </a:lnTo>
                <a:lnTo>
                  <a:pt x="4352778" y="16871"/>
                </a:lnTo>
                <a:moveTo>
                  <a:pt x="4454006" y="0"/>
                </a:moveTo>
                <a:lnTo>
                  <a:pt x="4504619" y="0"/>
                </a:lnTo>
                <a:lnTo>
                  <a:pt x="4504619" y="16871"/>
                </a:lnTo>
                <a:lnTo>
                  <a:pt x="4454006" y="16871"/>
                </a:lnTo>
                <a:moveTo>
                  <a:pt x="4555233" y="0"/>
                </a:moveTo>
                <a:lnTo>
                  <a:pt x="4605847" y="0"/>
                </a:lnTo>
                <a:lnTo>
                  <a:pt x="4605847" y="16871"/>
                </a:lnTo>
                <a:lnTo>
                  <a:pt x="4555233" y="16871"/>
                </a:lnTo>
                <a:moveTo>
                  <a:pt x="4656461" y="0"/>
                </a:moveTo>
                <a:lnTo>
                  <a:pt x="4707074" y="0"/>
                </a:lnTo>
                <a:lnTo>
                  <a:pt x="4707074" y="16871"/>
                </a:lnTo>
                <a:lnTo>
                  <a:pt x="4656461" y="16871"/>
                </a:lnTo>
                <a:moveTo>
                  <a:pt x="4757688" y="0"/>
                </a:moveTo>
                <a:lnTo>
                  <a:pt x="4808302" y="0"/>
                </a:lnTo>
                <a:lnTo>
                  <a:pt x="4808302" y="16871"/>
                </a:lnTo>
                <a:lnTo>
                  <a:pt x="4757688" y="16871"/>
                </a:lnTo>
                <a:moveTo>
                  <a:pt x="4858915" y="0"/>
                </a:moveTo>
                <a:lnTo>
                  <a:pt x="4909529" y="0"/>
                </a:lnTo>
                <a:lnTo>
                  <a:pt x="4909529" y="16871"/>
                </a:lnTo>
                <a:lnTo>
                  <a:pt x="4858915" y="16871"/>
                </a:lnTo>
                <a:moveTo>
                  <a:pt x="4960143" y="0"/>
                </a:moveTo>
                <a:lnTo>
                  <a:pt x="5010756" y="0"/>
                </a:lnTo>
                <a:lnTo>
                  <a:pt x="5010756" y="16871"/>
                </a:lnTo>
                <a:lnTo>
                  <a:pt x="4960143" y="16871"/>
                </a:lnTo>
                <a:moveTo>
                  <a:pt x="5061370" y="0"/>
                </a:moveTo>
                <a:lnTo>
                  <a:pt x="5111984" y="0"/>
                </a:lnTo>
                <a:lnTo>
                  <a:pt x="5111984" y="16871"/>
                </a:lnTo>
                <a:lnTo>
                  <a:pt x="5061370" y="16871"/>
                </a:lnTo>
                <a:moveTo>
                  <a:pt x="5162598" y="0"/>
                </a:moveTo>
                <a:lnTo>
                  <a:pt x="5213211" y="0"/>
                </a:lnTo>
                <a:lnTo>
                  <a:pt x="5213211" y="16871"/>
                </a:lnTo>
                <a:lnTo>
                  <a:pt x="5162598" y="16871"/>
                </a:lnTo>
                <a:moveTo>
                  <a:pt x="5263825" y="0"/>
                </a:moveTo>
                <a:lnTo>
                  <a:pt x="5314439" y="0"/>
                </a:lnTo>
                <a:lnTo>
                  <a:pt x="5314439" y="16871"/>
                </a:lnTo>
                <a:lnTo>
                  <a:pt x="5263825" y="16871"/>
                </a:lnTo>
                <a:moveTo>
                  <a:pt x="5365052" y="0"/>
                </a:moveTo>
                <a:lnTo>
                  <a:pt x="5415666" y="0"/>
                </a:lnTo>
                <a:lnTo>
                  <a:pt x="5415666" y="16871"/>
                </a:lnTo>
                <a:lnTo>
                  <a:pt x="5365052" y="16871"/>
                </a:lnTo>
                <a:moveTo>
                  <a:pt x="5466280" y="0"/>
                </a:moveTo>
                <a:lnTo>
                  <a:pt x="5516893" y="0"/>
                </a:lnTo>
                <a:lnTo>
                  <a:pt x="5516893" y="16871"/>
                </a:lnTo>
                <a:lnTo>
                  <a:pt x="5466280" y="16871"/>
                </a:lnTo>
                <a:moveTo>
                  <a:pt x="5567507" y="0"/>
                </a:moveTo>
                <a:lnTo>
                  <a:pt x="5618121" y="0"/>
                </a:lnTo>
                <a:lnTo>
                  <a:pt x="5618121" y="16871"/>
                </a:lnTo>
                <a:lnTo>
                  <a:pt x="5567507" y="16871"/>
                </a:lnTo>
                <a:moveTo>
                  <a:pt x="5668735" y="0"/>
                </a:moveTo>
                <a:lnTo>
                  <a:pt x="5719348" y="0"/>
                </a:lnTo>
                <a:lnTo>
                  <a:pt x="5719348" y="16871"/>
                </a:lnTo>
                <a:lnTo>
                  <a:pt x="5668735" y="16871"/>
                </a:lnTo>
                <a:moveTo>
                  <a:pt x="5769962" y="0"/>
                </a:moveTo>
                <a:lnTo>
                  <a:pt x="5820576" y="0"/>
                </a:lnTo>
                <a:lnTo>
                  <a:pt x="5820576" y="16871"/>
                </a:lnTo>
                <a:lnTo>
                  <a:pt x="5769962" y="16871"/>
                </a:lnTo>
                <a:moveTo>
                  <a:pt x="5871189" y="0"/>
                </a:moveTo>
                <a:lnTo>
                  <a:pt x="5921803" y="0"/>
                </a:lnTo>
                <a:lnTo>
                  <a:pt x="5921803" y="16871"/>
                </a:lnTo>
                <a:lnTo>
                  <a:pt x="5871189" y="16871"/>
                </a:lnTo>
                <a:moveTo>
                  <a:pt x="5972417" y="0"/>
                </a:moveTo>
                <a:lnTo>
                  <a:pt x="6023030" y="0"/>
                </a:lnTo>
                <a:lnTo>
                  <a:pt x="6023030" y="16871"/>
                </a:lnTo>
                <a:lnTo>
                  <a:pt x="5972417" y="16871"/>
                </a:lnTo>
                <a:moveTo>
                  <a:pt x="6073644" y="0"/>
                </a:moveTo>
                <a:lnTo>
                  <a:pt x="6124258" y="0"/>
                </a:lnTo>
                <a:lnTo>
                  <a:pt x="6124258" y="16871"/>
                </a:lnTo>
                <a:lnTo>
                  <a:pt x="6073644" y="16871"/>
                </a:lnTo>
                <a:moveTo>
                  <a:pt x="6174872" y="0"/>
                </a:moveTo>
                <a:lnTo>
                  <a:pt x="6225485" y="0"/>
                </a:lnTo>
                <a:lnTo>
                  <a:pt x="6225485" y="16871"/>
                </a:lnTo>
                <a:lnTo>
                  <a:pt x="6174872" y="168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D9F4B-D4A6-4384-8AFA-4B308347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885" y="1385709"/>
            <a:ext cx="397233" cy="443292"/>
          </a:xfrm>
          <a:custGeom xmlns:a="http://schemas.openxmlformats.org/drawingml/2006/main">
            <a:pathLst>
              <a:path w="397233" h="443292" fill="none">
                <a:moveTo>
                  <a:pt x="333966" y="0"/>
                </a:moveTo>
                <a:lnTo>
                  <a:pt x="397233" y="55759"/>
                </a:lnTo>
                <a:lnTo>
                  <a:pt x="137585" y="350837"/>
                </a:lnTo>
                <a:lnTo>
                  <a:pt x="204058" y="409380"/>
                </a:lnTo>
                <a:lnTo>
                  <a:pt x="0" y="443292"/>
                </a:lnTo>
                <a:lnTo>
                  <a:pt x="7761" y="236619"/>
                </a:lnTo>
                <a:lnTo>
                  <a:pt x="74233" y="295162"/>
                </a:lnTo>
                <a:lnTo>
                  <a:pt x="33396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DAE29-C2BC-446A-86D7-783ED50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06" y="1384950"/>
            <a:ext cx="413345" cy="444135"/>
          </a:xfrm>
          <a:custGeom xmlns:a="http://schemas.openxmlformats.org/drawingml/2006/main">
            <a:pathLst>
              <a:path w="413345" h="444135" fill="none">
                <a:moveTo>
                  <a:pt x="0" y="57109"/>
                </a:moveTo>
                <a:lnTo>
                  <a:pt x="62086" y="0"/>
                </a:lnTo>
                <a:lnTo>
                  <a:pt x="335906" y="297609"/>
                </a:lnTo>
                <a:lnTo>
                  <a:pt x="401029" y="237631"/>
                </a:lnTo>
                <a:lnTo>
                  <a:pt x="413345" y="444135"/>
                </a:lnTo>
                <a:lnTo>
                  <a:pt x="208613" y="414695"/>
                </a:lnTo>
                <a:lnTo>
                  <a:pt x="273820" y="354718"/>
                </a:lnTo>
                <a:lnTo>
                  <a:pt x="0" y="57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000000"/>
            </a:solidFill>
            <a:miter/>
          </a:ln>
        </p:spPr>
      </p:sp>
      <p:sp>
        <p:nvSpPr>
          <p:cNvPr id="11" name="Text (a)SelfCheckGPT">
            <a:extLst xmlns:a="http://schemas.openxmlformats.org/drawingml/2006/main">
              <a:ext uri="{FF2B5EF4-FFF2-40B4-BE49-F238E27FC236}">
                <a16:creationId xmlns:a16="http://schemas.microsoft.com/office/drawing/2014/main" id="{0BC2D384-DF1D-4C7A-A606-BB8750E0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56" y="1603852"/>
            <a:ext cx="1403363" cy="158497"/>
          </a:xfrm>
          <a:custGeom xmlns:a="http://schemas.openxmlformats.org/drawingml/2006/main">
            <a:pathLst>
              <a:path w="1403363" h="158497">
                <a:moveTo>
                  <a:pt x="41684" y="158497"/>
                </a:moveTo>
                <a:lnTo>
                  <a:pt x="25785" y="158497"/>
                </a:lnTo>
                <a:cubicBezTo>
                  <a:pt x="17382" y="145797"/>
                  <a:pt x="10984" y="132603"/>
                  <a:pt x="6590" y="118914"/>
                </a:cubicBezTo>
                <a:cubicBezTo>
                  <a:pt x="2197" y="105226"/>
                  <a:pt x="0" y="91976"/>
                  <a:pt x="0" y="79166"/>
                </a:cubicBezTo>
                <a:cubicBezTo>
                  <a:pt x="0" y="63277"/>
                  <a:pt x="2719" y="48242"/>
                  <a:pt x="8156" y="34059"/>
                </a:cubicBezTo>
                <a:cubicBezTo>
                  <a:pt x="12879" y="21743"/>
                  <a:pt x="18865" y="10390"/>
                  <a:pt x="26114" y="0"/>
                </a:cubicBezTo>
                <a:lnTo>
                  <a:pt x="41931" y="0"/>
                </a:lnTo>
                <a:cubicBezTo>
                  <a:pt x="34407" y="16658"/>
                  <a:pt x="29231" y="30828"/>
                  <a:pt x="26402" y="42510"/>
                </a:cubicBezTo>
                <a:cubicBezTo>
                  <a:pt x="23574" y="54193"/>
                  <a:pt x="22160" y="66576"/>
                  <a:pt x="22160" y="79661"/>
                </a:cubicBezTo>
                <a:cubicBezTo>
                  <a:pt x="22160" y="88678"/>
                  <a:pt x="22997" y="97914"/>
                  <a:pt x="24673" y="107371"/>
                </a:cubicBezTo>
                <a:cubicBezTo>
                  <a:pt x="26348" y="116826"/>
                  <a:pt x="28640" y="125813"/>
                  <a:pt x="31551" y="134335"/>
                </a:cubicBezTo>
                <a:cubicBezTo>
                  <a:pt x="33473" y="139943"/>
                  <a:pt x="36851" y="147997"/>
                  <a:pt x="41684" y="158497"/>
                </a:cubicBezTo>
                <a:close/>
                <a:moveTo>
                  <a:pt x="76776" y="62443"/>
                </a:moveTo>
                <a:lnTo>
                  <a:pt x="55769" y="58654"/>
                </a:lnTo>
                <a:cubicBezTo>
                  <a:pt x="58131" y="50085"/>
                  <a:pt x="62195" y="43742"/>
                  <a:pt x="67961" y="39624"/>
                </a:cubicBezTo>
                <a:cubicBezTo>
                  <a:pt x="73728" y="35505"/>
                  <a:pt x="82295" y="33446"/>
                  <a:pt x="93664" y="33446"/>
                </a:cubicBezTo>
                <a:cubicBezTo>
                  <a:pt x="103989" y="33446"/>
                  <a:pt x="111677" y="34668"/>
                  <a:pt x="116730" y="37112"/>
                </a:cubicBezTo>
                <a:cubicBezTo>
                  <a:pt x="121782" y="39556"/>
                  <a:pt x="125338" y="42659"/>
                  <a:pt x="127398" y="46421"/>
                </a:cubicBezTo>
                <a:cubicBezTo>
                  <a:pt x="129457" y="50183"/>
                  <a:pt x="130487" y="57089"/>
                  <a:pt x="130487" y="67139"/>
                </a:cubicBezTo>
                <a:lnTo>
                  <a:pt x="130240" y="94159"/>
                </a:lnTo>
                <a:cubicBezTo>
                  <a:pt x="130240" y="101848"/>
                  <a:pt x="130611" y="107518"/>
                  <a:pt x="131352" y="111171"/>
                </a:cubicBezTo>
                <a:cubicBezTo>
                  <a:pt x="132094" y="114823"/>
                  <a:pt x="133480" y="118736"/>
                  <a:pt x="135512" y="122910"/>
                </a:cubicBezTo>
                <a:lnTo>
                  <a:pt x="112611" y="122910"/>
                </a:lnTo>
                <a:cubicBezTo>
                  <a:pt x="112007" y="121372"/>
                  <a:pt x="111265" y="119093"/>
                  <a:pt x="110387" y="116072"/>
                </a:cubicBezTo>
                <a:cubicBezTo>
                  <a:pt x="110002" y="114699"/>
                  <a:pt x="109728" y="113793"/>
                  <a:pt x="109563" y="113354"/>
                </a:cubicBezTo>
                <a:cubicBezTo>
                  <a:pt x="105609" y="117198"/>
                  <a:pt x="101380" y="120081"/>
                  <a:pt x="96876" y="122003"/>
                </a:cubicBezTo>
                <a:cubicBezTo>
                  <a:pt x="92373" y="123926"/>
                  <a:pt x="87568" y="124887"/>
                  <a:pt x="82460" y="124887"/>
                </a:cubicBezTo>
                <a:cubicBezTo>
                  <a:pt x="73453" y="124887"/>
                  <a:pt x="66355" y="122453"/>
                  <a:pt x="61165" y="117586"/>
                </a:cubicBezTo>
                <a:cubicBezTo>
                  <a:pt x="55975" y="112719"/>
                  <a:pt x="53380" y="106566"/>
                  <a:pt x="53380" y="99128"/>
                </a:cubicBezTo>
                <a:cubicBezTo>
                  <a:pt x="53380" y="94206"/>
                  <a:pt x="54561" y="89817"/>
                  <a:pt x="56923" y="85963"/>
                </a:cubicBezTo>
                <a:cubicBezTo>
                  <a:pt x="59284" y="82106"/>
                  <a:pt x="62593" y="79153"/>
                  <a:pt x="66849" y="77102"/>
                </a:cubicBezTo>
                <a:cubicBezTo>
                  <a:pt x="71106" y="75051"/>
                  <a:pt x="77243" y="73260"/>
                  <a:pt x="85261" y="71729"/>
                </a:cubicBezTo>
                <a:cubicBezTo>
                  <a:pt x="96080" y="69706"/>
                  <a:pt x="103577" y="67819"/>
                  <a:pt x="107750" y="66068"/>
                </a:cubicBezTo>
                <a:lnTo>
                  <a:pt x="107750" y="63736"/>
                </a:lnTo>
                <a:cubicBezTo>
                  <a:pt x="107750" y="59237"/>
                  <a:pt x="106652" y="56031"/>
                  <a:pt x="104455" y="54115"/>
                </a:cubicBezTo>
                <a:cubicBezTo>
                  <a:pt x="102259" y="52198"/>
                  <a:pt x="98112" y="51240"/>
                  <a:pt x="92016" y="51240"/>
                </a:cubicBezTo>
                <a:cubicBezTo>
                  <a:pt x="87897" y="51240"/>
                  <a:pt x="84684" y="52069"/>
                  <a:pt x="82378" y="53727"/>
                </a:cubicBezTo>
                <a:cubicBezTo>
                  <a:pt x="80071" y="55383"/>
                  <a:pt x="78204" y="58288"/>
                  <a:pt x="76776" y="62443"/>
                </a:cubicBezTo>
                <a:moveTo>
                  <a:pt x="107750" y="81226"/>
                </a:moveTo>
                <a:cubicBezTo>
                  <a:pt x="104785" y="82202"/>
                  <a:pt x="100089" y="83369"/>
                  <a:pt x="93664" y="84727"/>
                </a:cubicBezTo>
                <a:cubicBezTo>
                  <a:pt x="87238" y="86083"/>
                  <a:pt x="83037" y="87412"/>
                  <a:pt x="81060" y="88715"/>
                </a:cubicBezTo>
                <a:cubicBezTo>
                  <a:pt x="78039" y="90831"/>
                  <a:pt x="76529" y="93517"/>
                  <a:pt x="76529" y="96772"/>
                </a:cubicBezTo>
                <a:cubicBezTo>
                  <a:pt x="76529" y="99975"/>
                  <a:pt x="77737" y="102743"/>
                  <a:pt x="80154" y="105077"/>
                </a:cubicBezTo>
                <a:cubicBezTo>
                  <a:pt x="82570" y="107409"/>
                  <a:pt x="85645" y="108576"/>
                  <a:pt x="89380" y="108576"/>
                </a:cubicBezTo>
                <a:cubicBezTo>
                  <a:pt x="93554" y="108576"/>
                  <a:pt x="97535" y="107219"/>
                  <a:pt x="101325" y="104506"/>
                </a:cubicBezTo>
                <a:cubicBezTo>
                  <a:pt x="104126" y="102444"/>
                  <a:pt x="105966" y="99921"/>
                  <a:pt x="106844" y="96934"/>
                </a:cubicBezTo>
                <a:cubicBezTo>
                  <a:pt x="107448" y="94981"/>
                  <a:pt x="107750" y="91265"/>
                  <a:pt x="107750" y="85785"/>
                </a:cubicBezTo>
                <a:lnTo>
                  <a:pt x="107750" y="81226"/>
                </a:lnTo>
                <a:close/>
                <a:moveTo>
                  <a:pt x="146855" y="158497"/>
                </a:moveTo>
                <a:cubicBezTo>
                  <a:pt x="151413" y="148711"/>
                  <a:pt x="154626" y="141207"/>
                  <a:pt x="156493" y="135985"/>
                </a:cubicBezTo>
                <a:cubicBezTo>
                  <a:pt x="158360" y="130762"/>
                  <a:pt x="160090" y="124743"/>
                  <a:pt x="161683" y="117926"/>
                </a:cubicBezTo>
                <a:cubicBezTo>
                  <a:pt x="163276" y="111107"/>
                  <a:pt x="164456" y="104633"/>
                  <a:pt x="165225" y="98505"/>
                </a:cubicBezTo>
                <a:cubicBezTo>
                  <a:pt x="165994" y="92374"/>
                  <a:pt x="166379" y="86093"/>
                  <a:pt x="166379" y="79661"/>
                </a:cubicBezTo>
                <a:cubicBezTo>
                  <a:pt x="166379" y="66576"/>
                  <a:pt x="164978" y="54193"/>
                  <a:pt x="162177" y="42510"/>
                </a:cubicBezTo>
                <a:cubicBezTo>
                  <a:pt x="159376" y="30828"/>
                  <a:pt x="154214" y="16658"/>
                  <a:pt x="146690" y="0"/>
                </a:cubicBezTo>
                <a:lnTo>
                  <a:pt x="162424" y="0"/>
                </a:lnTo>
                <a:cubicBezTo>
                  <a:pt x="170717" y="11820"/>
                  <a:pt x="177157" y="24354"/>
                  <a:pt x="181742" y="37603"/>
                </a:cubicBezTo>
                <a:cubicBezTo>
                  <a:pt x="186328" y="50853"/>
                  <a:pt x="188621" y="64294"/>
                  <a:pt x="188621" y="77928"/>
                </a:cubicBezTo>
                <a:cubicBezTo>
                  <a:pt x="188621" y="89418"/>
                  <a:pt x="186809" y="101733"/>
                  <a:pt x="183184" y="114872"/>
                </a:cubicBezTo>
                <a:cubicBezTo>
                  <a:pt x="179065" y="129606"/>
                  <a:pt x="172282" y="144148"/>
                  <a:pt x="162836" y="158497"/>
                </a:cubicBezTo>
                <a:lnTo>
                  <a:pt x="146855" y="158497"/>
                </a:lnTo>
                <a:close/>
                <a:moveTo>
                  <a:pt x="250350" y="83697"/>
                </a:moveTo>
                <a:lnTo>
                  <a:pt x="274075" y="81391"/>
                </a:lnTo>
                <a:cubicBezTo>
                  <a:pt x="275503" y="89383"/>
                  <a:pt x="278400" y="95253"/>
                  <a:pt x="282766" y="99002"/>
                </a:cubicBezTo>
                <a:cubicBezTo>
                  <a:pt x="287132" y="102748"/>
                  <a:pt x="293022" y="104621"/>
                  <a:pt x="300437" y="104621"/>
                </a:cubicBezTo>
                <a:cubicBezTo>
                  <a:pt x="308290" y="104621"/>
                  <a:pt x="314208" y="102955"/>
                  <a:pt x="318189" y="99622"/>
                </a:cubicBezTo>
                <a:cubicBezTo>
                  <a:pt x="322171" y="96289"/>
                  <a:pt x="324162" y="92391"/>
                  <a:pt x="324162" y="87927"/>
                </a:cubicBezTo>
                <a:cubicBezTo>
                  <a:pt x="324162" y="85062"/>
                  <a:pt x="323324" y="82625"/>
                  <a:pt x="321649" y="80616"/>
                </a:cubicBezTo>
                <a:cubicBezTo>
                  <a:pt x="319974" y="78604"/>
                  <a:pt x="317050" y="76855"/>
                  <a:pt x="312876" y="75367"/>
                </a:cubicBezTo>
                <a:cubicBezTo>
                  <a:pt x="310020" y="74376"/>
                  <a:pt x="303512" y="72615"/>
                  <a:pt x="293352" y="70084"/>
                </a:cubicBezTo>
                <a:cubicBezTo>
                  <a:pt x="280281" y="66837"/>
                  <a:pt x="271110" y="62847"/>
                  <a:pt x="265837" y="58113"/>
                </a:cubicBezTo>
                <a:cubicBezTo>
                  <a:pt x="258423" y="51454"/>
                  <a:pt x="254716" y="43337"/>
                  <a:pt x="254716" y="33763"/>
                </a:cubicBezTo>
                <a:cubicBezTo>
                  <a:pt x="254716" y="27600"/>
                  <a:pt x="256460" y="21836"/>
                  <a:pt x="259947" y="16471"/>
                </a:cubicBezTo>
                <a:cubicBezTo>
                  <a:pt x="263435" y="11104"/>
                  <a:pt x="268460" y="7018"/>
                  <a:pt x="275023" y="4212"/>
                </a:cubicBezTo>
                <a:cubicBezTo>
                  <a:pt x="281585" y="1404"/>
                  <a:pt x="289508" y="0"/>
                  <a:pt x="298789" y="0"/>
                </a:cubicBezTo>
                <a:cubicBezTo>
                  <a:pt x="313947" y="0"/>
                  <a:pt x="325356" y="3338"/>
                  <a:pt x="333017" y="10014"/>
                </a:cubicBezTo>
                <a:cubicBezTo>
                  <a:pt x="340679" y="16689"/>
                  <a:pt x="344702" y="25598"/>
                  <a:pt x="345086" y="36741"/>
                </a:cubicBezTo>
                <a:lnTo>
                  <a:pt x="320702" y="37730"/>
                </a:lnTo>
                <a:cubicBezTo>
                  <a:pt x="319658" y="31524"/>
                  <a:pt x="317420" y="27062"/>
                  <a:pt x="313988" y="24343"/>
                </a:cubicBezTo>
                <a:cubicBezTo>
                  <a:pt x="310555" y="21625"/>
                  <a:pt x="305407" y="20265"/>
                  <a:pt x="298542" y="20265"/>
                </a:cubicBezTo>
                <a:cubicBezTo>
                  <a:pt x="291457" y="20265"/>
                  <a:pt x="285910" y="21721"/>
                  <a:pt x="281901" y="24634"/>
                </a:cubicBezTo>
                <a:cubicBezTo>
                  <a:pt x="279320" y="26501"/>
                  <a:pt x="278029" y="29001"/>
                  <a:pt x="278029" y="32133"/>
                </a:cubicBezTo>
                <a:cubicBezTo>
                  <a:pt x="278029" y="34991"/>
                  <a:pt x="279238" y="37435"/>
                  <a:pt x="281654" y="39467"/>
                </a:cubicBezTo>
                <a:cubicBezTo>
                  <a:pt x="284730" y="42050"/>
                  <a:pt x="292199" y="44745"/>
                  <a:pt x="304061" y="47551"/>
                </a:cubicBezTo>
                <a:cubicBezTo>
                  <a:pt x="315924" y="50357"/>
                  <a:pt x="324697" y="53260"/>
                  <a:pt x="330381" y="56260"/>
                </a:cubicBezTo>
                <a:cubicBezTo>
                  <a:pt x="336065" y="59258"/>
                  <a:pt x="340514" y="63357"/>
                  <a:pt x="343727" y="68557"/>
                </a:cubicBezTo>
                <a:cubicBezTo>
                  <a:pt x="346940" y="73756"/>
                  <a:pt x="348546" y="80180"/>
                  <a:pt x="348546" y="87829"/>
                </a:cubicBezTo>
                <a:cubicBezTo>
                  <a:pt x="348546" y="94761"/>
                  <a:pt x="346624" y="101253"/>
                  <a:pt x="342779" y="107306"/>
                </a:cubicBezTo>
                <a:cubicBezTo>
                  <a:pt x="338935" y="113360"/>
                  <a:pt x="333498" y="117858"/>
                  <a:pt x="326468" y="120801"/>
                </a:cubicBezTo>
                <a:cubicBezTo>
                  <a:pt x="319439" y="123745"/>
                  <a:pt x="310679" y="125216"/>
                  <a:pt x="300189" y="125216"/>
                </a:cubicBezTo>
                <a:cubicBezTo>
                  <a:pt x="284922" y="125216"/>
                  <a:pt x="273197" y="121681"/>
                  <a:pt x="265014" y="114610"/>
                </a:cubicBezTo>
                <a:cubicBezTo>
                  <a:pt x="256831" y="107539"/>
                  <a:pt x="251943" y="97235"/>
                  <a:pt x="250350" y="83697"/>
                </a:cubicBezTo>
                <a:close/>
                <a:moveTo>
                  <a:pt x="419558" y="95065"/>
                </a:moveTo>
                <a:lnTo>
                  <a:pt x="442624" y="99020"/>
                </a:lnTo>
                <a:cubicBezTo>
                  <a:pt x="439658" y="107450"/>
                  <a:pt x="434977" y="113868"/>
                  <a:pt x="428578" y="118276"/>
                </a:cubicBezTo>
                <a:cubicBezTo>
                  <a:pt x="422180" y="122683"/>
                  <a:pt x="414176" y="124887"/>
                  <a:pt x="404565" y="124887"/>
                </a:cubicBezTo>
                <a:cubicBezTo>
                  <a:pt x="389352" y="124887"/>
                  <a:pt x="378094" y="119916"/>
                  <a:pt x="370790" y="109976"/>
                </a:cubicBezTo>
                <a:cubicBezTo>
                  <a:pt x="365023" y="102013"/>
                  <a:pt x="362140" y="91962"/>
                  <a:pt x="362140" y="79825"/>
                </a:cubicBezTo>
                <a:cubicBezTo>
                  <a:pt x="362140" y="65327"/>
                  <a:pt x="365929" y="53972"/>
                  <a:pt x="373508" y="45762"/>
                </a:cubicBezTo>
                <a:cubicBezTo>
                  <a:pt x="381087" y="37551"/>
                  <a:pt x="390670" y="33446"/>
                  <a:pt x="402258" y="33446"/>
                </a:cubicBezTo>
                <a:cubicBezTo>
                  <a:pt x="415274" y="33446"/>
                  <a:pt x="425544" y="37743"/>
                  <a:pt x="433068" y="46338"/>
                </a:cubicBezTo>
                <a:cubicBezTo>
                  <a:pt x="440592" y="54933"/>
                  <a:pt x="444189" y="68100"/>
                  <a:pt x="443860" y="85839"/>
                </a:cubicBezTo>
                <a:lnTo>
                  <a:pt x="385865" y="85839"/>
                </a:lnTo>
                <a:cubicBezTo>
                  <a:pt x="386030" y="92704"/>
                  <a:pt x="387897" y="98045"/>
                  <a:pt x="391467" y="101862"/>
                </a:cubicBezTo>
                <a:cubicBezTo>
                  <a:pt x="395036" y="105679"/>
                  <a:pt x="399485" y="107587"/>
                  <a:pt x="404812" y="107587"/>
                </a:cubicBezTo>
                <a:cubicBezTo>
                  <a:pt x="408437" y="107587"/>
                  <a:pt x="411485" y="106599"/>
                  <a:pt x="413956" y="104621"/>
                </a:cubicBezTo>
                <a:cubicBezTo>
                  <a:pt x="416428" y="102644"/>
                  <a:pt x="418295" y="99459"/>
                  <a:pt x="419558" y="95065"/>
                </a:cubicBezTo>
                <a:moveTo>
                  <a:pt x="420876" y="71670"/>
                </a:moveTo>
                <a:cubicBezTo>
                  <a:pt x="420711" y="64997"/>
                  <a:pt x="418981" y="59924"/>
                  <a:pt x="415686" y="56450"/>
                </a:cubicBezTo>
                <a:cubicBezTo>
                  <a:pt x="412391" y="52977"/>
                  <a:pt x="408382" y="51240"/>
                  <a:pt x="403659" y="51240"/>
                </a:cubicBezTo>
                <a:cubicBezTo>
                  <a:pt x="398606" y="51240"/>
                  <a:pt x="394432" y="53072"/>
                  <a:pt x="391137" y="56736"/>
                </a:cubicBezTo>
                <a:cubicBezTo>
                  <a:pt x="387842" y="60402"/>
                  <a:pt x="386222" y="65380"/>
                  <a:pt x="386277" y="71670"/>
                </a:cubicBezTo>
                <a:lnTo>
                  <a:pt x="420876" y="71670"/>
                </a:lnTo>
                <a:close/>
                <a:moveTo>
                  <a:pt x="462699" y="122910"/>
                </a:moveTo>
                <a:lnTo>
                  <a:pt x="462699" y="2142"/>
                </a:lnTo>
                <a:lnTo>
                  <a:pt x="485847" y="2142"/>
                </a:lnTo>
                <a:lnTo>
                  <a:pt x="485847" y="122910"/>
                </a:lnTo>
                <a:lnTo>
                  <a:pt x="462699" y="122910"/>
                </a:lnTo>
                <a:close/>
                <a:moveTo>
                  <a:pt x="499468" y="35423"/>
                </a:moveTo>
                <a:lnTo>
                  <a:pt x="512319" y="35423"/>
                </a:lnTo>
                <a:lnTo>
                  <a:pt x="512319" y="28817"/>
                </a:lnTo>
                <a:cubicBezTo>
                  <a:pt x="512319" y="21441"/>
                  <a:pt x="513102" y="15936"/>
                  <a:pt x="514667" y="12303"/>
                </a:cubicBezTo>
                <a:cubicBezTo>
                  <a:pt x="516232" y="8670"/>
                  <a:pt x="519116" y="5711"/>
                  <a:pt x="523317" y="3426"/>
                </a:cubicBezTo>
                <a:cubicBezTo>
                  <a:pt x="527518" y="1142"/>
                  <a:pt x="532832" y="0"/>
                  <a:pt x="539257" y="0"/>
                </a:cubicBezTo>
                <a:cubicBezTo>
                  <a:pt x="545848" y="0"/>
                  <a:pt x="552301" y="989"/>
                  <a:pt x="558616" y="2966"/>
                </a:cubicBezTo>
                <a:lnTo>
                  <a:pt x="555486" y="19112"/>
                </a:lnTo>
                <a:cubicBezTo>
                  <a:pt x="551806" y="18233"/>
                  <a:pt x="548264" y="17794"/>
                  <a:pt x="544859" y="17794"/>
                </a:cubicBezTo>
                <a:cubicBezTo>
                  <a:pt x="541509" y="17794"/>
                  <a:pt x="539106" y="18581"/>
                  <a:pt x="537651" y="20155"/>
                </a:cubicBezTo>
                <a:cubicBezTo>
                  <a:pt x="536196" y="21727"/>
                  <a:pt x="535468" y="24747"/>
                  <a:pt x="535468" y="29216"/>
                </a:cubicBezTo>
                <a:lnTo>
                  <a:pt x="535468" y="35423"/>
                </a:lnTo>
                <a:lnTo>
                  <a:pt x="552767" y="35423"/>
                </a:lnTo>
                <a:lnTo>
                  <a:pt x="552767" y="53711"/>
                </a:lnTo>
                <a:lnTo>
                  <a:pt x="535468" y="53711"/>
                </a:lnTo>
                <a:lnTo>
                  <a:pt x="535468" y="122910"/>
                </a:lnTo>
                <a:lnTo>
                  <a:pt x="512319" y="122910"/>
                </a:lnTo>
                <a:lnTo>
                  <a:pt x="512319" y="53711"/>
                </a:lnTo>
                <a:lnTo>
                  <a:pt x="499468" y="53711"/>
                </a:lnTo>
                <a:lnTo>
                  <a:pt x="499468" y="35423"/>
                </a:lnTo>
                <a:close/>
                <a:moveTo>
                  <a:pt x="643218" y="78425"/>
                </a:moveTo>
                <a:lnTo>
                  <a:pt x="666861" y="85839"/>
                </a:lnTo>
                <a:cubicBezTo>
                  <a:pt x="663236" y="99104"/>
                  <a:pt x="657209" y="108956"/>
                  <a:pt x="648779" y="115395"/>
                </a:cubicBezTo>
                <a:cubicBezTo>
                  <a:pt x="640349" y="121833"/>
                  <a:pt x="629653" y="125051"/>
                  <a:pt x="616692" y="125051"/>
                </a:cubicBezTo>
                <a:cubicBezTo>
                  <a:pt x="600656" y="125051"/>
                  <a:pt x="587475" y="119566"/>
                  <a:pt x="577150" y="108596"/>
                </a:cubicBezTo>
                <a:cubicBezTo>
                  <a:pt x="566825" y="97624"/>
                  <a:pt x="561663" y="82625"/>
                  <a:pt x="561663" y="63599"/>
                </a:cubicBezTo>
                <a:cubicBezTo>
                  <a:pt x="561663" y="43471"/>
                  <a:pt x="566853" y="27840"/>
                  <a:pt x="577233" y="16705"/>
                </a:cubicBezTo>
                <a:cubicBezTo>
                  <a:pt x="587612" y="5568"/>
                  <a:pt x="601260" y="0"/>
                  <a:pt x="618175" y="0"/>
                </a:cubicBezTo>
                <a:cubicBezTo>
                  <a:pt x="632948" y="0"/>
                  <a:pt x="644948" y="4376"/>
                  <a:pt x="654175" y="13129"/>
                </a:cubicBezTo>
                <a:cubicBezTo>
                  <a:pt x="659667" y="18304"/>
                  <a:pt x="663786" y="25735"/>
                  <a:pt x="666532" y="35423"/>
                </a:cubicBezTo>
                <a:lnTo>
                  <a:pt x="642395" y="41190"/>
                </a:lnTo>
                <a:cubicBezTo>
                  <a:pt x="640967" y="34929"/>
                  <a:pt x="637987" y="29986"/>
                  <a:pt x="633456" y="26361"/>
                </a:cubicBezTo>
                <a:cubicBezTo>
                  <a:pt x="628926" y="22737"/>
                  <a:pt x="623420" y="20924"/>
                  <a:pt x="616939" y="20924"/>
                </a:cubicBezTo>
                <a:cubicBezTo>
                  <a:pt x="607988" y="20924"/>
                  <a:pt x="600724" y="24137"/>
                  <a:pt x="595150" y="30563"/>
                </a:cubicBezTo>
                <a:cubicBezTo>
                  <a:pt x="589576" y="36988"/>
                  <a:pt x="586789" y="47395"/>
                  <a:pt x="586789" y="61784"/>
                </a:cubicBezTo>
                <a:cubicBezTo>
                  <a:pt x="586789" y="77052"/>
                  <a:pt x="589535" y="87926"/>
                  <a:pt x="595027" y="94406"/>
                </a:cubicBezTo>
                <a:cubicBezTo>
                  <a:pt x="600519" y="100887"/>
                  <a:pt x="607658" y="104127"/>
                  <a:pt x="616445" y="104127"/>
                </a:cubicBezTo>
                <a:cubicBezTo>
                  <a:pt x="622926" y="104127"/>
                  <a:pt x="628500" y="102062"/>
                  <a:pt x="633168" y="97931"/>
                </a:cubicBezTo>
                <a:cubicBezTo>
                  <a:pt x="637836" y="93798"/>
                  <a:pt x="641186" y="87296"/>
                  <a:pt x="643218" y="78425"/>
                </a:cubicBezTo>
                <a:close/>
                <a:moveTo>
                  <a:pt x="710659" y="2142"/>
                </a:moveTo>
                <a:lnTo>
                  <a:pt x="710659" y="46606"/>
                </a:lnTo>
                <a:cubicBezTo>
                  <a:pt x="718128" y="37833"/>
                  <a:pt x="727052" y="33446"/>
                  <a:pt x="737432" y="33446"/>
                </a:cubicBezTo>
                <a:cubicBezTo>
                  <a:pt x="742759" y="33446"/>
                  <a:pt x="747564" y="34434"/>
                  <a:pt x="751848" y="36412"/>
                </a:cubicBezTo>
                <a:cubicBezTo>
                  <a:pt x="756132" y="38389"/>
                  <a:pt x="759358" y="40915"/>
                  <a:pt x="761528" y="43990"/>
                </a:cubicBezTo>
                <a:cubicBezTo>
                  <a:pt x="763697" y="47066"/>
                  <a:pt x="765180" y="50471"/>
                  <a:pt x="765976" y="54205"/>
                </a:cubicBezTo>
                <a:cubicBezTo>
                  <a:pt x="766772" y="57940"/>
                  <a:pt x="767171" y="63734"/>
                  <a:pt x="767171" y="71587"/>
                </a:cubicBezTo>
                <a:lnTo>
                  <a:pt x="767171" y="122910"/>
                </a:lnTo>
                <a:lnTo>
                  <a:pt x="744022" y="122910"/>
                </a:lnTo>
                <a:lnTo>
                  <a:pt x="744022" y="76749"/>
                </a:lnTo>
                <a:cubicBezTo>
                  <a:pt x="744022" y="67588"/>
                  <a:pt x="743583" y="61773"/>
                  <a:pt x="742704" y="59305"/>
                </a:cubicBezTo>
                <a:cubicBezTo>
                  <a:pt x="741825" y="56836"/>
                  <a:pt x="740274" y="54874"/>
                  <a:pt x="738050" y="53420"/>
                </a:cubicBezTo>
                <a:cubicBezTo>
                  <a:pt x="735825" y="51967"/>
                  <a:pt x="733038" y="51240"/>
                  <a:pt x="729688" y="51240"/>
                </a:cubicBezTo>
                <a:cubicBezTo>
                  <a:pt x="725844" y="51240"/>
                  <a:pt x="722411" y="52173"/>
                  <a:pt x="719391" y="54038"/>
                </a:cubicBezTo>
                <a:cubicBezTo>
                  <a:pt x="716370" y="55904"/>
                  <a:pt x="714160" y="58715"/>
                  <a:pt x="712759" y="62472"/>
                </a:cubicBezTo>
                <a:cubicBezTo>
                  <a:pt x="711359" y="66228"/>
                  <a:pt x="710659" y="71783"/>
                  <a:pt x="710659" y="79135"/>
                </a:cubicBezTo>
                <a:lnTo>
                  <a:pt x="710659" y="122910"/>
                </a:lnTo>
                <a:lnTo>
                  <a:pt x="687510" y="122910"/>
                </a:lnTo>
                <a:lnTo>
                  <a:pt x="687510" y="2142"/>
                </a:lnTo>
                <a:lnTo>
                  <a:pt x="710659" y="2142"/>
                </a:lnTo>
                <a:close/>
                <a:moveTo>
                  <a:pt x="841339" y="95065"/>
                </a:moveTo>
                <a:lnTo>
                  <a:pt x="864405" y="99020"/>
                </a:lnTo>
                <a:cubicBezTo>
                  <a:pt x="861439" y="107450"/>
                  <a:pt x="856757" y="113868"/>
                  <a:pt x="850359" y="118276"/>
                </a:cubicBezTo>
                <a:cubicBezTo>
                  <a:pt x="843961" y="122683"/>
                  <a:pt x="835957" y="124887"/>
                  <a:pt x="826346" y="124887"/>
                </a:cubicBezTo>
                <a:cubicBezTo>
                  <a:pt x="811133" y="124887"/>
                  <a:pt x="799875" y="119916"/>
                  <a:pt x="792570" y="109976"/>
                </a:cubicBezTo>
                <a:cubicBezTo>
                  <a:pt x="786804" y="102013"/>
                  <a:pt x="783920" y="91962"/>
                  <a:pt x="783920" y="79825"/>
                </a:cubicBezTo>
                <a:cubicBezTo>
                  <a:pt x="783920" y="65327"/>
                  <a:pt x="787710" y="53972"/>
                  <a:pt x="795289" y="45762"/>
                </a:cubicBezTo>
                <a:cubicBezTo>
                  <a:pt x="802868" y="37551"/>
                  <a:pt x="812451" y="33446"/>
                  <a:pt x="824039" y="33446"/>
                </a:cubicBezTo>
                <a:cubicBezTo>
                  <a:pt x="837055" y="33446"/>
                  <a:pt x="847325" y="37743"/>
                  <a:pt x="854849" y="46338"/>
                </a:cubicBezTo>
                <a:cubicBezTo>
                  <a:pt x="862373" y="54933"/>
                  <a:pt x="865970" y="68100"/>
                  <a:pt x="865641" y="85839"/>
                </a:cubicBezTo>
                <a:lnTo>
                  <a:pt x="807646" y="85839"/>
                </a:lnTo>
                <a:cubicBezTo>
                  <a:pt x="807810" y="92704"/>
                  <a:pt x="809678" y="98045"/>
                  <a:pt x="813247" y="101862"/>
                </a:cubicBezTo>
                <a:cubicBezTo>
                  <a:pt x="816817" y="105679"/>
                  <a:pt x="821266" y="107587"/>
                  <a:pt x="826593" y="107587"/>
                </a:cubicBezTo>
                <a:cubicBezTo>
                  <a:pt x="830218" y="107587"/>
                  <a:pt x="833266" y="106599"/>
                  <a:pt x="835737" y="104621"/>
                </a:cubicBezTo>
                <a:cubicBezTo>
                  <a:pt x="838208" y="102644"/>
                  <a:pt x="840076" y="99459"/>
                  <a:pt x="841339" y="95065"/>
                </a:cubicBezTo>
                <a:moveTo>
                  <a:pt x="842657" y="71670"/>
                </a:moveTo>
                <a:cubicBezTo>
                  <a:pt x="842492" y="64997"/>
                  <a:pt x="840762" y="59924"/>
                  <a:pt x="837467" y="56450"/>
                </a:cubicBezTo>
                <a:cubicBezTo>
                  <a:pt x="834172" y="52977"/>
                  <a:pt x="830163" y="51240"/>
                  <a:pt x="825440" y="51240"/>
                </a:cubicBezTo>
                <a:cubicBezTo>
                  <a:pt x="820387" y="51240"/>
                  <a:pt x="816213" y="53072"/>
                  <a:pt x="812918" y="56736"/>
                </a:cubicBezTo>
                <a:cubicBezTo>
                  <a:pt x="809623" y="60402"/>
                  <a:pt x="808003" y="65380"/>
                  <a:pt x="808058" y="71670"/>
                </a:cubicBezTo>
                <a:lnTo>
                  <a:pt x="842657" y="71670"/>
                </a:lnTo>
                <a:close/>
                <a:moveTo>
                  <a:pt x="960763" y="61290"/>
                </a:moveTo>
                <a:lnTo>
                  <a:pt x="937944" y="65409"/>
                </a:lnTo>
                <a:cubicBezTo>
                  <a:pt x="937175" y="60878"/>
                  <a:pt x="935431" y="57466"/>
                  <a:pt x="932713" y="55173"/>
                </a:cubicBezTo>
                <a:cubicBezTo>
                  <a:pt x="929994" y="52880"/>
                  <a:pt x="926465" y="51734"/>
                  <a:pt x="922127" y="51734"/>
                </a:cubicBezTo>
                <a:cubicBezTo>
                  <a:pt x="916360" y="51734"/>
                  <a:pt x="911761" y="53719"/>
                  <a:pt x="908328" y="57689"/>
                </a:cubicBezTo>
                <a:cubicBezTo>
                  <a:pt x="904896" y="61658"/>
                  <a:pt x="903180" y="68297"/>
                  <a:pt x="903180" y="77604"/>
                </a:cubicBezTo>
                <a:cubicBezTo>
                  <a:pt x="903180" y="87953"/>
                  <a:pt x="904923" y="95263"/>
                  <a:pt x="908411" y="99535"/>
                </a:cubicBezTo>
                <a:cubicBezTo>
                  <a:pt x="911898" y="103804"/>
                  <a:pt x="916580" y="105939"/>
                  <a:pt x="922456" y="105939"/>
                </a:cubicBezTo>
                <a:cubicBezTo>
                  <a:pt x="926850" y="105939"/>
                  <a:pt x="930447" y="104690"/>
                  <a:pt x="933248" y="102191"/>
                </a:cubicBezTo>
                <a:cubicBezTo>
                  <a:pt x="936049" y="99692"/>
                  <a:pt x="938026" y="95395"/>
                  <a:pt x="939179" y="89299"/>
                </a:cubicBezTo>
                <a:lnTo>
                  <a:pt x="961916" y="93253"/>
                </a:lnTo>
                <a:cubicBezTo>
                  <a:pt x="959554" y="103688"/>
                  <a:pt x="955024" y="111569"/>
                  <a:pt x="948323" y="116896"/>
                </a:cubicBezTo>
                <a:cubicBezTo>
                  <a:pt x="941623" y="122223"/>
                  <a:pt x="932644" y="124887"/>
                  <a:pt x="921385" y="124887"/>
                </a:cubicBezTo>
                <a:cubicBezTo>
                  <a:pt x="908589" y="124887"/>
                  <a:pt x="898388" y="120850"/>
                  <a:pt x="890782" y="112777"/>
                </a:cubicBezTo>
                <a:cubicBezTo>
                  <a:pt x="883175" y="104704"/>
                  <a:pt x="879372" y="93528"/>
                  <a:pt x="879372" y="79249"/>
                </a:cubicBezTo>
                <a:cubicBezTo>
                  <a:pt x="879372" y="64805"/>
                  <a:pt x="883189" y="53560"/>
                  <a:pt x="890823" y="45514"/>
                </a:cubicBezTo>
                <a:cubicBezTo>
                  <a:pt x="898457" y="37469"/>
                  <a:pt x="908781" y="33446"/>
                  <a:pt x="921797" y="33446"/>
                </a:cubicBezTo>
                <a:cubicBezTo>
                  <a:pt x="932452" y="33446"/>
                  <a:pt x="940923" y="35739"/>
                  <a:pt x="947211" y="40325"/>
                </a:cubicBezTo>
                <a:cubicBezTo>
                  <a:pt x="953500" y="44910"/>
                  <a:pt x="958017" y="51899"/>
                  <a:pt x="960763" y="61290"/>
                </a:cubicBezTo>
                <a:close/>
                <a:moveTo>
                  <a:pt x="977460" y="122910"/>
                </a:moveTo>
                <a:lnTo>
                  <a:pt x="977460" y="2142"/>
                </a:lnTo>
                <a:lnTo>
                  <a:pt x="1000608" y="2142"/>
                </a:lnTo>
                <a:lnTo>
                  <a:pt x="1000608" y="66233"/>
                </a:lnTo>
                <a:lnTo>
                  <a:pt x="1027711" y="35423"/>
                </a:lnTo>
                <a:lnTo>
                  <a:pt x="1056214" y="35423"/>
                </a:lnTo>
                <a:lnTo>
                  <a:pt x="1026311" y="67399"/>
                </a:lnTo>
                <a:lnTo>
                  <a:pt x="1058356" y="122910"/>
                </a:lnTo>
                <a:lnTo>
                  <a:pt x="1033395" y="122910"/>
                </a:lnTo>
                <a:lnTo>
                  <a:pt x="1011400" y="83604"/>
                </a:lnTo>
                <a:lnTo>
                  <a:pt x="1000608" y="94901"/>
                </a:lnTo>
                <a:lnTo>
                  <a:pt x="1000608" y="122910"/>
                </a:lnTo>
                <a:lnTo>
                  <a:pt x="977460" y="122910"/>
                </a:lnTo>
                <a:close/>
                <a:moveTo>
                  <a:pt x="1128435" y="78590"/>
                </a:moveTo>
                <a:lnTo>
                  <a:pt x="1128435" y="58160"/>
                </a:lnTo>
                <a:lnTo>
                  <a:pt x="1180993" y="58160"/>
                </a:lnTo>
                <a:lnTo>
                  <a:pt x="1180993" y="106277"/>
                </a:lnTo>
                <a:cubicBezTo>
                  <a:pt x="1175885" y="111238"/>
                  <a:pt x="1168485" y="115608"/>
                  <a:pt x="1158792" y="119385"/>
                </a:cubicBezTo>
                <a:cubicBezTo>
                  <a:pt x="1149098" y="123163"/>
                  <a:pt x="1139281" y="125051"/>
                  <a:pt x="1129341" y="125051"/>
                </a:cubicBezTo>
                <a:cubicBezTo>
                  <a:pt x="1116710" y="125051"/>
                  <a:pt x="1105698" y="122398"/>
                  <a:pt x="1096307" y="117092"/>
                </a:cubicBezTo>
                <a:cubicBezTo>
                  <a:pt x="1086916" y="111785"/>
                  <a:pt x="1079859" y="104197"/>
                  <a:pt x="1075136" y="94327"/>
                </a:cubicBezTo>
                <a:cubicBezTo>
                  <a:pt x="1070413" y="84455"/>
                  <a:pt x="1068051" y="73717"/>
                  <a:pt x="1068051" y="62114"/>
                </a:cubicBezTo>
                <a:cubicBezTo>
                  <a:pt x="1068051" y="49520"/>
                  <a:pt x="1070687" y="38329"/>
                  <a:pt x="1075959" y="28542"/>
                </a:cubicBezTo>
                <a:cubicBezTo>
                  <a:pt x="1081232" y="18752"/>
                  <a:pt x="1088948" y="11246"/>
                  <a:pt x="1099108" y="6021"/>
                </a:cubicBezTo>
                <a:cubicBezTo>
                  <a:pt x="1106852" y="2007"/>
                  <a:pt x="1116490" y="0"/>
                  <a:pt x="1128023" y="0"/>
                </a:cubicBezTo>
                <a:cubicBezTo>
                  <a:pt x="1143016" y="0"/>
                  <a:pt x="1154728" y="3152"/>
                  <a:pt x="1163158" y="9456"/>
                </a:cubicBezTo>
                <a:cubicBezTo>
                  <a:pt x="1171588" y="15758"/>
                  <a:pt x="1177011" y="24468"/>
                  <a:pt x="1179428" y="35588"/>
                </a:cubicBezTo>
                <a:lnTo>
                  <a:pt x="1155208" y="40201"/>
                </a:lnTo>
                <a:cubicBezTo>
                  <a:pt x="1153506" y="34244"/>
                  <a:pt x="1150307" y="29542"/>
                  <a:pt x="1145611" y="26096"/>
                </a:cubicBezTo>
                <a:cubicBezTo>
                  <a:pt x="1140915" y="22648"/>
                  <a:pt x="1135053" y="20924"/>
                  <a:pt x="1128023" y="20924"/>
                </a:cubicBezTo>
                <a:cubicBezTo>
                  <a:pt x="1117369" y="20924"/>
                  <a:pt x="1108897" y="24302"/>
                  <a:pt x="1102609" y="31057"/>
                </a:cubicBezTo>
                <a:cubicBezTo>
                  <a:pt x="1096321" y="37812"/>
                  <a:pt x="1093177" y="47835"/>
                  <a:pt x="1093177" y="61125"/>
                </a:cubicBezTo>
                <a:cubicBezTo>
                  <a:pt x="1093177" y="75459"/>
                  <a:pt x="1096362" y="86210"/>
                  <a:pt x="1102733" y="93377"/>
                </a:cubicBezTo>
                <a:cubicBezTo>
                  <a:pt x="1109103" y="100544"/>
                  <a:pt x="1117451" y="104127"/>
                  <a:pt x="1127776" y="104127"/>
                </a:cubicBezTo>
                <a:cubicBezTo>
                  <a:pt x="1132883" y="104127"/>
                  <a:pt x="1138005" y="103128"/>
                  <a:pt x="1143140" y="101131"/>
                </a:cubicBezTo>
                <a:cubicBezTo>
                  <a:pt x="1148275" y="99133"/>
                  <a:pt x="1152682" y="96710"/>
                  <a:pt x="1156361" y="93863"/>
                </a:cubicBezTo>
                <a:lnTo>
                  <a:pt x="1156361" y="78590"/>
                </a:lnTo>
                <a:lnTo>
                  <a:pt x="1128435" y="78590"/>
                </a:lnTo>
                <a:close/>
                <a:moveTo>
                  <a:pt x="1203510" y="122910"/>
                </a:moveTo>
                <a:lnTo>
                  <a:pt x="1203510" y="2142"/>
                </a:lnTo>
                <a:lnTo>
                  <a:pt x="1242641" y="2142"/>
                </a:lnTo>
                <a:cubicBezTo>
                  <a:pt x="1257469" y="2142"/>
                  <a:pt x="1267135" y="2745"/>
                  <a:pt x="1271638" y="3952"/>
                </a:cubicBezTo>
                <a:cubicBezTo>
                  <a:pt x="1278558" y="5762"/>
                  <a:pt x="1284352" y="9698"/>
                  <a:pt x="1289020" y="15760"/>
                </a:cubicBezTo>
                <a:cubicBezTo>
                  <a:pt x="1293688" y="21822"/>
                  <a:pt x="1296022" y="29653"/>
                  <a:pt x="1296022" y="39254"/>
                </a:cubicBezTo>
                <a:cubicBezTo>
                  <a:pt x="1296022" y="46659"/>
                  <a:pt x="1294677" y="52886"/>
                  <a:pt x="1291986" y="57933"/>
                </a:cubicBezTo>
                <a:cubicBezTo>
                  <a:pt x="1289295" y="62981"/>
                  <a:pt x="1285876" y="66944"/>
                  <a:pt x="1281729" y="69824"/>
                </a:cubicBezTo>
                <a:cubicBezTo>
                  <a:pt x="1277583" y="72704"/>
                  <a:pt x="1273368" y="74611"/>
                  <a:pt x="1269084" y="75544"/>
                </a:cubicBezTo>
                <a:cubicBezTo>
                  <a:pt x="1263263" y="76696"/>
                  <a:pt x="1254833" y="77272"/>
                  <a:pt x="1243794" y="77272"/>
                </a:cubicBezTo>
                <a:lnTo>
                  <a:pt x="1227895" y="77272"/>
                </a:lnTo>
                <a:lnTo>
                  <a:pt x="1227895" y="122910"/>
                </a:lnTo>
                <a:lnTo>
                  <a:pt x="1203510" y="122910"/>
                </a:lnTo>
                <a:moveTo>
                  <a:pt x="1227895" y="22572"/>
                </a:moveTo>
                <a:lnTo>
                  <a:pt x="1227895" y="56842"/>
                </a:lnTo>
                <a:lnTo>
                  <a:pt x="1241240" y="56842"/>
                </a:lnTo>
                <a:cubicBezTo>
                  <a:pt x="1250851" y="56842"/>
                  <a:pt x="1257277" y="56210"/>
                  <a:pt x="1260517" y="54947"/>
                </a:cubicBezTo>
                <a:cubicBezTo>
                  <a:pt x="1263757" y="53684"/>
                  <a:pt x="1266297" y="51707"/>
                  <a:pt x="1268137" y="49016"/>
                </a:cubicBezTo>
                <a:cubicBezTo>
                  <a:pt x="1269977" y="46324"/>
                  <a:pt x="1270897" y="43194"/>
                  <a:pt x="1270897" y="39624"/>
                </a:cubicBezTo>
                <a:cubicBezTo>
                  <a:pt x="1270897" y="35231"/>
                  <a:pt x="1269606" y="31606"/>
                  <a:pt x="1267025" y="28750"/>
                </a:cubicBezTo>
                <a:cubicBezTo>
                  <a:pt x="1264444" y="25894"/>
                  <a:pt x="1261176" y="24110"/>
                  <a:pt x="1257222" y="23396"/>
                </a:cubicBezTo>
                <a:cubicBezTo>
                  <a:pt x="1254311" y="22846"/>
                  <a:pt x="1248462" y="22572"/>
                  <a:pt x="1239675" y="22572"/>
                </a:cubicBezTo>
                <a:lnTo>
                  <a:pt x="1227895" y="22572"/>
                </a:lnTo>
                <a:close/>
                <a:moveTo>
                  <a:pt x="1343227" y="122910"/>
                </a:moveTo>
                <a:lnTo>
                  <a:pt x="1343227" y="22572"/>
                </a:lnTo>
                <a:lnTo>
                  <a:pt x="1307392" y="22572"/>
                </a:lnTo>
                <a:lnTo>
                  <a:pt x="1307392" y="2142"/>
                </a:lnTo>
                <a:lnTo>
                  <a:pt x="1403363" y="2142"/>
                </a:lnTo>
                <a:lnTo>
                  <a:pt x="1403363" y="22572"/>
                </a:lnTo>
                <a:lnTo>
                  <a:pt x="1367611" y="22572"/>
                </a:lnTo>
                <a:lnTo>
                  <a:pt x="1367611" y="122910"/>
                </a:lnTo>
                <a:lnTo>
                  <a:pt x="1343227" y="122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F09B1-1B0D-4762-8E82-9126034C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278" y="1541178"/>
            <a:ext cx="16871" cy="6023030"/>
          </a:xfrm>
          <a:custGeom xmlns:a="http://schemas.openxmlformats.org/drawingml/2006/main">
            <a:pathLst>
              <a:path w="16871" h="6023030">
                <a:moveTo>
                  <a:pt x="0" y="6023030"/>
                </a:moveTo>
                <a:lnTo>
                  <a:pt x="0" y="5972417"/>
                </a:lnTo>
                <a:lnTo>
                  <a:pt x="16871" y="5972417"/>
                </a:lnTo>
                <a:lnTo>
                  <a:pt x="16871" y="6023030"/>
                </a:lnTo>
                <a:moveTo>
                  <a:pt x="0" y="5921803"/>
                </a:moveTo>
                <a:lnTo>
                  <a:pt x="0" y="5871189"/>
                </a:lnTo>
                <a:lnTo>
                  <a:pt x="16871" y="5871189"/>
                </a:lnTo>
                <a:lnTo>
                  <a:pt x="16871" y="5921803"/>
                </a:lnTo>
                <a:moveTo>
                  <a:pt x="0" y="5820576"/>
                </a:moveTo>
                <a:lnTo>
                  <a:pt x="0" y="5769962"/>
                </a:lnTo>
                <a:lnTo>
                  <a:pt x="16871" y="5769962"/>
                </a:lnTo>
                <a:lnTo>
                  <a:pt x="16871" y="5820576"/>
                </a:lnTo>
                <a:moveTo>
                  <a:pt x="0" y="5719348"/>
                </a:moveTo>
                <a:lnTo>
                  <a:pt x="0" y="5668735"/>
                </a:lnTo>
                <a:lnTo>
                  <a:pt x="16871" y="5668735"/>
                </a:lnTo>
                <a:lnTo>
                  <a:pt x="16871" y="5719348"/>
                </a:lnTo>
                <a:moveTo>
                  <a:pt x="0" y="5618121"/>
                </a:moveTo>
                <a:lnTo>
                  <a:pt x="0" y="5567507"/>
                </a:lnTo>
                <a:lnTo>
                  <a:pt x="16871" y="5567507"/>
                </a:lnTo>
                <a:lnTo>
                  <a:pt x="16871" y="5618121"/>
                </a:lnTo>
                <a:moveTo>
                  <a:pt x="0" y="5516893"/>
                </a:moveTo>
                <a:lnTo>
                  <a:pt x="0" y="5466280"/>
                </a:lnTo>
                <a:lnTo>
                  <a:pt x="16871" y="5466280"/>
                </a:lnTo>
                <a:lnTo>
                  <a:pt x="16871" y="5516893"/>
                </a:lnTo>
                <a:moveTo>
                  <a:pt x="0" y="5415666"/>
                </a:moveTo>
                <a:lnTo>
                  <a:pt x="0" y="5365052"/>
                </a:lnTo>
                <a:lnTo>
                  <a:pt x="16871" y="5365052"/>
                </a:lnTo>
                <a:lnTo>
                  <a:pt x="16871" y="5415666"/>
                </a:lnTo>
                <a:moveTo>
                  <a:pt x="0" y="5314439"/>
                </a:moveTo>
                <a:lnTo>
                  <a:pt x="0" y="5263825"/>
                </a:lnTo>
                <a:lnTo>
                  <a:pt x="16871" y="5263825"/>
                </a:lnTo>
                <a:lnTo>
                  <a:pt x="16871" y="5314439"/>
                </a:lnTo>
                <a:moveTo>
                  <a:pt x="0" y="5213211"/>
                </a:moveTo>
                <a:lnTo>
                  <a:pt x="0" y="5162598"/>
                </a:lnTo>
                <a:lnTo>
                  <a:pt x="16871" y="5162598"/>
                </a:lnTo>
                <a:lnTo>
                  <a:pt x="16871" y="5213211"/>
                </a:lnTo>
                <a:moveTo>
                  <a:pt x="0" y="5111984"/>
                </a:moveTo>
                <a:lnTo>
                  <a:pt x="0" y="5061370"/>
                </a:lnTo>
                <a:lnTo>
                  <a:pt x="16871" y="5061370"/>
                </a:lnTo>
                <a:lnTo>
                  <a:pt x="16871" y="5111984"/>
                </a:lnTo>
                <a:moveTo>
                  <a:pt x="0" y="5010756"/>
                </a:moveTo>
                <a:lnTo>
                  <a:pt x="0" y="4960143"/>
                </a:lnTo>
                <a:lnTo>
                  <a:pt x="16871" y="4960143"/>
                </a:lnTo>
                <a:lnTo>
                  <a:pt x="16871" y="5010756"/>
                </a:lnTo>
                <a:moveTo>
                  <a:pt x="0" y="4909529"/>
                </a:moveTo>
                <a:lnTo>
                  <a:pt x="0" y="4858915"/>
                </a:lnTo>
                <a:lnTo>
                  <a:pt x="16871" y="4858915"/>
                </a:lnTo>
                <a:lnTo>
                  <a:pt x="16871" y="4909529"/>
                </a:lnTo>
                <a:moveTo>
                  <a:pt x="0" y="4808302"/>
                </a:moveTo>
                <a:lnTo>
                  <a:pt x="0" y="4757688"/>
                </a:lnTo>
                <a:lnTo>
                  <a:pt x="16871" y="4757688"/>
                </a:lnTo>
                <a:lnTo>
                  <a:pt x="16871" y="4808302"/>
                </a:lnTo>
                <a:moveTo>
                  <a:pt x="0" y="4707074"/>
                </a:moveTo>
                <a:lnTo>
                  <a:pt x="0" y="4656461"/>
                </a:lnTo>
                <a:lnTo>
                  <a:pt x="16871" y="4656461"/>
                </a:lnTo>
                <a:lnTo>
                  <a:pt x="16871" y="4707074"/>
                </a:lnTo>
                <a:moveTo>
                  <a:pt x="0" y="4605847"/>
                </a:moveTo>
                <a:lnTo>
                  <a:pt x="0" y="4555233"/>
                </a:lnTo>
                <a:lnTo>
                  <a:pt x="16871" y="4555233"/>
                </a:lnTo>
                <a:lnTo>
                  <a:pt x="16871" y="4605847"/>
                </a:lnTo>
                <a:moveTo>
                  <a:pt x="0" y="4504619"/>
                </a:moveTo>
                <a:lnTo>
                  <a:pt x="0" y="4454006"/>
                </a:lnTo>
                <a:lnTo>
                  <a:pt x="16871" y="4454006"/>
                </a:lnTo>
                <a:lnTo>
                  <a:pt x="16871" y="4504619"/>
                </a:lnTo>
                <a:moveTo>
                  <a:pt x="0" y="4403392"/>
                </a:moveTo>
                <a:lnTo>
                  <a:pt x="0" y="4352778"/>
                </a:lnTo>
                <a:lnTo>
                  <a:pt x="16871" y="4352778"/>
                </a:lnTo>
                <a:lnTo>
                  <a:pt x="16871" y="4403392"/>
                </a:lnTo>
                <a:moveTo>
                  <a:pt x="0" y="4302165"/>
                </a:moveTo>
                <a:lnTo>
                  <a:pt x="0" y="4251551"/>
                </a:lnTo>
                <a:lnTo>
                  <a:pt x="16871" y="4251551"/>
                </a:lnTo>
                <a:lnTo>
                  <a:pt x="16871" y="4302165"/>
                </a:lnTo>
                <a:moveTo>
                  <a:pt x="0" y="4200937"/>
                </a:moveTo>
                <a:lnTo>
                  <a:pt x="0" y="4150324"/>
                </a:lnTo>
                <a:lnTo>
                  <a:pt x="16871" y="4150324"/>
                </a:lnTo>
                <a:lnTo>
                  <a:pt x="16871" y="4200937"/>
                </a:lnTo>
                <a:moveTo>
                  <a:pt x="0" y="4099710"/>
                </a:moveTo>
                <a:lnTo>
                  <a:pt x="0" y="4049096"/>
                </a:lnTo>
                <a:lnTo>
                  <a:pt x="16871" y="4049096"/>
                </a:lnTo>
                <a:lnTo>
                  <a:pt x="16871" y="4099710"/>
                </a:lnTo>
                <a:moveTo>
                  <a:pt x="0" y="3998482"/>
                </a:moveTo>
                <a:lnTo>
                  <a:pt x="0" y="3947869"/>
                </a:lnTo>
                <a:lnTo>
                  <a:pt x="16871" y="3947869"/>
                </a:lnTo>
                <a:lnTo>
                  <a:pt x="16871" y="3998482"/>
                </a:lnTo>
                <a:moveTo>
                  <a:pt x="0" y="3897255"/>
                </a:moveTo>
                <a:lnTo>
                  <a:pt x="0" y="3846641"/>
                </a:lnTo>
                <a:lnTo>
                  <a:pt x="16871" y="3846641"/>
                </a:lnTo>
                <a:lnTo>
                  <a:pt x="16871" y="3897255"/>
                </a:lnTo>
                <a:moveTo>
                  <a:pt x="0" y="3796028"/>
                </a:moveTo>
                <a:lnTo>
                  <a:pt x="0" y="3745414"/>
                </a:lnTo>
                <a:lnTo>
                  <a:pt x="16871" y="3745414"/>
                </a:lnTo>
                <a:lnTo>
                  <a:pt x="16871" y="3796028"/>
                </a:lnTo>
                <a:moveTo>
                  <a:pt x="0" y="3694800"/>
                </a:moveTo>
                <a:lnTo>
                  <a:pt x="0" y="3644186"/>
                </a:lnTo>
                <a:lnTo>
                  <a:pt x="16871" y="3644186"/>
                </a:lnTo>
                <a:lnTo>
                  <a:pt x="16871" y="3694800"/>
                </a:lnTo>
                <a:moveTo>
                  <a:pt x="0" y="3593573"/>
                </a:moveTo>
                <a:lnTo>
                  <a:pt x="0" y="3542959"/>
                </a:lnTo>
                <a:lnTo>
                  <a:pt x="16871" y="3542959"/>
                </a:lnTo>
                <a:lnTo>
                  <a:pt x="16871" y="3593573"/>
                </a:lnTo>
                <a:moveTo>
                  <a:pt x="0" y="3492345"/>
                </a:moveTo>
                <a:lnTo>
                  <a:pt x="0" y="3441732"/>
                </a:lnTo>
                <a:lnTo>
                  <a:pt x="16871" y="3441732"/>
                </a:lnTo>
                <a:lnTo>
                  <a:pt x="16871" y="3492345"/>
                </a:lnTo>
                <a:moveTo>
                  <a:pt x="0" y="3391118"/>
                </a:moveTo>
                <a:lnTo>
                  <a:pt x="0" y="3340504"/>
                </a:lnTo>
                <a:lnTo>
                  <a:pt x="16871" y="3340504"/>
                </a:lnTo>
                <a:lnTo>
                  <a:pt x="16871" y="3391118"/>
                </a:lnTo>
                <a:moveTo>
                  <a:pt x="0" y="3289891"/>
                </a:moveTo>
                <a:lnTo>
                  <a:pt x="0" y="3239277"/>
                </a:lnTo>
                <a:lnTo>
                  <a:pt x="16871" y="3239277"/>
                </a:lnTo>
                <a:lnTo>
                  <a:pt x="16871" y="3289891"/>
                </a:lnTo>
                <a:moveTo>
                  <a:pt x="0" y="3188663"/>
                </a:moveTo>
                <a:lnTo>
                  <a:pt x="0" y="3138049"/>
                </a:lnTo>
                <a:lnTo>
                  <a:pt x="16871" y="3138049"/>
                </a:lnTo>
                <a:lnTo>
                  <a:pt x="16871" y="3188663"/>
                </a:lnTo>
                <a:moveTo>
                  <a:pt x="0" y="3087436"/>
                </a:moveTo>
                <a:lnTo>
                  <a:pt x="0" y="3036822"/>
                </a:lnTo>
                <a:lnTo>
                  <a:pt x="16871" y="3036822"/>
                </a:lnTo>
                <a:lnTo>
                  <a:pt x="16871" y="3087436"/>
                </a:lnTo>
                <a:moveTo>
                  <a:pt x="0" y="2986208"/>
                </a:moveTo>
                <a:lnTo>
                  <a:pt x="0" y="2935595"/>
                </a:lnTo>
                <a:lnTo>
                  <a:pt x="16871" y="2935595"/>
                </a:lnTo>
                <a:lnTo>
                  <a:pt x="16871" y="2986208"/>
                </a:lnTo>
                <a:moveTo>
                  <a:pt x="0" y="2884981"/>
                </a:moveTo>
                <a:lnTo>
                  <a:pt x="0" y="2834367"/>
                </a:lnTo>
                <a:lnTo>
                  <a:pt x="16871" y="2834367"/>
                </a:lnTo>
                <a:lnTo>
                  <a:pt x="16871" y="2884981"/>
                </a:lnTo>
                <a:moveTo>
                  <a:pt x="0" y="2783754"/>
                </a:moveTo>
                <a:lnTo>
                  <a:pt x="0" y="2733140"/>
                </a:lnTo>
                <a:lnTo>
                  <a:pt x="16871" y="2733140"/>
                </a:lnTo>
                <a:lnTo>
                  <a:pt x="16871" y="2783754"/>
                </a:lnTo>
                <a:moveTo>
                  <a:pt x="0" y="2682526"/>
                </a:moveTo>
                <a:lnTo>
                  <a:pt x="0" y="2631912"/>
                </a:lnTo>
                <a:lnTo>
                  <a:pt x="16871" y="2631912"/>
                </a:lnTo>
                <a:lnTo>
                  <a:pt x="16871" y="2682526"/>
                </a:lnTo>
                <a:moveTo>
                  <a:pt x="0" y="2581299"/>
                </a:moveTo>
                <a:lnTo>
                  <a:pt x="0" y="2530685"/>
                </a:lnTo>
                <a:lnTo>
                  <a:pt x="16871" y="2530685"/>
                </a:lnTo>
                <a:lnTo>
                  <a:pt x="16871" y="2581299"/>
                </a:lnTo>
                <a:moveTo>
                  <a:pt x="0" y="2480071"/>
                </a:moveTo>
                <a:lnTo>
                  <a:pt x="0" y="2429458"/>
                </a:lnTo>
                <a:lnTo>
                  <a:pt x="16871" y="2429458"/>
                </a:lnTo>
                <a:lnTo>
                  <a:pt x="16871" y="2480071"/>
                </a:lnTo>
                <a:moveTo>
                  <a:pt x="0" y="2378844"/>
                </a:moveTo>
                <a:lnTo>
                  <a:pt x="0" y="2328230"/>
                </a:lnTo>
                <a:lnTo>
                  <a:pt x="16871" y="2328230"/>
                </a:lnTo>
                <a:lnTo>
                  <a:pt x="16871" y="2378844"/>
                </a:lnTo>
                <a:moveTo>
                  <a:pt x="0" y="2277617"/>
                </a:moveTo>
                <a:lnTo>
                  <a:pt x="0" y="2227003"/>
                </a:lnTo>
                <a:lnTo>
                  <a:pt x="16871" y="2227003"/>
                </a:lnTo>
                <a:lnTo>
                  <a:pt x="16871" y="2277617"/>
                </a:lnTo>
                <a:moveTo>
                  <a:pt x="0" y="2176389"/>
                </a:moveTo>
                <a:lnTo>
                  <a:pt x="0" y="2125775"/>
                </a:lnTo>
                <a:lnTo>
                  <a:pt x="16871" y="2125775"/>
                </a:lnTo>
                <a:lnTo>
                  <a:pt x="16871" y="2176389"/>
                </a:lnTo>
                <a:moveTo>
                  <a:pt x="0" y="2075162"/>
                </a:moveTo>
                <a:lnTo>
                  <a:pt x="0" y="2024548"/>
                </a:lnTo>
                <a:lnTo>
                  <a:pt x="16871" y="2024548"/>
                </a:lnTo>
                <a:lnTo>
                  <a:pt x="16871" y="2075162"/>
                </a:lnTo>
                <a:moveTo>
                  <a:pt x="0" y="1973934"/>
                </a:moveTo>
                <a:lnTo>
                  <a:pt x="0" y="1923321"/>
                </a:lnTo>
                <a:lnTo>
                  <a:pt x="16871" y="1923321"/>
                </a:lnTo>
                <a:lnTo>
                  <a:pt x="16871" y="1973934"/>
                </a:lnTo>
                <a:moveTo>
                  <a:pt x="0" y="1872707"/>
                </a:moveTo>
                <a:lnTo>
                  <a:pt x="0" y="1822093"/>
                </a:lnTo>
                <a:lnTo>
                  <a:pt x="16871" y="1822093"/>
                </a:lnTo>
                <a:lnTo>
                  <a:pt x="16871" y="1872707"/>
                </a:lnTo>
                <a:moveTo>
                  <a:pt x="0" y="1771480"/>
                </a:moveTo>
                <a:lnTo>
                  <a:pt x="0" y="1720866"/>
                </a:lnTo>
                <a:lnTo>
                  <a:pt x="16871" y="1720866"/>
                </a:lnTo>
                <a:lnTo>
                  <a:pt x="16871" y="1771480"/>
                </a:lnTo>
                <a:moveTo>
                  <a:pt x="0" y="1670252"/>
                </a:moveTo>
                <a:lnTo>
                  <a:pt x="0" y="1619638"/>
                </a:lnTo>
                <a:lnTo>
                  <a:pt x="16871" y="1619638"/>
                </a:lnTo>
                <a:lnTo>
                  <a:pt x="16871" y="1670252"/>
                </a:lnTo>
                <a:moveTo>
                  <a:pt x="0" y="1569025"/>
                </a:moveTo>
                <a:lnTo>
                  <a:pt x="0" y="1518411"/>
                </a:lnTo>
                <a:lnTo>
                  <a:pt x="16871" y="1518411"/>
                </a:lnTo>
                <a:lnTo>
                  <a:pt x="16871" y="1569025"/>
                </a:lnTo>
                <a:moveTo>
                  <a:pt x="0" y="1467797"/>
                </a:moveTo>
                <a:lnTo>
                  <a:pt x="0" y="1417184"/>
                </a:lnTo>
                <a:lnTo>
                  <a:pt x="16871" y="1417184"/>
                </a:lnTo>
                <a:lnTo>
                  <a:pt x="16871" y="1467797"/>
                </a:lnTo>
                <a:moveTo>
                  <a:pt x="0" y="1366570"/>
                </a:moveTo>
                <a:lnTo>
                  <a:pt x="0" y="1315956"/>
                </a:lnTo>
                <a:lnTo>
                  <a:pt x="16871" y="1315956"/>
                </a:lnTo>
                <a:lnTo>
                  <a:pt x="16871" y="1366570"/>
                </a:lnTo>
                <a:moveTo>
                  <a:pt x="0" y="1265343"/>
                </a:moveTo>
                <a:lnTo>
                  <a:pt x="0" y="1214729"/>
                </a:lnTo>
                <a:lnTo>
                  <a:pt x="16871" y="1214729"/>
                </a:lnTo>
                <a:lnTo>
                  <a:pt x="16871" y="1265343"/>
                </a:lnTo>
                <a:moveTo>
                  <a:pt x="0" y="1164115"/>
                </a:moveTo>
                <a:lnTo>
                  <a:pt x="0" y="1113501"/>
                </a:lnTo>
                <a:lnTo>
                  <a:pt x="16871" y="1113501"/>
                </a:lnTo>
                <a:lnTo>
                  <a:pt x="16871" y="1164115"/>
                </a:lnTo>
                <a:moveTo>
                  <a:pt x="0" y="1062888"/>
                </a:moveTo>
                <a:lnTo>
                  <a:pt x="0" y="1012274"/>
                </a:lnTo>
                <a:lnTo>
                  <a:pt x="16871" y="1012274"/>
                </a:lnTo>
                <a:lnTo>
                  <a:pt x="16871" y="1062888"/>
                </a:lnTo>
                <a:moveTo>
                  <a:pt x="0" y="961660"/>
                </a:moveTo>
                <a:lnTo>
                  <a:pt x="0" y="911047"/>
                </a:lnTo>
                <a:lnTo>
                  <a:pt x="16871" y="911047"/>
                </a:lnTo>
                <a:lnTo>
                  <a:pt x="16871" y="961660"/>
                </a:lnTo>
                <a:moveTo>
                  <a:pt x="0" y="860433"/>
                </a:moveTo>
                <a:lnTo>
                  <a:pt x="0" y="809819"/>
                </a:lnTo>
                <a:lnTo>
                  <a:pt x="16871" y="809819"/>
                </a:lnTo>
                <a:lnTo>
                  <a:pt x="16871" y="860433"/>
                </a:lnTo>
                <a:moveTo>
                  <a:pt x="0" y="759206"/>
                </a:moveTo>
                <a:lnTo>
                  <a:pt x="0" y="708592"/>
                </a:lnTo>
                <a:lnTo>
                  <a:pt x="16871" y="708592"/>
                </a:lnTo>
                <a:lnTo>
                  <a:pt x="16871" y="759206"/>
                </a:lnTo>
                <a:moveTo>
                  <a:pt x="0" y="657978"/>
                </a:moveTo>
                <a:lnTo>
                  <a:pt x="0" y="607364"/>
                </a:lnTo>
                <a:lnTo>
                  <a:pt x="16871" y="607364"/>
                </a:lnTo>
                <a:lnTo>
                  <a:pt x="16871" y="657978"/>
                </a:lnTo>
                <a:moveTo>
                  <a:pt x="0" y="556751"/>
                </a:moveTo>
                <a:lnTo>
                  <a:pt x="0" y="506137"/>
                </a:lnTo>
                <a:lnTo>
                  <a:pt x="16871" y="506137"/>
                </a:lnTo>
                <a:lnTo>
                  <a:pt x="16871" y="556751"/>
                </a:lnTo>
                <a:moveTo>
                  <a:pt x="0" y="455523"/>
                </a:moveTo>
                <a:lnTo>
                  <a:pt x="0" y="404910"/>
                </a:lnTo>
                <a:lnTo>
                  <a:pt x="16871" y="404910"/>
                </a:lnTo>
                <a:lnTo>
                  <a:pt x="16871" y="455523"/>
                </a:lnTo>
                <a:moveTo>
                  <a:pt x="0" y="354296"/>
                </a:moveTo>
                <a:lnTo>
                  <a:pt x="0" y="303682"/>
                </a:lnTo>
                <a:lnTo>
                  <a:pt x="16871" y="303682"/>
                </a:lnTo>
                <a:lnTo>
                  <a:pt x="16871" y="354296"/>
                </a:lnTo>
                <a:moveTo>
                  <a:pt x="0" y="253069"/>
                </a:moveTo>
                <a:lnTo>
                  <a:pt x="0" y="202455"/>
                </a:lnTo>
                <a:lnTo>
                  <a:pt x="16871" y="202455"/>
                </a:lnTo>
                <a:lnTo>
                  <a:pt x="16871" y="253069"/>
                </a:lnTo>
                <a:moveTo>
                  <a:pt x="0" y="151841"/>
                </a:moveTo>
                <a:lnTo>
                  <a:pt x="0" y="101227"/>
                </a:lnTo>
                <a:lnTo>
                  <a:pt x="16871" y="101227"/>
                </a:lnTo>
                <a:lnTo>
                  <a:pt x="16871" y="151841"/>
                </a:lnTo>
                <a:moveTo>
                  <a:pt x="0" y="50614"/>
                </a:moveTo>
                <a:lnTo>
                  <a:pt x="0" y="0"/>
                </a:lnTo>
                <a:lnTo>
                  <a:pt x="16871" y="0"/>
                </a:lnTo>
                <a:lnTo>
                  <a:pt x="16871" y="50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(b)MetaQA">
            <a:extLst xmlns:a="http://schemas.openxmlformats.org/drawingml/2006/main">
              <a:ext uri="{FF2B5EF4-FFF2-40B4-BE49-F238E27FC236}">
                <a16:creationId xmlns:a16="http://schemas.microsoft.com/office/drawing/2014/main" id="{7149C8F8-7455-4F82-9249-911E0F77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282" y="1603852"/>
            <a:ext cx="890296" cy="158497"/>
          </a:xfrm>
          <a:custGeom xmlns:a="http://schemas.openxmlformats.org/drawingml/2006/main">
            <a:pathLst>
              <a:path w="890296" h="158497">
                <a:moveTo>
                  <a:pt x="41684" y="158497"/>
                </a:moveTo>
                <a:lnTo>
                  <a:pt x="25785" y="158497"/>
                </a:lnTo>
                <a:cubicBezTo>
                  <a:pt x="17382" y="145797"/>
                  <a:pt x="10984" y="132603"/>
                  <a:pt x="6590" y="118914"/>
                </a:cubicBezTo>
                <a:cubicBezTo>
                  <a:pt x="2197" y="105226"/>
                  <a:pt x="0" y="91976"/>
                  <a:pt x="0" y="79166"/>
                </a:cubicBezTo>
                <a:cubicBezTo>
                  <a:pt x="0" y="63277"/>
                  <a:pt x="2719" y="48242"/>
                  <a:pt x="8156" y="34059"/>
                </a:cubicBezTo>
                <a:cubicBezTo>
                  <a:pt x="12879" y="21743"/>
                  <a:pt x="18865" y="10390"/>
                  <a:pt x="26114" y="0"/>
                </a:cubicBezTo>
                <a:lnTo>
                  <a:pt x="41931" y="0"/>
                </a:lnTo>
                <a:cubicBezTo>
                  <a:pt x="34407" y="16658"/>
                  <a:pt x="29231" y="30828"/>
                  <a:pt x="26402" y="42510"/>
                </a:cubicBezTo>
                <a:cubicBezTo>
                  <a:pt x="23574" y="54193"/>
                  <a:pt x="22160" y="66576"/>
                  <a:pt x="22160" y="79661"/>
                </a:cubicBezTo>
                <a:cubicBezTo>
                  <a:pt x="22160" y="88678"/>
                  <a:pt x="22997" y="97914"/>
                  <a:pt x="24673" y="107371"/>
                </a:cubicBezTo>
                <a:cubicBezTo>
                  <a:pt x="26348" y="116826"/>
                  <a:pt x="28640" y="125813"/>
                  <a:pt x="31551" y="134335"/>
                </a:cubicBezTo>
                <a:cubicBezTo>
                  <a:pt x="33473" y="139943"/>
                  <a:pt x="36851" y="147997"/>
                  <a:pt x="41684" y="158497"/>
                </a:cubicBezTo>
                <a:close/>
                <a:moveTo>
                  <a:pt x="58488" y="122910"/>
                </a:moveTo>
                <a:lnTo>
                  <a:pt x="58488" y="2142"/>
                </a:lnTo>
                <a:lnTo>
                  <a:pt x="81636" y="2142"/>
                </a:lnTo>
                <a:lnTo>
                  <a:pt x="81636" y="45638"/>
                </a:lnTo>
                <a:cubicBezTo>
                  <a:pt x="88776" y="37510"/>
                  <a:pt x="97233" y="33446"/>
                  <a:pt x="107009" y="33446"/>
                </a:cubicBezTo>
                <a:cubicBezTo>
                  <a:pt x="117663" y="33446"/>
                  <a:pt x="126478" y="37304"/>
                  <a:pt x="133453" y="45020"/>
                </a:cubicBezTo>
                <a:cubicBezTo>
                  <a:pt x="140427" y="52736"/>
                  <a:pt x="143915" y="63816"/>
                  <a:pt x="143915" y="78260"/>
                </a:cubicBezTo>
                <a:cubicBezTo>
                  <a:pt x="143915" y="93198"/>
                  <a:pt x="140359" y="104704"/>
                  <a:pt x="133247" y="112777"/>
                </a:cubicBezTo>
                <a:cubicBezTo>
                  <a:pt x="126135" y="120850"/>
                  <a:pt x="117499" y="124887"/>
                  <a:pt x="107338" y="124887"/>
                </a:cubicBezTo>
                <a:cubicBezTo>
                  <a:pt x="102341" y="124887"/>
                  <a:pt x="97412" y="123637"/>
                  <a:pt x="92551" y="121138"/>
                </a:cubicBezTo>
                <a:cubicBezTo>
                  <a:pt x="87691" y="118640"/>
                  <a:pt x="83503" y="114946"/>
                  <a:pt x="79989" y="110058"/>
                </a:cubicBezTo>
                <a:lnTo>
                  <a:pt x="79989" y="122910"/>
                </a:lnTo>
                <a:lnTo>
                  <a:pt x="58488" y="122910"/>
                </a:lnTo>
                <a:moveTo>
                  <a:pt x="81471" y="77315"/>
                </a:moveTo>
                <a:cubicBezTo>
                  <a:pt x="81471" y="86363"/>
                  <a:pt x="82899" y="93053"/>
                  <a:pt x="85755" y="97385"/>
                </a:cubicBezTo>
                <a:cubicBezTo>
                  <a:pt x="89764" y="103527"/>
                  <a:pt x="95091" y="106599"/>
                  <a:pt x="101737" y="106599"/>
                </a:cubicBezTo>
                <a:cubicBezTo>
                  <a:pt x="106844" y="106599"/>
                  <a:pt x="111197" y="104419"/>
                  <a:pt x="114794" y="100060"/>
                </a:cubicBezTo>
                <a:cubicBezTo>
                  <a:pt x="118391" y="95700"/>
                  <a:pt x="120190" y="88832"/>
                  <a:pt x="120190" y="79455"/>
                </a:cubicBezTo>
                <a:cubicBezTo>
                  <a:pt x="120190" y="69473"/>
                  <a:pt x="118377" y="62275"/>
                  <a:pt x="114753" y="57861"/>
                </a:cubicBezTo>
                <a:cubicBezTo>
                  <a:pt x="111128" y="53447"/>
                  <a:pt x="106487" y="51240"/>
                  <a:pt x="100830" y="51240"/>
                </a:cubicBezTo>
                <a:cubicBezTo>
                  <a:pt x="95284" y="51240"/>
                  <a:pt x="90670" y="53393"/>
                  <a:pt x="86991" y="57699"/>
                </a:cubicBezTo>
                <a:cubicBezTo>
                  <a:pt x="83311" y="62003"/>
                  <a:pt x="81471" y="68542"/>
                  <a:pt x="81471" y="77315"/>
                </a:cubicBezTo>
                <a:close/>
                <a:moveTo>
                  <a:pt x="156134" y="158497"/>
                </a:moveTo>
                <a:cubicBezTo>
                  <a:pt x="160692" y="148711"/>
                  <a:pt x="163905" y="141207"/>
                  <a:pt x="165772" y="135985"/>
                </a:cubicBezTo>
                <a:cubicBezTo>
                  <a:pt x="167639" y="130762"/>
                  <a:pt x="169369" y="124743"/>
                  <a:pt x="170962" y="117926"/>
                </a:cubicBezTo>
                <a:cubicBezTo>
                  <a:pt x="172554" y="111107"/>
                  <a:pt x="173735" y="104633"/>
                  <a:pt x="174504" y="98505"/>
                </a:cubicBezTo>
                <a:cubicBezTo>
                  <a:pt x="175273" y="92374"/>
                  <a:pt x="175657" y="86093"/>
                  <a:pt x="175657" y="79661"/>
                </a:cubicBezTo>
                <a:cubicBezTo>
                  <a:pt x="175657" y="66576"/>
                  <a:pt x="174257" y="54193"/>
                  <a:pt x="171456" y="42510"/>
                </a:cubicBezTo>
                <a:cubicBezTo>
                  <a:pt x="168655" y="30828"/>
                  <a:pt x="163493" y="16658"/>
                  <a:pt x="155969" y="0"/>
                </a:cubicBezTo>
                <a:lnTo>
                  <a:pt x="171703" y="0"/>
                </a:lnTo>
                <a:cubicBezTo>
                  <a:pt x="179996" y="11820"/>
                  <a:pt x="186435" y="24354"/>
                  <a:pt x="191021" y="37603"/>
                </a:cubicBezTo>
                <a:cubicBezTo>
                  <a:pt x="195607" y="50853"/>
                  <a:pt x="197900" y="64294"/>
                  <a:pt x="197900" y="77928"/>
                </a:cubicBezTo>
                <a:cubicBezTo>
                  <a:pt x="197900" y="89418"/>
                  <a:pt x="196087" y="101733"/>
                  <a:pt x="192463" y="114872"/>
                </a:cubicBezTo>
                <a:cubicBezTo>
                  <a:pt x="188344" y="129606"/>
                  <a:pt x="181561" y="144148"/>
                  <a:pt x="172115" y="158497"/>
                </a:cubicBezTo>
                <a:lnTo>
                  <a:pt x="156134" y="158497"/>
                </a:lnTo>
                <a:close/>
                <a:moveTo>
                  <a:pt x="265477" y="122910"/>
                </a:moveTo>
                <a:lnTo>
                  <a:pt x="265477" y="2142"/>
                </a:lnTo>
                <a:lnTo>
                  <a:pt x="301971" y="2142"/>
                </a:lnTo>
                <a:lnTo>
                  <a:pt x="323884" y="84521"/>
                </a:lnTo>
                <a:lnTo>
                  <a:pt x="345550" y="2142"/>
                </a:lnTo>
                <a:lnTo>
                  <a:pt x="382126" y="2142"/>
                </a:lnTo>
                <a:lnTo>
                  <a:pt x="382126" y="122910"/>
                </a:lnTo>
                <a:lnTo>
                  <a:pt x="359472" y="122910"/>
                </a:lnTo>
                <a:lnTo>
                  <a:pt x="359472" y="27844"/>
                </a:lnTo>
                <a:lnTo>
                  <a:pt x="335500" y="122910"/>
                </a:lnTo>
                <a:lnTo>
                  <a:pt x="312022" y="122910"/>
                </a:lnTo>
                <a:lnTo>
                  <a:pt x="288132" y="27844"/>
                </a:lnTo>
                <a:lnTo>
                  <a:pt x="288132" y="122910"/>
                </a:lnTo>
                <a:lnTo>
                  <a:pt x="265477" y="122910"/>
                </a:lnTo>
                <a:close/>
                <a:moveTo>
                  <a:pt x="456842" y="95065"/>
                </a:moveTo>
                <a:lnTo>
                  <a:pt x="479908" y="99020"/>
                </a:lnTo>
                <a:cubicBezTo>
                  <a:pt x="476943" y="107450"/>
                  <a:pt x="472261" y="113868"/>
                  <a:pt x="465863" y="118276"/>
                </a:cubicBezTo>
                <a:cubicBezTo>
                  <a:pt x="459464" y="122683"/>
                  <a:pt x="451460" y="124887"/>
                  <a:pt x="441849" y="124887"/>
                </a:cubicBezTo>
                <a:cubicBezTo>
                  <a:pt x="426636" y="124887"/>
                  <a:pt x="415378" y="119916"/>
                  <a:pt x="408074" y="109976"/>
                </a:cubicBezTo>
                <a:cubicBezTo>
                  <a:pt x="402307" y="102013"/>
                  <a:pt x="399424" y="91962"/>
                  <a:pt x="399424" y="79825"/>
                </a:cubicBezTo>
                <a:cubicBezTo>
                  <a:pt x="399424" y="65327"/>
                  <a:pt x="403213" y="53972"/>
                  <a:pt x="410792" y="45762"/>
                </a:cubicBezTo>
                <a:cubicBezTo>
                  <a:pt x="418371" y="37551"/>
                  <a:pt x="427954" y="33446"/>
                  <a:pt x="439542" y="33446"/>
                </a:cubicBezTo>
                <a:cubicBezTo>
                  <a:pt x="452558" y="33446"/>
                  <a:pt x="462828" y="37743"/>
                  <a:pt x="470352" y="46338"/>
                </a:cubicBezTo>
                <a:cubicBezTo>
                  <a:pt x="477876" y="54933"/>
                  <a:pt x="481473" y="68100"/>
                  <a:pt x="481144" y="85839"/>
                </a:cubicBezTo>
                <a:lnTo>
                  <a:pt x="423149" y="85839"/>
                </a:lnTo>
                <a:cubicBezTo>
                  <a:pt x="423314" y="92704"/>
                  <a:pt x="425181" y="98045"/>
                  <a:pt x="428751" y="101862"/>
                </a:cubicBezTo>
                <a:cubicBezTo>
                  <a:pt x="432321" y="105679"/>
                  <a:pt x="436769" y="107587"/>
                  <a:pt x="442096" y="107587"/>
                </a:cubicBezTo>
                <a:cubicBezTo>
                  <a:pt x="445721" y="107587"/>
                  <a:pt x="448769" y="106599"/>
                  <a:pt x="451240" y="104621"/>
                </a:cubicBezTo>
                <a:cubicBezTo>
                  <a:pt x="453712" y="102644"/>
                  <a:pt x="455579" y="99459"/>
                  <a:pt x="456842" y="95065"/>
                </a:cubicBezTo>
                <a:moveTo>
                  <a:pt x="458160" y="71670"/>
                </a:moveTo>
                <a:cubicBezTo>
                  <a:pt x="457995" y="64997"/>
                  <a:pt x="456265" y="59924"/>
                  <a:pt x="452970" y="56450"/>
                </a:cubicBezTo>
                <a:cubicBezTo>
                  <a:pt x="449675" y="52977"/>
                  <a:pt x="445666" y="51240"/>
                  <a:pt x="440943" y="51240"/>
                </a:cubicBezTo>
                <a:cubicBezTo>
                  <a:pt x="435890" y="51240"/>
                  <a:pt x="431716" y="53072"/>
                  <a:pt x="428421" y="56736"/>
                </a:cubicBezTo>
                <a:cubicBezTo>
                  <a:pt x="425126" y="60402"/>
                  <a:pt x="423506" y="65380"/>
                  <a:pt x="423561" y="71670"/>
                </a:cubicBezTo>
                <a:lnTo>
                  <a:pt x="458160" y="71670"/>
                </a:lnTo>
                <a:close/>
                <a:moveTo>
                  <a:pt x="540102" y="35423"/>
                </a:moveTo>
                <a:lnTo>
                  <a:pt x="540102" y="53876"/>
                </a:lnTo>
                <a:lnTo>
                  <a:pt x="524285" y="53876"/>
                </a:lnTo>
                <a:lnTo>
                  <a:pt x="524285" y="89078"/>
                </a:lnTo>
                <a:cubicBezTo>
                  <a:pt x="524285" y="96207"/>
                  <a:pt x="524436" y="100361"/>
                  <a:pt x="524738" y="101540"/>
                </a:cubicBezTo>
                <a:cubicBezTo>
                  <a:pt x="525040" y="102717"/>
                  <a:pt x="525727" y="103690"/>
                  <a:pt x="526798" y="104459"/>
                </a:cubicBezTo>
                <a:cubicBezTo>
                  <a:pt x="527869" y="105226"/>
                  <a:pt x="529173" y="105610"/>
                  <a:pt x="530711" y="105610"/>
                </a:cubicBezTo>
                <a:cubicBezTo>
                  <a:pt x="532852" y="105610"/>
                  <a:pt x="535955" y="104869"/>
                  <a:pt x="540019" y="103386"/>
                </a:cubicBezTo>
                <a:lnTo>
                  <a:pt x="541997" y="121411"/>
                </a:lnTo>
                <a:cubicBezTo>
                  <a:pt x="536614" y="123728"/>
                  <a:pt x="530518" y="124887"/>
                  <a:pt x="523708" y="124887"/>
                </a:cubicBezTo>
                <a:cubicBezTo>
                  <a:pt x="519535" y="124887"/>
                  <a:pt x="515773" y="124186"/>
                  <a:pt x="512422" y="122786"/>
                </a:cubicBezTo>
                <a:cubicBezTo>
                  <a:pt x="509072" y="121386"/>
                  <a:pt x="506615" y="119573"/>
                  <a:pt x="505050" y="117349"/>
                </a:cubicBezTo>
                <a:cubicBezTo>
                  <a:pt x="503484" y="115125"/>
                  <a:pt x="502400" y="112118"/>
                  <a:pt x="501796" y="108328"/>
                </a:cubicBezTo>
                <a:cubicBezTo>
                  <a:pt x="501301" y="105637"/>
                  <a:pt x="501054" y="100200"/>
                  <a:pt x="501054" y="92017"/>
                </a:cubicBezTo>
                <a:lnTo>
                  <a:pt x="501054" y="53876"/>
                </a:lnTo>
                <a:lnTo>
                  <a:pt x="490427" y="53876"/>
                </a:lnTo>
                <a:lnTo>
                  <a:pt x="490427" y="35423"/>
                </a:lnTo>
                <a:lnTo>
                  <a:pt x="501054" y="35423"/>
                </a:lnTo>
                <a:lnTo>
                  <a:pt x="501054" y="17959"/>
                </a:lnTo>
                <a:lnTo>
                  <a:pt x="524285" y="4284"/>
                </a:lnTo>
                <a:lnTo>
                  <a:pt x="524285" y="35423"/>
                </a:lnTo>
                <a:lnTo>
                  <a:pt x="540102" y="35423"/>
                </a:lnTo>
                <a:close/>
                <a:moveTo>
                  <a:pt x="573464" y="62443"/>
                </a:moveTo>
                <a:lnTo>
                  <a:pt x="552457" y="58654"/>
                </a:lnTo>
                <a:cubicBezTo>
                  <a:pt x="554819" y="50085"/>
                  <a:pt x="558883" y="43742"/>
                  <a:pt x="564649" y="39624"/>
                </a:cubicBezTo>
                <a:cubicBezTo>
                  <a:pt x="570416" y="35505"/>
                  <a:pt x="578983" y="33446"/>
                  <a:pt x="590352" y="33446"/>
                </a:cubicBezTo>
                <a:cubicBezTo>
                  <a:pt x="600676" y="33446"/>
                  <a:pt x="608365" y="34668"/>
                  <a:pt x="613418" y="37112"/>
                </a:cubicBezTo>
                <a:cubicBezTo>
                  <a:pt x="618470" y="39556"/>
                  <a:pt x="622026" y="42659"/>
                  <a:pt x="624086" y="46421"/>
                </a:cubicBezTo>
                <a:cubicBezTo>
                  <a:pt x="626145" y="50183"/>
                  <a:pt x="627175" y="57089"/>
                  <a:pt x="627175" y="67139"/>
                </a:cubicBezTo>
                <a:lnTo>
                  <a:pt x="626928" y="94159"/>
                </a:lnTo>
                <a:cubicBezTo>
                  <a:pt x="626928" y="101848"/>
                  <a:pt x="627299" y="107518"/>
                  <a:pt x="628040" y="111171"/>
                </a:cubicBezTo>
                <a:cubicBezTo>
                  <a:pt x="628781" y="114823"/>
                  <a:pt x="630168" y="118736"/>
                  <a:pt x="632200" y="122910"/>
                </a:cubicBezTo>
                <a:lnTo>
                  <a:pt x="609299" y="122910"/>
                </a:lnTo>
                <a:cubicBezTo>
                  <a:pt x="608695" y="121372"/>
                  <a:pt x="607953" y="119093"/>
                  <a:pt x="607075" y="116072"/>
                </a:cubicBezTo>
                <a:cubicBezTo>
                  <a:pt x="606690" y="114699"/>
                  <a:pt x="606415" y="113793"/>
                  <a:pt x="606251" y="113354"/>
                </a:cubicBezTo>
                <a:cubicBezTo>
                  <a:pt x="602297" y="117198"/>
                  <a:pt x="598068" y="120081"/>
                  <a:pt x="593564" y="122003"/>
                </a:cubicBezTo>
                <a:cubicBezTo>
                  <a:pt x="589061" y="123926"/>
                  <a:pt x="584256" y="124887"/>
                  <a:pt x="579148" y="124887"/>
                </a:cubicBezTo>
                <a:cubicBezTo>
                  <a:pt x="570141" y="124887"/>
                  <a:pt x="563043" y="122453"/>
                  <a:pt x="557853" y="117586"/>
                </a:cubicBezTo>
                <a:cubicBezTo>
                  <a:pt x="552663" y="112719"/>
                  <a:pt x="550068" y="106566"/>
                  <a:pt x="550068" y="99128"/>
                </a:cubicBezTo>
                <a:cubicBezTo>
                  <a:pt x="550068" y="94206"/>
                  <a:pt x="551249" y="89817"/>
                  <a:pt x="553611" y="85963"/>
                </a:cubicBezTo>
                <a:cubicBezTo>
                  <a:pt x="555972" y="82106"/>
                  <a:pt x="559281" y="79153"/>
                  <a:pt x="563537" y="77102"/>
                </a:cubicBezTo>
                <a:cubicBezTo>
                  <a:pt x="567793" y="75051"/>
                  <a:pt x="573931" y="73260"/>
                  <a:pt x="581949" y="71729"/>
                </a:cubicBezTo>
                <a:cubicBezTo>
                  <a:pt x="592768" y="69706"/>
                  <a:pt x="600265" y="67819"/>
                  <a:pt x="604438" y="66068"/>
                </a:cubicBezTo>
                <a:lnTo>
                  <a:pt x="604438" y="63736"/>
                </a:lnTo>
                <a:cubicBezTo>
                  <a:pt x="604438" y="59237"/>
                  <a:pt x="603340" y="56031"/>
                  <a:pt x="601143" y="54115"/>
                </a:cubicBezTo>
                <a:cubicBezTo>
                  <a:pt x="598946" y="52198"/>
                  <a:pt x="594800" y="51240"/>
                  <a:pt x="588704" y="51240"/>
                </a:cubicBezTo>
                <a:cubicBezTo>
                  <a:pt x="584585" y="51240"/>
                  <a:pt x="581372" y="52069"/>
                  <a:pt x="579066" y="53727"/>
                </a:cubicBezTo>
                <a:cubicBezTo>
                  <a:pt x="576759" y="55383"/>
                  <a:pt x="574892" y="58288"/>
                  <a:pt x="573464" y="62443"/>
                </a:cubicBezTo>
                <a:moveTo>
                  <a:pt x="604438" y="81226"/>
                </a:moveTo>
                <a:cubicBezTo>
                  <a:pt x="601473" y="82202"/>
                  <a:pt x="596777" y="83369"/>
                  <a:pt x="590352" y="84727"/>
                </a:cubicBezTo>
                <a:cubicBezTo>
                  <a:pt x="583926" y="86083"/>
                  <a:pt x="579725" y="87412"/>
                  <a:pt x="577748" y="88715"/>
                </a:cubicBezTo>
                <a:cubicBezTo>
                  <a:pt x="574727" y="90831"/>
                  <a:pt x="573217" y="93517"/>
                  <a:pt x="573217" y="96772"/>
                </a:cubicBezTo>
                <a:cubicBezTo>
                  <a:pt x="573217" y="99975"/>
                  <a:pt x="574425" y="102743"/>
                  <a:pt x="576841" y="105077"/>
                </a:cubicBezTo>
                <a:cubicBezTo>
                  <a:pt x="579258" y="107409"/>
                  <a:pt x="582333" y="108576"/>
                  <a:pt x="586068" y="108576"/>
                </a:cubicBezTo>
                <a:cubicBezTo>
                  <a:pt x="590242" y="108576"/>
                  <a:pt x="594223" y="107219"/>
                  <a:pt x="598013" y="104506"/>
                </a:cubicBezTo>
                <a:cubicBezTo>
                  <a:pt x="600814" y="102444"/>
                  <a:pt x="602654" y="99921"/>
                  <a:pt x="603532" y="96934"/>
                </a:cubicBezTo>
                <a:cubicBezTo>
                  <a:pt x="604136" y="94981"/>
                  <a:pt x="604438" y="91265"/>
                  <a:pt x="604438" y="85785"/>
                </a:cubicBezTo>
                <a:lnTo>
                  <a:pt x="604438" y="81226"/>
                </a:lnTo>
                <a:close/>
                <a:moveTo>
                  <a:pt x="747340" y="107430"/>
                </a:moveTo>
                <a:cubicBezTo>
                  <a:pt x="753327" y="111710"/>
                  <a:pt x="759834" y="115113"/>
                  <a:pt x="766864" y="117637"/>
                </a:cubicBezTo>
                <a:lnTo>
                  <a:pt x="757885" y="135102"/>
                </a:lnTo>
                <a:cubicBezTo>
                  <a:pt x="754205" y="134003"/>
                  <a:pt x="750608" y="132493"/>
                  <a:pt x="747093" y="130571"/>
                </a:cubicBezTo>
                <a:cubicBezTo>
                  <a:pt x="746324" y="130186"/>
                  <a:pt x="740915" y="126617"/>
                  <a:pt x="730865" y="119862"/>
                </a:cubicBezTo>
                <a:cubicBezTo>
                  <a:pt x="722956" y="123321"/>
                  <a:pt x="714196" y="125051"/>
                  <a:pt x="704586" y="125051"/>
                </a:cubicBezTo>
                <a:cubicBezTo>
                  <a:pt x="686023" y="125051"/>
                  <a:pt x="671483" y="119580"/>
                  <a:pt x="660966" y="108637"/>
                </a:cubicBezTo>
                <a:cubicBezTo>
                  <a:pt x="650449" y="97693"/>
                  <a:pt x="645190" y="82322"/>
                  <a:pt x="645190" y="62526"/>
                </a:cubicBezTo>
                <a:cubicBezTo>
                  <a:pt x="645190" y="42784"/>
                  <a:pt x="650463" y="27428"/>
                  <a:pt x="661007" y="16458"/>
                </a:cubicBezTo>
                <a:cubicBezTo>
                  <a:pt x="671552" y="5486"/>
                  <a:pt x="685858" y="0"/>
                  <a:pt x="703927" y="0"/>
                </a:cubicBezTo>
                <a:cubicBezTo>
                  <a:pt x="721830" y="0"/>
                  <a:pt x="736027" y="5475"/>
                  <a:pt x="746517" y="16424"/>
                </a:cubicBezTo>
                <a:cubicBezTo>
                  <a:pt x="757006" y="27372"/>
                  <a:pt x="762251" y="42697"/>
                  <a:pt x="762251" y="62400"/>
                </a:cubicBezTo>
                <a:cubicBezTo>
                  <a:pt x="762251" y="72827"/>
                  <a:pt x="760796" y="81993"/>
                  <a:pt x="757885" y="89896"/>
                </a:cubicBezTo>
                <a:cubicBezTo>
                  <a:pt x="755688" y="95932"/>
                  <a:pt x="752173" y="101777"/>
                  <a:pt x="747340" y="107430"/>
                </a:cubicBezTo>
                <a:moveTo>
                  <a:pt x="727734" y="93758"/>
                </a:moveTo>
                <a:cubicBezTo>
                  <a:pt x="730865" y="90082"/>
                  <a:pt x="733212" y="85637"/>
                  <a:pt x="734778" y="80425"/>
                </a:cubicBezTo>
                <a:cubicBezTo>
                  <a:pt x="736343" y="75213"/>
                  <a:pt x="737125" y="69233"/>
                  <a:pt x="737125" y="62485"/>
                </a:cubicBezTo>
                <a:cubicBezTo>
                  <a:pt x="737125" y="48549"/>
                  <a:pt x="734050" y="38138"/>
                  <a:pt x="727899" y="31253"/>
                </a:cubicBezTo>
                <a:cubicBezTo>
                  <a:pt x="721748" y="24367"/>
                  <a:pt x="713702" y="20924"/>
                  <a:pt x="703762" y="20924"/>
                </a:cubicBezTo>
                <a:cubicBezTo>
                  <a:pt x="693821" y="20924"/>
                  <a:pt x="685762" y="24388"/>
                  <a:pt x="679584" y="31314"/>
                </a:cubicBezTo>
                <a:cubicBezTo>
                  <a:pt x="673405" y="38241"/>
                  <a:pt x="670316" y="48659"/>
                  <a:pt x="670316" y="62567"/>
                </a:cubicBezTo>
                <a:cubicBezTo>
                  <a:pt x="670316" y="76695"/>
                  <a:pt x="673405" y="87263"/>
                  <a:pt x="679584" y="94273"/>
                </a:cubicBezTo>
                <a:cubicBezTo>
                  <a:pt x="685762" y="101282"/>
                  <a:pt x="693574" y="104786"/>
                  <a:pt x="703020" y="104786"/>
                </a:cubicBezTo>
                <a:cubicBezTo>
                  <a:pt x="706535" y="104786"/>
                  <a:pt x="709858" y="104201"/>
                  <a:pt x="712988" y="103030"/>
                </a:cubicBezTo>
                <a:cubicBezTo>
                  <a:pt x="708046" y="99766"/>
                  <a:pt x="703020" y="97221"/>
                  <a:pt x="697913" y="95395"/>
                </a:cubicBezTo>
                <a:lnTo>
                  <a:pt x="704750" y="81226"/>
                </a:lnTo>
                <a:cubicBezTo>
                  <a:pt x="712769" y="84011"/>
                  <a:pt x="720430" y="88189"/>
                  <a:pt x="727734" y="93758"/>
                </a:cubicBezTo>
                <a:close/>
                <a:moveTo>
                  <a:pt x="890296" y="122910"/>
                </a:moveTo>
                <a:lnTo>
                  <a:pt x="863770" y="122910"/>
                </a:lnTo>
                <a:lnTo>
                  <a:pt x="853226" y="95395"/>
                </a:lnTo>
                <a:lnTo>
                  <a:pt x="804952" y="95395"/>
                </a:lnTo>
                <a:lnTo>
                  <a:pt x="794984" y="122910"/>
                </a:lnTo>
                <a:lnTo>
                  <a:pt x="769117" y="122910"/>
                </a:lnTo>
                <a:lnTo>
                  <a:pt x="816155" y="2142"/>
                </a:lnTo>
                <a:lnTo>
                  <a:pt x="841940" y="2142"/>
                </a:lnTo>
                <a:lnTo>
                  <a:pt x="890296" y="122910"/>
                </a:lnTo>
                <a:moveTo>
                  <a:pt x="845400" y="74965"/>
                </a:moveTo>
                <a:lnTo>
                  <a:pt x="828759" y="30315"/>
                </a:lnTo>
                <a:lnTo>
                  <a:pt x="812448" y="74965"/>
                </a:lnTo>
                <a:lnTo>
                  <a:pt x="845400" y="749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77924-4300-4773-AA5C-E5C7DCCA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451" y="56510"/>
            <a:ext cx="2699397" cy="506137"/>
          </a:xfrm>
          <a:custGeom xmlns:a="http://schemas.openxmlformats.org/drawingml/2006/main">
            <a:pathLst>
              <a:path w="2699397" h="506137">
                <a:moveTo>
                  <a:pt x="75921" y="0"/>
                </a:moveTo>
                <a:lnTo>
                  <a:pt x="2623477" y="0"/>
                </a:lnTo>
                <a:cubicBezTo>
                  <a:pt x="2628462" y="1"/>
                  <a:pt x="2633399" y="487"/>
                  <a:pt x="2638288" y="1459"/>
                </a:cubicBezTo>
                <a:cubicBezTo>
                  <a:pt x="2643178" y="2432"/>
                  <a:pt x="2647925" y="3873"/>
                  <a:pt x="2652531" y="5780"/>
                </a:cubicBezTo>
                <a:cubicBezTo>
                  <a:pt x="2657136" y="7688"/>
                  <a:pt x="2661511" y="10027"/>
                  <a:pt x="2665656" y="12795"/>
                </a:cubicBezTo>
                <a:cubicBezTo>
                  <a:pt x="2669801" y="15565"/>
                  <a:pt x="2673636" y="18713"/>
                  <a:pt x="2677161" y="22237"/>
                </a:cubicBezTo>
                <a:cubicBezTo>
                  <a:pt x="2680686" y="25762"/>
                  <a:pt x="2683833" y="29598"/>
                  <a:pt x="2686602" y="33742"/>
                </a:cubicBezTo>
                <a:cubicBezTo>
                  <a:pt x="2689372" y="37887"/>
                  <a:pt x="2691711" y="42262"/>
                  <a:pt x="2693618" y="46867"/>
                </a:cubicBezTo>
                <a:cubicBezTo>
                  <a:pt x="2695526" y="51473"/>
                  <a:pt x="2696966" y="56221"/>
                  <a:pt x="2697938" y="61110"/>
                </a:cubicBezTo>
                <a:cubicBezTo>
                  <a:pt x="2698911" y="65998"/>
                  <a:pt x="2699397" y="70935"/>
                  <a:pt x="2699397" y="75921"/>
                </a:cubicBezTo>
                <a:lnTo>
                  <a:pt x="2699397" y="430216"/>
                </a:lnTo>
                <a:cubicBezTo>
                  <a:pt x="2699397" y="435202"/>
                  <a:pt x="2698911" y="440139"/>
                  <a:pt x="2697938" y="445029"/>
                </a:cubicBezTo>
                <a:cubicBezTo>
                  <a:pt x="2696966" y="449918"/>
                  <a:pt x="2695526" y="454665"/>
                  <a:pt x="2693618" y="459271"/>
                </a:cubicBezTo>
                <a:cubicBezTo>
                  <a:pt x="2691711" y="463877"/>
                  <a:pt x="2689372" y="468253"/>
                  <a:pt x="2686602" y="472397"/>
                </a:cubicBezTo>
                <a:cubicBezTo>
                  <a:pt x="2683833" y="476542"/>
                  <a:pt x="2680686" y="480376"/>
                  <a:pt x="2677161" y="483902"/>
                </a:cubicBezTo>
                <a:cubicBezTo>
                  <a:pt x="2673636" y="487427"/>
                  <a:pt x="2669801" y="490574"/>
                  <a:pt x="2665656" y="493344"/>
                </a:cubicBezTo>
                <a:cubicBezTo>
                  <a:pt x="2661511" y="496113"/>
                  <a:pt x="2657136" y="498451"/>
                  <a:pt x="2652531" y="500359"/>
                </a:cubicBezTo>
                <a:cubicBezTo>
                  <a:pt x="2647925" y="502266"/>
                  <a:pt x="2643178" y="503706"/>
                  <a:pt x="2638288" y="504678"/>
                </a:cubicBezTo>
                <a:cubicBezTo>
                  <a:pt x="2633399" y="505650"/>
                  <a:pt x="2628462" y="506136"/>
                  <a:pt x="2623477" y="506137"/>
                </a:cubicBezTo>
                <a:lnTo>
                  <a:pt x="75921" y="506137"/>
                </a:lnTo>
                <a:cubicBezTo>
                  <a:pt x="70936" y="506136"/>
                  <a:pt x="65998" y="505650"/>
                  <a:pt x="61109" y="504678"/>
                </a:cubicBezTo>
                <a:cubicBezTo>
                  <a:pt x="56220" y="503706"/>
                  <a:pt x="51472" y="502266"/>
                  <a:pt x="46867" y="500359"/>
                </a:cubicBezTo>
                <a:cubicBezTo>
                  <a:pt x="42261" y="498451"/>
                  <a:pt x="37886" y="496113"/>
                  <a:pt x="33741" y="493344"/>
                </a:cubicBezTo>
                <a:cubicBezTo>
                  <a:pt x="29596" y="490574"/>
                  <a:pt x="25762" y="487427"/>
                  <a:pt x="22237" y="483902"/>
                </a:cubicBezTo>
                <a:cubicBezTo>
                  <a:pt x="18712" y="480376"/>
                  <a:pt x="15564" y="476542"/>
                  <a:pt x="12795" y="472397"/>
                </a:cubicBezTo>
                <a:cubicBezTo>
                  <a:pt x="10025" y="468253"/>
                  <a:pt x="7687" y="463877"/>
                  <a:pt x="5779" y="459271"/>
                </a:cubicBezTo>
                <a:cubicBezTo>
                  <a:pt x="3871" y="454666"/>
                  <a:pt x="2431" y="449919"/>
                  <a:pt x="1459" y="445029"/>
                </a:cubicBezTo>
                <a:cubicBezTo>
                  <a:pt x="486" y="440139"/>
                  <a:pt x="0" y="435202"/>
                  <a:pt x="0" y="430216"/>
                </a:cubicBezTo>
                <a:lnTo>
                  <a:pt x="0" y="75921"/>
                </a:lnTo>
                <a:cubicBezTo>
                  <a:pt x="0" y="70935"/>
                  <a:pt x="486" y="65998"/>
                  <a:pt x="1459" y="61110"/>
                </a:cubicBezTo>
                <a:cubicBezTo>
                  <a:pt x="2431" y="56221"/>
                  <a:pt x="3871" y="51473"/>
                  <a:pt x="5779" y="46867"/>
                </a:cubicBezTo>
                <a:cubicBezTo>
                  <a:pt x="7687" y="42262"/>
                  <a:pt x="10025" y="37886"/>
                  <a:pt x="12795" y="33742"/>
                </a:cubicBezTo>
                <a:cubicBezTo>
                  <a:pt x="15564" y="29596"/>
                  <a:pt x="18712" y="25762"/>
                  <a:pt x="22237" y="22237"/>
                </a:cubicBezTo>
                <a:cubicBezTo>
                  <a:pt x="25762" y="18713"/>
                  <a:pt x="29596" y="15565"/>
                  <a:pt x="33741" y="12795"/>
                </a:cubicBezTo>
                <a:cubicBezTo>
                  <a:pt x="37886" y="10027"/>
                  <a:pt x="42261" y="7688"/>
                  <a:pt x="46867" y="5780"/>
                </a:cubicBezTo>
                <a:cubicBezTo>
                  <a:pt x="51472" y="3873"/>
                  <a:pt x="56220" y="2432"/>
                  <a:pt x="61109" y="1459"/>
                </a:cubicBezTo>
                <a:cubicBezTo>
                  <a:pt x="65998" y="487"/>
                  <a:pt x="70936" y="1"/>
                  <a:pt x="75921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9D0DB3F-6539-4FE3-9587-897A47B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015" y="48074"/>
            <a:ext cx="2716269" cy="523008"/>
          </a:xfrm>
          <a:custGeom xmlns:a="http://schemas.openxmlformats.org/drawingml/2006/main">
            <a:pathLst>
              <a:path w="2716269" h="523008">
                <a:moveTo>
                  <a:pt x="83663" y="3"/>
                </a:moveTo>
                <a:lnTo>
                  <a:pt x="84256" y="0"/>
                </a:lnTo>
                <a:lnTo>
                  <a:pt x="2632013" y="0"/>
                </a:lnTo>
                <a:lnTo>
                  <a:pt x="2632605" y="3"/>
                </a:lnTo>
                <a:lnTo>
                  <a:pt x="2633296" y="11"/>
                </a:lnTo>
                <a:lnTo>
                  <a:pt x="2633987" y="25"/>
                </a:lnTo>
                <a:lnTo>
                  <a:pt x="2634677" y="45"/>
                </a:lnTo>
                <a:lnTo>
                  <a:pt x="2635367" y="70"/>
                </a:lnTo>
                <a:lnTo>
                  <a:pt x="2636056" y="101"/>
                </a:lnTo>
                <a:lnTo>
                  <a:pt x="2636745" y="138"/>
                </a:lnTo>
                <a:lnTo>
                  <a:pt x="2637433" y="180"/>
                </a:lnTo>
                <a:lnTo>
                  <a:pt x="2638121" y="228"/>
                </a:lnTo>
                <a:lnTo>
                  <a:pt x="2638808" y="282"/>
                </a:lnTo>
                <a:lnTo>
                  <a:pt x="2639495" y="341"/>
                </a:lnTo>
                <a:lnTo>
                  <a:pt x="2640181" y="405"/>
                </a:lnTo>
                <a:lnTo>
                  <a:pt x="2640867" y="476"/>
                </a:lnTo>
                <a:lnTo>
                  <a:pt x="2641552" y="552"/>
                </a:lnTo>
                <a:lnTo>
                  <a:pt x="2642236" y="634"/>
                </a:lnTo>
                <a:lnTo>
                  <a:pt x="2642920" y="721"/>
                </a:lnTo>
                <a:lnTo>
                  <a:pt x="2643604" y="814"/>
                </a:lnTo>
                <a:lnTo>
                  <a:pt x="2644287" y="912"/>
                </a:lnTo>
                <a:lnTo>
                  <a:pt x="2644969" y="1016"/>
                </a:lnTo>
                <a:lnTo>
                  <a:pt x="2645650" y="1126"/>
                </a:lnTo>
                <a:lnTo>
                  <a:pt x="2646331" y="1241"/>
                </a:lnTo>
                <a:lnTo>
                  <a:pt x="2647011" y="1362"/>
                </a:lnTo>
                <a:lnTo>
                  <a:pt x="2647691" y="1489"/>
                </a:lnTo>
                <a:lnTo>
                  <a:pt x="2648370" y="1621"/>
                </a:lnTo>
                <a:lnTo>
                  <a:pt x="2649047" y="1759"/>
                </a:lnTo>
                <a:lnTo>
                  <a:pt x="2649724" y="1902"/>
                </a:lnTo>
                <a:lnTo>
                  <a:pt x="2650398" y="2050"/>
                </a:lnTo>
                <a:lnTo>
                  <a:pt x="2651072" y="2204"/>
                </a:lnTo>
                <a:lnTo>
                  <a:pt x="2651743" y="2364"/>
                </a:lnTo>
                <a:lnTo>
                  <a:pt x="2652413" y="2529"/>
                </a:lnTo>
                <a:lnTo>
                  <a:pt x="2653082" y="2699"/>
                </a:lnTo>
                <a:lnTo>
                  <a:pt x="2653749" y="2875"/>
                </a:lnTo>
                <a:lnTo>
                  <a:pt x="2654414" y="3056"/>
                </a:lnTo>
                <a:lnTo>
                  <a:pt x="2655078" y="3243"/>
                </a:lnTo>
                <a:lnTo>
                  <a:pt x="2655740" y="3435"/>
                </a:lnTo>
                <a:lnTo>
                  <a:pt x="2656401" y="3632"/>
                </a:lnTo>
                <a:lnTo>
                  <a:pt x="2657060" y="3835"/>
                </a:lnTo>
                <a:lnTo>
                  <a:pt x="2657717" y="4043"/>
                </a:lnTo>
                <a:lnTo>
                  <a:pt x="2658372" y="4257"/>
                </a:lnTo>
                <a:lnTo>
                  <a:pt x="2659026" y="4476"/>
                </a:lnTo>
                <a:lnTo>
                  <a:pt x="2659678" y="4700"/>
                </a:lnTo>
                <a:lnTo>
                  <a:pt x="2660328" y="4930"/>
                </a:lnTo>
                <a:lnTo>
                  <a:pt x="2660977" y="5165"/>
                </a:lnTo>
                <a:lnTo>
                  <a:pt x="2661624" y="5406"/>
                </a:lnTo>
                <a:lnTo>
                  <a:pt x="2662269" y="5652"/>
                </a:lnTo>
                <a:lnTo>
                  <a:pt x="2662912" y="5903"/>
                </a:lnTo>
                <a:lnTo>
                  <a:pt x="2663554" y="6160"/>
                </a:lnTo>
                <a:lnTo>
                  <a:pt x="2664195" y="6422"/>
                </a:lnTo>
                <a:lnTo>
                  <a:pt x="2664833" y="6689"/>
                </a:lnTo>
                <a:lnTo>
                  <a:pt x="2665468" y="6962"/>
                </a:lnTo>
                <a:lnTo>
                  <a:pt x="2666101" y="7239"/>
                </a:lnTo>
                <a:lnTo>
                  <a:pt x="2666731" y="7521"/>
                </a:lnTo>
                <a:lnTo>
                  <a:pt x="2667358" y="7809"/>
                </a:lnTo>
                <a:lnTo>
                  <a:pt x="2667983" y="8101"/>
                </a:lnTo>
                <a:lnTo>
                  <a:pt x="2668605" y="8399"/>
                </a:lnTo>
                <a:lnTo>
                  <a:pt x="2669225" y="8701"/>
                </a:lnTo>
                <a:lnTo>
                  <a:pt x="2669842" y="9008"/>
                </a:lnTo>
                <a:lnTo>
                  <a:pt x="2670457" y="9321"/>
                </a:lnTo>
                <a:lnTo>
                  <a:pt x="2671069" y="9638"/>
                </a:lnTo>
                <a:lnTo>
                  <a:pt x="2671678" y="9961"/>
                </a:lnTo>
                <a:lnTo>
                  <a:pt x="2672284" y="10288"/>
                </a:lnTo>
                <a:lnTo>
                  <a:pt x="2672888" y="10620"/>
                </a:lnTo>
                <a:lnTo>
                  <a:pt x="2673489" y="10958"/>
                </a:lnTo>
                <a:lnTo>
                  <a:pt x="2674088" y="11300"/>
                </a:lnTo>
                <a:lnTo>
                  <a:pt x="2674683" y="11647"/>
                </a:lnTo>
                <a:lnTo>
                  <a:pt x="2675276" y="11999"/>
                </a:lnTo>
                <a:lnTo>
                  <a:pt x="2675867" y="12356"/>
                </a:lnTo>
                <a:lnTo>
                  <a:pt x="2676454" y="12718"/>
                </a:lnTo>
                <a:lnTo>
                  <a:pt x="2677039" y="13085"/>
                </a:lnTo>
                <a:lnTo>
                  <a:pt x="2677621" y="13457"/>
                </a:lnTo>
                <a:lnTo>
                  <a:pt x="2678200" y="13834"/>
                </a:lnTo>
                <a:lnTo>
                  <a:pt x="2678777" y="14216"/>
                </a:lnTo>
                <a:lnTo>
                  <a:pt x="2679351" y="14603"/>
                </a:lnTo>
                <a:lnTo>
                  <a:pt x="2679921" y="14994"/>
                </a:lnTo>
                <a:lnTo>
                  <a:pt x="2680488" y="15389"/>
                </a:lnTo>
                <a:lnTo>
                  <a:pt x="2681051" y="15789"/>
                </a:lnTo>
                <a:lnTo>
                  <a:pt x="2681611" y="16194"/>
                </a:lnTo>
                <a:lnTo>
                  <a:pt x="2682167" y="16602"/>
                </a:lnTo>
                <a:lnTo>
                  <a:pt x="2682719" y="17016"/>
                </a:lnTo>
                <a:lnTo>
                  <a:pt x="2683268" y="17433"/>
                </a:lnTo>
                <a:lnTo>
                  <a:pt x="2683813" y="17855"/>
                </a:lnTo>
                <a:lnTo>
                  <a:pt x="2684355" y="18282"/>
                </a:lnTo>
                <a:lnTo>
                  <a:pt x="2684894" y="18712"/>
                </a:lnTo>
                <a:lnTo>
                  <a:pt x="2685428" y="19148"/>
                </a:lnTo>
                <a:lnTo>
                  <a:pt x="2685959" y="19587"/>
                </a:lnTo>
                <a:lnTo>
                  <a:pt x="2686487" y="20031"/>
                </a:lnTo>
                <a:lnTo>
                  <a:pt x="2687011" y="20479"/>
                </a:lnTo>
                <a:lnTo>
                  <a:pt x="2687531" y="20932"/>
                </a:lnTo>
                <a:lnTo>
                  <a:pt x="2688047" y="21389"/>
                </a:lnTo>
                <a:lnTo>
                  <a:pt x="2688560" y="21850"/>
                </a:lnTo>
                <a:lnTo>
                  <a:pt x="2689069" y="22315"/>
                </a:lnTo>
                <a:lnTo>
                  <a:pt x="2689575" y="22785"/>
                </a:lnTo>
                <a:lnTo>
                  <a:pt x="2690077" y="23259"/>
                </a:lnTo>
                <a:lnTo>
                  <a:pt x="2690575" y="23737"/>
                </a:lnTo>
                <a:lnTo>
                  <a:pt x="2691070" y="24220"/>
                </a:lnTo>
                <a:lnTo>
                  <a:pt x="2691561" y="24707"/>
                </a:lnTo>
                <a:lnTo>
                  <a:pt x="2692049" y="25199"/>
                </a:lnTo>
                <a:lnTo>
                  <a:pt x="2692532" y="25694"/>
                </a:lnTo>
                <a:lnTo>
                  <a:pt x="2693010" y="26192"/>
                </a:lnTo>
                <a:lnTo>
                  <a:pt x="2693484" y="26694"/>
                </a:lnTo>
                <a:lnTo>
                  <a:pt x="2693954" y="27200"/>
                </a:lnTo>
                <a:lnTo>
                  <a:pt x="2694420" y="27709"/>
                </a:lnTo>
                <a:lnTo>
                  <a:pt x="2694881" y="28222"/>
                </a:lnTo>
                <a:lnTo>
                  <a:pt x="2695338" y="28739"/>
                </a:lnTo>
                <a:lnTo>
                  <a:pt x="2695790" y="29259"/>
                </a:lnTo>
                <a:lnTo>
                  <a:pt x="2696238" y="29783"/>
                </a:lnTo>
                <a:lnTo>
                  <a:pt x="2696682" y="30311"/>
                </a:lnTo>
                <a:lnTo>
                  <a:pt x="2697122" y="30842"/>
                </a:lnTo>
                <a:lnTo>
                  <a:pt x="2697557" y="31376"/>
                </a:lnTo>
                <a:lnTo>
                  <a:pt x="2697987" y="31915"/>
                </a:lnTo>
                <a:lnTo>
                  <a:pt x="2698414" y="32457"/>
                </a:lnTo>
                <a:lnTo>
                  <a:pt x="2698836" y="33002"/>
                </a:lnTo>
                <a:lnTo>
                  <a:pt x="2699253" y="33551"/>
                </a:lnTo>
                <a:lnTo>
                  <a:pt x="2699666" y="34103"/>
                </a:lnTo>
                <a:lnTo>
                  <a:pt x="2700075" y="34659"/>
                </a:lnTo>
                <a:lnTo>
                  <a:pt x="2700479" y="35218"/>
                </a:lnTo>
                <a:lnTo>
                  <a:pt x="2700879" y="35781"/>
                </a:lnTo>
                <a:lnTo>
                  <a:pt x="2701274" y="36348"/>
                </a:lnTo>
                <a:lnTo>
                  <a:pt x="2701665" y="36918"/>
                </a:lnTo>
                <a:lnTo>
                  <a:pt x="2702052" y="37491"/>
                </a:lnTo>
                <a:lnTo>
                  <a:pt x="2702433" y="38067"/>
                </a:lnTo>
                <a:lnTo>
                  <a:pt x="2702810" y="38646"/>
                </a:lnTo>
                <a:lnTo>
                  <a:pt x="2703182" y="39228"/>
                </a:lnTo>
                <a:lnTo>
                  <a:pt x="2703549" y="39813"/>
                </a:lnTo>
                <a:lnTo>
                  <a:pt x="2703912" y="40401"/>
                </a:lnTo>
                <a:lnTo>
                  <a:pt x="2704269" y="40991"/>
                </a:lnTo>
                <a:lnTo>
                  <a:pt x="2704621" y="41584"/>
                </a:lnTo>
                <a:lnTo>
                  <a:pt x="2704969" y="42180"/>
                </a:lnTo>
                <a:lnTo>
                  <a:pt x="2705311" y="42778"/>
                </a:lnTo>
                <a:lnTo>
                  <a:pt x="2705648" y="43380"/>
                </a:lnTo>
                <a:lnTo>
                  <a:pt x="2705981" y="43984"/>
                </a:lnTo>
                <a:lnTo>
                  <a:pt x="2706308" y="44590"/>
                </a:lnTo>
                <a:lnTo>
                  <a:pt x="2706631" y="45199"/>
                </a:lnTo>
                <a:lnTo>
                  <a:pt x="2706948" y="45811"/>
                </a:lnTo>
                <a:lnTo>
                  <a:pt x="2707261" y="46426"/>
                </a:lnTo>
                <a:lnTo>
                  <a:pt x="2707568" y="47043"/>
                </a:lnTo>
                <a:lnTo>
                  <a:pt x="2707871" y="47663"/>
                </a:lnTo>
                <a:lnTo>
                  <a:pt x="2708168" y="48286"/>
                </a:lnTo>
                <a:lnTo>
                  <a:pt x="2708461" y="48911"/>
                </a:lnTo>
                <a:lnTo>
                  <a:pt x="2708748" y="49538"/>
                </a:lnTo>
                <a:lnTo>
                  <a:pt x="2709031" y="50169"/>
                </a:lnTo>
                <a:lnTo>
                  <a:pt x="2709308" y="50802"/>
                </a:lnTo>
                <a:lnTo>
                  <a:pt x="2709580" y="51437"/>
                </a:lnTo>
                <a:lnTo>
                  <a:pt x="2709848" y="52075"/>
                </a:lnTo>
                <a:lnTo>
                  <a:pt x="2710110" y="52715"/>
                </a:lnTo>
                <a:lnTo>
                  <a:pt x="2710366" y="53357"/>
                </a:lnTo>
                <a:lnTo>
                  <a:pt x="2710617" y="54000"/>
                </a:lnTo>
                <a:lnTo>
                  <a:pt x="2710863" y="54645"/>
                </a:lnTo>
                <a:lnTo>
                  <a:pt x="2711104" y="55292"/>
                </a:lnTo>
                <a:lnTo>
                  <a:pt x="2711339" y="55941"/>
                </a:lnTo>
                <a:lnTo>
                  <a:pt x="2711569" y="56592"/>
                </a:lnTo>
                <a:lnTo>
                  <a:pt x="2711793" y="57244"/>
                </a:lnTo>
                <a:lnTo>
                  <a:pt x="2712012" y="57898"/>
                </a:lnTo>
                <a:lnTo>
                  <a:pt x="2712226" y="58553"/>
                </a:lnTo>
                <a:lnTo>
                  <a:pt x="2712434" y="59210"/>
                </a:lnTo>
                <a:lnTo>
                  <a:pt x="2712637" y="59869"/>
                </a:lnTo>
                <a:lnTo>
                  <a:pt x="2712834" y="60530"/>
                </a:lnTo>
                <a:lnTo>
                  <a:pt x="2713026" y="61192"/>
                </a:lnTo>
                <a:lnTo>
                  <a:pt x="2713213" y="61856"/>
                </a:lnTo>
                <a:lnTo>
                  <a:pt x="2713394" y="62521"/>
                </a:lnTo>
                <a:lnTo>
                  <a:pt x="2713570" y="63188"/>
                </a:lnTo>
                <a:lnTo>
                  <a:pt x="2713740" y="63857"/>
                </a:lnTo>
                <a:lnTo>
                  <a:pt x="2713905" y="64527"/>
                </a:lnTo>
                <a:lnTo>
                  <a:pt x="2714064" y="65198"/>
                </a:lnTo>
                <a:lnTo>
                  <a:pt x="2714218" y="65872"/>
                </a:lnTo>
                <a:lnTo>
                  <a:pt x="2714367" y="66546"/>
                </a:lnTo>
                <a:lnTo>
                  <a:pt x="2714510" y="67223"/>
                </a:lnTo>
                <a:lnTo>
                  <a:pt x="2714647" y="67900"/>
                </a:lnTo>
                <a:lnTo>
                  <a:pt x="2714779" y="68578"/>
                </a:lnTo>
                <a:lnTo>
                  <a:pt x="2714906" y="69257"/>
                </a:lnTo>
                <a:lnTo>
                  <a:pt x="2715027" y="69937"/>
                </a:lnTo>
                <a:lnTo>
                  <a:pt x="2715142" y="70618"/>
                </a:lnTo>
                <a:lnTo>
                  <a:pt x="2715252" y="71299"/>
                </a:lnTo>
                <a:lnTo>
                  <a:pt x="2715356" y="71981"/>
                </a:lnTo>
                <a:lnTo>
                  <a:pt x="2715455" y="72664"/>
                </a:lnTo>
                <a:lnTo>
                  <a:pt x="2715548" y="73347"/>
                </a:lnTo>
                <a:lnTo>
                  <a:pt x="2715635" y="74031"/>
                </a:lnTo>
                <a:lnTo>
                  <a:pt x="2715717" y="74716"/>
                </a:lnTo>
                <a:lnTo>
                  <a:pt x="2715793" y="75401"/>
                </a:lnTo>
                <a:lnTo>
                  <a:pt x="2715863" y="76087"/>
                </a:lnTo>
                <a:lnTo>
                  <a:pt x="2715928" y="76773"/>
                </a:lnTo>
                <a:lnTo>
                  <a:pt x="2715987" y="77460"/>
                </a:lnTo>
                <a:lnTo>
                  <a:pt x="2716040" y="78147"/>
                </a:lnTo>
                <a:lnTo>
                  <a:pt x="2716088" y="78835"/>
                </a:lnTo>
                <a:lnTo>
                  <a:pt x="2716131" y="79524"/>
                </a:lnTo>
                <a:lnTo>
                  <a:pt x="2716167" y="80212"/>
                </a:lnTo>
                <a:lnTo>
                  <a:pt x="2716198" y="80902"/>
                </a:lnTo>
                <a:lnTo>
                  <a:pt x="2716224" y="81592"/>
                </a:lnTo>
                <a:lnTo>
                  <a:pt x="2716243" y="82282"/>
                </a:lnTo>
                <a:lnTo>
                  <a:pt x="2716257" y="82973"/>
                </a:lnTo>
                <a:lnTo>
                  <a:pt x="2716266" y="83664"/>
                </a:lnTo>
                <a:lnTo>
                  <a:pt x="2716269" y="84338"/>
                </a:lnTo>
                <a:lnTo>
                  <a:pt x="2716269" y="438669"/>
                </a:lnTo>
                <a:lnTo>
                  <a:pt x="2716266" y="439344"/>
                </a:lnTo>
                <a:lnTo>
                  <a:pt x="2716257" y="440035"/>
                </a:lnTo>
                <a:lnTo>
                  <a:pt x="2716243" y="440726"/>
                </a:lnTo>
                <a:lnTo>
                  <a:pt x="2716224" y="441416"/>
                </a:lnTo>
                <a:lnTo>
                  <a:pt x="2716198" y="442106"/>
                </a:lnTo>
                <a:lnTo>
                  <a:pt x="2716167" y="442795"/>
                </a:lnTo>
                <a:lnTo>
                  <a:pt x="2716131" y="443484"/>
                </a:lnTo>
                <a:lnTo>
                  <a:pt x="2716088" y="444172"/>
                </a:lnTo>
                <a:lnTo>
                  <a:pt x="2716040" y="444860"/>
                </a:lnTo>
                <a:lnTo>
                  <a:pt x="2715987" y="445548"/>
                </a:lnTo>
                <a:lnTo>
                  <a:pt x="2715928" y="446235"/>
                </a:lnTo>
                <a:lnTo>
                  <a:pt x="2715863" y="446921"/>
                </a:lnTo>
                <a:lnTo>
                  <a:pt x="2715793" y="447607"/>
                </a:lnTo>
                <a:lnTo>
                  <a:pt x="2715717" y="448292"/>
                </a:lnTo>
                <a:lnTo>
                  <a:pt x="2715635" y="448977"/>
                </a:lnTo>
                <a:lnTo>
                  <a:pt x="2715548" y="449661"/>
                </a:lnTo>
                <a:lnTo>
                  <a:pt x="2715455" y="450344"/>
                </a:lnTo>
                <a:lnTo>
                  <a:pt x="2715356" y="451027"/>
                </a:lnTo>
                <a:lnTo>
                  <a:pt x="2715252" y="451709"/>
                </a:lnTo>
                <a:lnTo>
                  <a:pt x="2715142" y="452390"/>
                </a:lnTo>
                <a:lnTo>
                  <a:pt x="2715027" y="453071"/>
                </a:lnTo>
                <a:lnTo>
                  <a:pt x="2714906" y="453751"/>
                </a:lnTo>
                <a:lnTo>
                  <a:pt x="2714779" y="454431"/>
                </a:lnTo>
                <a:lnTo>
                  <a:pt x="2714647" y="455109"/>
                </a:lnTo>
                <a:lnTo>
                  <a:pt x="2714510" y="455787"/>
                </a:lnTo>
                <a:lnTo>
                  <a:pt x="2714367" y="456463"/>
                </a:lnTo>
                <a:lnTo>
                  <a:pt x="2714218" y="457138"/>
                </a:lnTo>
                <a:lnTo>
                  <a:pt x="2714064" y="457811"/>
                </a:lnTo>
                <a:lnTo>
                  <a:pt x="2713905" y="458483"/>
                </a:lnTo>
                <a:lnTo>
                  <a:pt x="2713740" y="459153"/>
                </a:lnTo>
                <a:lnTo>
                  <a:pt x="2713570" y="459821"/>
                </a:lnTo>
                <a:lnTo>
                  <a:pt x="2713394" y="460488"/>
                </a:lnTo>
                <a:lnTo>
                  <a:pt x="2713213" y="461154"/>
                </a:lnTo>
                <a:lnTo>
                  <a:pt x="2713026" y="461817"/>
                </a:lnTo>
                <a:lnTo>
                  <a:pt x="2712834" y="462480"/>
                </a:lnTo>
                <a:lnTo>
                  <a:pt x="2712637" y="463140"/>
                </a:lnTo>
                <a:lnTo>
                  <a:pt x="2712434" y="463799"/>
                </a:lnTo>
                <a:lnTo>
                  <a:pt x="2712226" y="464456"/>
                </a:lnTo>
                <a:lnTo>
                  <a:pt x="2712012" y="465112"/>
                </a:lnTo>
                <a:lnTo>
                  <a:pt x="2711793" y="465766"/>
                </a:lnTo>
                <a:lnTo>
                  <a:pt x="2711569" y="466418"/>
                </a:lnTo>
                <a:lnTo>
                  <a:pt x="2711339" y="467068"/>
                </a:lnTo>
                <a:lnTo>
                  <a:pt x="2711104" y="467717"/>
                </a:lnTo>
                <a:lnTo>
                  <a:pt x="2710863" y="468364"/>
                </a:lnTo>
                <a:lnTo>
                  <a:pt x="2710617" y="469009"/>
                </a:lnTo>
                <a:lnTo>
                  <a:pt x="2710366" y="469652"/>
                </a:lnTo>
                <a:lnTo>
                  <a:pt x="2710110" y="470294"/>
                </a:lnTo>
                <a:lnTo>
                  <a:pt x="2709848" y="470934"/>
                </a:lnTo>
                <a:lnTo>
                  <a:pt x="2709580" y="471572"/>
                </a:lnTo>
                <a:lnTo>
                  <a:pt x="2709308" y="472208"/>
                </a:lnTo>
                <a:lnTo>
                  <a:pt x="2709031" y="472840"/>
                </a:lnTo>
                <a:lnTo>
                  <a:pt x="2708748" y="473471"/>
                </a:lnTo>
                <a:lnTo>
                  <a:pt x="2708461" y="474098"/>
                </a:lnTo>
                <a:lnTo>
                  <a:pt x="2708168" y="474723"/>
                </a:lnTo>
                <a:lnTo>
                  <a:pt x="2707871" y="475346"/>
                </a:lnTo>
                <a:lnTo>
                  <a:pt x="2707569" y="475966"/>
                </a:lnTo>
                <a:lnTo>
                  <a:pt x="2707261" y="476583"/>
                </a:lnTo>
                <a:lnTo>
                  <a:pt x="2706949" y="477198"/>
                </a:lnTo>
                <a:lnTo>
                  <a:pt x="2706631" y="477810"/>
                </a:lnTo>
                <a:lnTo>
                  <a:pt x="2706309" y="478419"/>
                </a:lnTo>
                <a:lnTo>
                  <a:pt x="2705981" y="479026"/>
                </a:lnTo>
                <a:lnTo>
                  <a:pt x="2705649" y="479630"/>
                </a:lnTo>
                <a:lnTo>
                  <a:pt x="2705311" y="480231"/>
                </a:lnTo>
                <a:lnTo>
                  <a:pt x="2704969" y="480830"/>
                </a:lnTo>
                <a:lnTo>
                  <a:pt x="2704621" y="481426"/>
                </a:lnTo>
                <a:lnTo>
                  <a:pt x="2704269" y="482019"/>
                </a:lnTo>
                <a:lnTo>
                  <a:pt x="2703912" y="482609"/>
                </a:lnTo>
                <a:lnTo>
                  <a:pt x="2703549" y="483197"/>
                </a:lnTo>
                <a:lnTo>
                  <a:pt x="2703182" y="483781"/>
                </a:lnTo>
                <a:lnTo>
                  <a:pt x="2702810" y="484364"/>
                </a:lnTo>
                <a:lnTo>
                  <a:pt x="2702433" y="484943"/>
                </a:lnTo>
                <a:lnTo>
                  <a:pt x="2702052" y="485519"/>
                </a:lnTo>
                <a:lnTo>
                  <a:pt x="2701665" y="486093"/>
                </a:lnTo>
                <a:lnTo>
                  <a:pt x="2701274" y="486662"/>
                </a:lnTo>
                <a:lnTo>
                  <a:pt x="2700879" y="487229"/>
                </a:lnTo>
                <a:lnTo>
                  <a:pt x="2700479" y="487792"/>
                </a:lnTo>
                <a:lnTo>
                  <a:pt x="2700075" y="488351"/>
                </a:lnTo>
                <a:lnTo>
                  <a:pt x="2699666" y="488907"/>
                </a:lnTo>
                <a:lnTo>
                  <a:pt x="2699253" y="489459"/>
                </a:lnTo>
                <a:lnTo>
                  <a:pt x="2698835" y="490008"/>
                </a:lnTo>
                <a:lnTo>
                  <a:pt x="2698413" y="490554"/>
                </a:lnTo>
                <a:lnTo>
                  <a:pt x="2697987" y="491095"/>
                </a:lnTo>
                <a:lnTo>
                  <a:pt x="2697556" y="491634"/>
                </a:lnTo>
                <a:lnTo>
                  <a:pt x="2697121" y="492168"/>
                </a:lnTo>
                <a:lnTo>
                  <a:pt x="2696682" y="492699"/>
                </a:lnTo>
                <a:lnTo>
                  <a:pt x="2696238" y="493227"/>
                </a:lnTo>
                <a:lnTo>
                  <a:pt x="2695790" y="493751"/>
                </a:lnTo>
                <a:lnTo>
                  <a:pt x="2695337" y="494271"/>
                </a:lnTo>
                <a:lnTo>
                  <a:pt x="2694880" y="494787"/>
                </a:lnTo>
                <a:lnTo>
                  <a:pt x="2694419" y="495300"/>
                </a:lnTo>
                <a:lnTo>
                  <a:pt x="2693954" y="495810"/>
                </a:lnTo>
                <a:lnTo>
                  <a:pt x="2693484" y="496315"/>
                </a:lnTo>
                <a:lnTo>
                  <a:pt x="2693010" y="496817"/>
                </a:lnTo>
                <a:lnTo>
                  <a:pt x="2692532" y="497316"/>
                </a:lnTo>
                <a:lnTo>
                  <a:pt x="2692049" y="497810"/>
                </a:lnTo>
                <a:lnTo>
                  <a:pt x="2691562" y="498302"/>
                </a:lnTo>
                <a:lnTo>
                  <a:pt x="2691070" y="498789"/>
                </a:lnTo>
                <a:lnTo>
                  <a:pt x="2690576" y="499272"/>
                </a:lnTo>
                <a:lnTo>
                  <a:pt x="2690077" y="499750"/>
                </a:lnTo>
                <a:lnTo>
                  <a:pt x="2689575" y="500224"/>
                </a:lnTo>
                <a:lnTo>
                  <a:pt x="2689070" y="500694"/>
                </a:lnTo>
                <a:lnTo>
                  <a:pt x="2688560" y="501160"/>
                </a:lnTo>
                <a:lnTo>
                  <a:pt x="2688047" y="501621"/>
                </a:lnTo>
                <a:lnTo>
                  <a:pt x="2687531" y="502078"/>
                </a:lnTo>
                <a:lnTo>
                  <a:pt x="2687010" y="502530"/>
                </a:lnTo>
                <a:lnTo>
                  <a:pt x="2686487" y="502979"/>
                </a:lnTo>
                <a:lnTo>
                  <a:pt x="2685959" y="503423"/>
                </a:lnTo>
                <a:lnTo>
                  <a:pt x="2685428" y="503862"/>
                </a:lnTo>
                <a:lnTo>
                  <a:pt x="2684893" y="504297"/>
                </a:lnTo>
                <a:lnTo>
                  <a:pt x="2684355" y="504728"/>
                </a:lnTo>
                <a:lnTo>
                  <a:pt x="2683813" y="505154"/>
                </a:lnTo>
                <a:lnTo>
                  <a:pt x="2683268" y="505576"/>
                </a:lnTo>
                <a:lnTo>
                  <a:pt x="2682719" y="505994"/>
                </a:lnTo>
                <a:lnTo>
                  <a:pt x="2682166" y="506407"/>
                </a:lnTo>
                <a:lnTo>
                  <a:pt x="2681610" y="506816"/>
                </a:lnTo>
                <a:lnTo>
                  <a:pt x="2681051" y="507220"/>
                </a:lnTo>
                <a:lnTo>
                  <a:pt x="2680488" y="507620"/>
                </a:lnTo>
                <a:lnTo>
                  <a:pt x="2679921" y="508016"/>
                </a:lnTo>
                <a:lnTo>
                  <a:pt x="2679351" y="508407"/>
                </a:lnTo>
                <a:lnTo>
                  <a:pt x="2678778" y="508793"/>
                </a:lnTo>
                <a:lnTo>
                  <a:pt x="2678201" y="509175"/>
                </a:lnTo>
                <a:lnTo>
                  <a:pt x="2677622" y="509552"/>
                </a:lnTo>
                <a:lnTo>
                  <a:pt x="2677040" y="509924"/>
                </a:lnTo>
                <a:lnTo>
                  <a:pt x="2676455" y="510291"/>
                </a:lnTo>
                <a:lnTo>
                  <a:pt x="2675867" y="510653"/>
                </a:lnTo>
                <a:lnTo>
                  <a:pt x="2675277" y="511010"/>
                </a:lnTo>
                <a:lnTo>
                  <a:pt x="2674684" y="511362"/>
                </a:lnTo>
                <a:lnTo>
                  <a:pt x="2674088" y="511710"/>
                </a:lnTo>
                <a:lnTo>
                  <a:pt x="2673489" y="512052"/>
                </a:lnTo>
                <a:lnTo>
                  <a:pt x="2672888" y="512389"/>
                </a:lnTo>
                <a:lnTo>
                  <a:pt x="2672284" y="512722"/>
                </a:lnTo>
                <a:lnTo>
                  <a:pt x="2671678" y="513049"/>
                </a:lnTo>
                <a:lnTo>
                  <a:pt x="2671068" y="513372"/>
                </a:lnTo>
                <a:lnTo>
                  <a:pt x="2670456" y="513689"/>
                </a:lnTo>
                <a:lnTo>
                  <a:pt x="2669842" y="514001"/>
                </a:lnTo>
                <a:lnTo>
                  <a:pt x="2669225" y="514309"/>
                </a:lnTo>
                <a:lnTo>
                  <a:pt x="2668605" y="514611"/>
                </a:lnTo>
                <a:lnTo>
                  <a:pt x="2667983" y="514909"/>
                </a:lnTo>
                <a:lnTo>
                  <a:pt x="2667358" y="515201"/>
                </a:lnTo>
                <a:lnTo>
                  <a:pt x="2666730" y="515488"/>
                </a:lnTo>
                <a:lnTo>
                  <a:pt x="2666100" y="515771"/>
                </a:lnTo>
                <a:lnTo>
                  <a:pt x="2665468" y="516048"/>
                </a:lnTo>
                <a:lnTo>
                  <a:pt x="2664833" y="516320"/>
                </a:lnTo>
                <a:lnTo>
                  <a:pt x="2664194" y="516587"/>
                </a:lnTo>
                <a:lnTo>
                  <a:pt x="2663554" y="516850"/>
                </a:lnTo>
                <a:lnTo>
                  <a:pt x="2662912" y="517106"/>
                </a:lnTo>
                <a:lnTo>
                  <a:pt x="2662269" y="517358"/>
                </a:lnTo>
                <a:lnTo>
                  <a:pt x="2661624" y="517603"/>
                </a:lnTo>
                <a:lnTo>
                  <a:pt x="2660977" y="517844"/>
                </a:lnTo>
                <a:lnTo>
                  <a:pt x="2660328" y="518079"/>
                </a:lnTo>
                <a:lnTo>
                  <a:pt x="2659678" y="518309"/>
                </a:lnTo>
                <a:lnTo>
                  <a:pt x="2659025" y="518533"/>
                </a:lnTo>
                <a:lnTo>
                  <a:pt x="2658372" y="518752"/>
                </a:lnTo>
                <a:lnTo>
                  <a:pt x="2657716" y="518966"/>
                </a:lnTo>
                <a:lnTo>
                  <a:pt x="2657059" y="519174"/>
                </a:lnTo>
                <a:lnTo>
                  <a:pt x="2656400" y="519377"/>
                </a:lnTo>
                <a:lnTo>
                  <a:pt x="2655740" y="519574"/>
                </a:lnTo>
                <a:lnTo>
                  <a:pt x="2655077" y="519766"/>
                </a:lnTo>
                <a:lnTo>
                  <a:pt x="2654414" y="519953"/>
                </a:lnTo>
                <a:lnTo>
                  <a:pt x="2653748" y="520134"/>
                </a:lnTo>
                <a:lnTo>
                  <a:pt x="2653081" y="520310"/>
                </a:lnTo>
                <a:lnTo>
                  <a:pt x="2652413" y="520480"/>
                </a:lnTo>
                <a:lnTo>
                  <a:pt x="2651743" y="520645"/>
                </a:lnTo>
                <a:lnTo>
                  <a:pt x="2651071" y="520804"/>
                </a:lnTo>
                <a:lnTo>
                  <a:pt x="2650398" y="520958"/>
                </a:lnTo>
                <a:lnTo>
                  <a:pt x="2649723" y="521107"/>
                </a:lnTo>
                <a:lnTo>
                  <a:pt x="2649047" y="521250"/>
                </a:lnTo>
                <a:lnTo>
                  <a:pt x="2648369" y="521387"/>
                </a:lnTo>
                <a:lnTo>
                  <a:pt x="2647690" y="521520"/>
                </a:lnTo>
                <a:lnTo>
                  <a:pt x="2647010" y="521646"/>
                </a:lnTo>
                <a:lnTo>
                  <a:pt x="2646330" y="521767"/>
                </a:lnTo>
                <a:lnTo>
                  <a:pt x="2645649" y="521882"/>
                </a:lnTo>
                <a:lnTo>
                  <a:pt x="2644968" y="521992"/>
                </a:lnTo>
                <a:lnTo>
                  <a:pt x="2644286" y="522096"/>
                </a:lnTo>
                <a:lnTo>
                  <a:pt x="2643603" y="522194"/>
                </a:lnTo>
                <a:lnTo>
                  <a:pt x="2642920" y="522287"/>
                </a:lnTo>
                <a:lnTo>
                  <a:pt x="2642236" y="522374"/>
                </a:lnTo>
                <a:lnTo>
                  <a:pt x="2641551" y="522456"/>
                </a:lnTo>
                <a:lnTo>
                  <a:pt x="2640866" y="522532"/>
                </a:lnTo>
                <a:lnTo>
                  <a:pt x="2640181" y="522602"/>
                </a:lnTo>
                <a:lnTo>
                  <a:pt x="2639494" y="522667"/>
                </a:lnTo>
                <a:lnTo>
                  <a:pt x="2638808" y="522726"/>
                </a:lnTo>
                <a:lnTo>
                  <a:pt x="2638120" y="522780"/>
                </a:lnTo>
                <a:lnTo>
                  <a:pt x="2637433" y="522827"/>
                </a:lnTo>
                <a:lnTo>
                  <a:pt x="2636744" y="522870"/>
                </a:lnTo>
                <a:lnTo>
                  <a:pt x="2636056" y="522906"/>
                </a:lnTo>
                <a:lnTo>
                  <a:pt x="2635366" y="522937"/>
                </a:lnTo>
                <a:lnTo>
                  <a:pt x="2634677" y="522963"/>
                </a:lnTo>
                <a:lnTo>
                  <a:pt x="2633987" y="522982"/>
                </a:lnTo>
                <a:lnTo>
                  <a:pt x="2633296" y="522997"/>
                </a:lnTo>
                <a:lnTo>
                  <a:pt x="2632605" y="523005"/>
                </a:lnTo>
                <a:lnTo>
                  <a:pt x="2631930" y="523008"/>
                </a:lnTo>
                <a:lnTo>
                  <a:pt x="84338" y="523008"/>
                </a:lnTo>
                <a:lnTo>
                  <a:pt x="83664" y="523005"/>
                </a:lnTo>
                <a:lnTo>
                  <a:pt x="82973" y="522997"/>
                </a:lnTo>
                <a:lnTo>
                  <a:pt x="82282" y="522982"/>
                </a:lnTo>
                <a:lnTo>
                  <a:pt x="81592" y="522963"/>
                </a:lnTo>
                <a:lnTo>
                  <a:pt x="80902" y="522937"/>
                </a:lnTo>
                <a:lnTo>
                  <a:pt x="80213" y="522906"/>
                </a:lnTo>
                <a:lnTo>
                  <a:pt x="79524" y="522870"/>
                </a:lnTo>
                <a:lnTo>
                  <a:pt x="78836" y="522827"/>
                </a:lnTo>
                <a:lnTo>
                  <a:pt x="78148" y="522780"/>
                </a:lnTo>
                <a:lnTo>
                  <a:pt x="77461" y="522726"/>
                </a:lnTo>
                <a:lnTo>
                  <a:pt x="76774" y="522667"/>
                </a:lnTo>
                <a:lnTo>
                  <a:pt x="76087" y="522602"/>
                </a:lnTo>
                <a:lnTo>
                  <a:pt x="75402" y="522532"/>
                </a:lnTo>
                <a:lnTo>
                  <a:pt x="74717" y="522456"/>
                </a:lnTo>
                <a:lnTo>
                  <a:pt x="74032" y="522374"/>
                </a:lnTo>
                <a:lnTo>
                  <a:pt x="73348" y="522287"/>
                </a:lnTo>
                <a:lnTo>
                  <a:pt x="72665" y="522194"/>
                </a:lnTo>
                <a:lnTo>
                  <a:pt x="71982" y="522095"/>
                </a:lnTo>
                <a:lnTo>
                  <a:pt x="71300" y="521991"/>
                </a:lnTo>
                <a:lnTo>
                  <a:pt x="70618" y="521882"/>
                </a:lnTo>
                <a:lnTo>
                  <a:pt x="69937" y="521766"/>
                </a:lnTo>
                <a:lnTo>
                  <a:pt x="69257" y="521645"/>
                </a:lnTo>
                <a:lnTo>
                  <a:pt x="68578" y="521519"/>
                </a:lnTo>
                <a:lnTo>
                  <a:pt x="67899" y="521387"/>
                </a:lnTo>
                <a:lnTo>
                  <a:pt x="67222" y="521249"/>
                </a:lnTo>
                <a:lnTo>
                  <a:pt x="66546" y="521106"/>
                </a:lnTo>
                <a:lnTo>
                  <a:pt x="65871" y="520958"/>
                </a:lnTo>
                <a:lnTo>
                  <a:pt x="65198" y="520804"/>
                </a:lnTo>
                <a:lnTo>
                  <a:pt x="64527" y="520644"/>
                </a:lnTo>
                <a:lnTo>
                  <a:pt x="63856" y="520480"/>
                </a:lnTo>
                <a:lnTo>
                  <a:pt x="63188" y="520309"/>
                </a:lnTo>
                <a:lnTo>
                  <a:pt x="62521" y="520134"/>
                </a:lnTo>
                <a:lnTo>
                  <a:pt x="61855" y="519953"/>
                </a:lnTo>
                <a:lnTo>
                  <a:pt x="61192" y="519766"/>
                </a:lnTo>
                <a:lnTo>
                  <a:pt x="60530" y="519574"/>
                </a:lnTo>
                <a:lnTo>
                  <a:pt x="59869" y="519377"/>
                </a:lnTo>
                <a:lnTo>
                  <a:pt x="59210" y="519174"/>
                </a:lnTo>
                <a:lnTo>
                  <a:pt x="58553" y="518966"/>
                </a:lnTo>
                <a:lnTo>
                  <a:pt x="57897" y="518752"/>
                </a:lnTo>
                <a:lnTo>
                  <a:pt x="57243" y="518533"/>
                </a:lnTo>
                <a:lnTo>
                  <a:pt x="56591" y="518309"/>
                </a:lnTo>
                <a:lnTo>
                  <a:pt x="55941" y="518079"/>
                </a:lnTo>
                <a:lnTo>
                  <a:pt x="55292" y="517844"/>
                </a:lnTo>
                <a:lnTo>
                  <a:pt x="54645" y="517603"/>
                </a:lnTo>
                <a:lnTo>
                  <a:pt x="54000" y="517358"/>
                </a:lnTo>
                <a:lnTo>
                  <a:pt x="53356" y="517106"/>
                </a:lnTo>
                <a:lnTo>
                  <a:pt x="52715" y="516850"/>
                </a:lnTo>
                <a:lnTo>
                  <a:pt x="52074" y="516588"/>
                </a:lnTo>
                <a:lnTo>
                  <a:pt x="51436" y="516320"/>
                </a:lnTo>
                <a:lnTo>
                  <a:pt x="50801" y="516048"/>
                </a:lnTo>
                <a:lnTo>
                  <a:pt x="50169" y="515771"/>
                </a:lnTo>
                <a:lnTo>
                  <a:pt x="49538" y="515488"/>
                </a:lnTo>
                <a:lnTo>
                  <a:pt x="48911" y="515201"/>
                </a:lnTo>
                <a:lnTo>
                  <a:pt x="48286" y="514909"/>
                </a:lnTo>
                <a:lnTo>
                  <a:pt x="47664" y="514611"/>
                </a:lnTo>
                <a:lnTo>
                  <a:pt x="47044" y="514309"/>
                </a:lnTo>
                <a:lnTo>
                  <a:pt x="46427" y="514002"/>
                </a:lnTo>
                <a:lnTo>
                  <a:pt x="45812" y="513689"/>
                </a:lnTo>
                <a:lnTo>
                  <a:pt x="45200" y="513372"/>
                </a:lnTo>
                <a:lnTo>
                  <a:pt x="44591" y="513049"/>
                </a:lnTo>
                <a:lnTo>
                  <a:pt x="43984" y="512722"/>
                </a:lnTo>
                <a:lnTo>
                  <a:pt x="43380" y="512390"/>
                </a:lnTo>
                <a:lnTo>
                  <a:pt x="42779" y="512052"/>
                </a:lnTo>
                <a:lnTo>
                  <a:pt x="42180" y="511710"/>
                </a:lnTo>
                <a:lnTo>
                  <a:pt x="41585" y="511363"/>
                </a:lnTo>
                <a:lnTo>
                  <a:pt x="40991" y="511010"/>
                </a:lnTo>
                <a:lnTo>
                  <a:pt x="40401" y="510653"/>
                </a:lnTo>
                <a:lnTo>
                  <a:pt x="39813" y="510291"/>
                </a:lnTo>
                <a:lnTo>
                  <a:pt x="39228" y="509924"/>
                </a:lnTo>
                <a:lnTo>
                  <a:pt x="38646" y="509552"/>
                </a:lnTo>
                <a:lnTo>
                  <a:pt x="38067" y="509175"/>
                </a:lnTo>
                <a:lnTo>
                  <a:pt x="37490" y="508793"/>
                </a:lnTo>
                <a:lnTo>
                  <a:pt x="36917" y="508406"/>
                </a:lnTo>
                <a:lnTo>
                  <a:pt x="36347" y="508015"/>
                </a:lnTo>
                <a:lnTo>
                  <a:pt x="35780" y="507620"/>
                </a:lnTo>
                <a:lnTo>
                  <a:pt x="35217" y="507220"/>
                </a:lnTo>
                <a:lnTo>
                  <a:pt x="34658" y="506816"/>
                </a:lnTo>
                <a:lnTo>
                  <a:pt x="34102" y="506407"/>
                </a:lnTo>
                <a:lnTo>
                  <a:pt x="33549" y="505994"/>
                </a:lnTo>
                <a:lnTo>
                  <a:pt x="33001" y="505576"/>
                </a:lnTo>
                <a:lnTo>
                  <a:pt x="32455" y="505154"/>
                </a:lnTo>
                <a:lnTo>
                  <a:pt x="31913" y="504728"/>
                </a:lnTo>
                <a:lnTo>
                  <a:pt x="31375" y="504297"/>
                </a:lnTo>
                <a:lnTo>
                  <a:pt x="30840" y="503862"/>
                </a:lnTo>
                <a:lnTo>
                  <a:pt x="30309" y="503422"/>
                </a:lnTo>
                <a:lnTo>
                  <a:pt x="29782" y="502979"/>
                </a:lnTo>
                <a:lnTo>
                  <a:pt x="29258" y="502530"/>
                </a:lnTo>
                <a:lnTo>
                  <a:pt x="28738" y="502078"/>
                </a:lnTo>
                <a:lnTo>
                  <a:pt x="28221" y="501621"/>
                </a:lnTo>
                <a:lnTo>
                  <a:pt x="27708" y="501160"/>
                </a:lnTo>
                <a:lnTo>
                  <a:pt x="27199" y="500694"/>
                </a:lnTo>
                <a:lnTo>
                  <a:pt x="26693" y="500224"/>
                </a:lnTo>
                <a:lnTo>
                  <a:pt x="26191" y="499750"/>
                </a:lnTo>
                <a:lnTo>
                  <a:pt x="25693" y="499271"/>
                </a:lnTo>
                <a:lnTo>
                  <a:pt x="25198" y="498789"/>
                </a:lnTo>
                <a:lnTo>
                  <a:pt x="24707" y="498302"/>
                </a:lnTo>
                <a:lnTo>
                  <a:pt x="24220" y="497811"/>
                </a:lnTo>
                <a:lnTo>
                  <a:pt x="23737" y="497316"/>
                </a:lnTo>
                <a:lnTo>
                  <a:pt x="23259" y="496818"/>
                </a:lnTo>
                <a:lnTo>
                  <a:pt x="22785" y="496316"/>
                </a:lnTo>
                <a:lnTo>
                  <a:pt x="22315" y="495810"/>
                </a:lnTo>
                <a:lnTo>
                  <a:pt x="21849" y="495301"/>
                </a:lnTo>
                <a:lnTo>
                  <a:pt x="21388" y="494788"/>
                </a:lnTo>
                <a:lnTo>
                  <a:pt x="20931" y="494271"/>
                </a:lnTo>
                <a:lnTo>
                  <a:pt x="20479" y="493751"/>
                </a:lnTo>
                <a:lnTo>
                  <a:pt x="20031" y="493227"/>
                </a:lnTo>
                <a:lnTo>
                  <a:pt x="19587" y="492700"/>
                </a:lnTo>
                <a:lnTo>
                  <a:pt x="19147" y="492169"/>
                </a:lnTo>
                <a:lnTo>
                  <a:pt x="18712" y="491634"/>
                </a:lnTo>
                <a:lnTo>
                  <a:pt x="18281" y="491096"/>
                </a:lnTo>
                <a:lnTo>
                  <a:pt x="17855" y="490554"/>
                </a:lnTo>
                <a:lnTo>
                  <a:pt x="17433" y="490009"/>
                </a:lnTo>
                <a:lnTo>
                  <a:pt x="17015" y="489460"/>
                </a:lnTo>
                <a:lnTo>
                  <a:pt x="16602" y="488907"/>
                </a:lnTo>
                <a:lnTo>
                  <a:pt x="16194" y="488351"/>
                </a:lnTo>
                <a:lnTo>
                  <a:pt x="15789" y="487792"/>
                </a:lnTo>
                <a:lnTo>
                  <a:pt x="15389" y="487229"/>
                </a:lnTo>
                <a:lnTo>
                  <a:pt x="14994" y="486663"/>
                </a:lnTo>
                <a:lnTo>
                  <a:pt x="14603" y="486093"/>
                </a:lnTo>
                <a:lnTo>
                  <a:pt x="14216" y="485519"/>
                </a:lnTo>
                <a:lnTo>
                  <a:pt x="13835" y="484943"/>
                </a:lnTo>
                <a:lnTo>
                  <a:pt x="13458" y="484364"/>
                </a:lnTo>
                <a:lnTo>
                  <a:pt x="13086" y="483781"/>
                </a:lnTo>
                <a:lnTo>
                  <a:pt x="12718" y="483197"/>
                </a:lnTo>
                <a:lnTo>
                  <a:pt x="12356" y="482609"/>
                </a:lnTo>
                <a:lnTo>
                  <a:pt x="11999" y="482018"/>
                </a:lnTo>
                <a:lnTo>
                  <a:pt x="11647" y="481425"/>
                </a:lnTo>
                <a:lnTo>
                  <a:pt x="11299" y="480829"/>
                </a:lnTo>
                <a:lnTo>
                  <a:pt x="10957" y="480231"/>
                </a:lnTo>
                <a:lnTo>
                  <a:pt x="10619" y="479630"/>
                </a:lnTo>
                <a:lnTo>
                  <a:pt x="10287" y="479026"/>
                </a:lnTo>
                <a:lnTo>
                  <a:pt x="9959" y="478419"/>
                </a:lnTo>
                <a:lnTo>
                  <a:pt x="9637" y="477810"/>
                </a:lnTo>
                <a:lnTo>
                  <a:pt x="9320" y="477198"/>
                </a:lnTo>
                <a:lnTo>
                  <a:pt x="9007" y="476583"/>
                </a:lnTo>
                <a:lnTo>
                  <a:pt x="8700" y="475966"/>
                </a:lnTo>
                <a:lnTo>
                  <a:pt x="8397" y="475346"/>
                </a:lnTo>
                <a:lnTo>
                  <a:pt x="8100" y="474723"/>
                </a:lnTo>
                <a:lnTo>
                  <a:pt x="7807" y="474098"/>
                </a:lnTo>
                <a:lnTo>
                  <a:pt x="7520" y="473471"/>
                </a:lnTo>
                <a:lnTo>
                  <a:pt x="7238" y="472840"/>
                </a:lnTo>
                <a:lnTo>
                  <a:pt x="6960" y="472208"/>
                </a:lnTo>
                <a:lnTo>
                  <a:pt x="6688" y="471572"/>
                </a:lnTo>
                <a:lnTo>
                  <a:pt x="6421" y="470935"/>
                </a:lnTo>
                <a:lnTo>
                  <a:pt x="6159" y="470295"/>
                </a:lnTo>
                <a:lnTo>
                  <a:pt x="5902" y="469653"/>
                </a:lnTo>
                <a:lnTo>
                  <a:pt x="5651" y="469010"/>
                </a:lnTo>
                <a:lnTo>
                  <a:pt x="5405" y="468365"/>
                </a:lnTo>
                <a:lnTo>
                  <a:pt x="5164" y="467718"/>
                </a:lnTo>
                <a:lnTo>
                  <a:pt x="4929" y="467069"/>
                </a:lnTo>
                <a:lnTo>
                  <a:pt x="4699" y="466419"/>
                </a:lnTo>
                <a:lnTo>
                  <a:pt x="4475" y="465766"/>
                </a:lnTo>
                <a:lnTo>
                  <a:pt x="4256" y="465112"/>
                </a:lnTo>
                <a:lnTo>
                  <a:pt x="4042" y="464457"/>
                </a:lnTo>
                <a:lnTo>
                  <a:pt x="3834" y="463800"/>
                </a:lnTo>
                <a:lnTo>
                  <a:pt x="3631" y="463141"/>
                </a:lnTo>
                <a:lnTo>
                  <a:pt x="3434" y="462480"/>
                </a:lnTo>
                <a:lnTo>
                  <a:pt x="3242" y="461818"/>
                </a:lnTo>
                <a:lnTo>
                  <a:pt x="3055" y="461154"/>
                </a:lnTo>
                <a:lnTo>
                  <a:pt x="2874" y="460489"/>
                </a:lnTo>
                <a:lnTo>
                  <a:pt x="2698" y="459822"/>
                </a:lnTo>
                <a:lnTo>
                  <a:pt x="2528" y="459153"/>
                </a:lnTo>
                <a:lnTo>
                  <a:pt x="2363" y="458483"/>
                </a:lnTo>
                <a:lnTo>
                  <a:pt x="2204" y="457811"/>
                </a:lnTo>
                <a:lnTo>
                  <a:pt x="2050" y="457138"/>
                </a:lnTo>
                <a:lnTo>
                  <a:pt x="1901" y="456463"/>
                </a:lnTo>
                <a:lnTo>
                  <a:pt x="1758" y="455787"/>
                </a:lnTo>
                <a:lnTo>
                  <a:pt x="1621" y="455109"/>
                </a:lnTo>
                <a:lnTo>
                  <a:pt x="1489" y="454431"/>
                </a:lnTo>
                <a:lnTo>
                  <a:pt x="1362" y="453751"/>
                </a:lnTo>
                <a:lnTo>
                  <a:pt x="1241" y="453071"/>
                </a:lnTo>
                <a:lnTo>
                  <a:pt x="1126" y="452390"/>
                </a:lnTo>
                <a:lnTo>
                  <a:pt x="1016" y="451709"/>
                </a:lnTo>
                <a:lnTo>
                  <a:pt x="912" y="451027"/>
                </a:lnTo>
                <a:lnTo>
                  <a:pt x="813" y="450344"/>
                </a:lnTo>
                <a:lnTo>
                  <a:pt x="720" y="449660"/>
                </a:lnTo>
                <a:lnTo>
                  <a:pt x="633" y="448976"/>
                </a:lnTo>
                <a:lnTo>
                  <a:pt x="552" y="448292"/>
                </a:lnTo>
                <a:lnTo>
                  <a:pt x="476" y="447606"/>
                </a:lnTo>
                <a:lnTo>
                  <a:pt x="405" y="446921"/>
                </a:lnTo>
                <a:lnTo>
                  <a:pt x="340" y="446234"/>
                </a:lnTo>
                <a:lnTo>
                  <a:pt x="281" y="445547"/>
                </a:lnTo>
                <a:lnTo>
                  <a:pt x="228" y="444860"/>
                </a:lnTo>
                <a:lnTo>
                  <a:pt x="180" y="444172"/>
                </a:lnTo>
                <a:lnTo>
                  <a:pt x="138" y="443484"/>
                </a:lnTo>
                <a:lnTo>
                  <a:pt x="101" y="442795"/>
                </a:lnTo>
                <a:lnTo>
                  <a:pt x="70" y="442105"/>
                </a:lnTo>
                <a:lnTo>
                  <a:pt x="45" y="441415"/>
                </a:lnTo>
                <a:lnTo>
                  <a:pt x="25" y="440725"/>
                </a:lnTo>
                <a:lnTo>
                  <a:pt x="11" y="440034"/>
                </a:lnTo>
                <a:lnTo>
                  <a:pt x="3" y="439343"/>
                </a:lnTo>
                <a:lnTo>
                  <a:pt x="0" y="438669"/>
                </a:lnTo>
                <a:lnTo>
                  <a:pt x="0" y="84339"/>
                </a:lnTo>
                <a:lnTo>
                  <a:pt x="3" y="83664"/>
                </a:lnTo>
                <a:lnTo>
                  <a:pt x="11" y="82973"/>
                </a:lnTo>
                <a:lnTo>
                  <a:pt x="25" y="82282"/>
                </a:lnTo>
                <a:lnTo>
                  <a:pt x="45" y="81592"/>
                </a:lnTo>
                <a:lnTo>
                  <a:pt x="70" y="80902"/>
                </a:lnTo>
                <a:lnTo>
                  <a:pt x="101" y="80213"/>
                </a:lnTo>
                <a:lnTo>
                  <a:pt x="138" y="79524"/>
                </a:lnTo>
                <a:lnTo>
                  <a:pt x="180" y="78836"/>
                </a:lnTo>
                <a:lnTo>
                  <a:pt x="228" y="78148"/>
                </a:lnTo>
                <a:lnTo>
                  <a:pt x="281" y="77460"/>
                </a:lnTo>
                <a:lnTo>
                  <a:pt x="340" y="76773"/>
                </a:lnTo>
                <a:lnTo>
                  <a:pt x="405" y="76087"/>
                </a:lnTo>
                <a:lnTo>
                  <a:pt x="476" y="75401"/>
                </a:lnTo>
                <a:lnTo>
                  <a:pt x="552" y="74716"/>
                </a:lnTo>
                <a:lnTo>
                  <a:pt x="633" y="74032"/>
                </a:lnTo>
                <a:lnTo>
                  <a:pt x="720" y="73348"/>
                </a:lnTo>
                <a:lnTo>
                  <a:pt x="813" y="72664"/>
                </a:lnTo>
                <a:lnTo>
                  <a:pt x="912" y="71982"/>
                </a:lnTo>
                <a:lnTo>
                  <a:pt x="1016" y="71299"/>
                </a:lnTo>
                <a:lnTo>
                  <a:pt x="1126" y="70618"/>
                </a:lnTo>
                <a:lnTo>
                  <a:pt x="1241" y="69937"/>
                </a:lnTo>
                <a:lnTo>
                  <a:pt x="1362" y="69257"/>
                </a:lnTo>
                <a:lnTo>
                  <a:pt x="1489" y="68578"/>
                </a:lnTo>
                <a:lnTo>
                  <a:pt x="1621" y="67900"/>
                </a:lnTo>
                <a:lnTo>
                  <a:pt x="1758" y="67222"/>
                </a:lnTo>
                <a:lnTo>
                  <a:pt x="1901" y="66546"/>
                </a:lnTo>
                <a:lnTo>
                  <a:pt x="2050" y="65871"/>
                </a:lnTo>
                <a:lnTo>
                  <a:pt x="2204" y="65198"/>
                </a:lnTo>
                <a:lnTo>
                  <a:pt x="2363" y="64526"/>
                </a:lnTo>
                <a:lnTo>
                  <a:pt x="2528" y="63856"/>
                </a:lnTo>
                <a:lnTo>
                  <a:pt x="2698" y="63188"/>
                </a:lnTo>
                <a:lnTo>
                  <a:pt x="2874" y="62521"/>
                </a:lnTo>
                <a:lnTo>
                  <a:pt x="3055" y="61855"/>
                </a:lnTo>
                <a:lnTo>
                  <a:pt x="3242" y="61192"/>
                </a:lnTo>
                <a:lnTo>
                  <a:pt x="3434" y="60530"/>
                </a:lnTo>
                <a:lnTo>
                  <a:pt x="3631" y="59869"/>
                </a:lnTo>
                <a:lnTo>
                  <a:pt x="3834" y="59210"/>
                </a:lnTo>
                <a:lnTo>
                  <a:pt x="4042" y="58553"/>
                </a:lnTo>
                <a:lnTo>
                  <a:pt x="4256" y="57897"/>
                </a:lnTo>
                <a:lnTo>
                  <a:pt x="4475" y="57244"/>
                </a:lnTo>
                <a:lnTo>
                  <a:pt x="4699" y="56591"/>
                </a:lnTo>
                <a:lnTo>
                  <a:pt x="4929" y="55941"/>
                </a:lnTo>
                <a:lnTo>
                  <a:pt x="5165" y="55292"/>
                </a:lnTo>
                <a:lnTo>
                  <a:pt x="5405" y="54645"/>
                </a:lnTo>
                <a:lnTo>
                  <a:pt x="5651" y="54000"/>
                </a:lnTo>
                <a:lnTo>
                  <a:pt x="5902" y="53356"/>
                </a:lnTo>
                <a:lnTo>
                  <a:pt x="6159" y="52715"/>
                </a:lnTo>
                <a:lnTo>
                  <a:pt x="6421" y="52075"/>
                </a:lnTo>
                <a:lnTo>
                  <a:pt x="6688" y="51437"/>
                </a:lnTo>
                <a:lnTo>
                  <a:pt x="6960" y="50802"/>
                </a:lnTo>
                <a:lnTo>
                  <a:pt x="7238" y="50169"/>
                </a:lnTo>
                <a:lnTo>
                  <a:pt x="7520" y="49539"/>
                </a:lnTo>
                <a:lnTo>
                  <a:pt x="7807" y="48911"/>
                </a:lnTo>
                <a:lnTo>
                  <a:pt x="8100" y="48286"/>
                </a:lnTo>
                <a:lnTo>
                  <a:pt x="8397" y="47664"/>
                </a:lnTo>
                <a:lnTo>
                  <a:pt x="8700" y="47044"/>
                </a:lnTo>
                <a:lnTo>
                  <a:pt x="9007" y="46426"/>
                </a:lnTo>
                <a:lnTo>
                  <a:pt x="9320" y="45812"/>
                </a:lnTo>
                <a:lnTo>
                  <a:pt x="9637" y="45200"/>
                </a:lnTo>
                <a:lnTo>
                  <a:pt x="9960" y="44590"/>
                </a:lnTo>
                <a:lnTo>
                  <a:pt x="10287" y="43984"/>
                </a:lnTo>
                <a:lnTo>
                  <a:pt x="10620" y="43380"/>
                </a:lnTo>
                <a:lnTo>
                  <a:pt x="10957" y="42778"/>
                </a:lnTo>
                <a:lnTo>
                  <a:pt x="11299" y="42180"/>
                </a:lnTo>
                <a:lnTo>
                  <a:pt x="11647" y="41584"/>
                </a:lnTo>
                <a:lnTo>
                  <a:pt x="11999" y="40991"/>
                </a:lnTo>
                <a:lnTo>
                  <a:pt x="12356" y="40400"/>
                </a:lnTo>
                <a:lnTo>
                  <a:pt x="12719" y="39813"/>
                </a:lnTo>
                <a:lnTo>
                  <a:pt x="13086" y="39228"/>
                </a:lnTo>
                <a:lnTo>
                  <a:pt x="13458" y="38646"/>
                </a:lnTo>
                <a:lnTo>
                  <a:pt x="13835" y="38066"/>
                </a:lnTo>
                <a:lnTo>
                  <a:pt x="14216" y="37490"/>
                </a:lnTo>
                <a:lnTo>
                  <a:pt x="14603" y="36917"/>
                </a:lnTo>
                <a:lnTo>
                  <a:pt x="14994" y="36347"/>
                </a:lnTo>
                <a:lnTo>
                  <a:pt x="15389" y="35781"/>
                </a:lnTo>
                <a:lnTo>
                  <a:pt x="15789" y="35217"/>
                </a:lnTo>
                <a:lnTo>
                  <a:pt x="16193" y="34658"/>
                </a:lnTo>
                <a:lnTo>
                  <a:pt x="16602" y="34102"/>
                </a:lnTo>
                <a:lnTo>
                  <a:pt x="17015" y="33549"/>
                </a:lnTo>
                <a:lnTo>
                  <a:pt x="17433" y="33000"/>
                </a:lnTo>
                <a:lnTo>
                  <a:pt x="17855" y="32455"/>
                </a:lnTo>
                <a:lnTo>
                  <a:pt x="18281" y="31913"/>
                </a:lnTo>
                <a:lnTo>
                  <a:pt x="18712" y="31375"/>
                </a:lnTo>
                <a:lnTo>
                  <a:pt x="19147" y="30840"/>
                </a:lnTo>
                <a:lnTo>
                  <a:pt x="19587" y="30309"/>
                </a:lnTo>
                <a:lnTo>
                  <a:pt x="20031" y="29782"/>
                </a:lnTo>
                <a:lnTo>
                  <a:pt x="20479" y="29258"/>
                </a:lnTo>
                <a:lnTo>
                  <a:pt x="20932" y="28738"/>
                </a:lnTo>
                <a:lnTo>
                  <a:pt x="21388" y="28221"/>
                </a:lnTo>
                <a:lnTo>
                  <a:pt x="21850" y="27708"/>
                </a:lnTo>
                <a:lnTo>
                  <a:pt x="22315" y="27199"/>
                </a:lnTo>
                <a:lnTo>
                  <a:pt x="22785" y="26693"/>
                </a:lnTo>
                <a:lnTo>
                  <a:pt x="23259" y="26191"/>
                </a:lnTo>
                <a:lnTo>
                  <a:pt x="23737" y="25693"/>
                </a:lnTo>
                <a:lnTo>
                  <a:pt x="24220" y="25199"/>
                </a:lnTo>
                <a:lnTo>
                  <a:pt x="24707" y="24707"/>
                </a:lnTo>
                <a:lnTo>
                  <a:pt x="25199" y="24220"/>
                </a:lnTo>
                <a:lnTo>
                  <a:pt x="25693" y="23738"/>
                </a:lnTo>
                <a:lnTo>
                  <a:pt x="26191" y="23259"/>
                </a:lnTo>
                <a:lnTo>
                  <a:pt x="26693" y="22785"/>
                </a:lnTo>
                <a:lnTo>
                  <a:pt x="27199" y="22315"/>
                </a:lnTo>
                <a:lnTo>
                  <a:pt x="27708" y="21850"/>
                </a:lnTo>
                <a:lnTo>
                  <a:pt x="28221" y="21389"/>
                </a:lnTo>
                <a:lnTo>
                  <a:pt x="28738" y="20932"/>
                </a:lnTo>
                <a:lnTo>
                  <a:pt x="29258" y="20479"/>
                </a:lnTo>
                <a:lnTo>
                  <a:pt x="29782" y="20031"/>
                </a:lnTo>
                <a:lnTo>
                  <a:pt x="30309" y="19587"/>
                </a:lnTo>
                <a:lnTo>
                  <a:pt x="30840" y="19148"/>
                </a:lnTo>
                <a:lnTo>
                  <a:pt x="31375" y="18713"/>
                </a:lnTo>
                <a:lnTo>
                  <a:pt x="31913" y="18282"/>
                </a:lnTo>
                <a:lnTo>
                  <a:pt x="32455" y="17855"/>
                </a:lnTo>
                <a:lnTo>
                  <a:pt x="33000" y="17433"/>
                </a:lnTo>
                <a:lnTo>
                  <a:pt x="33549" y="17016"/>
                </a:lnTo>
                <a:lnTo>
                  <a:pt x="34102" y="16602"/>
                </a:lnTo>
                <a:lnTo>
                  <a:pt x="34658" y="16194"/>
                </a:lnTo>
                <a:lnTo>
                  <a:pt x="35217" y="15789"/>
                </a:lnTo>
                <a:lnTo>
                  <a:pt x="35780" y="15389"/>
                </a:lnTo>
                <a:lnTo>
                  <a:pt x="36347" y="14994"/>
                </a:lnTo>
                <a:lnTo>
                  <a:pt x="36917" y="14603"/>
                </a:lnTo>
                <a:lnTo>
                  <a:pt x="37491" y="14216"/>
                </a:lnTo>
                <a:lnTo>
                  <a:pt x="38068" y="13834"/>
                </a:lnTo>
                <a:lnTo>
                  <a:pt x="38647" y="13457"/>
                </a:lnTo>
                <a:lnTo>
                  <a:pt x="39229" y="13085"/>
                </a:lnTo>
                <a:lnTo>
                  <a:pt x="39814" y="12718"/>
                </a:lnTo>
                <a:lnTo>
                  <a:pt x="40401" y="12356"/>
                </a:lnTo>
                <a:lnTo>
                  <a:pt x="40992" y="11999"/>
                </a:lnTo>
                <a:lnTo>
                  <a:pt x="41585" y="11647"/>
                </a:lnTo>
                <a:lnTo>
                  <a:pt x="42181" y="11300"/>
                </a:lnTo>
                <a:lnTo>
                  <a:pt x="42779" y="10957"/>
                </a:lnTo>
                <a:lnTo>
                  <a:pt x="43380" y="10620"/>
                </a:lnTo>
                <a:lnTo>
                  <a:pt x="43984" y="10288"/>
                </a:lnTo>
                <a:lnTo>
                  <a:pt x="44591" y="9960"/>
                </a:lnTo>
                <a:lnTo>
                  <a:pt x="45200" y="9638"/>
                </a:lnTo>
                <a:lnTo>
                  <a:pt x="45812" y="9321"/>
                </a:lnTo>
                <a:lnTo>
                  <a:pt x="46426" y="9008"/>
                </a:lnTo>
                <a:lnTo>
                  <a:pt x="47043" y="8701"/>
                </a:lnTo>
                <a:lnTo>
                  <a:pt x="47663" y="8398"/>
                </a:lnTo>
                <a:lnTo>
                  <a:pt x="48286" y="8101"/>
                </a:lnTo>
                <a:lnTo>
                  <a:pt x="48910" y="7809"/>
                </a:lnTo>
                <a:lnTo>
                  <a:pt x="49538" y="7521"/>
                </a:lnTo>
                <a:lnTo>
                  <a:pt x="50168" y="7239"/>
                </a:lnTo>
                <a:lnTo>
                  <a:pt x="50801" y="6962"/>
                </a:lnTo>
                <a:lnTo>
                  <a:pt x="51436" y="6689"/>
                </a:lnTo>
                <a:lnTo>
                  <a:pt x="52074" y="6422"/>
                </a:lnTo>
                <a:lnTo>
                  <a:pt x="52715" y="6160"/>
                </a:lnTo>
                <a:lnTo>
                  <a:pt x="53356" y="5903"/>
                </a:lnTo>
                <a:lnTo>
                  <a:pt x="54000" y="5652"/>
                </a:lnTo>
                <a:lnTo>
                  <a:pt x="54645" y="5406"/>
                </a:lnTo>
                <a:lnTo>
                  <a:pt x="55292" y="5165"/>
                </a:lnTo>
                <a:lnTo>
                  <a:pt x="55940" y="4930"/>
                </a:lnTo>
                <a:lnTo>
                  <a:pt x="56591" y="4700"/>
                </a:lnTo>
                <a:lnTo>
                  <a:pt x="57243" y="4476"/>
                </a:lnTo>
                <a:lnTo>
                  <a:pt x="57897" y="4257"/>
                </a:lnTo>
                <a:lnTo>
                  <a:pt x="58552" y="4043"/>
                </a:lnTo>
                <a:lnTo>
                  <a:pt x="59209" y="3835"/>
                </a:lnTo>
                <a:lnTo>
                  <a:pt x="59868" y="3632"/>
                </a:lnTo>
                <a:lnTo>
                  <a:pt x="60528" y="3435"/>
                </a:lnTo>
                <a:lnTo>
                  <a:pt x="61191" y="3243"/>
                </a:lnTo>
                <a:lnTo>
                  <a:pt x="61854" y="3056"/>
                </a:lnTo>
                <a:lnTo>
                  <a:pt x="62520" y="2875"/>
                </a:lnTo>
                <a:lnTo>
                  <a:pt x="63187" y="2699"/>
                </a:lnTo>
                <a:lnTo>
                  <a:pt x="63855" y="2529"/>
                </a:lnTo>
                <a:lnTo>
                  <a:pt x="64525" y="2364"/>
                </a:lnTo>
                <a:lnTo>
                  <a:pt x="65197" y="2204"/>
                </a:lnTo>
                <a:lnTo>
                  <a:pt x="65870" y="2050"/>
                </a:lnTo>
                <a:lnTo>
                  <a:pt x="66545" y="1902"/>
                </a:lnTo>
                <a:lnTo>
                  <a:pt x="67221" y="1759"/>
                </a:lnTo>
                <a:lnTo>
                  <a:pt x="67899" y="1621"/>
                </a:lnTo>
                <a:lnTo>
                  <a:pt x="68578" y="1489"/>
                </a:lnTo>
                <a:lnTo>
                  <a:pt x="69257" y="1362"/>
                </a:lnTo>
                <a:lnTo>
                  <a:pt x="69937" y="1241"/>
                </a:lnTo>
                <a:lnTo>
                  <a:pt x="70618" y="1126"/>
                </a:lnTo>
                <a:lnTo>
                  <a:pt x="71300" y="1016"/>
                </a:lnTo>
                <a:lnTo>
                  <a:pt x="71982" y="912"/>
                </a:lnTo>
                <a:lnTo>
                  <a:pt x="72665" y="814"/>
                </a:lnTo>
                <a:lnTo>
                  <a:pt x="73348" y="721"/>
                </a:lnTo>
                <a:lnTo>
                  <a:pt x="74032" y="634"/>
                </a:lnTo>
                <a:lnTo>
                  <a:pt x="74717" y="552"/>
                </a:lnTo>
                <a:lnTo>
                  <a:pt x="75402" y="476"/>
                </a:lnTo>
                <a:lnTo>
                  <a:pt x="76088" y="405"/>
                </a:lnTo>
                <a:lnTo>
                  <a:pt x="76774" y="341"/>
                </a:lnTo>
                <a:lnTo>
                  <a:pt x="77461" y="282"/>
                </a:lnTo>
                <a:lnTo>
                  <a:pt x="78148" y="228"/>
                </a:lnTo>
                <a:lnTo>
                  <a:pt x="78836" y="180"/>
                </a:lnTo>
                <a:lnTo>
                  <a:pt x="79524" y="138"/>
                </a:lnTo>
                <a:lnTo>
                  <a:pt x="80213" y="101"/>
                </a:lnTo>
                <a:lnTo>
                  <a:pt x="80902" y="70"/>
                </a:lnTo>
                <a:lnTo>
                  <a:pt x="81592" y="45"/>
                </a:lnTo>
                <a:lnTo>
                  <a:pt x="82282" y="25"/>
                </a:lnTo>
                <a:lnTo>
                  <a:pt x="82972" y="11"/>
                </a:lnTo>
                <a:lnTo>
                  <a:pt x="83663" y="3"/>
                </a:lnTo>
                <a:close/>
                <a:moveTo>
                  <a:pt x="2631895" y="16871"/>
                </a:moveTo>
                <a:lnTo>
                  <a:pt x="84374" y="16871"/>
                </a:lnTo>
                <a:lnTo>
                  <a:pt x="83803" y="16873"/>
                </a:lnTo>
                <a:lnTo>
                  <a:pt x="83249" y="16880"/>
                </a:lnTo>
                <a:lnTo>
                  <a:pt x="82696" y="16891"/>
                </a:lnTo>
                <a:lnTo>
                  <a:pt x="82143" y="16907"/>
                </a:lnTo>
                <a:lnTo>
                  <a:pt x="81591" y="16928"/>
                </a:lnTo>
                <a:lnTo>
                  <a:pt x="81040" y="16952"/>
                </a:lnTo>
                <a:lnTo>
                  <a:pt x="80489" y="16982"/>
                </a:lnTo>
                <a:lnTo>
                  <a:pt x="79938" y="17016"/>
                </a:lnTo>
                <a:lnTo>
                  <a:pt x="79388" y="17054"/>
                </a:lnTo>
                <a:lnTo>
                  <a:pt x="78839" y="17097"/>
                </a:lnTo>
                <a:lnTo>
                  <a:pt x="78290" y="17144"/>
                </a:lnTo>
                <a:lnTo>
                  <a:pt x="77741" y="17196"/>
                </a:lnTo>
                <a:lnTo>
                  <a:pt x="77193" y="17252"/>
                </a:lnTo>
                <a:lnTo>
                  <a:pt x="76646" y="17313"/>
                </a:lnTo>
                <a:lnTo>
                  <a:pt x="76098" y="17378"/>
                </a:lnTo>
                <a:lnTo>
                  <a:pt x="75552" y="17448"/>
                </a:lnTo>
                <a:lnTo>
                  <a:pt x="75005" y="17522"/>
                </a:lnTo>
                <a:lnTo>
                  <a:pt x="74459" y="17601"/>
                </a:lnTo>
                <a:lnTo>
                  <a:pt x="73914" y="17684"/>
                </a:lnTo>
                <a:lnTo>
                  <a:pt x="73368" y="17772"/>
                </a:lnTo>
                <a:lnTo>
                  <a:pt x="72823" y="17864"/>
                </a:lnTo>
                <a:lnTo>
                  <a:pt x="72279" y="17961"/>
                </a:lnTo>
                <a:lnTo>
                  <a:pt x="71735" y="18062"/>
                </a:lnTo>
                <a:lnTo>
                  <a:pt x="71191" y="18168"/>
                </a:lnTo>
                <a:lnTo>
                  <a:pt x="70647" y="18279"/>
                </a:lnTo>
                <a:lnTo>
                  <a:pt x="70106" y="18393"/>
                </a:lnTo>
                <a:lnTo>
                  <a:pt x="69566" y="18512"/>
                </a:lnTo>
                <a:lnTo>
                  <a:pt x="69027" y="18635"/>
                </a:lnTo>
                <a:lnTo>
                  <a:pt x="68489" y="18763"/>
                </a:lnTo>
                <a:lnTo>
                  <a:pt x="67953" y="18895"/>
                </a:lnTo>
                <a:lnTo>
                  <a:pt x="67419" y="19031"/>
                </a:lnTo>
                <a:lnTo>
                  <a:pt x="66886" y="19172"/>
                </a:lnTo>
                <a:lnTo>
                  <a:pt x="66354" y="19316"/>
                </a:lnTo>
                <a:lnTo>
                  <a:pt x="65823" y="19466"/>
                </a:lnTo>
                <a:lnTo>
                  <a:pt x="65294" y="19619"/>
                </a:lnTo>
                <a:lnTo>
                  <a:pt x="64766" y="19777"/>
                </a:lnTo>
                <a:lnTo>
                  <a:pt x="64240" y="19939"/>
                </a:lnTo>
                <a:lnTo>
                  <a:pt x="63715" y="20105"/>
                </a:lnTo>
                <a:lnTo>
                  <a:pt x="63191" y="20276"/>
                </a:lnTo>
                <a:lnTo>
                  <a:pt x="62668" y="20451"/>
                </a:lnTo>
                <a:lnTo>
                  <a:pt x="62146" y="20631"/>
                </a:lnTo>
                <a:lnTo>
                  <a:pt x="61626" y="20815"/>
                </a:lnTo>
                <a:lnTo>
                  <a:pt x="61107" y="21003"/>
                </a:lnTo>
                <a:lnTo>
                  <a:pt x="60589" y="21195"/>
                </a:lnTo>
                <a:lnTo>
                  <a:pt x="60073" y="21392"/>
                </a:lnTo>
                <a:lnTo>
                  <a:pt x="59557" y="21593"/>
                </a:lnTo>
                <a:lnTo>
                  <a:pt x="59043" y="21799"/>
                </a:lnTo>
                <a:lnTo>
                  <a:pt x="58531" y="22009"/>
                </a:lnTo>
                <a:lnTo>
                  <a:pt x="58020" y="22223"/>
                </a:lnTo>
                <a:lnTo>
                  <a:pt x="57511" y="22441"/>
                </a:lnTo>
                <a:lnTo>
                  <a:pt x="57004" y="22663"/>
                </a:lnTo>
                <a:lnTo>
                  <a:pt x="56500" y="22889"/>
                </a:lnTo>
                <a:lnTo>
                  <a:pt x="55997" y="23119"/>
                </a:lnTo>
                <a:lnTo>
                  <a:pt x="55497" y="23353"/>
                </a:lnTo>
                <a:lnTo>
                  <a:pt x="55000" y="23591"/>
                </a:lnTo>
                <a:lnTo>
                  <a:pt x="54504" y="23833"/>
                </a:lnTo>
                <a:lnTo>
                  <a:pt x="54010" y="24079"/>
                </a:lnTo>
                <a:lnTo>
                  <a:pt x="53519" y="24329"/>
                </a:lnTo>
                <a:lnTo>
                  <a:pt x="53030" y="24582"/>
                </a:lnTo>
                <a:lnTo>
                  <a:pt x="52543" y="24840"/>
                </a:lnTo>
                <a:lnTo>
                  <a:pt x="52058" y="25102"/>
                </a:lnTo>
                <a:lnTo>
                  <a:pt x="51576" y="25367"/>
                </a:lnTo>
                <a:lnTo>
                  <a:pt x="51095" y="25637"/>
                </a:lnTo>
                <a:lnTo>
                  <a:pt x="50616" y="25911"/>
                </a:lnTo>
                <a:lnTo>
                  <a:pt x="50140" y="26188"/>
                </a:lnTo>
                <a:lnTo>
                  <a:pt x="49666" y="26470"/>
                </a:lnTo>
                <a:lnTo>
                  <a:pt x="49193" y="26756"/>
                </a:lnTo>
                <a:lnTo>
                  <a:pt x="48723" y="27046"/>
                </a:lnTo>
                <a:lnTo>
                  <a:pt x="48255" y="27339"/>
                </a:lnTo>
                <a:lnTo>
                  <a:pt x="47789" y="27637"/>
                </a:lnTo>
                <a:lnTo>
                  <a:pt x="47324" y="27939"/>
                </a:lnTo>
                <a:lnTo>
                  <a:pt x="46863" y="28245"/>
                </a:lnTo>
                <a:lnTo>
                  <a:pt x="46404" y="28554"/>
                </a:lnTo>
                <a:lnTo>
                  <a:pt x="45947" y="28867"/>
                </a:lnTo>
                <a:lnTo>
                  <a:pt x="45494" y="29184"/>
                </a:lnTo>
                <a:lnTo>
                  <a:pt x="45043" y="29504"/>
                </a:lnTo>
                <a:lnTo>
                  <a:pt x="44596" y="29827"/>
                </a:lnTo>
                <a:lnTo>
                  <a:pt x="44151" y="30154"/>
                </a:lnTo>
                <a:lnTo>
                  <a:pt x="43709" y="30485"/>
                </a:lnTo>
                <a:lnTo>
                  <a:pt x="43270" y="30819"/>
                </a:lnTo>
                <a:lnTo>
                  <a:pt x="42834" y="31156"/>
                </a:lnTo>
                <a:lnTo>
                  <a:pt x="42401" y="31497"/>
                </a:lnTo>
                <a:lnTo>
                  <a:pt x="41971" y="31841"/>
                </a:lnTo>
                <a:lnTo>
                  <a:pt x="41544" y="32189"/>
                </a:lnTo>
                <a:lnTo>
                  <a:pt x="41119" y="32540"/>
                </a:lnTo>
                <a:lnTo>
                  <a:pt x="40698" y="32895"/>
                </a:lnTo>
                <a:lnTo>
                  <a:pt x="40279" y="33253"/>
                </a:lnTo>
                <a:lnTo>
                  <a:pt x="39863" y="33615"/>
                </a:lnTo>
                <a:lnTo>
                  <a:pt x="39450" y="33980"/>
                </a:lnTo>
                <a:lnTo>
                  <a:pt x="39040" y="34349"/>
                </a:lnTo>
                <a:lnTo>
                  <a:pt x="38632" y="34722"/>
                </a:lnTo>
                <a:lnTo>
                  <a:pt x="38228" y="35098"/>
                </a:lnTo>
                <a:lnTo>
                  <a:pt x="37826" y="35478"/>
                </a:lnTo>
                <a:lnTo>
                  <a:pt x="37427" y="35861"/>
                </a:lnTo>
                <a:lnTo>
                  <a:pt x="37030" y="36247"/>
                </a:lnTo>
                <a:lnTo>
                  <a:pt x="36637" y="36637"/>
                </a:lnTo>
                <a:lnTo>
                  <a:pt x="36247" y="37031"/>
                </a:lnTo>
                <a:lnTo>
                  <a:pt x="35860" y="37427"/>
                </a:lnTo>
                <a:lnTo>
                  <a:pt x="35477" y="37826"/>
                </a:lnTo>
                <a:lnTo>
                  <a:pt x="35097" y="38228"/>
                </a:lnTo>
                <a:lnTo>
                  <a:pt x="34721" y="38633"/>
                </a:lnTo>
                <a:lnTo>
                  <a:pt x="34349" y="39040"/>
                </a:lnTo>
                <a:lnTo>
                  <a:pt x="33980" y="39450"/>
                </a:lnTo>
                <a:lnTo>
                  <a:pt x="33615" y="39864"/>
                </a:lnTo>
                <a:lnTo>
                  <a:pt x="33253" y="40279"/>
                </a:lnTo>
                <a:lnTo>
                  <a:pt x="32895" y="40698"/>
                </a:lnTo>
                <a:lnTo>
                  <a:pt x="32540" y="41120"/>
                </a:lnTo>
                <a:lnTo>
                  <a:pt x="32189" y="41544"/>
                </a:lnTo>
                <a:lnTo>
                  <a:pt x="31841" y="41971"/>
                </a:lnTo>
                <a:lnTo>
                  <a:pt x="31497" y="42401"/>
                </a:lnTo>
                <a:lnTo>
                  <a:pt x="31156" y="42834"/>
                </a:lnTo>
                <a:lnTo>
                  <a:pt x="30819" y="43270"/>
                </a:lnTo>
                <a:lnTo>
                  <a:pt x="30485" y="43709"/>
                </a:lnTo>
                <a:lnTo>
                  <a:pt x="30154" y="44151"/>
                </a:lnTo>
                <a:lnTo>
                  <a:pt x="29828" y="44595"/>
                </a:lnTo>
                <a:lnTo>
                  <a:pt x="29504" y="45043"/>
                </a:lnTo>
                <a:lnTo>
                  <a:pt x="29184" y="45493"/>
                </a:lnTo>
                <a:lnTo>
                  <a:pt x="28868" y="45947"/>
                </a:lnTo>
                <a:lnTo>
                  <a:pt x="28554" y="46404"/>
                </a:lnTo>
                <a:lnTo>
                  <a:pt x="28244" y="46864"/>
                </a:lnTo>
                <a:lnTo>
                  <a:pt x="27938" y="47326"/>
                </a:lnTo>
                <a:lnTo>
                  <a:pt x="27636" y="47790"/>
                </a:lnTo>
                <a:lnTo>
                  <a:pt x="27338" y="48256"/>
                </a:lnTo>
                <a:lnTo>
                  <a:pt x="27044" y="48724"/>
                </a:lnTo>
                <a:lnTo>
                  <a:pt x="26755" y="49194"/>
                </a:lnTo>
                <a:lnTo>
                  <a:pt x="26469" y="49666"/>
                </a:lnTo>
                <a:lnTo>
                  <a:pt x="26187" y="50141"/>
                </a:lnTo>
                <a:lnTo>
                  <a:pt x="25910" y="50617"/>
                </a:lnTo>
                <a:lnTo>
                  <a:pt x="25636" y="51095"/>
                </a:lnTo>
                <a:lnTo>
                  <a:pt x="25366" y="51576"/>
                </a:lnTo>
                <a:lnTo>
                  <a:pt x="25101" y="52058"/>
                </a:lnTo>
                <a:lnTo>
                  <a:pt x="24839" y="52543"/>
                </a:lnTo>
                <a:lnTo>
                  <a:pt x="24581" y="53030"/>
                </a:lnTo>
                <a:lnTo>
                  <a:pt x="24328" y="53519"/>
                </a:lnTo>
                <a:lnTo>
                  <a:pt x="24078" y="54010"/>
                </a:lnTo>
                <a:lnTo>
                  <a:pt x="23832" y="54504"/>
                </a:lnTo>
                <a:lnTo>
                  <a:pt x="23590" y="54999"/>
                </a:lnTo>
                <a:lnTo>
                  <a:pt x="23353" y="55497"/>
                </a:lnTo>
                <a:lnTo>
                  <a:pt x="23119" y="55997"/>
                </a:lnTo>
                <a:lnTo>
                  <a:pt x="22889" y="56499"/>
                </a:lnTo>
                <a:lnTo>
                  <a:pt x="22663" y="57004"/>
                </a:lnTo>
                <a:lnTo>
                  <a:pt x="22441" y="57510"/>
                </a:lnTo>
                <a:lnTo>
                  <a:pt x="22223" y="58019"/>
                </a:lnTo>
                <a:lnTo>
                  <a:pt x="22008" y="58531"/>
                </a:lnTo>
                <a:lnTo>
                  <a:pt x="21798" y="59044"/>
                </a:lnTo>
                <a:lnTo>
                  <a:pt x="21593" y="59558"/>
                </a:lnTo>
                <a:lnTo>
                  <a:pt x="21391" y="60073"/>
                </a:lnTo>
                <a:lnTo>
                  <a:pt x="21194" y="60590"/>
                </a:lnTo>
                <a:lnTo>
                  <a:pt x="21002" y="61108"/>
                </a:lnTo>
                <a:lnTo>
                  <a:pt x="20814" y="61626"/>
                </a:lnTo>
                <a:lnTo>
                  <a:pt x="20630" y="62147"/>
                </a:lnTo>
                <a:lnTo>
                  <a:pt x="20451" y="62668"/>
                </a:lnTo>
                <a:lnTo>
                  <a:pt x="20275" y="63191"/>
                </a:lnTo>
                <a:lnTo>
                  <a:pt x="20105" y="63715"/>
                </a:lnTo>
                <a:lnTo>
                  <a:pt x="19938" y="64240"/>
                </a:lnTo>
                <a:lnTo>
                  <a:pt x="19776" y="64767"/>
                </a:lnTo>
                <a:lnTo>
                  <a:pt x="19618" y="65294"/>
                </a:lnTo>
                <a:lnTo>
                  <a:pt x="19465" y="65824"/>
                </a:lnTo>
                <a:lnTo>
                  <a:pt x="19316" y="66354"/>
                </a:lnTo>
                <a:lnTo>
                  <a:pt x="19171" y="66886"/>
                </a:lnTo>
                <a:lnTo>
                  <a:pt x="19031" y="67419"/>
                </a:lnTo>
                <a:lnTo>
                  <a:pt x="18894" y="67954"/>
                </a:lnTo>
                <a:lnTo>
                  <a:pt x="18763" y="68490"/>
                </a:lnTo>
                <a:lnTo>
                  <a:pt x="18635" y="69027"/>
                </a:lnTo>
                <a:lnTo>
                  <a:pt x="18512" y="69566"/>
                </a:lnTo>
                <a:lnTo>
                  <a:pt x="18393" y="70106"/>
                </a:lnTo>
                <a:lnTo>
                  <a:pt x="18278" y="70648"/>
                </a:lnTo>
                <a:lnTo>
                  <a:pt x="18168" y="71191"/>
                </a:lnTo>
                <a:lnTo>
                  <a:pt x="18062" y="71735"/>
                </a:lnTo>
                <a:lnTo>
                  <a:pt x="17961" y="72279"/>
                </a:lnTo>
                <a:lnTo>
                  <a:pt x="17864" y="72824"/>
                </a:lnTo>
                <a:lnTo>
                  <a:pt x="17771" y="73369"/>
                </a:lnTo>
                <a:lnTo>
                  <a:pt x="17684" y="73914"/>
                </a:lnTo>
                <a:lnTo>
                  <a:pt x="17600" y="74459"/>
                </a:lnTo>
                <a:lnTo>
                  <a:pt x="17522" y="75005"/>
                </a:lnTo>
                <a:lnTo>
                  <a:pt x="17447" y="75551"/>
                </a:lnTo>
                <a:lnTo>
                  <a:pt x="17378" y="76098"/>
                </a:lnTo>
                <a:lnTo>
                  <a:pt x="17312" y="76645"/>
                </a:lnTo>
                <a:lnTo>
                  <a:pt x="17252" y="77193"/>
                </a:lnTo>
                <a:lnTo>
                  <a:pt x="17195" y="77741"/>
                </a:lnTo>
                <a:lnTo>
                  <a:pt x="17144" y="78289"/>
                </a:lnTo>
                <a:lnTo>
                  <a:pt x="17096" y="78838"/>
                </a:lnTo>
                <a:lnTo>
                  <a:pt x="17054" y="79387"/>
                </a:lnTo>
                <a:lnTo>
                  <a:pt x="17015" y="79937"/>
                </a:lnTo>
                <a:lnTo>
                  <a:pt x="16982" y="80488"/>
                </a:lnTo>
                <a:lnTo>
                  <a:pt x="16952" y="81039"/>
                </a:lnTo>
                <a:lnTo>
                  <a:pt x="16928" y="81590"/>
                </a:lnTo>
                <a:lnTo>
                  <a:pt x="16907" y="82142"/>
                </a:lnTo>
                <a:lnTo>
                  <a:pt x="16892" y="82695"/>
                </a:lnTo>
                <a:lnTo>
                  <a:pt x="16880" y="83248"/>
                </a:lnTo>
                <a:lnTo>
                  <a:pt x="16874" y="83801"/>
                </a:lnTo>
                <a:lnTo>
                  <a:pt x="16871" y="84373"/>
                </a:lnTo>
                <a:lnTo>
                  <a:pt x="16871" y="438635"/>
                </a:lnTo>
                <a:lnTo>
                  <a:pt x="16874" y="439206"/>
                </a:lnTo>
                <a:lnTo>
                  <a:pt x="16880" y="439760"/>
                </a:lnTo>
                <a:lnTo>
                  <a:pt x="16892" y="440313"/>
                </a:lnTo>
                <a:lnTo>
                  <a:pt x="16907" y="440866"/>
                </a:lnTo>
                <a:lnTo>
                  <a:pt x="16928" y="441418"/>
                </a:lnTo>
                <a:lnTo>
                  <a:pt x="16952" y="441969"/>
                </a:lnTo>
                <a:lnTo>
                  <a:pt x="16982" y="442520"/>
                </a:lnTo>
                <a:lnTo>
                  <a:pt x="17015" y="443070"/>
                </a:lnTo>
                <a:lnTo>
                  <a:pt x="17054" y="443620"/>
                </a:lnTo>
                <a:lnTo>
                  <a:pt x="17096" y="444170"/>
                </a:lnTo>
                <a:lnTo>
                  <a:pt x="17144" y="444719"/>
                </a:lnTo>
                <a:lnTo>
                  <a:pt x="17195" y="445267"/>
                </a:lnTo>
                <a:lnTo>
                  <a:pt x="17252" y="445815"/>
                </a:lnTo>
                <a:lnTo>
                  <a:pt x="17312" y="446363"/>
                </a:lnTo>
                <a:lnTo>
                  <a:pt x="17378" y="446910"/>
                </a:lnTo>
                <a:lnTo>
                  <a:pt x="17447" y="447457"/>
                </a:lnTo>
                <a:lnTo>
                  <a:pt x="17522" y="448003"/>
                </a:lnTo>
                <a:lnTo>
                  <a:pt x="17600" y="448549"/>
                </a:lnTo>
                <a:lnTo>
                  <a:pt x="17684" y="449095"/>
                </a:lnTo>
                <a:lnTo>
                  <a:pt x="17771" y="449640"/>
                </a:lnTo>
                <a:lnTo>
                  <a:pt x="17864" y="450185"/>
                </a:lnTo>
                <a:lnTo>
                  <a:pt x="17961" y="450730"/>
                </a:lnTo>
                <a:lnTo>
                  <a:pt x="18062" y="451274"/>
                </a:lnTo>
                <a:lnTo>
                  <a:pt x="18168" y="451818"/>
                </a:lnTo>
                <a:lnTo>
                  <a:pt x="18278" y="452362"/>
                </a:lnTo>
                <a:lnTo>
                  <a:pt x="18393" y="452904"/>
                </a:lnTo>
                <a:lnTo>
                  <a:pt x="18512" y="453444"/>
                </a:lnTo>
                <a:lnTo>
                  <a:pt x="18635" y="453983"/>
                </a:lnTo>
                <a:lnTo>
                  <a:pt x="18763" y="454520"/>
                </a:lnTo>
                <a:lnTo>
                  <a:pt x="18895" y="455056"/>
                </a:lnTo>
                <a:lnTo>
                  <a:pt x="19031" y="455591"/>
                </a:lnTo>
                <a:lnTo>
                  <a:pt x="19171" y="456124"/>
                </a:lnTo>
                <a:lnTo>
                  <a:pt x="19316" y="456656"/>
                </a:lnTo>
                <a:lnTo>
                  <a:pt x="19465" y="457187"/>
                </a:lnTo>
                <a:lnTo>
                  <a:pt x="19618" y="457716"/>
                </a:lnTo>
                <a:lnTo>
                  <a:pt x="19776" y="458244"/>
                </a:lnTo>
                <a:lnTo>
                  <a:pt x="19938" y="458770"/>
                </a:lnTo>
                <a:lnTo>
                  <a:pt x="20105" y="459295"/>
                </a:lnTo>
                <a:lnTo>
                  <a:pt x="20275" y="459819"/>
                </a:lnTo>
                <a:lnTo>
                  <a:pt x="20450" y="460342"/>
                </a:lnTo>
                <a:lnTo>
                  <a:pt x="20630" y="460863"/>
                </a:lnTo>
                <a:lnTo>
                  <a:pt x="20814" y="461383"/>
                </a:lnTo>
                <a:lnTo>
                  <a:pt x="21002" y="461902"/>
                </a:lnTo>
                <a:lnTo>
                  <a:pt x="21194" y="462420"/>
                </a:lnTo>
                <a:lnTo>
                  <a:pt x="21391" y="462936"/>
                </a:lnTo>
                <a:lnTo>
                  <a:pt x="21592" y="463451"/>
                </a:lnTo>
                <a:lnTo>
                  <a:pt x="21798" y="463965"/>
                </a:lnTo>
                <a:lnTo>
                  <a:pt x="22008" y="464478"/>
                </a:lnTo>
                <a:lnTo>
                  <a:pt x="22222" y="464990"/>
                </a:lnTo>
                <a:lnTo>
                  <a:pt x="22440" y="465499"/>
                </a:lnTo>
                <a:lnTo>
                  <a:pt x="22663" y="466006"/>
                </a:lnTo>
                <a:lnTo>
                  <a:pt x="22889" y="466510"/>
                </a:lnTo>
                <a:lnTo>
                  <a:pt x="23118" y="467012"/>
                </a:lnTo>
                <a:lnTo>
                  <a:pt x="23352" y="467512"/>
                </a:lnTo>
                <a:lnTo>
                  <a:pt x="23590" y="468010"/>
                </a:lnTo>
                <a:lnTo>
                  <a:pt x="23832" y="468505"/>
                </a:lnTo>
                <a:lnTo>
                  <a:pt x="24078" y="468999"/>
                </a:lnTo>
                <a:lnTo>
                  <a:pt x="24327" y="469490"/>
                </a:lnTo>
                <a:lnTo>
                  <a:pt x="24581" y="469979"/>
                </a:lnTo>
                <a:lnTo>
                  <a:pt x="24839" y="470466"/>
                </a:lnTo>
                <a:lnTo>
                  <a:pt x="25100" y="470951"/>
                </a:lnTo>
                <a:lnTo>
                  <a:pt x="25366" y="471433"/>
                </a:lnTo>
                <a:lnTo>
                  <a:pt x="25636" y="471914"/>
                </a:lnTo>
                <a:lnTo>
                  <a:pt x="25909" y="472392"/>
                </a:lnTo>
                <a:lnTo>
                  <a:pt x="26187" y="472869"/>
                </a:lnTo>
                <a:lnTo>
                  <a:pt x="26469" y="473343"/>
                </a:lnTo>
                <a:lnTo>
                  <a:pt x="26755" y="473815"/>
                </a:lnTo>
                <a:lnTo>
                  <a:pt x="27044" y="474285"/>
                </a:lnTo>
                <a:lnTo>
                  <a:pt x="27338" y="474753"/>
                </a:lnTo>
                <a:lnTo>
                  <a:pt x="27636" y="475219"/>
                </a:lnTo>
                <a:lnTo>
                  <a:pt x="27938" y="475683"/>
                </a:lnTo>
                <a:lnTo>
                  <a:pt x="28244" y="476145"/>
                </a:lnTo>
                <a:lnTo>
                  <a:pt x="28554" y="476605"/>
                </a:lnTo>
                <a:lnTo>
                  <a:pt x="28867" y="477061"/>
                </a:lnTo>
                <a:lnTo>
                  <a:pt x="29184" y="477515"/>
                </a:lnTo>
                <a:lnTo>
                  <a:pt x="29504" y="477966"/>
                </a:lnTo>
                <a:lnTo>
                  <a:pt x="29827" y="478413"/>
                </a:lnTo>
                <a:lnTo>
                  <a:pt x="30154" y="478858"/>
                </a:lnTo>
                <a:lnTo>
                  <a:pt x="30485" y="479300"/>
                </a:lnTo>
                <a:lnTo>
                  <a:pt x="30819" y="479739"/>
                </a:lnTo>
                <a:lnTo>
                  <a:pt x="31156" y="480175"/>
                </a:lnTo>
                <a:lnTo>
                  <a:pt x="31497" y="480608"/>
                </a:lnTo>
                <a:lnTo>
                  <a:pt x="31841" y="481038"/>
                </a:lnTo>
                <a:lnTo>
                  <a:pt x="32189" y="481465"/>
                </a:lnTo>
                <a:lnTo>
                  <a:pt x="32540" y="481890"/>
                </a:lnTo>
                <a:lnTo>
                  <a:pt x="32895" y="482311"/>
                </a:lnTo>
                <a:lnTo>
                  <a:pt x="33253" y="482730"/>
                </a:lnTo>
                <a:lnTo>
                  <a:pt x="33615" y="483146"/>
                </a:lnTo>
                <a:lnTo>
                  <a:pt x="33980" y="483559"/>
                </a:lnTo>
                <a:lnTo>
                  <a:pt x="34349" y="483969"/>
                </a:lnTo>
                <a:lnTo>
                  <a:pt x="34721" y="484377"/>
                </a:lnTo>
                <a:lnTo>
                  <a:pt x="35097" y="484781"/>
                </a:lnTo>
                <a:lnTo>
                  <a:pt x="35477" y="485183"/>
                </a:lnTo>
                <a:lnTo>
                  <a:pt x="35860" y="485582"/>
                </a:lnTo>
                <a:lnTo>
                  <a:pt x="36247" y="485979"/>
                </a:lnTo>
                <a:lnTo>
                  <a:pt x="36637" y="486372"/>
                </a:lnTo>
                <a:lnTo>
                  <a:pt x="37031" y="486762"/>
                </a:lnTo>
                <a:lnTo>
                  <a:pt x="37427" y="487149"/>
                </a:lnTo>
                <a:lnTo>
                  <a:pt x="37826" y="487532"/>
                </a:lnTo>
                <a:lnTo>
                  <a:pt x="38228" y="487912"/>
                </a:lnTo>
                <a:lnTo>
                  <a:pt x="38633" y="488288"/>
                </a:lnTo>
                <a:lnTo>
                  <a:pt x="39040" y="488660"/>
                </a:lnTo>
                <a:lnTo>
                  <a:pt x="39450" y="489029"/>
                </a:lnTo>
                <a:lnTo>
                  <a:pt x="39863" y="489394"/>
                </a:lnTo>
                <a:lnTo>
                  <a:pt x="40279" y="489756"/>
                </a:lnTo>
                <a:lnTo>
                  <a:pt x="40698" y="490115"/>
                </a:lnTo>
                <a:lnTo>
                  <a:pt x="41119" y="490469"/>
                </a:lnTo>
                <a:lnTo>
                  <a:pt x="41544" y="490821"/>
                </a:lnTo>
                <a:lnTo>
                  <a:pt x="41971" y="491168"/>
                </a:lnTo>
                <a:lnTo>
                  <a:pt x="42401" y="491512"/>
                </a:lnTo>
                <a:lnTo>
                  <a:pt x="42834" y="491853"/>
                </a:lnTo>
                <a:lnTo>
                  <a:pt x="43270" y="492191"/>
                </a:lnTo>
                <a:lnTo>
                  <a:pt x="43709" y="492524"/>
                </a:lnTo>
                <a:lnTo>
                  <a:pt x="44151" y="492855"/>
                </a:lnTo>
                <a:lnTo>
                  <a:pt x="44595" y="493182"/>
                </a:lnTo>
                <a:lnTo>
                  <a:pt x="45043" y="493505"/>
                </a:lnTo>
                <a:lnTo>
                  <a:pt x="45494" y="493825"/>
                </a:lnTo>
                <a:lnTo>
                  <a:pt x="45947" y="494142"/>
                </a:lnTo>
                <a:lnTo>
                  <a:pt x="46404" y="494455"/>
                </a:lnTo>
                <a:lnTo>
                  <a:pt x="46863" y="494765"/>
                </a:lnTo>
                <a:lnTo>
                  <a:pt x="47325" y="495071"/>
                </a:lnTo>
                <a:lnTo>
                  <a:pt x="47789" y="495373"/>
                </a:lnTo>
                <a:lnTo>
                  <a:pt x="48255" y="495670"/>
                </a:lnTo>
                <a:lnTo>
                  <a:pt x="48724" y="495964"/>
                </a:lnTo>
                <a:lnTo>
                  <a:pt x="49194" y="496254"/>
                </a:lnTo>
                <a:lnTo>
                  <a:pt x="49666" y="496540"/>
                </a:lnTo>
                <a:lnTo>
                  <a:pt x="50140" y="496821"/>
                </a:lnTo>
                <a:lnTo>
                  <a:pt x="50617" y="497099"/>
                </a:lnTo>
                <a:lnTo>
                  <a:pt x="51095" y="497373"/>
                </a:lnTo>
                <a:lnTo>
                  <a:pt x="51575" y="497642"/>
                </a:lnTo>
                <a:lnTo>
                  <a:pt x="52058" y="497908"/>
                </a:lnTo>
                <a:lnTo>
                  <a:pt x="52543" y="498170"/>
                </a:lnTo>
                <a:lnTo>
                  <a:pt x="53030" y="498427"/>
                </a:lnTo>
                <a:lnTo>
                  <a:pt x="53519" y="498681"/>
                </a:lnTo>
                <a:lnTo>
                  <a:pt x="54010" y="498931"/>
                </a:lnTo>
                <a:lnTo>
                  <a:pt x="54504" y="499176"/>
                </a:lnTo>
                <a:lnTo>
                  <a:pt x="54999" y="499418"/>
                </a:lnTo>
                <a:lnTo>
                  <a:pt x="55497" y="499656"/>
                </a:lnTo>
                <a:lnTo>
                  <a:pt x="55997" y="499890"/>
                </a:lnTo>
                <a:lnTo>
                  <a:pt x="56499" y="500120"/>
                </a:lnTo>
                <a:lnTo>
                  <a:pt x="57004" y="500346"/>
                </a:lnTo>
                <a:lnTo>
                  <a:pt x="57510" y="500568"/>
                </a:lnTo>
                <a:lnTo>
                  <a:pt x="58020" y="500786"/>
                </a:lnTo>
                <a:lnTo>
                  <a:pt x="58531" y="501000"/>
                </a:lnTo>
                <a:lnTo>
                  <a:pt x="59043" y="501210"/>
                </a:lnTo>
                <a:lnTo>
                  <a:pt x="59557" y="501416"/>
                </a:lnTo>
                <a:lnTo>
                  <a:pt x="60073" y="501617"/>
                </a:lnTo>
                <a:lnTo>
                  <a:pt x="60589" y="501814"/>
                </a:lnTo>
                <a:lnTo>
                  <a:pt x="61107" y="502006"/>
                </a:lnTo>
                <a:lnTo>
                  <a:pt x="61626" y="502194"/>
                </a:lnTo>
                <a:lnTo>
                  <a:pt x="62146" y="502378"/>
                </a:lnTo>
                <a:lnTo>
                  <a:pt x="62667" y="502557"/>
                </a:lnTo>
                <a:lnTo>
                  <a:pt x="63190" y="502733"/>
                </a:lnTo>
                <a:lnTo>
                  <a:pt x="63714" y="502903"/>
                </a:lnTo>
                <a:lnTo>
                  <a:pt x="64239" y="503070"/>
                </a:lnTo>
                <a:lnTo>
                  <a:pt x="64765" y="503232"/>
                </a:lnTo>
                <a:lnTo>
                  <a:pt x="65293" y="503389"/>
                </a:lnTo>
                <a:lnTo>
                  <a:pt x="65822" y="503543"/>
                </a:lnTo>
                <a:lnTo>
                  <a:pt x="66353" y="503692"/>
                </a:lnTo>
                <a:lnTo>
                  <a:pt x="66884" y="503836"/>
                </a:lnTo>
                <a:lnTo>
                  <a:pt x="67418" y="503977"/>
                </a:lnTo>
                <a:lnTo>
                  <a:pt x="67952" y="504113"/>
                </a:lnTo>
                <a:lnTo>
                  <a:pt x="68488" y="504245"/>
                </a:lnTo>
                <a:lnTo>
                  <a:pt x="69025" y="504372"/>
                </a:lnTo>
                <a:lnTo>
                  <a:pt x="69564" y="504495"/>
                </a:lnTo>
                <a:lnTo>
                  <a:pt x="70104" y="504614"/>
                </a:lnTo>
                <a:lnTo>
                  <a:pt x="70646" y="504729"/>
                </a:lnTo>
                <a:lnTo>
                  <a:pt x="71190" y="504839"/>
                </a:lnTo>
                <a:lnTo>
                  <a:pt x="71735" y="504945"/>
                </a:lnTo>
                <a:lnTo>
                  <a:pt x="72279" y="505047"/>
                </a:lnTo>
                <a:lnTo>
                  <a:pt x="72823" y="505144"/>
                </a:lnTo>
                <a:lnTo>
                  <a:pt x="73368" y="505236"/>
                </a:lnTo>
                <a:lnTo>
                  <a:pt x="73914" y="505324"/>
                </a:lnTo>
                <a:lnTo>
                  <a:pt x="74459" y="505407"/>
                </a:lnTo>
                <a:lnTo>
                  <a:pt x="75005" y="505486"/>
                </a:lnTo>
                <a:lnTo>
                  <a:pt x="75552" y="505560"/>
                </a:lnTo>
                <a:lnTo>
                  <a:pt x="76099" y="505630"/>
                </a:lnTo>
                <a:lnTo>
                  <a:pt x="76646" y="505695"/>
                </a:lnTo>
                <a:lnTo>
                  <a:pt x="77193" y="505756"/>
                </a:lnTo>
                <a:lnTo>
                  <a:pt x="77741" y="505812"/>
                </a:lnTo>
                <a:lnTo>
                  <a:pt x="78290" y="505864"/>
                </a:lnTo>
                <a:lnTo>
                  <a:pt x="78839" y="505911"/>
                </a:lnTo>
                <a:lnTo>
                  <a:pt x="79388" y="505954"/>
                </a:lnTo>
                <a:lnTo>
                  <a:pt x="79938" y="505992"/>
                </a:lnTo>
                <a:lnTo>
                  <a:pt x="80489" y="506026"/>
                </a:lnTo>
                <a:lnTo>
                  <a:pt x="81040" y="506055"/>
                </a:lnTo>
                <a:lnTo>
                  <a:pt x="81591" y="506080"/>
                </a:lnTo>
                <a:lnTo>
                  <a:pt x="82143" y="506100"/>
                </a:lnTo>
                <a:lnTo>
                  <a:pt x="82696" y="506116"/>
                </a:lnTo>
                <a:lnTo>
                  <a:pt x="83249" y="506127"/>
                </a:lnTo>
                <a:lnTo>
                  <a:pt x="83803" y="506134"/>
                </a:lnTo>
                <a:lnTo>
                  <a:pt x="84374" y="506137"/>
                </a:lnTo>
                <a:lnTo>
                  <a:pt x="2631895" y="506137"/>
                </a:lnTo>
                <a:lnTo>
                  <a:pt x="2632466" y="506134"/>
                </a:lnTo>
                <a:lnTo>
                  <a:pt x="2633019" y="506127"/>
                </a:lnTo>
                <a:lnTo>
                  <a:pt x="2633573" y="506116"/>
                </a:lnTo>
                <a:lnTo>
                  <a:pt x="2634125" y="506100"/>
                </a:lnTo>
                <a:lnTo>
                  <a:pt x="2634677" y="506080"/>
                </a:lnTo>
                <a:lnTo>
                  <a:pt x="2635229" y="506055"/>
                </a:lnTo>
                <a:lnTo>
                  <a:pt x="2635780" y="506026"/>
                </a:lnTo>
                <a:lnTo>
                  <a:pt x="2636330" y="505992"/>
                </a:lnTo>
                <a:lnTo>
                  <a:pt x="2636880" y="505954"/>
                </a:lnTo>
                <a:lnTo>
                  <a:pt x="2637430" y="505911"/>
                </a:lnTo>
                <a:lnTo>
                  <a:pt x="2637979" y="505864"/>
                </a:lnTo>
                <a:lnTo>
                  <a:pt x="2638527" y="505812"/>
                </a:lnTo>
                <a:lnTo>
                  <a:pt x="2639076" y="505756"/>
                </a:lnTo>
                <a:lnTo>
                  <a:pt x="2639623" y="505695"/>
                </a:lnTo>
                <a:lnTo>
                  <a:pt x="2640170" y="505630"/>
                </a:lnTo>
                <a:lnTo>
                  <a:pt x="2640717" y="505560"/>
                </a:lnTo>
                <a:lnTo>
                  <a:pt x="2641264" y="505486"/>
                </a:lnTo>
                <a:lnTo>
                  <a:pt x="2641810" y="505407"/>
                </a:lnTo>
                <a:lnTo>
                  <a:pt x="2642356" y="505324"/>
                </a:lnTo>
                <a:lnTo>
                  <a:pt x="2642901" y="505236"/>
                </a:lnTo>
                <a:lnTo>
                  <a:pt x="2643446" y="505144"/>
                </a:lnTo>
                <a:lnTo>
                  <a:pt x="2643991" y="505047"/>
                </a:lnTo>
                <a:lnTo>
                  <a:pt x="2644535" y="504946"/>
                </a:lnTo>
                <a:lnTo>
                  <a:pt x="2645079" y="504840"/>
                </a:lnTo>
                <a:lnTo>
                  <a:pt x="2645621" y="504730"/>
                </a:lnTo>
                <a:lnTo>
                  <a:pt x="2646163" y="504615"/>
                </a:lnTo>
                <a:lnTo>
                  <a:pt x="2646703" y="504496"/>
                </a:lnTo>
                <a:lnTo>
                  <a:pt x="2647242" y="504373"/>
                </a:lnTo>
                <a:lnTo>
                  <a:pt x="2647780" y="504245"/>
                </a:lnTo>
                <a:lnTo>
                  <a:pt x="2648316" y="504114"/>
                </a:lnTo>
                <a:lnTo>
                  <a:pt x="2648850" y="503977"/>
                </a:lnTo>
                <a:lnTo>
                  <a:pt x="2649384" y="503837"/>
                </a:lnTo>
                <a:lnTo>
                  <a:pt x="2649916" y="503692"/>
                </a:lnTo>
                <a:lnTo>
                  <a:pt x="2650446" y="503543"/>
                </a:lnTo>
                <a:lnTo>
                  <a:pt x="2650975" y="503390"/>
                </a:lnTo>
                <a:lnTo>
                  <a:pt x="2651503" y="503232"/>
                </a:lnTo>
                <a:lnTo>
                  <a:pt x="2652030" y="503070"/>
                </a:lnTo>
                <a:lnTo>
                  <a:pt x="2652555" y="502903"/>
                </a:lnTo>
                <a:lnTo>
                  <a:pt x="2653079" y="502733"/>
                </a:lnTo>
                <a:lnTo>
                  <a:pt x="2653601" y="502558"/>
                </a:lnTo>
                <a:lnTo>
                  <a:pt x="2654123" y="502378"/>
                </a:lnTo>
                <a:lnTo>
                  <a:pt x="2654643" y="502194"/>
                </a:lnTo>
                <a:lnTo>
                  <a:pt x="2655162" y="502006"/>
                </a:lnTo>
                <a:lnTo>
                  <a:pt x="2655680" y="501814"/>
                </a:lnTo>
                <a:lnTo>
                  <a:pt x="2656196" y="501617"/>
                </a:lnTo>
                <a:lnTo>
                  <a:pt x="2656711" y="501416"/>
                </a:lnTo>
                <a:lnTo>
                  <a:pt x="2657226" y="501210"/>
                </a:lnTo>
                <a:lnTo>
                  <a:pt x="2657738" y="501000"/>
                </a:lnTo>
                <a:lnTo>
                  <a:pt x="2658249" y="500786"/>
                </a:lnTo>
                <a:lnTo>
                  <a:pt x="2658758" y="500568"/>
                </a:lnTo>
                <a:lnTo>
                  <a:pt x="2659265" y="500346"/>
                </a:lnTo>
                <a:lnTo>
                  <a:pt x="2659769" y="500120"/>
                </a:lnTo>
                <a:lnTo>
                  <a:pt x="2660271" y="499890"/>
                </a:lnTo>
                <a:lnTo>
                  <a:pt x="2660771" y="499656"/>
                </a:lnTo>
                <a:lnTo>
                  <a:pt x="2661269" y="499418"/>
                </a:lnTo>
                <a:lnTo>
                  <a:pt x="2661764" y="499177"/>
                </a:lnTo>
                <a:lnTo>
                  <a:pt x="2662258" y="498931"/>
                </a:lnTo>
                <a:lnTo>
                  <a:pt x="2662749" y="498681"/>
                </a:lnTo>
                <a:lnTo>
                  <a:pt x="2663238" y="498427"/>
                </a:lnTo>
                <a:lnTo>
                  <a:pt x="2663725" y="498170"/>
                </a:lnTo>
                <a:lnTo>
                  <a:pt x="2664210" y="497908"/>
                </a:lnTo>
                <a:lnTo>
                  <a:pt x="2664692" y="497642"/>
                </a:lnTo>
                <a:lnTo>
                  <a:pt x="2665173" y="497373"/>
                </a:lnTo>
                <a:lnTo>
                  <a:pt x="2665651" y="497099"/>
                </a:lnTo>
                <a:lnTo>
                  <a:pt x="2666128" y="496821"/>
                </a:lnTo>
                <a:lnTo>
                  <a:pt x="2666602" y="496540"/>
                </a:lnTo>
                <a:lnTo>
                  <a:pt x="2667074" y="496254"/>
                </a:lnTo>
                <a:lnTo>
                  <a:pt x="2667545" y="495964"/>
                </a:lnTo>
                <a:lnTo>
                  <a:pt x="2668013" y="495670"/>
                </a:lnTo>
                <a:lnTo>
                  <a:pt x="2668479" y="495373"/>
                </a:lnTo>
                <a:lnTo>
                  <a:pt x="2668943" y="495071"/>
                </a:lnTo>
                <a:lnTo>
                  <a:pt x="2669405" y="494765"/>
                </a:lnTo>
                <a:lnTo>
                  <a:pt x="2669865" y="494455"/>
                </a:lnTo>
                <a:lnTo>
                  <a:pt x="2670321" y="494142"/>
                </a:lnTo>
                <a:lnTo>
                  <a:pt x="2670775" y="493825"/>
                </a:lnTo>
                <a:lnTo>
                  <a:pt x="2671225" y="493505"/>
                </a:lnTo>
                <a:lnTo>
                  <a:pt x="2671673" y="493182"/>
                </a:lnTo>
                <a:lnTo>
                  <a:pt x="2672118" y="492855"/>
                </a:lnTo>
                <a:lnTo>
                  <a:pt x="2672560" y="492524"/>
                </a:lnTo>
                <a:lnTo>
                  <a:pt x="2672998" y="492190"/>
                </a:lnTo>
                <a:lnTo>
                  <a:pt x="2673434" y="491853"/>
                </a:lnTo>
                <a:lnTo>
                  <a:pt x="2673867" y="491512"/>
                </a:lnTo>
                <a:lnTo>
                  <a:pt x="2674298" y="491168"/>
                </a:lnTo>
                <a:lnTo>
                  <a:pt x="2674725" y="490820"/>
                </a:lnTo>
                <a:lnTo>
                  <a:pt x="2675149" y="490469"/>
                </a:lnTo>
                <a:lnTo>
                  <a:pt x="2675571" y="490114"/>
                </a:lnTo>
                <a:lnTo>
                  <a:pt x="2675990" y="489756"/>
                </a:lnTo>
                <a:lnTo>
                  <a:pt x="2676405" y="489394"/>
                </a:lnTo>
                <a:lnTo>
                  <a:pt x="2676818" y="489029"/>
                </a:lnTo>
                <a:lnTo>
                  <a:pt x="2677229" y="488660"/>
                </a:lnTo>
                <a:lnTo>
                  <a:pt x="2677636" y="488288"/>
                </a:lnTo>
                <a:lnTo>
                  <a:pt x="2678041" y="487912"/>
                </a:lnTo>
                <a:lnTo>
                  <a:pt x="2678443" y="487532"/>
                </a:lnTo>
                <a:lnTo>
                  <a:pt x="2678842" y="487149"/>
                </a:lnTo>
                <a:lnTo>
                  <a:pt x="2679238" y="486762"/>
                </a:lnTo>
                <a:lnTo>
                  <a:pt x="2679631" y="486372"/>
                </a:lnTo>
                <a:lnTo>
                  <a:pt x="2680021" y="485979"/>
                </a:lnTo>
                <a:lnTo>
                  <a:pt x="2680408" y="485583"/>
                </a:lnTo>
                <a:lnTo>
                  <a:pt x="2680791" y="485183"/>
                </a:lnTo>
                <a:lnTo>
                  <a:pt x="2681171" y="484782"/>
                </a:lnTo>
                <a:lnTo>
                  <a:pt x="2681547" y="484377"/>
                </a:lnTo>
                <a:lnTo>
                  <a:pt x="2681919" y="483969"/>
                </a:lnTo>
                <a:lnTo>
                  <a:pt x="2682288" y="483559"/>
                </a:lnTo>
                <a:lnTo>
                  <a:pt x="2682653" y="483146"/>
                </a:lnTo>
                <a:lnTo>
                  <a:pt x="2683015" y="482730"/>
                </a:lnTo>
                <a:lnTo>
                  <a:pt x="2683373" y="482311"/>
                </a:lnTo>
                <a:lnTo>
                  <a:pt x="2683728" y="481890"/>
                </a:lnTo>
                <a:lnTo>
                  <a:pt x="2684079" y="481465"/>
                </a:lnTo>
                <a:lnTo>
                  <a:pt x="2684427" y="481038"/>
                </a:lnTo>
                <a:lnTo>
                  <a:pt x="2684771" y="480608"/>
                </a:lnTo>
                <a:lnTo>
                  <a:pt x="2685112" y="480175"/>
                </a:lnTo>
                <a:lnTo>
                  <a:pt x="2685449" y="479739"/>
                </a:lnTo>
                <a:lnTo>
                  <a:pt x="2685783" y="479300"/>
                </a:lnTo>
                <a:lnTo>
                  <a:pt x="2686114" y="478858"/>
                </a:lnTo>
                <a:lnTo>
                  <a:pt x="2686441" y="478413"/>
                </a:lnTo>
                <a:lnTo>
                  <a:pt x="2686764" y="477966"/>
                </a:lnTo>
                <a:lnTo>
                  <a:pt x="2687084" y="477515"/>
                </a:lnTo>
                <a:lnTo>
                  <a:pt x="2687401" y="477062"/>
                </a:lnTo>
                <a:lnTo>
                  <a:pt x="2687714" y="476605"/>
                </a:lnTo>
                <a:lnTo>
                  <a:pt x="2688024" y="476145"/>
                </a:lnTo>
                <a:lnTo>
                  <a:pt x="2688330" y="475683"/>
                </a:lnTo>
                <a:lnTo>
                  <a:pt x="2688632" y="475219"/>
                </a:lnTo>
                <a:lnTo>
                  <a:pt x="2688930" y="474753"/>
                </a:lnTo>
                <a:lnTo>
                  <a:pt x="2689224" y="474285"/>
                </a:lnTo>
                <a:lnTo>
                  <a:pt x="2689513" y="473815"/>
                </a:lnTo>
                <a:lnTo>
                  <a:pt x="2689799" y="473343"/>
                </a:lnTo>
                <a:lnTo>
                  <a:pt x="2690081" y="472869"/>
                </a:lnTo>
                <a:lnTo>
                  <a:pt x="2690359" y="472392"/>
                </a:lnTo>
                <a:lnTo>
                  <a:pt x="2690632" y="471914"/>
                </a:lnTo>
                <a:lnTo>
                  <a:pt x="2690902" y="471433"/>
                </a:lnTo>
                <a:lnTo>
                  <a:pt x="2691168" y="470951"/>
                </a:lnTo>
                <a:lnTo>
                  <a:pt x="2691429" y="470466"/>
                </a:lnTo>
                <a:lnTo>
                  <a:pt x="2691687" y="469979"/>
                </a:lnTo>
                <a:lnTo>
                  <a:pt x="2691941" y="469490"/>
                </a:lnTo>
                <a:lnTo>
                  <a:pt x="2692191" y="468999"/>
                </a:lnTo>
                <a:lnTo>
                  <a:pt x="2692436" y="468505"/>
                </a:lnTo>
                <a:lnTo>
                  <a:pt x="2692678" y="468010"/>
                </a:lnTo>
                <a:lnTo>
                  <a:pt x="2692916" y="467512"/>
                </a:lnTo>
                <a:lnTo>
                  <a:pt x="2693150" y="467012"/>
                </a:lnTo>
                <a:lnTo>
                  <a:pt x="2693380" y="466510"/>
                </a:lnTo>
                <a:lnTo>
                  <a:pt x="2693606" y="466005"/>
                </a:lnTo>
                <a:lnTo>
                  <a:pt x="2693828" y="465499"/>
                </a:lnTo>
                <a:lnTo>
                  <a:pt x="2694046" y="464990"/>
                </a:lnTo>
                <a:lnTo>
                  <a:pt x="2694260" y="464479"/>
                </a:lnTo>
                <a:lnTo>
                  <a:pt x="2694470" y="463966"/>
                </a:lnTo>
                <a:lnTo>
                  <a:pt x="2694676" y="463452"/>
                </a:lnTo>
                <a:lnTo>
                  <a:pt x="2694877" y="462936"/>
                </a:lnTo>
                <a:lnTo>
                  <a:pt x="2695074" y="462420"/>
                </a:lnTo>
                <a:lnTo>
                  <a:pt x="2695266" y="461902"/>
                </a:lnTo>
                <a:lnTo>
                  <a:pt x="2695454" y="461383"/>
                </a:lnTo>
                <a:lnTo>
                  <a:pt x="2695638" y="460863"/>
                </a:lnTo>
                <a:lnTo>
                  <a:pt x="2695818" y="460341"/>
                </a:lnTo>
                <a:lnTo>
                  <a:pt x="2695993" y="459819"/>
                </a:lnTo>
                <a:lnTo>
                  <a:pt x="2696163" y="459295"/>
                </a:lnTo>
                <a:lnTo>
                  <a:pt x="2696330" y="458769"/>
                </a:lnTo>
                <a:lnTo>
                  <a:pt x="2696492" y="458243"/>
                </a:lnTo>
                <a:lnTo>
                  <a:pt x="2696650" y="457715"/>
                </a:lnTo>
                <a:lnTo>
                  <a:pt x="2696803" y="457186"/>
                </a:lnTo>
                <a:lnTo>
                  <a:pt x="2696952" y="456655"/>
                </a:lnTo>
                <a:lnTo>
                  <a:pt x="2697097" y="456123"/>
                </a:lnTo>
                <a:lnTo>
                  <a:pt x="2697237" y="455590"/>
                </a:lnTo>
                <a:lnTo>
                  <a:pt x="2697374" y="455056"/>
                </a:lnTo>
                <a:lnTo>
                  <a:pt x="2697505" y="454520"/>
                </a:lnTo>
                <a:lnTo>
                  <a:pt x="2697633" y="453982"/>
                </a:lnTo>
                <a:lnTo>
                  <a:pt x="2697756" y="453444"/>
                </a:lnTo>
                <a:lnTo>
                  <a:pt x="2697875" y="452903"/>
                </a:lnTo>
                <a:lnTo>
                  <a:pt x="2697990" y="452362"/>
                </a:lnTo>
                <a:lnTo>
                  <a:pt x="2698100" y="451818"/>
                </a:lnTo>
                <a:lnTo>
                  <a:pt x="2698206" y="451274"/>
                </a:lnTo>
                <a:lnTo>
                  <a:pt x="2698307" y="450730"/>
                </a:lnTo>
                <a:lnTo>
                  <a:pt x="2698404" y="450185"/>
                </a:lnTo>
                <a:lnTo>
                  <a:pt x="2698497" y="449640"/>
                </a:lnTo>
                <a:lnTo>
                  <a:pt x="2698584" y="449095"/>
                </a:lnTo>
                <a:lnTo>
                  <a:pt x="2698668" y="448549"/>
                </a:lnTo>
                <a:lnTo>
                  <a:pt x="2698747" y="448003"/>
                </a:lnTo>
                <a:lnTo>
                  <a:pt x="2698821" y="447456"/>
                </a:lnTo>
                <a:lnTo>
                  <a:pt x="2698891" y="446910"/>
                </a:lnTo>
                <a:lnTo>
                  <a:pt x="2698956" y="446362"/>
                </a:lnTo>
                <a:lnTo>
                  <a:pt x="2699017" y="445815"/>
                </a:lnTo>
                <a:lnTo>
                  <a:pt x="2699073" y="445267"/>
                </a:lnTo>
                <a:lnTo>
                  <a:pt x="2699125" y="444718"/>
                </a:lnTo>
                <a:lnTo>
                  <a:pt x="2699172" y="444169"/>
                </a:lnTo>
                <a:lnTo>
                  <a:pt x="2699215" y="443620"/>
                </a:lnTo>
                <a:lnTo>
                  <a:pt x="2699253" y="443070"/>
                </a:lnTo>
                <a:lnTo>
                  <a:pt x="2699287" y="442519"/>
                </a:lnTo>
                <a:lnTo>
                  <a:pt x="2699316" y="441968"/>
                </a:lnTo>
                <a:lnTo>
                  <a:pt x="2699341" y="441417"/>
                </a:lnTo>
                <a:lnTo>
                  <a:pt x="2699361" y="440865"/>
                </a:lnTo>
                <a:lnTo>
                  <a:pt x="2699377" y="440312"/>
                </a:lnTo>
                <a:lnTo>
                  <a:pt x="2699388" y="439759"/>
                </a:lnTo>
                <a:lnTo>
                  <a:pt x="2699395" y="439205"/>
                </a:lnTo>
                <a:lnTo>
                  <a:pt x="2699397" y="438634"/>
                </a:lnTo>
                <a:lnTo>
                  <a:pt x="2699397" y="84373"/>
                </a:lnTo>
                <a:lnTo>
                  <a:pt x="2699395" y="83802"/>
                </a:lnTo>
                <a:lnTo>
                  <a:pt x="2699388" y="83248"/>
                </a:lnTo>
                <a:lnTo>
                  <a:pt x="2699377" y="82695"/>
                </a:lnTo>
                <a:lnTo>
                  <a:pt x="2699361" y="82143"/>
                </a:lnTo>
                <a:lnTo>
                  <a:pt x="2699341" y="81591"/>
                </a:lnTo>
                <a:lnTo>
                  <a:pt x="2699316" y="81039"/>
                </a:lnTo>
                <a:lnTo>
                  <a:pt x="2699287" y="80488"/>
                </a:lnTo>
                <a:lnTo>
                  <a:pt x="2699253" y="79938"/>
                </a:lnTo>
                <a:lnTo>
                  <a:pt x="2699215" y="79388"/>
                </a:lnTo>
                <a:lnTo>
                  <a:pt x="2699172" y="78838"/>
                </a:lnTo>
                <a:lnTo>
                  <a:pt x="2699125" y="78290"/>
                </a:lnTo>
                <a:lnTo>
                  <a:pt x="2699073" y="77741"/>
                </a:lnTo>
                <a:lnTo>
                  <a:pt x="2699017" y="77193"/>
                </a:lnTo>
                <a:lnTo>
                  <a:pt x="2698956" y="76646"/>
                </a:lnTo>
                <a:lnTo>
                  <a:pt x="2698891" y="76098"/>
                </a:lnTo>
                <a:lnTo>
                  <a:pt x="2698821" y="75552"/>
                </a:lnTo>
                <a:lnTo>
                  <a:pt x="2698747" y="75005"/>
                </a:lnTo>
                <a:lnTo>
                  <a:pt x="2698668" y="74460"/>
                </a:lnTo>
                <a:lnTo>
                  <a:pt x="2698584" y="73914"/>
                </a:lnTo>
                <a:lnTo>
                  <a:pt x="2698497" y="73369"/>
                </a:lnTo>
                <a:lnTo>
                  <a:pt x="2698404" y="72824"/>
                </a:lnTo>
                <a:lnTo>
                  <a:pt x="2698307" y="72280"/>
                </a:lnTo>
                <a:lnTo>
                  <a:pt x="2698206" y="71736"/>
                </a:lnTo>
                <a:lnTo>
                  <a:pt x="2698100" y="71191"/>
                </a:lnTo>
                <a:lnTo>
                  <a:pt x="2697990" y="70647"/>
                </a:lnTo>
                <a:lnTo>
                  <a:pt x="2697875" y="70106"/>
                </a:lnTo>
                <a:lnTo>
                  <a:pt x="2697756" y="69566"/>
                </a:lnTo>
                <a:lnTo>
                  <a:pt x="2697633" y="69027"/>
                </a:lnTo>
                <a:lnTo>
                  <a:pt x="2697505" y="68489"/>
                </a:lnTo>
                <a:lnTo>
                  <a:pt x="2697374" y="67954"/>
                </a:lnTo>
                <a:lnTo>
                  <a:pt x="2697237" y="67419"/>
                </a:lnTo>
                <a:lnTo>
                  <a:pt x="2697097" y="66886"/>
                </a:lnTo>
                <a:lnTo>
                  <a:pt x="2696952" y="66354"/>
                </a:lnTo>
                <a:lnTo>
                  <a:pt x="2696803" y="65823"/>
                </a:lnTo>
                <a:lnTo>
                  <a:pt x="2696650" y="65294"/>
                </a:lnTo>
                <a:lnTo>
                  <a:pt x="2696492" y="64766"/>
                </a:lnTo>
                <a:lnTo>
                  <a:pt x="2696330" y="64240"/>
                </a:lnTo>
                <a:lnTo>
                  <a:pt x="2696163" y="63715"/>
                </a:lnTo>
                <a:lnTo>
                  <a:pt x="2695993" y="63191"/>
                </a:lnTo>
                <a:lnTo>
                  <a:pt x="2695818" y="62668"/>
                </a:lnTo>
                <a:lnTo>
                  <a:pt x="2695638" y="62146"/>
                </a:lnTo>
                <a:lnTo>
                  <a:pt x="2695454" y="61626"/>
                </a:lnTo>
                <a:lnTo>
                  <a:pt x="2695266" y="61107"/>
                </a:lnTo>
                <a:lnTo>
                  <a:pt x="2695074" y="60589"/>
                </a:lnTo>
                <a:lnTo>
                  <a:pt x="2694877" y="60073"/>
                </a:lnTo>
                <a:lnTo>
                  <a:pt x="2694676" y="59557"/>
                </a:lnTo>
                <a:lnTo>
                  <a:pt x="2694470" y="59043"/>
                </a:lnTo>
                <a:lnTo>
                  <a:pt x="2694260" y="58530"/>
                </a:lnTo>
                <a:lnTo>
                  <a:pt x="2694046" y="58019"/>
                </a:lnTo>
                <a:lnTo>
                  <a:pt x="2693828" y="57511"/>
                </a:lnTo>
                <a:lnTo>
                  <a:pt x="2693606" y="57004"/>
                </a:lnTo>
                <a:lnTo>
                  <a:pt x="2693380" y="56500"/>
                </a:lnTo>
                <a:lnTo>
                  <a:pt x="2693150" y="55998"/>
                </a:lnTo>
                <a:lnTo>
                  <a:pt x="2692916" y="55498"/>
                </a:lnTo>
                <a:lnTo>
                  <a:pt x="2692678" y="55000"/>
                </a:lnTo>
                <a:lnTo>
                  <a:pt x="2692436" y="54504"/>
                </a:lnTo>
                <a:lnTo>
                  <a:pt x="2692191" y="54011"/>
                </a:lnTo>
                <a:lnTo>
                  <a:pt x="2691941" y="53520"/>
                </a:lnTo>
                <a:lnTo>
                  <a:pt x="2691687" y="53031"/>
                </a:lnTo>
                <a:lnTo>
                  <a:pt x="2691430" y="52544"/>
                </a:lnTo>
                <a:lnTo>
                  <a:pt x="2691168" y="52059"/>
                </a:lnTo>
                <a:lnTo>
                  <a:pt x="2690902" y="51577"/>
                </a:lnTo>
                <a:lnTo>
                  <a:pt x="2690633" y="51096"/>
                </a:lnTo>
                <a:lnTo>
                  <a:pt x="2690359" y="50618"/>
                </a:lnTo>
                <a:lnTo>
                  <a:pt x="2690081" y="50142"/>
                </a:lnTo>
                <a:lnTo>
                  <a:pt x="2689799" y="49667"/>
                </a:lnTo>
                <a:lnTo>
                  <a:pt x="2689514" y="49195"/>
                </a:lnTo>
                <a:lnTo>
                  <a:pt x="2689224" y="48725"/>
                </a:lnTo>
                <a:lnTo>
                  <a:pt x="2688930" y="48257"/>
                </a:lnTo>
                <a:lnTo>
                  <a:pt x="2688632" y="47791"/>
                </a:lnTo>
                <a:lnTo>
                  <a:pt x="2688330" y="47327"/>
                </a:lnTo>
                <a:lnTo>
                  <a:pt x="2688024" y="46865"/>
                </a:lnTo>
                <a:lnTo>
                  <a:pt x="2687714" y="46405"/>
                </a:lnTo>
                <a:lnTo>
                  <a:pt x="2687401" y="45948"/>
                </a:lnTo>
                <a:lnTo>
                  <a:pt x="2687084" y="45495"/>
                </a:lnTo>
                <a:lnTo>
                  <a:pt x="2686764" y="45044"/>
                </a:lnTo>
                <a:lnTo>
                  <a:pt x="2686440" y="44596"/>
                </a:lnTo>
                <a:lnTo>
                  <a:pt x="2686113" y="44152"/>
                </a:lnTo>
                <a:lnTo>
                  <a:pt x="2685783" y="43710"/>
                </a:lnTo>
                <a:lnTo>
                  <a:pt x="2685449" y="43271"/>
                </a:lnTo>
                <a:lnTo>
                  <a:pt x="2685112" y="42835"/>
                </a:lnTo>
                <a:lnTo>
                  <a:pt x="2684771" y="42402"/>
                </a:lnTo>
                <a:lnTo>
                  <a:pt x="2684427" y="41971"/>
                </a:lnTo>
                <a:lnTo>
                  <a:pt x="2684079" y="41544"/>
                </a:lnTo>
                <a:lnTo>
                  <a:pt x="2683728" y="41119"/>
                </a:lnTo>
                <a:lnTo>
                  <a:pt x="2683373" y="40698"/>
                </a:lnTo>
                <a:lnTo>
                  <a:pt x="2683015" y="40279"/>
                </a:lnTo>
                <a:lnTo>
                  <a:pt x="2682653" y="39863"/>
                </a:lnTo>
                <a:lnTo>
                  <a:pt x="2682288" y="39450"/>
                </a:lnTo>
                <a:lnTo>
                  <a:pt x="2681919" y="39040"/>
                </a:lnTo>
                <a:lnTo>
                  <a:pt x="2681547" y="38632"/>
                </a:lnTo>
                <a:lnTo>
                  <a:pt x="2681171" y="38228"/>
                </a:lnTo>
                <a:lnTo>
                  <a:pt x="2680791" y="37826"/>
                </a:lnTo>
                <a:lnTo>
                  <a:pt x="2680408" y="37427"/>
                </a:lnTo>
                <a:lnTo>
                  <a:pt x="2680021" y="37030"/>
                </a:lnTo>
                <a:lnTo>
                  <a:pt x="2679632" y="36637"/>
                </a:lnTo>
                <a:lnTo>
                  <a:pt x="2679239" y="36248"/>
                </a:lnTo>
                <a:lnTo>
                  <a:pt x="2678842" y="35861"/>
                </a:lnTo>
                <a:lnTo>
                  <a:pt x="2678443" y="35478"/>
                </a:lnTo>
                <a:lnTo>
                  <a:pt x="2678041" y="35098"/>
                </a:lnTo>
                <a:lnTo>
                  <a:pt x="2677636" y="34722"/>
                </a:lnTo>
                <a:lnTo>
                  <a:pt x="2677229" y="34350"/>
                </a:lnTo>
                <a:lnTo>
                  <a:pt x="2676819" y="33981"/>
                </a:lnTo>
                <a:lnTo>
                  <a:pt x="2676405" y="33615"/>
                </a:lnTo>
                <a:lnTo>
                  <a:pt x="2675989" y="33253"/>
                </a:lnTo>
                <a:lnTo>
                  <a:pt x="2675571" y="32895"/>
                </a:lnTo>
                <a:lnTo>
                  <a:pt x="2675149" y="32540"/>
                </a:lnTo>
                <a:lnTo>
                  <a:pt x="2674725" y="32189"/>
                </a:lnTo>
                <a:lnTo>
                  <a:pt x="2674297" y="31841"/>
                </a:lnTo>
                <a:lnTo>
                  <a:pt x="2673867" y="31497"/>
                </a:lnTo>
                <a:lnTo>
                  <a:pt x="2673434" y="31156"/>
                </a:lnTo>
                <a:lnTo>
                  <a:pt x="2672998" y="30819"/>
                </a:lnTo>
                <a:lnTo>
                  <a:pt x="2672559" y="30485"/>
                </a:lnTo>
                <a:lnTo>
                  <a:pt x="2672117" y="30154"/>
                </a:lnTo>
                <a:lnTo>
                  <a:pt x="2671673" y="29828"/>
                </a:lnTo>
                <a:lnTo>
                  <a:pt x="2671225" y="29504"/>
                </a:lnTo>
                <a:lnTo>
                  <a:pt x="2670775" y="29184"/>
                </a:lnTo>
                <a:lnTo>
                  <a:pt x="2670321" y="28867"/>
                </a:lnTo>
                <a:lnTo>
                  <a:pt x="2669865" y="28554"/>
                </a:lnTo>
                <a:lnTo>
                  <a:pt x="2669406" y="28245"/>
                </a:lnTo>
                <a:lnTo>
                  <a:pt x="2668944" y="27939"/>
                </a:lnTo>
                <a:lnTo>
                  <a:pt x="2668480" y="27637"/>
                </a:lnTo>
                <a:lnTo>
                  <a:pt x="2668013" y="27340"/>
                </a:lnTo>
                <a:lnTo>
                  <a:pt x="2667545" y="27046"/>
                </a:lnTo>
                <a:lnTo>
                  <a:pt x="2667075" y="26756"/>
                </a:lnTo>
                <a:lnTo>
                  <a:pt x="2666603" y="26470"/>
                </a:lnTo>
                <a:lnTo>
                  <a:pt x="2666128" y="26188"/>
                </a:lnTo>
                <a:lnTo>
                  <a:pt x="2665652" y="25911"/>
                </a:lnTo>
                <a:lnTo>
                  <a:pt x="2665173" y="25637"/>
                </a:lnTo>
                <a:lnTo>
                  <a:pt x="2664692" y="25367"/>
                </a:lnTo>
                <a:lnTo>
                  <a:pt x="2664210" y="25102"/>
                </a:lnTo>
                <a:lnTo>
                  <a:pt x="2663725" y="24840"/>
                </a:lnTo>
                <a:lnTo>
                  <a:pt x="2663238" y="24582"/>
                </a:lnTo>
                <a:lnTo>
                  <a:pt x="2662749" y="24328"/>
                </a:lnTo>
                <a:lnTo>
                  <a:pt x="2662258" y="24079"/>
                </a:lnTo>
                <a:lnTo>
                  <a:pt x="2661764" y="23833"/>
                </a:lnTo>
                <a:lnTo>
                  <a:pt x="2661269" y="23591"/>
                </a:lnTo>
                <a:lnTo>
                  <a:pt x="2660771" y="23353"/>
                </a:lnTo>
                <a:lnTo>
                  <a:pt x="2660271" y="23119"/>
                </a:lnTo>
                <a:lnTo>
                  <a:pt x="2659769" y="22889"/>
                </a:lnTo>
                <a:lnTo>
                  <a:pt x="2659264" y="22663"/>
                </a:lnTo>
                <a:lnTo>
                  <a:pt x="2658757" y="22441"/>
                </a:lnTo>
                <a:lnTo>
                  <a:pt x="2658248" y="22223"/>
                </a:lnTo>
                <a:lnTo>
                  <a:pt x="2657738" y="22009"/>
                </a:lnTo>
                <a:lnTo>
                  <a:pt x="2657226" y="21799"/>
                </a:lnTo>
                <a:lnTo>
                  <a:pt x="2656711" y="21593"/>
                </a:lnTo>
                <a:lnTo>
                  <a:pt x="2656196" y="21392"/>
                </a:lnTo>
                <a:lnTo>
                  <a:pt x="2655679" y="21195"/>
                </a:lnTo>
                <a:lnTo>
                  <a:pt x="2655162" y="21003"/>
                </a:lnTo>
                <a:lnTo>
                  <a:pt x="2654643" y="20815"/>
                </a:lnTo>
                <a:lnTo>
                  <a:pt x="2654122" y="20631"/>
                </a:lnTo>
                <a:lnTo>
                  <a:pt x="2653601" y="20451"/>
                </a:lnTo>
                <a:lnTo>
                  <a:pt x="2653078" y="20276"/>
                </a:lnTo>
                <a:lnTo>
                  <a:pt x="2652554" y="20105"/>
                </a:lnTo>
                <a:lnTo>
                  <a:pt x="2652029" y="19939"/>
                </a:lnTo>
                <a:lnTo>
                  <a:pt x="2651502" y="19777"/>
                </a:lnTo>
                <a:lnTo>
                  <a:pt x="2650975" y="19619"/>
                </a:lnTo>
                <a:lnTo>
                  <a:pt x="2650445" y="19466"/>
                </a:lnTo>
                <a:lnTo>
                  <a:pt x="2649915" y="19316"/>
                </a:lnTo>
                <a:lnTo>
                  <a:pt x="2649383" y="19172"/>
                </a:lnTo>
                <a:lnTo>
                  <a:pt x="2648850" y="19031"/>
                </a:lnTo>
                <a:lnTo>
                  <a:pt x="2648315" y="18895"/>
                </a:lnTo>
                <a:lnTo>
                  <a:pt x="2647779" y="18763"/>
                </a:lnTo>
                <a:lnTo>
                  <a:pt x="2647242" y="18635"/>
                </a:lnTo>
                <a:lnTo>
                  <a:pt x="2646703" y="18512"/>
                </a:lnTo>
                <a:lnTo>
                  <a:pt x="2646163" y="18393"/>
                </a:lnTo>
                <a:lnTo>
                  <a:pt x="2645621" y="18279"/>
                </a:lnTo>
                <a:lnTo>
                  <a:pt x="2645078" y="18168"/>
                </a:lnTo>
                <a:lnTo>
                  <a:pt x="2644534" y="18062"/>
                </a:lnTo>
                <a:lnTo>
                  <a:pt x="2643990" y="17961"/>
                </a:lnTo>
                <a:lnTo>
                  <a:pt x="2643445" y="17864"/>
                </a:lnTo>
                <a:lnTo>
                  <a:pt x="2642900" y="17772"/>
                </a:lnTo>
                <a:lnTo>
                  <a:pt x="2642355" y="17684"/>
                </a:lnTo>
                <a:lnTo>
                  <a:pt x="2641809" y="17601"/>
                </a:lnTo>
                <a:lnTo>
                  <a:pt x="2641263" y="17522"/>
                </a:lnTo>
                <a:lnTo>
                  <a:pt x="2640717" y="17448"/>
                </a:lnTo>
                <a:lnTo>
                  <a:pt x="2640170" y="17378"/>
                </a:lnTo>
                <a:lnTo>
                  <a:pt x="2639623" y="17313"/>
                </a:lnTo>
                <a:lnTo>
                  <a:pt x="2639075" y="17252"/>
                </a:lnTo>
                <a:lnTo>
                  <a:pt x="2638527" y="17196"/>
                </a:lnTo>
                <a:lnTo>
                  <a:pt x="2637979" y="17144"/>
                </a:lnTo>
                <a:lnTo>
                  <a:pt x="2637430" y="17097"/>
                </a:lnTo>
                <a:lnTo>
                  <a:pt x="2636880" y="17054"/>
                </a:lnTo>
                <a:lnTo>
                  <a:pt x="2636330" y="17016"/>
                </a:lnTo>
                <a:lnTo>
                  <a:pt x="2635780" y="16982"/>
                </a:lnTo>
                <a:lnTo>
                  <a:pt x="2635229" y="16952"/>
                </a:lnTo>
                <a:lnTo>
                  <a:pt x="2634677" y="16928"/>
                </a:lnTo>
                <a:lnTo>
                  <a:pt x="2634125" y="16907"/>
                </a:lnTo>
                <a:lnTo>
                  <a:pt x="2633573" y="16891"/>
                </a:lnTo>
                <a:lnTo>
                  <a:pt x="2633019" y="16880"/>
                </a:lnTo>
                <a:lnTo>
                  <a:pt x="2632465" y="16873"/>
                </a:lnTo>
                <a:lnTo>
                  <a:pt x="2631895" y="16871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WhichAmericanconstitutionalrightsare">
            <a:extLst xmlns:a="http://schemas.openxmlformats.org/drawingml/2006/main">
              <a:ext uri="{FF2B5EF4-FFF2-40B4-BE49-F238E27FC236}">
                <a16:creationId xmlns:a16="http://schemas.microsoft.com/office/drawing/2014/main" id="{B78F2923-8AD2-459E-8A01-3C3047C0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534" y="103301"/>
            <a:ext cx="2393071" cy="125084"/>
          </a:xfrm>
          <a:custGeom xmlns:a="http://schemas.openxmlformats.org/drawingml/2006/main">
            <a:pathLst>
              <a:path w="2393071" h="125084">
                <a:moveTo>
                  <a:pt x="25636" y="96614"/>
                </a:moveTo>
                <a:lnTo>
                  <a:pt x="0" y="0"/>
                </a:lnTo>
                <a:lnTo>
                  <a:pt x="13115" y="0"/>
                </a:lnTo>
                <a:lnTo>
                  <a:pt x="27811" y="63333"/>
                </a:lnTo>
                <a:cubicBezTo>
                  <a:pt x="29393" y="69967"/>
                  <a:pt x="30755" y="76558"/>
                  <a:pt x="31897" y="83104"/>
                </a:cubicBezTo>
                <a:cubicBezTo>
                  <a:pt x="34358" y="72779"/>
                  <a:pt x="35807" y="66826"/>
                  <a:pt x="36247" y="65244"/>
                </a:cubicBezTo>
                <a:lnTo>
                  <a:pt x="54634" y="0"/>
                </a:lnTo>
                <a:lnTo>
                  <a:pt x="70055" y="0"/>
                </a:lnTo>
                <a:lnTo>
                  <a:pt x="83895" y="48900"/>
                </a:lnTo>
                <a:cubicBezTo>
                  <a:pt x="87366" y="61026"/>
                  <a:pt x="89870" y="72428"/>
                  <a:pt x="91408" y="83104"/>
                </a:cubicBezTo>
                <a:cubicBezTo>
                  <a:pt x="92638" y="76997"/>
                  <a:pt x="94242" y="69989"/>
                  <a:pt x="96219" y="62081"/>
                </a:cubicBezTo>
                <a:lnTo>
                  <a:pt x="111377" y="0"/>
                </a:lnTo>
                <a:lnTo>
                  <a:pt x="124228" y="0"/>
                </a:lnTo>
                <a:lnTo>
                  <a:pt x="97735" y="96614"/>
                </a:lnTo>
                <a:lnTo>
                  <a:pt x="85411" y="96614"/>
                </a:lnTo>
                <a:lnTo>
                  <a:pt x="65047" y="23000"/>
                </a:lnTo>
                <a:cubicBezTo>
                  <a:pt x="63333" y="16849"/>
                  <a:pt x="62323" y="13071"/>
                  <a:pt x="62015" y="11665"/>
                </a:cubicBezTo>
                <a:cubicBezTo>
                  <a:pt x="61004" y="16102"/>
                  <a:pt x="60060" y="19881"/>
                  <a:pt x="59181" y="23000"/>
                </a:cubicBezTo>
                <a:lnTo>
                  <a:pt x="38685" y="96614"/>
                </a:lnTo>
                <a:lnTo>
                  <a:pt x="25636" y="96614"/>
                </a:lnTo>
                <a:close/>
                <a:moveTo>
                  <a:pt x="134661" y="96614"/>
                </a:moveTo>
                <a:lnTo>
                  <a:pt x="134661" y="0"/>
                </a:lnTo>
                <a:lnTo>
                  <a:pt x="146523" y="0"/>
                </a:lnTo>
                <a:lnTo>
                  <a:pt x="146523" y="34665"/>
                </a:lnTo>
                <a:cubicBezTo>
                  <a:pt x="152059" y="28251"/>
                  <a:pt x="159045" y="25043"/>
                  <a:pt x="167481" y="25043"/>
                </a:cubicBezTo>
                <a:cubicBezTo>
                  <a:pt x="172665" y="25043"/>
                  <a:pt x="177168" y="26065"/>
                  <a:pt x="180991" y="28108"/>
                </a:cubicBezTo>
                <a:cubicBezTo>
                  <a:pt x="184813" y="30151"/>
                  <a:pt x="187548" y="32974"/>
                  <a:pt x="189196" y="36576"/>
                </a:cubicBezTo>
                <a:cubicBezTo>
                  <a:pt x="190843" y="40179"/>
                  <a:pt x="191667" y="45407"/>
                  <a:pt x="191667" y="52261"/>
                </a:cubicBezTo>
                <a:lnTo>
                  <a:pt x="191667" y="96614"/>
                </a:lnTo>
                <a:lnTo>
                  <a:pt x="179805" y="96614"/>
                </a:lnTo>
                <a:lnTo>
                  <a:pt x="179805" y="52261"/>
                </a:lnTo>
                <a:cubicBezTo>
                  <a:pt x="179805" y="46330"/>
                  <a:pt x="178519" y="42013"/>
                  <a:pt x="175949" y="39311"/>
                </a:cubicBezTo>
                <a:cubicBezTo>
                  <a:pt x="173379" y="36609"/>
                  <a:pt x="169743" y="35258"/>
                  <a:pt x="165042" y="35258"/>
                </a:cubicBezTo>
                <a:cubicBezTo>
                  <a:pt x="161527" y="35258"/>
                  <a:pt x="158221" y="36170"/>
                  <a:pt x="155124" y="37993"/>
                </a:cubicBezTo>
                <a:cubicBezTo>
                  <a:pt x="152026" y="39817"/>
                  <a:pt x="149819" y="42288"/>
                  <a:pt x="148500" y="45407"/>
                </a:cubicBezTo>
                <a:cubicBezTo>
                  <a:pt x="147182" y="48527"/>
                  <a:pt x="146523" y="52832"/>
                  <a:pt x="146523" y="58324"/>
                </a:cubicBezTo>
                <a:lnTo>
                  <a:pt x="146523" y="96614"/>
                </a:lnTo>
                <a:lnTo>
                  <a:pt x="134661" y="96614"/>
                </a:lnTo>
                <a:close/>
                <a:moveTo>
                  <a:pt x="209770" y="13708"/>
                </a:moveTo>
                <a:lnTo>
                  <a:pt x="209770" y="0"/>
                </a:lnTo>
                <a:lnTo>
                  <a:pt x="221632" y="0"/>
                </a:lnTo>
                <a:lnTo>
                  <a:pt x="221632" y="13708"/>
                </a:lnTo>
                <a:lnTo>
                  <a:pt x="209770" y="13708"/>
                </a:lnTo>
                <a:moveTo>
                  <a:pt x="209770" y="96614"/>
                </a:moveTo>
                <a:lnTo>
                  <a:pt x="209770" y="26625"/>
                </a:lnTo>
                <a:lnTo>
                  <a:pt x="221632" y="26625"/>
                </a:lnTo>
                <a:lnTo>
                  <a:pt x="221632" y="96614"/>
                </a:lnTo>
                <a:lnTo>
                  <a:pt x="209770" y="96614"/>
                </a:lnTo>
                <a:close/>
                <a:moveTo>
                  <a:pt x="285338" y="70912"/>
                </a:moveTo>
                <a:lnTo>
                  <a:pt x="297003" y="72428"/>
                </a:lnTo>
                <a:cubicBezTo>
                  <a:pt x="295729" y="80488"/>
                  <a:pt x="292467" y="86799"/>
                  <a:pt x="287217" y="91358"/>
                </a:cubicBezTo>
                <a:cubicBezTo>
                  <a:pt x="281966" y="95917"/>
                  <a:pt x="275519" y="98196"/>
                  <a:pt x="267874" y="98196"/>
                </a:cubicBezTo>
                <a:cubicBezTo>
                  <a:pt x="258296" y="98196"/>
                  <a:pt x="250596" y="95065"/>
                  <a:pt x="244775" y="88805"/>
                </a:cubicBezTo>
                <a:cubicBezTo>
                  <a:pt x="238953" y="82544"/>
                  <a:pt x="236043" y="73570"/>
                  <a:pt x="236043" y="61883"/>
                </a:cubicBezTo>
                <a:cubicBezTo>
                  <a:pt x="236043" y="54326"/>
                  <a:pt x="237295" y="47714"/>
                  <a:pt x="239799" y="42046"/>
                </a:cubicBezTo>
                <a:cubicBezTo>
                  <a:pt x="242303" y="36379"/>
                  <a:pt x="246115" y="32128"/>
                  <a:pt x="251233" y="29294"/>
                </a:cubicBezTo>
                <a:cubicBezTo>
                  <a:pt x="256352" y="26460"/>
                  <a:pt x="261921" y="25043"/>
                  <a:pt x="267940" y="25043"/>
                </a:cubicBezTo>
                <a:cubicBezTo>
                  <a:pt x="275541" y="25043"/>
                  <a:pt x="281758" y="26972"/>
                  <a:pt x="286590" y="30828"/>
                </a:cubicBezTo>
                <a:cubicBezTo>
                  <a:pt x="291423" y="34684"/>
                  <a:pt x="294521" y="40158"/>
                  <a:pt x="295883" y="47253"/>
                </a:cubicBezTo>
                <a:lnTo>
                  <a:pt x="284350" y="49032"/>
                </a:lnTo>
                <a:cubicBezTo>
                  <a:pt x="283251" y="44353"/>
                  <a:pt x="281307" y="40833"/>
                  <a:pt x="278517" y="38471"/>
                </a:cubicBezTo>
                <a:cubicBezTo>
                  <a:pt x="275727" y="36109"/>
                  <a:pt x="272355" y="34929"/>
                  <a:pt x="268401" y="34929"/>
                </a:cubicBezTo>
                <a:cubicBezTo>
                  <a:pt x="262426" y="34929"/>
                  <a:pt x="257571" y="37060"/>
                  <a:pt x="253837" y="41323"/>
                </a:cubicBezTo>
                <a:cubicBezTo>
                  <a:pt x="250102" y="45585"/>
                  <a:pt x="248235" y="52329"/>
                  <a:pt x="248235" y="61554"/>
                </a:cubicBezTo>
                <a:cubicBezTo>
                  <a:pt x="248235" y="70911"/>
                  <a:pt x="250036" y="77710"/>
                  <a:pt x="253639" y="81951"/>
                </a:cubicBezTo>
                <a:cubicBezTo>
                  <a:pt x="257242" y="86190"/>
                  <a:pt x="261943" y="88310"/>
                  <a:pt x="267742" y="88310"/>
                </a:cubicBezTo>
                <a:cubicBezTo>
                  <a:pt x="272399" y="88310"/>
                  <a:pt x="276288" y="86888"/>
                  <a:pt x="279407" y="84043"/>
                </a:cubicBezTo>
                <a:cubicBezTo>
                  <a:pt x="282526" y="81198"/>
                  <a:pt x="284504" y="76821"/>
                  <a:pt x="285338" y="70912"/>
                </a:cubicBezTo>
                <a:close/>
                <a:moveTo>
                  <a:pt x="307152" y="96614"/>
                </a:moveTo>
                <a:lnTo>
                  <a:pt x="307152" y="0"/>
                </a:lnTo>
                <a:lnTo>
                  <a:pt x="319015" y="0"/>
                </a:lnTo>
                <a:lnTo>
                  <a:pt x="319015" y="34665"/>
                </a:lnTo>
                <a:cubicBezTo>
                  <a:pt x="324551" y="28251"/>
                  <a:pt x="331537" y="25043"/>
                  <a:pt x="339972" y="25043"/>
                </a:cubicBezTo>
                <a:cubicBezTo>
                  <a:pt x="345157" y="25043"/>
                  <a:pt x="349660" y="26065"/>
                  <a:pt x="353482" y="28108"/>
                </a:cubicBezTo>
                <a:cubicBezTo>
                  <a:pt x="357305" y="30151"/>
                  <a:pt x="360040" y="32974"/>
                  <a:pt x="361687" y="36576"/>
                </a:cubicBezTo>
                <a:cubicBezTo>
                  <a:pt x="363335" y="40179"/>
                  <a:pt x="364159" y="45407"/>
                  <a:pt x="364159" y="52261"/>
                </a:cubicBezTo>
                <a:lnTo>
                  <a:pt x="364159" y="96614"/>
                </a:lnTo>
                <a:lnTo>
                  <a:pt x="352296" y="96614"/>
                </a:lnTo>
                <a:lnTo>
                  <a:pt x="352296" y="52261"/>
                </a:lnTo>
                <a:cubicBezTo>
                  <a:pt x="352296" y="46330"/>
                  <a:pt x="351011" y="42013"/>
                  <a:pt x="348441" y="39311"/>
                </a:cubicBezTo>
                <a:cubicBezTo>
                  <a:pt x="345871" y="36609"/>
                  <a:pt x="342235" y="35258"/>
                  <a:pt x="337534" y="35258"/>
                </a:cubicBezTo>
                <a:cubicBezTo>
                  <a:pt x="334019" y="35258"/>
                  <a:pt x="330713" y="36170"/>
                  <a:pt x="327615" y="37993"/>
                </a:cubicBezTo>
                <a:cubicBezTo>
                  <a:pt x="324518" y="39817"/>
                  <a:pt x="322310" y="42288"/>
                  <a:pt x="320992" y="45407"/>
                </a:cubicBezTo>
                <a:cubicBezTo>
                  <a:pt x="319674" y="48527"/>
                  <a:pt x="319015" y="52832"/>
                  <a:pt x="319015" y="58324"/>
                </a:cubicBezTo>
                <a:lnTo>
                  <a:pt x="319015" y="96614"/>
                </a:lnTo>
                <a:lnTo>
                  <a:pt x="307152" y="96614"/>
                </a:lnTo>
                <a:close/>
                <a:moveTo>
                  <a:pt x="403196" y="96614"/>
                </a:moveTo>
                <a:lnTo>
                  <a:pt x="440300" y="0"/>
                </a:lnTo>
                <a:lnTo>
                  <a:pt x="454073" y="0"/>
                </a:lnTo>
                <a:lnTo>
                  <a:pt x="493615" y="96614"/>
                </a:lnTo>
                <a:lnTo>
                  <a:pt x="479051" y="96614"/>
                </a:lnTo>
                <a:lnTo>
                  <a:pt x="467781" y="67485"/>
                </a:lnTo>
                <a:lnTo>
                  <a:pt x="427382" y="67485"/>
                </a:lnTo>
                <a:lnTo>
                  <a:pt x="416772" y="96614"/>
                </a:lnTo>
                <a:lnTo>
                  <a:pt x="403196" y="96614"/>
                </a:lnTo>
                <a:moveTo>
                  <a:pt x="431073" y="56940"/>
                </a:moveTo>
                <a:lnTo>
                  <a:pt x="463827" y="56940"/>
                </a:lnTo>
                <a:lnTo>
                  <a:pt x="453744" y="30184"/>
                </a:lnTo>
                <a:cubicBezTo>
                  <a:pt x="450668" y="22056"/>
                  <a:pt x="448384" y="15377"/>
                  <a:pt x="446890" y="10149"/>
                </a:cubicBezTo>
                <a:cubicBezTo>
                  <a:pt x="445660" y="16344"/>
                  <a:pt x="443924" y="22495"/>
                  <a:pt x="441683" y="28602"/>
                </a:cubicBezTo>
                <a:lnTo>
                  <a:pt x="431073" y="56940"/>
                </a:lnTo>
                <a:close/>
                <a:moveTo>
                  <a:pt x="502316" y="96614"/>
                </a:moveTo>
                <a:lnTo>
                  <a:pt x="502316" y="26625"/>
                </a:lnTo>
                <a:lnTo>
                  <a:pt x="512926" y="26625"/>
                </a:lnTo>
                <a:lnTo>
                  <a:pt x="512926" y="36379"/>
                </a:lnTo>
                <a:cubicBezTo>
                  <a:pt x="515123" y="32971"/>
                  <a:pt x="518045" y="30230"/>
                  <a:pt x="521691" y="28155"/>
                </a:cubicBezTo>
                <a:cubicBezTo>
                  <a:pt x="525338" y="26081"/>
                  <a:pt x="529490" y="25043"/>
                  <a:pt x="534147" y="25043"/>
                </a:cubicBezTo>
                <a:cubicBezTo>
                  <a:pt x="539331" y="25043"/>
                  <a:pt x="543582" y="26114"/>
                  <a:pt x="546899" y="28256"/>
                </a:cubicBezTo>
                <a:cubicBezTo>
                  <a:pt x="550216" y="30397"/>
                  <a:pt x="552556" y="33390"/>
                  <a:pt x="553918" y="37235"/>
                </a:cubicBezTo>
                <a:cubicBezTo>
                  <a:pt x="559454" y="29107"/>
                  <a:pt x="566659" y="25043"/>
                  <a:pt x="575534" y="25043"/>
                </a:cubicBezTo>
                <a:cubicBezTo>
                  <a:pt x="582476" y="25043"/>
                  <a:pt x="587814" y="26965"/>
                  <a:pt x="591549" y="30810"/>
                </a:cubicBezTo>
                <a:cubicBezTo>
                  <a:pt x="595283" y="34654"/>
                  <a:pt x="597150" y="40574"/>
                  <a:pt x="597150" y="48571"/>
                </a:cubicBezTo>
                <a:lnTo>
                  <a:pt x="597150" y="96614"/>
                </a:lnTo>
                <a:lnTo>
                  <a:pt x="585354" y="96614"/>
                </a:lnTo>
                <a:lnTo>
                  <a:pt x="585354" y="52478"/>
                </a:lnTo>
                <a:cubicBezTo>
                  <a:pt x="585354" y="47727"/>
                  <a:pt x="584969" y="44308"/>
                  <a:pt x="584200" y="42219"/>
                </a:cubicBezTo>
                <a:cubicBezTo>
                  <a:pt x="583432" y="40130"/>
                  <a:pt x="582037" y="38447"/>
                  <a:pt x="580016" y="37171"/>
                </a:cubicBezTo>
                <a:cubicBezTo>
                  <a:pt x="577995" y="35896"/>
                  <a:pt x="575622" y="35258"/>
                  <a:pt x="572898" y="35258"/>
                </a:cubicBezTo>
                <a:cubicBezTo>
                  <a:pt x="567977" y="35258"/>
                  <a:pt x="563891" y="36897"/>
                  <a:pt x="560640" y="40174"/>
                </a:cubicBezTo>
                <a:cubicBezTo>
                  <a:pt x="557389" y="43450"/>
                  <a:pt x="555763" y="48695"/>
                  <a:pt x="555763" y="55909"/>
                </a:cubicBezTo>
                <a:lnTo>
                  <a:pt x="555763" y="96614"/>
                </a:lnTo>
                <a:lnTo>
                  <a:pt x="543901" y="96614"/>
                </a:lnTo>
                <a:lnTo>
                  <a:pt x="543901" y="51091"/>
                </a:lnTo>
                <a:cubicBezTo>
                  <a:pt x="543901" y="45814"/>
                  <a:pt x="542934" y="41855"/>
                  <a:pt x="541001" y="39217"/>
                </a:cubicBezTo>
                <a:cubicBezTo>
                  <a:pt x="539068" y="36578"/>
                  <a:pt x="535904" y="35258"/>
                  <a:pt x="531511" y="35258"/>
                </a:cubicBezTo>
                <a:cubicBezTo>
                  <a:pt x="528172" y="35258"/>
                  <a:pt x="525085" y="36138"/>
                  <a:pt x="522251" y="37898"/>
                </a:cubicBezTo>
                <a:cubicBezTo>
                  <a:pt x="519418" y="39657"/>
                  <a:pt x="517364" y="42230"/>
                  <a:pt x="516089" y="45617"/>
                </a:cubicBezTo>
                <a:cubicBezTo>
                  <a:pt x="514815" y="49003"/>
                  <a:pt x="514178" y="53885"/>
                  <a:pt x="514178" y="60262"/>
                </a:cubicBezTo>
                <a:lnTo>
                  <a:pt x="514178" y="96614"/>
                </a:lnTo>
                <a:lnTo>
                  <a:pt x="502316" y="96614"/>
                </a:lnTo>
                <a:close/>
                <a:moveTo>
                  <a:pt x="662657" y="74075"/>
                </a:moveTo>
                <a:lnTo>
                  <a:pt x="674915" y="75591"/>
                </a:lnTo>
                <a:cubicBezTo>
                  <a:pt x="672982" y="82753"/>
                  <a:pt x="669401" y="88310"/>
                  <a:pt x="664173" y="92265"/>
                </a:cubicBezTo>
                <a:cubicBezTo>
                  <a:pt x="658945" y="96219"/>
                  <a:pt x="652267" y="98196"/>
                  <a:pt x="644139" y="98196"/>
                </a:cubicBezTo>
                <a:cubicBezTo>
                  <a:pt x="633902" y="98196"/>
                  <a:pt x="625784" y="95043"/>
                  <a:pt x="619787" y="88739"/>
                </a:cubicBezTo>
                <a:cubicBezTo>
                  <a:pt x="613790" y="82434"/>
                  <a:pt x="610791" y="73592"/>
                  <a:pt x="610791" y="62213"/>
                </a:cubicBezTo>
                <a:cubicBezTo>
                  <a:pt x="610791" y="50438"/>
                  <a:pt x="613823" y="41299"/>
                  <a:pt x="619886" y="34797"/>
                </a:cubicBezTo>
                <a:cubicBezTo>
                  <a:pt x="625949" y="28294"/>
                  <a:pt x="633814" y="25043"/>
                  <a:pt x="643479" y="25043"/>
                </a:cubicBezTo>
                <a:cubicBezTo>
                  <a:pt x="652838" y="25043"/>
                  <a:pt x="660483" y="28224"/>
                  <a:pt x="666414" y="34585"/>
                </a:cubicBezTo>
                <a:cubicBezTo>
                  <a:pt x="672345" y="40944"/>
                  <a:pt x="675311" y="49892"/>
                  <a:pt x="675311" y="61428"/>
                </a:cubicBezTo>
                <a:cubicBezTo>
                  <a:pt x="675311" y="62130"/>
                  <a:pt x="675289" y="63182"/>
                  <a:pt x="675245" y="64585"/>
                </a:cubicBezTo>
                <a:lnTo>
                  <a:pt x="623049" y="64585"/>
                </a:lnTo>
                <a:cubicBezTo>
                  <a:pt x="623489" y="72252"/>
                  <a:pt x="625664" y="78123"/>
                  <a:pt x="629574" y="82198"/>
                </a:cubicBezTo>
                <a:cubicBezTo>
                  <a:pt x="633484" y="86273"/>
                  <a:pt x="638361" y="88310"/>
                  <a:pt x="644204" y="88310"/>
                </a:cubicBezTo>
                <a:cubicBezTo>
                  <a:pt x="648554" y="88310"/>
                  <a:pt x="652267" y="87179"/>
                  <a:pt x="655342" y="84916"/>
                </a:cubicBezTo>
                <a:cubicBezTo>
                  <a:pt x="658418" y="82652"/>
                  <a:pt x="660856" y="79039"/>
                  <a:pt x="662657" y="74075"/>
                </a:cubicBezTo>
                <a:moveTo>
                  <a:pt x="623709" y="54700"/>
                </a:moveTo>
                <a:lnTo>
                  <a:pt x="662789" y="54700"/>
                </a:lnTo>
                <a:cubicBezTo>
                  <a:pt x="662262" y="48908"/>
                  <a:pt x="660768" y="44565"/>
                  <a:pt x="658308" y="41669"/>
                </a:cubicBezTo>
                <a:cubicBezTo>
                  <a:pt x="654529" y="37176"/>
                  <a:pt x="649630" y="34929"/>
                  <a:pt x="643611" y="34929"/>
                </a:cubicBezTo>
                <a:cubicBezTo>
                  <a:pt x="638163" y="34929"/>
                  <a:pt x="633583" y="36723"/>
                  <a:pt x="629870" y="40310"/>
                </a:cubicBezTo>
                <a:cubicBezTo>
                  <a:pt x="626158" y="43896"/>
                  <a:pt x="624104" y="48693"/>
                  <a:pt x="623709" y="54700"/>
                </a:cubicBezTo>
                <a:close/>
                <a:moveTo>
                  <a:pt x="689657" y="96614"/>
                </a:moveTo>
                <a:lnTo>
                  <a:pt x="689657" y="26625"/>
                </a:lnTo>
                <a:lnTo>
                  <a:pt x="700333" y="26625"/>
                </a:lnTo>
                <a:lnTo>
                  <a:pt x="700333" y="37169"/>
                </a:lnTo>
                <a:cubicBezTo>
                  <a:pt x="703057" y="32232"/>
                  <a:pt x="705573" y="28977"/>
                  <a:pt x="707879" y="27403"/>
                </a:cubicBezTo>
                <a:cubicBezTo>
                  <a:pt x="710186" y="25830"/>
                  <a:pt x="712723" y="25043"/>
                  <a:pt x="715491" y="25043"/>
                </a:cubicBezTo>
                <a:cubicBezTo>
                  <a:pt x="719489" y="25043"/>
                  <a:pt x="723553" y="26312"/>
                  <a:pt x="727683" y="28849"/>
                </a:cubicBezTo>
                <a:lnTo>
                  <a:pt x="723597" y="39806"/>
                </a:lnTo>
                <a:cubicBezTo>
                  <a:pt x="720697" y="38092"/>
                  <a:pt x="717798" y="37235"/>
                  <a:pt x="714898" y="37235"/>
                </a:cubicBezTo>
                <a:cubicBezTo>
                  <a:pt x="712306" y="37235"/>
                  <a:pt x="709977" y="38017"/>
                  <a:pt x="707912" y="39579"/>
                </a:cubicBezTo>
                <a:cubicBezTo>
                  <a:pt x="705847" y="41140"/>
                  <a:pt x="704375" y="43306"/>
                  <a:pt x="703497" y="46077"/>
                </a:cubicBezTo>
                <a:cubicBezTo>
                  <a:pt x="702179" y="50299"/>
                  <a:pt x="701520" y="54917"/>
                  <a:pt x="701520" y="59931"/>
                </a:cubicBezTo>
                <a:lnTo>
                  <a:pt x="701520" y="96614"/>
                </a:lnTo>
                <a:lnTo>
                  <a:pt x="689657" y="96614"/>
                </a:lnTo>
                <a:close/>
                <a:moveTo>
                  <a:pt x="734800" y="13708"/>
                </a:moveTo>
                <a:lnTo>
                  <a:pt x="734800" y="0"/>
                </a:lnTo>
                <a:lnTo>
                  <a:pt x="746662" y="0"/>
                </a:lnTo>
                <a:lnTo>
                  <a:pt x="746662" y="13708"/>
                </a:lnTo>
                <a:lnTo>
                  <a:pt x="734800" y="13708"/>
                </a:lnTo>
                <a:moveTo>
                  <a:pt x="734800" y="96614"/>
                </a:moveTo>
                <a:lnTo>
                  <a:pt x="734800" y="26625"/>
                </a:lnTo>
                <a:lnTo>
                  <a:pt x="746662" y="26625"/>
                </a:lnTo>
                <a:lnTo>
                  <a:pt x="746662" y="96614"/>
                </a:lnTo>
                <a:lnTo>
                  <a:pt x="734800" y="96614"/>
                </a:lnTo>
                <a:close/>
                <a:moveTo>
                  <a:pt x="810368" y="70912"/>
                </a:moveTo>
                <a:lnTo>
                  <a:pt x="822033" y="72428"/>
                </a:lnTo>
                <a:cubicBezTo>
                  <a:pt x="820759" y="80488"/>
                  <a:pt x="817496" y="86799"/>
                  <a:pt x="812246" y="91358"/>
                </a:cubicBezTo>
                <a:cubicBezTo>
                  <a:pt x="806996" y="95917"/>
                  <a:pt x="800548" y="98196"/>
                  <a:pt x="792904" y="98196"/>
                </a:cubicBezTo>
                <a:cubicBezTo>
                  <a:pt x="783326" y="98196"/>
                  <a:pt x="775626" y="95065"/>
                  <a:pt x="769804" y="88805"/>
                </a:cubicBezTo>
                <a:cubicBezTo>
                  <a:pt x="763983" y="82544"/>
                  <a:pt x="761072" y="73570"/>
                  <a:pt x="761072" y="61883"/>
                </a:cubicBezTo>
                <a:cubicBezTo>
                  <a:pt x="761072" y="54326"/>
                  <a:pt x="762324" y="47714"/>
                  <a:pt x="764829" y="42046"/>
                </a:cubicBezTo>
                <a:cubicBezTo>
                  <a:pt x="767333" y="36379"/>
                  <a:pt x="771145" y="32128"/>
                  <a:pt x="776263" y="29294"/>
                </a:cubicBezTo>
                <a:cubicBezTo>
                  <a:pt x="781381" y="26460"/>
                  <a:pt x="786950" y="25043"/>
                  <a:pt x="792969" y="25043"/>
                </a:cubicBezTo>
                <a:cubicBezTo>
                  <a:pt x="800570" y="25043"/>
                  <a:pt x="806787" y="26972"/>
                  <a:pt x="811620" y="30828"/>
                </a:cubicBezTo>
                <a:cubicBezTo>
                  <a:pt x="816453" y="34684"/>
                  <a:pt x="819550" y="40158"/>
                  <a:pt x="820912" y="47253"/>
                </a:cubicBezTo>
                <a:lnTo>
                  <a:pt x="809379" y="49032"/>
                </a:lnTo>
                <a:cubicBezTo>
                  <a:pt x="808281" y="44353"/>
                  <a:pt x="806337" y="40833"/>
                  <a:pt x="803547" y="38471"/>
                </a:cubicBezTo>
                <a:cubicBezTo>
                  <a:pt x="800757" y="36109"/>
                  <a:pt x="797385" y="34929"/>
                  <a:pt x="793431" y="34929"/>
                </a:cubicBezTo>
                <a:cubicBezTo>
                  <a:pt x="787456" y="34929"/>
                  <a:pt x="782601" y="37060"/>
                  <a:pt x="778866" y="41323"/>
                </a:cubicBezTo>
                <a:cubicBezTo>
                  <a:pt x="775132" y="45585"/>
                  <a:pt x="773264" y="52329"/>
                  <a:pt x="773264" y="61554"/>
                </a:cubicBezTo>
                <a:cubicBezTo>
                  <a:pt x="773264" y="70911"/>
                  <a:pt x="775066" y="77710"/>
                  <a:pt x="778668" y="81951"/>
                </a:cubicBezTo>
                <a:cubicBezTo>
                  <a:pt x="782271" y="86190"/>
                  <a:pt x="786972" y="88310"/>
                  <a:pt x="792772" y="88310"/>
                </a:cubicBezTo>
                <a:cubicBezTo>
                  <a:pt x="797429" y="88310"/>
                  <a:pt x="801317" y="86888"/>
                  <a:pt x="804437" y="84043"/>
                </a:cubicBezTo>
                <a:cubicBezTo>
                  <a:pt x="807556" y="81198"/>
                  <a:pt x="809533" y="76821"/>
                  <a:pt x="810368" y="70912"/>
                </a:cubicBezTo>
                <a:close/>
                <a:moveTo>
                  <a:pt x="877853" y="87973"/>
                </a:moveTo>
                <a:cubicBezTo>
                  <a:pt x="873459" y="91710"/>
                  <a:pt x="869231" y="94348"/>
                  <a:pt x="865167" y="95887"/>
                </a:cubicBezTo>
                <a:cubicBezTo>
                  <a:pt x="861103" y="97426"/>
                  <a:pt x="856742" y="98196"/>
                  <a:pt x="852085" y="98196"/>
                </a:cubicBezTo>
                <a:cubicBezTo>
                  <a:pt x="844396" y="98196"/>
                  <a:pt x="838487" y="96316"/>
                  <a:pt x="834357" y="92557"/>
                </a:cubicBezTo>
                <a:cubicBezTo>
                  <a:pt x="830227" y="88798"/>
                  <a:pt x="828162" y="83994"/>
                  <a:pt x="828162" y="78147"/>
                </a:cubicBezTo>
                <a:cubicBezTo>
                  <a:pt x="828162" y="74719"/>
                  <a:pt x="828942" y="71587"/>
                  <a:pt x="830501" y="68752"/>
                </a:cubicBezTo>
                <a:cubicBezTo>
                  <a:pt x="832061" y="65915"/>
                  <a:pt x="834104" y="63639"/>
                  <a:pt x="836630" y="61924"/>
                </a:cubicBezTo>
                <a:cubicBezTo>
                  <a:pt x="839157" y="60209"/>
                  <a:pt x="842002" y="58913"/>
                  <a:pt x="845165" y="58034"/>
                </a:cubicBezTo>
                <a:cubicBezTo>
                  <a:pt x="847494" y="57418"/>
                  <a:pt x="851008" y="56824"/>
                  <a:pt x="855709" y="56253"/>
                </a:cubicBezTo>
                <a:cubicBezTo>
                  <a:pt x="865287" y="55118"/>
                  <a:pt x="872339" y="53766"/>
                  <a:pt x="876864" y="52195"/>
                </a:cubicBezTo>
                <a:cubicBezTo>
                  <a:pt x="876908" y="50577"/>
                  <a:pt x="876930" y="49548"/>
                  <a:pt x="876930" y="49110"/>
                </a:cubicBezTo>
                <a:cubicBezTo>
                  <a:pt x="876930" y="44295"/>
                  <a:pt x="875810" y="40903"/>
                  <a:pt x="873569" y="38934"/>
                </a:cubicBezTo>
                <a:cubicBezTo>
                  <a:pt x="870538" y="36264"/>
                  <a:pt x="866034" y="34929"/>
                  <a:pt x="860059" y="34929"/>
                </a:cubicBezTo>
                <a:cubicBezTo>
                  <a:pt x="854479" y="34929"/>
                  <a:pt x="850360" y="35906"/>
                  <a:pt x="847702" y="37861"/>
                </a:cubicBezTo>
                <a:cubicBezTo>
                  <a:pt x="845044" y="39817"/>
                  <a:pt x="843078" y="43276"/>
                  <a:pt x="841804" y="48241"/>
                </a:cubicBezTo>
                <a:lnTo>
                  <a:pt x="830205" y="46660"/>
                </a:lnTo>
                <a:cubicBezTo>
                  <a:pt x="831259" y="41680"/>
                  <a:pt x="832995" y="37658"/>
                  <a:pt x="835411" y="34595"/>
                </a:cubicBezTo>
                <a:cubicBezTo>
                  <a:pt x="837828" y="31532"/>
                  <a:pt x="841321" y="29175"/>
                  <a:pt x="845890" y="27523"/>
                </a:cubicBezTo>
                <a:cubicBezTo>
                  <a:pt x="850459" y="25870"/>
                  <a:pt x="855753" y="25043"/>
                  <a:pt x="861773" y="25043"/>
                </a:cubicBezTo>
                <a:cubicBezTo>
                  <a:pt x="867748" y="25043"/>
                  <a:pt x="872603" y="25746"/>
                  <a:pt x="876337" y="27152"/>
                </a:cubicBezTo>
                <a:cubicBezTo>
                  <a:pt x="880072" y="28558"/>
                  <a:pt x="882818" y="30326"/>
                  <a:pt x="884575" y="32457"/>
                </a:cubicBezTo>
                <a:cubicBezTo>
                  <a:pt x="886332" y="34588"/>
                  <a:pt x="887563" y="37279"/>
                  <a:pt x="888266" y="40531"/>
                </a:cubicBezTo>
                <a:cubicBezTo>
                  <a:pt x="888661" y="42552"/>
                  <a:pt x="888859" y="46198"/>
                  <a:pt x="888859" y="51470"/>
                </a:cubicBezTo>
                <a:lnTo>
                  <a:pt x="888859" y="67287"/>
                </a:lnTo>
                <a:cubicBezTo>
                  <a:pt x="888859" y="78315"/>
                  <a:pt x="889111" y="85290"/>
                  <a:pt x="889617" y="88212"/>
                </a:cubicBezTo>
                <a:cubicBezTo>
                  <a:pt x="890122" y="91133"/>
                  <a:pt x="891121" y="93934"/>
                  <a:pt x="892615" y="96614"/>
                </a:cubicBezTo>
                <a:lnTo>
                  <a:pt x="880225" y="96614"/>
                </a:lnTo>
                <a:cubicBezTo>
                  <a:pt x="878995" y="94151"/>
                  <a:pt x="878204" y="91271"/>
                  <a:pt x="877853" y="87973"/>
                </a:cubicBezTo>
                <a:moveTo>
                  <a:pt x="876864" y="61422"/>
                </a:moveTo>
                <a:cubicBezTo>
                  <a:pt x="872559" y="63194"/>
                  <a:pt x="866100" y="64701"/>
                  <a:pt x="857489" y="65940"/>
                </a:cubicBezTo>
                <a:cubicBezTo>
                  <a:pt x="852612" y="66646"/>
                  <a:pt x="849163" y="67440"/>
                  <a:pt x="847142" y="68323"/>
                </a:cubicBezTo>
                <a:cubicBezTo>
                  <a:pt x="845121" y="69205"/>
                  <a:pt x="843561" y="70495"/>
                  <a:pt x="842463" y="72195"/>
                </a:cubicBezTo>
                <a:cubicBezTo>
                  <a:pt x="841364" y="73893"/>
                  <a:pt x="840815" y="75779"/>
                  <a:pt x="840815" y="77852"/>
                </a:cubicBezTo>
                <a:cubicBezTo>
                  <a:pt x="840815" y="81028"/>
                  <a:pt x="842013" y="83675"/>
                  <a:pt x="844407" y="85794"/>
                </a:cubicBezTo>
                <a:cubicBezTo>
                  <a:pt x="846802" y="87911"/>
                  <a:pt x="850305" y="88969"/>
                  <a:pt x="854919" y="88969"/>
                </a:cubicBezTo>
                <a:cubicBezTo>
                  <a:pt x="859488" y="88969"/>
                  <a:pt x="863552" y="87965"/>
                  <a:pt x="867111" y="85956"/>
                </a:cubicBezTo>
                <a:cubicBezTo>
                  <a:pt x="870669" y="83948"/>
                  <a:pt x="873284" y="81200"/>
                  <a:pt x="874953" y="77712"/>
                </a:cubicBezTo>
                <a:cubicBezTo>
                  <a:pt x="876227" y="75018"/>
                  <a:pt x="876864" y="71045"/>
                  <a:pt x="876864" y="65792"/>
                </a:cubicBezTo>
                <a:lnTo>
                  <a:pt x="876864" y="61422"/>
                </a:lnTo>
                <a:close/>
                <a:moveTo>
                  <a:pt x="907225" y="96614"/>
                </a:moveTo>
                <a:lnTo>
                  <a:pt x="907225" y="26625"/>
                </a:lnTo>
                <a:lnTo>
                  <a:pt x="917901" y="26625"/>
                </a:lnTo>
                <a:lnTo>
                  <a:pt x="917901" y="36510"/>
                </a:lnTo>
                <a:cubicBezTo>
                  <a:pt x="923042" y="28866"/>
                  <a:pt x="930467" y="25043"/>
                  <a:pt x="940177" y="25043"/>
                </a:cubicBezTo>
                <a:cubicBezTo>
                  <a:pt x="944395" y="25043"/>
                  <a:pt x="948272" y="25801"/>
                  <a:pt x="951809" y="27317"/>
                </a:cubicBezTo>
                <a:cubicBezTo>
                  <a:pt x="955345" y="28833"/>
                  <a:pt x="957993" y="30821"/>
                  <a:pt x="959750" y="33281"/>
                </a:cubicBezTo>
                <a:cubicBezTo>
                  <a:pt x="961507" y="35742"/>
                  <a:pt x="962738" y="38663"/>
                  <a:pt x="963441" y="42046"/>
                </a:cubicBezTo>
                <a:cubicBezTo>
                  <a:pt x="963880" y="44243"/>
                  <a:pt x="964100" y="48087"/>
                  <a:pt x="964100" y="53579"/>
                </a:cubicBezTo>
                <a:lnTo>
                  <a:pt x="964100" y="96614"/>
                </a:lnTo>
                <a:lnTo>
                  <a:pt x="952237" y="96614"/>
                </a:lnTo>
                <a:lnTo>
                  <a:pt x="952237" y="53995"/>
                </a:lnTo>
                <a:cubicBezTo>
                  <a:pt x="952237" y="49157"/>
                  <a:pt x="951776" y="45539"/>
                  <a:pt x="950853" y="43142"/>
                </a:cubicBezTo>
                <a:cubicBezTo>
                  <a:pt x="949930" y="40745"/>
                  <a:pt x="948294" y="38831"/>
                  <a:pt x="945943" y="37402"/>
                </a:cubicBezTo>
                <a:cubicBezTo>
                  <a:pt x="943593" y="35973"/>
                  <a:pt x="940836" y="35258"/>
                  <a:pt x="937672" y="35258"/>
                </a:cubicBezTo>
                <a:cubicBezTo>
                  <a:pt x="932620" y="35258"/>
                  <a:pt x="928259" y="36864"/>
                  <a:pt x="924591" y="40075"/>
                </a:cubicBezTo>
                <a:cubicBezTo>
                  <a:pt x="920922" y="43285"/>
                  <a:pt x="919088" y="49377"/>
                  <a:pt x="919088" y="58349"/>
                </a:cubicBezTo>
                <a:lnTo>
                  <a:pt x="919088" y="96614"/>
                </a:lnTo>
                <a:lnTo>
                  <a:pt x="907225" y="96614"/>
                </a:lnTo>
                <a:close/>
                <a:moveTo>
                  <a:pt x="1065461" y="70912"/>
                </a:moveTo>
                <a:lnTo>
                  <a:pt x="1077126" y="72428"/>
                </a:lnTo>
                <a:cubicBezTo>
                  <a:pt x="1075852" y="80488"/>
                  <a:pt x="1072589" y="86799"/>
                  <a:pt x="1067339" y="91358"/>
                </a:cubicBezTo>
                <a:cubicBezTo>
                  <a:pt x="1062089" y="95917"/>
                  <a:pt x="1055641" y="98196"/>
                  <a:pt x="1047997" y="98196"/>
                </a:cubicBezTo>
                <a:cubicBezTo>
                  <a:pt x="1038419" y="98196"/>
                  <a:pt x="1030719" y="95065"/>
                  <a:pt x="1024897" y="88805"/>
                </a:cubicBezTo>
                <a:cubicBezTo>
                  <a:pt x="1019076" y="82544"/>
                  <a:pt x="1016165" y="73570"/>
                  <a:pt x="1016165" y="61883"/>
                </a:cubicBezTo>
                <a:cubicBezTo>
                  <a:pt x="1016165" y="54326"/>
                  <a:pt x="1017417" y="47714"/>
                  <a:pt x="1019922" y="42046"/>
                </a:cubicBezTo>
                <a:cubicBezTo>
                  <a:pt x="1022426" y="36379"/>
                  <a:pt x="1026238" y="32128"/>
                  <a:pt x="1031356" y="29294"/>
                </a:cubicBezTo>
                <a:cubicBezTo>
                  <a:pt x="1036475" y="26460"/>
                  <a:pt x="1042043" y="25043"/>
                  <a:pt x="1048062" y="25043"/>
                </a:cubicBezTo>
                <a:cubicBezTo>
                  <a:pt x="1055663" y="25043"/>
                  <a:pt x="1061880" y="26972"/>
                  <a:pt x="1066713" y="30828"/>
                </a:cubicBezTo>
                <a:cubicBezTo>
                  <a:pt x="1071546" y="34684"/>
                  <a:pt x="1074643" y="40158"/>
                  <a:pt x="1076005" y="47253"/>
                </a:cubicBezTo>
                <a:lnTo>
                  <a:pt x="1064472" y="49032"/>
                </a:lnTo>
                <a:cubicBezTo>
                  <a:pt x="1063374" y="44353"/>
                  <a:pt x="1061430" y="40833"/>
                  <a:pt x="1058640" y="38471"/>
                </a:cubicBezTo>
                <a:cubicBezTo>
                  <a:pt x="1055850" y="36109"/>
                  <a:pt x="1052478" y="34929"/>
                  <a:pt x="1048524" y="34929"/>
                </a:cubicBezTo>
                <a:cubicBezTo>
                  <a:pt x="1042549" y="34929"/>
                  <a:pt x="1037694" y="37060"/>
                  <a:pt x="1033959" y="41323"/>
                </a:cubicBezTo>
                <a:cubicBezTo>
                  <a:pt x="1030225" y="45585"/>
                  <a:pt x="1028357" y="52329"/>
                  <a:pt x="1028357" y="61554"/>
                </a:cubicBezTo>
                <a:cubicBezTo>
                  <a:pt x="1028357" y="70911"/>
                  <a:pt x="1030159" y="77710"/>
                  <a:pt x="1033761" y="81951"/>
                </a:cubicBezTo>
                <a:cubicBezTo>
                  <a:pt x="1037364" y="86190"/>
                  <a:pt x="1042065" y="88310"/>
                  <a:pt x="1047865" y="88310"/>
                </a:cubicBezTo>
                <a:cubicBezTo>
                  <a:pt x="1052522" y="88310"/>
                  <a:pt x="1056410" y="86888"/>
                  <a:pt x="1059530" y="84043"/>
                </a:cubicBezTo>
                <a:cubicBezTo>
                  <a:pt x="1062649" y="81198"/>
                  <a:pt x="1064626" y="76821"/>
                  <a:pt x="1065461" y="70912"/>
                </a:cubicBezTo>
                <a:close/>
                <a:moveTo>
                  <a:pt x="1082859" y="61620"/>
                </a:moveTo>
                <a:cubicBezTo>
                  <a:pt x="1082859" y="48659"/>
                  <a:pt x="1086462" y="39059"/>
                  <a:pt x="1093668" y="32820"/>
                </a:cubicBezTo>
                <a:cubicBezTo>
                  <a:pt x="1099687" y="27635"/>
                  <a:pt x="1107024" y="25043"/>
                  <a:pt x="1115679" y="25043"/>
                </a:cubicBezTo>
                <a:cubicBezTo>
                  <a:pt x="1125301" y="25043"/>
                  <a:pt x="1133166" y="28196"/>
                  <a:pt x="1139273" y="34500"/>
                </a:cubicBezTo>
                <a:cubicBezTo>
                  <a:pt x="1145380" y="40805"/>
                  <a:pt x="1148433" y="49515"/>
                  <a:pt x="1148433" y="60631"/>
                </a:cubicBezTo>
                <a:cubicBezTo>
                  <a:pt x="1148433" y="69638"/>
                  <a:pt x="1147082" y="76722"/>
                  <a:pt x="1144380" y="81885"/>
                </a:cubicBezTo>
                <a:cubicBezTo>
                  <a:pt x="1141678" y="87047"/>
                  <a:pt x="1137746" y="91056"/>
                  <a:pt x="1132583" y="93912"/>
                </a:cubicBezTo>
                <a:cubicBezTo>
                  <a:pt x="1127421" y="96768"/>
                  <a:pt x="1121786" y="98196"/>
                  <a:pt x="1115679" y="98196"/>
                </a:cubicBezTo>
                <a:cubicBezTo>
                  <a:pt x="1105882" y="98196"/>
                  <a:pt x="1097962" y="95054"/>
                  <a:pt x="1091921" y="88772"/>
                </a:cubicBezTo>
                <a:cubicBezTo>
                  <a:pt x="1085880" y="82489"/>
                  <a:pt x="1082859" y="73438"/>
                  <a:pt x="1082859" y="61620"/>
                </a:cubicBezTo>
                <a:moveTo>
                  <a:pt x="1095052" y="61587"/>
                </a:moveTo>
                <a:cubicBezTo>
                  <a:pt x="1095052" y="70516"/>
                  <a:pt x="1097007" y="77203"/>
                  <a:pt x="1100917" y="81646"/>
                </a:cubicBezTo>
                <a:cubicBezTo>
                  <a:pt x="1104827" y="86089"/>
                  <a:pt x="1109748" y="88310"/>
                  <a:pt x="1115679" y="88310"/>
                </a:cubicBezTo>
                <a:cubicBezTo>
                  <a:pt x="1121567" y="88310"/>
                  <a:pt x="1126465" y="86078"/>
                  <a:pt x="1130376" y="81613"/>
                </a:cubicBezTo>
                <a:cubicBezTo>
                  <a:pt x="1134286" y="77148"/>
                  <a:pt x="1136241" y="70341"/>
                  <a:pt x="1136241" y="61193"/>
                </a:cubicBezTo>
                <a:cubicBezTo>
                  <a:pt x="1136241" y="52570"/>
                  <a:pt x="1134275" y="46036"/>
                  <a:pt x="1130343" y="41593"/>
                </a:cubicBezTo>
                <a:cubicBezTo>
                  <a:pt x="1126411" y="37150"/>
                  <a:pt x="1121523" y="34929"/>
                  <a:pt x="1115679" y="34929"/>
                </a:cubicBezTo>
                <a:cubicBezTo>
                  <a:pt x="1109748" y="34929"/>
                  <a:pt x="1104827" y="37139"/>
                  <a:pt x="1100917" y="41560"/>
                </a:cubicBezTo>
                <a:cubicBezTo>
                  <a:pt x="1097007" y="45981"/>
                  <a:pt x="1095052" y="52657"/>
                  <a:pt x="1095052" y="61587"/>
                </a:cubicBezTo>
                <a:close/>
                <a:moveTo>
                  <a:pt x="1162318" y="96614"/>
                </a:moveTo>
                <a:lnTo>
                  <a:pt x="1162318" y="26625"/>
                </a:lnTo>
                <a:lnTo>
                  <a:pt x="1172994" y="26625"/>
                </a:lnTo>
                <a:lnTo>
                  <a:pt x="1172994" y="36510"/>
                </a:lnTo>
                <a:cubicBezTo>
                  <a:pt x="1178135" y="28866"/>
                  <a:pt x="1185560" y="25043"/>
                  <a:pt x="1195270" y="25043"/>
                </a:cubicBezTo>
                <a:cubicBezTo>
                  <a:pt x="1199488" y="25043"/>
                  <a:pt x="1203365" y="25801"/>
                  <a:pt x="1206902" y="27317"/>
                </a:cubicBezTo>
                <a:cubicBezTo>
                  <a:pt x="1210438" y="28833"/>
                  <a:pt x="1213086" y="30821"/>
                  <a:pt x="1214843" y="33281"/>
                </a:cubicBezTo>
                <a:cubicBezTo>
                  <a:pt x="1216600" y="35742"/>
                  <a:pt x="1217831" y="38663"/>
                  <a:pt x="1218534" y="42046"/>
                </a:cubicBezTo>
                <a:cubicBezTo>
                  <a:pt x="1218973" y="44243"/>
                  <a:pt x="1219193" y="48087"/>
                  <a:pt x="1219193" y="53579"/>
                </a:cubicBezTo>
                <a:lnTo>
                  <a:pt x="1219193" y="96614"/>
                </a:lnTo>
                <a:lnTo>
                  <a:pt x="1207330" y="96614"/>
                </a:lnTo>
                <a:lnTo>
                  <a:pt x="1207330" y="53995"/>
                </a:lnTo>
                <a:cubicBezTo>
                  <a:pt x="1207330" y="49157"/>
                  <a:pt x="1206869" y="45539"/>
                  <a:pt x="1205946" y="43142"/>
                </a:cubicBezTo>
                <a:cubicBezTo>
                  <a:pt x="1205023" y="40745"/>
                  <a:pt x="1203387" y="38831"/>
                  <a:pt x="1201036" y="37402"/>
                </a:cubicBezTo>
                <a:cubicBezTo>
                  <a:pt x="1198686" y="35973"/>
                  <a:pt x="1195929" y="35258"/>
                  <a:pt x="1192765" y="35258"/>
                </a:cubicBezTo>
                <a:cubicBezTo>
                  <a:pt x="1187713" y="35258"/>
                  <a:pt x="1183352" y="36864"/>
                  <a:pt x="1179684" y="40075"/>
                </a:cubicBezTo>
                <a:cubicBezTo>
                  <a:pt x="1176015" y="43285"/>
                  <a:pt x="1174181" y="49377"/>
                  <a:pt x="1174181" y="58349"/>
                </a:cubicBezTo>
                <a:lnTo>
                  <a:pt x="1174181" y="96614"/>
                </a:lnTo>
                <a:lnTo>
                  <a:pt x="1162318" y="96614"/>
                </a:lnTo>
                <a:close/>
                <a:moveTo>
                  <a:pt x="1232616" y="75657"/>
                </a:moveTo>
                <a:lnTo>
                  <a:pt x="1244347" y="73812"/>
                </a:lnTo>
                <a:cubicBezTo>
                  <a:pt x="1245006" y="78492"/>
                  <a:pt x="1246840" y="82079"/>
                  <a:pt x="1249850" y="84572"/>
                </a:cubicBezTo>
                <a:cubicBezTo>
                  <a:pt x="1252859" y="87064"/>
                  <a:pt x="1257066" y="88310"/>
                  <a:pt x="1262470" y="88310"/>
                </a:cubicBezTo>
                <a:cubicBezTo>
                  <a:pt x="1267918" y="88310"/>
                  <a:pt x="1271960" y="87210"/>
                  <a:pt x="1274597" y="85009"/>
                </a:cubicBezTo>
                <a:cubicBezTo>
                  <a:pt x="1277233" y="82807"/>
                  <a:pt x="1278551" y="80224"/>
                  <a:pt x="1278551" y="77261"/>
                </a:cubicBezTo>
                <a:cubicBezTo>
                  <a:pt x="1278551" y="74602"/>
                  <a:pt x="1277386" y="72509"/>
                  <a:pt x="1275058" y="70984"/>
                </a:cubicBezTo>
                <a:cubicBezTo>
                  <a:pt x="1273432" y="69938"/>
                  <a:pt x="1269390" y="68608"/>
                  <a:pt x="1262932" y="66995"/>
                </a:cubicBezTo>
                <a:cubicBezTo>
                  <a:pt x="1254232" y="64797"/>
                  <a:pt x="1248202" y="62895"/>
                  <a:pt x="1244841" y="61290"/>
                </a:cubicBezTo>
                <a:cubicBezTo>
                  <a:pt x="1241480" y="59685"/>
                  <a:pt x="1238932" y="57464"/>
                  <a:pt x="1237196" y="54628"/>
                </a:cubicBezTo>
                <a:cubicBezTo>
                  <a:pt x="1235461" y="51791"/>
                  <a:pt x="1234593" y="48658"/>
                  <a:pt x="1234593" y="45228"/>
                </a:cubicBezTo>
                <a:cubicBezTo>
                  <a:pt x="1234593" y="42106"/>
                  <a:pt x="1235307" y="39214"/>
                  <a:pt x="1236735" y="36554"/>
                </a:cubicBezTo>
                <a:cubicBezTo>
                  <a:pt x="1238163" y="33893"/>
                  <a:pt x="1240107" y="31683"/>
                  <a:pt x="1242568" y="29924"/>
                </a:cubicBezTo>
                <a:cubicBezTo>
                  <a:pt x="1244413" y="28561"/>
                  <a:pt x="1246928" y="27407"/>
                  <a:pt x="1250113" y="26462"/>
                </a:cubicBezTo>
                <a:cubicBezTo>
                  <a:pt x="1253299" y="25516"/>
                  <a:pt x="1256715" y="25043"/>
                  <a:pt x="1260361" y="25043"/>
                </a:cubicBezTo>
                <a:cubicBezTo>
                  <a:pt x="1265853" y="25043"/>
                  <a:pt x="1270675" y="25840"/>
                  <a:pt x="1274827" y="27432"/>
                </a:cubicBezTo>
                <a:cubicBezTo>
                  <a:pt x="1278979" y="29024"/>
                  <a:pt x="1282044" y="31180"/>
                  <a:pt x="1284021" y="33901"/>
                </a:cubicBezTo>
                <a:cubicBezTo>
                  <a:pt x="1285998" y="36621"/>
                  <a:pt x="1287360" y="40259"/>
                  <a:pt x="1288107" y="44814"/>
                </a:cubicBezTo>
                <a:lnTo>
                  <a:pt x="1276508" y="46396"/>
                </a:lnTo>
                <a:cubicBezTo>
                  <a:pt x="1275980" y="42793"/>
                  <a:pt x="1274454" y="39981"/>
                  <a:pt x="1271927" y="37960"/>
                </a:cubicBezTo>
                <a:cubicBezTo>
                  <a:pt x="1269401" y="35939"/>
                  <a:pt x="1265831" y="34929"/>
                  <a:pt x="1261218" y="34929"/>
                </a:cubicBezTo>
                <a:cubicBezTo>
                  <a:pt x="1255770" y="34929"/>
                  <a:pt x="1251882" y="35825"/>
                  <a:pt x="1249553" y="37618"/>
                </a:cubicBezTo>
                <a:cubicBezTo>
                  <a:pt x="1247225" y="39410"/>
                  <a:pt x="1246060" y="41509"/>
                  <a:pt x="1246060" y="43914"/>
                </a:cubicBezTo>
                <a:cubicBezTo>
                  <a:pt x="1246060" y="45444"/>
                  <a:pt x="1246544" y="46821"/>
                  <a:pt x="1247510" y="48046"/>
                </a:cubicBezTo>
                <a:cubicBezTo>
                  <a:pt x="1248477" y="49313"/>
                  <a:pt x="1249993" y="50362"/>
                  <a:pt x="1252058" y="51192"/>
                </a:cubicBezTo>
                <a:cubicBezTo>
                  <a:pt x="1253244" y="51630"/>
                  <a:pt x="1256737" y="52636"/>
                  <a:pt x="1262536" y="54210"/>
                </a:cubicBezTo>
                <a:cubicBezTo>
                  <a:pt x="1270928" y="56449"/>
                  <a:pt x="1276782" y="58282"/>
                  <a:pt x="1280099" y="59708"/>
                </a:cubicBezTo>
                <a:cubicBezTo>
                  <a:pt x="1283417" y="61135"/>
                  <a:pt x="1286020" y="63209"/>
                  <a:pt x="1287909" y="65932"/>
                </a:cubicBezTo>
                <a:cubicBezTo>
                  <a:pt x="1289798" y="68653"/>
                  <a:pt x="1290743" y="72033"/>
                  <a:pt x="1290743" y="76071"/>
                </a:cubicBezTo>
                <a:cubicBezTo>
                  <a:pt x="1290743" y="80022"/>
                  <a:pt x="1289590" y="83743"/>
                  <a:pt x="1287283" y="87233"/>
                </a:cubicBezTo>
                <a:cubicBezTo>
                  <a:pt x="1284976" y="90722"/>
                  <a:pt x="1281648" y="93421"/>
                  <a:pt x="1277299" y="95331"/>
                </a:cubicBezTo>
                <a:cubicBezTo>
                  <a:pt x="1272949" y="97241"/>
                  <a:pt x="1268028" y="98196"/>
                  <a:pt x="1262536" y="98196"/>
                </a:cubicBezTo>
                <a:cubicBezTo>
                  <a:pt x="1253442" y="98196"/>
                  <a:pt x="1246511" y="96301"/>
                  <a:pt x="1241744" y="92512"/>
                </a:cubicBezTo>
                <a:cubicBezTo>
                  <a:pt x="1236977" y="88722"/>
                  <a:pt x="1233934" y="83104"/>
                  <a:pt x="1232616" y="75657"/>
                </a:cubicBezTo>
                <a:close/>
                <a:moveTo>
                  <a:pt x="1330746" y="86136"/>
                </a:moveTo>
                <a:lnTo>
                  <a:pt x="1332460" y="96614"/>
                </a:lnTo>
                <a:cubicBezTo>
                  <a:pt x="1329121" y="97229"/>
                  <a:pt x="1326133" y="97537"/>
                  <a:pt x="1323497" y="97537"/>
                </a:cubicBezTo>
                <a:cubicBezTo>
                  <a:pt x="1319191" y="97537"/>
                  <a:pt x="1315852" y="96856"/>
                  <a:pt x="1313480" y="95494"/>
                </a:cubicBezTo>
                <a:cubicBezTo>
                  <a:pt x="1311107" y="94132"/>
                  <a:pt x="1309437" y="92341"/>
                  <a:pt x="1308471" y="90123"/>
                </a:cubicBezTo>
                <a:cubicBezTo>
                  <a:pt x="1307504" y="87904"/>
                  <a:pt x="1307021" y="83236"/>
                  <a:pt x="1307021" y="76118"/>
                </a:cubicBezTo>
                <a:lnTo>
                  <a:pt x="1307021" y="35851"/>
                </a:lnTo>
                <a:lnTo>
                  <a:pt x="1298322" y="35851"/>
                </a:lnTo>
                <a:lnTo>
                  <a:pt x="1298322" y="26625"/>
                </a:lnTo>
                <a:lnTo>
                  <a:pt x="1307021" y="26625"/>
                </a:lnTo>
                <a:lnTo>
                  <a:pt x="1307021" y="9245"/>
                </a:lnTo>
                <a:lnTo>
                  <a:pt x="1318818" y="2109"/>
                </a:lnTo>
                <a:lnTo>
                  <a:pt x="1318818" y="26625"/>
                </a:lnTo>
                <a:lnTo>
                  <a:pt x="1330746" y="26625"/>
                </a:lnTo>
                <a:lnTo>
                  <a:pt x="1330746" y="35851"/>
                </a:lnTo>
                <a:lnTo>
                  <a:pt x="1318818" y="35851"/>
                </a:lnTo>
                <a:lnTo>
                  <a:pt x="1318818" y="76777"/>
                </a:lnTo>
                <a:cubicBezTo>
                  <a:pt x="1318818" y="80160"/>
                  <a:pt x="1319026" y="82335"/>
                  <a:pt x="1319444" y="83302"/>
                </a:cubicBezTo>
                <a:cubicBezTo>
                  <a:pt x="1319861" y="84268"/>
                  <a:pt x="1320542" y="85037"/>
                  <a:pt x="1321487" y="85608"/>
                </a:cubicBezTo>
                <a:cubicBezTo>
                  <a:pt x="1322431" y="86179"/>
                  <a:pt x="1323782" y="86465"/>
                  <a:pt x="1325540" y="86465"/>
                </a:cubicBezTo>
                <a:cubicBezTo>
                  <a:pt x="1326858" y="86465"/>
                  <a:pt x="1328593" y="86355"/>
                  <a:pt x="1330746" y="86136"/>
                </a:cubicBezTo>
                <a:close/>
                <a:moveTo>
                  <a:pt x="1342434" y="13708"/>
                </a:moveTo>
                <a:lnTo>
                  <a:pt x="1342434" y="0"/>
                </a:lnTo>
                <a:lnTo>
                  <a:pt x="1354297" y="0"/>
                </a:lnTo>
                <a:lnTo>
                  <a:pt x="1354297" y="13708"/>
                </a:lnTo>
                <a:lnTo>
                  <a:pt x="1342434" y="13708"/>
                </a:lnTo>
                <a:moveTo>
                  <a:pt x="1342434" y="96614"/>
                </a:moveTo>
                <a:lnTo>
                  <a:pt x="1342434" y="26625"/>
                </a:lnTo>
                <a:lnTo>
                  <a:pt x="1354297" y="26625"/>
                </a:lnTo>
                <a:lnTo>
                  <a:pt x="1354297" y="96614"/>
                </a:lnTo>
                <a:lnTo>
                  <a:pt x="1342434" y="96614"/>
                </a:lnTo>
                <a:close/>
                <a:moveTo>
                  <a:pt x="1398231" y="86136"/>
                </a:moveTo>
                <a:lnTo>
                  <a:pt x="1399945" y="96614"/>
                </a:lnTo>
                <a:cubicBezTo>
                  <a:pt x="1396606" y="97229"/>
                  <a:pt x="1393618" y="97537"/>
                  <a:pt x="1390982" y="97537"/>
                </a:cubicBezTo>
                <a:cubicBezTo>
                  <a:pt x="1386676" y="97537"/>
                  <a:pt x="1383337" y="96856"/>
                  <a:pt x="1380965" y="95494"/>
                </a:cubicBezTo>
                <a:cubicBezTo>
                  <a:pt x="1378592" y="94132"/>
                  <a:pt x="1376922" y="92341"/>
                  <a:pt x="1375956" y="90123"/>
                </a:cubicBezTo>
                <a:cubicBezTo>
                  <a:pt x="1374989" y="87904"/>
                  <a:pt x="1374506" y="83236"/>
                  <a:pt x="1374506" y="76118"/>
                </a:cubicBezTo>
                <a:lnTo>
                  <a:pt x="1374506" y="35851"/>
                </a:lnTo>
                <a:lnTo>
                  <a:pt x="1365807" y="35851"/>
                </a:lnTo>
                <a:lnTo>
                  <a:pt x="1365807" y="26625"/>
                </a:lnTo>
                <a:lnTo>
                  <a:pt x="1374506" y="26625"/>
                </a:lnTo>
                <a:lnTo>
                  <a:pt x="1374506" y="9245"/>
                </a:lnTo>
                <a:lnTo>
                  <a:pt x="1386303" y="2109"/>
                </a:lnTo>
                <a:lnTo>
                  <a:pt x="1386303" y="26625"/>
                </a:lnTo>
                <a:lnTo>
                  <a:pt x="1398231" y="26625"/>
                </a:lnTo>
                <a:lnTo>
                  <a:pt x="1398231" y="35851"/>
                </a:lnTo>
                <a:lnTo>
                  <a:pt x="1386303" y="35851"/>
                </a:lnTo>
                <a:lnTo>
                  <a:pt x="1386303" y="76777"/>
                </a:lnTo>
                <a:cubicBezTo>
                  <a:pt x="1386303" y="80160"/>
                  <a:pt x="1386511" y="82335"/>
                  <a:pt x="1386929" y="83302"/>
                </a:cubicBezTo>
                <a:cubicBezTo>
                  <a:pt x="1387346" y="84268"/>
                  <a:pt x="1388027" y="85037"/>
                  <a:pt x="1388972" y="85608"/>
                </a:cubicBezTo>
                <a:cubicBezTo>
                  <a:pt x="1389916" y="86179"/>
                  <a:pt x="1391267" y="86465"/>
                  <a:pt x="1393025" y="86465"/>
                </a:cubicBezTo>
                <a:cubicBezTo>
                  <a:pt x="1394343" y="86465"/>
                  <a:pt x="1396078" y="86355"/>
                  <a:pt x="1398231" y="86136"/>
                </a:cubicBezTo>
                <a:close/>
                <a:moveTo>
                  <a:pt x="1455721" y="96614"/>
                </a:moveTo>
                <a:lnTo>
                  <a:pt x="1455721" y="86333"/>
                </a:lnTo>
                <a:cubicBezTo>
                  <a:pt x="1450273" y="94242"/>
                  <a:pt x="1442870" y="98196"/>
                  <a:pt x="1433512" y="98196"/>
                </a:cubicBezTo>
                <a:cubicBezTo>
                  <a:pt x="1429382" y="98196"/>
                  <a:pt x="1425527" y="97405"/>
                  <a:pt x="1421946" y="95823"/>
                </a:cubicBezTo>
                <a:cubicBezTo>
                  <a:pt x="1418365" y="94242"/>
                  <a:pt x="1415707" y="92254"/>
                  <a:pt x="1413972" y="89859"/>
                </a:cubicBezTo>
                <a:cubicBezTo>
                  <a:pt x="1412236" y="87465"/>
                  <a:pt x="1411017" y="84532"/>
                  <a:pt x="1410314" y="81061"/>
                </a:cubicBezTo>
                <a:cubicBezTo>
                  <a:pt x="1409831" y="78732"/>
                  <a:pt x="1409589" y="75042"/>
                  <a:pt x="1409589" y="69989"/>
                </a:cubicBezTo>
                <a:lnTo>
                  <a:pt x="1409589" y="26625"/>
                </a:lnTo>
                <a:lnTo>
                  <a:pt x="1421452" y="26625"/>
                </a:lnTo>
                <a:lnTo>
                  <a:pt x="1421452" y="65442"/>
                </a:lnTo>
                <a:cubicBezTo>
                  <a:pt x="1421452" y="71637"/>
                  <a:pt x="1421693" y="75811"/>
                  <a:pt x="1422177" y="77964"/>
                </a:cubicBezTo>
                <a:cubicBezTo>
                  <a:pt x="1422924" y="81083"/>
                  <a:pt x="1424505" y="83532"/>
                  <a:pt x="1426922" y="85312"/>
                </a:cubicBezTo>
                <a:cubicBezTo>
                  <a:pt x="1429338" y="87091"/>
                  <a:pt x="1432326" y="87981"/>
                  <a:pt x="1435885" y="87981"/>
                </a:cubicBezTo>
                <a:cubicBezTo>
                  <a:pt x="1439443" y="87981"/>
                  <a:pt x="1442782" y="87069"/>
                  <a:pt x="1445902" y="85246"/>
                </a:cubicBezTo>
                <a:cubicBezTo>
                  <a:pt x="1449021" y="83423"/>
                  <a:pt x="1451229" y="80940"/>
                  <a:pt x="1452525" y="77799"/>
                </a:cubicBezTo>
                <a:cubicBezTo>
                  <a:pt x="1453821" y="74657"/>
                  <a:pt x="1454469" y="70099"/>
                  <a:pt x="1454469" y="64124"/>
                </a:cubicBezTo>
                <a:lnTo>
                  <a:pt x="1454469" y="26625"/>
                </a:lnTo>
                <a:lnTo>
                  <a:pt x="1466332" y="26625"/>
                </a:lnTo>
                <a:lnTo>
                  <a:pt x="1466332" y="96614"/>
                </a:lnTo>
                <a:lnTo>
                  <a:pt x="1455721" y="96614"/>
                </a:lnTo>
                <a:close/>
                <a:moveTo>
                  <a:pt x="1510796" y="86136"/>
                </a:moveTo>
                <a:lnTo>
                  <a:pt x="1512510" y="96614"/>
                </a:lnTo>
                <a:cubicBezTo>
                  <a:pt x="1509170" y="97229"/>
                  <a:pt x="1506183" y="97537"/>
                  <a:pt x="1503547" y="97537"/>
                </a:cubicBezTo>
                <a:cubicBezTo>
                  <a:pt x="1499241" y="97537"/>
                  <a:pt x="1495902" y="96856"/>
                  <a:pt x="1493529" y="95494"/>
                </a:cubicBezTo>
                <a:cubicBezTo>
                  <a:pt x="1491157" y="94132"/>
                  <a:pt x="1489487" y="92341"/>
                  <a:pt x="1488521" y="90123"/>
                </a:cubicBezTo>
                <a:cubicBezTo>
                  <a:pt x="1487554" y="87904"/>
                  <a:pt x="1487071" y="83236"/>
                  <a:pt x="1487071" y="76118"/>
                </a:cubicBezTo>
                <a:lnTo>
                  <a:pt x="1487071" y="35851"/>
                </a:lnTo>
                <a:lnTo>
                  <a:pt x="1478372" y="35851"/>
                </a:lnTo>
                <a:lnTo>
                  <a:pt x="1478372" y="26625"/>
                </a:lnTo>
                <a:lnTo>
                  <a:pt x="1487071" y="26625"/>
                </a:lnTo>
                <a:lnTo>
                  <a:pt x="1487071" y="9245"/>
                </a:lnTo>
                <a:lnTo>
                  <a:pt x="1498868" y="2109"/>
                </a:lnTo>
                <a:lnTo>
                  <a:pt x="1498868" y="26625"/>
                </a:lnTo>
                <a:lnTo>
                  <a:pt x="1510796" y="26625"/>
                </a:lnTo>
                <a:lnTo>
                  <a:pt x="1510796" y="35851"/>
                </a:lnTo>
                <a:lnTo>
                  <a:pt x="1498868" y="35851"/>
                </a:lnTo>
                <a:lnTo>
                  <a:pt x="1498868" y="76777"/>
                </a:lnTo>
                <a:cubicBezTo>
                  <a:pt x="1498868" y="80160"/>
                  <a:pt x="1499076" y="82335"/>
                  <a:pt x="1499494" y="83302"/>
                </a:cubicBezTo>
                <a:cubicBezTo>
                  <a:pt x="1499911" y="84268"/>
                  <a:pt x="1500592" y="85037"/>
                  <a:pt x="1501537" y="85608"/>
                </a:cubicBezTo>
                <a:cubicBezTo>
                  <a:pt x="1502481" y="86179"/>
                  <a:pt x="1503832" y="86465"/>
                  <a:pt x="1505590" y="86465"/>
                </a:cubicBezTo>
                <a:cubicBezTo>
                  <a:pt x="1506908" y="86465"/>
                  <a:pt x="1508643" y="86355"/>
                  <a:pt x="1510796" y="86136"/>
                </a:cubicBezTo>
                <a:close/>
                <a:moveTo>
                  <a:pt x="1522484" y="13708"/>
                </a:moveTo>
                <a:lnTo>
                  <a:pt x="1522484" y="0"/>
                </a:lnTo>
                <a:lnTo>
                  <a:pt x="1534346" y="0"/>
                </a:lnTo>
                <a:lnTo>
                  <a:pt x="1534346" y="13708"/>
                </a:lnTo>
                <a:lnTo>
                  <a:pt x="1522484" y="13708"/>
                </a:lnTo>
                <a:moveTo>
                  <a:pt x="1522484" y="96614"/>
                </a:moveTo>
                <a:lnTo>
                  <a:pt x="1522484" y="26625"/>
                </a:lnTo>
                <a:lnTo>
                  <a:pt x="1534346" y="26625"/>
                </a:lnTo>
                <a:lnTo>
                  <a:pt x="1534346" y="96614"/>
                </a:lnTo>
                <a:lnTo>
                  <a:pt x="1522484" y="96614"/>
                </a:lnTo>
                <a:close/>
                <a:moveTo>
                  <a:pt x="1547965" y="61620"/>
                </a:moveTo>
                <a:cubicBezTo>
                  <a:pt x="1547965" y="48659"/>
                  <a:pt x="1551568" y="39059"/>
                  <a:pt x="1558773" y="32820"/>
                </a:cubicBezTo>
                <a:cubicBezTo>
                  <a:pt x="1564793" y="27635"/>
                  <a:pt x="1572130" y="25043"/>
                  <a:pt x="1580785" y="25043"/>
                </a:cubicBezTo>
                <a:cubicBezTo>
                  <a:pt x="1590407" y="25043"/>
                  <a:pt x="1598271" y="28196"/>
                  <a:pt x="1604379" y="34500"/>
                </a:cubicBezTo>
                <a:cubicBezTo>
                  <a:pt x="1610486" y="40805"/>
                  <a:pt x="1613539" y="49515"/>
                  <a:pt x="1613539" y="60631"/>
                </a:cubicBezTo>
                <a:cubicBezTo>
                  <a:pt x="1613539" y="69638"/>
                  <a:pt x="1612188" y="76722"/>
                  <a:pt x="1609486" y="81885"/>
                </a:cubicBezTo>
                <a:cubicBezTo>
                  <a:pt x="1606784" y="87047"/>
                  <a:pt x="1602852" y="91056"/>
                  <a:pt x="1597689" y="93912"/>
                </a:cubicBezTo>
                <a:cubicBezTo>
                  <a:pt x="1592527" y="96768"/>
                  <a:pt x="1586892" y="98196"/>
                  <a:pt x="1580785" y="98196"/>
                </a:cubicBezTo>
                <a:cubicBezTo>
                  <a:pt x="1570988" y="98196"/>
                  <a:pt x="1563068" y="95054"/>
                  <a:pt x="1557027" y="88772"/>
                </a:cubicBezTo>
                <a:cubicBezTo>
                  <a:pt x="1550986" y="82489"/>
                  <a:pt x="1547965" y="73438"/>
                  <a:pt x="1547965" y="61620"/>
                </a:cubicBezTo>
                <a:moveTo>
                  <a:pt x="1560157" y="61587"/>
                </a:moveTo>
                <a:cubicBezTo>
                  <a:pt x="1560157" y="70516"/>
                  <a:pt x="1562113" y="77203"/>
                  <a:pt x="1566023" y="81646"/>
                </a:cubicBezTo>
                <a:cubicBezTo>
                  <a:pt x="1569933" y="86089"/>
                  <a:pt x="1574854" y="88310"/>
                  <a:pt x="1580785" y="88310"/>
                </a:cubicBezTo>
                <a:cubicBezTo>
                  <a:pt x="1586673" y="88310"/>
                  <a:pt x="1591571" y="86078"/>
                  <a:pt x="1595482" y="81613"/>
                </a:cubicBezTo>
                <a:cubicBezTo>
                  <a:pt x="1599392" y="77148"/>
                  <a:pt x="1601347" y="70341"/>
                  <a:pt x="1601347" y="61193"/>
                </a:cubicBezTo>
                <a:cubicBezTo>
                  <a:pt x="1601347" y="52570"/>
                  <a:pt x="1599381" y="46036"/>
                  <a:pt x="1595449" y="41593"/>
                </a:cubicBezTo>
                <a:cubicBezTo>
                  <a:pt x="1591516" y="37150"/>
                  <a:pt x="1586629" y="34929"/>
                  <a:pt x="1580785" y="34929"/>
                </a:cubicBezTo>
                <a:cubicBezTo>
                  <a:pt x="1574854" y="34929"/>
                  <a:pt x="1569933" y="37139"/>
                  <a:pt x="1566023" y="41560"/>
                </a:cubicBezTo>
                <a:cubicBezTo>
                  <a:pt x="1562113" y="45981"/>
                  <a:pt x="1560157" y="52657"/>
                  <a:pt x="1560157" y="61587"/>
                </a:cubicBezTo>
                <a:close/>
                <a:moveTo>
                  <a:pt x="1627424" y="96614"/>
                </a:moveTo>
                <a:lnTo>
                  <a:pt x="1627424" y="26625"/>
                </a:lnTo>
                <a:lnTo>
                  <a:pt x="1638100" y="26625"/>
                </a:lnTo>
                <a:lnTo>
                  <a:pt x="1638100" y="36510"/>
                </a:lnTo>
                <a:cubicBezTo>
                  <a:pt x="1643241" y="28866"/>
                  <a:pt x="1650666" y="25043"/>
                  <a:pt x="1660376" y="25043"/>
                </a:cubicBezTo>
                <a:cubicBezTo>
                  <a:pt x="1664593" y="25043"/>
                  <a:pt x="1668471" y="25801"/>
                  <a:pt x="1672007" y="27317"/>
                </a:cubicBezTo>
                <a:cubicBezTo>
                  <a:pt x="1675544" y="28833"/>
                  <a:pt x="1678191" y="30821"/>
                  <a:pt x="1679949" y="33281"/>
                </a:cubicBezTo>
                <a:cubicBezTo>
                  <a:pt x="1681706" y="35742"/>
                  <a:pt x="1682936" y="38663"/>
                  <a:pt x="1683639" y="42046"/>
                </a:cubicBezTo>
                <a:cubicBezTo>
                  <a:pt x="1684079" y="44243"/>
                  <a:pt x="1684298" y="48087"/>
                  <a:pt x="1684298" y="53579"/>
                </a:cubicBezTo>
                <a:lnTo>
                  <a:pt x="1684298" y="96614"/>
                </a:lnTo>
                <a:lnTo>
                  <a:pt x="1672436" y="96614"/>
                </a:lnTo>
                <a:lnTo>
                  <a:pt x="1672436" y="53995"/>
                </a:lnTo>
                <a:cubicBezTo>
                  <a:pt x="1672436" y="49157"/>
                  <a:pt x="1671975" y="45539"/>
                  <a:pt x="1671052" y="43142"/>
                </a:cubicBezTo>
                <a:cubicBezTo>
                  <a:pt x="1670129" y="40745"/>
                  <a:pt x="1668493" y="38831"/>
                  <a:pt x="1666142" y="37402"/>
                </a:cubicBezTo>
                <a:cubicBezTo>
                  <a:pt x="1663792" y="35973"/>
                  <a:pt x="1661035" y="35258"/>
                  <a:pt x="1657871" y="35258"/>
                </a:cubicBezTo>
                <a:cubicBezTo>
                  <a:pt x="1652819" y="35258"/>
                  <a:pt x="1648458" y="36864"/>
                  <a:pt x="1644789" y="40075"/>
                </a:cubicBezTo>
                <a:cubicBezTo>
                  <a:pt x="1641121" y="43285"/>
                  <a:pt x="1639287" y="49377"/>
                  <a:pt x="1639287" y="58349"/>
                </a:cubicBezTo>
                <a:lnTo>
                  <a:pt x="1639287" y="96614"/>
                </a:lnTo>
                <a:lnTo>
                  <a:pt x="1627424" y="96614"/>
                </a:lnTo>
                <a:close/>
                <a:moveTo>
                  <a:pt x="1748138" y="87973"/>
                </a:moveTo>
                <a:cubicBezTo>
                  <a:pt x="1743745" y="91710"/>
                  <a:pt x="1739516" y="94348"/>
                  <a:pt x="1735452" y="95887"/>
                </a:cubicBezTo>
                <a:cubicBezTo>
                  <a:pt x="1731388" y="97426"/>
                  <a:pt x="1727027" y="98196"/>
                  <a:pt x="1722370" y="98196"/>
                </a:cubicBezTo>
                <a:cubicBezTo>
                  <a:pt x="1714681" y="98196"/>
                  <a:pt x="1708772" y="96316"/>
                  <a:pt x="1704642" y="92557"/>
                </a:cubicBezTo>
                <a:cubicBezTo>
                  <a:pt x="1700512" y="88798"/>
                  <a:pt x="1698447" y="83994"/>
                  <a:pt x="1698447" y="78147"/>
                </a:cubicBezTo>
                <a:cubicBezTo>
                  <a:pt x="1698447" y="74719"/>
                  <a:pt x="1699227" y="71587"/>
                  <a:pt x="1700787" y="68752"/>
                </a:cubicBezTo>
                <a:cubicBezTo>
                  <a:pt x="1702346" y="65915"/>
                  <a:pt x="1704389" y="63639"/>
                  <a:pt x="1706916" y="61924"/>
                </a:cubicBezTo>
                <a:cubicBezTo>
                  <a:pt x="1709442" y="60209"/>
                  <a:pt x="1712287" y="58913"/>
                  <a:pt x="1715450" y="58034"/>
                </a:cubicBezTo>
                <a:cubicBezTo>
                  <a:pt x="1717779" y="57418"/>
                  <a:pt x="1721294" y="56824"/>
                  <a:pt x="1725995" y="56253"/>
                </a:cubicBezTo>
                <a:cubicBezTo>
                  <a:pt x="1735573" y="55118"/>
                  <a:pt x="1742624" y="53766"/>
                  <a:pt x="1747150" y="52195"/>
                </a:cubicBezTo>
                <a:cubicBezTo>
                  <a:pt x="1747194" y="50577"/>
                  <a:pt x="1747216" y="49548"/>
                  <a:pt x="1747216" y="49110"/>
                </a:cubicBezTo>
                <a:cubicBezTo>
                  <a:pt x="1747216" y="44295"/>
                  <a:pt x="1746095" y="40903"/>
                  <a:pt x="1743855" y="38934"/>
                </a:cubicBezTo>
                <a:cubicBezTo>
                  <a:pt x="1740823" y="36264"/>
                  <a:pt x="1736320" y="34929"/>
                  <a:pt x="1730344" y="34929"/>
                </a:cubicBezTo>
                <a:cubicBezTo>
                  <a:pt x="1724765" y="34929"/>
                  <a:pt x="1720646" y="35906"/>
                  <a:pt x="1717988" y="37861"/>
                </a:cubicBezTo>
                <a:cubicBezTo>
                  <a:pt x="1715329" y="39817"/>
                  <a:pt x="1713363" y="43276"/>
                  <a:pt x="1712089" y="48241"/>
                </a:cubicBezTo>
                <a:lnTo>
                  <a:pt x="1700490" y="46660"/>
                </a:lnTo>
                <a:cubicBezTo>
                  <a:pt x="1701545" y="41680"/>
                  <a:pt x="1703280" y="37658"/>
                  <a:pt x="1705697" y="34595"/>
                </a:cubicBezTo>
                <a:cubicBezTo>
                  <a:pt x="1708113" y="31532"/>
                  <a:pt x="1711606" y="29175"/>
                  <a:pt x="1716175" y="27523"/>
                </a:cubicBezTo>
                <a:cubicBezTo>
                  <a:pt x="1720744" y="25870"/>
                  <a:pt x="1726039" y="25043"/>
                  <a:pt x="1732058" y="25043"/>
                </a:cubicBezTo>
                <a:cubicBezTo>
                  <a:pt x="1738033" y="25043"/>
                  <a:pt x="1742888" y="25746"/>
                  <a:pt x="1746623" y="27152"/>
                </a:cubicBezTo>
                <a:cubicBezTo>
                  <a:pt x="1750357" y="28558"/>
                  <a:pt x="1753103" y="30326"/>
                  <a:pt x="1754860" y="32457"/>
                </a:cubicBezTo>
                <a:cubicBezTo>
                  <a:pt x="1756618" y="34588"/>
                  <a:pt x="1757848" y="37279"/>
                  <a:pt x="1758551" y="40531"/>
                </a:cubicBezTo>
                <a:cubicBezTo>
                  <a:pt x="1758946" y="42552"/>
                  <a:pt x="1759144" y="46198"/>
                  <a:pt x="1759144" y="51470"/>
                </a:cubicBezTo>
                <a:lnTo>
                  <a:pt x="1759144" y="67287"/>
                </a:lnTo>
                <a:cubicBezTo>
                  <a:pt x="1759144" y="78315"/>
                  <a:pt x="1759397" y="85290"/>
                  <a:pt x="1759902" y="88212"/>
                </a:cubicBezTo>
                <a:cubicBezTo>
                  <a:pt x="1760407" y="91133"/>
                  <a:pt x="1761407" y="93934"/>
                  <a:pt x="1762901" y="96614"/>
                </a:cubicBezTo>
                <a:lnTo>
                  <a:pt x="1750511" y="96614"/>
                </a:lnTo>
                <a:cubicBezTo>
                  <a:pt x="1749281" y="94151"/>
                  <a:pt x="1748490" y="91271"/>
                  <a:pt x="1748138" y="87973"/>
                </a:cubicBezTo>
                <a:moveTo>
                  <a:pt x="1747150" y="61422"/>
                </a:moveTo>
                <a:cubicBezTo>
                  <a:pt x="1742844" y="63194"/>
                  <a:pt x="1736386" y="64701"/>
                  <a:pt x="1727774" y="65940"/>
                </a:cubicBezTo>
                <a:cubicBezTo>
                  <a:pt x="1722897" y="66646"/>
                  <a:pt x="1719448" y="67440"/>
                  <a:pt x="1717427" y="68323"/>
                </a:cubicBezTo>
                <a:cubicBezTo>
                  <a:pt x="1715406" y="69205"/>
                  <a:pt x="1713847" y="70495"/>
                  <a:pt x="1712748" y="72195"/>
                </a:cubicBezTo>
                <a:cubicBezTo>
                  <a:pt x="1711650" y="73893"/>
                  <a:pt x="1711101" y="75779"/>
                  <a:pt x="1711101" y="77852"/>
                </a:cubicBezTo>
                <a:cubicBezTo>
                  <a:pt x="1711101" y="81028"/>
                  <a:pt x="1712298" y="83675"/>
                  <a:pt x="1714692" y="85794"/>
                </a:cubicBezTo>
                <a:cubicBezTo>
                  <a:pt x="1717087" y="87911"/>
                  <a:pt x="1720591" y="88969"/>
                  <a:pt x="1725204" y="88969"/>
                </a:cubicBezTo>
                <a:cubicBezTo>
                  <a:pt x="1729773" y="88969"/>
                  <a:pt x="1733837" y="87965"/>
                  <a:pt x="1737396" y="85956"/>
                </a:cubicBezTo>
                <a:cubicBezTo>
                  <a:pt x="1740955" y="83948"/>
                  <a:pt x="1743569" y="81200"/>
                  <a:pt x="1745239" y="77712"/>
                </a:cubicBezTo>
                <a:cubicBezTo>
                  <a:pt x="1746513" y="75018"/>
                  <a:pt x="1747150" y="71045"/>
                  <a:pt x="1747150" y="65792"/>
                </a:cubicBezTo>
                <a:lnTo>
                  <a:pt x="1747150" y="61422"/>
                </a:lnTo>
                <a:close/>
                <a:moveTo>
                  <a:pt x="1777247" y="96614"/>
                </a:moveTo>
                <a:lnTo>
                  <a:pt x="1777247" y="0"/>
                </a:lnTo>
                <a:lnTo>
                  <a:pt x="1789109" y="0"/>
                </a:lnTo>
                <a:lnTo>
                  <a:pt x="1789109" y="96614"/>
                </a:lnTo>
                <a:lnTo>
                  <a:pt x="1777247" y="96614"/>
                </a:lnTo>
                <a:close/>
                <a:moveTo>
                  <a:pt x="1844863" y="96614"/>
                </a:moveTo>
                <a:lnTo>
                  <a:pt x="1844863" y="26625"/>
                </a:lnTo>
                <a:lnTo>
                  <a:pt x="1855540" y="26625"/>
                </a:lnTo>
                <a:lnTo>
                  <a:pt x="1855540" y="37169"/>
                </a:lnTo>
                <a:cubicBezTo>
                  <a:pt x="1858264" y="32232"/>
                  <a:pt x="1860779" y="28977"/>
                  <a:pt x="1863086" y="27403"/>
                </a:cubicBezTo>
                <a:cubicBezTo>
                  <a:pt x="1865392" y="25830"/>
                  <a:pt x="1867929" y="25043"/>
                  <a:pt x="1870697" y="25043"/>
                </a:cubicBezTo>
                <a:cubicBezTo>
                  <a:pt x="1874696" y="25043"/>
                  <a:pt x="1878760" y="26312"/>
                  <a:pt x="1882890" y="28849"/>
                </a:cubicBezTo>
                <a:lnTo>
                  <a:pt x="1878804" y="39806"/>
                </a:lnTo>
                <a:cubicBezTo>
                  <a:pt x="1875904" y="38092"/>
                  <a:pt x="1873004" y="37235"/>
                  <a:pt x="1870104" y="37235"/>
                </a:cubicBezTo>
                <a:cubicBezTo>
                  <a:pt x="1867512" y="37235"/>
                  <a:pt x="1865183" y="38017"/>
                  <a:pt x="1863119" y="39579"/>
                </a:cubicBezTo>
                <a:cubicBezTo>
                  <a:pt x="1861054" y="41140"/>
                  <a:pt x="1859582" y="43306"/>
                  <a:pt x="1858703" y="46077"/>
                </a:cubicBezTo>
                <a:cubicBezTo>
                  <a:pt x="1857385" y="50299"/>
                  <a:pt x="1856726" y="54917"/>
                  <a:pt x="1856726" y="59931"/>
                </a:cubicBezTo>
                <a:lnTo>
                  <a:pt x="1856726" y="96614"/>
                </a:lnTo>
                <a:lnTo>
                  <a:pt x="1844863" y="96614"/>
                </a:lnTo>
                <a:close/>
                <a:moveTo>
                  <a:pt x="1890006" y="13708"/>
                </a:moveTo>
                <a:lnTo>
                  <a:pt x="1890006" y="0"/>
                </a:lnTo>
                <a:lnTo>
                  <a:pt x="1901869" y="0"/>
                </a:lnTo>
                <a:lnTo>
                  <a:pt x="1901869" y="13708"/>
                </a:lnTo>
                <a:lnTo>
                  <a:pt x="1890006" y="13708"/>
                </a:lnTo>
                <a:moveTo>
                  <a:pt x="1890006" y="96614"/>
                </a:moveTo>
                <a:lnTo>
                  <a:pt x="1890006" y="26625"/>
                </a:lnTo>
                <a:lnTo>
                  <a:pt x="1901869" y="26625"/>
                </a:lnTo>
                <a:lnTo>
                  <a:pt x="1901869" y="96614"/>
                </a:lnTo>
                <a:lnTo>
                  <a:pt x="1890006" y="96614"/>
                </a:lnTo>
                <a:close/>
                <a:moveTo>
                  <a:pt x="1917729" y="102414"/>
                </a:moveTo>
                <a:lnTo>
                  <a:pt x="1929262" y="104127"/>
                </a:lnTo>
                <a:cubicBezTo>
                  <a:pt x="1929745" y="107686"/>
                  <a:pt x="1931085" y="110278"/>
                  <a:pt x="1933282" y="111904"/>
                </a:cubicBezTo>
                <a:cubicBezTo>
                  <a:pt x="1936226" y="114101"/>
                  <a:pt x="1940246" y="115199"/>
                  <a:pt x="1945342" y="115199"/>
                </a:cubicBezTo>
                <a:cubicBezTo>
                  <a:pt x="1950834" y="115199"/>
                  <a:pt x="1955074" y="114098"/>
                  <a:pt x="1958062" y="111895"/>
                </a:cubicBezTo>
                <a:cubicBezTo>
                  <a:pt x="1961049" y="109695"/>
                  <a:pt x="1963070" y="106612"/>
                  <a:pt x="1964125" y="102648"/>
                </a:cubicBezTo>
                <a:cubicBezTo>
                  <a:pt x="1964740" y="100228"/>
                  <a:pt x="1965025" y="95142"/>
                  <a:pt x="1964981" y="87392"/>
                </a:cubicBezTo>
                <a:cubicBezTo>
                  <a:pt x="1959797" y="93540"/>
                  <a:pt x="1953339" y="96614"/>
                  <a:pt x="1945606" y="96614"/>
                </a:cubicBezTo>
                <a:cubicBezTo>
                  <a:pt x="1935984" y="96614"/>
                  <a:pt x="1928537" y="93143"/>
                  <a:pt x="1923265" y="86201"/>
                </a:cubicBezTo>
                <a:cubicBezTo>
                  <a:pt x="1917992" y="79260"/>
                  <a:pt x="1915356" y="70934"/>
                  <a:pt x="1915356" y="61224"/>
                </a:cubicBezTo>
                <a:cubicBezTo>
                  <a:pt x="1915356" y="54546"/>
                  <a:pt x="1916565" y="48384"/>
                  <a:pt x="1918981" y="42738"/>
                </a:cubicBezTo>
                <a:cubicBezTo>
                  <a:pt x="1921397" y="37093"/>
                  <a:pt x="1924901" y="32732"/>
                  <a:pt x="1929493" y="29656"/>
                </a:cubicBezTo>
                <a:cubicBezTo>
                  <a:pt x="1934084" y="26581"/>
                  <a:pt x="1939477" y="25043"/>
                  <a:pt x="1945672" y="25043"/>
                </a:cubicBezTo>
                <a:cubicBezTo>
                  <a:pt x="1953932" y="25043"/>
                  <a:pt x="1960742" y="28404"/>
                  <a:pt x="1966102" y="35126"/>
                </a:cubicBezTo>
                <a:lnTo>
                  <a:pt x="1966102" y="26625"/>
                </a:lnTo>
                <a:lnTo>
                  <a:pt x="1977042" y="26625"/>
                </a:lnTo>
                <a:lnTo>
                  <a:pt x="1977042" y="87165"/>
                </a:lnTo>
                <a:cubicBezTo>
                  <a:pt x="1977042" y="98068"/>
                  <a:pt x="1975932" y="105795"/>
                  <a:pt x="1973714" y="110345"/>
                </a:cubicBezTo>
                <a:cubicBezTo>
                  <a:pt x="1971495" y="114895"/>
                  <a:pt x="1967980" y="118489"/>
                  <a:pt x="1963169" y="121126"/>
                </a:cubicBezTo>
                <a:cubicBezTo>
                  <a:pt x="1958358" y="123765"/>
                  <a:pt x="1952438" y="125084"/>
                  <a:pt x="1945408" y="125084"/>
                </a:cubicBezTo>
                <a:cubicBezTo>
                  <a:pt x="1937060" y="125084"/>
                  <a:pt x="1930316" y="123201"/>
                  <a:pt x="1925176" y="119433"/>
                </a:cubicBezTo>
                <a:cubicBezTo>
                  <a:pt x="1920035" y="115666"/>
                  <a:pt x="1917553" y="109993"/>
                  <a:pt x="1917729" y="102414"/>
                </a:cubicBezTo>
                <a:moveTo>
                  <a:pt x="1927548" y="60369"/>
                </a:moveTo>
                <a:cubicBezTo>
                  <a:pt x="1927548" y="69529"/>
                  <a:pt x="1929372" y="76212"/>
                  <a:pt x="1933018" y="80418"/>
                </a:cubicBezTo>
                <a:cubicBezTo>
                  <a:pt x="1936665" y="84625"/>
                  <a:pt x="1941234" y="86729"/>
                  <a:pt x="1946726" y="86729"/>
                </a:cubicBezTo>
                <a:cubicBezTo>
                  <a:pt x="1952174" y="86729"/>
                  <a:pt x="1956744" y="84636"/>
                  <a:pt x="1960434" y="80451"/>
                </a:cubicBezTo>
                <a:cubicBezTo>
                  <a:pt x="1964125" y="76267"/>
                  <a:pt x="1965970" y="69704"/>
                  <a:pt x="1965970" y="60763"/>
                </a:cubicBezTo>
                <a:cubicBezTo>
                  <a:pt x="1965970" y="52217"/>
                  <a:pt x="1964070" y="45775"/>
                  <a:pt x="1960269" y="41437"/>
                </a:cubicBezTo>
                <a:cubicBezTo>
                  <a:pt x="1956469" y="37098"/>
                  <a:pt x="1951889" y="34929"/>
                  <a:pt x="1946529" y="34929"/>
                </a:cubicBezTo>
                <a:cubicBezTo>
                  <a:pt x="1941256" y="34929"/>
                  <a:pt x="1936775" y="37065"/>
                  <a:pt x="1933084" y="41338"/>
                </a:cubicBezTo>
                <a:cubicBezTo>
                  <a:pt x="1929394" y="45611"/>
                  <a:pt x="1927548" y="51954"/>
                  <a:pt x="1927548" y="60369"/>
                </a:cubicBezTo>
                <a:close/>
                <a:moveTo>
                  <a:pt x="1994947" y="96614"/>
                </a:moveTo>
                <a:lnTo>
                  <a:pt x="1994947" y="0"/>
                </a:lnTo>
                <a:lnTo>
                  <a:pt x="2006809" y="0"/>
                </a:lnTo>
                <a:lnTo>
                  <a:pt x="2006809" y="34665"/>
                </a:lnTo>
                <a:cubicBezTo>
                  <a:pt x="2012345" y="28251"/>
                  <a:pt x="2019331" y="25043"/>
                  <a:pt x="2027767" y="25043"/>
                </a:cubicBezTo>
                <a:cubicBezTo>
                  <a:pt x="2032951" y="25043"/>
                  <a:pt x="2037454" y="26065"/>
                  <a:pt x="2041277" y="28108"/>
                </a:cubicBezTo>
                <a:cubicBezTo>
                  <a:pt x="2045099" y="30151"/>
                  <a:pt x="2047834" y="32974"/>
                  <a:pt x="2049482" y="36576"/>
                </a:cubicBezTo>
                <a:cubicBezTo>
                  <a:pt x="2051129" y="40179"/>
                  <a:pt x="2051953" y="45407"/>
                  <a:pt x="2051953" y="52261"/>
                </a:cubicBezTo>
                <a:lnTo>
                  <a:pt x="2051953" y="96614"/>
                </a:lnTo>
                <a:lnTo>
                  <a:pt x="2040090" y="96614"/>
                </a:lnTo>
                <a:lnTo>
                  <a:pt x="2040090" y="52261"/>
                </a:lnTo>
                <a:cubicBezTo>
                  <a:pt x="2040090" y="46330"/>
                  <a:pt x="2038805" y="42013"/>
                  <a:pt x="2036235" y="39311"/>
                </a:cubicBezTo>
                <a:cubicBezTo>
                  <a:pt x="2033665" y="36609"/>
                  <a:pt x="2030029" y="35258"/>
                  <a:pt x="2025328" y="35258"/>
                </a:cubicBezTo>
                <a:cubicBezTo>
                  <a:pt x="2021813" y="35258"/>
                  <a:pt x="2018507" y="36170"/>
                  <a:pt x="2015410" y="37993"/>
                </a:cubicBezTo>
                <a:cubicBezTo>
                  <a:pt x="2012312" y="39817"/>
                  <a:pt x="2010104" y="42288"/>
                  <a:pt x="2008786" y="45407"/>
                </a:cubicBezTo>
                <a:cubicBezTo>
                  <a:pt x="2007468" y="48527"/>
                  <a:pt x="2006809" y="52832"/>
                  <a:pt x="2006809" y="58324"/>
                </a:cubicBezTo>
                <a:lnTo>
                  <a:pt x="2006809" y="96614"/>
                </a:lnTo>
                <a:lnTo>
                  <a:pt x="1994947" y="96614"/>
                </a:lnTo>
                <a:close/>
                <a:moveTo>
                  <a:pt x="2095890" y="86136"/>
                </a:moveTo>
                <a:lnTo>
                  <a:pt x="2097604" y="96614"/>
                </a:lnTo>
                <a:cubicBezTo>
                  <a:pt x="2094264" y="97229"/>
                  <a:pt x="2091277" y="97537"/>
                  <a:pt x="2088641" y="97537"/>
                </a:cubicBezTo>
                <a:cubicBezTo>
                  <a:pt x="2084335" y="97537"/>
                  <a:pt x="2080996" y="96856"/>
                  <a:pt x="2078623" y="95494"/>
                </a:cubicBezTo>
                <a:cubicBezTo>
                  <a:pt x="2076251" y="94132"/>
                  <a:pt x="2074581" y="92341"/>
                  <a:pt x="2073615" y="90123"/>
                </a:cubicBezTo>
                <a:cubicBezTo>
                  <a:pt x="2072648" y="87904"/>
                  <a:pt x="2072165" y="83236"/>
                  <a:pt x="2072165" y="76118"/>
                </a:cubicBezTo>
                <a:lnTo>
                  <a:pt x="2072165" y="35851"/>
                </a:lnTo>
                <a:lnTo>
                  <a:pt x="2063466" y="35851"/>
                </a:lnTo>
                <a:lnTo>
                  <a:pt x="2063466" y="26625"/>
                </a:lnTo>
                <a:lnTo>
                  <a:pt x="2072165" y="26625"/>
                </a:lnTo>
                <a:lnTo>
                  <a:pt x="2072165" y="9245"/>
                </a:lnTo>
                <a:lnTo>
                  <a:pt x="2083962" y="2109"/>
                </a:lnTo>
                <a:lnTo>
                  <a:pt x="2083962" y="26625"/>
                </a:lnTo>
                <a:lnTo>
                  <a:pt x="2095890" y="26625"/>
                </a:lnTo>
                <a:lnTo>
                  <a:pt x="2095890" y="35851"/>
                </a:lnTo>
                <a:lnTo>
                  <a:pt x="2083962" y="35851"/>
                </a:lnTo>
                <a:lnTo>
                  <a:pt x="2083962" y="76777"/>
                </a:lnTo>
                <a:cubicBezTo>
                  <a:pt x="2083962" y="80160"/>
                  <a:pt x="2084170" y="82335"/>
                  <a:pt x="2084588" y="83302"/>
                </a:cubicBezTo>
                <a:cubicBezTo>
                  <a:pt x="2085005" y="84268"/>
                  <a:pt x="2085686" y="85037"/>
                  <a:pt x="2086631" y="85608"/>
                </a:cubicBezTo>
                <a:cubicBezTo>
                  <a:pt x="2087575" y="86179"/>
                  <a:pt x="2088926" y="86465"/>
                  <a:pt x="2090684" y="86465"/>
                </a:cubicBezTo>
                <a:cubicBezTo>
                  <a:pt x="2092002" y="86465"/>
                  <a:pt x="2093737" y="86355"/>
                  <a:pt x="2095890" y="86136"/>
                </a:cubicBezTo>
                <a:close/>
                <a:moveTo>
                  <a:pt x="2102767" y="75657"/>
                </a:moveTo>
                <a:lnTo>
                  <a:pt x="2114498" y="73812"/>
                </a:lnTo>
                <a:cubicBezTo>
                  <a:pt x="2115157" y="78492"/>
                  <a:pt x="2116991" y="82079"/>
                  <a:pt x="2120001" y="84572"/>
                </a:cubicBezTo>
                <a:cubicBezTo>
                  <a:pt x="2123010" y="87064"/>
                  <a:pt x="2127217" y="88310"/>
                  <a:pt x="2132621" y="88310"/>
                </a:cubicBezTo>
                <a:cubicBezTo>
                  <a:pt x="2138069" y="88310"/>
                  <a:pt x="2142111" y="87210"/>
                  <a:pt x="2144747" y="85009"/>
                </a:cubicBezTo>
                <a:cubicBezTo>
                  <a:pt x="2147383" y="82807"/>
                  <a:pt x="2148701" y="80224"/>
                  <a:pt x="2148701" y="77261"/>
                </a:cubicBezTo>
                <a:cubicBezTo>
                  <a:pt x="2148701" y="74602"/>
                  <a:pt x="2147537" y="72509"/>
                  <a:pt x="2145209" y="70984"/>
                </a:cubicBezTo>
                <a:cubicBezTo>
                  <a:pt x="2143583" y="69938"/>
                  <a:pt x="2139541" y="68608"/>
                  <a:pt x="2133082" y="66995"/>
                </a:cubicBezTo>
                <a:cubicBezTo>
                  <a:pt x="2124383" y="64797"/>
                  <a:pt x="2118353" y="62895"/>
                  <a:pt x="2114992" y="61290"/>
                </a:cubicBezTo>
                <a:cubicBezTo>
                  <a:pt x="2111631" y="59685"/>
                  <a:pt x="2109083" y="57464"/>
                  <a:pt x="2107347" y="54628"/>
                </a:cubicBezTo>
                <a:cubicBezTo>
                  <a:pt x="2105612" y="51791"/>
                  <a:pt x="2104744" y="48658"/>
                  <a:pt x="2104744" y="45228"/>
                </a:cubicBezTo>
                <a:cubicBezTo>
                  <a:pt x="2104744" y="42106"/>
                  <a:pt x="2105458" y="39214"/>
                  <a:pt x="2106886" y="36554"/>
                </a:cubicBezTo>
                <a:cubicBezTo>
                  <a:pt x="2108314" y="33893"/>
                  <a:pt x="2110258" y="31683"/>
                  <a:pt x="2112718" y="29924"/>
                </a:cubicBezTo>
                <a:cubicBezTo>
                  <a:pt x="2114564" y="28561"/>
                  <a:pt x="2117079" y="27407"/>
                  <a:pt x="2120264" y="26462"/>
                </a:cubicBezTo>
                <a:cubicBezTo>
                  <a:pt x="2123450" y="25516"/>
                  <a:pt x="2126866" y="25043"/>
                  <a:pt x="2130512" y="25043"/>
                </a:cubicBezTo>
                <a:cubicBezTo>
                  <a:pt x="2136004" y="25043"/>
                  <a:pt x="2140826" y="25840"/>
                  <a:pt x="2144978" y="27432"/>
                </a:cubicBezTo>
                <a:cubicBezTo>
                  <a:pt x="2149130" y="29024"/>
                  <a:pt x="2152194" y="31180"/>
                  <a:pt x="2154171" y="33901"/>
                </a:cubicBezTo>
                <a:cubicBezTo>
                  <a:pt x="2156149" y="36621"/>
                  <a:pt x="2157511" y="40259"/>
                  <a:pt x="2158257" y="44814"/>
                </a:cubicBezTo>
                <a:lnTo>
                  <a:pt x="2146658" y="46396"/>
                </a:lnTo>
                <a:cubicBezTo>
                  <a:pt x="2146131" y="42793"/>
                  <a:pt x="2144604" y="39981"/>
                  <a:pt x="2142078" y="37960"/>
                </a:cubicBezTo>
                <a:cubicBezTo>
                  <a:pt x="2139552" y="35939"/>
                  <a:pt x="2135982" y="34929"/>
                  <a:pt x="2131369" y="34929"/>
                </a:cubicBezTo>
                <a:cubicBezTo>
                  <a:pt x="2125921" y="34929"/>
                  <a:pt x="2122033" y="35825"/>
                  <a:pt x="2119704" y="37618"/>
                </a:cubicBezTo>
                <a:cubicBezTo>
                  <a:pt x="2117375" y="39410"/>
                  <a:pt x="2116211" y="41509"/>
                  <a:pt x="2116211" y="43914"/>
                </a:cubicBezTo>
                <a:cubicBezTo>
                  <a:pt x="2116211" y="45444"/>
                  <a:pt x="2116694" y="46821"/>
                  <a:pt x="2117661" y="48046"/>
                </a:cubicBezTo>
                <a:cubicBezTo>
                  <a:pt x="2118628" y="49313"/>
                  <a:pt x="2120143" y="50362"/>
                  <a:pt x="2122208" y="51192"/>
                </a:cubicBezTo>
                <a:cubicBezTo>
                  <a:pt x="2123395" y="51630"/>
                  <a:pt x="2126888" y="52636"/>
                  <a:pt x="2132687" y="54210"/>
                </a:cubicBezTo>
                <a:cubicBezTo>
                  <a:pt x="2141079" y="56449"/>
                  <a:pt x="2146933" y="58282"/>
                  <a:pt x="2150250" y="59708"/>
                </a:cubicBezTo>
                <a:cubicBezTo>
                  <a:pt x="2153567" y="61135"/>
                  <a:pt x="2156171" y="63209"/>
                  <a:pt x="2158060" y="65932"/>
                </a:cubicBezTo>
                <a:cubicBezTo>
                  <a:pt x="2159949" y="68653"/>
                  <a:pt x="2160894" y="72033"/>
                  <a:pt x="2160894" y="76071"/>
                </a:cubicBezTo>
                <a:cubicBezTo>
                  <a:pt x="2160894" y="80022"/>
                  <a:pt x="2159740" y="83743"/>
                  <a:pt x="2157434" y="87233"/>
                </a:cubicBezTo>
                <a:cubicBezTo>
                  <a:pt x="2155127" y="90722"/>
                  <a:pt x="2151799" y="93421"/>
                  <a:pt x="2147449" y="95331"/>
                </a:cubicBezTo>
                <a:cubicBezTo>
                  <a:pt x="2143100" y="97241"/>
                  <a:pt x="2138179" y="98196"/>
                  <a:pt x="2132687" y="98196"/>
                </a:cubicBezTo>
                <a:cubicBezTo>
                  <a:pt x="2123592" y="98196"/>
                  <a:pt x="2116662" y="96301"/>
                  <a:pt x="2111895" y="92512"/>
                </a:cubicBezTo>
                <a:cubicBezTo>
                  <a:pt x="2107128" y="88722"/>
                  <a:pt x="2104085" y="83104"/>
                  <a:pt x="2102767" y="75657"/>
                </a:cubicBezTo>
                <a:close/>
                <a:moveTo>
                  <a:pt x="2258189" y="87973"/>
                </a:moveTo>
                <a:cubicBezTo>
                  <a:pt x="2253796" y="91710"/>
                  <a:pt x="2249567" y="94348"/>
                  <a:pt x="2245503" y="95887"/>
                </a:cubicBezTo>
                <a:cubicBezTo>
                  <a:pt x="2241439" y="97426"/>
                  <a:pt x="2237078" y="98196"/>
                  <a:pt x="2232421" y="98196"/>
                </a:cubicBezTo>
                <a:cubicBezTo>
                  <a:pt x="2224732" y="98196"/>
                  <a:pt x="2218823" y="96316"/>
                  <a:pt x="2214693" y="92557"/>
                </a:cubicBezTo>
                <a:cubicBezTo>
                  <a:pt x="2210563" y="88798"/>
                  <a:pt x="2208498" y="83994"/>
                  <a:pt x="2208498" y="78147"/>
                </a:cubicBezTo>
                <a:cubicBezTo>
                  <a:pt x="2208498" y="74719"/>
                  <a:pt x="2209278" y="71587"/>
                  <a:pt x="2210838" y="68752"/>
                </a:cubicBezTo>
                <a:cubicBezTo>
                  <a:pt x="2212397" y="65915"/>
                  <a:pt x="2214440" y="63639"/>
                  <a:pt x="2216967" y="61924"/>
                </a:cubicBezTo>
                <a:cubicBezTo>
                  <a:pt x="2219493" y="60209"/>
                  <a:pt x="2222338" y="58913"/>
                  <a:pt x="2225501" y="58034"/>
                </a:cubicBezTo>
                <a:cubicBezTo>
                  <a:pt x="2227830" y="57418"/>
                  <a:pt x="2231345" y="56824"/>
                  <a:pt x="2236046" y="56253"/>
                </a:cubicBezTo>
                <a:cubicBezTo>
                  <a:pt x="2245624" y="55118"/>
                  <a:pt x="2252675" y="53766"/>
                  <a:pt x="2257201" y="52195"/>
                </a:cubicBezTo>
                <a:cubicBezTo>
                  <a:pt x="2257245" y="50577"/>
                  <a:pt x="2257267" y="49548"/>
                  <a:pt x="2257267" y="49110"/>
                </a:cubicBezTo>
                <a:cubicBezTo>
                  <a:pt x="2257267" y="44295"/>
                  <a:pt x="2256146" y="40903"/>
                  <a:pt x="2253905" y="38934"/>
                </a:cubicBezTo>
                <a:cubicBezTo>
                  <a:pt x="2250874" y="36264"/>
                  <a:pt x="2246371" y="34929"/>
                  <a:pt x="2240395" y="34929"/>
                </a:cubicBezTo>
                <a:cubicBezTo>
                  <a:pt x="2234815" y="34929"/>
                  <a:pt x="2230697" y="35906"/>
                  <a:pt x="2228038" y="37861"/>
                </a:cubicBezTo>
                <a:cubicBezTo>
                  <a:pt x="2225380" y="39817"/>
                  <a:pt x="2223414" y="43276"/>
                  <a:pt x="2222140" y="48241"/>
                </a:cubicBezTo>
                <a:lnTo>
                  <a:pt x="2210541" y="46660"/>
                </a:lnTo>
                <a:cubicBezTo>
                  <a:pt x="2211596" y="41680"/>
                  <a:pt x="2213331" y="37658"/>
                  <a:pt x="2215747" y="34595"/>
                </a:cubicBezTo>
                <a:cubicBezTo>
                  <a:pt x="2218164" y="31532"/>
                  <a:pt x="2221657" y="29175"/>
                  <a:pt x="2226226" y="27523"/>
                </a:cubicBezTo>
                <a:cubicBezTo>
                  <a:pt x="2230795" y="25870"/>
                  <a:pt x="2236090" y="25043"/>
                  <a:pt x="2242109" y="25043"/>
                </a:cubicBezTo>
                <a:cubicBezTo>
                  <a:pt x="2248084" y="25043"/>
                  <a:pt x="2252939" y="25746"/>
                  <a:pt x="2256673" y="27152"/>
                </a:cubicBezTo>
                <a:cubicBezTo>
                  <a:pt x="2260408" y="28558"/>
                  <a:pt x="2263154" y="30326"/>
                  <a:pt x="2264911" y="32457"/>
                </a:cubicBezTo>
                <a:cubicBezTo>
                  <a:pt x="2266669" y="34588"/>
                  <a:pt x="2267899" y="37279"/>
                  <a:pt x="2268602" y="40531"/>
                </a:cubicBezTo>
                <a:cubicBezTo>
                  <a:pt x="2268997" y="42552"/>
                  <a:pt x="2269195" y="46198"/>
                  <a:pt x="2269195" y="51470"/>
                </a:cubicBezTo>
                <a:lnTo>
                  <a:pt x="2269195" y="67287"/>
                </a:lnTo>
                <a:cubicBezTo>
                  <a:pt x="2269195" y="78315"/>
                  <a:pt x="2269448" y="85290"/>
                  <a:pt x="2269953" y="88212"/>
                </a:cubicBezTo>
                <a:cubicBezTo>
                  <a:pt x="2270458" y="91133"/>
                  <a:pt x="2271458" y="93934"/>
                  <a:pt x="2272952" y="96614"/>
                </a:cubicBezTo>
                <a:lnTo>
                  <a:pt x="2260562" y="96614"/>
                </a:lnTo>
                <a:cubicBezTo>
                  <a:pt x="2259331" y="94151"/>
                  <a:pt x="2258541" y="91271"/>
                  <a:pt x="2258189" y="87973"/>
                </a:cubicBezTo>
                <a:moveTo>
                  <a:pt x="2257201" y="61422"/>
                </a:moveTo>
                <a:cubicBezTo>
                  <a:pt x="2252895" y="63194"/>
                  <a:pt x="2246436" y="64701"/>
                  <a:pt x="2237825" y="65940"/>
                </a:cubicBezTo>
                <a:cubicBezTo>
                  <a:pt x="2232948" y="66646"/>
                  <a:pt x="2229499" y="67440"/>
                  <a:pt x="2227478" y="68323"/>
                </a:cubicBezTo>
                <a:cubicBezTo>
                  <a:pt x="2225457" y="69205"/>
                  <a:pt x="2223898" y="70495"/>
                  <a:pt x="2222799" y="72195"/>
                </a:cubicBezTo>
                <a:cubicBezTo>
                  <a:pt x="2221701" y="73893"/>
                  <a:pt x="2221152" y="75779"/>
                  <a:pt x="2221152" y="77852"/>
                </a:cubicBezTo>
                <a:cubicBezTo>
                  <a:pt x="2221152" y="81028"/>
                  <a:pt x="2222349" y="83675"/>
                  <a:pt x="2224743" y="85794"/>
                </a:cubicBezTo>
                <a:cubicBezTo>
                  <a:pt x="2227138" y="87911"/>
                  <a:pt x="2230642" y="88969"/>
                  <a:pt x="2235255" y="88969"/>
                </a:cubicBezTo>
                <a:cubicBezTo>
                  <a:pt x="2239824" y="88969"/>
                  <a:pt x="2243888" y="87965"/>
                  <a:pt x="2247447" y="85956"/>
                </a:cubicBezTo>
                <a:cubicBezTo>
                  <a:pt x="2251006" y="83948"/>
                  <a:pt x="2253620" y="81200"/>
                  <a:pt x="2255289" y="77712"/>
                </a:cubicBezTo>
                <a:cubicBezTo>
                  <a:pt x="2256564" y="75018"/>
                  <a:pt x="2257201" y="71045"/>
                  <a:pt x="2257201" y="65792"/>
                </a:cubicBezTo>
                <a:lnTo>
                  <a:pt x="2257201" y="61422"/>
                </a:lnTo>
                <a:close/>
                <a:moveTo>
                  <a:pt x="2287430" y="96614"/>
                </a:moveTo>
                <a:lnTo>
                  <a:pt x="2287430" y="26625"/>
                </a:lnTo>
                <a:lnTo>
                  <a:pt x="2298106" y="26625"/>
                </a:lnTo>
                <a:lnTo>
                  <a:pt x="2298106" y="37169"/>
                </a:lnTo>
                <a:cubicBezTo>
                  <a:pt x="2300830" y="32232"/>
                  <a:pt x="2303345" y="28977"/>
                  <a:pt x="2305652" y="27403"/>
                </a:cubicBezTo>
                <a:cubicBezTo>
                  <a:pt x="2307959" y="25830"/>
                  <a:pt x="2310496" y="25043"/>
                  <a:pt x="2313264" y="25043"/>
                </a:cubicBezTo>
                <a:cubicBezTo>
                  <a:pt x="2317262" y="25043"/>
                  <a:pt x="2321326" y="26312"/>
                  <a:pt x="2325456" y="28849"/>
                </a:cubicBezTo>
                <a:lnTo>
                  <a:pt x="2321370" y="39806"/>
                </a:lnTo>
                <a:cubicBezTo>
                  <a:pt x="2318470" y="38092"/>
                  <a:pt x="2315570" y="37235"/>
                  <a:pt x="2312671" y="37235"/>
                </a:cubicBezTo>
                <a:cubicBezTo>
                  <a:pt x="2310079" y="37235"/>
                  <a:pt x="2307750" y="38017"/>
                  <a:pt x="2305685" y="39579"/>
                </a:cubicBezTo>
                <a:cubicBezTo>
                  <a:pt x="2303620" y="41140"/>
                  <a:pt x="2302148" y="43306"/>
                  <a:pt x="2301269" y="46077"/>
                </a:cubicBezTo>
                <a:cubicBezTo>
                  <a:pt x="2299951" y="50299"/>
                  <a:pt x="2299292" y="54917"/>
                  <a:pt x="2299292" y="59931"/>
                </a:cubicBezTo>
                <a:lnTo>
                  <a:pt x="2299292" y="96614"/>
                </a:lnTo>
                <a:lnTo>
                  <a:pt x="2287430" y="96614"/>
                </a:lnTo>
                <a:close/>
                <a:moveTo>
                  <a:pt x="2380418" y="74075"/>
                </a:moveTo>
                <a:lnTo>
                  <a:pt x="2392676" y="75591"/>
                </a:lnTo>
                <a:cubicBezTo>
                  <a:pt x="2390743" y="82753"/>
                  <a:pt x="2387162" y="88310"/>
                  <a:pt x="2381934" y="92265"/>
                </a:cubicBezTo>
                <a:cubicBezTo>
                  <a:pt x="2376705" y="96219"/>
                  <a:pt x="2370027" y="98196"/>
                  <a:pt x="2361899" y="98196"/>
                </a:cubicBezTo>
                <a:cubicBezTo>
                  <a:pt x="2351662" y="98196"/>
                  <a:pt x="2343545" y="95043"/>
                  <a:pt x="2337548" y="88739"/>
                </a:cubicBezTo>
                <a:cubicBezTo>
                  <a:pt x="2331551" y="82434"/>
                  <a:pt x="2328552" y="73592"/>
                  <a:pt x="2328552" y="62213"/>
                </a:cubicBezTo>
                <a:cubicBezTo>
                  <a:pt x="2328552" y="50438"/>
                  <a:pt x="2331584" y="41299"/>
                  <a:pt x="2337647" y="34797"/>
                </a:cubicBezTo>
                <a:cubicBezTo>
                  <a:pt x="2343710" y="28294"/>
                  <a:pt x="2351574" y="25043"/>
                  <a:pt x="2361240" y="25043"/>
                </a:cubicBezTo>
                <a:cubicBezTo>
                  <a:pt x="2370598" y="25043"/>
                  <a:pt x="2378243" y="28224"/>
                  <a:pt x="2384175" y="34585"/>
                </a:cubicBezTo>
                <a:cubicBezTo>
                  <a:pt x="2390106" y="40944"/>
                  <a:pt x="2393071" y="49892"/>
                  <a:pt x="2393071" y="61428"/>
                </a:cubicBezTo>
                <a:cubicBezTo>
                  <a:pt x="2393071" y="62130"/>
                  <a:pt x="2393049" y="63182"/>
                  <a:pt x="2393006" y="64585"/>
                </a:cubicBezTo>
                <a:lnTo>
                  <a:pt x="2340810" y="64585"/>
                </a:lnTo>
                <a:cubicBezTo>
                  <a:pt x="2341250" y="72252"/>
                  <a:pt x="2343424" y="78123"/>
                  <a:pt x="2347335" y="82198"/>
                </a:cubicBezTo>
                <a:cubicBezTo>
                  <a:pt x="2351245" y="86273"/>
                  <a:pt x="2356122" y="88310"/>
                  <a:pt x="2361965" y="88310"/>
                </a:cubicBezTo>
                <a:cubicBezTo>
                  <a:pt x="2366315" y="88310"/>
                  <a:pt x="2370027" y="87179"/>
                  <a:pt x="2373103" y="84916"/>
                </a:cubicBezTo>
                <a:cubicBezTo>
                  <a:pt x="2376178" y="82652"/>
                  <a:pt x="2378617" y="79039"/>
                  <a:pt x="2380418" y="74075"/>
                </a:cubicBezTo>
                <a:moveTo>
                  <a:pt x="2341469" y="54700"/>
                </a:moveTo>
                <a:lnTo>
                  <a:pt x="2380550" y="54700"/>
                </a:lnTo>
                <a:cubicBezTo>
                  <a:pt x="2380023" y="48908"/>
                  <a:pt x="2378529" y="44565"/>
                  <a:pt x="2376068" y="41669"/>
                </a:cubicBezTo>
                <a:cubicBezTo>
                  <a:pt x="2372290" y="37176"/>
                  <a:pt x="2367391" y="34929"/>
                  <a:pt x="2361372" y="34929"/>
                </a:cubicBezTo>
                <a:cubicBezTo>
                  <a:pt x="2355924" y="34929"/>
                  <a:pt x="2351344" y="36723"/>
                  <a:pt x="2347631" y="40310"/>
                </a:cubicBezTo>
                <a:cubicBezTo>
                  <a:pt x="2343919" y="43896"/>
                  <a:pt x="2341865" y="48693"/>
                  <a:pt x="2341469" y="54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violatedifaprivateemployerfiresyoufora">
            <a:extLst xmlns:a="http://schemas.openxmlformats.org/drawingml/2006/main">
              <a:ext uri="{FF2B5EF4-FFF2-40B4-BE49-F238E27FC236}">
                <a16:creationId xmlns:a16="http://schemas.microsoft.com/office/drawing/2014/main" id="{87FBB95E-E3DF-4AD9-9389-0BAE0A9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600" y="261996"/>
            <a:ext cx="2565503" cy="126666"/>
          </a:xfrm>
          <a:custGeom xmlns:a="http://schemas.openxmlformats.org/drawingml/2006/main">
            <a:pathLst>
              <a:path w="2565503" h="126666">
                <a:moveTo>
                  <a:pt x="26625" y="98196"/>
                </a:moveTo>
                <a:lnTo>
                  <a:pt x="0" y="28207"/>
                </a:lnTo>
                <a:lnTo>
                  <a:pt x="12522" y="28207"/>
                </a:lnTo>
                <a:lnTo>
                  <a:pt x="27548" y="70121"/>
                </a:lnTo>
                <a:cubicBezTo>
                  <a:pt x="29173" y="74646"/>
                  <a:pt x="30667" y="79348"/>
                  <a:pt x="32029" y="84224"/>
                </a:cubicBezTo>
                <a:cubicBezTo>
                  <a:pt x="33083" y="80534"/>
                  <a:pt x="34555" y="76096"/>
                  <a:pt x="36445" y="70912"/>
                </a:cubicBezTo>
                <a:lnTo>
                  <a:pt x="51998" y="28207"/>
                </a:lnTo>
                <a:lnTo>
                  <a:pt x="64190" y="28207"/>
                </a:lnTo>
                <a:lnTo>
                  <a:pt x="37697" y="98196"/>
                </a:lnTo>
                <a:lnTo>
                  <a:pt x="26625" y="98196"/>
                </a:lnTo>
                <a:close/>
                <a:moveTo>
                  <a:pt x="74734" y="15290"/>
                </a:moveTo>
                <a:lnTo>
                  <a:pt x="74734" y="1582"/>
                </a:lnTo>
                <a:lnTo>
                  <a:pt x="86597" y="1582"/>
                </a:lnTo>
                <a:lnTo>
                  <a:pt x="86597" y="15290"/>
                </a:lnTo>
                <a:lnTo>
                  <a:pt x="74734" y="15290"/>
                </a:lnTo>
                <a:moveTo>
                  <a:pt x="74734" y="98196"/>
                </a:moveTo>
                <a:lnTo>
                  <a:pt x="74734" y="28207"/>
                </a:lnTo>
                <a:lnTo>
                  <a:pt x="86597" y="28207"/>
                </a:lnTo>
                <a:lnTo>
                  <a:pt x="86597" y="98196"/>
                </a:lnTo>
                <a:lnTo>
                  <a:pt x="74734" y="98196"/>
                </a:lnTo>
                <a:close/>
                <a:moveTo>
                  <a:pt x="100216" y="63201"/>
                </a:moveTo>
                <a:cubicBezTo>
                  <a:pt x="100216" y="50240"/>
                  <a:pt x="103819" y="40640"/>
                  <a:pt x="111024" y="34402"/>
                </a:cubicBezTo>
                <a:cubicBezTo>
                  <a:pt x="117044" y="29217"/>
                  <a:pt x="124381" y="26625"/>
                  <a:pt x="133036" y="26625"/>
                </a:cubicBezTo>
                <a:cubicBezTo>
                  <a:pt x="142658" y="26625"/>
                  <a:pt x="150522" y="29777"/>
                  <a:pt x="156629" y="36082"/>
                </a:cubicBezTo>
                <a:cubicBezTo>
                  <a:pt x="162736" y="42387"/>
                  <a:pt x="165790" y="51097"/>
                  <a:pt x="165790" y="62213"/>
                </a:cubicBezTo>
                <a:cubicBezTo>
                  <a:pt x="165790" y="71219"/>
                  <a:pt x="164439" y="78304"/>
                  <a:pt x="161737" y="83466"/>
                </a:cubicBezTo>
                <a:cubicBezTo>
                  <a:pt x="159035" y="88629"/>
                  <a:pt x="155103" y="92638"/>
                  <a:pt x="149940" y="95494"/>
                </a:cubicBezTo>
                <a:cubicBezTo>
                  <a:pt x="144778" y="98350"/>
                  <a:pt x="139143" y="99778"/>
                  <a:pt x="133036" y="99778"/>
                </a:cubicBezTo>
                <a:cubicBezTo>
                  <a:pt x="123238" y="99778"/>
                  <a:pt x="115319" y="96636"/>
                  <a:pt x="109278" y="90353"/>
                </a:cubicBezTo>
                <a:cubicBezTo>
                  <a:pt x="103237" y="84071"/>
                  <a:pt x="100216" y="75020"/>
                  <a:pt x="100216" y="63201"/>
                </a:cubicBezTo>
                <a:moveTo>
                  <a:pt x="112408" y="63168"/>
                </a:moveTo>
                <a:cubicBezTo>
                  <a:pt x="112408" y="72098"/>
                  <a:pt x="114363" y="78785"/>
                  <a:pt x="118274" y="83228"/>
                </a:cubicBezTo>
                <a:cubicBezTo>
                  <a:pt x="122184" y="87671"/>
                  <a:pt x="127105" y="89892"/>
                  <a:pt x="133036" y="89892"/>
                </a:cubicBezTo>
                <a:cubicBezTo>
                  <a:pt x="138923" y="89892"/>
                  <a:pt x="143822" y="87660"/>
                  <a:pt x="147732" y="83195"/>
                </a:cubicBezTo>
                <a:cubicBezTo>
                  <a:pt x="151643" y="78730"/>
                  <a:pt x="153598" y="71923"/>
                  <a:pt x="153598" y="62775"/>
                </a:cubicBezTo>
                <a:cubicBezTo>
                  <a:pt x="153598" y="54151"/>
                  <a:pt x="151632" y="47618"/>
                  <a:pt x="147700" y="43175"/>
                </a:cubicBezTo>
                <a:cubicBezTo>
                  <a:pt x="143767" y="38732"/>
                  <a:pt x="138879" y="36510"/>
                  <a:pt x="133036" y="36510"/>
                </a:cubicBezTo>
                <a:cubicBezTo>
                  <a:pt x="127105" y="36510"/>
                  <a:pt x="122184" y="38721"/>
                  <a:pt x="118274" y="43142"/>
                </a:cubicBezTo>
                <a:cubicBezTo>
                  <a:pt x="114363" y="47563"/>
                  <a:pt x="112408" y="54238"/>
                  <a:pt x="112408" y="63168"/>
                </a:cubicBezTo>
                <a:close/>
                <a:moveTo>
                  <a:pt x="179411" y="98196"/>
                </a:moveTo>
                <a:lnTo>
                  <a:pt x="179411" y="1582"/>
                </a:lnTo>
                <a:lnTo>
                  <a:pt x="191274" y="1582"/>
                </a:lnTo>
                <a:lnTo>
                  <a:pt x="191274" y="98196"/>
                </a:lnTo>
                <a:lnTo>
                  <a:pt x="179411" y="98196"/>
                </a:lnTo>
                <a:close/>
                <a:moveTo>
                  <a:pt x="255309" y="89554"/>
                </a:moveTo>
                <a:cubicBezTo>
                  <a:pt x="250915" y="93292"/>
                  <a:pt x="246687" y="95930"/>
                  <a:pt x="242623" y="97469"/>
                </a:cubicBezTo>
                <a:cubicBezTo>
                  <a:pt x="238559" y="99008"/>
                  <a:pt x="234198" y="99778"/>
                  <a:pt x="229541" y="99778"/>
                </a:cubicBezTo>
                <a:cubicBezTo>
                  <a:pt x="221852" y="99778"/>
                  <a:pt x="215943" y="97898"/>
                  <a:pt x="211813" y="94139"/>
                </a:cubicBezTo>
                <a:cubicBezTo>
                  <a:pt x="207683" y="90379"/>
                  <a:pt x="205618" y="85576"/>
                  <a:pt x="205618" y="79729"/>
                </a:cubicBezTo>
                <a:cubicBezTo>
                  <a:pt x="205618" y="76300"/>
                  <a:pt x="206398" y="73168"/>
                  <a:pt x="207957" y="70333"/>
                </a:cubicBezTo>
                <a:cubicBezTo>
                  <a:pt x="209517" y="67497"/>
                  <a:pt x="211560" y="65221"/>
                  <a:pt x="214086" y="63506"/>
                </a:cubicBezTo>
                <a:cubicBezTo>
                  <a:pt x="216613" y="61791"/>
                  <a:pt x="219458" y="60494"/>
                  <a:pt x="222621" y="59616"/>
                </a:cubicBezTo>
                <a:cubicBezTo>
                  <a:pt x="224950" y="58999"/>
                  <a:pt x="228464" y="58405"/>
                  <a:pt x="233165" y="57834"/>
                </a:cubicBezTo>
                <a:cubicBezTo>
                  <a:pt x="242743" y="56700"/>
                  <a:pt x="249795" y="55348"/>
                  <a:pt x="254320" y="53777"/>
                </a:cubicBezTo>
                <a:cubicBezTo>
                  <a:pt x="254364" y="52158"/>
                  <a:pt x="254386" y="51130"/>
                  <a:pt x="254386" y="50692"/>
                </a:cubicBezTo>
                <a:cubicBezTo>
                  <a:pt x="254386" y="45877"/>
                  <a:pt x="253266" y="42485"/>
                  <a:pt x="251025" y="40516"/>
                </a:cubicBezTo>
                <a:cubicBezTo>
                  <a:pt x="247994" y="37846"/>
                  <a:pt x="243490" y="36510"/>
                  <a:pt x="237515" y="36510"/>
                </a:cubicBezTo>
                <a:cubicBezTo>
                  <a:pt x="231935" y="36510"/>
                  <a:pt x="227816" y="37488"/>
                  <a:pt x="225158" y="39443"/>
                </a:cubicBezTo>
                <a:cubicBezTo>
                  <a:pt x="222500" y="41398"/>
                  <a:pt x="220534" y="44858"/>
                  <a:pt x="219260" y="49823"/>
                </a:cubicBezTo>
                <a:lnTo>
                  <a:pt x="207661" y="48241"/>
                </a:lnTo>
                <a:cubicBezTo>
                  <a:pt x="208715" y="43261"/>
                  <a:pt x="210451" y="39240"/>
                  <a:pt x="212867" y="36177"/>
                </a:cubicBezTo>
                <a:cubicBezTo>
                  <a:pt x="215284" y="33114"/>
                  <a:pt x="218777" y="30756"/>
                  <a:pt x="223346" y="29105"/>
                </a:cubicBezTo>
                <a:cubicBezTo>
                  <a:pt x="227915" y="27451"/>
                  <a:pt x="233209" y="26625"/>
                  <a:pt x="239229" y="26625"/>
                </a:cubicBezTo>
                <a:cubicBezTo>
                  <a:pt x="245204" y="26625"/>
                  <a:pt x="250059" y="27328"/>
                  <a:pt x="253793" y="28734"/>
                </a:cubicBezTo>
                <a:cubicBezTo>
                  <a:pt x="257528" y="30140"/>
                  <a:pt x="260274" y="31908"/>
                  <a:pt x="262031" y="34039"/>
                </a:cubicBezTo>
                <a:cubicBezTo>
                  <a:pt x="263788" y="36170"/>
                  <a:pt x="265019" y="38861"/>
                  <a:pt x="265722" y="42112"/>
                </a:cubicBezTo>
                <a:cubicBezTo>
                  <a:pt x="266117" y="44133"/>
                  <a:pt x="266315" y="47780"/>
                  <a:pt x="266315" y="53052"/>
                </a:cubicBezTo>
                <a:lnTo>
                  <a:pt x="266315" y="68869"/>
                </a:lnTo>
                <a:cubicBezTo>
                  <a:pt x="266315" y="79897"/>
                  <a:pt x="266567" y="86871"/>
                  <a:pt x="267073" y="89793"/>
                </a:cubicBezTo>
                <a:cubicBezTo>
                  <a:pt x="267578" y="92715"/>
                  <a:pt x="268577" y="95516"/>
                  <a:pt x="270071" y="98196"/>
                </a:cubicBezTo>
                <a:lnTo>
                  <a:pt x="257681" y="98196"/>
                </a:lnTo>
                <a:cubicBezTo>
                  <a:pt x="256451" y="95733"/>
                  <a:pt x="255660" y="92852"/>
                  <a:pt x="255309" y="89554"/>
                </a:cubicBezTo>
                <a:moveTo>
                  <a:pt x="254320" y="63004"/>
                </a:moveTo>
                <a:cubicBezTo>
                  <a:pt x="250015" y="64776"/>
                  <a:pt x="243556" y="66282"/>
                  <a:pt x="234945" y="67522"/>
                </a:cubicBezTo>
                <a:cubicBezTo>
                  <a:pt x="230068" y="68228"/>
                  <a:pt x="226619" y="69022"/>
                  <a:pt x="224598" y="69905"/>
                </a:cubicBezTo>
                <a:cubicBezTo>
                  <a:pt x="222577" y="70786"/>
                  <a:pt x="221017" y="72077"/>
                  <a:pt x="219919" y="73777"/>
                </a:cubicBezTo>
                <a:cubicBezTo>
                  <a:pt x="218821" y="75475"/>
                  <a:pt x="218271" y="77361"/>
                  <a:pt x="218271" y="79434"/>
                </a:cubicBezTo>
                <a:cubicBezTo>
                  <a:pt x="218271" y="82610"/>
                  <a:pt x="219469" y="85257"/>
                  <a:pt x="221863" y="87375"/>
                </a:cubicBezTo>
                <a:cubicBezTo>
                  <a:pt x="224258" y="89493"/>
                  <a:pt x="227761" y="90551"/>
                  <a:pt x="232375" y="90551"/>
                </a:cubicBezTo>
                <a:cubicBezTo>
                  <a:pt x="236944" y="90551"/>
                  <a:pt x="241008" y="89547"/>
                  <a:pt x="244567" y="87538"/>
                </a:cubicBezTo>
                <a:cubicBezTo>
                  <a:pt x="248125" y="85529"/>
                  <a:pt x="250740" y="82781"/>
                  <a:pt x="252409" y="79294"/>
                </a:cubicBezTo>
                <a:cubicBezTo>
                  <a:pt x="253683" y="76600"/>
                  <a:pt x="254320" y="72627"/>
                  <a:pt x="254320" y="67374"/>
                </a:cubicBezTo>
                <a:lnTo>
                  <a:pt x="254320" y="63004"/>
                </a:lnTo>
                <a:close/>
                <a:moveTo>
                  <a:pt x="310581" y="87717"/>
                </a:moveTo>
                <a:lnTo>
                  <a:pt x="312295" y="98196"/>
                </a:lnTo>
                <a:cubicBezTo>
                  <a:pt x="308956" y="98811"/>
                  <a:pt x="305968" y="99119"/>
                  <a:pt x="303332" y="99119"/>
                </a:cubicBezTo>
                <a:cubicBezTo>
                  <a:pt x="299026" y="99119"/>
                  <a:pt x="295687" y="98438"/>
                  <a:pt x="293315" y="97076"/>
                </a:cubicBezTo>
                <a:cubicBezTo>
                  <a:pt x="290942" y="95713"/>
                  <a:pt x="289273" y="93923"/>
                  <a:pt x="288306" y="91704"/>
                </a:cubicBezTo>
                <a:cubicBezTo>
                  <a:pt x="287339" y="89486"/>
                  <a:pt x="286856" y="84817"/>
                  <a:pt x="286856" y="77700"/>
                </a:cubicBezTo>
                <a:lnTo>
                  <a:pt x="286856" y="37433"/>
                </a:lnTo>
                <a:lnTo>
                  <a:pt x="278157" y="37433"/>
                </a:lnTo>
                <a:lnTo>
                  <a:pt x="278157" y="28207"/>
                </a:lnTo>
                <a:lnTo>
                  <a:pt x="286856" y="28207"/>
                </a:lnTo>
                <a:lnTo>
                  <a:pt x="286856" y="10827"/>
                </a:lnTo>
                <a:lnTo>
                  <a:pt x="298653" y="3691"/>
                </a:lnTo>
                <a:lnTo>
                  <a:pt x="298653" y="28207"/>
                </a:lnTo>
                <a:lnTo>
                  <a:pt x="310581" y="28207"/>
                </a:lnTo>
                <a:lnTo>
                  <a:pt x="310581" y="37433"/>
                </a:lnTo>
                <a:lnTo>
                  <a:pt x="298653" y="37433"/>
                </a:lnTo>
                <a:lnTo>
                  <a:pt x="298653" y="78359"/>
                </a:lnTo>
                <a:cubicBezTo>
                  <a:pt x="298653" y="81742"/>
                  <a:pt x="298862" y="83917"/>
                  <a:pt x="299279" y="84883"/>
                </a:cubicBezTo>
                <a:cubicBezTo>
                  <a:pt x="299696" y="85850"/>
                  <a:pt x="300377" y="86619"/>
                  <a:pt x="301322" y="87190"/>
                </a:cubicBezTo>
                <a:cubicBezTo>
                  <a:pt x="302267" y="87761"/>
                  <a:pt x="303618" y="88047"/>
                  <a:pt x="305375" y="88047"/>
                </a:cubicBezTo>
                <a:cubicBezTo>
                  <a:pt x="306693" y="88047"/>
                  <a:pt x="308428" y="87937"/>
                  <a:pt x="310581" y="87717"/>
                </a:cubicBezTo>
                <a:close/>
                <a:moveTo>
                  <a:pt x="370115" y="75657"/>
                </a:moveTo>
                <a:lnTo>
                  <a:pt x="382373" y="77173"/>
                </a:lnTo>
                <a:cubicBezTo>
                  <a:pt x="380439" y="84334"/>
                  <a:pt x="376859" y="89892"/>
                  <a:pt x="371630" y="93846"/>
                </a:cubicBezTo>
                <a:cubicBezTo>
                  <a:pt x="366402" y="97800"/>
                  <a:pt x="359724" y="99778"/>
                  <a:pt x="351596" y="99778"/>
                </a:cubicBezTo>
                <a:cubicBezTo>
                  <a:pt x="341359" y="99778"/>
                  <a:pt x="333242" y="96625"/>
                  <a:pt x="327245" y="90320"/>
                </a:cubicBezTo>
                <a:cubicBezTo>
                  <a:pt x="321247" y="84016"/>
                  <a:pt x="318249" y="75174"/>
                  <a:pt x="318249" y="63794"/>
                </a:cubicBezTo>
                <a:cubicBezTo>
                  <a:pt x="318249" y="52020"/>
                  <a:pt x="321280" y="42881"/>
                  <a:pt x="327343" y="36379"/>
                </a:cubicBezTo>
                <a:cubicBezTo>
                  <a:pt x="333406" y="29876"/>
                  <a:pt x="341271" y="26625"/>
                  <a:pt x="350937" y="26625"/>
                </a:cubicBezTo>
                <a:cubicBezTo>
                  <a:pt x="360295" y="26625"/>
                  <a:pt x="367940" y="29805"/>
                  <a:pt x="373871" y="36166"/>
                </a:cubicBezTo>
                <a:cubicBezTo>
                  <a:pt x="379802" y="42526"/>
                  <a:pt x="382768" y="51474"/>
                  <a:pt x="382768" y="63010"/>
                </a:cubicBezTo>
                <a:cubicBezTo>
                  <a:pt x="382768" y="63711"/>
                  <a:pt x="382746" y="64764"/>
                  <a:pt x="382702" y="66167"/>
                </a:cubicBezTo>
                <a:lnTo>
                  <a:pt x="330507" y="66167"/>
                </a:lnTo>
                <a:cubicBezTo>
                  <a:pt x="330946" y="73834"/>
                  <a:pt x="333121" y="79704"/>
                  <a:pt x="337031" y="83780"/>
                </a:cubicBezTo>
                <a:cubicBezTo>
                  <a:pt x="340941" y="87855"/>
                  <a:pt x="345818" y="89892"/>
                  <a:pt x="351662" y="89892"/>
                </a:cubicBezTo>
                <a:cubicBezTo>
                  <a:pt x="356011" y="89892"/>
                  <a:pt x="359724" y="88761"/>
                  <a:pt x="362799" y="86498"/>
                </a:cubicBezTo>
                <a:cubicBezTo>
                  <a:pt x="365875" y="84234"/>
                  <a:pt x="368313" y="80620"/>
                  <a:pt x="370115" y="75657"/>
                </a:cubicBezTo>
                <a:moveTo>
                  <a:pt x="331166" y="56281"/>
                </a:moveTo>
                <a:lnTo>
                  <a:pt x="370246" y="56281"/>
                </a:lnTo>
                <a:cubicBezTo>
                  <a:pt x="369719" y="50490"/>
                  <a:pt x="368225" y="46147"/>
                  <a:pt x="365765" y="43251"/>
                </a:cubicBezTo>
                <a:cubicBezTo>
                  <a:pt x="361987" y="38757"/>
                  <a:pt x="357088" y="36510"/>
                  <a:pt x="351069" y="36510"/>
                </a:cubicBezTo>
                <a:cubicBezTo>
                  <a:pt x="345621" y="36510"/>
                  <a:pt x="341040" y="38304"/>
                  <a:pt x="337328" y="41892"/>
                </a:cubicBezTo>
                <a:cubicBezTo>
                  <a:pt x="333615" y="45478"/>
                  <a:pt x="331561" y="50275"/>
                  <a:pt x="331166" y="56281"/>
                </a:cubicBezTo>
                <a:close/>
                <a:moveTo>
                  <a:pt x="442653" y="98196"/>
                </a:moveTo>
                <a:lnTo>
                  <a:pt x="442653" y="89365"/>
                </a:lnTo>
                <a:cubicBezTo>
                  <a:pt x="438216" y="96307"/>
                  <a:pt x="431691" y="99778"/>
                  <a:pt x="423080" y="99778"/>
                </a:cubicBezTo>
                <a:cubicBezTo>
                  <a:pt x="417500" y="99778"/>
                  <a:pt x="412371" y="98240"/>
                  <a:pt x="407692" y="95164"/>
                </a:cubicBezTo>
                <a:cubicBezTo>
                  <a:pt x="403013" y="92089"/>
                  <a:pt x="399388" y="87794"/>
                  <a:pt x="396818" y="82280"/>
                </a:cubicBezTo>
                <a:cubicBezTo>
                  <a:pt x="394247" y="76766"/>
                  <a:pt x="392962" y="70429"/>
                  <a:pt x="392962" y="63267"/>
                </a:cubicBezTo>
                <a:cubicBezTo>
                  <a:pt x="392962" y="56281"/>
                  <a:pt x="394127" y="49944"/>
                  <a:pt x="396455" y="44254"/>
                </a:cubicBezTo>
                <a:cubicBezTo>
                  <a:pt x="398784" y="38564"/>
                  <a:pt x="402277" y="34204"/>
                  <a:pt x="406934" y="31172"/>
                </a:cubicBezTo>
                <a:cubicBezTo>
                  <a:pt x="411591" y="28141"/>
                  <a:pt x="416797" y="26625"/>
                  <a:pt x="422553" y="26625"/>
                </a:cubicBezTo>
                <a:cubicBezTo>
                  <a:pt x="426771" y="26625"/>
                  <a:pt x="430527" y="27515"/>
                  <a:pt x="433822" y="29294"/>
                </a:cubicBezTo>
                <a:cubicBezTo>
                  <a:pt x="437117" y="31073"/>
                  <a:pt x="439798" y="33391"/>
                  <a:pt x="441863" y="36247"/>
                </a:cubicBezTo>
                <a:lnTo>
                  <a:pt x="441863" y="1582"/>
                </a:lnTo>
                <a:lnTo>
                  <a:pt x="453659" y="1582"/>
                </a:lnTo>
                <a:lnTo>
                  <a:pt x="453659" y="98196"/>
                </a:lnTo>
                <a:lnTo>
                  <a:pt x="442653" y="98196"/>
                </a:lnTo>
                <a:moveTo>
                  <a:pt x="405154" y="63234"/>
                </a:moveTo>
                <a:cubicBezTo>
                  <a:pt x="405154" y="72164"/>
                  <a:pt x="407044" y="78840"/>
                  <a:pt x="410822" y="83261"/>
                </a:cubicBezTo>
                <a:cubicBezTo>
                  <a:pt x="414601" y="87682"/>
                  <a:pt x="419060" y="89892"/>
                  <a:pt x="424200" y="89892"/>
                </a:cubicBezTo>
                <a:cubicBezTo>
                  <a:pt x="429385" y="89892"/>
                  <a:pt x="433789" y="87780"/>
                  <a:pt x="437414" y="83557"/>
                </a:cubicBezTo>
                <a:cubicBezTo>
                  <a:pt x="441039" y="79332"/>
                  <a:pt x="442851" y="72886"/>
                  <a:pt x="442851" y="64219"/>
                </a:cubicBezTo>
                <a:cubicBezTo>
                  <a:pt x="442851" y="54676"/>
                  <a:pt x="441006" y="47673"/>
                  <a:pt x="437315" y="43208"/>
                </a:cubicBezTo>
                <a:cubicBezTo>
                  <a:pt x="433625" y="38743"/>
                  <a:pt x="429077" y="36510"/>
                  <a:pt x="423673" y="36510"/>
                </a:cubicBezTo>
                <a:cubicBezTo>
                  <a:pt x="418401" y="36510"/>
                  <a:pt x="413996" y="38656"/>
                  <a:pt x="410460" y="42946"/>
                </a:cubicBezTo>
                <a:cubicBezTo>
                  <a:pt x="406923" y="47235"/>
                  <a:pt x="405154" y="53998"/>
                  <a:pt x="405154" y="63234"/>
                </a:cubicBezTo>
                <a:close/>
                <a:moveTo>
                  <a:pt x="509877" y="15290"/>
                </a:moveTo>
                <a:lnTo>
                  <a:pt x="509877" y="1582"/>
                </a:lnTo>
                <a:lnTo>
                  <a:pt x="521739" y="1582"/>
                </a:lnTo>
                <a:lnTo>
                  <a:pt x="521739" y="15290"/>
                </a:lnTo>
                <a:lnTo>
                  <a:pt x="509877" y="15290"/>
                </a:lnTo>
                <a:moveTo>
                  <a:pt x="509877" y="98196"/>
                </a:moveTo>
                <a:lnTo>
                  <a:pt x="509877" y="28207"/>
                </a:lnTo>
                <a:lnTo>
                  <a:pt x="521739" y="28207"/>
                </a:lnTo>
                <a:lnTo>
                  <a:pt x="521739" y="98196"/>
                </a:lnTo>
                <a:lnTo>
                  <a:pt x="509877" y="98196"/>
                </a:lnTo>
                <a:close/>
                <a:moveTo>
                  <a:pt x="542608" y="98196"/>
                </a:moveTo>
                <a:lnTo>
                  <a:pt x="542608" y="37433"/>
                </a:lnTo>
                <a:lnTo>
                  <a:pt x="532130" y="37433"/>
                </a:lnTo>
                <a:lnTo>
                  <a:pt x="532130" y="28207"/>
                </a:lnTo>
                <a:lnTo>
                  <a:pt x="542608" y="28207"/>
                </a:lnTo>
                <a:lnTo>
                  <a:pt x="542608" y="20776"/>
                </a:lnTo>
                <a:cubicBezTo>
                  <a:pt x="542608" y="16086"/>
                  <a:pt x="543026" y="12601"/>
                  <a:pt x="543860" y="10322"/>
                </a:cubicBezTo>
                <a:cubicBezTo>
                  <a:pt x="545003" y="7255"/>
                  <a:pt x="547013" y="4768"/>
                  <a:pt x="549891" y="2861"/>
                </a:cubicBezTo>
                <a:cubicBezTo>
                  <a:pt x="552768" y="954"/>
                  <a:pt x="556799" y="0"/>
                  <a:pt x="561984" y="0"/>
                </a:cubicBezTo>
                <a:cubicBezTo>
                  <a:pt x="565323" y="0"/>
                  <a:pt x="569013" y="395"/>
                  <a:pt x="573056" y="1186"/>
                </a:cubicBezTo>
                <a:lnTo>
                  <a:pt x="571276" y="11533"/>
                </a:lnTo>
                <a:cubicBezTo>
                  <a:pt x="568816" y="11094"/>
                  <a:pt x="566487" y="10874"/>
                  <a:pt x="564290" y="10874"/>
                </a:cubicBezTo>
                <a:cubicBezTo>
                  <a:pt x="560688" y="10874"/>
                  <a:pt x="558139" y="11640"/>
                  <a:pt x="556646" y="13172"/>
                </a:cubicBezTo>
                <a:cubicBezTo>
                  <a:pt x="555152" y="14705"/>
                  <a:pt x="554405" y="17571"/>
                  <a:pt x="554405" y="21773"/>
                </a:cubicBezTo>
                <a:lnTo>
                  <a:pt x="554405" y="28207"/>
                </a:lnTo>
                <a:lnTo>
                  <a:pt x="568047" y="28207"/>
                </a:lnTo>
                <a:lnTo>
                  <a:pt x="568047" y="37433"/>
                </a:lnTo>
                <a:lnTo>
                  <a:pt x="554405" y="37433"/>
                </a:lnTo>
                <a:lnTo>
                  <a:pt x="554405" y="98196"/>
                </a:lnTo>
                <a:lnTo>
                  <a:pt x="542608" y="98196"/>
                </a:lnTo>
                <a:close/>
                <a:moveTo>
                  <a:pt x="660488" y="89554"/>
                </a:moveTo>
                <a:cubicBezTo>
                  <a:pt x="656095" y="93292"/>
                  <a:pt x="651866" y="95930"/>
                  <a:pt x="647802" y="97469"/>
                </a:cubicBezTo>
                <a:cubicBezTo>
                  <a:pt x="643738" y="99008"/>
                  <a:pt x="639377" y="99778"/>
                  <a:pt x="634720" y="99778"/>
                </a:cubicBezTo>
                <a:cubicBezTo>
                  <a:pt x="627032" y="99778"/>
                  <a:pt x="621122" y="97898"/>
                  <a:pt x="616992" y="94139"/>
                </a:cubicBezTo>
                <a:cubicBezTo>
                  <a:pt x="612862" y="90379"/>
                  <a:pt x="610797" y="85576"/>
                  <a:pt x="610797" y="79729"/>
                </a:cubicBezTo>
                <a:cubicBezTo>
                  <a:pt x="610797" y="76300"/>
                  <a:pt x="611577" y="73168"/>
                  <a:pt x="613137" y="70333"/>
                </a:cubicBezTo>
                <a:cubicBezTo>
                  <a:pt x="614697" y="67497"/>
                  <a:pt x="616740" y="65221"/>
                  <a:pt x="619266" y="63506"/>
                </a:cubicBezTo>
                <a:cubicBezTo>
                  <a:pt x="621792" y="61791"/>
                  <a:pt x="624637" y="60494"/>
                  <a:pt x="627800" y="59616"/>
                </a:cubicBezTo>
                <a:cubicBezTo>
                  <a:pt x="630129" y="58999"/>
                  <a:pt x="633644" y="58405"/>
                  <a:pt x="638345" y="57834"/>
                </a:cubicBezTo>
                <a:cubicBezTo>
                  <a:pt x="647923" y="56700"/>
                  <a:pt x="654975" y="55348"/>
                  <a:pt x="659500" y="53777"/>
                </a:cubicBezTo>
                <a:cubicBezTo>
                  <a:pt x="659544" y="52158"/>
                  <a:pt x="659566" y="51130"/>
                  <a:pt x="659566" y="50692"/>
                </a:cubicBezTo>
                <a:cubicBezTo>
                  <a:pt x="659566" y="45877"/>
                  <a:pt x="658445" y="42485"/>
                  <a:pt x="656205" y="40516"/>
                </a:cubicBezTo>
                <a:cubicBezTo>
                  <a:pt x="653173" y="37846"/>
                  <a:pt x="648670" y="36510"/>
                  <a:pt x="642695" y="36510"/>
                </a:cubicBezTo>
                <a:cubicBezTo>
                  <a:pt x="637115" y="36510"/>
                  <a:pt x="632996" y="37488"/>
                  <a:pt x="630338" y="39443"/>
                </a:cubicBezTo>
                <a:cubicBezTo>
                  <a:pt x="627680" y="41398"/>
                  <a:pt x="625713" y="44858"/>
                  <a:pt x="624439" y="49823"/>
                </a:cubicBezTo>
                <a:lnTo>
                  <a:pt x="612840" y="48241"/>
                </a:lnTo>
                <a:cubicBezTo>
                  <a:pt x="613895" y="43261"/>
                  <a:pt x="615630" y="39240"/>
                  <a:pt x="618047" y="36177"/>
                </a:cubicBezTo>
                <a:cubicBezTo>
                  <a:pt x="620463" y="33114"/>
                  <a:pt x="623956" y="30756"/>
                  <a:pt x="628525" y="29105"/>
                </a:cubicBezTo>
                <a:cubicBezTo>
                  <a:pt x="633095" y="27451"/>
                  <a:pt x="638389" y="26625"/>
                  <a:pt x="644408" y="26625"/>
                </a:cubicBezTo>
                <a:cubicBezTo>
                  <a:pt x="650383" y="26625"/>
                  <a:pt x="655238" y="27328"/>
                  <a:pt x="658973" y="28734"/>
                </a:cubicBezTo>
                <a:cubicBezTo>
                  <a:pt x="662707" y="30140"/>
                  <a:pt x="665453" y="31908"/>
                  <a:pt x="667211" y="34039"/>
                </a:cubicBezTo>
                <a:cubicBezTo>
                  <a:pt x="668968" y="36170"/>
                  <a:pt x="670198" y="38861"/>
                  <a:pt x="670901" y="42112"/>
                </a:cubicBezTo>
                <a:cubicBezTo>
                  <a:pt x="671297" y="44133"/>
                  <a:pt x="671494" y="47780"/>
                  <a:pt x="671494" y="53052"/>
                </a:cubicBezTo>
                <a:lnTo>
                  <a:pt x="671494" y="68869"/>
                </a:lnTo>
                <a:cubicBezTo>
                  <a:pt x="671494" y="79897"/>
                  <a:pt x="671747" y="86871"/>
                  <a:pt x="672252" y="89793"/>
                </a:cubicBezTo>
                <a:cubicBezTo>
                  <a:pt x="672757" y="92715"/>
                  <a:pt x="673757" y="95516"/>
                  <a:pt x="675251" y="98196"/>
                </a:cubicBezTo>
                <a:lnTo>
                  <a:pt x="662861" y="98196"/>
                </a:lnTo>
                <a:cubicBezTo>
                  <a:pt x="661631" y="95733"/>
                  <a:pt x="660840" y="92852"/>
                  <a:pt x="660488" y="89554"/>
                </a:cubicBezTo>
                <a:moveTo>
                  <a:pt x="659500" y="63004"/>
                </a:moveTo>
                <a:cubicBezTo>
                  <a:pt x="655194" y="64776"/>
                  <a:pt x="648736" y="66282"/>
                  <a:pt x="640124" y="67522"/>
                </a:cubicBezTo>
                <a:cubicBezTo>
                  <a:pt x="635247" y="68228"/>
                  <a:pt x="631799" y="69022"/>
                  <a:pt x="629778" y="69905"/>
                </a:cubicBezTo>
                <a:cubicBezTo>
                  <a:pt x="627756" y="70786"/>
                  <a:pt x="626197" y="72077"/>
                  <a:pt x="625098" y="73777"/>
                </a:cubicBezTo>
                <a:cubicBezTo>
                  <a:pt x="624000" y="75475"/>
                  <a:pt x="623451" y="77361"/>
                  <a:pt x="623451" y="79434"/>
                </a:cubicBezTo>
                <a:cubicBezTo>
                  <a:pt x="623451" y="82610"/>
                  <a:pt x="624648" y="85257"/>
                  <a:pt x="627043" y="87375"/>
                </a:cubicBezTo>
                <a:cubicBezTo>
                  <a:pt x="629437" y="89493"/>
                  <a:pt x="632941" y="90551"/>
                  <a:pt x="637554" y="90551"/>
                </a:cubicBezTo>
                <a:cubicBezTo>
                  <a:pt x="642123" y="90551"/>
                  <a:pt x="646187" y="89547"/>
                  <a:pt x="649746" y="87538"/>
                </a:cubicBezTo>
                <a:cubicBezTo>
                  <a:pt x="653305" y="85529"/>
                  <a:pt x="655919" y="82781"/>
                  <a:pt x="657589" y="79294"/>
                </a:cubicBezTo>
                <a:cubicBezTo>
                  <a:pt x="658863" y="76600"/>
                  <a:pt x="659500" y="72627"/>
                  <a:pt x="659500" y="67374"/>
                </a:cubicBezTo>
                <a:lnTo>
                  <a:pt x="659500" y="63004"/>
                </a:lnTo>
                <a:close/>
                <a:moveTo>
                  <a:pt x="727382" y="125084"/>
                </a:moveTo>
                <a:lnTo>
                  <a:pt x="727382" y="28207"/>
                </a:lnTo>
                <a:lnTo>
                  <a:pt x="738191" y="28207"/>
                </a:lnTo>
                <a:lnTo>
                  <a:pt x="738191" y="37235"/>
                </a:lnTo>
                <a:cubicBezTo>
                  <a:pt x="740739" y="33699"/>
                  <a:pt x="743617" y="31046"/>
                  <a:pt x="746824" y="29278"/>
                </a:cubicBezTo>
                <a:cubicBezTo>
                  <a:pt x="750031" y="27509"/>
                  <a:pt x="753919" y="26625"/>
                  <a:pt x="758489" y="26625"/>
                </a:cubicBezTo>
                <a:cubicBezTo>
                  <a:pt x="764464" y="26625"/>
                  <a:pt x="769736" y="28163"/>
                  <a:pt x="774306" y="31238"/>
                </a:cubicBezTo>
                <a:cubicBezTo>
                  <a:pt x="778875" y="34314"/>
                  <a:pt x="782324" y="38652"/>
                  <a:pt x="784652" y="44254"/>
                </a:cubicBezTo>
                <a:cubicBezTo>
                  <a:pt x="786981" y="49856"/>
                  <a:pt x="788145" y="55996"/>
                  <a:pt x="788145" y="62674"/>
                </a:cubicBezTo>
                <a:cubicBezTo>
                  <a:pt x="788145" y="69835"/>
                  <a:pt x="786860" y="76283"/>
                  <a:pt x="784290" y="82017"/>
                </a:cubicBezTo>
                <a:cubicBezTo>
                  <a:pt x="781720" y="87750"/>
                  <a:pt x="777985" y="92144"/>
                  <a:pt x="773086" y="95197"/>
                </a:cubicBezTo>
                <a:cubicBezTo>
                  <a:pt x="768187" y="98251"/>
                  <a:pt x="763036" y="99778"/>
                  <a:pt x="757632" y="99778"/>
                </a:cubicBezTo>
                <a:cubicBezTo>
                  <a:pt x="753678" y="99778"/>
                  <a:pt x="750130" y="98932"/>
                  <a:pt x="746989" y="97240"/>
                </a:cubicBezTo>
                <a:cubicBezTo>
                  <a:pt x="743847" y="95547"/>
                  <a:pt x="741266" y="93410"/>
                  <a:pt x="739245" y="90827"/>
                </a:cubicBezTo>
                <a:lnTo>
                  <a:pt x="739245" y="125084"/>
                </a:lnTo>
                <a:lnTo>
                  <a:pt x="727382" y="125084"/>
                </a:lnTo>
                <a:moveTo>
                  <a:pt x="738125" y="63498"/>
                </a:moveTo>
                <a:cubicBezTo>
                  <a:pt x="738125" y="72494"/>
                  <a:pt x="739948" y="79142"/>
                  <a:pt x="743595" y="83442"/>
                </a:cubicBezTo>
                <a:cubicBezTo>
                  <a:pt x="747241" y="87742"/>
                  <a:pt x="751657" y="89892"/>
                  <a:pt x="756841" y="89892"/>
                </a:cubicBezTo>
                <a:cubicBezTo>
                  <a:pt x="762113" y="89892"/>
                  <a:pt x="766628" y="87665"/>
                  <a:pt x="770384" y="83211"/>
                </a:cubicBezTo>
                <a:cubicBezTo>
                  <a:pt x="774141" y="78757"/>
                  <a:pt x="776019" y="71857"/>
                  <a:pt x="776019" y="62509"/>
                </a:cubicBezTo>
                <a:cubicBezTo>
                  <a:pt x="776019" y="53601"/>
                  <a:pt x="774185" y="46931"/>
                  <a:pt x="770516" y="42499"/>
                </a:cubicBezTo>
                <a:cubicBezTo>
                  <a:pt x="766847" y="38067"/>
                  <a:pt x="762465" y="35851"/>
                  <a:pt x="757368" y="35851"/>
                </a:cubicBezTo>
                <a:cubicBezTo>
                  <a:pt x="752316" y="35851"/>
                  <a:pt x="747845" y="38210"/>
                  <a:pt x="743957" y="42928"/>
                </a:cubicBezTo>
                <a:cubicBezTo>
                  <a:pt x="740069" y="47645"/>
                  <a:pt x="738125" y="54502"/>
                  <a:pt x="738125" y="63498"/>
                </a:cubicBezTo>
                <a:close/>
                <a:moveTo>
                  <a:pt x="802294" y="98196"/>
                </a:moveTo>
                <a:lnTo>
                  <a:pt x="802294" y="28207"/>
                </a:lnTo>
                <a:lnTo>
                  <a:pt x="812970" y="28207"/>
                </a:lnTo>
                <a:lnTo>
                  <a:pt x="812970" y="38751"/>
                </a:lnTo>
                <a:cubicBezTo>
                  <a:pt x="815694" y="33814"/>
                  <a:pt x="818210" y="30559"/>
                  <a:pt x="820516" y="28985"/>
                </a:cubicBezTo>
                <a:cubicBezTo>
                  <a:pt x="822823" y="27412"/>
                  <a:pt x="825360" y="26625"/>
                  <a:pt x="828128" y="26625"/>
                </a:cubicBezTo>
                <a:cubicBezTo>
                  <a:pt x="832126" y="26625"/>
                  <a:pt x="836190" y="27894"/>
                  <a:pt x="840320" y="30431"/>
                </a:cubicBezTo>
                <a:lnTo>
                  <a:pt x="836234" y="41387"/>
                </a:lnTo>
                <a:cubicBezTo>
                  <a:pt x="833334" y="39674"/>
                  <a:pt x="830435" y="38817"/>
                  <a:pt x="827535" y="38817"/>
                </a:cubicBezTo>
                <a:cubicBezTo>
                  <a:pt x="824943" y="38817"/>
                  <a:pt x="822614" y="39598"/>
                  <a:pt x="820549" y="41161"/>
                </a:cubicBezTo>
                <a:cubicBezTo>
                  <a:pt x="818484" y="42722"/>
                  <a:pt x="817012" y="44888"/>
                  <a:pt x="816134" y="47658"/>
                </a:cubicBezTo>
                <a:cubicBezTo>
                  <a:pt x="814816" y="51880"/>
                  <a:pt x="814157" y="56498"/>
                  <a:pt x="814157" y="61512"/>
                </a:cubicBezTo>
                <a:lnTo>
                  <a:pt x="814157" y="98196"/>
                </a:lnTo>
                <a:lnTo>
                  <a:pt x="802294" y="98196"/>
                </a:lnTo>
                <a:close/>
                <a:moveTo>
                  <a:pt x="847436" y="15290"/>
                </a:moveTo>
                <a:lnTo>
                  <a:pt x="847436" y="1582"/>
                </a:lnTo>
                <a:lnTo>
                  <a:pt x="859299" y="1582"/>
                </a:lnTo>
                <a:lnTo>
                  <a:pt x="859299" y="15290"/>
                </a:lnTo>
                <a:lnTo>
                  <a:pt x="847436" y="15290"/>
                </a:lnTo>
                <a:moveTo>
                  <a:pt x="847436" y="98196"/>
                </a:moveTo>
                <a:lnTo>
                  <a:pt x="847436" y="28207"/>
                </a:lnTo>
                <a:lnTo>
                  <a:pt x="859299" y="28207"/>
                </a:lnTo>
                <a:lnTo>
                  <a:pt x="859299" y="98196"/>
                </a:lnTo>
                <a:lnTo>
                  <a:pt x="847436" y="98196"/>
                </a:lnTo>
                <a:close/>
                <a:moveTo>
                  <a:pt x="896775" y="98196"/>
                </a:moveTo>
                <a:lnTo>
                  <a:pt x="870151" y="28207"/>
                </a:lnTo>
                <a:lnTo>
                  <a:pt x="882672" y="28207"/>
                </a:lnTo>
                <a:lnTo>
                  <a:pt x="897698" y="70121"/>
                </a:lnTo>
                <a:cubicBezTo>
                  <a:pt x="899324" y="74646"/>
                  <a:pt x="900818" y="79348"/>
                  <a:pt x="902180" y="84224"/>
                </a:cubicBezTo>
                <a:cubicBezTo>
                  <a:pt x="903234" y="80534"/>
                  <a:pt x="904706" y="76096"/>
                  <a:pt x="906595" y="70912"/>
                </a:cubicBezTo>
                <a:lnTo>
                  <a:pt x="922148" y="28207"/>
                </a:lnTo>
                <a:lnTo>
                  <a:pt x="934340" y="28207"/>
                </a:lnTo>
                <a:lnTo>
                  <a:pt x="907847" y="98196"/>
                </a:lnTo>
                <a:lnTo>
                  <a:pt x="896775" y="98196"/>
                </a:lnTo>
                <a:close/>
                <a:moveTo>
                  <a:pt x="990490" y="89554"/>
                </a:moveTo>
                <a:cubicBezTo>
                  <a:pt x="986096" y="93292"/>
                  <a:pt x="981868" y="95930"/>
                  <a:pt x="977804" y="97469"/>
                </a:cubicBezTo>
                <a:cubicBezTo>
                  <a:pt x="973740" y="99008"/>
                  <a:pt x="969379" y="99778"/>
                  <a:pt x="964722" y="99778"/>
                </a:cubicBezTo>
                <a:cubicBezTo>
                  <a:pt x="957033" y="99778"/>
                  <a:pt x="951124" y="97898"/>
                  <a:pt x="946994" y="94139"/>
                </a:cubicBezTo>
                <a:cubicBezTo>
                  <a:pt x="942864" y="90379"/>
                  <a:pt x="940799" y="85576"/>
                  <a:pt x="940799" y="79729"/>
                </a:cubicBezTo>
                <a:cubicBezTo>
                  <a:pt x="940799" y="76300"/>
                  <a:pt x="941579" y="73168"/>
                  <a:pt x="943138" y="70333"/>
                </a:cubicBezTo>
                <a:cubicBezTo>
                  <a:pt x="944698" y="67497"/>
                  <a:pt x="946741" y="65221"/>
                  <a:pt x="949267" y="63506"/>
                </a:cubicBezTo>
                <a:cubicBezTo>
                  <a:pt x="951794" y="61791"/>
                  <a:pt x="954639" y="60494"/>
                  <a:pt x="957802" y="59616"/>
                </a:cubicBezTo>
                <a:cubicBezTo>
                  <a:pt x="960130" y="58999"/>
                  <a:pt x="963645" y="58405"/>
                  <a:pt x="968346" y="57834"/>
                </a:cubicBezTo>
                <a:cubicBezTo>
                  <a:pt x="977924" y="56700"/>
                  <a:pt x="984976" y="55348"/>
                  <a:pt x="989501" y="53777"/>
                </a:cubicBezTo>
                <a:cubicBezTo>
                  <a:pt x="989545" y="52158"/>
                  <a:pt x="989567" y="51130"/>
                  <a:pt x="989567" y="50692"/>
                </a:cubicBezTo>
                <a:cubicBezTo>
                  <a:pt x="989567" y="45877"/>
                  <a:pt x="988447" y="42485"/>
                  <a:pt x="986206" y="40516"/>
                </a:cubicBezTo>
                <a:cubicBezTo>
                  <a:pt x="983175" y="37846"/>
                  <a:pt x="978671" y="36510"/>
                  <a:pt x="972696" y="36510"/>
                </a:cubicBezTo>
                <a:cubicBezTo>
                  <a:pt x="967116" y="36510"/>
                  <a:pt x="962997" y="37488"/>
                  <a:pt x="960339" y="39443"/>
                </a:cubicBezTo>
                <a:cubicBezTo>
                  <a:pt x="957681" y="41398"/>
                  <a:pt x="955715" y="44858"/>
                  <a:pt x="954441" y="49823"/>
                </a:cubicBezTo>
                <a:lnTo>
                  <a:pt x="942842" y="48241"/>
                </a:lnTo>
                <a:cubicBezTo>
                  <a:pt x="943896" y="43261"/>
                  <a:pt x="945632" y="39240"/>
                  <a:pt x="948048" y="36177"/>
                </a:cubicBezTo>
                <a:cubicBezTo>
                  <a:pt x="950465" y="33114"/>
                  <a:pt x="953958" y="30756"/>
                  <a:pt x="958527" y="29105"/>
                </a:cubicBezTo>
                <a:cubicBezTo>
                  <a:pt x="963096" y="27451"/>
                  <a:pt x="968390" y="26625"/>
                  <a:pt x="974410" y="26625"/>
                </a:cubicBezTo>
                <a:cubicBezTo>
                  <a:pt x="980385" y="26625"/>
                  <a:pt x="985240" y="27328"/>
                  <a:pt x="988974" y="28734"/>
                </a:cubicBezTo>
                <a:cubicBezTo>
                  <a:pt x="992709" y="30140"/>
                  <a:pt x="995455" y="31908"/>
                  <a:pt x="997212" y="34039"/>
                </a:cubicBezTo>
                <a:cubicBezTo>
                  <a:pt x="998969" y="36170"/>
                  <a:pt x="1000200" y="38861"/>
                  <a:pt x="1000903" y="42112"/>
                </a:cubicBezTo>
                <a:cubicBezTo>
                  <a:pt x="1001298" y="44133"/>
                  <a:pt x="1001496" y="47780"/>
                  <a:pt x="1001496" y="53052"/>
                </a:cubicBezTo>
                <a:lnTo>
                  <a:pt x="1001496" y="68869"/>
                </a:lnTo>
                <a:cubicBezTo>
                  <a:pt x="1001496" y="79897"/>
                  <a:pt x="1001748" y="86871"/>
                  <a:pt x="1002254" y="89793"/>
                </a:cubicBezTo>
                <a:cubicBezTo>
                  <a:pt x="1002759" y="92715"/>
                  <a:pt x="1003758" y="95516"/>
                  <a:pt x="1005252" y="98196"/>
                </a:cubicBezTo>
                <a:lnTo>
                  <a:pt x="992862" y="98196"/>
                </a:lnTo>
                <a:cubicBezTo>
                  <a:pt x="991632" y="95733"/>
                  <a:pt x="990841" y="92852"/>
                  <a:pt x="990490" y="89554"/>
                </a:cubicBezTo>
                <a:moveTo>
                  <a:pt x="989501" y="63004"/>
                </a:moveTo>
                <a:cubicBezTo>
                  <a:pt x="985196" y="64776"/>
                  <a:pt x="978737" y="66282"/>
                  <a:pt x="970126" y="67522"/>
                </a:cubicBezTo>
                <a:cubicBezTo>
                  <a:pt x="965249" y="68228"/>
                  <a:pt x="961800" y="69022"/>
                  <a:pt x="959779" y="69905"/>
                </a:cubicBezTo>
                <a:cubicBezTo>
                  <a:pt x="957758" y="70786"/>
                  <a:pt x="956198" y="72077"/>
                  <a:pt x="955100" y="73777"/>
                </a:cubicBezTo>
                <a:cubicBezTo>
                  <a:pt x="954001" y="75475"/>
                  <a:pt x="953452" y="77361"/>
                  <a:pt x="953452" y="79434"/>
                </a:cubicBezTo>
                <a:cubicBezTo>
                  <a:pt x="953452" y="82610"/>
                  <a:pt x="954650" y="85257"/>
                  <a:pt x="957044" y="87375"/>
                </a:cubicBezTo>
                <a:cubicBezTo>
                  <a:pt x="959438" y="89493"/>
                  <a:pt x="962942" y="90551"/>
                  <a:pt x="967556" y="90551"/>
                </a:cubicBezTo>
                <a:cubicBezTo>
                  <a:pt x="972125" y="90551"/>
                  <a:pt x="976189" y="89547"/>
                  <a:pt x="979748" y="87538"/>
                </a:cubicBezTo>
                <a:cubicBezTo>
                  <a:pt x="983306" y="85529"/>
                  <a:pt x="985921" y="82781"/>
                  <a:pt x="987590" y="79294"/>
                </a:cubicBezTo>
                <a:cubicBezTo>
                  <a:pt x="988864" y="76600"/>
                  <a:pt x="989501" y="72627"/>
                  <a:pt x="989501" y="67374"/>
                </a:cubicBezTo>
                <a:lnTo>
                  <a:pt x="989501" y="63004"/>
                </a:lnTo>
                <a:close/>
                <a:moveTo>
                  <a:pt x="1045762" y="87717"/>
                </a:moveTo>
                <a:lnTo>
                  <a:pt x="1047476" y="98196"/>
                </a:lnTo>
                <a:cubicBezTo>
                  <a:pt x="1044136" y="98811"/>
                  <a:pt x="1041149" y="99119"/>
                  <a:pt x="1038513" y="99119"/>
                </a:cubicBezTo>
                <a:cubicBezTo>
                  <a:pt x="1034207" y="99119"/>
                  <a:pt x="1030868" y="98438"/>
                  <a:pt x="1028495" y="97076"/>
                </a:cubicBezTo>
                <a:cubicBezTo>
                  <a:pt x="1026123" y="95713"/>
                  <a:pt x="1024453" y="93923"/>
                  <a:pt x="1023487" y="91704"/>
                </a:cubicBezTo>
                <a:cubicBezTo>
                  <a:pt x="1022520" y="89486"/>
                  <a:pt x="1022037" y="84817"/>
                  <a:pt x="1022037" y="77700"/>
                </a:cubicBezTo>
                <a:lnTo>
                  <a:pt x="1022037" y="37433"/>
                </a:lnTo>
                <a:lnTo>
                  <a:pt x="1013338" y="37433"/>
                </a:lnTo>
                <a:lnTo>
                  <a:pt x="1013338" y="28207"/>
                </a:lnTo>
                <a:lnTo>
                  <a:pt x="1022037" y="28207"/>
                </a:lnTo>
                <a:lnTo>
                  <a:pt x="1022037" y="10827"/>
                </a:lnTo>
                <a:lnTo>
                  <a:pt x="1033834" y="3691"/>
                </a:lnTo>
                <a:lnTo>
                  <a:pt x="1033834" y="28207"/>
                </a:lnTo>
                <a:lnTo>
                  <a:pt x="1045762" y="28207"/>
                </a:lnTo>
                <a:lnTo>
                  <a:pt x="1045762" y="37433"/>
                </a:lnTo>
                <a:lnTo>
                  <a:pt x="1033834" y="37433"/>
                </a:lnTo>
                <a:lnTo>
                  <a:pt x="1033834" y="78359"/>
                </a:lnTo>
                <a:cubicBezTo>
                  <a:pt x="1033834" y="81742"/>
                  <a:pt x="1034042" y="83917"/>
                  <a:pt x="1034460" y="84883"/>
                </a:cubicBezTo>
                <a:cubicBezTo>
                  <a:pt x="1034877" y="85850"/>
                  <a:pt x="1035558" y="86619"/>
                  <a:pt x="1036503" y="87190"/>
                </a:cubicBezTo>
                <a:cubicBezTo>
                  <a:pt x="1037447" y="87761"/>
                  <a:pt x="1038798" y="88047"/>
                  <a:pt x="1040556" y="88047"/>
                </a:cubicBezTo>
                <a:cubicBezTo>
                  <a:pt x="1041874" y="88047"/>
                  <a:pt x="1043609" y="87937"/>
                  <a:pt x="1045762" y="87717"/>
                </a:cubicBezTo>
                <a:close/>
                <a:moveTo>
                  <a:pt x="1105295" y="75657"/>
                </a:moveTo>
                <a:lnTo>
                  <a:pt x="1117553" y="77173"/>
                </a:lnTo>
                <a:cubicBezTo>
                  <a:pt x="1115620" y="84334"/>
                  <a:pt x="1112039" y="89892"/>
                  <a:pt x="1106811" y="93846"/>
                </a:cubicBezTo>
                <a:cubicBezTo>
                  <a:pt x="1101583" y="97800"/>
                  <a:pt x="1094905" y="99778"/>
                  <a:pt x="1086777" y="99778"/>
                </a:cubicBezTo>
                <a:cubicBezTo>
                  <a:pt x="1076540" y="99778"/>
                  <a:pt x="1068422" y="96625"/>
                  <a:pt x="1062425" y="90320"/>
                </a:cubicBezTo>
                <a:cubicBezTo>
                  <a:pt x="1056428" y="84016"/>
                  <a:pt x="1053429" y="75174"/>
                  <a:pt x="1053429" y="63794"/>
                </a:cubicBezTo>
                <a:cubicBezTo>
                  <a:pt x="1053429" y="52020"/>
                  <a:pt x="1056461" y="42881"/>
                  <a:pt x="1062524" y="36379"/>
                </a:cubicBezTo>
                <a:cubicBezTo>
                  <a:pt x="1068587" y="29876"/>
                  <a:pt x="1076452" y="26625"/>
                  <a:pt x="1086117" y="26625"/>
                </a:cubicBezTo>
                <a:cubicBezTo>
                  <a:pt x="1095476" y="26625"/>
                  <a:pt x="1103121" y="29805"/>
                  <a:pt x="1109052" y="36166"/>
                </a:cubicBezTo>
                <a:cubicBezTo>
                  <a:pt x="1114983" y="42526"/>
                  <a:pt x="1117949" y="51474"/>
                  <a:pt x="1117949" y="63010"/>
                </a:cubicBezTo>
                <a:cubicBezTo>
                  <a:pt x="1117949" y="63711"/>
                  <a:pt x="1117927" y="64764"/>
                  <a:pt x="1117883" y="66167"/>
                </a:cubicBezTo>
                <a:lnTo>
                  <a:pt x="1065687" y="66167"/>
                </a:lnTo>
                <a:cubicBezTo>
                  <a:pt x="1066127" y="73834"/>
                  <a:pt x="1068302" y="79704"/>
                  <a:pt x="1072212" y="83780"/>
                </a:cubicBezTo>
                <a:cubicBezTo>
                  <a:pt x="1076122" y="87855"/>
                  <a:pt x="1080999" y="89892"/>
                  <a:pt x="1086842" y="89892"/>
                </a:cubicBezTo>
                <a:cubicBezTo>
                  <a:pt x="1091192" y="89892"/>
                  <a:pt x="1094905" y="88761"/>
                  <a:pt x="1097980" y="86498"/>
                </a:cubicBezTo>
                <a:cubicBezTo>
                  <a:pt x="1101056" y="84234"/>
                  <a:pt x="1103494" y="80620"/>
                  <a:pt x="1105295" y="75657"/>
                </a:cubicBezTo>
                <a:moveTo>
                  <a:pt x="1066346" y="56281"/>
                </a:moveTo>
                <a:lnTo>
                  <a:pt x="1105427" y="56281"/>
                </a:lnTo>
                <a:cubicBezTo>
                  <a:pt x="1104900" y="50490"/>
                  <a:pt x="1103406" y="46147"/>
                  <a:pt x="1100946" y="43251"/>
                </a:cubicBezTo>
                <a:cubicBezTo>
                  <a:pt x="1097167" y="38757"/>
                  <a:pt x="1092268" y="36510"/>
                  <a:pt x="1086249" y="36510"/>
                </a:cubicBezTo>
                <a:cubicBezTo>
                  <a:pt x="1080801" y="36510"/>
                  <a:pt x="1076221" y="38304"/>
                  <a:pt x="1072508" y="41892"/>
                </a:cubicBezTo>
                <a:cubicBezTo>
                  <a:pt x="1068796" y="45478"/>
                  <a:pt x="1066742" y="50275"/>
                  <a:pt x="1066346" y="56281"/>
                </a:cubicBezTo>
                <a:close/>
                <a:moveTo>
                  <a:pt x="1217860" y="75657"/>
                </a:moveTo>
                <a:lnTo>
                  <a:pt x="1230118" y="77173"/>
                </a:lnTo>
                <a:cubicBezTo>
                  <a:pt x="1228185" y="84334"/>
                  <a:pt x="1224604" y="89892"/>
                  <a:pt x="1219376" y="93846"/>
                </a:cubicBezTo>
                <a:cubicBezTo>
                  <a:pt x="1214147" y="97800"/>
                  <a:pt x="1207469" y="99778"/>
                  <a:pt x="1199341" y="99778"/>
                </a:cubicBezTo>
                <a:cubicBezTo>
                  <a:pt x="1189104" y="99778"/>
                  <a:pt x="1180987" y="96625"/>
                  <a:pt x="1174990" y="90320"/>
                </a:cubicBezTo>
                <a:cubicBezTo>
                  <a:pt x="1168993" y="84016"/>
                  <a:pt x="1165994" y="75174"/>
                  <a:pt x="1165994" y="63794"/>
                </a:cubicBezTo>
                <a:cubicBezTo>
                  <a:pt x="1165994" y="52020"/>
                  <a:pt x="1169026" y="42881"/>
                  <a:pt x="1175089" y="36379"/>
                </a:cubicBezTo>
                <a:cubicBezTo>
                  <a:pt x="1181152" y="29876"/>
                  <a:pt x="1189016" y="26625"/>
                  <a:pt x="1198682" y="26625"/>
                </a:cubicBezTo>
                <a:cubicBezTo>
                  <a:pt x="1208040" y="26625"/>
                  <a:pt x="1215685" y="29805"/>
                  <a:pt x="1221616" y="36166"/>
                </a:cubicBezTo>
                <a:cubicBezTo>
                  <a:pt x="1227548" y="42526"/>
                  <a:pt x="1230513" y="51474"/>
                  <a:pt x="1230513" y="63010"/>
                </a:cubicBezTo>
                <a:cubicBezTo>
                  <a:pt x="1230513" y="63711"/>
                  <a:pt x="1230491" y="64764"/>
                  <a:pt x="1230447" y="66167"/>
                </a:cubicBezTo>
                <a:lnTo>
                  <a:pt x="1178252" y="66167"/>
                </a:lnTo>
                <a:cubicBezTo>
                  <a:pt x="1178691" y="73834"/>
                  <a:pt x="1180866" y="79704"/>
                  <a:pt x="1184777" y="83780"/>
                </a:cubicBezTo>
                <a:cubicBezTo>
                  <a:pt x="1188687" y="87855"/>
                  <a:pt x="1193564" y="89892"/>
                  <a:pt x="1199407" y="89892"/>
                </a:cubicBezTo>
                <a:cubicBezTo>
                  <a:pt x="1203757" y="89892"/>
                  <a:pt x="1207469" y="88761"/>
                  <a:pt x="1210545" y="86498"/>
                </a:cubicBezTo>
                <a:cubicBezTo>
                  <a:pt x="1213620" y="84234"/>
                  <a:pt x="1216059" y="80620"/>
                  <a:pt x="1217860" y="75657"/>
                </a:cubicBezTo>
                <a:moveTo>
                  <a:pt x="1178911" y="56281"/>
                </a:moveTo>
                <a:lnTo>
                  <a:pt x="1217992" y="56281"/>
                </a:lnTo>
                <a:cubicBezTo>
                  <a:pt x="1217465" y="50490"/>
                  <a:pt x="1215971" y="46147"/>
                  <a:pt x="1213510" y="43251"/>
                </a:cubicBezTo>
                <a:cubicBezTo>
                  <a:pt x="1209732" y="38757"/>
                  <a:pt x="1204833" y="36510"/>
                  <a:pt x="1198814" y="36510"/>
                </a:cubicBezTo>
                <a:cubicBezTo>
                  <a:pt x="1193366" y="36510"/>
                  <a:pt x="1188786" y="38304"/>
                  <a:pt x="1185073" y="41892"/>
                </a:cubicBezTo>
                <a:cubicBezTo>
                  <a:pt x="1181361" y="45478"/>
                  <a:pt x="1179307" y="50275"/>
                  <a:pt x="1178911" y="56281"/>
                </a:cubicBezTo>
                <a:close/>
                <a:moveTo>
                  <a:pt x="1244992" y="98196"/>
                </a:moveTo>
                <a:lnTo>
                  <a:pt x="1244992" y="28207"/>
                </a:lnTo>
                <a:lnTo>
                  <a:pt x="1255602" y="28207"/>
                </a:lnTo>
                <a:lnTo>
                  <a:pt x="1255602" y="37960"/>
                </a:lnTo>
                <a:cubicBezTo>
                  <a:pt x="1257799" y="34553"/>
                  <a:pt x="1260721" y="31811"/>
                  <a:pt x="1264367" y="29737"/>
                </a:cubicBezTo>
                <a:cubicBezTo>
                  <a:pt x="1268014" y="27662"/>
                  <a:pt x="1272166" y="26625"/>
                  <a:pt x="1276823" y="26625"/>
                </a:cubicBezTo>
                <a:cubicBezTo>
                  <a:pt x="1282007" y="26625"/>
                  <a:pt x="1286258" y="27696"/>
                  <a:pt x="1289575" y="29838"/>
                </a:cubicBezTo>
                <a:cubicBezTo>
                  <a:pt x="1292892" y="31978"/>
                  <a:pt x="1295232" y="34971"/>
                  <a:pt x="1296594" y="38817"/>
                </a:cubicBezTo>
                <a:cubicBezTo>
                  <a:pt x="1302130" y="30689"/>
                  <a:pt x="1309335" y="26625"/>
                  <a:pt x="1318210" y="26625"/>
                </a:cubicBezTo>
                <a:cubicBezTo>
                  <a:pt x="1325152" y="26625"/>
                  <a:pt x="1330490" y="28547"/>
                  <a:pt x="1334225" y="32391"/>
                </a:cubicBezTo>
                <a:cubicBezTo>
                  <a:pt x="1337959" y="36236"/>
                  <a:pt x="1339826" y="42156"/>
                  <a:pt x="1339826" y="50152"/>
                </a:cubicBezTo>
                <a:lnTo>
                  <a:pt x="1339826" y="98196"/>
                </a:lnTo>
                <a:lnTo>
                  <a:pt x="1328030" y="98196"/>
                </a:lnTo>
                <a:lnTo>
                  <a:pt x="1328030" y="54059"/>
                </a:lnTo>
                <a:cubicBezTo>
                  <a:pt x="1328030" y="49309"/>
                  <a:pt x="1327645" y="45889"/>
                  <a:pt x="1326876" y="43801"/>
                </a:cubicBezTo>
                <a:cubicBezTo>
                  <a:pt x="1326108" y="41711"/>
                  <a:pt x="1324713" y="40029"/>
                  <a:pt x="1322692" y="38753"/>
                </a:cubicBezTo>
                <a:cubicBezTo>
                  <a:pt x="1320671" y="37478"/>
                  <a:pt x="1318298" y="36840"/>
                  <a:pt x="1315574" y="36840"/>
                </a:cubicBezTo>
                <a:cubicBezTo>
                  <a:pt x="1310653" y="36840"/>
                  <a:pt x="1306567" y="38479"/>
                  <a:pt x="1303316" y="41756"/>
                </a:cubicBezTo>
                <a:cubicBezTo>
                  <a:pt x="1300065" y="45032"/>
                  <a:pt x="1298439" y="50277"/>
                  <a:pt x="1298439" y="57490"/>
                </a:cubicBezTo>
                <a:lnTo>
                  <a:pt x="1298439" y="98196"/>
                </a:lnTo>
                <a:lnTo>
                  <a:pt x="1286577" y="98196"/>
                </a:lnTo>
                <a:lnTo>
                  <a:pt x="1286577" y="52673"/>
                </a:lnTo>
                <a:cubicBezTo>
                  <a:pt x="1286577" y="47395"/>
                  <a:pt x="1285610" y="43437"/>
                  <a:pt x="1283677" y="40798"/>
                </a:cubicBezTo>
                <a:cubicBezTo>
                  <a:pt x="1281744" y="38159"/>
                  <a:pt x="1278580" y="36840"/>
                  <a:pt x="1274187" y="36840"/>
                </a:cubicBezTo>
                <a:cubicBezTo>
                  <a:pt x="1270848" y="36840"/>
                  <a:pt x="1267761" y="37720"/>
                  <a:pt x="1264927" y="39480"/>
                </a:cubicBezTo>
                <a:cubicBezTo>
                  <a:pt x="1262094" y="41239"/>
                  <a:pt x="1260040" y="43812"/>
                  <a:pt x="1258765" y="47199"/>
                </a:cubicBezTo>
                <a:cubicBezTo>
                  <a:pt x="1257491" y="50585"/>
                  <a:pt x="1256854" y="55467"/>
                  <a:pt x="1256854" y="61844"/>
                </a:cubicBezTo>
                <a:lnTo>
                  <a:pt x="1256854" y="98196"/>
                </a:lnTo>
                <a:lnTo>
                  <a:pt x="1244992" y="98196"/>
                </a:lnTo>
                <a:close/>
                <a:moveTo>
                  <a:pt x="1357422" y="125084"/>
                </a:moveTo>
                <a:lnTo>
                  <a:pt x="1357422" y="28207"/>
                </a:lnTo>
                <a:lnTo>
                  <a:pt x="1368230" y="28207"/>
                </a:lnTo>
                <a:lnTo>
                  <a:pt x="1368230" y="37235"/>
                </a:lnTo>
                <a:cubicBezTo>
                  <a:pt x="1370778" y="33699"/>
                  <a:pt x="1373656" y="31046"/>
                  <a:pt x="1376863" y="29278"/>
                </a:cubicBezTo>
                <a:cubicBezTo>
                  <a:pt x="1380070" y="27509"/>
                  <a:pt x="1383959" y="26625"/>
                  <a:pt x="1388528" y="26625"/>
                </a:cubicBezTo>
                <a:cubicBezTo>
                  <a:pt x="1394503" y="26625"/>
                  <a:pt x="1399776" y="28163"/>
                  <a:pt x="1404345" y="31238"/>
                </a:cubicBezTo>
                <a:cubicBezTo>
                  <a:pt x="1408914" y="34314"/>
                  <a:pt x="1412363" y="38652"/>
                  <a:pt x="1414692" y="44254"/>
                </a:cubicBezTo>
                <a:cubicBezTo>
                  <a:pt x="1417020" y="49856"/>
                  <a:pt x="1418185" y="55996"/>
                  <a:pt x="1418185" y="62674"/>
                </a:cubicBezTo>
                <a:cubicBezTo>
                  <a:pt x="1418185" y="69835"/>
                  <a:pt x="1416899" y="76283"/>
                  <a:pt x="1414329" y="82017"/>
                </a:cubicBezTo>
                <a:cubicBezTo>
                  <a:pt x="1411759" y="87750"/>
                  <a:pt x="1408024" y="92144"/>
                  <a:pt x="1403126" y="95197"/>
                </a:cubicBezTo>
                <a:cubicBezTo>
                  <a:pt x="1398227" y="98251"/>
                  <a:pt x="1393075" y="99778"/>
                  <a:pt x="1387671" y="99778"/>
                </a:cubicBezTo>
                <a:cubicBezTo>
                  <a:pt x="1383717" y="99778"/>
                  <a:pt x="1380169" y="98932"/>
                  <a:pt x="1377028" y="97240"/>
                </a:cubicBezTo>
                <a:cubicBezTo>
                  <a:pt x="1373887" y="95547"/>
                  <a:pt x="1371305" y="93410"/>
                  <a:pt x="1369284" y="90827"/>
                </a:cubicBezTo>
                <a:lnTo>
                  <a:pt x="1369284" y="125084"/>
                </a:lnTo>
                <a:lnTo>
                  <a:pt x="1357422" y="125084"/>
                </a:lnTo>
                <a:moveTo>
                  <a:pt x="1368164" y="63498"/>
                </a:moveTo>
                <a:cubicBezTo>
                  <a:pt x="1368164" y="72494"/>
                  <a:pt x="1369987" y="79142"/>
                  <a:pt x="1373634" y="83442"/>
                </a:cubicBezTo>
                <a:cubicBezTo>
                  <a:pt x="1377281" y="87742"/>
                  <a:pt x="1381696" y="89892"/>
                  <a:pt x="1386880" y="89892"/>
                </a:cubicBezTo>
                <a:cubicBezTo>
                  <a:pt x="1392153" y="89892"/>
                  <a:pt x="1396667" y="87665"/>
                  <a:pt x="1400424" y="83211"/>
                </a:cubicBezTo>
                <a:cubicBezTo>
                  <a:pt x="1404180" y="78757"/>
                  <a:pt x="1406058" y="71857"/>
                  <a:pt x="1406058" y="62509"/>
                </a:cubicBezTo>
                <a:cubicBezTo>
                  <a:pt x="1406058" y="53601"/>
                  <a:pt x="1404224" y="46931"/>
                  <a:pt x="1400555" y="42499"/>
                </a:cubicBezTo>
                <a:cubicBezTo>
                  <a:pt x="1396887" y="38067"/>
                  <a:pt x="1392504" y="35851"/>
                  <a:pt x="1387408" y="35851"/>
                </a:cubicBezTo>
                <a:cubicBezTo>
                  <a:pt x="1382355" y="35851"/>
                  <a:pt x="1377885" y="38210"/>
                  <a:pt x="1373996" y="42928"/>
                </a:cubicBezTo>
                <a:cubicBezTo>
                  <a:pt x="1370108" y="47645"/>
                  <a:pt x="1368164" y="54502"/>
                  <a:pt x="1368164" y="63498"/>
                </a:cubicBezTo>
                <a:close/>
                <a:moveTo>
                  <a:pt x="1432201" y="98196"/>
                </a:moveTo>
                <a:lnTo>
                  <a:pt x="1432201" y="1582"/>
                </a:lnTo>
                <a:lnTo>
                  <a:pt x="1444064" y="1582"/>
                </a:lnTo>
                <a:lnTo>
                  <a:pt x="1444064" y="98196"/>
                </a:lnTo>
                <a:lnTo>
                  <a:pt x="1432201" y="98196"/>
                </a:lnTo>
                <a:close/>
                <a:moveTo>
                  <a:pt x="1458013" y="63201"/>
                </a:moveTo>
                <a:cubicBezTo>
                  <a:pt x="1458013" y="50240"/>
                  <a:pt x="1461615" y="40640"/>
                  <a:pt x="1468821" y="34402"/>
                </a:cubicBezTo>
                <a:cubicBezTo>
                  <a:pt x="1474840" y="29217"/>
                  <a:pt x="1482177" y="26625"/>
                  <a:pt x="1490833" y="26625"/>
                </a:cubicBezTo>
                <a:cubicBezTo>
                  <a:pt x="1500454" y="26625"/>
                  <a:pt x="1508319" y="29777"/>
                  <a:pt x="1514426" y="36082"/>
                </a:cubicBezTo>
                <a:cubicBezTo>
                  <a:pt x="1520533" y="42387"/>
                  <a:pt x="1523586" y="51097"/>
                  <a:pt x="1523586" y="62213"/>
                </a:cubicBezTo>
                <a:cubicBezTo>
                  <a:pt x="1523586" y="71219"/>
                  <a:pt x="1522235" y="78304"/>
                  <a:pt x="1519533" y="83466"/>
                </a:cubicBezTo>
                <a:cubicBezTo>
                  <a:pt x="1516831" y="88629"/>
                  <a:pt x="1512899" y="92638"/>
                  <a:pt x="1507737" y="95494"/>
                </a:cubicBezTo>
                <a:cubicBezTo>
                  <a:pt x="1502574" y="98350"/>
                  <a:pt x="1496940" y="99778"/>
                  <a:pt x="1490833" y="99778"/>
                </a:cubicBezTo>
                <a:cubicBezTo>
                  <a:pt x="1481035" y="99778"/>
                  <a:pt x="1473116" y="96636"/>
                  <a:pt x="1467074" y="90353"/>
                </a:cubicBezTo>
                <a:cubicBezTo>
                  <a:pt x="1461033" y="84071"/>
                  <a:pt x="1458013" y="75020"/>
                  <a:pt x="1458013" y="63201"/>
                </a:cubicBezTo>
                <a:moveTo>
                  <a:pt x="1470205" y="63168"/>
                </a:moveTo>
                <a:cubicBezTo>
                  <a:pt x="1470205" y="72098"/>
                  <a:pt x="1472160" y="78785"/>
                  <a:pt x="1476070" y="83228"/>
                </a:cubicBezTo>
                <a:cubicBezTo>
                  <a:pt x="1479980" y="87671"/>
                  <a:pt x="1484901" y="89892"/>
                  <a:pt x="1490833" y="89892"/>
                </a:cubicBezTo>
                <a:cubicBezTo>
                  <a:pt x="1496720" y="89892"/>
                  <a:pt x="1501619" y="87660"/>
                  <a:pt x="1505529" y="83195"/>
                </a:cubicBezTo>
                <a:cubicBezTo>
                  <a:pt x="1509439" y="78730"/>
                  <a:pt x="1511394" y="71923"/>
                  <a:pt x="1511394" y="62775"/>
                </a:cubicBezTo>
                <a:cubicBezTo>
                  <a:pt x="1511394" y="54151"/>
                  <a:pt x="1509428" y="47618"/>
                  <a:pt x="1505496" y="43175"/>
                </a:cubicBezTo>
                <a:cubicBezTo>
                  <a:pt x="1501564" y="38732"/>
                  <a:pt x="1496676" y="36510"/>
                  <a:pt x="1490833" y="36510"/>
                </a:cubicBezTo>
                <a:cubicBezTo>
                  <a:pt x="1484901" y="36510"/>
                  <a:pt x="1479980" y="38721"/>
                  <a:pt x="1476070" y="43142"/>
                </a:cubicBezTo>
                <a:cubicBezTo>
                  <a:pt x="1472160" y="47563"/>
                  <a:pt x="1470205" y="54238"/>
                  <a:pt x="1470205" y="63168"/>
                </a:cubicBezTo>
                <a:close/>
                <a:moveTo>
                  <a:pt x="1536944" y="125216"/>
                </a:moveTo>
                <a:lnTo>
                  <a:pt x="1535626" y="114079"/>
                </a:lnTo>
                <a:cubicBezTo>
                  <a:pt x="1538218" y="114782"/>
                  <a:pt x="1540481" y="115133"/>
                  <a:pt x="1542414" y="115133"/>
                </a:cubicBezTo>
                <a:cubicBezTo>
                  <a:pt x="1545050" y="115133"/>
                  <a:pt x="1547159" y="114688"/>
                  <a:pt x="1548741" y="113798"/>
                </a:cubicBezTo>
                <a:cubicBezTo>
                  <a:pt x="1550323" y="112910"/>
                  <a:pt x="1551619" y="111666"/>
                  <a:pt x="1552629" y="110065"/>
                </a:cubicBezTo>
                <a:cubicBezTo>
                  <a:pt x="1553376" y="108865"/>
                  <a:pt x="1554584" y="105887"/>
                  <a:pt x="1556254" y="101131"/>
                </a:cubicBezTo>
                <a:cubicBezTo>
                  <a:pt x="1556473" y="100463"/>
                  <a:pt x="1556825" y="99485"/>
                  <a:pt x="1557308" y="98196"/>
                </a:cubicBezTo>
                <a:lnTo>
                  <a:pt x="1530749" y="28207"/>
                </a:lnTo>
                <a:lnTo>
                  <a:pt x="1543534" y="28207"/>
                </a:lnTo>
                <a:lnTo>
                  <a:pt x="1558099" y="68642"/>
                </a:lnTo>
                <a:cubicBezTo>
                  <a:pt x="1559988" y="73772"/>
                  <a:pt x="1561680" y="79164"/>
                  <a:pt x="1563174" y="84817"/>
                </a:cubicBezTo>
                <a:cubicBezTo>
                  <a:pt x="1564536" y="79382"/>
                  <a:pt x="1566161" y="74078"/>
                  <a:pt x="1568050" y="68906"/>
                </a:cubicBezTo>
                <a:lnTo>
                  <a:pt x="1583011" y="28207"/>
                </a:lnTo>
                <a:lnTo>
                  <a:pt x="1594873" y="28207"/>
                </a:lnTo>
                <a:lnTo>
                  <a:pt x="1568248" y="99429"/>
                </a:lnTo>
                <a:cubicBezTo>
                  <a:pt x="1565392" y="107124"/>
                  <a:pt x="1563174" y="112421"/>
                  <a:pt x="1561592" y="115322"/>
                </a:cubicBezTo>
                <a:cubicBezTo>
                  <a:pt x="1559483" y="119235"/>
                  <a:pt x="1557067" y="122104"/>
                  <a:pt x="1554343" y="123929"/>
                </a:cubicBezTo>
                <a:cubicBezTo>
                  <a:pt x="1551619" y="125754"/>
                  <a:pt x="1548367" y="126666"/>
                  <a:pt x="1544589" y="126666"/>
                </a:cubicBezTo>
                <a:cubicBezTo>
                  <a:pt x="1542304" y="126666"/>
                  <a:pt x="1539756" y="126183"/>
                  <a:pt x="1536944" y="125216"/>
                </a:cubicBezTo>
                <a:close/>
                <a:moveTo>
                  <a:pt x="1652868" y="75657"/>
                </a:moveTo>
                <a:lnTo>
                  <a:pt x="1665126" y="77173"/>
                </a:lnTo>
                <a:cubicBezTo>
                  <a:pt x="1663193" y="84334"/>
                  <a:pt x="1659612" y="89892"/>
                  <a:pt x="1654384" y="93846"/>
                </a:cubicBezTo>
                <a:cubicBezTo>
                  <a:pt x="1649155" y="97800"/>
                  <a:pt x="1642477" y="99778"/>
                  <a:pt x="1634349" y="99778"/>
                </a:cubicBezTo>
                <a:cubicBezTo>
                  <a:pt x="1624112" y="99778"/>
                  <a:pt x="1615995" y="96625"/>
                  <a:pt x="1609998" y="90320"/>
                </a:cubicBezTo>
                <a:cubicBezTo>
                  <a:pt x="1604001" y="84016"/>
                  <a:pt x="1601002" y="75174"/>
                  <a:pt x="1601002" y="63794"/>
                </a:cubicBezTo>
                <a:cubicBezTo>
                  <a:pt x="1601002" y="52020"/>
                  <a:pt x="1604034" y="42881"/>
                  <a:pt x="1610097" y="36379"/>
                </a:cubicBezTo>
                <a:cubicBezTo>
                  <a:pt x="1616160" y="29876"/>
                  <a:pt x="1624024" y="26625"/>
                  <a:pt x="1633690" y="26625"/>
                </a:cubicBezTo>
                <a:cubicBezTo>
                  <a:pt x="1643048" y="26625"/>
                  <a:pt x="1650693" y="29805"/>
                  <a:pt x="1656625" y="36166"/>
                </a:cubicBezTo>
                <a:cubicBezTo>
                  <a:pt x="1662556" y="42526"/>
                  <a:pt x="1665521" y="51474"/>
                  <a:pt x="1665521" y="63010"/>
                </a:cubicBezTo>
                <a:cubicBezTo>
                  <a:pt x="1665521" y="63711"/>
                  <a:pt x="1665499" y="64764"/>
                  <a:pt x="1665456" y="66167"/>
                </a:cubicBezTo>
                <a:lnTo>
                  <a:pt x="1613260" y="66167"/>
                </a:lnTo>
                <a:cubicBezTo>
                  <a:pt x="1613700" y="73834"/>
                  <a:pt x="1615874" y="79704"/>
                  <a:pt x="1619785" y="83780"/>
                </a:cubicBezTo>
                <a:cubicBezTo>
                  <a:pt x="1623695" y="87855"/>
                  <a:pt x="1628572" y="89892"/>
                  <a:pt x="1634415" y="89892"/>
                </a:cubicBezTo>
                <a:cubicBezTo>
                  <a:pt x="1638765" y="89892"/>
                  <a:pt x="1642477" y="88761"/>
                  <a:pt x="1645553" y="86498"/>
                </a:cubicBezTo>
                <a:cubicBezTo>
                  <a:pt x="1648628" y="84234"/>
                  <a:pt x="1651067" y="80620"/>
                  <a:pt x="1652868" y="75657"/>
                </a:cubicBezTo>
                <a:moveTo>
                  <a:pt x="1613919" y="56281"/>
                </a:moveTo>
                <a:lnTo>
                  <a:pt x="1653000" y="56281"/>
                </a:lnTo>
                <a:cubicBezTo>
                  <a:pt x="1652473" y="50490"/>
                  <a:pt x="1650979" y="46147"/>
                  <a:pt x="1648518" y="43251"/>
                </a:cubicBezTo>
                <a:cubicBezTo>
                  <a:pt x="1644740" y="38757"/>
                  <a:pt x="1639841" y="36510"/>
                  <a:pt x="1633822" y="36510"/>
                </a:cubicBezTo>
                <a:cubicBezTo>
                  <a:pt x="1628374" y="36510"/>
                  <a:pt x="1623794" y="38304"/>
                  <a:pt x="1620081" y="41892"/>
                </a:cubicBezTo>
                <a:cubicBezTo>
                  <a:pt x="1616369" y="45478"/>
                  <a:pt x="1614315" y="50275"/>
                  <a:pt x="1613919" y="56281"/>
                </a:cubicBezTo>
                <a:close/>
                <a:moveTo>
                  <a:pt x="1679868" y="98196"/>
                </a:moveTo>
                <a:lnTo>
                  <a:pt x="1679868" y="28207"/>
                </a:lnTo>
                <a:lnTo>
                  <a:pt x="1690544" y="28207"/>
                </a:lnTo>
                <a:lnTo>
                  <a:pt x="1690544" y="38751"/>
                </a:lnTo>
                <a:cubicBezTo>
                  <a:pt x="1693268" y="33814"/>
                  <a:pt x="1695784" y="30559"/>
                  <a:pt x="1698090" y="28985"/>
                </a:cubicBezTo>
                <a:cubicBezTo>
                  <a:pt x="1700397" y="27412"/>
                  <a:pt x="1702934" y="26625"/>
                  <a:pt x="1705702" y="26625"/>
                </a:cubicBezTo>
                <a:cubicBezTo>
                  <a:pt x="1709700" y="26625"/>
                  <a:pt x="1713764" y="27894"/>
                  <a:pt x="1717894" y="30431"/>
                </a:cubicBezTo>
                <a:lnTo>
                  <a:pt x="1713808" y="41387"/>
                </a:lnTo>
                <a:cubicBezTo>
                  <a:pt x="1710908" y="39674"/>
                  <a:pt x="1708009" y="38817"/>
                  <a:pt x="1705109" y="38817"/>
                </a:cubicBezTo>
                <a:cubicBezTo>
                  <a:pt x="1702517" y="38817"/>
                  <a:pt x="1700188" y="39598"/>
                  <a:pt x="1698123" y="41161"/>
                </a:cubicBezTo>
                <a:cubicBezTo>
                  <a:pt x="1696058" y="42722"/>
                  <a:pt x="1694586" y="44888"/>
                  <a:pt x="1693708" y="47658"/>
                </a:cubicBezTo>
                <a:cubicBezTo>
                  <a:pt x="1692390" y="51880"/>
                  <a:pt x="1691731" y="56498"/>
                  <a:pt x="1691731" y="61512"/>
                </a:cubicBezTo>
                <a:lnTo>
                  <a:pt x="1691731" y="98196"/>
                </a:lnTo>
                <a:lnTo>
                  <a:pt x="1679868" y="98196"/>
                </a:lnTo>
                <a:close/>
                <a:moveTo>
                  <a:pt x="1765300" y="98196"/>
                </a:moveTo>
                <a:lnTo>
                  <a:pt x="1765300" y="37433"/>
                </a:lnTo>
                <a:lnTo>
                  <a:pt x="1754821" y="37433"/>
                </a:lnTo>
                <a:lnTo>
                  <a:pt x="1754821" y="28207"/>
                </a:lnTo>
                <a:lnTo>
                  <a:pt x="1765300" y="28207"/>
                </a:lnTo>
                <a:lnTo>
                  <a:pt x="1765300" y="20776"/>
                </a:lnTo>
                <a:cubicBezTo>
                  <a:pt x="1765300" y="16086"/>
                  <a:pt x="1765717" y="12601"/>
                  <a:pt x="1766552" y="10322"/>
                </a:cubicBezTo>
                <a:cubicBezTo>
                  <a:pt x="1767694" y="7255"/>
                  <a:pt x="1769704" y="4768"/>
                  <a:pt x="1772582" y="2861"/>
                </a:cubicBezTo>
                <a:cubicBezTo>
                  <a:pt x="1775460" y="954"/>
                  <a:pt x="1779491" y="0"/>
                  <a:pt x="1784675" y="0"/>
                </a:cubicBezTo>
                <a:cubicBezTo>
                  <a:pt x="1788015" y="0"/>
                  <a:pt x="1791705" y="395"/>
                  <a:pt x="1795747" y="1186"/>
                </a:cubicBezTo>
                <a:lnTo>
                  <a:pt x="1793968" y="11533"/>
                </a:lnTo>
                <a:cubicBezTo>
                  <a:pt x="1791507" y="11094"/>
                  <a:pt x="1789179" y="10874"/>
                  <a:pt x="1786982" y="10874"/>
                </a:cubicBezTo>
                <a:cubicBezTo>
                  <a:pt x="1783379" y="10874"/>
                  <a:pt x="1780831" y="11640"/>
                  <a:pt x="1779337" y="13172"/>
                </a:cubicBezTo>
                <a:cubicBezTo>
                  <a:pt x="1777843" y="14705"/>
                  <a:pt x="1777097" y="17571"/>
                  <a:pt x="1777097" y="21773"/>
                </a:cubicBezTo>
                <a:lnTo>
                  <a:pt x="1777097" y="28207"/>
                </a:lnTo>
                <a:lnTo>
                  <a:pt x="1790739" y="28207"/>
                </a:lnTo>
                <a:lnTo>
                  <a:pt x="1790739" y="37433"/>
                </a:lnTo>
                <a:lnTo>
                  <a:pt x="1777097" y="37433"/>
                </a:lnTo>
                <a:lnTo>
                  <a:pt x="1777097" y="98196"/>
                </a:lnTo>
                <a:lnTo>
                  <a:pt x="1765300" y="98196"/>
                </a:lnTo>
                <a:close/>
                <a:moveTo>
                  <a:pt x="1800053" y="15290"/>
                </a:moveTo>
                <a:lnTo>
                  <a:pt x="1800053" y="1582"/>
                </a:lnTo>
                <a:lnTo>
                  <a:pt x="1811916" y="1582"/>
                </a:lnTo>
                <a:lnTo>
                  <a:pt x="1811916" y="15290"/>
                </a:lnTo>
                <a:lnTo>
                  <a:pt x="1800053" y="15290"/>
                </a:lnTo>
                <a:moveTo>
                  <a:pt x="1800053" y="98196"/>
                </a:moveTo>
                <a:lnTo>
                  <a:pt x="1800053" y="28207"/>
                </a:lnTo>
                <a:lnTo>
                  <a:pt x="1811916" y="28207"/>
                </a:lnTo>
                <a:lnTo>
                  <a:pt x="1811916" y="98196"/>
                </a:lnTo>
                <a:lnTo>
                  <a:pt x="1800053" y="98196"/>
                </a:lnTo>
                <a:close/>
                <a:moveTo>
                  <a:pt x="1829819" y="98196"/>
                </a:moveTo>
                <a:lnTo>
                  <a:pt x="1829819" y="28207"/>
                </a:lnTo>
                <a:lnTo>
                  <a:pt x="1840495" y="28207"/>
                </a:lnTo>
                <a:lnTo>
                  <a:pt x="1840495" y="38751"/>
                </a:lnTo>
                <a:cubicBezTo>
                  <a:pt x="1843219" y="33814"/>
                  <a:pt x="1845735" y="30559"/>
                  <a:pt x="1848041" y="28985"/>
                </a:cubicBezTo>
                <a:cubicBezTo>
                  <a:pt x="1850348" y="27412"/>
                  <a:pt x="1852885" y="26625"/>
                  <a:pt x="1855653" y="26625"/>
                </a:cubicBezTo>
                <a:cubicBezTo>
                  <a:pt x="1859651" y="26625"/>
                  <a:pt x="1863715" y="27894"/>
                  <a:pt x="1867845" y="30431"/>
                </a:cubicBezTo>
                <a:lnTo>
                  <a:pt x="1863759" y="41387"/>
                </a:lnTo>
                <a:cubicBezTo>
                  <a:pt x="1860859" y="39674"/>
                  <a:pt x="1857960" y="38817"/>
                  <a:pt x="1855060" y="38817"/>
                </a:cubicBezTo>
                <a:cubicBezTo>
                  <a:pt x="1852468" y="38817"/>
                  <a:pt x="1850139" y="39598"/>
                  <a:pt x="1848074" y="41161"/>
                </a:cubicBezTo>
                <a:cubicBezTo>
                  <a:pt x="1846009" y="42722"/>
                  <a:pt x="1844537" y="44888"/>
                  <a:pt x="1843659" y="47658"/>
                </a:cubicBezTo>
                <a:cubicBezTo>
                  <a:pt x="1842341" y="51880"/>
                  <a:pt x="1841682" y="56498"/>
                  <a:pt x="1841682" y="61512"/>
                </a:cubicBezTo>
                <a:lnTo>
                  <a:pt x="1841682" y="98196"/>
                </a:lnTo>
                <a:lnTo>
                  <a:pt x="1829819" y="98196"/>
                </a:lnTo>
                <a:close/>
                <a:moveTo>
                  <a:pt x="1922808" y="75657"/>
                </a:moveTo>
                <a:lnTo>
                  <a:pt x="1935066" y="77173"/>
                </a:lnTo>
                <a:cubicBezTo>
                  <a:pt x="1933133" y="84334"/>
                  <a:pt x="1929552" y="89892"/>
                  <a:pt x="1924324" y="93846"/>
                </a:cubicBezTo>
                <a:cubicBezTo>
                  <a:pt x="1919095" y="97800"/>
                  <a:pt x="1912417" y="99778"/>
                  <a:pt x="1904289" y="99778"/>
                </a:cubicBezTo>
                <a:cubicBezTo>
                  <a:pt x="1894052" y="99778"/>
                  <a:pt x="1885935" y="96625"/>
                  <a:pt x="1879938" y="90320"/>
                </a:cubicBezTo>
                <a:cubicBezTo>
                  <a:pt x="1873941" y="84016"/>
                  <a:pt x="1870942" y="75174"/>
                  <a:pt x="1870942" y="63794"/>
                </a:cubicBezTo>
                <a:cubicBezTo>
                  <a:pt x="1870942" y="52020"/>
                  <a:pt x="1873973" y="42881"/>
                  <a:pt x="1880037" y="36379"/>
                </a:cubicBezTo>
                <a:cubicBezTo>
                  <a:pt x="1886100" y="29876"/>
                  <a:pt x="1893964" y="26625"/>
                  <a:pt x="1903630" y="26625"/>
                </a:cubicBezTo>
                <a:cubicBezTo>
                  <a:pt x="1912988" y="26625"/>
                  <a:pt x="1920633" y="29805"/>
                  <a:pt x="1926564" y="36166"/>
                </a:cubicBezTo>
                <a:cubicBezTo>
                  <a:pt x="1932496" y="42526"/>
                  <a:pt x="1935461" y="51474"/>
                  <a:pt x="1935461" y="63010"/>
                </a:cubicBezTo>
                <a:cubicBezTo>
                  <a:pt x="1935461" y="63711"/>
                  <a:pt x="1935439" y="64764"/>
                  <a:pt x="1935395" y="66167"/>
                </a:cubicBezTo>
                <a:lnTo>
                  <a:pt x="1883200" y="66167"/>
                </a:lnTo>
                <a:cubicBezTo>
                  <a:pt x="1883639" y="73834"/>
                  <a:pt x="1885814" y="79704"/>
                  <a:pt x="1889724" y="83780"/>
                </a:cubicBezTo>
                <a:cubicBezTo>
                  <a:pt x="1893635" y="87855"/>
                  <a:pt x="1898511" y="89892"/>
                  <a:pt x="1904355" y="89892"/>
                </a:cubicBezTo>
                <a:cubicBezTo>
                  <a:pt x="1908704" y="89892"/>
                  <a:pt x="1912417" y="88761"/>
                  <a:pt x="1915493" y="86498"/>
                </a:cubicBezTo>
                <a:cubicBezTo>
                  <a:pt x="1918568" y="84234"/>
                  <a:pt x="1921006" y="80620"/>
                  <a:pt x="1922808" y="75657"/>
                </a:cubicBezTo>
                <a:moveTo>
                  <a:pt x="1883859" y="56281"/>
                </a:moveTo>
                <a:lnTo>
                  <a:pt x="1922940" y="56281"/>
                </a:lnTo>
                <a:cubicBezTo>
                  <a:pt x="1922412" y="50490"/>
                  <a:pt x="1920919" y="46147"/>
                  <a:pt x="1918458" y="43251"/>
                </a:cubicBezTo>
                <a:cubicBezTo>
                  <a:pt x="1914680" y="38757"/>
                  <a:pt x="1909781" y="36510"/>
                  <a:pt x="1903762" y="36510"/>
                </a:cubicBezTo>
                <a:cubicBezTo>
                  <a:pt x="1898314" y="36510"/>
                  <a:pt x="1893733" y="38304"/>
                  <a:pt x="1890021" y="41892"/>
                </a:cubicBezTo>
                <a:cubicBezTo>
                  <a:pt x="1886308" y="45478"/>
                  <a:pt x="1884254" y="50275"/>
                  <a:pt x="1883859" y="56281"/>
                </a:cubicBezTo>
                <a:close/>
                <a:moveTo>
                  <a:pt x="1945194" y="77239"/>
                </a:moveTo>
                <a:lnTo>
                  <a:pt x="1956925" y="75393"/>
                </a:lnTo>
                <a:cubicBezTo>
                  <a:pt x="1957584" y="80074"/>
                  <a:pt x="1959418" y="83661"/>
                  <a:pt x="1962428" y="86154"/>
                </a:cubicBezTo>
                <a:cubicBezTo>
                  <a:pt x="1965437" y="88646"/>
                  <a:pt x="1969644" y="89892"/>
                  <a:pt x="1975048" y="89892"/>
                </a:cubicBezTo>
                <a:cubicBezTo>
                  <a:pt x="1980496" y="89892"/>
                  <a:pt x="1984538" y="88792"/>
                  <a:pt x="1987174" y="86591"/>
                </a:cubicBezTo>
                <a:cubicBezTo>
                  <a:pt x="1989810" y="84388"/>
                  <a:pt x="1991128" y="81806"/>
                  <a:pt x="1991128" y="78843"/>
                </a:cubicBezTo>
                <a:cubicBezTo>
                  <a:pt x="1991128" y="76183"/>
                  <a:pt x="1989964" y="74091"/>
                  <a:pt x="1987636" y="72566"/>
                </a:cubicBezTo>
                <a:cubicBezTo>
                  <a:pt x="1986010" y="71519"/>
                  <a:pt x="1981968" y="70190"/>
                  <a:pt x="1975509" y="68576"/>
                </a:cubicBezTo>
                <a:cubicBezTo>
                  <a:pt x="1966810" y="66378"/>
                  <a:pt x="1960780" y="64477"/>
                  <a:pt x="1957419" y="62872"/>
                </a:cubicBezTo>
                <a:cubicBezTo>
                  <a:pt x="1954058" y="61267"/>
                  <a:pt x="1951510" y="59046"/>
                  <a:pt x="1949774" y="56209"/>
                </a:cubicBezTo>
                <a:cubicBezTo>
                  <a:pt x="1948039" y="53373"/>
                  <a:pt x="1947171" y="50240"/>
                  <a:pt x="1947171" y="46810"/>
                </a:cubicBezTo>
                <a:cubicBezTo>
                  <a:pt x="1947171" y="43688"/>
                  <a:pt x="1947885" y="40796"/>
                  <a:pt x="1949313" y="38135"/>
                </a:cubicBezTo>
                <a:cubicBezTo>
                  <a:pt x="1950741" y="35474"/>
                  <a:pt x="1952685" y="33265"/>
                  <a:pt x="1955145" y="31506"/>
                </a:cubicBezTo>
                <a:cubicBezTo>
                  <a:pt x="1956991" y="30143"/>
                  <a:pt x="1959506" y="28989"/>
                  <a:pt x="1962691" y="28044"/>
                </a:cubicBezTo>
                <a:cubicBezTo>
                  <a:pt x="1965877" y="27098"/>
                  <a:pt x="1969293" y="26625"/>
                  <a:pt x="1972939" y="26625"/>
                </a:cubicBezTo>
                <a:cubicBezTo>
                  <a:pt x="1978431" y="26625"/>
                  <a:pt x="1983253" y="27421"/>
                  <a:pt x="1987405" y="29014"/>
                </a:cubicBezTo>
                <a:cubicBezTo>
                  <a:pt x="1991557" y="30605"/>
                  <a:pt x="1994621" y="32761"/>
                  <a:pt x="1996598" y="35483"/>
                </a:cubicBezTo>
                <a:cubicBezTo>
                  <a:pt x="1998576" y="38203"/>
                  <a:pt x="1999938" y="41840"/>
                  <a:pt x="2000684" y="46396"/>
                </a:cubicBezTo>
                <a:lnTo>
                  <a:pt x="1989085" y="47978"/>
                </a:lnTo>
                <a:cubicBezTo>
                  <a:pt x="1988558" y="44375"/>
                  <a:pt x="1987031" y="41563"/>
                  <a:pt x="1984505" y="39542"/>
                </a:cubicBezTo>
                <a:cubicBezTo>
                  <a:pt x="1981979" y="37521"/>
                  <a:pt x="1978409" y="36510"/>
                  <a:pt x="1973796" y="36510"/>
                </a:cubicBezTo>
                <a:cubicBezTo>
                  <a:pt x="1968348" y="36510"/>
                  <a:pt x="1964460" y="37407"/>
                  <a:pt x="1962131" y="39200"/>
                </a:cubicBezTo>
                <a:cubicBezTo>
                  <a:pt x="1959802" y="40992"/>
                  <a:pt x="1958638" y="43090"/>
                  <a:pt x="1958638" y="45496"/>
                </a:cubicBezTo>
                <a:cubicBezTo>
                  <a:pt x="1958638" y="47025"/>
                  <a:pt x="1959121" y="48403"/>
                  <a:pt x="1960088" y="49627"/>
                </a:cubicBezTo>
                <a:cubicBezTo>
                  <a:pt x="1961055" y="50894"/>
                  <a:pt x="1962570" y="51943"/>
                  <a:pt x="1964635" y="52774"/>
                </a:cubicBezTo>
                <a:cubicBezTo>
                  <a:pt x="1965822" y="53212"/>
                  <a:pt x="1969314" y="54218"/>
                  <a:pt x="1975114" y="55791"/>
                </a:cubicBezTo>
                <a:cubicBezTo>
                  <a:pt x="1983506" y="58031"/>
                  <a:pt x="1989360" y="59864"/>
                  <a:pt x="1992677" y="61290"/>
                </a:cubicBezTo>
                <a:cubicBezTo>
                  <a:pt x="1995994" y="62717"/>
                  <a:pt x="1998597" y="64791"/>
                  <a:pt x="2000487" y="67514"/>
                </a:cubicBezTo>
                <a:cubicBezTo>
                  <a:pt x="2002376" y="70235"/>
                  <a:pt x="2003321" y="73615"/>
                  <a:pt x="2003321" y="77653"/>
                </a:cubicBezTo>
                <a:cubicBezTo>
                  <a:pt x="2003321" y="81604"/>
                  <a:pt x="2002167" y="85325"/>
                  <a:pt x="1999861" y="88815"/>
                </a:cubicBezTo>
                <a:cubicBezTo>
                  <a:pt x="1997554" y="92304"/>
                  <a:pt x="1994226" y="95003"/>
                  <a:pt x="1989876" y="96913"/>
                </a:cubicBezTo>
                <a:cubicBezTo>
                  <a:pt x="1985527" y="98823"/>
                  <a:pt x="1980606" y="99778"/>
                  <a:pt x="1975114" y="99778"/>
                </a:cubicBezTo>
                <a:cubicBezTo>
                  <a:pt x="1966019" y="99778"/>
                  <a:pt x="1959088" y="97883"/>
                  <a:pt x="1954321" y="94093"/>
                </a:cubicBezTo>
                <a:cubicBezTo>
                  <a:pt x="1949554" y="90304"/>
                  <a:pt x="1946512" y="84686"/>
                  <a:pt x="1945194" y="77239"/>
                </a:cubicBezTo>
                <a:close/>
                <a:moveTo>
                  <a:pt x="2054419" y="125216"/>
                </a:moveTo>
                <a:lnTo>
                  <a:pt x="2053100" y="114079"/>
                </a:lnTo>
                <a:cubicBezTo>
                  <a:pt x="2055693" y="114782"/>
                  <a:pt x="2057955" y="115133"/>
                  <a:pt x="2059889" y="115133"/>
                </a:cubicBezTo>
                <a:cubicBezTo>
                  <a:pt x="2062525" y="115133"/>
                  <a:pt x="2064634" y="114688"/>
                  <a:pt x="2066215" y="113798"/>
                </a:cubicBezTo>
                <a:cubicBezTo>
                  <a:pt x="2067797" y="112910"/>
                  <a:pt x="2069093" y="111666"/>
                  <a:pt x="2070104" y="110065"/>
                </a:cubicBezTo>
                <a:cubicBezTo>
                  <a:pt x="2070850" y="108865"/>
                  <a:pt x="2072059" y="105887"/>
                  <a:pt x="2073728" y="101131"/>
                </a:cubicBezTo>
                <a:cubicBezTo>
                  <a:pt x="2073948" y="100463"/>
                  <a:pt x="2074299" y="99485"/>
                  <a:pt x="2074783" y="98196"/>
                </a:cubicBezTo>
                <a:lnTo>
                  <a:pt x="2048224" y="28207"/>
                </a:lnTo>
                <a:lnTo>
                  <a:pt x="2061009" y="28207"/>
                </a:lnTo>
                <a:lnTo>
                  <a:pt x="2075573" y="68642"/>
                </a:lnTo>
                <a:cubicBezTo>
                  <a:pt x="2077463" y="73772"/>
                  <a:pt x="2079154" y="79164"/>
                  <a:pt x="2080648" y="84817"/>
                </a:cubicBezTo>
                <a:cubicBezTo>
                  <a:pt x="2082010" y="79382"/>
                  <a:pt x="2083636" y="74078"/>
                  <a:pt x="2085525" y="68906"/>
                </a:cubicBezTo>
                <a:lnTo>
                  <a:pt x="2100485" y="28207"/>
                </a:lnTo>
                <a:lnTo>
                  <a:pt x="2112348" y="28207"/>
                </a:lnTo>
                <a:lnTo>
                  <a:pt x="2085723" y="99429"/>
                </a:lnTo>
                <a:cubicBezTo>
                  <a:pt x="2082867" y="107124"/>
                  <a:pt x="2080648" y="112421"/>
                  <a:pt x="2079066" y="115322"/>
                </a:cubicBezTo>
                <a:cubicBezTo>
                  <a:pt x="2076957" y="119235"/>
                  <a:pt x="2074541" y="122104"/>
                  <a:pt x="2071817" y="123929"/>
                </a:cubicBezTo>
                <a:cubicBezTo>
                  <a:pt x="2069093" y="125754"/>
                  <a:pt x="2065842" y="126666"/>
                  <a:pt x="2062063" y="126666"/>
                </a:cubicBezTo>
                <a:cubicBezTo>
                  <a:pt x="2059779" y="126666"/>
                  <a:pt x="2057230" y="126183"/>
                  <a:pt x="2054419" y="125216"/>
                </a:cubicBezTo>
                <a:close/>
                <a:moveTo>
                  <a:pt x="2118015" y="63201"/>
                </a:moveTo>
                <a:cubicBezTo>
                  <a:pt x="2118015" y="50240"/>
                  <a:pt x="2121618" y="40640"/>
                  <a:pt x="2128823" y="34402"/>
                </a:cubicBezTo>
                <a:cubicBezTo>
                  <a:pt x="2134843" y="29217"/>
                  <a:pt x="2142180" y="26625"/>
                  <a:pt x="2150835" y="26625"/>
                </a:cubicBezTo>
                <a:cubicBezTo>
                  <a:pt x="2160457" y="26625"/>
                  <a:pt x="2168321" y="29777"/>
                  <a:pt x="2174428" y="36082"/>
                </a:cubicBezTo>
                <a:cubicBezTo>
                  <a:pt x="2180535" y="42387"/>
                  <a:pt x="2183589" y="51097"/>
                  <a:pt x="2183589" y="62213"/>
                </a:cubicBezTo>
                <a:cubicBezTo>
                  <a:pt x="2183589" y="71219"/>
                  <a:pt x="2182238" y="78304"/>
                  <a:pt x="2179536" y="83466"/>
                </a:cubicBezTo>
                <a:cubicBezTo>
                  <a:pt x="2176834" y="88629"/>
                  <a:pt x="2172902" y="92638"/>
                  <a:pt x="2167739" y="95494"/>
                </a:cubicBezTo>
                <a:cubicBezTo>
                  <a:pt x="2162577" y="98350"/>
                  <a:pt x="2156942" y="99778"/>
                  <a:pt x="2150835" y="99778"/>
                </a:cubicBezTo>
                <a:cubicBezTo>
                  <a:pt x="2141037" y="99778"/>
                  <a:pt x="2133118" y="96636"/>
                  <a:pt x="2127077" y="90353"/>
                </a:cubicBezTo>
                <a:cubicBezTo>
                  <a:pt x="2121036" y="84071"/>
                  <a:pt x="2118015" y="75020"/>
                  <a:pt x="2118015" y="63201"/>
                </a:cubicBezTo>
                <a:moveTo>
                  <a:pt x="2130207" y="63168"/>
                </a:moveTo>
                <a:cubicBezTo>
                  <a:pt x="2130207" y="72098"/>
                  <a:pt x="2132162" y="78785"/>
                  <a:pt x="2136073" y="83228"/>
                </a:cubicBezTo>
                <a:cubicBezTo>
                  <a:pt x="2139983" y="87671"/>
                  <a:pt x="2144904" y="89892"/>
                  <a:pt x="2150835" y="89892"/>
                </a:cubicBezTo>
                <a:cubicBezTo>
                  <a:pt x="2156722" y="89892"/>
                  <a:pt x="2161621" y="87660"/>
                  <a:pt x="2165531" y="83195"/>
                </a:cubicBezTo>
                <a:cubicBezTo>
                  <a:pt x="2169442" y="78730"/>
                  <a:pt x="2171397" y="71923"/>
                  <a:pt x="2171397" y="62775"/>
                </a:cubicBezTo>
                <a:cubicBezTo>
                  <a:pt x="2171397" y="54151"/>
                  <a:pt x="2169431" y="47618"/>
                  <a:pt x="2165499" y="43175"/>
                </a:cubicBezTo>
                <a:cubicBezTo>
                  <a:pt x="2161566" y="38732"/>
                  <a:pt x="2156678" y="36510"/>
                  <a:pt x="2150835" y="36510"/>
                </a:cubicBezTo>
                <a:cubicBezTo>
                  <a:pt x="2144904" y="36510"/>
                  <a:pt x="2139983" y="38721"/>
                  <a:pt x="2136073" y="43142"/>
                </a:cubicBezTo>
                <a:cubicBezTo>
                  <a:pt x="2132162" y="47563"/>
                  <a:pt x="2130207" y="54238"/>
                  <a:pt x="2130207" y="63168"/>
                </a:cubicBezTo>
                <a:close/>
                <a:moveTo>
                  <a:pt x="2243342" y="98196"/>
                </a:moveTo>
                <a:lnTo>
                  <a:pt x="2243342" y="87915"/>
                </a:lnTo>
                <a:cubicBezTo>
                  <a:pt x="2237894" y="95823"/>
                  <a:pt x="2230491" y="99778"/>
                  <a:pt x="2221133" y="99778"/>
                </a:cubicBezTo>
                <a:cubicBezTo>
                  <a:pt x="2217003" y="99778"/>
                  <a:pt x="2213148" y="98987"/>
                  <a:pt x="2209567" y="97405"/>
                </a:cubicBezTo>
                <a:cubicBezTo>
                  <a:pt x="2205986" y="95823"/>
                  <a:pt x="2203328" y="93835"/>
                  <a:pt x="2201593" y="91441"/>
                </a:cubicBezTo>
                <a:cubicBezTo>
                  <a:pt x="2199857" y="89046"/>
                  <a:pt x="2198638" y="86114"/>
                  <a:pt x="2197935" y="82643"/>
                </a:cubicBezTo>
                <a:cubicBezTo>
                  <a:pt x="2197452" y="80314"/>
                  <a:pt x="2197210" y="76624"/>
                  <a:pt x="2197210" y="71571"/>
                </a:cubicBezTo>
                <a:lnTo>
                  <a:pt x="2197210" y="28207"/>
                </a:lnTo>
                <a:lnTo>
                  <a:pt x="2209073" y="28207"/>
                </a:lnTo>
                <a:lnTo>
                  <a:pt x="2209073" y="67024"/>
                </a:lnTo>
                <a:cubicBezTo>
                  <a:pt x="2209073" y="73219"/>
                  <a:pt x="2209314" y="77392"/>
                  <a:pt x="2209797" y="79545"/>
                </a:cubicBezTo>
                <a:cubicBezTo>
                  <a:pt x="2210544" y="82665"/>
                  <a:pt x="2212126" y="85114"/>
                  <a:pt x="2214543" y="86893"/>
                </a:cubicBezTo>
                <a:cubicBezTo>
                  <a:pt x="2216959" y="88673"/>
                  <a:pt x="2219947" y="89563"/>
                  <a:pt x="2223505" y="89563"/>
                </a:cubicBezTo>
                <a:cubicBezTo>
                  <a:pt x="2227064" y="89563"/>
                  <a:pt x="2230403" y="88651"/>
                  <a:pt x="2233523" y="86828"/>
                </a:cubicBezTo>
                <a:cubicBezTo>
                  <a:pt x="2236642" y="85004"/>
                  <a:pt x="2238850" y="82522"/>
                  <a:pt x="2240146" y="79380"/>
                </a:cubicBezTo>
                <a:cubicBezTo>
                  <a:pt x="2241442" y="76239"/>
                  <a:pt x="2242090" y="71681"/>
                  <a:pt x="2242090" y="65706"/>
                </a:cubicBezTo>
                <a:lnTo>
                  <a:pt x="2242090" y="28207"/>
                </a:lnTo>
                <a:lnTo>
                  <a:pt x="2253953" y="28207"/>
                </a:lnTo>
                <a:lnTo>
                  <a:pt x="2253953" y="98196"/>
                </a:lnTo>
                <a:lnTo>
                  <a:pt x="2243342" y="98196"/>
                </a:lnTo>
                <a:close/>
                <a:moveTo>
                  <a:pt x="2312873" y="98196"/>
                </a:moveTo>
                <a:lnTo>
                  <a:pt x="2312873" y="37433"/>
                </a:lnTo>
                <a:lnTo>
                  <a:pt x="2302394" y="37433"/>
                </a:lnTo>
                <a:lnTo>
                  <a:pt x="2302394" y="28207"/>
                </a:lnTo>
                <a:lnTo>
                  <a:pt x="2312873" y="28207"/>
                </a:lnTo>
                <a:lnTo>
                  <a:pt x="2312873" y="20776"/>
                </a:lnTo>
                <a:cubicBezTo>
                  <a:pt x="2312873" y="16086"/>
                  <a:pt x="2313290" y="12601"/>
                  <a:pt x="2314125" y="10322"/>
                </a:cubicBezTo>
                <a:cubicBezTo>
                  <a:pt x="2315267" y="7255"/>
                  <a:pt x="2317277" y="4768"/>
                  <a:pt x="2320155" y="2861"/>
                </a:cubicBezTo>
                <a:cubicBezTo>
                  <a:pt x="2323033" y="954"/>
                  <a:pt x="2327064" y="0"/>
                  <a:pt x="2332248" y="0"/>
                </a:cubicBezTo>
                <a:cubicBezTo>
                  <a:pt x="2335587" y="0"/>
                  <a:pt x="2339278" y="395"/>
                  <a:pt x="2343320" y="1186"/>
                </a:cubicBezTo>
                <a:lnTo>
                  <a:pt x="2341541" y="11533"/>
                </a:lnTo>
                <a:cubicBezTo>
                  <a:pt x="2339080" y="11094"/>
                  <a:pt x="2336752" y="10874"/>
                  <a:pt x="2334555" y="10874"/>
                </a:cubicBezTo>
                <a:cubicBezTo>
                  <a:pt x="2330952" y="10874"/>
                  <a:pt x="2328404" y="11640"/>
                  <a:pt x="2326910" y="13172"/>
                </a:cubicBezTo>
                <a:cubicBezTo>
                  <a:pt x="2325416" y="14705"/>
                  <a:pt x="2324669" y="17571"/>
                  <a:pt x="2324669" y="21773"/>
                </a:cubicBezTo>
                <a:lnTo>
                  <a:pt x="2324669" y="28207"/>
                </a:lnTo>
                <a:lnTo>
                  <a:pt x="2338311" y="28207"/>
                </a:lnTo>
                <a:lnTo>
                  <a:pt x="2338311" y="37433"/>
                </a:lnTo>
                <a:lnTo>
                  <a:pt x="2324669" y="37433"/>
                </a:lnTo>
                <a:lnTo>
                  <a:pt x="2324669" y="98196"/>
                </a:lnTo>
                <a:lnTo>
                  <a:pt x="2312873" y="98196"/>
                </a:lnTo>
                <a:close/>
                <a:moveTo>
                  <a:pt x="2343145" y="63201"/>
                </a:moveTo>
                <a:cubicBezTo>
                  <a:pt x="2343145" y="50240"/>
                  <a:pt x="2346748" y="40640"/>
                  <a:pt x="2353953" y="34402"/>
                </a:cubicBezTo>
                <a:cubicBezTo>
                  <a:pt x="2359972" y="29217"/>
                  <a:pt x="2367309" y="26625"/>
                  <a:pt x="2375965" y="26625"/>
                </a:cubicBezTo>
                <a:cubicBezTo>
                  <a:pt x="2385587" y="26625"/>
                  <a:pt x="2393451" y="29777"/>
                  <a:pt x="2399558" y="36082"/>
                </a:cubicBezTo>
                <a:cubicBezTo>
                  <a:pt x="2405665" y="42387"/>
                  <a:pt x="2408719" y="51097"/>
                  <a:pt x="2408719" y="62213"/>
                </a:cubicBezTo>
                <a:cubicBezTo>
                  <a:pt x="2408719" y="71219"/>
                  <a:pt x="2407368" y="78304"/>
                  <a:pt x="2404666" y="83466"/>
                </a:cubicBezTo>
                <a:cubicBezTo>
                  <a:pt x="2401963" y="88629"/>
                  <a:pt x="2398031" y="92638"/>
                  <a:pt x="2392869" y="95494"/>
                </a:cubicBezTo>
                <a:cubicBezTo>
                  <a:pt x="2387706" y="98350"/>
                  <a:pt x="2382072" y="99778"/>
                  <a:pt x="2375965" y="99778"/>
                </a:cubicBezTo>
                <a:cubicBezTo>
                  <a:pt x="2366167" y="99778"/>
                  <a:pt x="2358248" y="96636"/>
                  <a:pt x="2352207" y="90353"/>
                </a:cubicBezTo>
                <a:cubicBezTo>
                  <a:pt x="2346165" y="84071"/>
                  <a:pt x="2343145" y="75020"/>
                  <a:pt x="2343145" y="63201"/>
                </a:cubicBezTo>
                <a:moveTo>
                  <a:pt x="2355337" y="63168"/>
                </a:moveTo>
                <a:cubicBezTo>
                  <a:pt x="2355337" y="72098"/>
                  <a:pt x="2357292" y="78785"/>
                  <a:pt x="2361202" y="83228"/>
                </a:cubicBezTo>
                <a:cubicBezTo>
                  <a:pt x="2365113" y="87671"/>
                  <a:pt x="2370033" y="89892"/>
                  <a:pt x="2375965" y="89892"/>
                </a:cubicBezTo>
                <a:cubicBezTo>
                  <a:pt x="2381852" y="89892"/>
                  <a:pt x="2386751" y="87660"/>
                  <a:pt x="2390661" y="83195"/>
                </a:cubicBezTo>
                <a:cubicBezTo>
                  <a:pt x="2394571" y="78730"/>
                  <a:pt x="2396526" y="71923"/>
                  <a:pt x="2396526" y="62775"/>
                </a:cubicBezTo>
                <a:cubicBezTo>
                  <a:pt x="2396526" y="54151"/>
                  <a:pt x="2394560" y="47618"/>
                  <a:pt x="2390628" y="43175"/>
                </a:cubicBezTo>
                <a:cubicBezTo>
                  <a:pt x="2386696" y="38732"/>
                  <a:pt x="2381808" y="36510"/>
                  <a:pt x="2375965" y="36510"/>
                </a:cubicBezTo>
                <a:cubicBezTo>
                  <a:pt x="2370033" y="36510"/>
                  <a:pt x="2365113" y="38721"/>
                  <a:pt x="2361202" y="43142"/>
                </a:cubicBezTo>
                <a:cubicBezTo>
                  <a:pt x="2357292" y="47563"/>
                  <a:pt x="2355337" y="54238"/>
                  <a:pt x="2355337" y="63168"/>
                </a:cubicBezTo>
                <a:close/>
                <a:moveTo>
                  <a:pt x="2422472" y="98196"/>
                </a:moveTo>
                <a:lnTo>
                  <a:pt x="2422472" y="28207"/>
                </a:lnTo>
                <a:lnTo>
                  <a:pt x="2433148" y="28207"/>
                </a:lnTo>
                <a:lnTo>
                  <a:pt x="2433148" y="38751"/>
                </a:lnTo>
                <a:cubicBezTo>
                  <a:pt x="2435872" y="33814"/>
                  <a:pt x="2438387" y="30559"/>
                  <a:pt x="2440694" y="28985"/>
                </a:cubicBezTo>
                <a:cubicBezTo>
                  <a:pt x="2443000" y="27412"/>
                  <a:pt x="2445538" y="26625"/>
                  <a:pt x="2448306" y="26625"/>
                </a:cubicBezTo>
                <a:cubicBezTo>
                  <a:pt x="2452304" y="26625"/>
                  <a:pt x="2456368" y="27894"/>
                  <a:pt x="2460498" y="30431"/>
                </a:cubicBezTo>
                <a:lnTo>
                  <a:pt x="2456412" y="41387"/>
                </a:lnTo>
                <a:cubicBezTo>
                  <a:pt x="2453512" y="39674"/>
                  <a:pt x="2450612" y="38817"/>
                  <a:pt x="2447713" y="38817"/>
                </a:cubicBezTo>
                <a:cubicBezTo>
                  <a:pt x="2445120" y="38817"/>
                  <a:pt x="2442792" y="39598"/>
                  <a:pt x="2440727" y="41161"/>
                </a:cubicBezTo>
                <a:cubicBezTo>
                  <a:pt x="2438662" y="42722"/>
                  <a:pt x="2437190" y="44888"/>
                  <a:pt x="2436311" y="47658"/>
                </a:cubicBezTo>
                <a:cubicBezTo>
                  <a:pt x="2434993" y="51880"/>
                  <a:pt x="2434334" y="56498"/>
                  <a:pt x="2434334" y="61512"/>
                </a:cubicBezTo>
                <a:lnTo>
                  <a:pt x="2434334" y="98196"/>
                </a:lnTo>
                <a:lnTo>
                  <a:pt x="2422472" y="98196"/>
                </a:lnTo>
                <a:close/>
                <a:moveTo>
                  <a:pt x="2550741" y="89554"/>
                </a:moveTo>
                <a:cubicBezTo>
                  <a:pt x="2546347" y="93292"/>
                  <a:pt x="2542119" y="95930"/>
                  <a:pt x="2538055" y="97469"/>
                </a:cubicBezTo>
                <a:cubicBezTo>
                  <a:pt x="2533991" y="99008"/>
                  <a:pt x="2529630" y="99778"/>
                  <a:pt x="2524973" y="99778"/>
                </a:cubicBezTo>
                <a:cubicBezTo>
                  <a:pt x="2517284" y="99778"/>
                  <a:pt x="2511375" y="97898"/>
                  <a:pt x="2507245" y="94139"/>
                </a:cubicBezTo>
                <a:cubicBezTo>
                  <a:pt x="2503115" y="90379"/>
                  <a:pt x="2501050" y="85576"/>
                  <a:pt x="2501050" y="79729"/>
                </a:cubicBezTo>
                <a:cubicBezTo>
                  <a:pt x="2501050" y="76300"/>
                  <a:pt x="2501830" y="73168"/>
                  <a:pt x="2503389" y="70333"/>
                </a:cubicBezTo>
                <a:cubicBezTo>
                  <a:pt x="2504949" y="67497"/>
                  <a:pt x="2506992" y="65221"/>
                  <a:pt x="2509518" y="63506"/>
                </a:cubicBezTo>
                <a:cubicBezTo>
                  <a:pt x="2512045" y="61791"/>
                  <a:pt x="2514890" y="60494"/>
                  <a:pt x="2518053" y="59616"/>
                </a:cubicBezTo>
                <a:cubicBezTo>
                  <a:pt x="2520382" y="58999"/>
                  <a:pt x="2523896" y="58405"/>
                  <a:pt x="2528597" y="57834"/>
                </a:cubicBezTo>
                <a:cubicBezTo>
                  <a:pt x="2538175" y="56700"/>
                  <a:pt x="2545227" y="55348"/>
                  <a:pt x="2549752" y="53777"/>
                </a:cubicBezTo>
                <a:cubicBezTo>
                  <a:pt x="2549796" y="52158"/>
                  <a:pt x="2549818" y="51130"/>
                  <a:pt x="2549818" y="50692"/>
                </a:cubicBezTo>
                <a:cubicBezTo>
                  <a:pt x="2549818" y="45877"/>
                  <a:pt x="2548698" y="42485"/>
                  <a:pt x="2546457" y="40516"/>
                </a:cubicBezTo>
                <a:cubicBezTo>
                  <a:pt x="2543426" y="37846"/>
                  <a:pt x="2538922" y="36510"/>
                  <a:pt x="2532947" y="36510"/>
                </a:cubicBezTo>
                <a:cubicBezTo>
                  <a:pt x="2527367" y="36510"/>
                  <a:pt x="2523248" y="37488"/>
                  <a:pt x="2520590" y="39443"/>
                </a:cubicBezTo>
                <a:cubicBezTo>
                  <a:pt x="2517932" y="41398"/>
                  <a:pt x="2515966" y="44858"/>
                  <a:pt x="2514692" y="49823"/>
                </a:cubicBezTo>
                <a:lnTo>
                  <a:pt x="2503093" y="48241"/>
                </a:lnTo>
                <a:cubicBezTo>
                  <a:pt x="2504147" y="43261"/>
                  <a:pt x="2505883" y="39240"/>
                  <a:pt x="2508299" y="36177"/>
                </a:cubicBezTo>
                <a:cubicBezTo>
                  <a:pt x="2510716" y="33114"/>
                  <a:pt x="2514209" y="30756"/>
                  <a:pt x="2518778" y="29105"/>
                </a:cubicBezTo>
                <a:cubicBezTo>
                  <a:pt x="2523347" y="27451"/>
                  <a:pt x="2528641" y="26625"/>
                  <a:pt x="2534661" y="26625"/>
                </a:cubicBezTo>
                <a:cubicBezTo>
                  <a:pt x="2540636" y="26625"/>
                  <a:pt x="2545491" y="27328"/>
                  <a:pt x="2549225" y="28734"/>
                </a:cubicBezTo>
                <a:cubicBezTo>
                  <a:pt x="2552960" y="30140"/>
                  <a:pt x="2555706" y="31908"/>
                  <a:pt x="2557463" y="34039"/>
                </a:cubicBezTo>
                <a:cubicBezTo>
                  <a:pt x="2559221" y="36170"/>
                  <a:pt x="2560451" y="38861"/>
                  <a:pt x="2561154" y="42112"/>
                </a:cubicBezTo>
                <a:cubicBezTo>
                  <a:pt x="2561549" y="44133"/>
                  <a:pt x="2561747" y="47780"/>
                  <a:pt x="2561747" y="53052"/>
                </a:cubicBezTo>
                <a:lnTo>
                  <a:pt x="2561747" y="68869"/>
                </a:lnTo>
                <a:cubicBezTo>
                  <a:pt x="2561747" y="79897"/>
                  <a:pt x="2561999" y="86871"/>
                  <a:pt x="2562505" y="89793"/>
                </a:cubicBezTo>
                <a:cubicBezTo>
                  <a:pt x="2563010" y="92715"/>
                  <a:pt x="2564010" y="95516"/>
                  <a:pt x="2565503" y="98196"/>
                </a:cubicBezTo>
                <a:lnTo>
                  <a:pt x="2553113" y="98196"/>
                </a:lnTo>
                <a:cubicBezTo>
                  <a:pt x="2551883" y="95733"/>
                  <a:pt x="2551092" y="92852"/>
                  <a:pt x="2550741" y="89554"/>
                </a:cubicBezTo>
                <a:moveTo>
                  <a:pt x="2549752" y="63004"/>
                </a:moveTo>
                <a:cubicBezTo>
                  <a:pt x="2545447" y="64776"/>
                  <a:pt x="2538988" y="66282"/>
                  <a:pt x="2530377" y="67522"/>
                </a:cubicBezTo>
                <a:cubicBezTo>
                  <a:pt x="2525500" y="68228"/>
                  <a:pt x="2522051" y="69022"/>
                  <a:pt x="2520030" y="69905"/>
                </a:cubicBezTo>
                <a:cubicBezTo>
                  <a:pt x="2518009" y="70786"/>
                  <a:pt x="2516449" y="72077"/>
                  <a:pt x="2515351" y="73777"/>
                </a:cubicBezTo>
                <a:cubicBezTo>
                  <a:pt x="2514253" y="75475"/>
                  <a:pt x="2513703" y="77361"/>
                  <a:pt x="2513703" y="79434"/>
                </a:cubicBezTo>
                <a:cubicBezTo>
                  <a:pt x="2513703" y="82610"/>
                  <a:pt x="2514901" y="85257"/>
                  <a:pt x="2517295" y="87375"/>
                </a:cubicBezTo>
                <a:cubicBezTo>
                  <a:pt x="2519690" y="89493"/>
                  <a:pt x="2523193" y="90551"/>
                  <a:pt x="2527807" y="90551"/>
                </a:cubicBezTo>
                <a:cubicBezTo>
                  <a:pt x="2532376" y="90551"/>
                  <a:pt x="2536440" y="89547"/>
                  <a:pt x="2539999" y="87538"/>
                </a:cubicBezTo>
                <a:cubicBezTo>
                  <a:pt x="2543558" y="85529"/>
                  <a:pt x="2546172" y="82781"/>
                  <a:pt x="2547841" y="79294"/>
                </a:cubicBezTo>
                <a:cubicBezTo>
                  <a:pt x="2549115" y="76600"/>
                  <a:pt x="2549752" y="72627"/>
                  <a:pt x="2549752" y="67374"/>
                </a:cubicBezTo>
                <a:lnTo>
                  <a:pt x="2549752" y="63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Facebookpostaboutvaccines?">
            <a:extLst xmlns:a="http://schemas.openxmlformats.org/drawingml/2006/main">
              <a:ext uri="{FF2B5EF4-FFF2-40B4-BE49-F238E27FC236}">
                <a16:creationId xmlns:a16="http://schemas.microsoft.com/office/drawing/2014/main" id="{A4281213-567F-4563-9D5C-E2ED2D8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58" y="422272"/>
            <a:ext cx="1880241" cy="125084"/>
          </a:xfrm>
          <a:custGeom xmlns:a="http://schemas.openxmlformats.org/drawingml/2006/main">
            <a:pathLst>
              <a:path w="1880241" h="125084">
                <a:moveTo>
                  <a:pt x="0" y="98196"/>
                </a:moveTo>
                <a:lnTo>
                  <a:pt x="0" y="1582"/>
                </a:lnTo>
                <a:lnTo>
                  <a:pt x="65178" y="1582"/>
                </a:lnTo>
                <a:lnTo>
                  <a:pt x="65178" y="12983"/>
                </a:lnTo>
                <a:lnTo>
                  <a:pt x="12785" y="12983"/>
                </a:lnTo>
                <a:lnTo>
                  <a:pt x="12785" y="42837"/>
                </a:lnTo>
                <a:lnTo>
                  <a:pt x="58127" y="42837"/>
                </a:lnTo>
                <a:lnTo>
                  <a:pt x="58127" y="54238"/>
                </a:lnTo>
                <a:lnTo>
                  <a:pt x="12785" y="54238"/>
                </a:lnTo>
                <a:lnTo>
                  <a:pt x="12785" y="98196"/>
                </a:lnTo>
                <a:lnTo>
                  <a:pt x="0" y="98196"/>
                </a:lnTo>
                <a:close/>
                <a:moveTo>
                  <a:pt x="125963" y="89554"/>
                </a:moveTo>
                <a:cubicBezTo>
                  <a:pt x="121569" y="93292"/>
                  <a:pt x="117340" y="95930"/>
                  <a:pt x="113276" y="97469"/>
                </a:cubicBezTo>
                <a:cubicBezTo>
                  <a:pt x="109212" y="99008"/>
                  <a:pt x="104852" y="99778"/>
                  <a:pt x="100195" y="99778"/>
                </a:cubicBezTo>
                <a:cubicBezTo>
                  <a:pt x="92506" y="99778"/>
                  <a:pt x="86597" y="97898"/>
                  <a:pt x="82467" y="94139"/>
                </a:cubicBezTo>
                <a:cubicBezTo>
                  <a:pt x="78337" y="90379"/>
                  <a:pt x="76272" y="85576"/>
                  <a:pt x="76272" y="79729"/>
                </a:cubicBezTo>
                <a:cubicBezTo>
                  <a:pt x="76272" y="76300"/>
                  <a:pt x="77052" y="73168"/>
                  <a:pt x="78611" y="70333"/>
                </a:cubicBezTo>
                <a:cubicBezTo>
                  <a:pt x="80171" y="67497"/>
                  <a:pt x="82214" y="65221"/>
                  <a:pt x="84740" y="63506"/>
                </a:cubicBezTo>
                <a:cubicBezTo>
                  <a:pt x="87267" y="61791"/>
                  <a:pt x="90111" y="60494"/>
                  <a:pt x="93275" y="59616"/>
                </a:cubicBezTo>
                <a:cubicBezTo>
                  <a:pt x="95603" y="58999"/>
                  <a:pt x="99118" y="58405"/>
                  <a:pt x="103819" y="57834"/>
                </a:cubicBezTo>
                <a:cubicBezTo>
                  <a:pt x="113397" y="56700"/>
                  <a:pt x="120449" y="55348"/>
                  <a:pt x="124974" y="53777"/>
                </a:cubicBezTo>
                <a:cubicBezTo>
                  <a:pt x="125018" y="52158"/>
                  <a:pt x="125040" y="51130"/>
                  <a:pt x="125040" y="50692"/>
                </a:cubicBezTo>
                <a:cubicBezTo>
                  <a:pt x="125040" y="45877"/>
                  <a:pt x="123920" y="42485"/>
                  <a:pt x="121679" y="40516"/>
                </a:cubicBezTo>
                <a:cubicBezTo>
                  <a:pt x="118648" y="37846"/>
                  <a:pt x="114144" y="36510"/>
                  <a:pt x="108169" y="36510"/>
                </a:cubicBezTo>
                <a:cubicBezTo>
                  <a:pt x="102589" y="36510"/>
                  <a:pt x="98470" y="37488"/>
                  <a:pt x="95812" y="39443"/>
                </a:cubicBezTo>
                <a:cubicBezTo>
                  <a:pt x="93154" y="41398"/>
                  <a:pt x="91188" y="44858"/>
                  <a:pt x="89914" y="49823"/>
                </a:cubicBezTo>
                <a:lnTo>
                  <a:pt x="78315" y="48241"/>
                </a:lnTo>
                <a:cubicBezTo>
                  <a:pt x="79369" y="43261"/>
                  <a:pt x="81105" y="39240"/>
                  <a:pt x="83521" y="36177"/>
                </a:cubicBezTo>
                <a:cubicBezTo>
                  <a:pt x="85938" y="33114"/>
                  <a:pt x="89430" y="30756"/>
                  <a:pt x="94000" y="29105"/>
                </a:cubicBezTo>
                <a:cubicBezTo>
                  <a:pt x="98569" y="27451"/>
                  <a:pt x="103863" y="26625"/>
                  <a:pt x="109882" y="26625"/>
                </a:cubicBezTo>
                <a:cubicBezTo>
                  <a:pt x="115858" y="26625"/>
                  <a:pt x="120712" y="27328"/>
                  <a:pt x="124447" y="28734"/>
                </a:cubicBezTo>
                <a:cubicBezTo>
                  <a:pt x="128182" y="30140"/>
                  <a:pt x="130927" y="31908"/>
                  <a:pt x="132685" y="34039"/>
                </a:cubicBezTo>
                <a:cubicBezTo>
                  <a:pt x="134442" y="36170"/>
                  <a:pt x="135673" y="38861"/>
                  <a:pt x="136375" y="42112"/>
                </a:cubicBezTo>
                <a:cubicBezTo>
                  <a:pt x="136771" y="44133"/>
                  <a:pt x="136969" y="47780"/>
                  <a:pt x="136969" y="53052"/>
                </a:cubicBezTo>
                <a:lnTo>
                  <a:pt x="136969" y="68869"/>
                </a:lnTo>
                <a:cubicBezTo>
                  <a:pt x="136969" y="79897"/>
                  <a:pt x="137221" y="86871"/>
                  <a:pt x="137727" y="89793"/>
                </a:cubicBezTo>
                <a:cubicBezTo>
                  <a:pt x="138232" y="92715"/>
                  <a:pt x="139231" y="95516"/>
                  <a:pt x="140725" y="98196"/>
                </a:cubicBezTo>
                <a:lnTo>
                  <a:pt x="128335" y="98196"/>
                </a:lnTo>
                <a:cubicBezTo>
                  <a:pt x="127105" y="95733"/>
                  <a:pt x="126314" y="92852"/>
                  <a:pt x="125963" y="89554"/>
                </a:cubicBezTo>
                <a:moveTo>
                  <a:pt x="124974" y="63004"/>
                </a:moveTo>
                <a:cubicBezTo>
                  <a:pt x="120669" y="64776"/>
                  <a:pt x="114210" y="66282"/>
                  <a:pt x="105599" y="67522"/>
                </a:cubicBezTo>
                <a:cubicBezTo>
                  <a:pt x="100722" y="68228"/>
                  <a:pt x="97273" y="69022"/>
                  <a:pt x="95252" y="69905"/>
                </a:cubicBezTo>
                <a:cubicBezTo>
                  <a:pt x="93231" y="70786"/>
                  <a:pt x="91671" y="72077"/>
                  <a:pt x="90573" y="73777"/>
                </a:cubicBezTo>
                <a:cubicBezTo>
                  <a:pt x="89474" y="75475"/>
                  <a:pt x="88925" y="77361"/>
                  <a:pt x="88925" y="79434"/>
                </a:cubicBezTo>
                <a:cubicBezTo>
                  <a:pt x="88925" y="82610"/>
                  <a:pt x="90122" y="85257"/>
                  <a:pt x="92517" y="87375"/>
                </a:cubicBezTo>
                <a:cubicBezTo>
                  <a:pt x="94911" y="89493"/>
                  <a:pt x="98415" y="90551"/>
                  <a:pt x="103028" y="90551"/>
                </a:cubicBezTo>
                <a:cubicBezTo>
                  <a:pt x="107598" y="90551"/>
                  <a:pt x="111662" y="89547"/>
                  <a:pt x="115221" y="87538"/>
                </a:cubicBezTo>
                <a:cubicBezTo>
                  <a:pt x="118779" y="85529"/>
                  <a:pt x="121393" y="82781"/>
                  <a:pt x="123063" y="79294"/>
                </a:cubicBezTo>
                <a:cubicBezTo>
                  <a:pt x="124337" y="76600"/>
                  <a:pt x="124974" y="72627"/>
                  <a:pt x="124974" y="67374"/>
                </a:cubicBezTo>
                <a:lnTo>
                  <a:pt x="124974" y="63004"/>
                </a:lnTo>
                <a:close/>
                <a:moveTo>
                  <a:pt x="201006" y="72494"/>
                </a:moveTo>
                <a:lnTo>
                  <a:pt x="212671" y="74009"/>
                </a:lnTo>
                <a:cubicBezTo>
                  <a:pt x="211397" y="82070"/>
                  <a:pt x="208134" y="88380"/>
                  <a:pt x="202884" y="92940"/>
                </a:cubicBezTo>
                <a:cubicBezTo>
                  <a:pt x="197634" y="97498"/>
                  <a:pt x="191186" y="99778"/>
                  <a:pt x="183542" y="99778"/>
                </a:cubicBezTo>
                <a:cubicBezTo>
                  <a:pt x="173964" y="99778"/>
                  <a:pt x="166264" y="96647"/>
                  <a:pt x="160442" y="90386"/>
                </a:cubicBezTo>
                <a:cubicBezTo>
                  <a:pt x="154621" y="84126"/>
                  <a:pt x="151710" y="75152"/>
                  <a:pt x="151710" y="63465"/>
                </a:cubicBezTo>
                <a:cubicBezTo>
                  <a:pt x="151710" y="55908"/>
                  <a:pt x="152962" y="49296"/>
                  <a:pt x="155467" y="43628"/>
                </a:cubicBezTo>
                <a:cubicBezTo>
                  <a:pt x="157971" y="37960"/>
                  <a:pt x="161782" y="33710"/>
                  <a:pt x="166901" y="30876"/>
                </a:cubicBezTo>
                <a:cubicBezTo>
                  <a:pt x="172019" y="28042"/>
                  <a:pt x="177588" y="26625"/>
                  <a:pt x="183607" y="26625"/>
                </a:cubicBezTo>
                <a:cubicBezTo>
                  <a:pt x="191208" y="26625"/>
                  <a:pt x="197425" y="28553"/>
                  <a:pt x="202258" y="32410"/>
                </a:cubicBezTo>
                <a:cubicBezTo>
                  <a:pt x="207091" y="36265"/>
                  <a:pt x="210188" y="41740"/>
                  <a:pt x="211550" y="48834"/>
                </a:cubicBezTo>
                <a:lnTo>
                  <a:pt x="200017" y="50614"/>
                </a:lnTo>
                <a:cubicBezTo>
                  <a:pt x="198919" y="45935"/>
                  <a:pt x="196975" y="42414"/>
                  <a:pt x="194185" y="40053"/>
                </a:cubicBezTo>
                <a:cubicBezTo>
                  <a:pt x="191395" y="37691"/>
                  <a:pt x="188023" y="36510"/>
                  <a:pt x="184069" y="36510"/>
                </a:cubicBezTo>
                <a:cubicBezTo>
                  <a:pt x="178094" y="36510"/>
                  <a:pt x="173239" y="38642"/>
                  <a:pt x="169504" y="42905"/>
                </a:cubicBezTo>
                <a:cubicBezTo>
                  <a:pt x="165770" y="47167"/>
                  <a:pt x="163902" y="53910"/>
                  <a:pt x="163902" y="63135"/>
                </a:cubicBezTo>
                <a:cubicBezTo>
                  <a:pt x="163902" y="72492"/>
                  <a:pt x="165704" y="79291"/>
                  <a:pt x="169306" y="83532"/>
                </a:cubicBezTo>
                <a:cubicBezTo>
                  <a:pt x="172909" y="87772"/>
                  <a:pt x="177610" y="89892"/>
                  <a:pt x="183410" y="89892"/>
                </a:cubicBezTo>
                <a:cubicBezTo>
                  <a:pt x="188067" y="89892"/>
                  <a:pt x="191955" y="88470"/>
                  <a:pt x="195075" y="85625"/>
                </a:cubicBezTo>
                <a:cubicBezTo>
                  <a:pt x="198194" y="82780"/>
                  <a:pt x="200171" y="78403"/>
                  <a:pt x="201006" y="72494"/>
                </a:cubicBezTo>
                <a:close/>
                <a:moveTo>
                  <a:pt x="270732" y="75657"/>
                </a:moveTo>
                <a:lnTo>
                  <a:pt x="282990" y="77173"/>
                </a:lnTo>
                <a:cubicBezTo>
                  <a:pt x="281056" y="84334"/>
                  <a:pt x="277476" y="89892"/>
                  <a:pt x="272247" y="93846"/>
                </a:cubicBezTo>
                <a:cubicBezTo>
                  <a:pt x="267019" y="97800"/>
                  <a:pt x="260341" y="99778"/>
                  <a:pt x="252213" y="99778"/>
                </a:cubicBezTo>
                <a:cubicBezTo>
                  <a:pt x="241976" y="99778"/>
                  <a:pt x="233859" y="96625"/>
                  <a:pt x="227862" y="90320"/>
                </a:cubicBezTo>
                <a:cubicBezTo>
                  <a:pt x="221864" y="84016"/>
                  <a:pt x="218866" y="75174"/>
                  <a:pt x="218866" y="63794"/>
                </a:cubicBezTo>
                <a:cubicBezTo>
                  <a:pt x="218866" y="52020"/>
                  <a:pt x="221897" y="42881"/>
                  <a:pt x="227960" y="36379"/>
                </a:cubicBezTo>
                <a:cubicBezTo>
                  <a:pt x="234024" y="29876"/>
                  <a:pt x="241888" y="26625"/>
                  <a:pt x="251554" y="26625"/>
                </a:cubicBezTo>
                <a:cubicBezTo>
                  <a:pt x="260912" y="26625"/>
                  <a:pt x="268557" y="29805"/>
                  <a:pt x="274488" y="36166"/>
                </a:cubicBezTo>
                <a:cubicBezTo>
                  <a:pt x="280419" y="42526"/>
                  <a:pt x="283385" y="51474"/>
                  <a:pt x="283385" y="63010"/>
                </a:cubicBezTo>
                <a:cubicBezTo>
                  <a:pt x="283385" y="63711"/>
                  <a:pt x="283363" y="64764"/>
                  <a:pt x="283319" y="66167"/>
                </a:cubicBezTo>
                <a:lnTo>
                  <a:pt x="231124" y="66167"/>
                </a:lnTo>
                <a:cubicBezTo>
                  <a:pt x="231563" y="73834"/>
                  <a:pt x="233738" y="79704"/>
                  <a:pt x="237648" y="83780"/>
                </a:cubicBezTo>
                <a:cubicBezTo>
                  <a:pt x="241558" y="87855"/>
                  <a:pt x="246435" y="89892"/>
                  <a:pt x="252279" y="89892"/>
                </a:cubicBezTo>
                <a:cubicBezTo>
                  <a:pt x="256628" y="89892"/>
                  <a:pt x="260341" y="88761"/>
                  <a:pt x="263416" y="86498"/>
                </a:cubicBezTo>
                <a:cubicBezTo>
                  <a:pt x="266492" y="84234"/>
                  <a:pt x="268930" y="80620"/>
                  <a:pt x="270732" y="75657"/>
                </a:cubicBezTo>
                <a:moveTo>
                  <a:pt x="231783" y="56281"/>
                </a:moveTo>
                <a:lnTo>
                  <a:pt x="270863" y="56281"/>
                </a:lnTo>
                <a:cubicBezTo>
                  <a:pt x="270336" y="50490"/>
                  <a:pt x="268842" y="46147"/>
                  <a:pt x="266382" y="43251"/>
                </a:cubicBezTo>
                <a:cubicBezTo>
                  <a:pt x="262604" y="38757"/>
                  <a:pt x="257705" y="36510"/>
                  <a:pt x="251686" y="36510"/>
                </a:cubicBezTo>
                <a:cubicBezTo>
                  <a:pt x="246238" y="36510"/>
                  <a:pt x="241657" y="38304"/>
                  <a:pt x="237945" y="41892"/>
                </a:cubicBezTo>
                <a:cubicBezTo>
                  <a:pt x="234232" y="45478"/>
                  <a:pt x="232178" y="50275"/>
                  <a:pt x="231783" y="56281"/>
                </a:cubicBezTo>
                <a:close/>
                <a:moveTo>
                  <a:pt x="308803" y="98196"/>
                </a:moveTo>
                <a:lnTo>
                  <a:pt x="297797" y="98196"/>
                </a:lnTo>
                <a:lnTo>
                  <a:pt x="297797" y="1582"/>
                </a:lnTo>
                <a:lnTo>
                  <a:pt x="309660" y="1582"/>
                </a:lnTo>
                <a:lnTo>
                  <a:pt x="309660" y="36177"/>
                </a:lnTo>
                <a:cubicBezTo>
                  <a:pt x="314668" y="29809"/>
                  <a:pt x="321061" y="26625"/>
                  <a:pt x="328838" y="26625"/>
                </a:cubicBezTo>
                <a:cubicBezTo>
                  <a:pt x="333143" y="26625"/>
                  <a:pt x="337218" y="27493"/>
                  <a:pt x="341063" y="29228"/>
                </a:cubicBezTo>
                <a:cubicBezTo>
                  <a:pt x="344907" y="30964"/>
                  <a:pt x="348070" y="33402"/>
                  <a:pt x="350553" y="36543"/>
                </a:cubicBezTo>
                <a:cubicBezTo>
                  <a:pt x="353035" y="39685"/>
                  <a:pt x="354979" y="43474"/>
                  <a:pt x="356385" y="47912"/>
                </a:cubicBezTo>
                <a:cubicBezTo>
                  <a:pt x="357791" y="52349"/>
                  <a:pt x="358494" y="57094"/>
                  <a:pt x="358494" y="62147"/>
                </a:cubicBezTo>
                <a:cubicBezTo>
                  <a:pt x="358494" y="74141"/>
                  <a:pt x="355528" y="83412"/>
                  <a:pt x="349597" y="89958"/>
                </a:cubicBezTo>
                <a:cubicBezTo>
                  <a:pt x="343666" y="96504"/>
                  <a:pt x="336548" y="99778"/>
                  <a:pt x="328244" y="99778"/>
                </a:cubicBezTo>
                <a:cubicBezTo>
                  <a:pt x="319985" y="99778"/>
                  <a:pt x="313504" y="96285"/>
                  <a:pt x="308803" y="89299"/>
                </a:cubicBezTo>
                <a:lnTo>
                  <a:pt x="308803" y="98196"/>
                </a:lnTo>
                <a:moveTo>
                  <a:pt x="308671" y="62676"/>
                </a:moveTo>
                <a:cubicBezTo>
                  <a:pt x="308671" y="71027"/>
                  <a:pt x="309814" y="77060"/>
                  <a:pt x="312098" y="80777"/>
                </a:cubicBezTo>
                <a:cubicBezTo>
                  <a:pt x="315833" y="86854"/>
                  <a:pt x="320885" y="89892"/>
                  <a:pt x="327256" y="89892"/>
                </a:cubicBezTo>
                <a:cubicBezTo>
                  <a:pt x="332440" y="89892"/>
                  <a:pt x="336922" y="87651"/>
                  <a:pt x="340700" y="83170"/>
                </a:cubicBezTo>
                <a:cubicBezTo>
                  <a:pt x="344479" y="78688"/>
                  <a:pt x="346368" y="72010"/>
                  <a:pt x="346368" y="63135"/>
                </a:cubicBezTo>
                <a:cubicBezTo>
                  <a:pt x="346368" y="54042"/>
                  <a:pt x="344556" y="47332"/>
                  <a:pt x="340931" y="43004"/>
                </a:cubicBezTo>
                <a:cubicBezTo>
                  <a:pt x="337306" y="38675"/>
                  <a:pt x="332924" y="36510"/>
                  <a:pt x="327783" y="36510"/>
                </a:cubicBezTo>
                <a:cubicBezTo>
                  <a:pt x="322599" y="36510"/>
                  <a:pt x="318117" y="38751"/>
                  <a:pt x="314339" y="43233"/>
                </a:cubicBezTo>
                <a:cubicBezTo>
                  <a:pt x="310560" y="47714"/>
                  <a:pt x="308671" y="54195"/>
                  <a:pt x="308671" y="62676"/>
                </a:cubicBezTo>
                <a:close/>
                <a:moveTo>
                  <a:pt x="368491" y="63201"/>
                </a:moveTo>
                <a:cubicBezTo>
                  <a:pt x="368491" y="50240"/>
                  <a:pt x="372093" y="40640"/>
                  <a:pt x="379299" y="34402"/>
                </a:cubicBezTo>
                <a:cubicBezTo>
                  <a:pt x="385318" y="29217"/>
                  <a:pt x="392655" y="26625"/>
                  <a:pt x="401310" y="26625"/>
                </a:cubicBezTo>
                <a:cubicBezTo>
                  <a:pt x="410932" y="26625"/>
                  <a:pt x="418797" y="29777"/>
                  <a:pt x="424904" y="36082"/>
                </a:cubicBezTo>
                <a:cubicBezTo>
                  <a:pt x="431011" y="42387"/>
                  <a:pt x="434064" y="51097"/>
                  <a:pt x="434064" y="62213"/>
                </a:cubicBezTo>
                <a:cubicBezTo>
                  <a:pt x="434064" y="71219"/>
                  <a:pt x="432713" y="78304"/>
                  <a:pt x="430011" y="83466"/>
                </a:cubicBezTo>
                <a:cubicBezTo>
                  <a:pt x="427309" y="88629"/>
                  <a:pt x="423377" y="92638"/>
                  <a:pt x="418215" y="95494"/>
                </a:cubicBezTo>
                <a:cubicBezTo>
                  <a:pt x="413052" y="98350"/>
                  <a:pt x="407417" y="99778"/>
                  <a:pt x="401310" y="99778"/>
                </a:cubicBezTo>
                <a:cubicBezTo>
                  <a:pt x="391513" y="99778"/>
                  <a:pt x="383593" y="96636"/>
                  <a:pt x="377552" y="90353"/>
                </a:cubicBezTo>
                <a:cubicBezTo>
                  <a:pt x="371511" y="84071"/>
                  <a:pt x="368491" y="75020"/>
                  <a:pt x="368491" y="63201"/>
                </a:cubicBezTo>
                <a:moveTo>
                  <a:pt x="380683" y="63168"/>
                </a:moveTo>
                <a:cubicBezTo>
                  <a:pt x="380683" y="72098"/>
                  <a:pt x="382638" y="78785"/>
                  <a:pt x="386548" y="83228"/>
                </a:cubicBezTo>
                <a:cubicBezTo>
                  <a:pt x="390458" y="87671"/>
                  <a:pt x="395379" y="89892"/>
                  <a:pt x="401310" y="89892"/>
                </a:cubicBezTo>
                <a:cubicBezTo>
                  <a:pt x="407198" y="89892"/>
                  <a:pt x="412097" y="87660"/>
                  <a:pt x="416007" y="83195"/>
                </a:cubicBezTo>
                <a:cubicBezTo>
                  <a:pt x="419917" y="78730"/>
                  <a:pt x="421872" y="71923"/>
                  <a:pt x="421872" y="62775"/>
                </a:cubicBezTo>
                <a:cubicBezTo>
                  <a:pt x="421872" y="54151"/>
                  <a:pt x="419906" y="47618"/>
                  <a:pt x="415974" y="43175"/>
                </a:cubicBezTo>
                <a:cubicBezTo>
                  <a:pt x="412042" y="38732"/>
                  <a:pt x="407154" y="36510"/>
                  <a:pt x="401310" y="36510"/>
                </a:cubicBezTo>
                <a:cubicBezTo>
                  <a:pt x="395379" y="36510"/>
                  <a:pt x="390458" y="38721"/>
                  <a:pt x="386548" y="43142"/>
                </a:cubicBezTo>
                <a:cubicBezTo>
                  <a:pt x="382638" y="47563"/>
                  <a:pt x="380683" y="54238"/>
                  <a:pt x="380683" y="63168"/>
                </a:cubicBezTo>
                <a:close/>
                <a:moveTo>
                  <a:pt x="443534" y="63201"/>
                </a:moveTo>
                <a:cubicBezTo>
                  <a:pt x="443534" y="50240"/>
                  <a:pt x="447137" y="40640"/>
                  <a:pt x="454342" y="34402"/>
                </a:cubicBezTo>
                <a:cubicBezTo>
                  <a:pt x="460361" y="29217"/>
                  <a:pt x="467698" y="26625"/>
                  <a:pt x="476354" y="26625"/>
                </a:cubicBezTo>
                <a:cubicBezTo>
                  <a:pt x="485976" y="26625"/>
                  <a:pt x="493840" y="29777"/>
                  <a:pt x="499947" y="36082"/>
                </a:cubicBezTo>
                <a:cubicBezTo>
                  <a:pt x="506054" y="42387"/>
                  <a:pt x="509108" y="51097"/>
                  <a:pt x="509108" y="62213"/>
                </a:cubicBezTo>
                <a:cubicBezTo>
                  <a:pt x="509108" y="71219"/>
                  <a:pt x="507757" y="78304"/>
                  <a:pt x="505055" y="83466"/>
                </a:cubicBezTo>
                <a:cubicBezTo>
                  <a:pt x="502353" y="88629"/>
                  <a:pt x="498420" y="92638"/>
                  <a:pt x="493258" y="95494"/>
                </a:cubicBezTo>
                <a:cubicBezTo>
                  <a:pt x="488096" y="98350"/>
                  <a:pt x="482461" y="99778"/>
                  <a:pt x="476354" y="99778"/>
                </a:cubicBezTo>
                <a:cubicBezTo>
                  <a:pt x="466556" y="99778"/>
                  <a:pt x="458637" y="96636"/>
                  <a:pt x="452596" y="90353"/>
                </a:cubicBezTo>
                <a:cubicBezTo>
                  <a:pt x="446555" y="84071"/>
                  <a:pt x="443534" y="75020"/>
                  <a:pt x="443534" y="63201"/>
                </a:cubicBezTo>
                <a:moveTo>
                  <a:pt x="455726" y="63168"/>
                </a:moveTo>
                <a:cubicBezTo>
                  <a:pt x="455726" y="72098"/>
                  <a:pt x="457681" y="78785"/>
                  <a:pt x="461591" y="83228"/>
                </a:cubicBezTo>
                <a:cubicBezTo>
                  <a:pt x="465502" y="87671"/>
                  <a:pt x="470422" y="89892"/>
                  <a:pt x="476354" y="89892"/>
                </a:cubicBezTo>
                <a:cubicBezTo>
                  <a:pt x="482241" y="89892"/>
                  <a:pt x="487140" y="87660"/>
                  <a:pt x="491050" y="83195"/>
                </a:cubicBezTo>
                <a:cubicBezTo>
                  <a:pt x="494960" y="78730"/>
                  <a:pt x="496916" y="71923"/>
                  <a:pt x="496916" y="62775"/>
                </a:cubicBezTo>
                <a:cubicBezTo>
                  <a:pt x="496916" y="54151"/>
                  <a:pt x="494949" y="47618"/>
                  <a:pt x="491017" y="43175"/>
                </a:cubicBezTo>
                <a:cubicBezTo>
                  <a:pt x="487085" y="38732"/>
                  <a:pt x="482197" y="36510"/>
                  <a:pt x="476354" y="36510"/>
                </a:cubicBezTo>
                <a:cubicBezTo>
                  <a:pt x="470422" y="36510"/>
                  <a:pt x="465502" y="38721"/>
                  <a:pt x="461591" y="43142"/>
                </a:cubicBezTo>
                <a:cubicBezTo>
                  <a:pt x="457681" y="47563"/>
                  <a:pt x="455726" y="54238"/>
                  <a:pt x="455726" y="63168"/>
                </a:cubicBezTo>
                <a:close/>
                <a:moveTo>
                  <a:pt x="523059" y="98196"/>
                </a:moveTo>
                <a:lnTo>
                  <a:pt x="523059" y="1582"/>
                </a:lnTo>
                <a:lnTo>
                  <a:pt x="534921" y="1582"/>
                </a:lnTo>
                <a:lnTo>
                  <a:pt x="534921" y="56677"/>
                </a:lnTo>
                <a:lnTo>
                  <a:pt x="562996" y="28207"/>
                </a:lnTo>
                <a:lnTo>
                  <a:pt x="578352" y="28207"/>
                </a:lnTo>
                <a:lnTo>
                  <a:pt x="551595" y="54172"/>
                </a:lnTo>
                <a:lnTo>
                  <a:pt x="581054" y="98196"/>
                </a:lnTo>
                <a:lnTo>
                  <a:pt x="566423" y="98196"/>
                </a:lnTo>
                <a:lnTo>
                  <a:pt x="543291" y="62410"/>
                </a:lnTo>
                <a:lnTo>
                  <a:pt x="534921" y="70451"/>
                </a:lnTo>
                <a:lnTo>
                  <a:pt x="534921" y="98196"/>
                </a:lnTo>
                <a:lnTo>
                  <a:pt x="523059" y="98196"/>
                </a:lnTo>
                <a:close/>
                <a:moveTo>
                  <a:pt x="627999" y="125084"/>
                </a:moveTo>
                <a:lnTo>
                  <a:pt x="627999" y="28207"/>
                </a:lnTo>
                <a:lnTo>
                  <a:pt x="638807" y="28207"/>
                </a:lnTo>
                <a:lnTo>
                  <a:pt x="638807" y="37235"/>
                </a:lnTo>
                <a:cubicBezTo>
                  <a:pt x="641356" y="33699"/>
                  <a:pt x="644233" y="31046"/>
                  <a:pt x="647441" y="29278"/>
                </a:cubicBezTo>
                <a:cubicBezTo>
                  <a:pt x="650648" y="27509"/>
                  <a:pt x="654536" y="26625"/>
                  <a:pt x="659106" y="26625"/>
                </a:cubicBezTo>
                <a:cubicBezTo>
                  <a:pt x="665081" y="26625"/>
                  <a:pt x="670353" y="28163"/>
                  <a:pt x="674922" y="31238"/>
                </a:cubicBezTo>
                <a:cubicBezTo>
                  <a:pt x="679492" y="34314"/>
                  <a:pt x="682941" y="38652"/>
                  <a:pt x="685269" y="44254"/>
                </a:cubicBezTo>
                <a:cubicBezTo>
                  <a:pt x="687598" y="49856"/>
                  <a:pt x="688762" y="55996"/>
                  <a:pt x="688762" y="62674"/>
                </a:cubicBezTo>
                <a:cubicBezTo>
                  <a:pt x="688762" y="69835"/>
                  <a:pt x="687477" y="76283"/>
                  <a:pt x="684907" y="82017"/>
                </a:cubicBezTo>
                <a:cubicBezTo>
                  <a:pt x="682336" y="87750"/>
                  <a:pt x="678602" y="92144"/>
                  <a:pt x="673703" y="95197"/>
                </a:cubicBezTo>
                <a:cubicBezTo>
                  <a:pt x="668804" y="98251"/>
                  <a:pt x="663653" y="99778"/>
                  <a:pt x="658249" y="99778"/>
                </a:cubicBezTo>
                <a:cubicBezTo>
                  <a:pt x="654295" y="99778"/>
                  <a:pt x="650747" y="98932"/>
                  <a:pt x="647605" y="97240"/>
                </a:cubicBezTo>
                <a:cubicBezTo>
                  <a:pt x="644464" y="95547"/>
                  <a:pt x="641883" y="93410"/>
                  <a:pt x="639862" y="90827"/>
                </a:cubicBezTo>
                <a:lnTo>
                  <a:pt x="639862" y="125084"/>
                </a:lnTo>
                <a:lnTo>
                  <a:pt x="627999" y="125084"/>
                </a:lnTo>
                <a:moveTo>
                  <a:pt x="638741" y="63498"/>
                </a:moveTo>
                <a:cubicBezTo>
                  <a:pt x="638741" y="72494"/>
                  <a:pt x="640565" y="79142"/>
                  <a:pt x="644211" y="83442"/>
                </a:cubicBezTo>
                <a:cubicBezTo>
                  <a:pt x="647858" y="87742"/>
                  <a:pt x="652274" y="89892"/>
                  <a:pt x="657458" y="89892"/>
                </a:cubicBezTo>
                <a:cubicBezTo>
                  <a:pt x="662730" y="89892"/>
                  <a:pt x="667245" y="87665"/>
                  <a:pt x="671001" y="83211"/>
                </a:cubicBezTo>
                <a:cubicBezTo>
                  <a:pt x="674758" y="78757"/>
                  <a:pt x="676636" y="71857"/>
                  <a:pt x="676636" y="62509"/>
                </a:cubicBezTo>
                <a:cubicBezTo>
                  <a:pt x="676636" y="53601"/>
                  <a:pt x="674801" y="46931"/>
                  <a:pt x="671133" y="42499"/>
                </a:cubicBezTo>
                <a:cubicBezTo>
                  <a:pt x="667464" y="38067"/>
                  <a:pt x="663082" y="35851"/>
                  <a:pt x="657985" y="35851"/>
                </a:cubicBezTo>
                <a:cubicBezTo>
                  <a:pt x="652933" y="35851"/>
                  <a:pt x="648462" y="38210"/>
                  <a:pt x="644574" y="42928"/>
                </a:cubicBezTo>
                <a:cubicBezTo>
                  <a:pt x="640686" y="47645"/>
                  <a:pt x="638741" y="54502"/>
                  <a:pt x="638741" y="63498"/>
                </a:cubicBezTo>
                <a:close/>
                <a:moveTo>
                  <a:pt x="698627" y="63201"/>
                </a:moveTo>
                <a:cubicBezTo>
                  <a:pt x="698627" y="50240"/>
                  <a:pt x="702229" y="40640"/>
                  <a:pt x="709435" y="34402"/>
                </a:cubicBezTo>
                <a:cubicBezTo>
                  <a:pt x="715454" y="29217"/>
                  <a:pt x="722791" y="26625"/>
                  <a:pt x="731447" y="26625"/>
                </a:cubicBezTo>
                <a:cubicBezTo>
                  <a:pt x="741068" y="26625"/>
                  <a:pt x="748933" y="29777"/>
                  <a:pt x="755040" y="36082"/>
                </a:cubicBezTo>
                <a:cubicBezTo>
                  <a:pt x="761147" y="42387"/>
                  <a:pt x="764201" y="51097"/>
                  <a:pt x="764201" y="62213"/>
                </a:cubicBezTo>
                <a:cubicBezTo>
                  <a:pt x="764201" y="71219"/>
                  <a:pt x="762849" y="78304"/>
                  <a:pt x="760147" y="83466"/>
                </a:cubicBezTo>
                <a:cubicBezTo>
                  <a:pt x="757445" y="88629"/>
                  <a:pt x="753513" y="92638"/>
                  <a:pt x="748351" y="95494"/>
                </a:cubicBezTo>
                <a:cubicBezTo>
                  <a:pt x="743188" y="98350"/>
                  <a:pt x="737554" y="99778"/>
                  <a:pt x="731447" y="99778"/>
                </a:cubicBezTo>
                <a:cubicBezTo>
                  <a:pt x="721649" y="99778"/>
                  <a:pt x="713730" y="96636"/>
                  <a:pt x="707688" y="90353"/>
                </a:cubicBezTo>
                <a:cubicBezTo>
                  <a:pt x="701647" y="84071"/>
                  <a:pt x="698627" y="75020"/>
                  <a:pt x="698627" y="63201"/>
                </a:cubicBezTo>
                <a:moveTo>
                  <a:pt x="710819" y="63168"/>
                </a:moveTo>
                <a:cubicBezTo>
                  <a:pt x="710819" y="72098"/>
                  <a:pt x="712774" y="78785"/>
                  <a:pt x="716684" y="83228"/>
                </a:cubicBezTo>
                <a:cubicBezTo>
                  <a:pt x="720595" y="87671"/>
                  <a:pt x="725515" y="89892"/>
                  <a:pt x="731447" y="89892"/>
                </a:cubicBezTo>
                <a:cubicBezTo>
                  <a:pt x="737334" y="89892"/>
                  <a:pt x="742233" y="87660"/>
                  <a:pt x="746143" y="83195"/>
                </a:cubicBezTo>
                <a:cubicBezTo>
                  <a:pt x="750053" y="78730"/>
                  <a:pt x="752008" y="71923"/>
                  <a:pt x="752008" y="62775"/>
                </a:cubicBezTo>
                <a:cubicBezTo>
                  <a:pt x="752008" y="54151"/>
                  <a:pt x="750042" y="47618"/>
                  <a:pt x="746110" y="43175"/>
                </a:cubicBezTo>
                <a:cubicBezTo>
                  <a:pt x="742178" y="38732"/>
                  <a:pt x="737290" y="36510"/>
                  <a:pt x="731447" y="36510"/>
                </a:cubicBezTo>
                <a:cubicBezTo>
                  <a:pt x="725515" y="36510"/>
                  <a:pt x="720595" y="38721"/>
                  <a:pt x="716684" y="43142"/>
                </a:cubicBezTo>
                <a:cubicBezTo>
                  <a:pt x="712774" y="47563"/>
                  <a:pt x="710819" y="54238"/>
                  <a:pt x="710819" y="63168"/>
                </a:cubicBezTo>
                <a:close/>
                <a:moveTo>
                  <a:pt x="773341" y="77239"/>
                </a:moveTo>
                <a:lnTo>
                  <a:pt x="785071" y="75393"/>
                </a:lnTo>
                <a:cubicBezTo>
                  <a:pt x="785730" y="80074"/>
                  <a:pt x="787565" y="83661"/>
                  <a:pt x="790574" y="86154"/>
                </a:cubicBezTo>
                <a:cubicBezTo>
                  <a:pt x="793584" y="88646"/>
                  <a:pt x="797791" y="89892"/>
                  <a:pt x="803195" y="89892"/>
                </a:cubicBezTo>
                <a:cubicBezTo>
                  <a:pt x="808643" y="89892"/>
                  <a:pt x="812685" y="88792"/>
                  <a:pt x="815321" y="86591"/>
                </a:cubicBezTo>
                <a:cubicBezTo>
                  <a:pt x="817957" y="84388"/>
                  <a:pt x="819275" y="81806"/>
                  <a:pt x="819275" y="78843"/>
                </a:cubicBezTo>
                <a:cubicBezTo>
                  <a:pt x="819275" y="76183"/>
                  <a:pt x="818111" y="74091"/>
                  <a:pt x="815782" y="72566"/>
                </a:cubicBezTo>
                <a:cubicBezTo>
                  <a:pt x="814157" y="71519"/>
                  <a:pt x="810115" y="70190"/>
                  <a:pt x="803656" y="68576"/>
                </a:cubicBezTo>
                <a:cubicBezTo>
                  <a:pt x="794957" y="66378"/>
                  <a:pt x="788927" y="64477"/>
                  <a:pt x="785566" y="62872"/>
                </a:cubicBezTo>
                <a:cubicBezTo>
                  <a:pt x="782205" y="61267"/>
                  <a:pt x="779656" y="59046"/>
                  <a:pt x="777921" y="56209"/>
                </a:cubicBezTo>
                <a:cubicBezTo>
                  <a:pt x="776185" y="53373"/>
                  <a:pt x="775318" y="50240"/>
                  <a:pt x="775318" y="46810"/>
                </a:cubicBezTo>
                <a:cubicBezTo>
                  <a:pt x="775318" y="43688"/>
                  <a:pt x="776032" y="40796"/>
                  <a:pt x="777460" y="38135"/>
                </a:cubicBezTo>
                <a:cubicBezTo>
                  <a:pt x="778887" y="35474"/>
                  <a:pt x="780832" y="33265"/>
                  <a:pt x="783292" y="31506"/>
                </a:cubicBezTo>
                <a:cubicBezTo>
                  <a:pt x="785137" y="30143"/>
                  <a:pt x="787653" y="28989"/>
                  <a:pt x="790838" y="28044"/>
                </a:cubicBezTo>
                <a:cubicBezTo>
                  <a:pt x="794023" y="27098"/>
                  <a:pt x="797439" y="26625"/>
                  <a:pt x="801086" y="26625"/>
                </a:cubicBezTo>
                <a:cubicBezTo>
                  <a:pt x="806578" y="26625"/>
                  <a:pt x="811400" y="27421"/>
                  <a:pt x="815552" y="29014"/>
                </a:cubicBezTo>
                <a:cubicBezTo>
                  <a:pt x="819704" y="30605"/>
                  <a:pt x="822768" y="32761"/>
                  <a:pt x="824745" y="35483"/>
                </a:cubicBezTo>
                <a:cubicBezTo>
                  <a:pt x="826722" y="38203"/>
                  <a:pt x="828084" y="41840"/>
                  <a:pt x="828831" y="46396"/>
                </a:cubicBezTo>
                <a:lnTo>
                  <a:pt x="817232" y="47978"/>
                </a:lnTo>
                <a:cubicBezTo>
                  <a:pt x="816705" y="44375"/>
                  <a:pt x="815178" y="41563"/>
                  <a:pt x="812652" y="39542"/>
                </a:cubicBezTo>
                <a:cubicBezTo>
                  <a:pt x="810126" y="37521"/>
                  <a:pt x="806556" y="36510"/>
                  <a:pt x="801943" y="36510"/>
                </a:cubicBezTo>
                <a:cubicBezTo>
                  <a:pt x="796495" y="36510"/>
                  <a:pt x="792606" y="37407"/>
                  <a:pt x="790278" y="39200"/>
                </a:cubicBezTo>
                <a:cubicBezTo>
                  <a:pt x="787949" y="40992"/>
                  <a:pt x="786785" y="43090"/>
                  <a:pt x="786785" y="45496"/>
                </a:cubicBezTo>
                <a:cubicBezTo>
                  <a:pt x="786785" y="47025"/>
                  <a:pt x="787268" y="48403"/>
                  <a:pt x="788235" y="49627"/>
                </a:cubicBezTo>
                <a:cubicBezTo>
                  <a:pt x="789201" y="50894"/>
                  <a:pt x="790717" y="51943"/>
                  <a:pt x="792782" y="52774"/>
                </a:cubicBezTo>
                <a:cubicBezTo>
                  <a:pt x="793968" y="53212"/>
                  <a:pt x="797461" y="54218"/>
                  <a:pt x="803261" y="55791"/>
                </a:cubicBezTo>
                <a:cubicBezTo>
                  <a:pt x="811652" y="58031"/>
                  <a:pt x="817507" y="59864"/>
                  <a:pt x="820824" y="61290"/>
                </a:cubicBezTo>
                <a:cubicBezTo>
                  <a:pt x="824141" y="62717"/>
                  <a:pt x="826744" y="64791"/>
                  <a:pt x="828633" y="67514"/>
                </a:cubicBezTo>
                <a:cubicBezTo>
                  <a:pt x="830523" y="70235"/>
                  <a:pt x="831467" y="73615"/>
                  <a:pt x="831467" y="77653"/>
                </a:cubicBezTo>
                <a:cubicBezTo>
                  <a:pt x="831467" y="81604"/>
                  <a:pt x="830314" y="85325"/>
                  <a:pt x="828007" y="88815"/>
                </a:cubicBezTo>
                <a:cubicBezTo>
                  <a:pt x="825701" y="92304"/>
                  <a:pt x="822373" y="95003"/>
                  <a:pt x="818023" y="96913"/>
                </a:cubicBezTo>
                <a:cubicBezTo>
                  <a:pt x="813673" y="98823"/>
                  <a:pt x="808753" y="99778"/>
                  <a:pt x="803261" y="99778"/>
                </a:cubicBezTo>
                <a:cubicBezTo>
                  <a:pt x="794166" y="99778"/>
                  <a:pt x="787235" y="97883"/>
                  <a:pt x="782468" y="94093"/>
                </a:cubicBezTo>
                <a:cubicBezTo>
                  <a:pt x="777701" y="90304"/>
                  <a:pt x="774659" y="84686"/>
                  <a:pt x="773341" y="77239"/>
                </a:cubicBezTo>
                <a:close/>
                <a:moveTo>
                  <a:pt x="871471" y="87717"/>
                </a:moveTo>
                <a:lnTo>
                  <a:pt x="873184" y="98196"/>
                </a:lnTo>
                <a:cubicBezTo>
                  <a:pt x="869845" y="98811"/>
                  <a:pt x="866857" y="99119"/>
                  <a:pt x="864221" y="99119"/>
                </a:cubicBezTo>
                <a:cubicBezTo>
                  <a:pt x="859916" y="99119"/>
                  <a:pt x="856576" y="98438"/>
                  <a:pt x="854204" y="97076"/>
                </a:cubicBezTo>
                <a:cubicBezTo>
                  <a:pt x="851831" y="95713"/>
                  <a:pt x="850162" y="93923"/>
                  <a:pt x="849195" y="91704"/>
                </a:cubicBezTo>
                <a:cubicBezTo>
                  <a:pt x="848229" y="89486"/>
                  <a:pt x="847745" y="84817"/>
                  <a:pt x="847745" y="77700"/>
                </a:cubicBezTo>
                <a:lnTo>
                  <a:pt x="847745" y="37433"/>
                </a:lnTo>
                <a:lnTo>
                  <a:pt x="839046" y="37433"/>
                </a:lnTo>
                <a:lnTo>
                  <a:pt x="839046" y="28207"/>
                </a:lnTo>
                <a:lnTo>
                  <a:pt x="847745" y="28207"/>
                </a:lnTo>
                <a:lnTo>
                  <a:pt x="847745" y="10827"/>
                </a:lnTo>
                <a:lnTo>
                  <a:pt x="859542" y="3691"/>
                </a:lnTo>
                <a:lnTo>
                  <a:pt x="859542" y="28207"/>
                </a:lnTo>
                <a:lnTo>
                  <a:pt x="871471" y="28207"/>
                </a:lnTo>
                <a:lnTo>
                  <a:pt x="871471" y="37433"/>
                </a:lnTo>
                <a:lnTo>
                  <a:pt x="859542" y="37433"/>
                </a:lnTo>
                <a:lnTo>
                  <a:pt x="859542" y="78359"/>
                </a:lnTo>
                <a:cubicBezTo>
                  <a:pt x="859542" y="81742"/>
                  <a:pt x="859751" y="83917"/>
                  <a:pt x="860168" y="84883"/>
                </a:cubicBezTo>
                <a:cubicBezTo>
                  <a:pt x="860586" y="85850"/>
                  <a:pt x="861267" y="86619"/>
                  <a:pt x="862211" y="87190"/>
                </a:cubicBezTo>
                <a:cubicBezTo>
                  <a:pt x="863156" y="87761"/>
                  <a:pt x="864507" y="88047"/>
                  <a:pt x="866264" y="88047"/>
                </a:cubicBezTo>
                <a:cubicBezTo>
                  <a:pt x="867582" y="88047"/>
                  <a:pt x="869318" y="87937"/>
                  <a:pt x="871471" y="87717"/>
                </a:cubicBezTo>
                <a:close/>
                <a:moveTo>
                  <a:pt x="966285" y="89554"/>
                </a:moveTo>
                <a:cubicBezTo>
                  <a:pt x="961891" y="93292"/>
                  <a:pt x="957662" y="95930"/>
                  <a:pt x="953598" y="97469"/>
                </a:cubicBezTo>
                <a:cubicBezTo>
                  <a:pt x="949534" y="99008"/>
                  <a:pt x="945174" y="99778"/>
                  <a:pt x="940517" y="99778"/>
                </a:cubicBezTo>
                <a:cubicBezTo>
                  <a:pt x="932828" y="99778"/>
                  <a:pt x="926919" y="97898"/>
                  <a:pt x="922789" y="94139"/>
                </a:cubicBezTo>
                <a:cubicBezTo>
                  <a:pt x="918659" y="90379"/>
                  <a:pt x="916594" y="85576"/>
                  <a:pt x="916594" y="79729"/>
                </a:cubicBezTo>
                <a:cubicBezTo>
                  <a:pt x="916594" y="76300"/>
                  <a:pt x="917374" y="73168"/>
                  <a:pt x="918933" y="70333"/>
                </a:cubicBezTo>
                <a:cubicBezTo>
                  <a:pt x="920493" y="67497"/>
                  <a:pt x="922536" y="65221"/>
                  <a:pt x="925062" y="63506"/>
                </a:cubicBezTo>
                <a:cubicBezTo>
                  <a:pt x="927589" y="61791"/>
                  <a:pt x="930433" y="60494"/>
                  <a:pt x="933597" y="59616"/>
                </a:cubicBezTo>
                <a:cubicBezTo>
                  <a:pt x="935925" y="58999"/>
                  <a:pt x="939440" y="58405"/>
                  <a:pt x="944141" y="57834"/>
                </a:cubicBezTo>
                <a:cubicBezTo>
                  <a:pt x="953719" y="56700"/>
                  <a:pt x="960771" y="55348"/>
                  <a:pt x="965296" y="53777"/>
                </a:cubicBezTo>
                <a:cubicBezTo>
                  <a:pt x="965340" y="52158"/>
                  <a:pt x="965362" y="51130"/>
                  <a:pt x="965362" y="50692"/>
                </a:cubicBezTo>
                <a:cubicBezTo>
                  <a:pt x="965362" y="45877"/>
                  <a:pt x="964242" y="42485"/>
                  <a:pt x="962001" y="40516"/>
                </a:cubicBezTo>
                <a:cubicBezTo>
                  <a:pt x="958969" y="37846"/>
                  <a:pt x="954466" y="36510"/>
                  <a:pt x="948491" y="36510"/>
                </a:cubicBezTo>
                <a:cubicBezTo>
                  <a:pt x="942911" y="36510"/>
                  <a:pt x="938792" y="37488"/>
                  <a:pt x="936134" y="39443"/>
                </a:cubicBezTo>
                <a:cubicBezTo>
                  <a:pt x="933476" y="41398"/>
                  <a:pt x="931510" y="44858"/>
                  <a:pt x="930236" y="49823"/>
                </a:cubicBezTo>
                <a:lnTo>
                  <a:pt x="918637" y="48241"/>
                </a:lnTo>
                <a:cubicBezTo>
                  <a:pt x="919691" y="43261"/>
                  <a:pt x="921427" y="39240"/>
                  <a:pt x="923843" y="36177"/>
                </a:cubicBezTo>
                <a:cubicBezTo>
                  <a:pt x="926259" y="33114"/>
                  <a:pt x="929752" y="30756"/>
                  <a:pt x="934322" y="29105"/>
                </a:cubicBezTo>
                <a:cubicBezTo>
                  <a:pt x="938891" y="27451"/>
                  <a:pt x="944185" y="26625"/>
                  <a:pt x="950204" y="26625"/>
                </a:cubicBezTo>
                <a:cubicBezTo>
                  <a:pt x="956180" y="26625"/>
                  <a:pt x="961034" y="27328"/>
                  <a:pt x="964769" y="28734"/>
                </a:cubicBezTo>
                <a:cubicBezTo>
                  <a:pt x="968503" y="30140"/>
                  <a:pt x="971249" y="31908"/>
                  <a:pt x="973007" y="34039"/>
                </a:cubicBezTo>
                <a:cubicBezTo>
                  <a:pt x="974764" y="36170"/>
                  <a:pt x="975994" y="38861"/>
                  <a:pt x="976697" y="42112"/>
                </a:cubicBezTo>
                <a:cubicBezTo>
                  <a:pt x="977093" y="44133"/>
                  <a:pt x="977291" y="47780"/>
                  <a:pt x="977291" y="53052"/>
                </a:cubicBezTo>
                <a:lnTo>
                  <a:pt x="977291" y="68869"/>
                </a:lnTo>
                <a:cubicBezTo>
                  <a:pt x="977291" y="79897"/>
                  <a:pt x="977543" y="86871"/>
                  <a:pt x="978048" y="89793"/>
                </a:cubicBezTo>
                <a:cubicBezTo>
                  <a:pt x="978554" y="92715"/>
                  <a:pt x="979553" y="95516"/>
                  <a:pt x="981047" y="98196"/>
                </a:cubicBezTo>
                <a:lnTo>
                  <a:pt x="968657" y="98196"/>
                </a:lnTo>
                <a:cubicBezTo>
                  <a:pt x="967427" y="95733"/>
                  <a:pt x="966636" y="92852"/>
                  <a:pt x="966285" y="89554"/>
                </a:cubicBezTo>
                <a:moveTo>
                  <a:pt x="965296" y="63004"/>
                </a:moveTo>
                <a:cubicBezTo>
                  <a:pt x="960990" y="64776"/>
                  <a:pt x="954532" y="66282"/>
                  <a:pt x="945921" y="67522"/>
                </a:cubicBezTo>
                <a:cubicBezTo>
                  <a:pt x="941044" y="68228"/>
                  <a:pt x="937595" y="69022"/>
                  <a:pt x="935574" y="69905"/>
                </a:cubicBezTo>
                <a:cubicBezTo>
                  <a:pt x="933553" y="70786"/>
                  <a:pt x="931993" y="72077"/>
                  <a:pt x="930895" y="73777"/>
                </a:cubicBezTo>
                <a:cubicBezTo>
                  <a:pt x="929796" y="75475"/>
                  <a:pt x="929247" y="77361"/>
                  <a:pt x="929247" y="79434"/>
                </a:cubicBezTo>
                <a:cubicBezTo>
                  <a:pt x="929247" y="82610"/>
                  <a:pt x="930444" y="85257"/>
                  <a:pt x="932839" y="87375"/>
                </a:cubicBezTo>
                <a:cubicBezTo>
                  <a:pt x="935233" y="89493"/>
                  <a:pt x="938737" y="90551"/>
                  <a:pt x="943350" y="90551"/>
                </a:cubicBezTo>
                <a:cubicBezTo>
                  <a:pt x="947920" y="90551"/>
                  <a:pt x="951984" y="89547"/>
                  <a:pt x="955542" y="87538"/>
                </a:cubicBezTo>
                <a:cubicBezTo>
                  <a:pt x="959101" y="85529"/>
                  <a:pt x="961715" y="82781"/>
                  <a:pt x="963385" y="79294"/>
                </a:cubicBezTo>
                <a:cubicBezTo>
                  <a:pt x="964659" y="76600"/>
                  <a:pt x="965296" y="72627"/>
                  <a:pt x="965296" y="67374"/>
                </a:cubicBezTo>
                <a:lnTo>
                  <a:pt x="965296" y="63004"/>
                </a:lnTo>
                <a:close/>
                <a:moveTo>
                  <a:pt x="1006597" y="98196"/>
                </a:moveTo>
                <a:lnTo>
                  <a:pt x="995591" y="98196"/>
                </a:lnTo>
                <a:lnTo>
                  <a:pt x="995591" y="1582"/>
                </a:lnTo>
                <a:lnTo>
                  <a:pt x="1007454" y="1582"/>
                </a:lnTo>
                <a:lnTo>
                  <a:pt x="1007454" y="36177"/>
                </a:lnTo>
                <a:cubicBezTo>
                  <a:pt x="1012462" y="29809"/>
                  <a:pt x="1018855" y="26625"/>
                  <a:pt x="1026632" y="26625"/>
                </a:cubicBezTo>
                <a:cubicBezTo>
                  <a:pt x="1030937" y="26625"/>
                  <a:pt x="1035012" y="27493"/>
                  <a:pt x="1038857" y="29228"/>
                </a:cubicBezTo>
                <a:cubicBezTo>
                  <a:pt x="1042701" y="30964"/>
                  <a:pt x="1045864" y="33402"/>
                  <a:pt x="1048347" y="36543"/>
                </a:cubicBezTo>
                <a:cubicBezTo>
                  <a:pt x="1050829" y="39685"/>
                  <a:pt x="1052773" y="43474"/>
                  <a:pt x="1054179" y="47912"/>
                </a:cubicBezTo>
                <a:cubicBezTo>
                  <a:pt x="1055585" y="52349"/>
                  <a:pt x="1056288" y="57094"/>
                  <a:pt x="1056288" y="62147"/>
                </a:cubicBezTo>
                <a:cubicBezTo>
                  <a:pt x="1056288" y="74141"/>
                  <a:pt x="1053322" y="83412"/>
                  <a:pt x="1047391" y="89958"/>
                </a:cubicBezTo>
                <a:cubicBezTo>
                  <a:pt x="1041460" y="96504"/>
                  <a:pt x="1034342" y="99778"/>
                  <a:pt x="1026039" y="99778"/>
                </a:cubicBezTo>
                <a:cubicBezTo>
                  <a:pt x="1017779" y="99778"/>
                  <a:pt x="1011298" y="96285"/>
                  <a:pt x="1006597" y="89299"/>
                </a:cubicBezTo>
                <a:lnTo>
                  <a:pt x="1006597" y="98196"/>
                </a:lnTo>
                <a:moveTo>
                  <a:pt x="1006465" y="62676"/>
                </a:moveTo>
                <a:cubicBezTo>
                  <a:pt x="1006465" y="71027"/>
                  <a:pt x="1007608" y="77060"/>
                  <a:pt x="1009892" y="80777"/>
                </a:cubicBezTo>
                <a:cubicBezTo>
                  <a:pt x="1013627" y="86854"/>
                  <a:pt x="1018679" y="89892"/>
                  <a:pt x="1025050" y="89892"/>
                </a:cubicBezTo>
                <a:cubicBezTo>
                  <a:pt x="1030234" y="89892"/>
                  <a:pt x="1034716" y="87651"/>
                  <a:pt x="1038494" y="83170"/>
                </a:cubicBezTo>
                <a:cubicBezTo>
                  <a:pt x="1042273" y="78688"/>
                  <a:pt x="1044162" y="72010"/>
                  <a:pt x="1044162" y="63135"/>
                </a:cubicBezTo>
                <a:cubicBezTo>
                  <a:pt x="1044162" y="54042"/>
                  <a:pt x="1042350" y="47332"/>
                  <a:pt x="1038725" y="43004"/>
                </a:cubicBezTo>
                <a:cubicBezTo>
                  <a:pt x="1035100" y="38675"/>
                  <a:pt x="1030718" y="36510"/>
                  <a:pt x="1025577" y="36510"/>
                </a:cubicBezTo>
                <a:cubicBezTo>
                  <a:pt x="1020393" y="36510"/>
                  <a:pt x="1015911" y="38751"/>
                  <a:pt x="1012133" y="43233"/>
                </a:cubicBezTo>
                <a:cubicBezTo>
                  <a:pt x="1008354" y="47714"/>
                  <a:pt x="1006465" y="54195"/>
                  <a:pt x="1006465" y="62676"/>
                </a:cubicBezTo>
                <a:close/>
                <a:moveTo>
                  <a:pt x="1066285" y="63201"/>
                </a:moveTo>
                <a:cubicBezTo>
                  <a:pt x="1066285" y="50240"/>
                  <a:pt x="1069887" y="40640"/>
                  <a:pt x="1077093" y="34402"/>
                </a:cubicBezTo>
                <a:cubicBezTo>
                  <a:pt x="1083112" y="29217"/>
                  <a:pt x="1090449" y="26625"/>
                  <a:pt x="1099105" y="26625"/>
                </a:cubicBezTo>
                <a:cubicBezTo>
                  <a:pt x="1108726" y="26625"/>
                  <a:pt x="1116591" y="29777"/>
                  <a:pt x="1122698" y="36082"/>
                </a:cubicBezTo>
                <a:cubicBezTo>
                  <a:pt x="1128805" y="42387"/>
                  <a:pt x="1131858" y="51097"/>
                  <a:pt x="1131858" y="62213"/>
                </a:cubicBezTo>
                <a:cubicBezTo>
                  <a:pt x="1131858" y="71219"/>
                  <a:pt x="1130507" y="78304"/>
                  <a:pt x="1127805" y="83466"/>
                </a:cubicBezTo>
                <a:cubicBezTo>
                  <a:pt x="1125103" y="88629"/>
                  <a:pt x="1121171" y="92638"/>
                  <a:pt x="1116009" y="95494"/>
                </a:cubicBezTo>
                <a:cubicBezTo>
                  <a:pt x="1110846" y="98350"/>
                  <a:pt x="1105212" y="99778"/>
                  <a:pt x="1099105" y="99778"/>
                </a:cubicBezTo>
                <a:cubicBezTo>
                  <a:pt x="1089307" y="99778"/>
                  <a:pt x="1081388" y="96636"/>
                  <a:pt x="1075346" y="90353"/>
                </a:cubicBezTo>
                <a:cubicBezTo>
                  <a:pt x="1069305" y="84071"/>
                  <a:pt x="1066285" y="75020"/>
                  <a:pt x="1066285" y="63201"/>
                </a:cubicBezTo>
                <a:moveTo>
                  <a:pt x="1078477" y="63168"/>
                </a:moveTo>
                <a:cubicBezTo>
                  <a:pt x="1078477" y="72098"/>
                  <a:pt x="1080432" y="78785"/>
                  <a:pt x="1084342" y="83228"/>
                </a:cubicBezTo>
                <a:cubicBezTo>
                  <a:pt x="1088252" y="87671"/>
                  <a:pt x="1093173" y="89892"/>
                  <a:pt x="1099105" y="89892"/>
                </a:cubicBezTo>
                <a:cubicBezTo>
                  <a:pt x="1104992" y="89892"/>
                  <a:pt x="1109891" y="87660"/>
                  <a:pt x="1113801" y="83195"/>
                </a:cubicBezTo>
                <a:cubicBezTo>
                  <a:pt x="1117711" y="78730"/>
                  <a:pt x="1119666" y="71923"/>
                  <a:pt x="1119666" y="62775"/>
                </a:cubicBezTo>
                <a:cubicBezTo>
                  <a:pt x="1119666" y="54151"/>
                  <a:pt x="1117700" y="47618"/>
                  <a:pt x="1113768" y="43175"/>
                </a:cubicBezTo>
                <a:cubicBezTo>
                  <a:pt x="1109836" y="38732"/>
                  <a:pt x="1104948" y="36510"/>
                  <a:pt x="1099105" y="36510"/>
                </a:cubicBezTo>
                <a:cubicBezTo>
                  <a:pt x="1093173" y="36510"/>
                  <a:pt x="1088252" y="38721"/>
                  <a:pt x="1084342" y="43142"/>
                </a:cubicBezTo>
                <a:cubicBezTo>
                  <a:pt x="1080432" y="47563"/>
                  <a:pt x="1078477" y="54238"/>
                  <a:pt x="1078477" y="63168"/>
                </a:cubicBezTo>
                <a:close/>
                <a:moveTo>
                  <a:pt x="1191612" y="98196"/>
                </a:moveTo>
                <a:lnTo>
                  <a:pt x="1191612" y="87915"/>
                </a:lnTo>
                <a:cubicBezTo>
                  <a:pt x="1186164" y="95823"/>
                  <a:pt x="1178761" y="99778"/>
                  <a:pt x="1169403" y="99778"/>
                </a:cubicBezTo>
                <a:cubicBezTo>
                  <a:pt x="1165273" y="99778"/>
                  <a:pt x="1161417" y="98987"/>
                  <a:pt x="1157837" y="97405"/>
                </a:cubicBezTo>
                <a:cubicBezTo>
                  <a:pt x="1154256" y="95823"/>
                  <a:pt x="1151598" y="93835"/>
                  <a:pt x="1149862" y="91441"/>
                </a:cubicBezTo>
                <a:cubicBezTo>
                  <a:pt x="1148127" y="89046"/>
                  <a:pt x="1146908" y="86114"/>
                  <a:pt x="1146205" y="82643"/>
                </a:cubicBezTo>
                <a:cubicBezTo>
                  <a:pt x="1145721" y="80314"/>
                  <a:pt x="1145480" y="76624"/>
                  <a:pt x="1145480" y="71571"/>
                </a:cubicBezTo>
                <a:lnTo>
                  <a:pt x="1145480" y="28207"/>
                </a:lnTo>
                <a:lnTo>
                  <a:pt x="1157342" y="28207"/>
                </a:lnTo>
                <a:lnTo>
                  <a:pt x="1157342" y="67024"/>
                </a:lnTo>
                <a:cubicBezTo>
                  <a:pt x="1157342" y="73219"/>
                  <a:pt x="1157584" y="77392"/>
                  <a:pt x="1158067" y="79545"/>
                </a:cubicBezTo>
                <a:cubicBezTo>
                  <a:pt x="1158814" y="82665"/>
                  <a:pt x="1160396" y="85114"/>
                  <a:pt x="1162812" y="86893"/>
                </a:cubicBezTo>
                <a:cubicBezTo>
                  <a:pt x="1165229" y="88673"/>
                  <a:pt x="1168216" y="89563"/>
                  <a:pt x="1171775" y="89563"/>
                </a:cubicBezTo>
                <a:cubicBezTo>
                  <a:pt x="1175334" y="89563"/>
                  <a:pt x="1178673" y="88651"/>
                  <a:pt x="1181792" y="86828"/>
                </a:cubicBezTo>
                <a:cubicBezTo>
                  <a:pt x="1184912" y="85004"/>
                  <a:pt x="1187120" y="82522"/>
                  <a:pt x="1188416" y="79380"/>
                </a:cubicBezTo>
                <a:cubicBezTo>
                  <a:pt x="1189712" y="76239"/>
                  <a:pt x="1190360" y="71681"/>
                  <a:pt x="1190360" y="65706"/>
                </a:cubicBezTo>
                <a:lnTo>
                  <a:pt x="1190360" y="28207"/>
                </a:lnTo>
                <a:lnTo>
                  <a:pt x="1202222" y="28207"/>
                </a:lnTo>
                <a:lnTo>
                  <a:pt x="1202222" y="98196"/>
                </a:lnTo>
                <a:lnTo>
                  <a:pt x="1191612" y="98196"/>
                </a:lnTo>
                <a:close/>
                <a:moveTo>
                  <a:pt x="1246687" y="87717"/>
                </a:moveTo>
                <a:lnTo>
                  <a:pt x="1248400" y="98196"/>
                </a:lnTo>
                <a:cubicBezTo>
                  <a:pt x="1245061" y="98811"/>
                  <a:pt x="1242073" y="99119"/>
                  <a:pt x="1239437" y="99119"/>
                </a:cubicBezTo>
                <a:cubicBezTo>
                  <a:pt x="1235132" y="99119"/>
                  <a:pt x="1231793" y="98438"/>
                  <a:pt x="1229420" y="97076"/>
                </a:cubicBezTo>
                <a:cubicBezTo>
                  <a:pt x="1227047" y="95713"/>
                  <a:pt x="1225378" y="93923"/>
                  <a:pt x="1224411" y="91704"/>
                </a:cubicBezTo>
                <a:cubicBezTo>
                  <a:pt x="1223445" y="89486"/>
                  <a:pt x="1222961" y="84817"/>
                  <a:pt x="1222961" y="77700"/>
                </a:cubicBezTo>
                <a:lnTo>
                  <a:pt x="1222961" y="37433"/>
                </a:lnTo>
                <a:lnTo>
                  <a:pt x="1214262" y="37433"/>
                </a:lnTo>
                <a:lnTo>
                  <a:pt x="1214262" y="28207"/>
                </a:lnTo>
                <a:lnTo>
                  <a:pt x="1222961" y="28207"/>
                </a:lnTo>
                <a:lnTo>
                  <a:pt x="1222961" y="10827"/>
                </a:lnTo>
                <a:lnTo>
                  <a:pt x="1234758" y="3691"/>
                </a:lnTo>
                <a:lnTo>
                  <a:pt x="1234758" y="28207"/>
                </a:lnTo>
                <a:lnTo>
                  <a:pt x="1246687" y="28207"/>
                </a:lnTo>
                <a:lnTo>
                  <a:pt x="1246687" y="37433"/>
                </a:lnTo>
                <a:lnTo>
                  <a:pt x="1234758" y="37433"/>
                </a:lnTo>
                <a:lnTo>
                  <a:pt x="1234758" y="78359"/>
                </a:lnTo>
                <a:cubicBezTo>
                  <a:pt x="1234758" y="81742"/>
                  <a:pt x="1234967" y="83917"/>
                  <a:pt x="1235384" y="84883"/>
                </a:cubicBezTo>
                <a:cubicBezTo>
                  <a:pt x="1235802" y="85850"/>
                  <a:pt x="1236483" y="86619"/>
                  <a:pt x="1237427" y="87190"/>
                </a:cubicBezTo>
                <a:cubicBezTo>
                  <a:pt x="1238372" y="87761"/>
                  <a:pt x="1239723" y="88047"/>
                  <a:pt x="1241480" y="88047"/>
                </a:cubicBezTo>
                <a:cubicBezTo>
                  <a:pt x="1242798" y="88047"/>
                  <a:pt x="1244534" y="87937"/>
                  <a:pt x="1246687" y="87717"/>
                </a:cubicBezTo>
                <a:close/>
                <a:moveTo>
                  <a:pt x="1315271" y="98196"/>
                </a:moveTo>
                <a:lnTo>
                  <a:pt x="1288646" y="28207"/>
                </a:lnTo>
                <a:lnTo>
                  <a:pt x="1301168" y="28207"/>
                </a:lnTo>
                <a:lnTo>
                  <a:pt x="1316194" y="70121"/>
                </a:lnTo>
                <a:cubicBezTo>
                  <a:pt x="1317820" y="74646"/>
                  <a:pt x="1319313" y="79348"/>
                  <a:pt x="1320675" y="84224"/>
                </a:cubicBezTo>
                <a:cubicBezTo>
                  <a:pt x="1321730" y="80534"/>
                  <a:pt x="1323202" y="76096"/>
                  <a:pt x="1325091" y="70912"/>
                </a:cubicBezTo>
                <a:lnTo>
                  <a:pt x="1340644" y="28207"/>
                </a:lnTo>
                <a:lnTo>
                  <a:pt x="1352836" y="28207"/>
                </a:lnTo>
                <a:lnTo>
                  <a:pt x="1326343" y="98196"/>
                </a:lnTo>
                <a:lnTo>
                  <a:pt x="1315271" y="98196"/>
                </a:lnTo>
                <a:close/>
                <a:moveTo>
                  <a:pt x="1408986" y="89554"/>
                </a:moveTo>
                <a:cubicBezTo>
                  <a:pt x="1404592" y="93292"/>
                  <a:pt x="1400363" y="95930"/>
                  <a:pt x="1396299" y="97469"/>
                </a:cubicBezTo>
                <a:cubicBezTo>
                  <a:pt x="1392235" y="99008"/>
                  <a:pt x="1387875" y="99778"/>
                  <a:pt x="1383218" y="99778"/>
                </a:cubicBezTo>
                <a:cubicBezTo>
                  <a:pt x="1375529" y="99778"/>
                  <a:pt x="1369620" y="97898"/>
                  <a:pt x="1365490" y="94139"/>
                </a:cubicBezTo>
                <a:cubicBezTo>
                  <a:pt x="1361360" y="90379"/>
                  <a:pt x="1359295" y="85576"/>
                  <a:pt x="1359295" y="79729"/>
                </a:cubicBezTo>
                <a:cubicBezTo>
                  <a:pt x="1359295" y="76300"/>
                  <a:pt x="1360075" y="73168"/>
                  <a:pt x="1361634" y="70333"/>
                </a:cubicBezTo>
                <a:cubicBezTo>
                  <a:pt x="1363194" y="67497"/>
                  <a:pt x="1365237" y="65221"/>
                  <a:pt x="1367763" y="63506"/>
                </a:cubicBezTo>
                <a:cubicBezTo>
                  <a:pt x="1370290" y="61791"/>
                  <a:pt x="1373134" y="60494"/>
                  <a:pt x="1376298" y="59616"/>
                </a:cubicBezTo>
                <a:cubicBezTo>
                  <a:pt x="1378626" y="58999"/>
                  <a:pt x="1382141" y="58405"/>
                  <a:pt x="1386842" y="57834"/>
                </a:cubicBezTo>
                <a:cubicBezTo>
                  <a:pt x="1396420" y="56700"/>
                  <a:pt x="1403472" y="55348"/>
                  <a:pt x="1407997" y="53777"/>
                </a:cubicBezTo>
                <a:cubicBezTo>
                  <a:pt x="1408041" y="52158"/>
                  <a:pt x="1408063" y="51130"/>
                  <a:pt x="1408063" y="50692"/>
                </a:cubicBezTo>
                <a:cubicBezTo>
                  <a:pt x="1408063" y="45877"/>
                  <a:pt x="1406943" y="42485"/>
                  <a:pt x="1404702" y="40516"/>
                </a:cubicBezTo>
                <a:cubicBezTo>
                  <a:pt x="1401670" y="37846"/>
                  <a:pt x="1397167" y="36510"/>
                  <a:pt x="1391192" y="36510"/>
                </a:cubicBezTo>
                <a:cubicBezTo>
                  <a:pt x="1385612" y="36510"/>
                  <a:pt x="1381493" y="37488"/>
                  <a:pt x="1378835" y="39443"/>
                </a:cubicBezTo>
                <a:cubicBezTo>
                  <a:pt x="1376177" y="41398"/>
                  <a:pt x="1374211" y="44858"/>
                  <a:pt x="1372937" y="49823"/>
                </a:cubicBezTo>
                <a:lnTo>
                  <a:pt x="1361338" y="48241"/>
                </a:lnTo>
                <a:cubicBezTo>
                  <a:pt x="1362392" y="43261"/>
                  <a:pt x="1364128" y="39240"/>
                  <a:pt x="1366544" y="36177"/>
                </a:cubicBezTo>
                <a:cubicBezTo>
                  <a:pt x="1368961" y="33114"/>
                  <a:pt x="1372453" y="30756"/>
                  <a:pt x="1377023" y="29105"/>
                </a:cubicBezTo>
                <a:cubicBezTo>
                  <a:pt x="1381592" y="27451"/>
                  <a:pt x="1386886" y="26625"/>
                  <a:pt x="1392905" y="26625"/>
                </a:cubicBezTo>
                <a:cubicBezTo>
                  <a:pt x="1398881" y="26625"/>
                  <a:pt x="1403735" y="27328"/>
                  <a:pt x="1407470" y="28734"/>
                </a:cubicBezTo>
                <a:cubicBezTo>
                  <a:pt x="1411205" y="30140"/>
                  <a:pt x="1413950" y="31908"/>
                  <a:pt x="1415708" y="34039"/>
                </a:cubicBezTo>
                <a:cubicBezTo>
                  <a:pt x="1417465" y="36170"/>
                  <a:pt x="1418696" y="38861"/>
                  <a:pt x="1419398" y="42112"/>
                </a:cubicBezTo>
                <a:cubicBezTo>
                  <a:pt x="1419794" y="44133"/>
                  <a:pt x="1419992" y="47780"/>
                  <a:pt x="1419992" y="53052"/>
                </a:cubicBezTo>
                <a:lnTo>
                  <a:pt x="1419992" y="68869"/>
                </a:lnTo>
                <a:cubicBezTo>
                  <a:pt x="1419992" y="79897"/>
                  <a:pt x="1420244" y="86871"/>
                  <a:pt x="1420749" y="89793"/>
                </a:cubicBezTo>
                <a:cubicBezTo>
                  <a:pt x="1421255" y="92715"/>
                  <a:pt x="1422254" y="95516"/>
                  <a:pt x="1423748" y="98196"/>
                </a:cubicBezTo>
                <a:lnTo>
                  <a:pt x="1411358" y="98196"/>
                </a:lnTo>
                <a:cubicBezTo>
                  <a:pt x="1410128" y="95733"/>
                  <a:pt x="1409337" y="92852"/>
                  <a:pt x="1408986" y="89554"/>
                </a:cubicBezTo>
                <a:moveTo>
                  <a:pt x="1407997" y="63004"/>
                </a:moveTo>
                <a:cubicBezTo>
                  <a:pt x="1403692" y="64776"/>
                  <a:pt x="1397233" y="66282"/>
                  <a:pt x="1388622" y="67522"/>
                </a:cubicBezTo>
                <a:cubicBezTo>
                  <a:pt x="1383745" y="68228"/>
                  <a:pt x="1380296" y="69022"/>
                  <a:pt x="1378275" y="69905"/>
                </a:cubicBezTo>
                <a:cubicBezTo>
                  <a:pt x="1376254" y="70786"/>
                  <a:pt x="1374694" y="72077"/>
                  <a:pt x="1373596" y="73777"/>
                </a:cubicBezTo>
                <a:cubicBezTo>
                  <a:pt x="1372497" y="75475"/>
                  <a:pt x="1371948" y="77361"/>
                  <a:pt x="1371948" y="79434"/>
                </a:cubicBezTo>
                <a:cubicBezTo>
                  <a:pt x="1371948" y="82610"/>
                  <a:pt x="1373145" y="85257"/>
                  <a:pt x="1375540" y="87375"/>
                </a:cubicBezTo>
                <a:cubicBezTo>
                  <a:pt x="1377934" y="89493"/>
                  <a:pt x="1381438" y="90551"/>
                  <a:pt x="1386051" y="90551"/>
                </a:cubicBezTo>
                <a:cubicBezTo>
                  <a:pt x="1390621" y="90551"/>
                  <a:pt x="1394685" y="89547"/>
                  <a:pt x="1398244" y="87538"/>
                </a:cubicBezTo>
                <a:cubicBezTo>
                  <a:pt x="1401802" y="85529"/>
                  <a:pt x="1404416" y="82781"/>
                  <a:pt x="1406086" y="79294"/>
                </a:cubicBezTo>
                <a:cubicBezTo>
                  <a:pt x="1407360" y="76600"/>
                  <a:pt x="1407997" y="72627"/>
                  <a:pt x="1407997" y="67374"/>
                </a:cubicBezTo>
                <a:lnTo>
                  <a:pt x="1407997" y="63004"/>
                </a:lnTo>
                <a:close/>
                <a:moveTo>
                  <a:pt x="1484029" y="72494"/>
                </a:moveTo>
                <a:lnTo>
                  <a:pt x="1495694" y="74009"/>
                </a:lnTo>
                <a:cubicBezTo>
                  <a:pt x="1494420" y="82070"/>
                  <a:pt x="1491157" y="88380"/>
                  <a:pt x="1485907" y="92940"/>
                </a:cubicBezTo>
                <a:cubicBezTo>
                  <a:pt x="1480657" y="97498"/>
                  <a:pt x="1474209" y="99778"/>
                  <a:pt x="1466564" y="99778"/>
                </a:cubicBezTo>
                <a:cubicBezTo>
                  <a:pt x="1456987" y="99778"/>
                  <a:pt x="1449287" y="96647"/>
                  <a:pt x="1443465" y="90386"/>
                </a:cubicBezTo>
                <a:cubicBezTo>
                  <a:pt x="1437644" y="84126"/>
                  <a:pt x="1434733" y="75152"/>
                  <a:pt x="1434733" y="63465"/>
                </a:cubicBezTo>
                <a:cubicBezTo>
                  <a:pt x="1434733" y="55908"/>
                  <a:pt x="1435985" y="49296"/>
                  <a:pt x="1438490" y="43628"/>
                </a:cubicBezTo>
                <a:cubicBezTo>
                  <a:pt x="1440994" y="37960"/>
                  <a:pt x="1444805" y="33710"/>
                  <a:pt x="1449924" y="30876"/>
                </a:cubicBezTo>
                <a:cubicBezTo>
                  <a:pt x="1455042" y="28042"/>
                  <a:pt x="1460611" y="26625"/>
                  <a:pt x="1466630" y="26625"/>
                </a:cubicBezTo>
                <a:cubicBezTo>
                  <a:pt x="1474231" y="26625"/>
                  <a:pt x="1480448" y="28553"/>
                  <a:pt x="1485281" y="32410"/>
                </a:cubicBezTo>
                <a:cubicBezTo>
                  <a:pt x="1490114" y="36265"/>
                  <a:pt x="1493211" y="41740"/>
                  <a:pt x="1494573" y="48834"/>
                </a:cubicBezTo>
                <a:lnTo>
                  <a:pt x="1483040" y="50614"/>
                </a:lnTo>
                <a:cubicBezTo>
                  <a:pt x="1481942" y="45935"/>
                  <a:pt x="1479998" y="42414"/>
                  <a:pt x="1477208" y="40053"/>
                </a:cubicBezTo>
                <a:cubicBezTo>
                  <a:pt x="1474418" y="37691"/>
                  <a:pt x="1471046" y="36510"/>
                  <a:pt x="1467092" y="36510"/>
                </a:cubicBezTo>
                <a:cubicBezTo>
                  <a:pt x="1461116" y="36510"/>
                  <a:pt x="1456262" y="38642"/>
                  <a:pt x="1452527" y="42905"/>
                </a:cubicBezTo>
                <a:cubicBezTo>
                  <a:pt x="1448793" y="47167"/>
                  <a:pt x="1446925" y="53910"/>
                  <a:pt x="1446925" y="63135"/>
                </a:cubicBezTo>
                <a:cubicBezTo>
                  <a:pt x="1446925" y="72492"/>
                  <a:pt x="1448727" y="79291"/>
                  <a:pt x="1452329" y="83532"/>
                </a:cubicBezTo>
                <a:cubicBezTo>
                  <a:pt x="1455932" y="87772"/>
                  <a:pt x="1460633" y="89892"/>
                  <a:pt x="1466433" y="89892"/>
                </a:cubicBezTo>
                <a:cubicBezTo>
                  <a:pt x="1471090" y="89892"/>
                  <a:pt x="1474978" y="88470"/>
                  <a:pt x="1478098" y="85625"/>
                </a:cubicBezTo>
                <a:cubicBezTo>
                  <a:pt x="1481217" y="82780"/>
                  <a:pt x="1483194" y="78403"/>
                  <a:pt x="1484029" y="72494"/>
                </a:cubicBezTo>
                <a:close/>
                <a:moveTo>
                  <a:pt x="1551514" y="72494"/>
                </a:moveTo>
                <a:lnTo>
                  <a:pt x="1563179" y="74009"/>
                </a:lnTo>
                <a:cubicBezTo>
                  <a:pt x="1561905" y="82070"/>
                  <a:pt x="1558642" y="88380"/>
                  <a:pt x="1553392" y="92940"/>
                </a:cubicBezTo>
                <a:cubicBezTo>
                  <a:pt x="1548142" y="97498"/>
                  <a:pt x="1541694" y="99778"/>
                  <a:pt x="1534049" y="99778"/>
                </a:cubicBezTo>
                <a:cubicBezTo>
                  <a:pt x="1524472" y="99778"/>
                  <a:pt x="1516772" y="96647"/>
                  <a:pt x="1510950" y="90386"/>
                </a:cubicBezTo>
                <a:cubicBezTo>
                  <a:pt x="1505129" y="84126"/>
                  <a:pt x="1502218" y="75152"/>
                  <a:pt x="1502218" y="63465"/>
                </a:cubicBezTo>
                <a:cubicBezTo>
                  <a:pt x="1502218" y="55908"/>
                  <a:pt x="1503470" y="49296"/>
                  <a:pt x="1505975" y="43628"/>
                </a:cubicBezTo>
                <a:cubicBezTo>
                  <a:pt x="1508479" y="37960"/>
                  <a:pt x="1512290" y="33710"/>
                  <a:pt x="1517409" y="30876"/>
                </a:cubicBezTo>
                <a:cubicBezTo>
                  <a:pt x="1522527" y="28042"/>
                  <a:pt x="1528096" y="26625"/>
                  <a:pt x="1534115" y="26625"/>
                </a:cubicBezTo>
                <a:cubicBezTo>
                  <a:pt x="1541716" y="26625"/>
                  <a:pt x="1547933" y="28553"/>
                  <a:pt x="1552766" y="32410"/>
                </a:cubicBezTo>
                <a:cubicBezTo>
                  <a:pt x="1557599" y="36265"/>
                  <a:pt x="1560696" y="41740"/>
                  <a:pt x="1562058" y="48834"/>
                </a:cubicBezTo>
                <a:lnTo>
                  <a:pt x="1550525" y="50614"/>
                </a:lnTo>
                <a:cubicBezTo>
                  <a:pt x="1549427" y="45935"/>
                  <a:pt x="1547483" y="42414"/>
                  <a:pt x="1544693" y="40053"/>
                </a:cubicBezTo>
                <a:cubicBezTo>
                  <a:pt x="1541903" y="37691"/>
                  <a:pt x="1538531" y="36510"/>
                  <a:pt x="1534577" y="36510"/>
                </a:cubicBezTo>
                <a:cubicBezTo>
                  <a:pt x="1528601" y="36510"/>
                  <a:pt x="1523747" y="38642"/>
                  <a:pt x="1520012" y="42905"/>
                </a:cubicBezTo>
                <a:cubicBezTo>
                  <a:pt x="1516278" y="47167"/>
                  <a:pt x="1514410" y="53910"/>
                  <a:pt x="1514410" y="63135"/>
                </a:cubicBezTo>
                <a:cubicBezTo>
                  <a:pt x="1514410" y="72492"/>
                  <a:pt x="1516212" y="79291"/>
                  <a:pt x="1519814" y="83532"/>
                </a:cubicBezTo>
                <a:cubicBezTo>
                  <a:pt x="1523417" y="87772"/>
                  <a:pt x="1528118" y="89892"/>
                  <a:pt x="1533918" y="89892"/>
                </a:cubicBezTo>
                <a:cubicBezTo>
                  <a:pt x="1538575" y="89892"/>
                  <a:pt x="1542463" y="88470"/>
                  <a:pt x="1545583" y="85625"/>
                </a:cubicBezTo>
                <a:cubicBezTo>
                  <a:pt x="1548702" y="82780"/>
                  <a:pt x="1550679" y="78403"/>
                  <a:pt x="1551514" y="72494"/>
                </a:cubicBezTo>
                <a:close/>
                <a:moveTo>
                  <a:pt x="1573394" y="15290"/>
                </a:moveTo>
                <a:lnTo>
                  <a:pt x="1573394" y="1582"/>
                </a:lnTo>
                <a:lnTo>
                  <a:pt x="1585256" y="1582"/>
                </a:lnTo>
                <a:lnTo>
                  <a:pt x="1585256" y="15290"/>
                </a:lnTo>
                <a:lnTo>
                  <a:pt x="1573394" y="15290"/>
                </a:lnTo>
                <a:moveTo>
                  <a:pt x="1573394" y="98196"/>
                </a:moveTo>
                <a:lnTo>
                  <a:pt x="1573394" y="28207"/>
                </a:lnTo>
                <a:lnTo>
                  <a:pt x="1585256" y="28207"/>
                </a:lnTo>
                <a:lnTo>
                  <a:pt x="1585256" y="98196"/>
                </a:lnTo>
                <a:lnTo>
                  <a:pt x="1573394" y="98196"/>
                </a:lnTo>
                <a:close/>
                <a:moveTo>
                  <a:pt x="1603291" y="98196"/>
                </a:moveTo>
                <a:lnTo>
                  <a:pt x="1603291" y="28207"/>
                </a:lnTo>
                <a:lnTo>
                  <a:pt x="1613967" y="28207"/>
                </a:lnTo>
                <a:lnTo>
                  <a:pt x="1613967" y="38092"/>
                </a:lnTo>
                <a:cubicBezTo>
                  <a:pt x="1619108" y="30447"/>
                  <a:pt x="1626533" y="26625"/>
                  <a:pt x="1636243" y="26625"/>
                </a:cubicBezTo>
                <a:cubicBezTo>
                  <a:pt x="1640461" y="26625"/>
                  <a:pt x="1644338" y="27383"/>
                  <a:pt x="1647875" y="28899"/>
                </a:cubicBezTo>
                <a:cubicBezTo>
                  <a:pt x="1651411" y="30414"/>
                  <a:pt x="1654059" y="32402"/>
                  <a:pt x="1655816" y="34863"/>
                </a:cubicBezTo>
                <a:cubicBezTo>
                  <a:pt x="1657573" y="37323"/>
                  <a:pt x="1658804" y="40245"/>
                  <a:pt x="1659507" y="43628"/>
                </a:cubicBezTo>
                <a:cubicBezTo>
                  <a:pt x="1659946" y="45825"/>
                  <a:pt x="1660166" y="49669"/>
                  <a:pt x="1660166" y="55161"/>
                </a:cubicBezTo>
                <a:lnTo>
                  <a:pt x="1660166" y="98196"/>
                </a:lnTo>
                <a:lnTo>
                  <a:pt x="1648303" y="98196"/>
                </a:lnTo>
                <a:lnTo>
                  <a:pt x="1648303" y="55577"/>
                </a:lnTo>
                <a:cubicBezTo>
                  <a:pt x="1648303" y="50739"/>
                  <a:pt x="1647842" y="47121"/>
                  <a:pt x="1646919" y="44724"/>
                </a:cubicBezTo>
                <a:cubicBezTo>
                  <a:pt x="1645996" y="42326"/>
                  <a:pt x="1644360" y="40413"/>
                  <a:pt x="1642009" y="38984"/>
                </a:cubicBezTo>
                <a:cubicBezTo>
                  <a:pt x="1639659" y="37555"/>
                  <a:pt x="1636902" y="36840"/>
                  <a:pt x="1633738" y="36840"/>
                </a:cubicBezTo>
                <a:cubicBezTo>
                  <a:pt x="1628686" y="36840"/>
                  <a:pt x="1624325" y="38446"/>
                  <a:pt x="1620657" y="41657"/>
                </a:cubicBezTo>
                <a:cubicBezTo>
                  <a:pt x="1616988" y="44867"/>
                  <a:pt x="1615154" y="50958"/>
                  <a:pt x="1615154" y="59931"/>
                </a:cubicBezTo>
                <a:lnTo>
                  <a:pt x="1615154" y="98196"/>
                </a:lnTo>
                <a:lnTo>
                  <a:pt x="1603291" y="98196"/>
                </a:lnTo>
                <a:close/>
                <a:moveTo>
                  <a:pt x="1726246" y="75657"/>
                </a:moveTo>
                <a:lnTo>
                  <a:pt x="1738504" y="77173"/>
                </a:lnTo>
                <a:cubicBezTo>
                  <a:pt x="1736571" y="84334"/>
                  <a:pt x="1732990" y="89892"/>
                  <a:pt x="1727762" y="93846"/>
                </a:cubicBezTo>
                <a:cubicBezTo>
                  <a:pt x="1722534" y="97800"/>
                  <a:pt x="1715855" y="99778"/>
                  <a:pt x="1707727" y="99778"/>
                </a:cubicBezTo>
                <a:cubicBezTo>
                  <a:pt x="1697490" y="99778"/>
                  <a:pt x="1689373" y="96625"/>
                  <a:pt x="1683376" y="90320"/>
                </a:cubicBezTo>
                <a:cubicBezTo>
                  <a:pt x="1677379" y="84016"/>
                  <a:pt x="1674380" y="75174"/>
                  <a:pt x="1674380" y="63794"/>
                </a:cubicBezTo>
                <a:cubicBezTo>
                  <a:pt x="1674380" y="52020"/>
                  <a:pt x="1677412" y="42881"/>
                  <a:pt x="1683475" y="36379"/>
                </a:cubicBezTo>
                <a:cubicBezTo>
                  <a:pt x="1689538" y="29876"/>
                  <a:pt x="1697402" y="26625"/>
                  <a:pt x="1707068" y="26625"/>
                </a:cubicBezTo>
                <a:cubicBezTo>
                  <a:pt x="1716427" y="26625"/>
                  <a:pt x="1724071" y="29805"/>
                  <a:pt x="1730003" y="36166"/>
                </a:cubicBezTo>
                <a:cubicBezTo>
                  <a:pt x="1735934" y="42526"/>
                  <a:pt x="1738900" y="51474"/>
                  <a:pt x="1738900" y="63010"/>
                </a:cubicBezTo>
                <a:cubicBezTo>
                  <a:pt x="1738900" y="63711"/>
                  <a:pt x="1738878" y="64764"/>
                  <a:pt x="1738834" y="66167"/>
                </a:cubicBezTo>
                <a:lnTo>
                  <a:pt x="1686638" y="66167"/>
                </a:lnTo>
                <a:cubicBezTo>
                  <a:pt x="1687078" y="73834"/>
                  <a:pt x="1689252" y="79704"/>
                  <a:pt x="1693163" y="83780"/>
                </a:cubicBezTo>
                <a:cubicBezTo>
                  <a:pt x="1697073" y="87855"/>
                  <a:pt x="1701950" y="89892"/>
                  <a:pt x="1707793" y="89892"/>
                </a:cubicBezTo>
                <a:cubicBezTo>
                  <a:pt x="1712143" y="89892"/>
                  <a:pt x="1715855" y="88761"/>
                  <a:pt x="1718931" y="86498"/>
                </a:cubicBezTo>
                <a:cubicBezTo>
                  <a:pt x="1722006" y="84234"/>
                  <a:pt x="1724445" y="80620"/>
                  <a:pt x="1726246" y="75657"/>
                </a:cubicBezTo>
                <a:moveTo>
                  <a:pt x="1687297" y="56281"/>
                </a:moveTo>
                <a:lnTo>
                  <a:pt x="1726378" y="56281"/>
                </a:lnTo>
                <a:cubicBezTo>
                  <a:pt x="1725851" y="50490"/>
                  <a:pt x="1724357" y="46147"/>
                  <a:pt x="1721897" y="43251"/>
                </a:cubicBezTo>
                <a:cubicBezTo>
                  <a:pt x="1718118" y="38757"/>
                  <a:pt x="1713219" y="36510"/>
                  <a:pt x="1707200" y="36510"/>
                </a:cubicBezTo>
                <a:cubicBezTo>
                  <a:pt x="1701752" y="36510"/>
                  <a:pt x="1697172" y="38304"/>
                  <a:pt x="1693459" y="41892"/>
                </a:cubicBezTo>
                <a:cubicBezTo>
                  <a:pt x="1689747" y="45478"/>
                  <a:pt x="1687693" y="50275"/>
                  <a:pt x="1687297" y="56281"/>
                </a:cubicBezTo>
                <a:close/>
                <a:moveTo>
                  <a:pt x="1748632" y="77239"/>
                </a:moveTo>
                <a:lnTo>
                  <a:pt x="1760363" y="75393"/>
                </a:lnTo>
                <a:cubicBezTo>
                  <a:pt x="1761022" y="80074"/>
                  <a:pt x="1762856" y="83661"/>
                  <a:pt x="1765866" y="86154"/>
                </a:cubicBezTo>
                <a:cubicBezTo>
                  <a:pt x="1768876" y="88646"/>
                  <a:pt x="1773082" y="89892"/>
                  <a:pt x="1778486" y="89892"/>
                </a:cubicBezTo>
                <a:cubicBezTo>
                  <a:pt x="1783934" y="89892"/>
                  <a:pt x="1787976" y="88792"/>
                  <a:pt x="1790613" y="86591"/>
                </a:cubicBezTo>
                <a:cubicBezTo>
                  <a:pt x="1793249" y="84388"/>
                  <a:pt x="1794567" y="81806"/>
                  <a:pt x="1794567" y="78843"/>
                </a:cubicBezTo>
                <a:cubicBezTo>
                  <a:pt x="1794567" y="76183"/>
                  <a:pt x="1793403" y="74091"/>
                  <a:pt x="1791074" y="72566"/>
                </a:cubicBezTo>
                <a:cubicBezTo>
                  <a:pt x="1789448" y="71519"/>
                  <a:pt x="1785406" y="70190"/>
                  <a:pt x="1778948" y="68576"/>
                </a:cubicBezTo>
                <a:cubicBezTo>
                  <a:pt x="1770249" y="66378"/>
                  <a:pt x="1764218" y="64477"/>
                  <a:pt x="1760857" y="62872"/>
                </a:cubicBezTo>
                <a:cubicBezTo>
                  <a:pt x="1757496" y="61267"/>
                  <a:pt x="1754948" y="59046"/>
                  <a:pt x="1753213" y="56209"/>
                </a:cubicBezTo>
                <a:cubicBezTo>
                  <a:pt x="1751477" y="53373"/>
                  <a:pt x="1750609" y="50240"/>
                  <a:pt x="1750609" y="46810"/>
                </a:cubicBezTo>
                <a:cubicBezTo>
                  <a:pt x="1750609" y="43688"/>
                  <a:pt x="1751323" y="40796"/>
                  <a:pt x="1752751" y="38135"/>
                </a:cubicBezTo>
                <a:cubicBezTo>
                  <a:pt x="1754179" y="35474"/>
                  <a:pt x="1756123" y="33265"/>
                  <a:pt x="1758584" y="31506"/>
                </a:cubicBezTo>
                <a:cubicBezTo>
                  <a:pt x="1760429" y="30143"/>
                  <a:pt x="1762944" y="28989"/>
                  <a:pt x="1766130" y="28044"/>
                </a:cubicBezTo>
                <a:cubicBezTo>
                  <a:pt x="1769315" y="27098"/>
                  <a:pt x="1772731" y="26625"/>
                  <a:pt x="1776378" y="26625"/>
                </a:cubicBezTo>
                <a:cubicBezTo>
                  <a:pt x="1781869" y="26625"/>
                  <a:pt x="1786691" y="27421"/>
                  <a:pt x="1790843" y="29014"/>
                </a:cubicBezTo>
                <a:cubicBezTo>
                  <a:pt x="1794995" y="30605"/>
                  <a:pt x="1798060" y="32761"/>
                  <a:pt x="1800037" y="35483"/>
                </a:cubicBezTo>
                <a:cubicBezTo>
                  <a:pt x="1802014" y="38203"/>
                  <a:pt x="1803376" y="41840"/>
                  <a:pt x="1804123" y="46396"/>
                </a:cubicBezTo>
                <a:lnTo>
                  <a:pt x="1792524" y="47978"/>
                </a:lnTo>
                <a:cubicBezTo>
                  <a:pt x="1791997" y="44375"/>
                  <a:pt x="1790470" y="41563"/>
                  <a:pt x="1787944" y="39542"/>
                </a:cubicBezTo>
                <a:cubicBezTo>
                  <a:pt x="1785417" y="37521"/>
                  <a:pt x="1781847" y="36510"/>
                  <a:pt x="1777234" y="36510"/>
                </a:cubicBezTo>
                <a:cubicBezTo>
                  <a:pt x="1771786" y="36510"/>
                  <a:pt x="1767898" y="37407"/>
                  <a:pt x="1765569" y="39200"/>
                </a:cubicBezTo>
                <a:cubicBezTo>
                  <a:pt x="1763241" y="40992"/>
                  <a:pt x="1762076" y="43090"/>
                  <a:pt x="1762076" y="45496"/>
                </a:cubicBezTo>
                <a:cubicBezTo>
                  <a:pt x="1762076" y="47025"/>
                  <a:pt x="1762560" y="48403"/>
                  <a:pt x="1763526" y="49627"/>
                </a:cubicBezTo>
                <a:cubicBezTo>
                  <a:pt x="1764493" y="50894"/>
                  <a:pt x="1766009" y="51943"/>
                  <a:pt x="1768074" y="52774"/>
                </a:cubicBezTo>
                <a:cubicBezTo>
                  <a:pt x="1769260" y="53212"/>
                  <a:pt x="1772753" y="54218"/>
                  <a:pt x="1778552" y="55791"/>
                </a:cubicBezTo>
                <a:cubicBezTo>
                  <a:pt x="1786944" y="58031"/>
                  <a:pt x="1792798" y="59864"/>
                  <a:pt x="1796116" y="61290"/>
                </a:cubicBezTo>
                <a:cubicBezTo>
                  <a:pt x="1799433" y="62717"/>
                  <a:pt x="1802036" y="64791"/>
                  <a:pt x="1803925" y="67514"/>
                </a:cubicBezTo>
                <a:cubicBezTo>
                  <a:pt x="1805814" y="70235"/>
                  <a:pt x="1806759" y="73615"/>
                  <a:pt x="1806759" y="77653"/>
                </a:cubicBezTo>
                <a:cubicBezTo>
                  <a:pt x="1806759" y="81604"/>
                  <a:pt x="1805606" y="85325"/>
                  <a:pt x="1803299" y="88815"/>
                </a:cubicBezTo>
                <a:cubicBezTo>
                  <a:pt x="1800992" y="92304"/>
                  <a:pt x="1797664" y="95003"/>
                  <a:pt x="1793315" y="96913"/>
                </a:cubicBezTo>
                <a:cubicBezTo>
                  <a:pt x="1788965" y="98823"/>
                  <a:pt x="1784044" y="99778"/>
                  <a:pt x="1778552" y="99778"/>
                </a:cubicBezTo>
                <a:cubicBezTo>
                  <a:pt x="1769458" y="99778"/>
                  <a:pt x="1762527" y="97883"/>
                  <a:pt x="1757760" y="94093"/>
                </a:cubicBezTo>
                <a:cubicBezTo>
                  <a:pt x="1752993" y="90304"/>
                  <a:pt x="1749950" y="84686"/>
                  <a:pt x="1748632" y="77239"/>
                </a:cubicBezTo>
                <a:close/>
                <a:moveTo>
                  <a:pt x="1843072" y="74339"/>
                </a:moveTo>
                <a:cubicBezTo>
                  <a:pt x="1843028" y="72764"/>
                  <a:pt x="1843006" y="71583"/>
                  <a:pt x="1843006" y="70795"/>
                </a:cubicBezTo>
                <a:cubicBezTo>
                  <a:pt x="1843006" y="66157"/>
                  <a:pt x="1843665" y="62153"/>
                  <a:pt x="1844983" y="58784"/>
                </a:cubicBezTo>
                <a:cubicBezTo>
                  <a:pt x="1845949" y="56245"/>
                  <a:pt x="1847509" y="53685"/>
                  <a:pt x="1849662" y="51104"/>
                </a:cubicBezTo>
                <a:cubicBezTo>
                  <a:pt x="1851244" y="49223"/>
                  <a:pt x="1854088" y="46478"/>
                  <a:pt x="1858196" y="42868"/>
                </a:cubicBezTo>
                <a:cubicBezTo>
                  <a:pt x="1862304" y="39257"/>
                  <a:pt x="1864974" y="36380"/>
                  <a:pt x="1866204" y="34237"/>
                </a:cubicBezTo>
                <a:cubicBezTo>
                  <a:pt x="1867434" y="32092"/>
                  <a:pt x="1868049" y="29751"/>
                  <a:pt x="1868049" y="27214"/>
                </a:cubicBezTo>
                <a:cubicBezTo>
                  <a:pt x="1868049" y="22619"/>
                  <a:pt x="1866248" y="18582"/>
                  <a:pt x="1862645" y="15104"/>
                </a:cubicBezTo>
                <a:cubicBezTo>
                  <a:pt x="1859042" y="11625"/>
                  <a:pt x="1854627" y="9885"/>
                  <a:pt x="1849398" y="9885"/>
                </a:cubicBezTo>
                <a:cubicBezTo>
                  <a:pt x="1844346" y="9885"/>
                  <a:pt x="1840128" y="11462"/>
                  <a:pt x="1836745" y="14614"/>
                </a:cubicBezTo>
                <a:cubicBezTo>
                  <a:pt x="1833362" y="17766"/>
                  <a:pt x="1831143" y="22693"/>
                  <a:pt x="1830089" y="29393"/>
                </a:cubicBezTo>
                <a:lnTo>
                  <a:pt x="1817897" y="27943"/>
                </a:lnTo>
                <a:cubicBezTo>
                  <a:pt x="1818995" y="18914"/>
                  <a:pt x="1822257" y="12000"/>
                  <a:pt x="1827683" y="7200"/>
                </a:cubicBezTo>
                <a:cubicBezTo>
                  <a:pt x="1833109" y="2400"/>
                  <a:pt x="1840282" y="0"/>
                  <a:pt x="1849201" y="0"/>
                </a:cubicBezTo>
                <a:cubicBezTo>
                  <a:pt x="1858647" y="0"/>
                  <a:pt x="1866182" y="2566"/>
                  <a:pt x="1871805" y="7698"/>
                </a:cubicBezTo>
                <a:cubicBezTo>
                  <a:pt x="1877429" y="12829"/>
                  <a:pt x="1880241" y="19034"/>
                  <a:pt x="1880241" y="26314"/>
                </a:cubicBezTo>
                <a:cubicBezTo>
                  <a:pt x="1880241" y="30525"/>
                  <a:pt x="1879253" y="34407"/>
                  <a:pt x="1877275" y="37960"/>
                </a:cubicBezTo>
                <a:cubicBezTo>
                  <a:pt x="1875298" y="41512"/>
                  <a:pt x="1871432" y="45832"/>
                  <a:pt x="1865676" y="50919"/>
                </a:cubicBezTo>
                <a:cubicBezTo>
                  <a:pt x="1861810" y="54340"/>
                  <a:pt x="1859284" y="56862"/>
                  <a:pt x="1858098" y="58485"/>
                </a:cubicBezTo>
                <a:cubicBezTo>
                  <a:pt x="1856911" y="60108"/>
                  <a:pt x="1856033" y="61972"/>
                  <a:pt x="1855461" y="64077"/>
                </a:cubicBezTo>
                <a:cubicBezTo>
                  <a:pt x="1854890" y="66181"/>
                  <a:pt x="1854561" y="69602"/>
                  <a:pt x="1854473" y="74339"/>
                </a:cubicBezTo>
                <a:lnTo>
                  <a:pt x="1843072" y="74339"/>
                </a:lnTo>
                <a:moveTo>
                  <a:pt x="1842347" y="98196"/>
                </a:moveTo>
                <a:lnTo>
                  <a:pt x="1842347" y="84620"/>
                </a:lnTo>
                <a:lnTo>
                  <a:pt x="1855857" y="84620"/>
                </a:lnTo>
                <a:lnTo>
                  <a:pt x="1855857" y="98196"/>
                </a:lnTo>
                <a:lnTo>
                  <a:pt x="1842347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7cd3dae604971"/>
          <a:stretch xmlns:a="http://schemas.openxmlformats.org/drawingml/2006/main"/>
        </p:blipFill>
        <p:spPr>
          <a:xfrm xmlns:a="http://schemas.openxmlformats.org/drawingml/2006/main">
            <a:off x="4697462" y="161955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20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A1C69A03-D953-441A-B535-3220D65F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185" y="931145"/>
            <a:ext cx="787518" cy="154049"/>
          </a:xfrm>
          <a:custGeom xmlns:a="http://schemas.openxmlformats.org/drawingml/2006/main">
            <a:pathLst>
              <a:path w="787518" h="154049">
                <a:moveTo>
                  <a:pt x="0" y="120768"/>
                </a:moveTo>
                <a:lnTo>
                  <a:pt x="0" y="0"/>
                </a:lnTo>
                <a:lnTo>
                  <a:pt x="51322" y="0"/>
                </a:lnTo>
                <a:cubicBezTo>
                  <a:pt x="64228" y="0"/>
                  <a:pt x="73606" y="1085"/>
                  <a:pt x="79455" y="3254"/>
                </a:cubicBezTo>
                <a:cubicBezTo>
                  <a:pt x="85304" y="5423"/>
                  <a:pt x="89985" y="9281"/>
                  <a:pt x="93500" y="14828"/>
                </a:cubicBezTo>
                <a:cubicBezTo>
                  <a:pt x="97015" y="20375"/>
                  <a:pt x="98773" y="26718"/>
                  <a:pt x="98773" y="33858"/>
                </a:cubicBezTo>
                <a:cubicBezTo>
                  <a:pt x="98773" y="42919"/>
                  <a:pt x="96109" y="50402"/>
                  <a:pt x="90782" y="56306"/>
                </a:cubicBezTo>
                <a:cubicBezTo>
                  <a:pt x="85455" y="62210"/>
                  <a:pt x="77491" y="65931"/>
                  <a:pt x="66892" y="67468"/>
                </a:cubicBezTo>
                <a:cubicBezTo>
                  <a:pt x="72164" y="70544"/>
                  <a:pt x="76516" y="73921"/>
                  <a:pt x="79949" y="77601"/>
                </a:cubicBezTo>
                <a:cubicBezTo>
                  <a:pt x="83381" y="81281"/>
                  <a:pt x="88008" y="87816"/>
                  <a:pt x="93830" y="97207"/>
                </a:cubicBezTo>
                <a:lnTo>
                  <a:pt x="108576" y="120768"/>
                </a:lnTo>
                <a:lnTo>
                  <a:pt x="79413" y="120768"/>
                </a:lnTo>
                <a:lnTo>
                  <a:pt x="61784" y="94481"/>
                </a:lnTo>
                <a:cubicBezTo>
                  <a:pt x="55523" y="85093"/>
                  <a:pt x="51240" y="79178"/>
                  <a:pt x="48933" y="76736"/>
                </a:cubicBezTo>
                <a:cubicBezTo>
                  <a:pt x="46627" y="74292"/>
                  <a:pt x="44183" y="72617"/>
                  <a:pt x="41601" y="71711"/>
                </a:cubicBezTo>
                <a:cubicBezTo>
                  <a:pt x="39020" y="70805"/>
                  <a:pt x="34929" y="70352"/>
                  <a:pt x="29327" y="70352"/>
                </a:cubicBezTo>
                <a:lnTo>
                  <a:pt x="24384" y="70352"/>
                </a:lnTo>
                <a:lnTo>
                  <a:pt x="24384" y="120768"/>
                </a:lnTo>
                <a:lnTo>
                  <a:pt x="0" y="120768"/>
                </a:lnTo>
                <a:moveTo>
                  <a:pt x="24384" y="51075"/>
                </a:moveTo>
                <a:lnTo>
                  <a:pt x="42425" y="51075"/>
                </a:lnTo>
                <a:cubicBezTo>
                  <a:pt x="54123" y="51075"/>
                  <a:pt x="61427" y="50581"/>
                  <a:pt x="64338" y="49592"/>
                </a:cubicBezTo>
                <a:cubicBezTo>
                  <a:pt x="67249" y="48604"/>
                  <a:pt x="69528" y="46901"/>
                  <a:pt x="71176" y="44485"/>
                </a:cubicBezTo>
                <a:cubicBezTo>
                  <a:pt x="72823" y="42068"/>
                  <a:pt x="73647" y="39048"/>
                  <a:pt x="73647" y="35423"/>
                </a:cubicBezTo>
                <a:cubicBezTo>
                  <a:pt x="73647" y="31359"/>
                  <a:pt x="72562" y="28078"/>
                  <a:pt x="70393" y="25579"/>
                </a:cubicBezTo>
                <a:cubicBezTo>
                  <a:pt x="68224" y="23080"/>
                  <a:pt x="65162" y="21501"/>
                  <a:pt x="61208" y="20842"/>
                </a:cubicBezTo>
                <a:cubicBezTo>
                  <a:pt x="59231" y="20567"/>
                  <a:pt x="53299" y="20430"/>
                  <a:pt x="43414" y="20430"/>
                </a:cubicBezTo>
                <a:lnTo>
                  <a:pt x="24384" y="20430"/>
                </a:lnTo>
                <a:lnTo>
                  <a:pt x="24384" y="51075"/>
                </a:lnTo>
                <a:close/>
                <a:moveTo>
                  <a:pt x="172226" y="92924"/>
                </a:moveTo>
                <a:lnTo>
                  <a:pt x="195292" y="96878"/>
                </a:lnTo>
                <a:cubicBezTo>
                  <a:pt x="192326" y="105308"/>
                  <a:pt x="187644" y="111727"/>
                  <a:pt x="181246" y="116134"/>
                </a:cubicBezTo>
                <a:cubicBezTo>
                  <a:pt x="174848" y="120541"/>
                  <a:pt x="166844" y="122745"/>
                  <a:pt x="157233" y="122745"/>
                </a:cubicBezTo>
                <a:cubicBezTo>
                  <a:pt x="142020" y="122745"/>
                  <a:pt x="130762" y="117775"/>
                  <a:pt x="123457" y="107834"/>
                </a:cubicBezTo>
                <a:cubicBezTo>
                  <a:pt x="117691" y="99871"/>
                  <a:pt x="114808" y="89821"/>
                  <a:pt x="114808" y="77683"/>
                </a:cubicBezTo>
                <a:cubicBezTo>
                  <a:pt x="114808" y="63185"/>
                  <a:pt x="118597" y="51830"/>
                  <a:pt x="126176" y="43620"/>
                </a:cubicBezTo>
                <a:cubicBezTo>
                  <a:pt x="133755" y="35409"/>
                  <a:pt x="143338" y="31304"/>
                  <a:pt x="154926" y="31304"/>
                </a:cubicBezTo>
                <a:cubicBezTo>
                  <a:pt x="167942" y="31304"/>
                  <a:pt x="178212" y="35601"/>
                  <a:pt x="185736" y="44196"/>
                </a:cubicBezTo>
                <a:cubicBezTo>
                  <a:pt x="193260" y="52791"/>
                  <a:pt x="196857" y="65958"/>
                  <a:pt x="196528" y="83697"/>
                </a:cubicBezTo>
                <a:lnTo>
                  <a:pt x="138533" y="83697"/>
                </a:lnTo>
                <a:cubicBezTo>
                  <a:pt x="138698" y="90562"/>
                  <a:pt x="140565" y="95903"/>
                  <a:pt x="144135" y="99720"/>
                </a:cubicBezTo>
                <a:cubicBezTo>
                  <a:pt x="147704" y="103537"/>
                  <a:pt x="152153" y="105445"/>
                  <a:pt x="157480" y="105445"/>
                </a:cubicBezTo>
                <a:cubicBezTo>
                  <a:pt x="161105" y="105445"/>
                  <a:pt x="164153" y="104457"/>
                  <a:pt x="166624" y="102480"/>
                </a:cubicBezTo>
                <a:cubicBezTo>
                  <a:pt x="169095" y="100502"/>
                  <a:pt x="170963" y="97317"/>
                  <a:pt x="172226" y="92924"/>
                </a:cubicBezTo>
                <a:moveTo>
                  <a:pt x="173544" y="69528"/>
                </a:moveTo>
                <a:cubicBezTo>
                  <a:pt x="173379" y="62855"/>
                  <a:pt x="171649" y="57782"/>
                  <a:pt x="168354" y="54308"/>
                </a:cubicBezTo>
                <a:cubicBezTo>
                  <a:pt x="165059" y="50835"/>
                  <a:pt x="161050" y="49098"/>
                  <a:pt x="156327" y="49098"/>
                </a:cubicBezTo>
                <a:cubicBezTo>
                  <a:pt x="151274" y="49098"/>
                  <a:pt x="147100" y="50930"/>
                  <a:pt x="143805" y="54594"/>
                </a:cubicBezTo>
                <a:cubicBezTo>
                  <a:pt x="140510" y="58260"/>
                  <a:pt x="138890" y="63238"/>
                  <a:pt x="138945" y="69528"/>
                </a:cubicBezTo>
                <a:lnTo>
                  <a:pt x="173544" y="69528"/>
                </a:lnTo>
                <a:close/>
                <a:moveTo>
                  <a:pt x="207211" y="95889"/>
                </a:moveTo>
                <a:lnTo>
                  <a:pt x="230442" y="92265"/>
                </a:lnTo>
                <a:cubicBezTo>
                  <a:pt x="231431" y="96740"/>
                  <a:pt x="233435" y="100139"/>
                  <a:pt x="236456" y="102459"/>
                </a:cubicBezTo>
                <a:cubicBezTo>
                  <a:pt x="239477" y="104779"/>
                  <a:pt x="243705" y="105939"/>
                  <a:pt x="249142" y="105939"/>
                </a:cubicBezTo>
                <a:cubicBezTo>
                  <a:pt x="255129" y="105939"/>
                  <a:pt x="259632" y="104843"/>
                  <a:pt x="262653" y="102649"/>
                </a:cubicBezTo>
                <a:cubicBezTo>
                  <a:pt x="264685" y="101113"/>
                  <a:pt x="265701" y="99057"/>
                  <a:pt x="265701" y="96479"/>
                </a:cubicBezTo>
                <a:cubicBezTo>
                  <a:pt x="265701" y="94723"/>
                  <a:pt x="265151" y="93269"/>
                  <a:pt x="264053" y="92118"/>
                </a:cubicBezTo>
                <a:cubicBezTo>
                  <a:pt x="262900" y="91021"/>
                  <a:pt x="260318" y="90007"/>
                  <a:pt x="256309" y="89075"/>
                </a:cubicBezTo>
                <a:cubicBezTo>
                  <a:pt x="237637" y="84963"/>
                  <a:pt x="225802" y="81206"/>
                  <a:pt x="220804" y="77804"/>
                </a:cubicBezTo>
                <a:cubicBezTo>
                  <a:pt x="213884" y="73085"/>
                  <a:pt x="210424" y="66528"/>
                  <a:pt x="210424" y="58134"/>
                </a:cubicBezTo>
                <a:cubicBezTo>
                  <a:pt x="210424" y="50562"/>
                  <a:pt x="213417" y="44197"/>
                  <a:pt x="219404" y="39040"/>
                </a:cubicBezTo>
                <a:cubicBezTo>
                  <a:pt x="225390" y="33883"/>
                  <a:pt x="234671" y="31304"/>
                  <a:pt x="247248" y="31304"/>
                </a:cubicBezTo>
                <a:cubicBezTo>
                  <a:pt x="259220" y="31304"/>
                  <a:pt x="268117" y="33247"/>
                  <a:pt x="273938" y="37132"/>
                </a:cubicBezTo>
                <a:cubicBezTo>
                  <a:pt x="279760" y="41018"/>
                  <a:pt x="283769" y="46764"/>
                  <a:pt x="285966" y="54370"/>
                </a:cubicBezTo>
                <a:lnTo>
                  <a:pt x="264135" y="58489"/>
                </a:lnTo>
                <a:cubicBezTo>
                  <a:pt x="263202" y="55084"/>
                  <a:pt x="261431" y="52475"/>
                  <a:pt x="258822" y="50663"/>
                </a:cubicBezTo>
                <a:cubicBezTo>
                  <a:pt x="256213" y="48851"/>
                  <a:pt x="252492" y="47945"/>
                  <a:pt x="247660" y="47945"/>
                </a:cubicBezTo>
                <a:cubicBezTo>
                  <a:pt x="241563" y="47945"/>
                  <a:pt x="237197" y="48795"/>
                  <a:pt x="234561" y="50496"/>
                </a:cubicBezTo>
                <a:cubicBezTo>
                  <a:pt x="232804" y="51701"/>
                  <a:pt x="231925" y="53263"/>
                  <a:pt x="231925" y="55184"/>
                </a:cubicBezTo>
                <a:cubicBezTo>
                  <a:pt x="231925" y="56828"/>
                  <a:pt x="232694" y="58226"/>
                  <a:pt x="234232" y="59377"/>
                </a:cubicBezTo>
                <a:cubicBezTo>
                  <a:pt x="236319" y="60913"/>
                  <a:pt x="243527" y="63080"/>
                  <a:pt x="255856" y="65878"/>
                </a:cubicBezTo>
                <a:cubicBezTo>
                  <a:pt x="268186" y="68675"/>
                  <a:pt x="276794" y="72107"/>
                  <a:pt x="281682" y="76172"/>
                </a:cubicBezTo>
                <a:cubicBezTo>
                  <a:pt x="286515" y="80295"/>
                  <a:pt x="288931" y="86037"/>
                  <a:pt x="288931" y="93400"/>
                </a:cubicBezTo>
                <a:cubicBezTo>
                  <a:pt x="288931" y="101423"/>
                  <a:pt x="285581" y="108320"/>
                  <a:pt x="278881" y="114090"/>
                </a:cubicBezTo>
                <a:cubicBezTo>
                  <a:pt x="272181" y="119860"/>
                  <a:pt x="262268" y="122745"/>
                  <a:pt x="249142" y="122745"/>
                </a:cubicBezTo>
                <a:cubicBezTo>
                  <a:pt x="237225" y="122745"/>
                  <a:pt x="227792" y="120336"/>
                  <a:pt x="220845" y="115519"/>
                </a:cubicBezTo>
                <a:cubicBezTo>
                  <a:pt x="213898" y="110699"/>
                  <a:pt x="209353" y="104156"/>
                  <a:pt x="207211" y="95889"/>
                </a:cubicBezTo>
                <a:close/>
                <a:moveTo>
                  <a:pt x="308512" y="33281"/>
                </a:moveTo>
                <a:lnTo>
                  <a:pt x="330095" y="33281"/>
                </a:lnTo>
                <a:lnTo>
                  <a:pt x="330095" y="46132"/>
                </a:lnTo>
                <a:cubicBezTo>
                  <a:pt x="332896" y="41739"/>
                  <a:pt x="336686" y="38169"/>
                  <a:pt x="341464" y="35423"/>
                </a:cubicBezTo>
                <a:cubicBezTo>
                  <a:pt x="346242" y="32677"/>
                  <a:pt x="351541" y="31304"/>
                  <a:pt x="357363" y="31304"/>
                </a:cubicBezTo>
                <a:cubicBezTo>
                  <a:pt x="367523" y="31304"/>
                  <a:pt x="376145" y="35286"/>
                  <a:pt x="383230" y="43249"/>
                </a:cubicBezTo>
                <a:cubicBezTo>
                  <a:pt x="390314" y="51212"/>
                  <a:pt x="393857" y="62306"/>
                  <a:pt x="393857" y="76530"/>
                </a:cubicBezTo>
                <a:cubicBezTo>
                  <a:pt x="393857" y="91139"/>
                  <a:pt x="390287" y="102493"/>
                  <a:pt x="383147" y="110594"/>
                </a:cubicBezTo>
                <a:cubicBezTo>
                  <a:pt x="376008" y="118695"/>
                  <a:pt x="367358" y="122745"/>
                  <a:pt x="357198" y="122745"/>
                </a:cubicBezTo>
                <a:cubicBezTo>
                  <a:pt x="352365" y="122745"/>
                  <a:pt x="347985" y="121784"/>
                  <a:pt x="344059" y="119862"/>
                </a:cubicBezTo>
                <a:cubicBezTo>
                  <a:pt x="340132" y="117939"/>
                  <a:pt x="335999" y="114644"/>
                  <a:pt x="331660" y="109976"/>
                </a:cubicBezTo>
                <a:lnTo>
                  <a:pt x="331660" y="154049"/>
                </a:lnTo>
                <a:lnTo>
                  <a:pt x="308512" y="154049"/>
                </a:lnTo>
                <a:lnTo>
                  <a:pt x="308512" y="33281"/>
                </a:lnTo>
                <a:moveTo>
                  <a:pt x="331413" y="75503"/>
                </a:moveTo>
                <a:cubicBezTo>
                  <a:pt x="331413" y="85318"/>
                  <a:pt x="333363" y="92570"/>
                  <a:pt x="337262" y="97259"/>
                </a:cubicBezTo>
                <a:cubicBezTo>
                  <a:pt x="341162" y="101948"/>
                  <a:pt x="345912" y="104292"/>
                  <a:pt x="351514" y="104292"/>
                </a:cubicBezTo>
                <a:cubicBezTo>
                  <a:pt x="356896" y="104292"/>
                  <a:pt x="361372" y="102140"/>
                  <a:pt x="364942" y="97835"/>
                </a:cubicBezTo>
                <a:cubicBezTo>
                  <a:pt x="368511" y="93531"/>
                  <a:pt x="370296" y="86471"/>
                  <a:pt x="370296" y="76654"/>
                </a:cubicBezTo>
                <a:cubicBezTo>
                  <a:pt x="370296" y="67496"/>
                  <a:pt x="368456" y="60696"/>
                  <a:pt x="364777" y="56255"/>
                </a:cubicBezTo>
                <a:cubicBezTo>
                  <a:pt x="361097" y="51813"/>
                  <a:pt x="356539" y="49592"/>
                  <a:pt x="351102" y="49592"/>
                </a:cubicBezTo>
                <a:cubicBezTo>
                  <a:pt x="345445" y="49592"/>
                  <a:pt x="340750" y="51772"/>
                  <a:pt x="337015" y="56131"/>
                </a:cubicBezTo>
                <a:cubicBezTo>
                  <a:pt x="333281" y="60490"/>
                  <a:pt x="331413" y="66948"/>
                  <a:pt x="331413" y="75503"/>
                </a:cubicBezTo>
                <a:close/>
                <a:moveTo>
                  <a:pt x="406899" y="75789"/>
                </a:moveTo>
                <a:cubicBezTo>
                  <a:pt x="406899" y="68100"/>
                  <a:pt x="408794" y="60658"/>
                  <a:pt x="412583" y="53464"/>
                </a:cubicBezTo>
                <a:cubicBezTo>
                  <a:pt x="416373" y="46270"/>
                  <a:pt x="421741" y="40778"/>
                  <a:pt x="428688" y="36988"/>
                </a:cubicBezTo>
                <a:cubicBezTo>
                  <a:pt x="435636" y="33199"/>
                  <a:pt x="443393" y="31304"/>
                  <a:pt x="451961" y="31304"/>
                </a:cubicBezTo>
                <a:cubicBezTo>
                  <a:pt x="465196" y="31304"/>
                  <a:pt x="476043" y="35601"/>
                  <a:pt x="484500" y="44196"/>
                </a:cubicBezTo>
                <a:cubicBezTo>
                  <a:pt x="492958" y="52791"/>
                  <a:pt x="497187" y="63652"/>
                  <a:pt x="497187" y="76777"/>
                </a:cubicBezTo>
                <a:cubicBezTo>
                  <a:pt x="497187" y="90013"/>
                  <a:pt x="492917" y="100983"/>
                  <a:pt x="484377" y="109688"/>
                </a:cubicBezTo>
                <a:cubicBezTo>
                  <a:pt x="475837" y="118392"/>
                  <a:pt x="465086" y="122745"/>
                  <a:pt x="452125" y="122745"/>
                </a:cubicBezTo>
                <a:cubicBezTo>
                  <a:pt x="444107" y="122745"/>
                  <a:pt x="436460" y="120932"/>
                  <a:pt x="429183" y="117308"/>
                </a:cubicBezTo>
                <a:cubicBezTo>
                  <a:pt x="421906" y="113683"/>
                  <a:pt x="416373" y="108370"/>
                  <a:pt x="412583" y="101367"/>
                </a:cubicBezTo>
                <a:cubicBezTo>
                  <a:pt x="408794" y="94365"/>
                  <a:pt x="406899" y="85839"/>
                  <a:pt x="406899" y="75789"/>
                </a:cubicBezTo>
                <a:moveTo>
                  <a:pt x="430624" y="77024"/>
                </a:moveTo>
                <a:cubicBezTo>
                  <a:pt x="430624" y="85674"/>
                  <a:pt x="432684" y="92299"/>
                  <a:pt x="436803" y="96898"/>
                </a:cubicBezTo>
                <a:cubicBezTo>
                  <a:pt x="440922" y="101498"/>
                  <a:pt x="446002" y="103798"/>
                  <a:pt x="452043" y="103798"/>
                </a:cubicBezTo>
                <a:cubicBezTo>
                  <a:pt x="458084" y="103798"/>
                  <a:pt x="463150" y="101498"/>
                  <a:pt x="467242" y="96898"/>
                </a:cubicBezTo>
                <a:cubicBezTo>
                  <a:pt x="471333" y="92299"/>
                  <a:pt x="473379" y="85619"/>
                  <a:pt x="473379" y="76860"/>
                </a:cubicBezTo>
                <a:cubicBezTo>
                  <a:pt x="473379" y="68320"/>
                  <a:pt x="471333" y="61750"/>
                  <a:pt x="467242" y="57150"/>
                </a:cubicBezTo>
                <a:cubicBezTo>
                  <a:pt x="463150" y="52551"/>
                  <a:pt x="458084" y="50251"/>
                  <a:pt x="452043" y="50251"/>
                </a:cubicBezTo>
                <a:cubicBezTo>
                  <a:pt x="446002" y="50251"/>
                  <a:pt x="440922" y="52551"/>
                  <a:pt x="436803" y="57150"/>
                </a:cubicBezTo>
                <a:cubicBezTo>
                  <a:pt x="432684" y="61750"/>
                  <a:pt x="430624" y="68375"/>
                  <a:pt x="430624" y="77024"/>
                </a:cubicBezTo>
                <a:close/>
                <a:moveTo>
                  <a:pt x="594915" y="120768"/>
                </a:moveTo>
                <a:lnTo>
                  <a:pt x="571766" y="120768"/>
                </a:lnTo>
                <a:lnTo>
                  <a:pt x="571766" y="76170"/>
                </a:lnTo>
                <a:cubicBezTo>
                  <a:pt x="571766" y="66734"/>
                  <a:pt x="571272" y="60631"/>
                  <a:pt x="570284" y="57861"/>
                </a:cubicBezTo>
                <a:cubicBezTo>
                  <a:pt x="569295" y="55091"/>
                  <a:pt x="567689" y="52938"/>
                  <a:pt x="565464" y="51402"/>
                </a:cubicBezTo>
                <a:cubicBezTo>
                  <a:pt x="563240" y="49866"/>
                  <a:pt x="560563" y="49098"/>
                  <a:pt x="557432" y="49098"/>
                </a:cubicBezTo>
                <a:cubicBezTo>
                  <a:pt x="553423" y="49098"/>
                  <a:pt x="549826" y="50195"/>
                  <a:pt x="546641" y="52391"/>
                </a:cubicBezTo>
                <a:cubicBezTo>
                  <a:pt x="543455" y="54584"/>
                  <a:pt x="541272" y="57491"/>
                  <a:pt x="540092" y="61112"/>
                </a:cubicBezTo>
                <a:cubicBezTo>
                  <a:pt x="538911" y="64732"/>
                  <a:pt x="538320" y="71424"/>
                  <a:pt x="538320" y="81190"/>
                </a:cubicBezTo>
                <a:lnTo>
                  <a:pt x="538320" y="120768"/>
                </a:lnTo>
                <a:lnTo>
                  <a:pt x="515172" y="120768"/>
                </a:lnTo>
                <a:lnTo>
                  <a:pt x="515172" y="33281"/>
                </a:lnTo>
                <a:lnTo>
                  <a:pt x="536673" y="33281"/>
                </a:lnTo>
                <a:lnTo>
                  <a:pt x="536673" y="46132"/>
                </a:lnTo>
                <a:cubicBezTo>
                  <a:pt x="544307" y="36247"/>
                  <a:pt x="553918" y="31304"/>
                  <a:pt x="565506" y="31304"/>
                </a:cubicBezTo>
                <a:cubicBezTo>
                  <a:pt x="570613" y="31304"/>
                  <a:pt x="575281" y="32224"/>
                  <a:pt x="579510" y="34064"/>
                </a:cubicBezTo>
                <a:cubicBezTo>
                  <a:pt x="583739" y="35904"/>
                  <a:pt x="586938" y="38251"/>
                  <a:pt x="589107" y="41107"/>
                </a:cubicBezTo>
                <a:cubicBezTo>
                  <a:pt x="591277" y="43963"/>
                  <a:pt x="592787" y="47203"/>
                  <a:pt x="593638" y="50828"/>
                </a:cubicBezTo>
                <a:cubicBezTo>
                  <a:pt x="594489" y="54453"/>
                  <a:pt x="594915" y="59642"/>
                  <a:pt x="594915" y="66398"/>
                </a:cubicBezTo>
                <a:lnTo>
                  <a:pt x="594915" y="120768"/>
                </a:lnTo>
                <a:close/>
                <a:moveTo>
                  <a:pt x="610264" y="95889"/>
                </a:moveTo>
                <a:lnTo>
                  <a:pt x="633495" y="92265"/>
                </a:lnTo>
                <a:cubicBezTo>
                  <a:pt x="634484" y="96740"/>
                  <a:pt x="636488" y="100139"/>
                  <a:pt x="639509" y="102459"/>
                </a:cubicBezTo>
                <a:cubicBezTo>
                  <a:pt x="642529" y="104779"/>
                  <a:pt x="646758" y="105939"/>
                  <a:pt x="652195" y="105939"/>
                </a:cubicBezTo>
                <a:cubicBezTo>
                  <a:pt x="658181" y="105939"/>
                  <a:pt x="662685" y="104843"/>
                  <a:pt x="665705" y="102649"/>
                </a:cubicBezTo>
                <a:cubicBezTo>
                  <a:pt x="667737" y="101113"/>
                  <a:pt x="668753" y="99057"/>
                  <a:pt x="668753" y="96479"/>
                </a:cubicBezTo>
                <a:cubicBezTo>
                  <a:pt x="668753" y="94723"/>
                  <a:pt x="668204" y="93269"/>
                  <a:pt x="667106" y="92118"/>
                </a:cubicBezTo>
                <a:cubicBezTo>
                  <a:pt x="665952" y="91021"/>
                  <a:pt x="663371" y="90007"/>
                  <a:pt x="659362" y="89075"/>
                </a:cubicBezTo>
                <a:cubicBezTo>
                  <a:pt x="640689" y="84963"/>
                  <a:pt x="628854" y="81206"/>
                  <a:pt x="623857" y="77804"/>
                </a:cubicBezTo>
                <a:cubicBezTo>
                  <a:pt x="616937" y="73085"/>
                  <a:pt x="613477" y="66528"/>
                  <a:pt x="613477" y="58134"/>
                </a:cubicBezTo>
                <a:cubicBezTo>
                  <a:pt x="613477" y="50562"/>
                  <a:pt x="616470" y="44197"/>
                  <a:pt x="622456" y="39040"/>
                </a:cubicBezTo>
                <a:cubicBezTo>
                  <a:pt x="628442" y="33883"/>
                  <a:pt x="637724" y="31304"/>
                  <a:pt x="650300" y="31304"/>
                </a:cubicBezTo>
                <a:cubicBezTo>
                  <a:pt x="662273" y="31304"/>
                  <a:pt x="671170" y="33247"/>
                  <a:pt x="676991" y="37132"/>
                </a:cubicBezTo>
                <a:cubicBezTo>
                  <a:pt x="682813" y="41018"/>
                  <a:pt x="686822" y="46764"/>
                  <a:pt x="689018" y="54370"/>
                </a:cubicBezTo>
                <a:lnTo>
                  <a:pt x="667188" y="58489"/>
                </a:lnTo>
                <a:cubicBezTo>
                  <a:pt x="666254" y="55084"/>
                  <a:pt x="664483" y="52475"/>
                  <a:pt x="661875" y="50663"/>
                </a:cubicBezTo>
                <a:cubicBezTo>
                  <a:pt x="659266" y="48851"/>
                  <a:pt x="655545" y="47945"/>
                  <a:pt x="650712" y="47945"/>
                </a:cubicBezTo>
                <a:cubicBezTo>
                  <a:pt x="644616" y="47945"/>
                  <a:pt x="640250" y="48795"/>
                  <a:pt x="637614" y="50496"/>
                </a:cubicBezTo>
                <a:cubicBezTo>
                  <a:pt x="635857" y="51701"/>
                  <a:pt x="634978" y="53263"/>
                  <a:pt x="634978" y="55184"/>
                </a:cubicBezTo>
                <a:cubicBezTo>
                  <a:pt x="634978" y="56828"/>
                  <a:pt x="635747" y="58226"/>
                  <a:pt x="637284" y="59377"/>
                </a:cubicBezTo>
                <a:cubicBezTo>
                  <a:pt x="639371" y="60913"/>
                  <a:pt x="646580" y="63080"/>
                  <a:pt x="658909" y="65878"/>
                </a:cubicBezTo>
                <a:cubicBezTo>
                  <a:pt x="671238" y="68675"/>
                  <a:pt x="679847" y="72107"/>
                  <a:pt x="684735" y="76172"/>
                </a:cubicBezTo>
                <a:cubicBezTo>
                  <a:pt x="689568" y="80295"/>
                  <a:pt x="691984" y="86037"/>
                  <a:pt x="691984" y="93400"/>
                </a:cubicBezTo>
                <a:cubicBezTo>
                  <a:pt x="691984" y="101423"/>
                  <a:pt x="688634" y="108320"/>
                  <a:pt x="681934" y="114090"/>
                </a:cubicBezTo>
                <a:cubicBezTo>
                  <a:pt x="675234" y="119860"/>
                  <a:pt x="665321" y="122745"/>
                  <a:pt x="652195" y="122745"/>
                </a:cubicBezTo>
                <a:cubicBezTo>
                  <a:pt x="640278" y="122745"/>
                  <a:pt x="630845" y="120336"/>
                  <a:pt x="623898" y="115519"/>
                </a:cubicBezTo>
                <a:cubicBezTo>
                  <a:pt x="616951" y="110699"/>
                  <a:pt x="612406" y="104156"/>
                  <a:pt x="610264" y="95889"/>
                </a:cubicBezTo>
                <a:close/>
                <a:moveTo>
                  <a:pt x="762887" y="92924"/>
                </a:moveTo>
                <a:lnTo>
                  <a:pt x="785953" y="96878"/>
                </a:lnTo>
                <a:cubicBezTo>
                  <a:pt x="782987" y="105308"/>
                  <a:pt x="778305" y="111727"/>
                  <a:pt x="771907" y="116134"/>
                </a:cubicBezTo>
                <a:cubicBezTo>
                  <a:pt x="765509" y="120541"/>
                  <a:pt x="757505" y="122745"/>
                  <a:pt x="747894" y="122745"/>
                </a:cubicBezTo>
                <a:cubicBezTo>
                  <a:pt x="732681" y="122745"/>
                  <a:pt x="721423" y="117775"/>
                  <a:pt x="714118" y="107834"/>
                </a:cubicBezTo>
                <a:cubicBezTo>
                  <a:pt x="708352" y="99871"/>
                  <a:pt x="705469" y="89821"/>
                  <a:pt x="705469" y="77683"/>
                </a:cubicBezTo>
                <a:cubicBezTo>
                  <a:pt x="705469" y="63185"/>
                  <a:pt x="709258" y="51830"/>
                  <a:pt x="716837" y="43620"/>
                </a:cubicBezTo>
                <a:cubicBezTo>
                  <a:pt x="724416" y="35409"/>
                  <a:pt x="733999" y="31304"/>
                  <a:pt x="745587" y="31304"/>
                </a:cubicBezTo>
                <a:cubicBezTo>
                  <a:pt x="758603" y="31304"/>
                  <a:pt x="768873" y="35601"/>
                  <a:pt x="776397" y="44196"/>
                </a:cubicBezTo>
                <a:cubicBezTo>
                  <a:pt x="783921" y="52791"/>
                  <a:pt x="787518" y="65958"/>
                  <a:pt x="787189" y="83697"/>
                </a:cubicBezTo>
                <a:lnTo>
                  <a:pt x="729194" y="83697"/>
                </a:lnTo>
                <a:cubicBezTo>
                  <a:pt x="729358" y="90562"/>
                  <a:pt x="731226" y="95903"/>
                  <a:pt x="734795" y="99720"/>
                </a:cubicBezTo>
                <a:cubicBezTo>
                  <a:pt x="738365" y="103537"/>
                  <a:pt x="742814" y="105445"/>
                  <a:pt x="748141" y="105445"/>
                </a:cubicBezTo>
                <a:cubicBezTo>
                  <a:pt x="751766" y="105445"/>
                  <a:pt x="754814" y="104457"/>
                  <a:pt x="757285" y="102480"/>
                </a:cubicBezTo>
                <a:cubicBezTo>
                  <a:pt x="759756" y="100502"/>
                  <a:pt x="761624" y="97317"/>
                  <a:pt x="762887" y="92924"/>
                </a:cubicBezTo>
                <a:moveTo>
                  <a:pt x="764205" y="69528"/>
                </a:moveTo>
                <a:cubicBezTo>
                  <a:pt x="764040" y="62855"/>
                  <a:pt x="762310" y="57782"/>
                  <a:pt x="759015" y="54308"/>
                </a:cubicBezTo>
                <a:cubicBezTo>
                  <a:pt x="755720" y="50835"/>
                  <a:pt x="751711" y="49098"/>
                  <a:pt x="746988" y="49098"/>
                </a:cubicBezTo>
                <a:cubicBezTo>
                  <a:pt x="741935" y="49098"/>
                  <a:pt x="737761" y="50930"/>
                  <a:pt x="734466" y="54594"/>
                </a:cubicBezTo>
                <a:cubicBezTo>
                  <a:pt x="731171" y="58260"/>
                  <a:pt x="729551" y="63238"/>
                  <a:pt x="729606" y="69528"/>
                </a:cubicBezTo>
                <a:lnTo>
                  <a:pt x="764205" y="695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D7930-80EF-4FB3-8559-B68BAC5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1" y="1895474"/>
            <a:ext cx="2699397" cy="780295"/>
          </a:xfrm>
          <a:custGeom xmlns:a="http://schemas.openxmlformats.org/drawingml/2006/main">
            <a:pathLst>
              <a:path w="2699397" h="780295">
                <a:moveTo>
                  <a:pt x="0" y="0"/>
                </a:moveTo>
                <a:lnTo>
                  <a:pt x="2699397" y="0"/>
                </a:lnTo>
                <a:lnTo>
                  <a:pt x="2699397" y="780295"/>
                </a:lnTo>
                <a:lnTo>
                  <a:pt x="0" y="780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F5AF3-513B-4F88-86F4-5B3B99C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1" y="1895474"/>
            <a:ext cx="2699397" cy="780295"/>
          </a:xfrm>
          <a:custGeom xmlns:a="http://schemas.openxmlformats.org/drawingml/2006/main">
            <a:pathLst>
              <a:path w="2699397" h="780295" fill="none">
                <a:moveTo>
                  <a:pt x="0" y="0"/>
                </a:moveTo>
                <a:lnTo>
                  <a:pt x="2699397" y="0"/>
                </a:lnTo>
                <a:lnTo>
                  <a:pt x="2699397" y="780295"/>
                </a:lnTo>
                <a:lnTo>
                  <a:pt x="0" y="7802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B85450"/>
            </a:solidFill>
            <a:miter/>
          </a:ln>
        </p:spPr>
      </p:sp>
      <p:sp>
        <p:nvSpPr>
          <p:cNvPr id="23" name="Text Sample">
            <a:extLst xmlns:a="http://schemas.openxmlformats.org/drawingml/2006/main">
              <a:ext uri="{FF2B5EF4-FFF2-40B4-BE49-F238E27FC236}">
                <a16:creationId xmlns:a16="http://schemas.microsoft.com/office/drawing/2014/main" id="{92F8E506-D29C-41E9-B6F8-DE5560D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1" y="1974294"/>
            <a:ext cx="470091" cy="124953"/>
          </a:xfrm>
          <a:custGeom xmlns:a="http://schemas.openxmlformats.org/drawingml/2006/main">
            <a:pathLst>
              <a:path w="470091" h="124953">
                <a:moveTo>
                  <a:pt x="0" y="66958"/>
                </a:moveTo>
                <a:lnTo>
                  <a:pt x="18980" y="65112"/>
                </a:lnTo>
                <a:cubicBezTo>
                  <a:pt x="20122" y="71506"/>
                  <a:pt x="22440" y="76203"/>
                  <a:pt x="25933" y="79201"/>
                </a:cubicBezTo>
                <a:cubicBezTo>
                  <a:pt x="29426" y="82199"/>
                  <a:pt x="34138" y="83697"/>
                  <a:pt x="40069" y="83697"/>
                </a:cubicBezTo>
                <a:cubicBezTo>
                  <a:pt x="46352" y="83697"/>
                  <a:pt x="51086" y="82364"/>
                  <a:pt x="54271" y="79698"/>
                </a:cubicBezTo>
                <a:cubicBezTo>
                  <a:pt x="57457" y="77031"/>
                  <a:pt x="59049" y="73913"/>
                  <a:pt x="59049" y="70341"/>
                </a:cubicBezTo>
                <a:cubicBezTo>
                  <a:pt x="59049" y="68050"/>
                  <a:pt x="58379" y="66100"/>
                  <a:pt x="57039" y="64493"/>
                </a:cubicBezTo>
                <a:cubicBezTo>
                  <a:pt x="55699" y="62883"/>
                  <a:pt x="53360" y="61484"/>
                  <a:pt x="50021" y="60293"/>
                </a:cubicBezTo>
                <a:cubicBezTo>
                  <a:pt x="47736" y="59501"/>
                  <a:pt x="42530" y="58092"/>
                  <a:pt x="34402" y="56067"/>
                </a:cubicBezTo>
                <a:cubicBezTo>
                  <a:pt x="23945" y="53470"/>
                  <a:pt x="16608" y="50277"/>
                  <a:pt x="12390" y="46491"/>
                </a:cubicBezTo>
                <a:cubicBezTo>
                  <a:pt x="6459" y="41163"/>
                  <a:pt x="3493" y="34670"/>
                  <a:pt x="3493" y="27010"/>
                </a:cubicBezTo>
                <a:cubicBezTo>
                  <a:pt x="3493" y="22080"/>
                  <a:pt x="4888" y="17468"/>
                  <a:pt x="7678" y="13177"/>
                </a:cubicBezTo>
                <a:cubicBezTo>
                  <a:pt x="10468" y="8883"/>
                  <a:pt x="14488" y="5614"/>
                  <a:pt x="19738" y="3369"/>
                </a:cubicBezTo>
                <a:cubicBezTo>
                  <a:pt x="24988" y="1123"/>
                  <a:pt x="31326" y="0"/>
                  <a:pt x="38751" y="0"/>
                </a:cubicBezTo>
                <a:cubicBezTo>
                  <a:pt x="50877" y="0"/>
                  <a:pt x="60005" y="2670"/>
                  <a:pt x="66134" y="8011"/>
                </a:cubicBezTo>
                <a:cubicBezTo>
                  <a:pt x="72263" y="13351"/>
                  <a:pt x="75481" y="20478"/>
                  <a:pt x="75789" y="29393"/>
                </a:cubicBezTo>
                <a:lnTo>
                  <a:pt x="56281" y="30184"/>
                </a:lnTo>
                <a:cubicBezTo>
                  <a:pt x="55447" y="25219"/>
                  <a:pt x="53656" y="21649"/>
                  <a:pt x="50910" y="19474"/>
                </a:cubicBezTo>
                <a:cubicBezTo>
                  <a:pt x="48164" y="17300"/>
                  <a:pt x="44045" y="16212"/>
                  <a:pt x="38553" y="16212"/>
                </a:cubicBezTo>
                <a:cubicBezTo>
                  <a:pt x="32886" y="16212"/>
                  <a:pt x="28448" y="17377"/>
                  <a:pt x="25241" y="19707"/>
                </a:cubicBezTo>
                <a:cubicBezTo>
                  <a:pt x="23176" y="21201"/>
                  <a:pt x="22143" y="23201"/>
                  <a:pt x="22143" y="25706"/>
                </a:cubicBezTo>
                <a:cubicBezTo>
                  <a:pt x="22143" y="27992"/>
                  <a:pt x="23110" y="29948"/>
                  <a:pt x="25043" y="31574"/>
                </a:cubicBezTo>
                <a:cubicBezTo>
                  <a:pt x="27504" y="33640"/>
                  <a:pt x="33479" y="35796"/>
                  <a:pt x="42969" y="38041"/>
                </a:cubicBezTo>
                <a:cubicBezTo>
                  <a:pt x="52459" y="40285"/>
                  <a:pt x="59478" y="42608"/>
                  <a:pt x="64025" y="45008"/>
                </a:cubicBezTo>
                <a:cubicBezTo>
                  <a:pt x="68572" y="47406"/>
                  <a:pt x="72131" y="50686"/>
                  <a:pt x="74701" y="54846"/>
                </a:cubicBezTo>
                <a:cubicBezTo>
                  <a:pt x="77272" y="59005"/>
                  <a:pt x="78557" y="64144"/>
                  <a:pt x="78557" y="70263"/>
                </a:cubicBezTo>
                <a:cubicBezTo>
                  <a:pt x="78557" y="75809"/>
                  <a:pt x="77019" y="81003"/>
                  <a:pt x="73943" y="85845"/>
                </a:cubicBezTo>
                <a:cubicBezTo>
                  <a:pt x="70868" y="90688"/>
                  <a:pt x="66518" y="94286"/>
                  <a:pt x="60895" y="96641"/>
                </a:cubicBezTo>
                <a:cubicBezTo>
                  <a:pt x="55271" y="98996"/>
                  <a:pt x="48263" y="100173"/>
                  <a:pt x="39871" y="100173"/>
                </a:cubicBezTo>
                <a:cubicBezTo>
                  <a:pt x="27657" y="100173"/>
                  <a:pt x="18277" y="97345"/>
                  <a:pt x="11731" y="91688"/>
                </a:cubicBezTo>
                <a:cubicBezTo>
                  <a:pt x="5184" y="86031"/>
                  <a:pt x="1274" y="77788"/>
                  <a:pt x="0" y="66958"/>
                </a:cubicBezTo>
                <a:close/>
                <a:moveTo>
                  <a:pt x="108675" y="49955"/>
                </a:moveTo>
                <a:lnTo>
                  <a:pt x="91870" y="46923"/>
                </a:lnTo>
                <a:cubicBezTo>
                  <a:pt x="93759" y="40068"/>
                  <a:pt x="97011" y="34993"/>
                  <a:pt x="101624" y="31699"/>
                </a:cubicBezTo>
                <a:cubicBezTo>
                  <a:pt x="106237" y="28404"/>
                  <a:pt x="113091" y="26757"/>
                  <a:pt x="122186" y="26757"/>
                </a:cubicBezTo>
                <a:cubicBezTo>
                  <a:pt x="130446" y="26757"/>
                  <a:pt x="136596" y="27734"/>
                  <a:pt x="140639" y="29689"/>
                </a:cubicBezTo>
                <a:cubicBezTo>
                  <a:pt x="144681" y="31645"/>
                  <a:pt x="147525" y="34127"/>
                  <a:pt x="149173" y="37136"/>
                </a:cubicBezTo>
                <a:cubicBezTo>
                  <a:pt x="150821" y="40146"/>
                  <a:pt x="151644" y="45671"/>
                  <a:pt x="151644" y="53711"/>
                </a:cubicBezTo>
                <a:lnTo>
                  <a:pt x="151447" y="75327"/>
                </a:lnTo>
                <a:cubicBezTo>
                  <a:pt x="151447" y="81478"/>
                  <a:pt x="151743" y="86015"/>
                  <a:pt x="152336" y="88936"/>
                </a:cubicBezTo>
                <a:cubicBezTo>
                  <a:pt x="152930" y="91858"/>
                  <a:pt x="154039" y="94989"/>
                  <a:pt x="155664" y="98328"/>
                </a:cubicBezTo>
                <a:lnTo>
                  <a:pt x="137343" y="98328"/>
                </a:lnTo>
                <a:cubicBezTo>
                  <a:pt x="136860" y="97097"/>
                  <a:pt x="136267" y="95274"/>
                  <a:pt x="135564" y="92858"/>
                </a:cubicBezTo>
                <a:cubicBezTo>
                  <a:pt x="135256" y="91759"/>
                  <a:pt x="135037" y="91034"/>
                  <a:pt x="134905" y="90683"/>
                </a:cubicBezTo>
                <a:cubicBezTo>
                  <a:pt x="131742" y="93758"/>
                  <a:pt x="128359" y="96065"/>
                  <a:pt x="124756" y="97603"/>
                </a:cubicBezTo>
                <a:cubicBezTo>
                  <a:pt x="121153" y="99140"/>
                  <a:pt x="117309" y="99909"/>
                  <a:pt x="113223" y="99909"/>
                </a:cubicBezTo>
                <a:cubicBezTo>
                  <a:pt x="106017" y="99909"/>
                  <a:pt x="100339" y="97962"/>
                  <a:pt x="96187" y="94069"/>
                </a:cubicBezTo>
                <a:cubicBezTo>
                  <a:pt x="92035" y="90175"/>
                  <a:pt x="89959" y="85253"/>
                  <a:pt x="89959" y="79302"/>
                </a:cubicBezTo>
                <a:cubicBezTo>
                  <a:pt x="89959" y="75364"/>
                  <a:pt x="90904" y="71854"/>
                  <a:pt x="92793" y="68770"/>
                </a:cubicBezTo>
                <a:cubicBezTo>
                  <a:pt x="94682" y="65685"/>
                  <a:pt x="97329" y="63322"/>
                  <a:pt x="100734" y="61681"/>
                </a:cubicBezTo>
                <a:cubicBezTo>
                  <a:pt x="104139" y="60041"/>
                  <a:pt x="109049" y="58608"/>
                  <a:pt x="115464" y="57383"/>
                </a:cubicBezTo>
                <a:cubicBezTo>
                  <a:pt x="124119" y="55764"/>
                  <a:pt x="130116" y="54255"/>
                  <a:pt x="133455" y="52854"/>
                </a:cubicBezTo>
                <a:lnTo>
                  <a:pt x="133455" y="50989"/>
                </a:lnTo>
                <a:cubicBezTo>
                  <a:pt x="133455" y="47390"/>
                  <a:pt x="132576" y="44825"/>
                  <a:pt x="130819" y="43292"/>
                </a:cubicBezTo>
                <a:cubicBezTo>
                  <a:pt x="129062" y="41759"/>
                  <a:pt x="125744" y="40992"/>
                  <a:pt x="120868" y="40992"/>
                </a:cubicBezTo>
                <a:cubicBezTo>
                  <a:pt x="117572" y="40992"/>
                  <a:pt x="115002" y="41655"/>
                  <a:pt x="113157" y="42981"/>
                </a:cubicBezTo>
                <a:cubicBezTo>
                  <a:pt x="111312" y="44306"/>
                  <a:pt x="109818" y="46631"/>
                  <a:pt x="108675" y="49955"/>
                </a:cubicBezTo>
                <a:moveTo>
                  <a:pt x="133455" y="64981"/>
                </a:moveTo>
                <a:cubicBezTo>
                  <a:pt x="131083" y="65762"/>
                  <a:pt x="127326" y="66695"/>
                  <a:pt x="122186" y="67781"/>
                </a:cubicBezTo>
                <a:cubicBezTo>
                  <a:pt x="117045" y="68866"/>
                  <a:pt x="113684" y="69930"/>
                  <a:pt x="112102" y="70972"/>
                </a:cubicBezTo>
                <a:cubicBezTo>
                  <a:pt x="109686" y="72665"/>
                  <a:pt x="108478" y="74813"/>
                  <a:pt x="108478" y="77418"/>
                </a:cubicBezTo>
                <a:cubicBezTo>
                  <a:pt x="108478" y="79980"/>
                  <a:pt x="109444" y="82194"/>
                  <a:pt x="111378" y="84062"/>
                </a:cubicBezTo>
                <a:cubicBezTo>
                  <a:pt x="113311" y="85928"/>
                  <a:pt x="115771" y="86860"/>
                  <a:pt x="118759" y="86860"/>
                </a:cubicBezTo>
                <a:cubicBezTo>
                  <a:pt x="122098" y="86860"/>
                  <a:pt x="125283" y="85775"/>
                  <a:pt x="128315" y="83604"/>
                </a:cubicBezTo>
                <a:cubicBezTo>
                  <a:pt x="130555" y="81956"/>
                  <a:pt x="132027" y="79937"/>
                  <a:pt x="132730" y="77548"/>
                </a:cubicBezTo>
                <a:cubicBezTo>
                  <a:pt x="133213" y="75985"/>
                  <a:pt x="133455" y="73012"/>
                  <a:pt x="133455" y="68628"/>
                </a:cubicBezTo>
                <a:lnTo>
                  <a:pt x="133455" y="64981"/>
                </a:lnTo>
                <a:close/>
                <a:moveTo>
                  <a:pt x="168495" y="28338"/>
                </a:moveTo>
                <a:lnTo>
                  <a:pt x="185564" y="28338"/>
                </a:lnTo>
                <a:lnTo>
                  <a:pt x="185564" y="37894"/>
                </a:lnTo>
                <a:cubicBezTo>
                  <a:pt x="191671" y="30469"/>
                  <a:pt x="198942" y="26757"/>
                  <a:pt x="207378" y="26757"/>
                </a:cubicBezTo>
                <a:cubicBezTo>
                  <a:pt x="211859" y="26757"/>
                  <a:pt x="215748" y="27683"/>
                  <a:pt x="219043" y="29537"/>
                </a:cubicBezTo>
                <a:cubicBezTo>
                  <a:pt x="222338" y="31391"/>
                  <a:pt x="225040" y="34193"/>
                  <a:pt x="227149" y="37946"/>
                </a:cubicBezTo>
                <a:cubicBezTo>
                  <a:pt x="230224" y="34193"/>
                  <a:pt x="233542" y="31391"/>
                  <a:pt x="237100" y="29537"/>
                </a:cubicBezTo>
                <a:cubicBezTo>
                  <a:pt x="240659" y="27683"/>
                  <a:pt x="244460" y="26757"/>
                  <a:pt x="248502" y="26757"/>
                </a:cubicBezTo>
                <a:cubicBezTo>
                  <a:pt x="253642" y="26757"/>
                  <a:pt x="257992" y="27800"/>
                  <a:pt x="261551" y="29887"/>
                </a:cubicBezTo>
                <a:cubicBezTo>
                  <a:pt x="265109" y="31974"/>
                  <a:pt x="267767" y="35039"/>
                  <a:pt x="269525" y="39081"/>
                </a:cubicBezTo>
                <a:cubicBezTo>
                  <a:pt x="270799" y="42068"/>
                  <a:pt x="271436" y="46901"/>
                  <a:pt x="271436" y="53579"/>
                </a:cubicBezTo>
                <a:lnTo>
                  <a:pt x="271436" y="98328"/>
                </a:lnTo>
                <a:lnTo>
                  <a:pt x="252917" y="98328"/>
                </a:lnTo>
                <a:lnTo>
                  <a:pt x="252917" y="58370"/>
                </a:lnTo>
                <a:cubicBezTo>
                  <a:pt x="252917" y="51436"/>
                  <a:pt x="252280" y="46960"/>
                  <a:pt x="251006" y="44942"/>
                </a:cubicBezTo>
                <a:cubicBezTo>
                  <a:pt x="249293" y="42309"/>
                  <a:pt x="246656" y="40992"/>
                  <a:pt x="243098" y="40992"/>
                </a:cubicBezTo>
                <a:cubicBezTo>
                  <a:pt x="240505" y="40992"/>
                  <a:pt x="238067" y="41782"/>
                  <a:pt x="235782" y="43362"/>
                </a:cubicBezTo>
                <a:cubicBezTo>
                  <a:pt x="233498" y="44941"/>
                  <a:pt x="231850" y="47256"/>
                  <a:pt x="230840" y="50307"/>
                </a:cubicBezTo>
                <a:cubicBezTo>
                  <a:pt x="229829" y="53356"/>
                  <a:pt x="229324" y="58173"/>
                  <a:pt x="229324" y="64756"/>
                </a:cubicBezTo>
                <a:lnTo>
                  <a:pt x="229324" y="98328"/>
                </a:lnTo>
                <a:lnTo>
                  <a:pt x="210805" y="98328"/>
                </a:lnTo>
                <a:lnTo>
                  <a:pt x="210805" y="60015"/>
                </a:lnTo>
                <a:cubicBezTo>
                  <a:pt x="210805" y="53213"/>
                  <a:pt x="210475" y="48825"/>
                  <a:pt x="209816" y="46851"/>
                </a:cubicBezTo>
                <a:cubicBezTo>
                  <a:pt x="209157" y="44875"/>
                  <a:pt x="208136" y="43405"/>
                  <a:pt x="206752" y="42440"/>
                </a:cubicBezTo>
                <a:cubicBezTo>
                  <a:pt x="205368" y="41474"/>
                  <a:pt x="203490" y="40992"/>
                  <a:pt x="201117" y="40992"/>
                </a:cubicBezTo>
                <a:cubicBezTo>
                  <a:pt x="198261" y="40992"/>
                  <a:pt x="195691" y="41760"/>
                  <a:pt x="193407" y="43296"/>
                </a:cubicBezTo>
                <a:cubicBezTo>
                  <a:pt x="191122" y="44831"/>
                  <a:pt x="189485" y="47047"/>
                  <a:pt x="188497" y="49944"/>
                </a:cubicBezTo>
                <a:cubicBezTo>
                  <a:pt x="187508" y="52841"/>
                  <a:pt x="187014" y="57647"/>
                  <a:pt x="187014" y="64361"/>
                </a:cubicBezTo>
                <a:lnTo>
                  <a:pt x="187014" y="98328"/>
                </a:lnTo>
                <a:lnTo>
                  <a:pt x="168495" y="98328"/>
                </a:lnTo>
                <a:lnTo>
                  <a:pt x="168495" y="28338"/>
                </a:lnTo>
                <a:close/>
                <a:moveTo>
                  <a:pt x="289340" y="28338"/>
                </a:moveTo>
                <a:lnTo>
                  <a:pt x="306607" y="28338"/>
                </a:lnTo>
                <a:lnTo>
                  <a:pt x="306607" y="38619"/>
                </a:lnTo>
                <a:cubicBezTo>
                  <a:pt x="308847" y="35104"/>
                  <a:pt x="311879" y="32249"/>
                  <a:pt x="315701" y="30052"/>
                </a:cubicBezTo>
                <a:cubicBezTo>
                  <a:pt x="319524" y="27855"/>
                  <a:pt x="323763" y="26757"/>
                  <a:pt x="328421" y="26757"/>
                </a:cubicBezTo>
                <a:cubicBezTo>
                  <a:pt x="336549" y="26757"/>
                  <a:pt x="343447" y="29942"/>
                  <a:pt x="349114" y="36313"/>
                </a:cubicBezTo>
                <a:cubicBezTo>
                  <a:pt x="354782" y="42683"/>
                  <a:pt x="357616" y="51558"/>
                  <a:pt x="357616" y="62938"/>
                </a:cubicBezTo>
                <a:cubicBezTo>
                  <a:pt x="357616" y="74624"/>
                  <a:pt x="354760" y="83708"/>
                  <a:pt x="349048" y="90189"/>
                </a:cubicBezTo>
                <a:cubicBezTo>
                  <a:pt x="343337" y="96669"/>
                  <a:pt x="336417" y="99909"/>
                  <a:pt x="328289" y="99909"/>
                </a:cubicBezTo>
                <a:cubicBezTo>
                  <a:pt x="324422" y="99909"/>
                  <a:pt x="320919" y="99140"/>
                  <a:pt x="317777" y="97603"/>
                </a:cubicBezTo>
                <a:cubicBezTo>
                  <a:pt x="314636" y="96065"/>
                  <a:pt x="311330" y="93429"/>
                  <a:pt x="307859" y="89694"/>
                </a:cubicBezTo>
                <a:lnTo>
                  <a:pt x="307859" y="124953"/>
                </a:lnTo>
                <a:lnTo>
                  <a:pt x="289340" y="124953"/>
                </a:lnTo>
                <a:lnTo>
                  <a:pt x="289340" y="28338"/>
                </a:lnTo>
                <a:moveTo>
                  <a:pt x="307661" y="62116"/>
                </a:moveTo>
                <a:cubicBezTo>
                  <a:pt x="307661" y="69968"/>
                  <a:pt x="309221" y="75770"/>
                  <a:pt x="312340" y="79521"/>
                </a:cubicBezTo>
                <a:cubicBezTo>
                  <a:pt x="315460" y="83272"/>
                  <a:pt x="319260" y="85147"/>
                  <a:pt x="323741" y="85147"/>
                </a:cubicBezTo>
                <a:cubicBezTo>
                  <a:pt x="328047" y="85147"/>
                  <a:pt x="331628" y="83425"/>
                  <a:pt x="334484" y="79982"/>
                </a:cubicBezTo>
                <a:cubicBezTo>
                  <a:pt x="337340" y="76538"/>
                  <a:pt x="338767" y="70890"/>
                  <a:pt x="338767" y="63036"/>
                </a:cubicBezTo>
                <a:cubicBezTo>
                  <a:pt x="338767" y="55710"/>
                  <a:pt x="337296" y="50270"/>
                  <a:pt x="334352" y="46717"/>
                </a:cubicBezTo>
                <a:cubicBezTo>
                  <a:pt x="331408" y="43164"/>
                  <a:pt x="327762" y="41387"/>
                  <a:pt x="323412" y="41387"/>
                </a:cubicBezTo>
                <a:cubicBezTo>
                  <a:pt x="318887" y="41387"/>
                  <a:pt x="315130" y="43131"/>
                  <a:pt x="312143" y="46618"/>
                </a:cubicBezTo>
                <a:cubicBezTo>
                  <a:pt x="309155" y="50106"/>
                  <a:pt x="307661" y="55272"/>
                  <a:pt x="307661" y="62116"/>
                </a:cubicBezTo>
                <a:close/>
                <a:moveTo>
                  <a:pt x="372334" y="98328"/>
                </a:moveTo>
                <a:lnTo>
                  <a:pt x="372334" y="1713"/>
                </a:lnTo>
                <a:lnTo>
                  <a:pt x="390853" y="1713"/>
                </a:lnTo>
                <a:lnTo>
                  <a:pt x="390853" y="98328"/>
                </a:lnTo>
                <a:lnTo>
                  <a:pt x="372334" y="98328"/>
                </a:lnTo>
                <a:close/>
                <a:moveTo>
                  <a:pt x="450386" y="76052"/>
                </a:moveTo>
                <a:lnTo>
                  <a:pt x="468839" y="79216"/>
                </a:lnTo>
                <a:cubicBezTo>
                  <a:pt x="466466" y="85960"/>
                  <a:pt x="462721" y="91095"/>
                  <a:pt x="457602" y="94621"/>
                </a:cubicBezTo>
                <a:cubicBezTo>
                  <a:pt x="452484" y="98146"/>
                  <a:pt x="446080" y="99909"/>
                  <a:pt x="438392" y="99909"/>
                </a:cubicBezTo>
                <a:cubicBezTo>
                  <a:pt x="426221" y="99909"/>
                  <a:pt x="417215" y="95933"/>
                  <a:pt x="411371" y="87981"/>
                </a:cubicBezTo>
                <a:cubicBezTo>
                  <a:pt x="406758" y="81610"/>
                  <a:pt x="404451" y="73570"/>
                  <a:pt x="404451" y="63860"/>
                </a:cubicBezTo>
                <a:cubicBezTo>
                  <a:pt x="404451" y="52261"/>
                  <a:pt x="407483" y="43178"/>
                  <a:pt x="413546" y="36609"/>
                </a:cubicBezTo>
                <a:cubicBezTo>
                  <a:pt x="419609" y="30041"/>
                  <a:pt x="427276" y="26757"/>
                  <a:pt x="436546" y="26757"/>
                </a:cubicBezTo>
                <a:cubicBezTo>
                  <a:pt x="446959" y="26757"/>
                  <a:pt x="455175" y="30195"/>
                  <a:pt x="461194" y="37071"/>
                </a:cubicBezTo>
                <a:cubicBezTo>
                  <a:pt x="467213" y="43946"/>
                  <a:pt x="470091" y="54480"/>
                  <a:pt x="469827" y="68671"/>
                </a:cubicBezTo>
                <a:lnTo>
                  <a:pt x="423431" y="68671"/>
                </a:lnTo>
                <a:cubicBezTo>
                  <a:pt x="423563" y="74163"/>
                  <a:pt x="425057" y="78436"/>
                  <a:pt x="427913" y="81489"/>
                </a:cubicBezTo>
                <a:cubicBezTo>
                  <a:pt x="430769" y="84543"/>
                  <a:pt x="434327" y="86070"/>
                  <a:pt x="438589" y="86070"/>
                </a:cubicBezTo>
                <a:cubicBezTo>
                  <a:pt x="441489" y="86070"/>
                  <a:pt x="443927" y="85279"/>
                  <a:pt x="445905" y="83697"/>
                </a:cubicBezTo>
                <a:cubicBezTo>
                  <a:pt x="447882" y="82115"/>
                  <a:pt x="449375" y="79567"/>
                  <a:pt x="450386" y="76052"/>
                </a:cubicBezTo>
                <a:moveTo>
                  <a:pt x="451440" y="57336"/>
                </a:moveTo>
                <a:cubicBezTo>
                  <a:pt x="451309" y="51998"/>
                  <a:pt x="449925" y="47939"/>
                  <a:pt x="447288" y="45160"/>
                </a:cubicBezTo>
                <a:cubicBezTo>
                  <a:pt x="444652" y="42381"/>
                  <a:pt x="441445" y="40992"/>
                  <a:pt x="437667" y="40992"/>
                </a:cubicBezTo>
                <a:cubicBezTo>
                  <a:pt x="433625" y="40992"/>
                  <a:pt x="430285" y="42457"/>
                  <a:pt x="427649" y="45389"/>
                </a:cubicBezTo>
                <a:cubicBezTo>
                  <a:pt x="425013" y="48321"/>
                  <a:pt x="423717" y="52304"/>
                  <a:pt x="423761" y="57336"/>
                </a:cubicBezTo>
                <a:lnTo>
                  <a:pt x="451440" y="57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D6F8A26B-262A-4FFD-BDC0-0241F217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18" y="2027125"/>
            <a:ext cx="52270" cy="82249"/>
          </a:xfrm>
          <a:custGeom xmlns:a="http://schemas.openxmlformats.org/drawingml/2006/main">
            <a:pathLst>
              <a:path w="52270" h="82249">
                <a:moveTo>
                  <a:pt x="26135" y="0"/>
                </a:moveTo>
                <a:cubicBezTo>
                  <a:pt x="33932" y="0"/>
                  <a:pt x="40026" y="2784"/>
                  <a:pt x="44419" y="8351"/>
                </a:cubicBezTo>
                <a:cubicBezTo>
                  <a:pt x="49653" y="14944"/>
                  <a:pt x="52270" y="25878"/>
                  <a:pt x="52270" y="41152"/>
                </a:cubicBezTo>
                <a:cubicBezTo>
                  <a:pt x="52270" y="56389"/>
                  <a:pt x="49635" y="67341"/>
                  <a:pt x="44364" y="74008"/>
                </a:cubicBezTo>
                <a:cubicBezTo>
                  <a:pt x="40008" y="79502"/>
                  <a:pt x="33932" y="82249"/>
                  <a:pt x="26135" y="82249"/>
                </a:cubicBezTo>
                <a:cubicBezTo>
                  <a:pt x="18302" y="82249"/>
                  <a:pt x="11988" y="79236"/>
                  <a:pt x="7193" y="73212"/>
                </a:cubicBezTo>
                <a:cubicBezTo>
                  <a:pt x="2398" y="67186"/>
                  <a:pt x="0" y="56444"/>
                  <a:pt x="0" y="40987"/>
                </a:cubicBezTo>
                <a:cubicBezTo>
                  <a:pt x="0" y="25823"/>
                  <a:pt x="2635" y="14907"/>
                  <a:pt x="7906" y="8241"/>
                </a:cubicBezTo>
                <a:cubicBezTo>
                  <a:pt x="12262" y="2747"/>
                  <a:pt x="18338" y="0"/>
                  <a:pt x="26135" y="0"/>
                </a:cubicBezTo>
                <a:moveTo>
                  <a:pt x="26135" y="12848"/>
                </a:moveTo>
                <a:cubicBezTo>
                  <a:pt x="24268" y="12848"/>
                  <a:pt x="22603" y="13442"/>
                  <a:pt x="21139" y="14631"/>
                </a:cubicBezTo>
                <a:cubicBezTo>
                  <a:pt x="19675" y="15819"/>
                  <a:pt x="18540" y="17949"/>
                  <a:pt x="17735" y="21020"/>
                </a:cubicBezTo>
                <a:cubicBezTo>
                  <a:pt x="16673" y="25007"/>
                  <a:pt x="16142" y="31717"/>
                  <a:pt x="16142" y="41152"/>
                </a:cubicBezTo>
                <a:cubicBezTo>
                  <a:pt x="16142" y="50586"/>
                  <a:pt x="16618" y="57068"/>
                  <a:pt x="17570" y="60597"/>
                </a:cubicBezTo>
                <a:cubicBezTo>
                  <a:pt x="18522" y="64126"/>
                  <a:pt x="19720" y="66475"/>
                  <a:pt x="21166" y="67645"/>
                </a:cubicBezTo>
                <a:cubicBezTo>
                  <a:pt x="22612" y="68816"/>
                  <a:pt x="24268" y="69401"/>
                  <a:pt x="26135" y="69401"/>
                </a:cubicBezTo>
                <a:cubicBezTo>
                  <a:pt x="28002" y="69401"/>
                  <a:pt x="29667" y="68807"/>
                  <a:pt x="31132" y="67618"/>
                </a:cubicBezTo>
                <a:cubicBezTo>
                  <a:pt x="32596" y="66430"/>
                  <a:pt x="33730" y="64300"/>
                  <a:pt x="34536" y="61228"/>
                </a:cubicBezTo>
                <a:cubicBezTo>
                  <a:pt x="35597" y="57279"/>
                  <a:pt x="36128" y="50586"/>
                  <a:pt x="36128" y="41152"/>
                </a:cubicBezTo>
                <a:cubicBezTo>
                  <a:pt x="36128" y="31717"/>
                  <a:pt x="35652" y="25235"/>
                  <a:pt x="34700" y="21707"/>
                </a:cubicBezTo>
                <a:cubicBezTo>
                  <a:pt x="33749" y="18178"/>
                  <a:pt x="32550" y="15819"/>
                  <a:pt x="31104" y="14631"/>
                </a:cubicBezTo>
                <a:cubicBezTo>
                  <a:pt x="29658" y="13442"/>
                  <a:pt x="28002" y="12848"/>
                  <a:pt x="26135" y="12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:Ifaprivateemployerfiresyoufor">
            <a:extLst xmlns:a="http://schemas.openxmlformats.org/drawingml/2006/main">
              <a:ext uri="{FF2B5EF4-FFF2-40B4-BE49-F238E27FC236}">
                <a16:creationId xmlns:a16="http://schemas.microsoft.com/office/drawing/2014/main" id="{86C01BF7-54F2-4CB5-BE69-A7EC57A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50" y="1974426"/>
            <a:ext cx="2036407" cy="126666"/>
          </a:xfrm>
          <a:custGeom xmlns:a="http://schemas.openxmlformats.org/drawingml/2006/main">
            <a:pathLst>
              <a:path w="2036407" h="126666">
                <a:moveTo>
                  <a:pt x="0" y="46791"/>
                </a:moveTo>
                <a:lnTo>
                  <a:pt x="0" y="28207"/>
                </a:lnTo>
                <a:lnTo>
                  <a:pt x="18519" y="28207"/>
                </a:lnTo>
                <a:lnTo>
                  <a:pt x="18519" y="46791"/>
                </a:lnTo>
                <a:lnTo>
                  <a:pt x="0" y="46791"/>
                </a:lnTo>
                <a:moveTo>
                  <a:pt x="0" y="98196"/>
                </a:moveTo>
                <a:lnTo>
                  <a:pt x="0" y="79611"/>
                </a:lnTo>
                <a:lnTo>
                  <a:pt x="18519" y="79611"/>
                </a:lnTo>
                <a:lnTo>
                  <a:pt x="18519" y="98196"/>
                </a:lnTo>
                <a:lnTo>
                  <a:pt x="0" y="98196"/>
                </a:lnTo>
                <a:close/>
                <a:moveTo>
                  <a:pt x="81852" y="98196"/>
                </a:moveTo>
                <a:lnTo>
                  <a:pt x="81852" y="1582"/>
                </a:lnTo>
                <a:lnTo>
                  <a:pt x="94637" y="1582"/>
                </a:lnTo>
                <a:lnTo>
                  <a:pt x="94637" y="98196"/>
                </a:lnTo>
                <a:lnTo>
                  <a:pt x="81852" y="98196"/>
                </a:lnTo>
                <a:close/>
                <a:moveTo>
                  <a:pt x="118517" y="98196"/>
                </a:moveTo>
                <a:lnTo>
                  <a:pt x="118517" y="37433"/>
                </a:lnTo>
                <a:lnTo>
                  <a:pt x="108038" y="37433"/>
                </a:lnTo>
                <a:lnTo>
                  <a:pt x="108038" y="28207"/>
                </a:lnTo>
                <a:lnTo>
                  <a:pt x="118517" y="28207"/>
                </a:lnTo>
                <a:lnTo>
                  <a:pt x="118517" y="20776"/>
                </a:lnTo>
                <a:cubicBezTo>
                  <a:pt x="118517" y="16086"/>
                  <a:pt x="118934" y="12601"/>
                  <a:pt x="119769" y="10322"/>
                </a:cubicBezTo>
                <a:cubicBezTo>
                  <a:pt x="120911" y="7255"/>
                  <a:pt x="122921" y="4768"/>
                  <a:pt x="125799" y="2861"/>
                </a:cubicBezTo>
                <a:cubicBezTo>
                  <a:pt x="128677" y="954"/>
                  <a:pt x="132708" y="0"/>
                  <a:pt x="137892" y="0"/>
                </a:cubicBezTo>
                <a:cubicBezTo>
                  <a:pt x="141231" y="0"/>
                  <a:pt x="144922" y="395"/>
                  <a:pt x="148964" y="1186"/>
                </a:cubicBezTo>
                <a:lnTo>
                  <a:pt x="147184" y="11533"/>
                </a:lnTo>
                <a:cubicBezTo>
                  <a:pt x="144724" y="11094"/>
                  <a:pt x="142396" y="10874"/>
                  <a:pt x="140199" y="10874"/>
                </a:cubicBezTo>
                <a:cubicBezTo>
                  <a:pt x="136596" y="10874"/>
                  <a:pt x="134048" y="11640"/>
                  <a:pt x="132554" y="13172"/>
                </a:cubicBezTo>
                <a:cubicBezTo>
                  <a:pt x="131060" y="14705"/>
                  <a:pt x="130313" y="17571"/>
                  <a:pt x="130313" y="21773"/>
                </a:cubicBezTo>
                <a:lnTo>
                  <a:pt x="130313" y="28207"/>
                </a:lnTo>
                <a:lnTo>
                  <a:pt x="143955" y="28207"/>
                </a:lnTo>
                <a:lnTo>
                  <a:pt x="143955" y="37433"/>
                </a:lnTo>
                <a:lnTo>
                  <a:pt x="130313" y="37433"/>
                </a:lnTo>
                <a:lnTo>
                  <a:pt x="130313" y="98196"/>
                </a:lnTo>
                <a:lnTo>
                  <a:pt x="118517" y="98196"/>
                </a:lnTo>
                <a:close/>
                <a:moveTo>
                  <a:pt x="236397" y="89554"/>
                </a:moveTo>
                <a:cubicBezTo>
                  <a:pt x="232004" y="93292"/>
                  <a:pt x="227775" y="95930"/>
                  <a:pt x="223711" y="97469"/>
                </a:cubicBezTo>
                <a:cubicBezTo>
                  <a:pt x="219647" y="99008"/>
                  <a:pt x="215286" y="99778"/>
                  <a:pt x="210629" y="99778"/>
                </a:cubicBezTo>
                <a:cubicBezTo>
                  <a:pt x="202940" y="99778"/>
                  <a:pt x="197031" y="97898"/>
                  <a:pt x="192901" y="94139"/>
                </a:cubicBezTo>
                <a:cubicBezTo>
                  <a:pt x="188771" y="90379"/>
                  <a:pt x="186706" y="85576"/>
                  <a:pt x="186706" y="79729"/>
                </a:cubicBezTo>
                <a:cubicBezTo>
                  <a:pt x="186706" y="76300"/>
                  <a:pt x="187486" y="73168"/>
                  <a:pt x="189046" y="70333"/>
                </a:cubicBezTo>
                <a:cubicBezTo>
                  <a:pt x="190605" y="67497"/>
                  <a:pt x="192648" y="65221"/>
                  <a:pt x="195175" y="63506"/>
                </a:cubicBezTo>
                <a:cubicBezTo>
                  <a:pt x="197701" y="61791"/>
                  <a:pt x="200546" y="60494"/>
                  <a:pt x="203709" y="59616"/>
                </a:cubicBezTo>
                <a:cubicBezTo>
                  <a:pt x="206038" y="58999"/>
                  <a:pt x="209552" y="58405"/>
                  <a:pt x="214254" y="57834"/>
                </a:cubicBezTo>
                <a:cubicBezTo>
                  <a:pt x="223832" y="56700"/>
                  <a:pt x="230883" y="55348"/>
                  <a:pt x="235409" y="53777"/>
                </a:cubicBezTo>
                <a:cubicBezTo>
                  <a:pt x="235452" y="52158"/>
                  <a:pt x="235474" y="51130"/>
                  <a:pt x="235474" y="50692"/>
                </a:cubicBezTo>
                <a:cubicBezTo>
                  <a:pt x="235474" y="45877"/>
                  <a:pt x="234354" y="42485"/>
                  <a:pt x="232113" y="40516"/>
                </a:cubicBezTo>
                <a:cubicBezTo>
                  <a:pt x="229082" y="37846"/>
                  <a:pt x="224578" y="36510"/>
                  <a:pt x="218603" y="36510"/>
                </a:cubicBezTo>
                <a:cubicBezTo>
                  <a:pt x="213023" y="36510"/>
                  <a:pt x="208904" y="37488"/>
                  <a:pt x="206246" y="39443"/>
                </a:cubicBezTo>
                <a:cubicBezTo>
                  <a:pt x="203588" y="41398"/>
                  <a:pt x="201622" y="44858"/>
                  <a:pt x="200348" y="49823"/>
                </a:cubicBezTo>
                <a:lnTo>
                  <a:pt x="188749" y="48241"/>
                </a:lnTo>
                <a:cubicBezTo>
                  <a:pt x="189803" y="43261"/>
                  <a:pt x="191539" y="39240"/>
                  <a:pt x="193955" y="36177"/>
                </a:cubicBezTo>
                <a:cubicBezTo>
                  <a:pt x="196372" y="33114"/>
                  <a:pt x="199865" y="30756"/>
                  <a:pt x="204434" y="29105"/>
                </a:cubicBezTo>
                <a:cubicBezTo>
                  <a:pt x="209003" y="27451"/>
                  <a:pt x="214298" y="26625"/>
                  <a:pt x="220317" y="26625"/>
                </a:cubicBezTo>
                <a:cubicBezTo>
                  <a:pt x="226292" y="26625"/>
                  <a:pt x="231147" y="27328"/>
                  <a:pt x="234881" y="28734"/>
                </a:cubicBezTo>
                <a:cubicBezTo>
                  <a:pt x="238616" y="30140"/>
                  <a:pt x="241362" y="31908"/>
                  <a:pt x="243119" y="34039"/>
                </a:cubicBezTo>
                <a:cubicBezTo>
                  <a:pt x="244877" y="36170"/>
                  <a:pt x="246107" y="38861"/>
                  <a:pt x="246810" y="42112"/>
                </a:cubicBezTo>
                <a:cubicBezTo>
                  <a:pt x="247205" y="44133"/>
                  <a:pt x="247403" y="47780"/>
                  <a:pt x="247403" y="53052"/>
                </a:cubicBezTo>
                <a:lnTo>
                  <a:pt x="247403" y="68869"/>
                </a:lnTo>
                <a:cubicBezTo>
                  <a:pt x="247403" y="79897"/>
                  <a:pt x="247656" y="86871"/>
                  <a:pt x="248161" y="89793"/>
                </a:cubicBezTo>
                <a:cubicBezTo>
                  <a:pt x="248666" y="92715"/>
                  <a:pt x="249666" y="95516"/>
                  <a:pt x="251159" y="98196"/>
                </a:cubicBezTo>
                <a:lnTo>
                  <a:pt x="238770" y="98196"/>
                </a:lnTo>
                <a:cubicBezTo>
                  <a:pt x="237539" y="95733"/>
                  <a:pt x="236749" y="92852"/>
                  <a:pt x="236397" y="89554"/>
                </a:cubicBezTo>
                <a:moveTo>
                  <a:pt x="235409" y="63004"/>
                </a:moveTo>
                <a:cubicBezTo>
                  <a:pt x="231103" y="64776"/>
                  <a:pt x="224644" y="66282"/>
                  <a:pt x="216033" y="67522"/>
                </a:cubicBezTo>
                <a:cubicBezTo>
                  <a:pt x="211156" y="68228"/>
                  <a:pt x="207707" y="69022"/>
                  <a:pt x="205686" y="69905"/>
                </a:cubicBezTo>
                <a:cubicBezTo>
                  <a:pt x="203665" y="70786"/>
                  <a:pt x="202105" y="72077"/>
                  <a:pt x="201007" y="73777"/>
                </a:cubicBezTo>
                <a:cubicBezTo>
                  <a:pt x="199909" y="75475"/>
                  <a:pt x="199359" y="77361"/>
                  <a:pt x="199359" y="79434"/>
                </a:cubicBezTo>
                <a:cubicBezTo>
                  <a:pt x="199359" y="82610"/>
                  <a:pt x="200557" y="85257"/>
                  <a:pt x="202951" y="87375"/>
                </a:cubicBezTo>
                <a:cubicBezTo>
                  <a:pt x="205346" y="89493"/>
                  <a:pt x="208850" y="90551"/>
                  <a:pt x="213463" y="90551"/>
                </a:cubicBezTo>
                <a:cubicBezTo>
                  <a:pt x="218032" y="90551"/>
                  <a:pt x="222096" y="89547"/>
                  <a:pt x="225655" y="87538"/>
                </a:cubicBezTo>
                <a:cubicBezTo>
                  <a:pt x="229214" y="85529"/>
                  <a:pt x="231828" y="82781"/>
                  <a:pt x="233497" y="79294"/>
                </a:cubicBezTo>
                <a:cubicBezTo>
                  <a:pt x="234771" y="76600"/>
                  <a:pt x="235409" y="72627"/>
                  <a:pt x="235409" y="67374"/>
                </a:cubicBezTo>
                <a:lnTo>
                  <a:pt x="235409" y="63004"/>
                </a:lnTo>
                <a:close/>
                <a:moveTo>
                  <a:pt x="303291" y="125084"/>
                </a:moveTo>
                <a:lnTo>
                  <a:pt x="303291" y="28207"/>
                </a:lnTo>
                <a:lnTo>
                  <a:pt x="314099" y="28207"/>
                </a:lnTo>
                <a:lnTo>
                  <a:pt x="314099" y="37235"/>
                </a:lnTo>
                <a:cubicBezTo>
                  <a:pt x="316647" y="33699"/>
                  <a:pt x="319525" y="31046"/>
                  <a:pt x="322732" y="29278"/>
                </a:cubicBezTo>
                <a:cubicBezTo>
                  <a:pt x="325940" y="27509"/>
                  <a:pt x="329828" y="26625"/>
                  <a:pt x="334397" y="26625"/>
                </a:cubicBezTo>
                <a:cubicBezTo>
                  <a:pt x="340372" y="26625"/>
                  <a:pt x="345645" y="28163"/>
                  <a:pt x="350214" y="31238"/>
                </a:cubicBezTo>
                <a:cubicBezTo>
                  <a:pt x="354783" y="34314"/>
                  <a:pt x="358232" y="38652"/>
                  <a:pt x="360561" y="44254"/>
                </a:cubicBezTo>
                <a:cubicBezTo>
                  <a:pt x="362889" y="49856"/>
                  <a:pt x="364054" y="55996"/>
                  <a:pt x="364054" y="62674"/>
                </a:cubicBezTo>
                <a:cubicBezTo>
                  <a:pt x="364054" y="69835"/>
                  <a:pt x="362768" y="76283"/>
                  <a:pt x="360198" y="82017"/>
                </a:cubicBezTo>
                <a:cubicBezTo>
                  <a:pt x="357628" y="87750"/>
                  <a:pt x="353893" y="92144"/>
                  <a:pt x="348995" y="95197"/>
                </a:cubicBezTo>
                <a:cubicBezTo>
                  <a:pt x="344096" y="98251"/>
                  <a:pt x="338944" y="99778"/>
                  <a:pt x="333540" y="99778"/>
                </a:cubicBezTo>
                <a:cubicBezTo>
                  <a:pt x="329586" y="99778"/>
                  <a:pt x="326038" y="98932"/>
                  <a:pt x="322897" y="97240"/>
                </a:cubicBezTo>
                <a:cubicBezTo>
                  <a:pt x="319756" y="95547"/>
                  <a:pt x="317174" y="93410"/>
                  <a:pt x="315153" y="90827"/>
                </a:cubicBezTo>
                <a:lnTo>
                  <a:pt x="315153" y="125084"/>
                </a:lnTo>
                <a:lnTo>
                  <a:pt x="303291" y="125084"/>
                </a:lnTo>
                <a:moveTo>
                  <a:pt x="314033" y="63498"/>
                </a:moveTo>
                <a:cubicBezTo>
                  <a:pt x="314033" y="72494"/>
                  <a:pt x="315856" y="79142"/>
                  <a:pt x="319503" y="83442"/>
                </a:cubicBezTo>
                <a:cubicBezTo>
                  <a:pt x="323150" y="87742"/>
                  <a:pt x="327565" y="89892"/>
                  <a:pt x="332750" y="89892"/>
                </a:cubicBezTo>
                <a:cubicBezTo>
                  <a:pt x="338022" y="89892"/>
                  <a:pt x="342536" y="87665"/>
                  <a:pt x="346293" y="83211"/>
                </a:cubicBezTo>
                <a:cubicBezTo>
                  <a:pt x="350049" y="78757"/>
                  <a:pt x="351927" y="71857"/>
                  <a:pt x="351927" y="62509"/>
                </a:cubicBezTo>
                <a:cubicBezTo>
                  <a:pt x="351927" y="53601"/>
                  <a:pt x="350093" y="46931"/>
                  <a:pt x="346424" y="42499"/>
                </a:cubicBezTo>
                <a:cubicBezTo>
                  <a:pt x="342756" y="38067"/>
                  <a:pt x="338373" y="35851"/>
                  <a:pt x="333277" y="35851"/>
                </a:cubicBezTo>
                <a:cubicBezTo>
                  <a:pt x="328224" y="35851"/>
                  <a:pt x="323754" y="38210"/>
                  <a:pt x="319865" y="42928"/>
                </a:cubicBezTo>
                <a:cubicBezTo>
                  <a:pt x="315977" y="47645"/>
                  <a:pt x="314033" y="54502"/>
                  <a:pt x="314033" y="63498"/>
                </a:cubicBezTo>
                <a:close/>
                <a:moveTo>
                  <a:pt x="378202" y="98196"/>
                </a:moveTo>
                <a:lnTo>
                  <a:pt x="378202" y="28207"/>
                </a:lnTo>
                <a:lnTo>
                  <a:pt x="388879" y="28207"/>
                </a:lnTo>
                <a:lnTo>
                  <a:pt x="388879" y="38751"/>
                </a:lnTo>
                <a:cubicBezTo>
                  <a:pt x="391603" y="33814"/>
                  <a:pt x="394118" y="30559"/>
                  <a:pt x="396425" y="28985"/>
                </a:cubicBezTo>
                <a:cubicBezTo>
                  <a:pt x="398731" y="27412"/>
                  <a:pt x="401268" y="26625"/>
                  <a:pt x="404036" y="26625"/>
                </a:cubicBezTo>
                <a:cubicBezTo>
                  <a:pt x="408035" y="26625"/>
                  <a:pt x="412099" y="27894"/>
                  <a:pt x="416229" y="30431"/>
                </a:cubicBezTo>
                <a:lnTo>
                  <a:pt x="412143" y="41387"/>
                </a:lnTo>
                <a:cubicBezTo>
                  <a:pt x="409243" y="39674"/>
                  <a:pt x="406343" y="38817"/>
                  <a:pt x="403443" y="38817"/>
                </a:cubicBezTo>
                <a:cubicBezTo>
                  <a:pt x="400851" y="38817"/>
                  <a:pt x="398522" y="39598"/>
                  <a:pt x="396458" y="41161"/>
                </a:cubicBezTo>
                <a:cubicBezTo>
                  <a:pt x="394393" y="42722"/>
                  <a:pt x="392921" y="44888"/>
                  <a:pt x="392042" y="47658"/>
                </a:cubicBezTo>
                <a:cubicBezTo>
                  <a:pt x="390724" y="51880"/>
                  <a:pt x="390065" y="56498"/>
                  <a:pt x="390065" y="61512"/>
                </a:cubicBezTo>
                <a:lnTo>
                  <a:pt x="390065" y="98196"/>
                </a:lnTo>
                <a:lnTo>
                  <a:pt x="378202" y="98196"/>
                </a:lnTo>
                <a:close/>
                <a:moveTo>
                  <a:pt x="423345" y="15290"/>
                </a:moveTo>
                <a:lnTo>
                  <a:pt x="423345" y="1582"/>
                </a:lnTo>
                <a:lnTo>
                  <a:pt x="435208" y="1582"/>
                </a:lnTo>
                <a:lnTo>
                  <a:pt x="435208" y="15290"/>
                </a:lnTo>
                <a:lnTo>
                  <a:pt x="423345" y="15290"/>
                </a:lnTo>
                <a:moveTo>
                  <a:pt x="423345" y="98196"/>
                </a:moveTo>
                <a:lnTo>
                  <a:pt x="423345" y="28207"/>
                </a:lnTo>
                <a:lnTo>
                  <a:pt x="435208" y="28207"/>
                </a:lnTo>
                <a:lnTo>
                  <a:pt x="435208" y="98196"/>
                </a:lnTo>
                <a:lnTo>
                  <a:pt x="423345" y="98196"/>
                </a:lnTo>
                <a:close/>
                <a:moveTo>
                  <a:pt x="472684" y="98196"/>
                </a:moveTo>
                <a:lnTo>
                  <a:pt x="446059" y="28207"/>
                </a:lnTo>
                <a:lnTo>
                  <a:pt x="458581" y="28207"/>
                </a:lnTo>
                <a:lnTo>
                  <a:pt x="473606" y="70121"/>
                </a:lnTo>
                <a:cubicBezTo>
                  <a:pt x="475232" y="74646"/>
                  <a:pt x="476726" y="79348"/>
                  <a:pt x="478088" y="84224"/>
                </a:cubicBezTo>
                <a:cubicBezTo>
                  <a:pt x="479142" y="80534"/>
                  <a:pt x="480614" y="76096"/>
                  <a:pt x="482503" y="70912"/>
                </a:cubicBezTo>
                <a:lnTo>
                  <a:pt x="498057" y="28207"/>
                </a:lnTo>
                <a:lnTo>
                  <a:pt x="510249" y="28207"/>
                </a:lnTo>
                <a:lnTo>
                  <a:pt x="483756" y="98196"/>
                </a:lnTo>
                <a:lnTo>
                  <a:pt x="472684" y="98196"/>
                </a:lnTo>
                <a:close/>
                <a:moveTo>
                  <a:pt x="566398" y="89554"/>
                </a:moveTo>
                <a:cubicBezTo>
                  <a:pt x="562005" y="93292"/>
                  <a:pt x="557776" y="95930"/>
                  <a:pt x="553712" y="97469"/>
                </a:cubicBezTo>
                <a:cubicBezTo>
                  <a:pt x="549648" y="99008"/>
                  <a:pt x="545287" y="99778"/>
                  <a:pt x="540630" y="99778"/>
                </a:cubicBezTo>
                <a:cubicBezTo>
                  <a:pt x="532941" y="99778"/>
                  <a:pt x="527032" y="97898"/>
                  <a:pt x="522902" y="94139"/>
                </a:cubicBezTo>
                <a:cubicBezTo>
                  <a:pt x="518772" y="90379"/>
                  <a:pt x="516707" y="85576"/>
                  <a:pt x="516707" y="79729"/>
                </a:cubicBezTo>
                <a:cubicBezTo>
                  <a:pt x="516707" y="76300"/>
                  <a:pt x="517487" y="73168"/>
                  <a:pt x="519047" y="70333"/>
                </a:cubicBezTo>
                <a:cubicBezTo>
                  <a:pt x="520607" y="67497"/>
                  <a:pt x="522650" y="65221"/>
                  <a:pt x="525176" y="63506"/>
                </a:cubicBezTo>
                <a:cubicBezTo>
                  <a:pt x="527702" y="61791"/>
                  <a:pt x="530547" y="60494"/>
                  <a:pt x="533710" y="59616"/>
                </a:cubicBezTo>
                <a:cubicBezTo>
                  <a:pt x="536039" y="58999"/>
                  <a:pt x="539554" y="58405"/>
                  <a:pt x="544255" y="57834"/>
                </a:cubicBezTo>
                <a:cubicBezTo>
                  <a:pt x="553833" y="56700"/>
                  <a:pt x="560884" y="55348"/>
                  <a:pt x="565410" y="53777"/>
                </a:cubicBezTo>
                <a:cubicBezTo>
                  <a:pt x="565454" y="52158"/>
                  <a:pt x="565476" y="51130"/>
                  <a:pt x="565476" y="50692"/>
                </a:cubicBezTo>
                <a:cubicBezTo>
                  <a:pt x="565476" y="45877"/>
                  <a:pt x="564355" y="42485"/>
                  <a:pt x="562115" y="40516"/>
                </a:cubicBezTo>
                <a:cubicBezTo>
                  <a:pt x="559083" y="37846"/>
                  <a:pt x="554580" y="36510"/>
                  <a:pt x="548604" y="36510"/>
                </a:cubicBezTo>
                <a:cubicBezTo>
                  <a:pt x="543025" y="36510"/>
                  <a:pt x="538906" y="37488"/>
                  <a:pt x="536248" y="39443"/>
                </a:cubicBezTo>
                <a:cubicBezTo>
                  <a:pt x="533589" y="41398"/>
                  <a:pt x="531623" y="44858"/>
                  <a:pt x="530349" y="49823"/>
                </a:cubicBezTo>
                <a:lnTo>
                  <a:pt x="518750" y="48241"/>
                </a:lnTo>
                <a:cubicBezTo>
                  <a:pt x="519805" y="43261"/>
                  <a:pt x="521540" y="39240"/>
                  <a:pt x="523957" y="36177"/>
                </a:cubicBezTo>
                <a:cubicBezTo>
                  <a:pt x="526373" y="33114"/>
                  <a:pt x="529866" y="30756"/>
                  <a:pt x="534435" y="29105"/>
                </a:cubicBezTo>
                <a:cubicBezTo>
                  <a:pt x="539004" y="27451"/>
                  <a:pt x="544299" y="26625"/>
                  <a:pt x="550318" y="26625"/>
                </a:cubicBezTo>
                <a:cubicBezTo>
                  <a:pt x="556293" y="26625"/>
                  <a:pt x="561148" y="27328"/>
                  <a:pt x="564883" y="28734"/>
                </a:cubicBezTo>
                <a:cubicBezTo>
                  <a:pt x="568617" y="30140"/>
                  <a:pt x="571363" y="31908"/>
                  <a:pt x="573120" y="34039"/>
                </a:cubicBezTo>
                <a:cubicBezTo>
                  <a:pt x="574878" y="36170"/>
                  <a:pt x="576108" y="38861"/>
                  <a:pt x="576811" y="42112"/>
                </a:cubicBezTo>
                <a:cubicBezTo>
                  <a:pt x="577206" y="44133"/>
                  <a:pt x="577404" y="47780"/>
                  <a:pt x="577404" y="53052"/>
                </a:cubicBezTo>
                <a:lnTo>
                  <a:pt x="577404" y="68869"/>
                </a:lnTo>
                <a:cubicBezTo>
                  <a:pt x="577404" y="79897"/>
                  <a:pt x="577657" y="86871"/>
                  <a:pt x="578162" y="89793"/>
                </a:cubicBezTo>
                <a:cubicBezTo>
                  <a:pt x="578667" y="92715"/>
                  <a:pt x="579667" y="95516"/>
                  <a:pt x="581161" y="98196"/>
                </a:cubicBezTo>
                <a:lnTo>
                  <a:pt x="568771" y="98196"/>
                </a:lnTo>
                <a:cubicBezTo>
                  <a:pt x="567541" y="95733"/>
                  <a:pt x="566750" y="92852"/>
                  <a:pt x="566398" y="89554"/>
                </a:cubicBezTo>
                <a:moveTo>
                  <a:pt x="565410" y="63004"/>
                </a:moveTo>
                <a:cubicBezTo>
                  <a:pt x="561104" y="64776"/>
                  <a:pt x="554646" y="66282"/>
                  <a:pt x="546034" y="67522"/>
                </a:cubicBezTo>
                <a:cubicBezTo>
                  <a:pt x="541157" y="68228"/>
                  <a:pt x="537708" y="69022"/>
                  <a:pt x="535687" y="69905"/>
                </a:cubicBezTo>
                <a:cubicBezTo>
                  <a:pt x="533666" y="70786"/>
                  <a:pt x="532107" y="72077"/>
                  <a:pt x="531008" y="73777"/>
                </a:cubicBezTo>
                <a:cubicBezTo>
                  <a:pt x="529910" y="75475"/>
                  <a:pt x="529361" y="77361"/>
                  <a:pt x="529361" y="79434"/>
                </a:cubicBezTo>
                <a:cubicBezTo>
                  <a:pt x="529361" y="82610"/>
                  <a:pt x="530558" y="85257"/>
                  <a:pt x="532952" y="87375"/>
                </a:cubicBezTo>
                <a:cubicBezTo>
                  <a:pt x="535347" y="89493"/>
                  <a:pt x="538851" y="90551"/>
                  <a:pt x="543464" y="90551"/>
                </a:cubicBezTo>
                <a:cubicBezTo>
                  <a:pt x="548033" y="90551"/>
                  <a:pt x="552097" y="89547"/>
                  <a:pt x="555656" y="87538"/>
                </a:cubicBezTo>
                <a:cubicBezTo>
                  <a:pt x="559215" y="85529"/>
                  <a:pt x="561829" y="82781"/>
                  <a:pt x="563499" y="79294"/>
                </a:cubicBezTo>
                <a:cubicBezTo>
                  <a:pt x="564773" y="76600"/>
                  <a:pt x="565410" y="72627"/>
                  <a:pt x="565410" y="67374"/>
                </a:cubicBezTo>
                <a:lnTo>
                  <a:pt x="565410" y="63004"/>
                </a:lnTo>
                <a:close/>
                <a:moveTo>
                  <a:pt x="621670" y="87717"/>
                </a:moveTo>
                <a:lnTo>
                  <a:pt x="623384" y="98196"/>
                </a:lnTo>
                <a:cubicBezTo>
                  <a:pt x="620045" y="98811"/>
                  <a:pt x="617057" y="99119"/>
                  <a:pt x="614421" y="99119"/>
                </a:cubicBezTo>
                <a:cubicBezTo>
                  <a:pt x="610115" y="99119"/>
                  <a:pt x="606776" y="98438"/>
                  <a:pt x="604404" y="97076"/>
                </a:cubicBezTo>
                <a:cubicBezTo>
                  <a:pt x="602031" y="95713"/>
                  <a:pt x="600362" y="93923"/>
                  <a:pt x="599395" y="91704"/>
                </a:cubicBezTo>
                <a:cubicBezTo>
                  <a:pt x="598429" y="89486"/>
                  <a:pt x="597945" y="84817"/>
                  <a:pt x="597945" y="77700"/>
                </a:cubicBezTo>
                <a:lnTo>
                  <a:pt x="597945" y="37433"/>
                </a:lnTo>
                <a:lnTo>
                  <a:pt x="589246" y="37433"/>
                </a:lnTo>
                <a:lnTo>
                  <a:pt x="589246" y="28207"/>
                </a:lnTo>
                <a:lnTo>
                  <a:pt x="597945" y="28207"/>
                </a:lnTo>
                <a:lnTo>
                  <a:pt x="597945" y="10827"/>
                </a:lnTo>
                <a:lnTo>
                  <a:pt x="609742" y="3691"/>
                </a:lnTo>
                <a:lnTo>
                  <a:pt x="609742" y="28207"/>
                </a:lnTo>
                <a:lnTo>
                  <a:pt x="621670" y="28207"/>
                </a:lnTo>
                <a:lnTo>
                  <a:pt x="621670" y="37433"/>
                </a:lnTo>
                <a:lnTo>
                  <a:pt x="609742" y="37433"/>
                </a:lnTo>
                <a:lnTo>
                  <a:pt x="609742" y="78359"/>
                </a:lnTo>
                <a:cubicBezTo>
                  <a:pt x="609742" y="81742"/>
                  <a:pt x="609951" y="83917"/>
                  <a:pt x="610368" y="84883"/>
                </a:cubicBezTo>
                <a:cubicBezTo>
                  <a:pt x="610785" y="85850"/>
                  <a:pt x="611466" y="86619"/>
                  <a:pt x="612411" y="87190"/>
                </a:cubicBezTo>
                <a:cubicBezTo>
                  <a:pt x="613356" y="87761"/>
                  <a:pt x="614707" y="88047"/>
                  <a:pt x="616464" y="88047"/>
                </a:cubicBezTo>
                <a:cubicBezTo>
                  <a:pt x="617782" y="88047"/>
                  <a:pt x="619518" y="87937"/>
                  <a:pt x="621670" y="87717"/>
                </a:cubicBezTo>
                <a:close/>
                <a:moveTo>
                  <a:pt x="681204" y="75657"/>
                </a:moveTo>
                <a:lnTo>
                  <a:pt x="693462" y="77173"/>
                </a:lnTo>
                <a:cubicBezTo>
                  <a:pt x="691529" y="84334"/>
                  <a:pt x="687948" y="89892"/>
                  <a:pt x="682720" y="93846"/>
                </a:cubicBezTo>
                <a:cubicBezTo>
                  <a:pt x="677491" y="97800"/>
                  <a:pt x="670813" y="99778"/>
                  <a:pt x="662685" y="99778"/>
                </a:cubicBezTo>
                <a:cubicBezTo>
                  <a:pt x="652448" y="99778"/>
                  <a:pt x="644331" y="96625"/>
                  <a:pt x="638334" y="90320"/>
                </a:cubicBezTo>
                <a:cubicBezTo>
                  <a:pt x="632337" y="84016"/>
                  <a:pt x="629338" y="75174"/>
                  <a:pt x="629338" y="63794"/>
                </a:cubicBezTo>
                <a:cubicBezTo>
                  <a:pt x="629338" y="52020"/>
                  <a:pt x="632369" y="42881"/>
                  <a:pt x="638433" y="36379"/>
                </a:cubicBezTo>
                <a:cubicBezTo>
                  <a:pt x="644496" y="29876"/>
                  <a:pt x="652360" y="26625"/>
                  <a:pt x="662026" y="26625"/>
                </a:cubicBezTo>
                <a:cubicBezTo>
                  <a:pt x="671384" y="26625"/>
                  <a:pt x="679029" y="29805"/>
                  <a:pt x="684960" y="36166"/>
                </a:cubicBezTo>
                <a:cubicBezTo>
                  <a:pt x="690892" y="42526"/>
                  <a:pt x="693857" y="51474"/>
                  <a:pt x="693857" y="63010"/>
                </a:cubicBezTo>
                <a:cubicBezTo>
                  <a:pt x="693857" y="63711"/>
                  <a:pt x="693835" y="64764"/>
                  <a:pt x="693791" y="66167"/>
                </a:cubicBezTo>
                <a:lnTo>
                  <a:pt x="641596" y="66167"/>
                </a:lnTo>
                <a:cubicBezTo>
                  <a:pt x="642035" y="73834"/>
                  <a:pt x="644210" y="79704"/>
                  <a:pt x="648120" y="83780"/>
                </a:cubicBezTo>
                <a:cubicBezTo>
                  <a:pt x="652031" y="87855"/>
                  <a:pt x="656907" y="89892"/>
                  <a:pt x="662751" y="89892"/>
                </a:cubicBezTo>
                <a:cubicBezTo>
                  <a:pt x="667101" y="89892"/>
                  <a:pt x="670813" y="88761"/>
                  <a:pt x="673889" y="86498"/>
                </a:cubicBezTo>
                <a:cubicBezTo>
                  <a:pt x="676964" y="84234"/>
                  <a:pt x="679402" y="80620"/>
                  <a:pt x="681204" y="75657"/>
                </a:cubicBezTo>
                <a:moveTo>
                  <a:pt x="642255" y="56281"/>
                </a:moveTo>
                <a:lnTo>
                  <a:pt x="681336" y="56281"/>
                </a:lnTo>
                <a:cubicBezTo>
                  <a:pt x="680808" y="50490"/>
                  <a:pt x="679315" y="46147"/>
                  <a:pt x="676854" y="43251"/>
                </a:cubicBezTo>
                <a:cubicBezTo>
                  <a:pt x="673076" y="38757"/>
                  <a:pt x="668177" y="36510"/>
                  <a:pt x="662158" y="36510"/>
                </a:cubicBezTo>
                <a:cubicBezTo>
                  <a:pt x="656710" y="36510"/>
                  <a:pt x="652129" y="38304"/>
                  <a:pt x="648417" y="41892"/>
                </a:cubicBezTo>
                <a:cubicBezTo>
                  <a:pt x="644704" y="45478"/>
                  <a:pt x="642650" y="50275"/>
                  <a:pt x="642255" y="56281"/>
                </a:cubicBezTo>
                <a:close/>
                <a:moveTo>
                  <a:pt x="793769" y="75657"/>
                </a:moveTo>
                <a:lnTo>
                  <a:pt x="806027" y="77173"/>
                </a:lnTo>
                <a:cubicBezTo>
                  <a:pt x="804094" y="84334"/>
                  <a:pt x="800513" y="89892"/>
                  <a:pt x="795285" y="93846"/>
                </a:cubicBezTo>
                <a:cubicBezTo>
                  <a:pt x="790056" y="97800"/>
                  <a:pt x="783378" y="99778"/>
                  <a:pt x="775250" y="99778"/>
                </a:cubicBezTo>
                <a:cubicBezTo>
                  <a:pt x="765013" y="99778"/>
                  <a:pt x="756896" y="96625"/>
                  <a:pt x="750899" y="90320"/>
                </a:cubicBezTo>
                <a:cubicBezTo>
                  <a:pt x="744901" y="84016"/>
                  <a:pt x="741903" y="75174"/>
                  <a:pt x="741903" y="63794"/>
                </a:cubicBezTo>
                <a:cubicBezTo>
                  <a:pt x="741903" y="52020"/>
                  <a:pt x="744934" y="42881"/>
                  <a:pt x="750998" y="36379"/>
                </a:cubicBezTo>
                <a:cubicBezTo>
                  <a:pt x="757061" y="29876"/>
                  <a:pt x="764925" y="26625"/>
                  <a:pt x="774591" y="26625"/>
                </a:cubicBezTo>
                <a:cubicBezTo>
                  <a:pt x="783949" y="26625"/>
                  <a:pt x="791594" y="29805"/>
                  <a:pt x="797525" y="36166"/>
                </a:cubicBezTo>
                <a:cubicBezTo>
                  <a:pt x="803457" y="42526"/>
                  <a:pt x="806422" y="51474"/>
                  <a:pt x="806422" y="63010"/>
                </a:cubicBezTo>
                <a:cubicBezTo>
                  <a:pt x="806422" y="63711"/>
                  <a:pt x="806400" y="64764"/>
                  <a:pt x="806356" y="66167"/>
                </a:cubicBezTo>
                <a:lnTo>
                  <a:pt x="754161" y="66167"/>
                </a:lnTo>
                <a:cubicBezTo>
                  <a:pt x="754600" y="73834"/>
                  <a:pt x="756775" y="79704"/>
                  <a:pt x="760685" y="83780"/>
                </a:cubicBezTo>
                <a:cubicBezTo>
                  <a:pt x="764596" y="87855"/>
                  <a:pt x="769472" y="89892"/>
                  <a:pt x="775316" y="89892"/>
                </a:cubicBezTo>
                <a:cubicBezTo>
                  <a:pt x="779665" y="89892"/>
                  <a:pt x="783378" y="88761"/>
                  <a:pt x="786453" y="86498"/>
                </a:cubicBezTo>
                <a:cubicBezTo>
                  <a:pt x="789529" y="84234"/>
                  <a:pt x="791967" y="80620"/>
                  <a:pt x="793769" y="75657"/>
                </a:cubicBezTo>
                <a:moveTo>
                  <a:pt x="754820" y="56281"/>
                </a:moveTo>
                <a:lnTo>
                  <a:pt x="793901" y="56281"/>
                </a:lnTo>
                <a:cubicBezTo>
                  <a:pt x="793373" y="50490"/>
                  <a:pt x="791880" y="46147"/>
                  <a:pt x="789419" y="43251"/>
                </a:cubicBezTo>
                <a:cubicBezTo>
                  <a:pt x="785641" y="38757"/>
                  <a:pt x="780742" y="36510"/>
                  <a:pt x="774723" y="36510"/>
                </a:cubicBezTo>
                <a:cubicBezTo>
                  <a:pt x="769275" y="36510"/>
                  <a:pt x="764694" y="38304"/>
                  <a:pt x="760982" y="41892"/>
                </a:cubicBezTo>
                <a:cubicBezTo>
                  <a:pt x="757269" y="45478"/>
                  <a:pt x="755215" y="50275"/>
                  <a:pt x="754820" y="56281"/>
                </a:cubicBezTo>
                <a:close/>
                <a:moveTo>
                  <a:pt x="820900" y="98196"/>
                </a:moveTo>
                <a:lnTo>
                  <a:pt x="820900" y="28207"/>
                </a:lnTo>
                <a:lnTo>
                  <a:pt x="831511" y="28207"/>
                </a:lnTo>
                <a:lnTo>
                  <a:pt x="831511" y="37960"/>
                </a:lnTo>
                <a:cubicBezTo>
                  <a:pt x="833707" y="34553"/>
                  <a:pt x="836629" y="31811"/>
                  <a:pt x="840276" y="29737"/>
                </a:cubicBezTo>
                <a:cubicBezTo>
                  <a:pt x="843922" y="27662"/>
                  <a:pt x="848074" y="26625"/>
                  <a:pt x="852731" y="26625"/>
                </a:cubicBezTo>
                <a:cubicBezTo>
                  <a:pt x="857916" y="26625"/>
                  <a:pt x="862167" y="27696"/>
                  <a:pt x="865484" y="29838"/>
                </a:cubicBezTo>
                <a:cubicBezTo>
                  <a:pt x="868801" y="31978"/>
                  <a:pt x="871140" y="34971"/>
                  <a:pt x="872502" y="38817"/>
                </a:cubicBezTo>
                <a:cubicBezTo>
                  <a:pt x="878038" y="30689"/>
                  <a:pt x="885244" y="26625"/>
                  <a:pt x="894119" y="26625"/>
                </a:cubicBezTo>
                <a:cubicBezTo>
                  <a:pt x="901060" y="26625"/>
                  <a:pt x="906399" y="28547"/>
                  <a:pt x="910133" y="32391"/>
                </a:cubicBezTo>
                <a:cubicBezTo>
                  <a:pt x="913868" y="36236"/>
                  <a:pt x="915735" y="42156"/>
                  <a:pt x="915735" y="50152"/>
                </a:cubicBezTo>
                <a:lnTo>
                  <a:pt x="915735" y="98196"/>
                </a:lnTo>
                <a:lnTo>
                  <a:pt x="903938" y="98196"/>
                </a:lnTo>
                <a:lnTo>
                  <a:pt x="903938" y="54059"/>
                </a:lnTo>
                <a:cubicBezTo>
                  <a:pt x="903938" y="49309"/>
                  <a:pt x="903554" y="45889"/>
                  <a:pt x="902785" y="43801"/>
                </a:cubicBezTo>
                <a:cubicBezTo>
                  <a:pt x="902016" y="41711"/>
                  <a:pt x="900621" y="40029"/>
                  <a:pt x="898600" y="38753"/>
                </a:cubicBezTo>
                <a:cubicBezTo>
                  <a:pt x="896579" y="37478"/>
                  <a:pt x="894207" y="36840"/>
                  <a:pt x="891483" y="36840"/>
                </a:cubicBezTo>
                <a:cubicBezTo>
                  <a:pt x="886562" y="36840"/>
                  <a:pt x="882476" y="38479"/>
                  <a:pt x="879225" y="41756"/>
                </a:cubicBezTo>
                <a:cubicBezTo>
                  <a:pt x="875973" y="45032"/>
                  <a:pt x="874348" y="50277"/>
                  <a:pt x="874348" y="57490"/>
                </a:cubicBezTo>
                <a:lnTo>
                  <a:pt x="874348" y="98196"/>
                </a:lnTo>
                <a:lnTo>
                  <a:pt x="862485" y="98196"/>
                </a:lnTo>
                <a:lnTo>
                  <a:pt x="862485" y="52673"/>
                </a:lnTo>
                <a:cubicBezTo>
                  <a:pt x="862485" y="47395"/>
                  <a:pt x="861519" y="43437"/>
                  <a:pt x="859585" y="40798"/>
                </a:cubicBezTo>
                <a:cubicBezTo>
                  <a:pt x="857652" y="38159"/>
                  <a:pt x="854489" y="36840"/>
                  <a:pt x="850095" y="36840"/>
                </a:cubicBezTo>
                <a:cubicBezTo>
                  <a:pt x="846756" y="36840"/>
                  <a:pt x="843670" y="37720"/>
                  <a:pt x="840836" y="39480"/>
                </a:cubicBezTo>
                <a:cubicBezTo>
                  <a:pt x="838002" y="41239"/>
                  <a:pt x="835948" y="43812"/>
                  <a:pt x="834674" y="47199"/>
                </a:cubicBezTo>
                <a:cubicBezTo>
                  <a:pt x="833400" y="50585"/>
                  <a:pt x="832763" y="55467"/>
                  <a:pt x="832763" y="61844"/>
                </a:cubicBezTo>
                <a:lnTo>
                  <a:pt x="832763" y="98196"/>
                </a:lnTo>
                <a:lnTo>
                  <a:pt x="820900" y="98196"/>
                </a:lnTo>
                <a:close/>
                <a:moveTo>
                  <a:pt x="933330" y="125084"/>
                </a:moveTo>
                <a:lnTo>
                  <a:pt x="933330" y="28207"/>
                </a:lnTo>
                <a:lnTo>
                  <a:pt x="944138" y="28207"/>
                </a:lnTo>
                <a:lnTo>
                  <a:pt x="944138" y="37235"/>
                </a:lnTo>
                <a:cubicBezTo>
                  <a:pt x="946687" y="33699"/>
                  <a:pt x="949564" y="31046"/>
                  <a:pt x="952772" y="29278"/>
                </a:cubicBezTo>
                <a:cubicBezTo>
                  <a:pt x="955979" y="27509"/>
                  <a:pt x="959867" y="26625"/>
                  <a:pt x="964437" y="26625"/>
                </a:cubicBezTo>
                <a:cubicBezTo>
                  <a:pt x="970412" y="26625"/>
                  <a:pt x="975684" y="28163"/>
                  <a:pt x="980253" y="31238"/>
                </a:cubicBezTo>
                <a:cubicBezTo>
                  <a:pt x="984823" y="34314"/>
                  <a:pt x="988272" y="38652"/>
                  <a:pt x="990600" y="44254"/>
                </a:cubicBezTo>
                <a:cubicBezTo>
                  <a:pt x="992929" y="49856"/>
                  <a:pt x="994093" y="55996"/>
                  <a:pt x="994093" y="62674"/>
                </a:cubicBezTo>
                <a:cubicBezTo>
                  <a:pt x="994093" y="69835"/>
                  <a:pt x="992808" y="76283"/>
                  <a:pt x="990238" y="82017"/>
                </a:cubicBezTo>
                <a:cubicBezTo>
                  <a:pt x="987667" y="87750"/>
                  <a:pt x="983933" y="92144"/>
                  <a:pt x="979034" y="95197"/>
                </a:cubicBezTo>
                <a:cubicBezTo>
                  <a:pt x="974135" y="98251"/>
                  <a:pt x="968984" y="99778"/>
                  <a:pt x="963580" y="99778"/>
                </a:cubicBezTo>
                <a:cubicBezTo>
                  <a:pt x="959626" y="99778"/>
                  <a:pt x="956078" y="98932"/>
                  <a:pt x="952936" y="97240"/>
                </a:cubicBezTo>
                <a:cubicBezTo>
                  <a:pt x="949795" y="95547"/>
                  <a:pt x="947214" y="93410"/>
                  <a:pt x="945193" y="90827"/>
                </a:cubicBezTo>
                <a:lnTo>
                  <a:pt x="945193" y="125084"/>
                </a:lnTo>
                <a:lnTo>
                  <a:pt x="933330" y="125084"/>
                </a:lnTo>
                <a:moveTo>
                  <a:pt x="944072" y="63498"/>
                </a:moveTo>
                <a:cubicBezTo>
                  <a:pt x="944072" y="72494"/>
                  <a:pt x="945896" y="79142"/>
                  <a:pt x="949542" y="83442"/>
                </a:cubicBezTo>
                <a:cubicBezTo>
                  <a:pt x="953189" y="87742"/>
                  <a:pt x="957605" y="89892"/>
                  <a:pt x="962789" y="89892"/>
                </a:cubicBezTo>
                <a:cubicBezTo>
                  <a:pt x="968061" y="89892"/>
                  <a:pt x="972576" y="87665"/>
                  <a:pt x="976332" y="83211"/>
                </a:cubicBezTo>
                <a:cubicBezTo>
                  <a:pt x="980089" y="78757"/>
                  <a:pt x="981967" y="71857"/>
                  <a:pt x="981967" y="62509"/>
                </a:cubicBezTo>
                <a:cubicBezTo>
                  <a:pt x="981967" y="53601"/>
                  <a:pt x="980132" y="46931"/>
                  <a:pt x="976464" y="42499"/>
                </a:cubicBezTo>
                <a:cubicBezTo>
                  <a:pt x="972795" y="38067"/>
                  <a:pt x="968413" y="35851"/>
                  <a:pt x="963316" y="35851"/>
                </a:cubicBezTo>
                <a:cubicBezTo>
                  <a:pt x="958264" y="35851"/>
                  <a:pt x="953793" y="38210"/>
                  <a:pt x="949905" y="42928"/>
                </a:cubicBezTo>
                <a:cubicBezTo>
                  <a:pt x="946017" y="47645"/>
                  <a:pt x="944072" y="54502"/>
                  <a:pt x="944072" y="63498"/>
                </a:cubicBezTo>
                <a:close/>
                <a:moveTo>
                  <a:pt x="1008110" y="98196"/>
                </a:moveTo>
                <a:lnTo>
                  <a:pt x="1008110" y="1582"/>
                </a:lnTo>
                <a:lnTo>
                  <a:pt x="1019972" y="1582"/>
                </a:lnTo>
                <a:lnTo>
                  <a:pt x="1019972" y="98196"/>
                </a:lnTo>
                <a:lnTo>
                  <a:pt x="1008110" y="98196"/>
                </a:lnTo>
                <a:close/>
                <a:moveTo>
                  <a:pt x="1033921" y="63201"/>
                </a:moveTo>
                <a:cubicBezTo>
                  <a:pt x="1033921" y="50240"/>
                  <a:pt x="1037524" y="40640"/>
                  <a:pt x="1044729" y="34402"/>
                </a:cubicBezTo>
                <a:cubicBezTo>
                  <a:pt x="1050748" y="29217"/>
                  <a:pt x="1058085" y="26625"/>
                  <a:pt x="1066741" y="26625"/>
                </a:cubicBezTo>
                <a:cubicBezTo>
                  <a:pt x="1076363" y="26625"/>
                  <a:pt x="1084227" y="29777"/>
                  <a:pt x="1090334" y="36082"/>
                </a:cubicBezTo>
                <a:cubicBezTo>
                  <a:pt x="1096441" y="42387"/>
                  <a:pt x="1099495" y="51097"/>
                  <a:pt x="1099495" y="62213"/>
                </a:cubicBezTo>
                <a:cubicBezTo>
                  <a:pt x="1099495" y="71219"/>
                  <a:pt x="1098144" y="78304"/>
                  <a:pt x="1095442" y="83466"/>
                </a:cubicBezTo>
                <a:cubicBezTo>
                  <a:pt x="1092740" y="88629"/>
                  <a:pt x="1088807" y="92638"/>
                  <a:pt x="1083645" y="95494"/>
                </a:cubicBezTo>
                <a:cubicBezTo>
                  <a:pt x="1078483" y="98350"/>
                  <a:pt x="1072848" y="99778"/>
                  <a:pt x="1066741" y="99778"/>
                </a:cubicBezTo>
                <a:cubicBezTo>
                  <a:pt x="1056943" y="99778"/>
                  <a:pt x="1049024" y="96636"/>
                  <a:pt x="1042983" y="90353"/>
                </a:cubicBezTo>
                <a:cubicBezTo>
                  <a:pt x="1036942" y="84071"/>
                  <a:pt x="1033921" y="75020"/>
                  <a:pt x="1033921" y="63201"/>
                </a:cubicBezTo>
                <a:moveTo>
                  <a:pt x="1046113" y="63168"/>
                </a:moveTo>
                <a:cubicBezTo>
                  <a:pt x="1046113" y="72098"/>
                  <a:pt x="1048068" y="78785"/>
                  <a:pt x="1051978" y="83228"/>
                </a:cubicBezTo>
                <a:cubicBezTo>
                  <a:pt x="1055889" y="87671"/>
                  <a:pt x="1060809" y="89892"/>
                  <a:pt x="1066741" y="89892"/>
                </a:cubicBezTo>
                <a:cubicBezTo>
                  <a:pt x="1072628" y="89892"/>
                  <a:pt x="1077527" y="87660"/>
                  <a:pt x="1081437" y="83195"/>
                </a:cubicBezTo>
                <a:cubicBezTo>
                  <a:pt x="1085347" y="78730"/>
                  <a:pt x="1087303" y="71923"/>
                  <a:pt x="1087303" y="62775"/>
                </a:cubicBezTo>
                <a:cubicBezTo>
                  <a:pt x="1087303" y="54151"/>
                  <a:pt x="1085336" y="47618"/>
                  <a:pt x="1081404" y="43175"/>
                </a:cubicBezTo>
                <a:cubicBezTo>
                  <a:pt x="1077472" y="38732"/>
                  <a:pt x="1072584" y="36510"/>
                  <a:pt x="1066741" y="36510"/>
                </a:cubicBezTo>
                <a:cubicBezTo>
                  <a:pt x="1060809" y="36510"/>
                  <a:pt x="1055889" y="38721"/>
                  <a:pt x="1051978" y="43142"/>
                </a:cubicBezTo>
                <a:cubicBezTo>
                  <a:pt x="1048068" y="47563"/>
                  <a:pt x="1046113" y="54238"/>
                  <a:pt x="1046113" y="63168"/>
                </a:cubicBezTo>
                <a:close/>
                <a:moveTo>
                  <a:pt x="1112853" y="125216"/>
                </a:moveTo>
                <a:lnTo>
                  <a:pt x="1111535" y="114079"/>
                </a:lnTo>
                <a:cubicBezTo>
                  <a:pt x="1114127" y="114782"/>
                  <a:pt x="1116389" y="115133"/>
                  <a:pt x="1118323" y="115133"/>
                </a:cubicBezTo>
                <a:cubicBezTo>
                  <a:pt x="1120959" y="115133"/>
                  <a:pt x="1123068" y="114688"/>
                  <a:pt x="1124649" y="113798"/>
                </a:cubicBezTo>
                <a:cubicBezTo>
                  <a:pt x="1126231" y="112910"/>
                  <a:pt x="1127527" y="111666"/>
                  <a:pt x="1128538" y="110065"/>
                </a:cubicBezTo>
                <a:cubicBezTo>
                  <a:pt x="1129285" y="108865"/>
                  <a:pt x="1130493" y="105887"/>
                  <a:pt x="1132162" y="101131"/>
                </a:cubicBezTo>
                <a:cubicBezTo>
                  <a:pt x="1132382" y="100463"/>
                  <a:pt x="1132733" y="99485"/>
                  <a:pt x="1133217" y="98196"/>
                </a:cubicBezTo>
                <a:lnTo>
                  <a:pt x="1106658" y="28207"/>
                </a:lnTo>
                <a:lnTo>
                  <a:pt x="1119443" y="28207"/>
                </a:lnTo>
                <a:lnTo>
                  <a:pt x="1134008" y="68642"/>
                </a:lnTo>
                <a:cubicBezTo>
                  <a:pt x="1135897" y="73772"/>
                  <a:pt x="1137588" y="79164"/>
                  <a:pt x="1139082" y="84817"/>
                </a:cubicBezTo>
                <a:cubicBezTo>
                  <a:pt x="1140444" y="79382"/>
                  <a:pt x="1142070" y="74078"/>
                  <a:pt x="1143959" y="68906"/>
                </a:cubicBezTo>
                <a:lnTo>
                  <a:pt x="1158919" y="28207"/>
                </a:lnTo>
                <a:lnTo>
                  <a:pt x="1170782" y="28207"/>
                </a:lnTo>
                <a:lnTo>
                  <a:pt x="1144157" y="99429"/>
                </a:lnTo>
                <a:cubicBezTo>
                  <a:pt x="1141301" y="107124"/>
                  <a:pt x="1139082" y="112421"/>
                  <a:pt x="1137500" y="115322"/>
                </a:cubicBezTo>
                <a:cubicBezTo>
                  <a:pt x="1135392" y="119235"/>
                  <a:pt x="1132975" y="122104"/>
                  <a:pt x="1130251" y="123929"/>
                </a:cubicBezTo>
                <a:cubicBezTo>
                  <a:pt x="1127527" y="125754"/>
                  <a:pt x="1124276" y="126666"/>
                  <a:pt x="1120497" y="126666"/>
                </a:cubicBezTo>
                <a:cubicBezTo>
                  <a:pt x="1118213" y="126666"/>
                  <a:pt x="1115665" y="126183"/>
                  <a:pt x="1112853" y="125216"/>
                </a:cubicBezTo>
                <a:close/>
                <a:moveTo>
                  <a:pt x="1228776" y="75657"/>
                </a:moveTo>
                <a:lnTo>
                  <a:pt x="1241034" y="77173"/>
                </a:lnTo>
                <a:cubicBezTo>
                  <a:pt x="1239101" y="84334"/>
                  <a:pt x="1235521" y="89892"/>
                  <a:pt x="1230292" y="93846"/>
                </a:cubicBezTo>
                <a:cubicBezTo>
                  <a:pt x="1225064" y="97800"/>
                  <a:pt x="1218386" y="99778"/>
                  <a:pt x="1210258" y="99778"/>
                </a:cubicBezTo>
                <a:cubicBezTo>
                  <a:pt x="1200021" y="99778"/>
                  <a:pt x="1191904" y="96625"/>
                  <a:pt x="1185906" y="90320"/>
                </a:cubicBezTo>
                <a:cubicBezTo>
                  <a:pt x="1179909" y="84016"/>
                  <a:pt x="1176911" y="75174"/>
                  <a:pt x="1176911" y="63794"/>
                </a:cubicBezTo>
                <a:cubicBezTo>
                  <a:pt x="1176911" y="52020"/>
                  <a:pt x="1179942" y="42881"/>
                  <a:pt x="1186005" y="36379"/>
                </a:cubicBezTo>
                <a:cubicBezTo>
                  <a:pt x="1192068" y="29876"/>
                  <a:pt x="1199933" y="26625"/>
                  <a:pt x="1209599" y="26625"/>
                </a:cubicBezTo>
                <a:cubicBezTo>
                  <a:pt x="1218957" y="26625"/>
                  <a:pt x="1226602" y="29805"/>
                  <a:pt x="1232533" y="36166"/>
                </a:cubicBezTo>
                <a:cubicBezTo>
                  <a:pt x="1238464" y="42526"/>
                  <a:pt x="1241430" y="51474"/>
                  <a:pt x="1241430" y="63010"/>
                </a:cubicBezTo>
                <a:cubicBezTo>
                  <a:pt x="1241430" y="63711"/>
                  <a:pt x="1241408" y="64764"/>
                  <a:pt x="1241364" y="66167"/>
                </a:cubicBezTo>
                <a:lnTo>
                  <a:pt x="1189169" y="66167"/>
                </a:lnTo>
                <a:cubicBezTo>
                  <a:pt x="1189608" y="73834"/>
                  <a:pt x="1191783" y="79704"/>
                  <a:pt x="1195693" y="83780"/>
                </a:cubicBezTo>
                <a:cubicBezTo>
                  <a:pt x="1199603" y="87855"/>
                  <a:pt x="1204480" y="89892"/>
                  <a:pt x="1210324" y="89892"/>
                </a:cubicBezTo>
                <a:cubicBezTo>
                  <a:pt x="1214673" y="89892"/>
                  <a:pt x="1218386" y="88761"/>
                  <a:pt x="1221461" y="86498"/>
                </a:cubicBezTo>
                <a:cubicBezTo>
                  <a:pt x="1224537" y="84234"/>
                  <a:pt x="1226975" y="80620"/>
                  <a:pt x="1228776" y="75657"/>
                </a:cubicBezTo>
                <a:moveTo>
                  <a:pt x="1189828" y="56281"/>
                </a:moveTo>
                <a:lnTo>
                  <a:pt x="1228908" y="56281"/>
                </a:lnTo>
                <a:cubicBezTo>
                  <a:pt x="1228381" y="50490"/>
                  <a:pt x="1226887" y="46147"/>
                  <a:pt x="1224427" y="43251"/>
                </a:cubicBezTo>
                <a:cubicBezTo>
                  <a:pt x="1220648" y="38757"/>
                  <a:pt x="1215750" y="36510"/>
                  <a:pt x="1209730" y="36510"/>
                </a:cubicBezTo>
                <a:cubicBezTo>
                  <a:pt x="1204282" y="36510"/>
                  <a:pt x="1199702" y="38304"/>
                  <a:pt x="1195990" y="41892"/>
                </a:cubicBezTo>
                <a:cubicBezTo>
                  <a:pt x="1192277" y="45478"/>
                  <a:pt x="1190223" y="50275"/>
                  <a:pt x="1189828" y="56281"/>
                </a:cubicBezTo>
                <a:close/>
                <a:moveTo>
                  <a:pt x="1255776" y="98196"/>
                </a:moveTo>
                <a:lnTo>
                  <a:pt x="1255776" y="28207"/>
                </a:lnTo>
                <a:lnTo>
                  <a:pt x="1266453" y="28207"/>
                </a:lnTo>
                <a:lnTo>
                  <a:pt x="1266453" y="38751"/>
                </a:lnTo>
                <a:cubicBezTo>
                  <a:pt x="1269177" y="33814"/>
                  <a:pt x="1271692" y="30559"/>
                  <a:pt x="1273999" y="28985"/>
                </a:cubicBezTo>
                <a:cubicBezTo>
                  <a:pt x="1276305" y="27412"/>
                  <a:pt x="1278842" y="26625"/>
                  <a:pt x="1281610" y="26625"/>
                </a:cubicBezTo>
                <a:cubicBezTo>
                  <a:pt x="1285609" y="26625"/>
                  <a:pt x="1289673" y="27894"/>
                  <a:pt x="1293803" y="30431"/>
                </a:cubicBezTo>
                <a:lnTo>
                  <a:pt x="1289717" y="41387"/>
                </a:lnTo>
                <a:cubicBezTo>
                  <a:pt x="1286817" y="39674"/>
                  <a:pt x="1283917" y="38817"/>
                  <a:pt x="1281017" y="38817"/>
                </a:cubicBezTo>
                <a:cubicBezTo>
                  <a:pt x="1278425" y="38817"/>
                  <a:pt x="1276097" y="39598"/>
                  <a:pt x="1274032" y="41161"/>
                </a:cubicBezTo>
                <a:cubicBezTo>
                  <a:pt x="1271967" y="42722"/>
                  <a:pt x="1270495" y="44888"/>
                  <a:pt x="1269616" y="47658"/>
                </a:cubicBezTo>
                <a:cubicBezTo>
                  <a:pt x="1268298" y="51880"/>
                  <a:pt x="1267639" y="56498"/>
                  <a:pt x="1267639" y="61512"/>
                </a:cubicBezTo>
                <a:lnTo>
                  <a:pt x="1267639" y="98196"/>
                </a:lnTo>
                <a:lnTo>
                  <a:pt x="1255776" y="98196"/>
                </a:lnTo>
                <a:close/>
                <a:moveTo>
                  <a:pt x="1341208" y="98196"/>
                </a:moveTo>
                <a:lnTo>
                  <a:pt x="1341208" y="37433"/>
                </a:lnTo>
                <a:lnTo>
                  <a:pt x="1330730" y="37433"/>
                </a:lnTo>
                <a:lnTo>
                  <a:pt x="1330730" y="28207"/>
                </a:lnTo>
                <a:lnTo>
                  <a:pt x="1341208" y="28207"/>
                </a:lnTo>
                <a:lnTo>
                  <a:pt x="1341208" y="20776"/>
                </a:lnTo>
                <a:cubicBezTo>
                  <a:pt x="1341208" y="16086"/>
                  <a:pt x="1341626" y="12601"/>
                  <a:pt x="1342461" y="10322"/>
                </a:cubicBezTo>
                <a:cubicBezTo>
                  <a:pt x="1343603" y="7255"/>
                  <a:pt x="1345613" y="4768"/>
                  <a:pt x="1348491" y="2861"/>
                </a:cubicBezTo>
                <a:cubicBezTo>
                  <a:pt x="1351368" y="954"/>
                  <a:pt x="1355400" y="0"/>
                  <a:pt x="1360584" y="0"/>
                </a:cubicBezTo>
                <a:cubicBezTo>
                  <a:pt x="1363923" y="0"/>
                  <a:pt x="1367614" y="395"/>
                  <a:pt x="1371656" y="1186"/>
                </a:cubicBezTo>
                <a:lnTo>
                  <a:pt x="1369876" y="11533"/>
                </a:lnTo>
                <a:cubicBezTo>
                  <a:pt x="1367416" y="11094"/>
                  <a:pt x="1365087" y="10874"/>
                  <a:pt x="1362891" y="10874"/>
                </a:cubicBezTo>
                <a:cubicBezTo>
                  <a:pt x="1359288" y="10874"/>
                  <a:pt x="1356740" y="11640"/>
                  <a:pt x="1355246" y="13172"/>
                </a:cubicBezTo>
                <a:cubicBezTo>
                  <a:pt x="1353752" y="14705"/>
                  <a:pt x="1353005" y="17571"/>
                  <a:pt x="1353005" y="21773"/>
                </a:cubicBezTo>
                <a:lnTo>
                  <a:pt x="1353005" y="28207"/>
                </a:lnTo>
                <a:lnTo>
                  <a:pt x="1366647" y="28207"/>
                </a:lnTo>
                <a:lnTo>
                  <a:pt x="1366647" y="37433"/>
                </a:lnTo>
                <a:lnTo>
                  <a:pt x="1353005" y="37433"/>
                </a:lnTo>
                <a:lnTo>
                  <a:pt x="1353005" y="98196"/>
                </a:lnTo>
                <a:lnTo>
                  <a:pt x="1341208" y="98196"/>
                </a:lnTo>
                <a:close/>
                <a:moveTo>
                  <a:pt x="1375962" y="15290"/>
                </a:moveTo>
                <a:lnTo>
                  <a:pt x="1375962" y="1582"/>
                </a:lnTo>
                <a:lnTo>
                  <a:pt x="1387825" y="1582"/>
                </a:lnTo>
                <a:lnTo>
                  <a:pt x="1387825" y="15290"/>
                </a:lnTo>
                <a:lnTo>
                  <a:pt x="1375962" y="15290"/>
                </a:lnTo>
                <a:moveTo>
                  <a:pt x="1375962" y="98196"/>
                </a:moveTo>
                <a:lnTo>
                  <a:pt x="1375962" y="28207"/>
                </a:lnTo>
                <a:lnTo>
                  <a:pt x="1387825" y="28207"/>
                </a:lnTo>
                <a:lnTo>
                  <a:pt x="1387825" y="98196"/>
                </a:lnTo>
                <a:lnTo>
                  <a:pt x="1375962" y="98196"/>
                </a:lnTo>
                <a:close/>
                <a:moveTo>
                  <a:pt x="1405728" y="98196"/>
                </a:moveTo>
                <a:lnTo>
                  <a:pt x="1405728" y="28207"/>
                </a:lnTo>
                <a:lnTo>
                  <a:pt x="1416404" y="28207"/>
                </a:lnTo>
                <a:lnTo>
                  <a:pt x="1416404" y="38751"/>
                </a:lnTo>
                <a:cubicBezTo>
                  <a:pt x="1419128" y="33814"/>
                  <a:pt x="1421643" y="30559"/>
                  <a:pt x="1423950" y="28985"/>
                </a:cubicBezTo>
                <a:cubicBezTo>
                  <a:pt x="1426257" y="27412"/>
                  <a:pt x="1428794" y="26625"/>
                  <a:pt x="1431562" y="26625"/>
                </a:cubicBezTo>
                <a:cubicBezTo>
                  <a:pt x="1435560" y="26625"/>
                  <a:pt x="1439624" y="27894"/>
                  <a:pt x="1443754" y="30431"/>
                </a:cubicBezTo>
                <a:lnTo>
                  <a:pt x="1439668" y="41387"/>
                </a:lnTo>
                <a:cubicBezTo>
                  <a:pt x="1436768" y="39674"/>
                  <a:pt x="1433868" y="38817"/>
                  <a:pt x="1430969" y="38817"/>
                </a:cubicBezTo>
                <a:cubicBezTo>
                  <a:pt x="1428376" y="38817"/>
                  <a:pt x="1426048" y="39598"/>
                  <a:pt x="1423983" y="41161"/>
                </a:cubicBezTo>
                <a:cubicBezTo>
                  <a:pt x="1421918" y="42722"/>
                  <a:pt x="1420446" y="44888"/>
                  <a:pt x="1419567" y="47658"/>
                </a:cubicBezTo>
                <a:cubicBezTo>
                  <a:pt x="1418249" y="51880"/>
                  <a:pt x="1417590" y="56498"/>
                  <a:pt x="1417590" y="61512"/>
                </a:cubicBezTo>
                <a:lnTo>
                  <a:pt x="1417590" y="98196"/>
                </a:lnTo>
                <a:lnTo>
                  <a:pt x="1405728" y="98196"/>
                </a:lnTo>
                <a:close/>
                <a:moveTo>
                  <a:pt x="1498716" y="75657"/>
                </a:moveTo>
                <a:lnTo>
                  <a:pt x="1510974" y="77173"/>
                </a:lnTo>
                <a:cubicBezTo>
                  <a:pt x="1509041" y="84334"/>
                  <a:pt x="1505460" y="89892"/>
                  <a:pt x="1500232" y="93846"/>
                </a:cubicBezTo>
                <a:cubicBezTo>
                  <a:pt x="1495004" y="97800"/>
                  <a:pt x="1488326" y="99778"/>
                  <a:pt x="1480197" y="99778"/>
                </a:cubicBezTo>
                <a:cubicBezTo>
                  <a:pt x="1469960" y="99778"/>
                  <a:pt x="1461843" y="96625"/>
                  <a:pt x="1455846" y="90320"/>
                </a:cubicBezTo>
                <a:cubicBezTo>
                  <a:pt x="1449849" y="84016"/>
                  <a:pt x="1446850" y="75174"/>
                  <a:pt x="1446850" y="63794"/>
                </a:cubicBezTo>
                <a:cubicBezTo>
                  <a:pt x="1446850" y="52020"/>
                  <a:pt x="1449882" y="42881"/>
                  <a:pt x="1455945" y="36379"/>
                </a:cubicBezTo>
                <a:cubicBezTo>
                  <a:pt x="1462008" y="29876"/>
                  <a:pt x="1469873" y="26625"/>
                  <a:pt x="1479538" y="26625"/>
                </a:cubicBezTo>
                <a:cubicBezTo>
                  <a:pt x="1488897" y="26625"/>
                  <a:pt x="1496541" y="29805"/>
                  <a:pt x="1502473" y="36166"/>
                </a:cubicBezTo>
                <a:cubicBezTo>
                  <a:pt x="1508404" y="42526"/>
                  <a:pt x="1511370" y="51474"/>
                  <a:pt x="1511370" y="63010"/>
                </a:cubicBezTo>
                <a:cubicBezTo>
                  <a:pt x="1511370" y="63711"/>
                  <a:pt x="1511348" y="64764"/>
                  <a:pt x="1511304" y="66167"/>
                </a:cubicBezTo>
                <a:lnTo>
                  <a:pt x="1459108" y="66167"/>
                </a:lnTo>
                <a:cubicBezTo>
                  <a:pt x="1459548" y="73834"/>
                  <a:pt x="1461723" y="79704"/>
                  <a:pt x="1465633" y="83780"/>
                </a:cubicBezTo>
                <a:cubicBezTo>
                  <a:pt x="1469543" y="87855"/>
                  <a:pt x="1474420" y="89892"/>
                  <a:pt x="1480263" y="89892"/>
                </a:cubicBezTo>
                <a:cubicBezTo>
                  <a:pt x="1484613" y="89892"/>
                  <a:pt x="1488326" y="88761"/>
                  <a:pt x="1491401" y="86498"/>
                </a:cubicBezTo>
                <a:cubicBezTo>
                  <a:pt x="1494476" y="84234"/>
                  <a:pt x="1496915" y="80620"/>
                  <a:pt x="1498716" y="75657"/>
                </a:cubicBezTo>
                <a:moveTo>
                  <a:pt x="1459767" y="56281"/>
                </a:moveTo>
                <a:lnTo>
                  <a:pt x="1498848" y="56281"/>
                </a:lnTo>
                <a:cubicBezTo>
                  <a:pt x="1498321" y="50490"/>
                  <a:pt x="1496827" y="46147"/>
                  <a:pt x="1494367" y="43251"/>
                </a:cubicBezTo>
                <a:cubicBezTo>
                  <a:pt x="1490588" y="38757"/>
                  <a:pt x="1485689" y="36510"/>
                  <a:pt x="1479670" y="36510"/>
                </a:cubicBezTo>
                <a:cubicBezTo>
                  <a:pt x="1474222" y="36510"/>
                  <a:pt x="1469642" y="38304"/>
                  <a:pt x="1465929" y="41892"/>
                </a:cubicBezTo>
                <a:cubicBezTo>
                  <a:pt x="1462217" y="45478"/>
                  <a:pt x="1460163" y="50275"/>
                  <a:pt x="1459767" y="56281"/>
                </a:cubicBezTo>
                <a:close/>
                <a:moveTo>
                  <a:pt x="1521103" y="77239"/>
                </a:moveTo>
                <a:lnTo>
                  <a:pt x="1532833" y="75393"/>
                </a:lnTo>
                <a:cubicBezTo>
                  <a:pt x="1533492" y="80074"/>
                  <a:pt x="1535327" y="83661"/>
                  <a:pt x="1538336" y="86154"/>
                </a:cubicBezTo>
                <a:cubicBezTo>
                  <a:pt x="1541346" y="88646"/>
                  <a:pt x="1545553" y="89892"/>
                  <a:pt x="1550957" y="89892"/>
                </a:cubicBezTo>
                <a:cubicBezTo>
                  <a:pt x="1556405" y="89892"/>
                  <a:pt x="1560447" y="88792"/>
                  <a:pt x="1563083" y="86591"/>
                </a:cubicBezTo>
                <a:cubicBezTo>
                  <a:pt x="1565719" y="84388"/>
                  <a:pt x="1567037" y="81806"/>
                  <a:pt x="1567037" y="78843"/>
                </a:cubicBezTo>
                <a:cubicBezTo>
                  <a:pt x="1567037" y="76183"/>
                  <a:pt x="1565873" y="74091"/>
                  <a:pt x="1563544" y="72566"/>
                </a:cubicBezTo>
                <a:cubicBezTo>
                  <a:pt x="1561919" y="71519"/>
                  <a:pt x="1557877" y="70190"/>
                  <a:pt x="1551418" y="68576"/>
                </a:cubicBezTo>
                <a:cubicBezTo>
                  <a:pt x="1542719" y="66378"/>
                  <a:pt x="1536689" y="64477"/>
                  <a:pt x="1533328" y="62872"/>
                </a:cubicBezTo>
                <a:cubicBezTo>
                  <a:pt x="1529967" y="61267"/>
                  <a:pt x="1527418" y="59046"/>
                  <a:pt x="1525683" y="56209"/>
                </a:cubicBezTo>
                <a:cubicBezTo>
                  <a:pt x="1523947" y="53373"/>
                  <a:pt x="1523080" y="50240"/>
                  <a:pt x="1523080" y="46810"/>
                </a:cubicBezTo>
                <a:cubicBezTo>
                  <a:pt x="1523080" y="43688"/>
                  <a:pt x="1523794" y="40796"/>
                  <a:pt x="1525222" y="38135"/>
                </a:cubicBezTo>
                <a:cubicBezTo>
                  <a:pt x="1526650" y="35474"/>
                  <a:pt x="1528594" y="33265"/>
                  <a:pt x="1531054" y="31506"/>
                </a:cubicBezTo>
                <a:cubicBezTo>
                  <a:pt x="1532899" y="30143"/>
                  <a:pt x="1535415" y="28989"/>
                  <a:pt x="1538600" y="28044"/>
                </a:cubicBezTo>
                <a:cubicBezTo>
                  <a:pt x="1541785" y="27098"/>
                  <a:pt x="1545201" y="26625"/>
                  <a:pt x="1548848" y="26625"/>
                </a:cubicBezTo>
                <a:cubicBezTo>
                  <a:pt x="1554340" y="26625"/>
                  <a:pt x="1559162" y="27421"/>
                  <a:pt x="1563314" y="29014"/>
                </a:cubicBezTo>
                <a:cubicBezTo>
                  <a:pt x="1567466" y="30605"/>
                  <a:pt x="1570530" y="32761"/>
                  <a:pt x="1572507" y="35483"/>
                </a:cubicBezTo>
                <a:cubicBezTo>
                  <a:pt x="1574484" y="38203"/>
                  <a:pt x="1575846" y="41840"/>
                  <a:pt x="1576593" y="46396"/>
                </a:cubicBezTo>
                <a:lnTo>
                  <a:pt x="1564994" y="47978"/>
                </a:lnTo>
                <a:cubicBezTo>
                  <a:pt x="1564467" y="44375"/>
                  <a:pt x="1562940" y="41563"/>
                  <a:pt x="1560414" y="39542"/>
                </a:cubicBezTo>
                <a:cubicBezTo>
                  <a:pt x="1557888" y="37521"/>
                  <a:pt x="1554318" y="36510"/>
                  <a:pt x="1549705" y="36510"/>
                </a:cubicBezTo>
                <a:cubicBezTo>
                  <a:pt x="1544257" y="36510"/>
                  <a:pt x="1540368" y="37407"/>
                  <a:pt x="1538040" y="39200"/>
                </a:cubicBezTo>
                <a:cubicBezTo>
                  <a:pt x="1535711" y="40992"/>
                  <a:pt x="1534547" y="43090"/>
                  <a:pt x="1534547" y="45496"/>
                </a:cubicBezTo>
                <a:cubicBezTo>
                  <a:pt x="1534547" y="47025"/>
                  <a:pt x="1535030" y="48403"/>
                  <a:pt x="1535997" y="49627"/>
                </a:cubicBezTo>
                <a:cubicBezTo>
                  <a:pt x="1536963" y="50894"/>
                  <a:pt x="1538479" y="51943"/>
                  <a:pt x="1540544" y="52774"/>
                </a:cubicBezTo>
                <a:cubicBezTo>
                  <a:pt x="1541730" y="53212"/>
                  <a:pt x="1545223" y="54218"/>
                  <a:pt x="1551023" y="55791"/>
                </a:cubicBezTo>
                <a:cubicBezTo>
                  <a:pt x="1559414" y="58031"/>
                  <a:pt x="1565269" y="59864"/>
                  <a:pt x="1568586" y="61290"/>
                </a:cubicBezTo>
                <a:cubicBezTo>
                  <a:pt x="1571903" y="62717"/>
                  <a:pt x="1574506" y="64791"/>
                  <a:pt x="1576395" y="67514"/>
                </a:cubicBezTo>
                <a:cubicBezTo>
                  <a:pt x="1578285" y="70235"/>
                  <a:pt x="1579229" y="73615"/>
                  <a:pt x="1579229" y="77653"/>
                </a:cubicBezTo>
                <a:cubicBezTo>
                  <a:pt x="1579229" y="81604"/>
                  <a:pt x="1578076" y="85325"/>
                  <a:pt x="1575769" y="88815"/>
                </a:cubicBezTo>
                <a:cubicBezTo>
                  <a:pt x="1573463" y="92304"/>
                  <a:pt x="1570135" y="95003"/>
                  <a:pt x="1565785" y="96913"/>
                </a:cubicBezTo>
                <a:cubicBezTo>
                  <a:pt x="1561435" y="98823"/>
                  <a:pt x="1556515" y="99778"/>
                  <a:pt x="1551023" y="99778"/>
                </a:cubicBezTo>
                <a:cubicBezTo>
                  <a:pt x="1541928" y="99778"/>
                  <a:pt x="1534997" y="97883"/>
                  <a:pt x="1530230" y="94093"/>
                </a:cubicBezTo>
                <a:cubicBezTo>
                  <a:pt x="1525463" y="90304"/>
                  <a:pt x="1522421" y="84686"/>
                  <a:pt x="1521103" y="77239"/>
                </a:cubicBezTo>
                <a:close/>
                <a:moveTo>
                  <a:pt x="1630327" y="125216"/>
                </a:moveTo>
                <a:lnTo>
                  <a:pt x="1629009" y="114079"/>
                </a:lnTo>
                <a:cubicBezTo>
                  <a:pt x="1631601" y="114782"/>
                  <a:pt x="1633864" y="115133"/>
                  <a:pt x="1635797" y="115133"/>
                </a:cubicBezTo>
                <a:cubicBezTo>
                  <a:pt x="1638433" y="115133"/>
                  <a:pt x="1640542" y="114688"/>
                  <a:pt x="1642124" y="113798"/>
                </a:cubicBezTo>
                <a:cubicBezTo>
                  <a:pt x="1643705" y="112910"/>
                  <a:pt x="1645001" y="111666"/>
                  <a:pt x="1646012" y="110065"/>
                </a:cubicBezTo>
                <a:cubicBezTo>
                  <a:pt x="1646759" y="108865"/>
                  <a:pt x="1647967" y="105887"/>
                  <a:pt x="1649637" y="101131"/>
                </a:cubicBezTo>
                <a:cubicBezTo>
                  <a:pt x="1649856" y="100463"/>
                  <a:pt x="1650208" y="99485"/>
                  <a:pt x="1650691" y="98196"/>
                </a:cubicBezTo>
                <a:lnTo>
                  <a:pt x="1624132" y="28207"/>
                </a:lnTo>
                <a:lnTo>
                  <a:pt x="1636917" y="28207"/>
                </a:lnTo>
                <a:lnTo>
                  <a:pt x="1651482" y="68642"/>
                </a:lnTo>
                <a:cubicBezTo>
                  <a:pt x="1653371" y="73772"/>
                  <a:pt x="1655063" y="79164"/>
                  <a:pt x="1656557" y="84817"/>
                </a:cubicBezTo>
                <a:cubicBezTo>
                  <a:pt x="1657919" y="79382"/>
                  <a:pt x="1659544" y="74078"/>
                  <a:pt x="1661433" y="68906"/>
                </a:cubicBezTo>
                <a:lnTo>
                  <a:pt x="1676393" y="28207"/>
                </a:lnTo>
                <a:lnTo>
                  <a:pt x="1688256" y="28207"/>
                </a:lnTo>
                <a:lnTo>
                  <a:pt x="1661631" y="99429"/>
                </a:lnTo>
                <a:cubicBezTo>
                  <a:pt x="1658775" y="107124"/>
                  <a:pt x="1656557" y="112421"/>
                  <a:pt x="1654975" y="115322"/>
                </a:cubicBezTo>
                <a:cubicBezTo>
                  <a:pt x="1652866" y="119235"/>
                  <a:pt x="1650449" y="122104"/>
                  <a:pt x="1647725" y="123929"/>
                </a:cubicBezTo>
                <a:cubicBezTo>
                  <a:pt x="1645001" y="125754"/>
                  <a:pt x="1641750" y="126666"/>
                  <a:pt x="1637972" y="126666"/>
                </a:cubicBezTo>
                <a:cubicBezTo>
                  <a:pt x="1635687" y="126666"/>
                  <a:pt x="1633139" y="126183"/>
                  <a:pt x="1630327" y="125216"/>
                </a:cubicBezTo>
                <a:close/>
                <a:moveTo>
                  <a:pt x="1693924" y="63201"/>
                </a:moveTo>
                <a:cubicBezTo>
                  <a:pt x="1693924" y="50240"/>
                  <a:pt x="1697526" y="40640"/>
                  <a:pt x="1704732" y="34402"/>
                </a:cubicBezTo>
                <a:cubicBezTo>
                  <a:pt x="1710751" y="29217"/>
                  <a:pt x="1718088" y="26625"/>
                  <a:pt x="1726744" y="26625"/>
                </a:cubicBezTo>
                <a:cubicBezTo>
                  <a:pt x="1736365" y="26625"/>
                  <a:pt x="1744230" y="29777"/>
                  <a:pt x="1750337" y="36082"/>
                </a:cubicBezTo>
                <a:cubicBezTo>
                  <a:pt x="1756444" y="42387"/>
                  <a:pt x="1759497" y="51097"/>
                  <a:pt x="1759497" y="62213"/>
                </a:cubicBezTo>
                <a:cubicBezTo>
                  <a:pt x="1759497" y="71219"/>
                  <a:pt x="1758146" y="78304"/>
                  <a:pt x="1755444" y="83466"/>
                </a:cubicBezTo>
                <a:cubicBezTo>
                  <a:pt x="1752742" y="88629"/>
                  <a:pt x="1748810" y="92638"/>
                  <a:pt x="1743648" y="95494"/>
                </a:cubicBezTo>
                <a:cubicBezTo>
                  <a:pt x="1738485" y="98350"/>
                  <a:pt x="1732851" y="99778"/>
                  <a:pt x="1726744" y="99778"/>
                </a:cubicBezTo>
                <a:cubicBezTo>
                  <a:pt x="1716946" y="99778"/>
                  <a:pt x="1709027" y="96636"/>
                  <a:pt x="1702985" y="90353"/>
                </a:cubicBezTo>
                <a:cubicBezTo>
                  <a:pt x="1696944" y="84071"/>
                  <a:pt x="1693924" y="75020"/>
                  <a:pt x="1693924" y="63201"/>
                </a:cubicBezTo>
                <a:moveTo>
                  <a:pt x="1706116" y="63168"/>
                </a:moveTo>
                <a:cubicBezTo>
                  <a:pt x="1706116" y="72098"/>
                  <a:pt x="1708071" y="78785"/>
                  <a:pt x="1711981" y="83228"/>
                </a:cubicBezTo>
                <a:cubicBezTo>
                  <a:pt x="1715891" y="87671"/>
                  <a:pt x="1720812" y="89892"/>
                  <a:pt x="1726744" y="89892"/>
                </a:cubicBezTo>
                <a:cubicBezTo>
                  <a:pt x="1732631" y="89892"/>
                  <a:pt x="1737530" y="87660"/>
                  <a:pt x="1741440" y="83195"/>
                </a:cubicBezTo>
                <a:cubicBezTo>
                  <a:pt x="1745350" y="78730"/>
                  <a:pt x="1747305" y="71923"/>
                  <a:pt x="1747305" y="62775"/>
                </a:cubicBezTo>
                <a:cubicBezTo>
                  <a:pt x="1747305" y="54151"/>
                  <a:pt x="1745339" y="47618"/>
                  <a:pt x="1741407" y="43175"/>
                </a:cubicBezTo>
                <a:cubicBezTo>
                  <a:pt x="1737475" y="38732"/>
                  <a:pt x="1732587" y="36510"/>
                  <a:pt x="1726744" y="36510"/>
                </a:cubicBezTo>
                <a:cubicBezTo>
                  <a:pt x="1720812" y="36510"/>
                  <a:pt x="1715891" y="38721"/>
                  <a:pt x="1711981" y="43142"/>
                </a:cubicBezTo>
                <a:cubicBezTo>
                  <a:pt x="1708071" y="47563"/>
                  <a:pt x="1706116" y="54238"/>
                  <a:pt x="1706116" y="63168"/>
                </a:cubicBezTo>
                <a:close/>
                <a:moveTo>
                  <a:pt x="1819251" y="98196"/>
                </a:moveTo>
                <a:lnTo>
                  <a:pt x="1819251" y="87915"/>
                </a:lnTo>
                <a:cubicBezTo>
                  <a:pt x="1813803" y="95823"/>
                  <a:pt x="1806400" y="99778"/>
                  <a:pt x="1797042" y="99778"/>
                </a:cubicBezTo>
                <a:cubicBezTo>
                  <a:pt x="1792912" y="99778"/>
                  <a:pt x="1789056" y="98987"/>
                  <a:pt x="1785476" y="97405"/>
                </a:cubicBezTo>
                <a:cubicBezTo>
                  <a:pt x="1781895" y="95823"/>
                  <a:pt x="1779237" y="93835"/>
                  <a:pt x="1777501" y="91441"/>
                </a:cubicBezTo>
                <a:cubicBezTo>
                  <a:pt x="1775766" y="89046"/>
                  <a:pt x="1774547" y="86114"/>
                  <a:pt x="1773844" y="82643"/>
                </a:cubicBezTo>
                <a:cubicBezTo>
                  <a:pt x="1773360" y="80314"/>
                  <a:pt x="1773119" y="76624"/>
                  <a:pt x="1773119" y="71571"/>
                </a:cubicBezTo>
                <a:lnTo>
                  <a:pt x="1773119" y="28207"/>
                </a:lnTo>
                <a:lnTo>
                  <a:pt x="1784981" y="28207"/>
                </a:lnTo>
                <a:lnTo>
                  <a:pt x="1784981" y="67024"/>
                </a:lnTo>
                <a:cubicBezTo>
                  <a:pt x="1784981" y="73219"/>
                  <a:pt x="1785223" y="77392"/>
                  <a:pt x="1785706" y="79545"/>
                </a:cubicBezTo>
                <a:cubicBezTo>
                  <a:pt x="1786453" y="82665"/>
                  <a:pt x="1788035" y="85114"/>
                  <a:pt x="1790451" y="86893"/>
                </a:cubicBezTo>
                <a:cubicBezTo>
                  <a:pt x="1792868" y="88673"/>
                  <a:pt x="1795855" y="89563"/>
                  <a:pt x="1799414" y="89563"/>
                </a:cubicBezTo>
                <a:cubicBezTo>
                  <a:pt x="1802973" y="89563"/>
                  <a:pt x="1806312" y="88651"/>
                  <a:pt x="1809431" y="86828"/>
                </a:cubicBezTo>
                <a:cubicBezTo>
                  <a:pt x="1812551" y="85004"/>
                  <a:pt x="1814759" y="82522"/>
                  <a:pt x="1816055" y="79380"/>
                </a:cubicBezTo>
                <a:cubicBezTo>
                  <a:pt x="1817351" y="76239"/>
                  <a:pt x="1817999" y="71681"/>
                  <a:pt x="1817999" y="65706"/>
                </a:cubicBezTo>
                <a:lnTo>
                  <a:pt x="1817999" y="28207"/>
                </a:lnTo>
                <a:lnTo>
                  <a:pt x="1829861" y="28207"/>
                </a:lnTo>
                <a:lnTo>
                  <a:pt x="1829861" y="98196"/>
                </a:lnTo>
                <a:lnTo>
                  <a:pt x="1819251" y="98196"/>
                </a:lnTo>
                <a:close/>
                <a:moveTo>
                  <a:pt x="1888781" y="98196"/>
                </a:moveTo>
                <a:lnTo>
                  <a:pt x="1888781" y="37433"/>
                </a:lnTo>
                <a:lnTo>
                  <a:pt x="1878302" y="37433"/>
                </a:lnTo>
                <a:lnTo>
                  <a:pt x="1878302" y="28207"/>
                </a:lnTo>
                <a:lnTo>
                  <a:pt x="1888781" y="28207"/>
                </a:lnTo>
                <a:lnTo>
                  <a:pt x="1888781" y="20776"/>
                </a:lnTo>
                <a:cubicBezTo>
                  <a:pt x="1888781" y="16086"/>
                  <a:pt x="1889198" y="12601"/>
                  <a:pt x="1890033" y="10322"/>
                </a:cubicBezTo>
                <a:cubicBezTo>
                  <a:pt x="1891176" y="7255"/>
                  <a:pt x="1893186" y="4768"/>
                  <a:pt x="1896063" y="2861"/>
                </a:cubicBezTo>
                <a:cubicBezTo>
                  <a:pt x="1898941" y="954"/>
                  <a:pt x="1902972" y="0"/>
                  <a:pt x="1908157" y="0"/>
                </a:cubicBezTo>
                <a:cubicBezTo>
                  <a:pt x="1911496" y="0"/>
                  <a:pt x="1915186" y="395"/>
                  <a:pt x="1919228" y="1186"/>
                </a:cubicBezTo>
                <a:lnTo>
                  <a:pt x="1917449" y="11533"/>
                </a:lnTo>
                <a:cubicBezTo>
                  <a:pt x="1914989" y="11094"/>
                  <a:pt x="1912660" y="10874"/>
                  <a:pt x="1910463" y="10874"/>
                </a:cubicBezTo>
                <a:cubicBezTo>
                  <a:pt x="1906861" y="10874"/>
                  <a:pt x="1904312" y="11640"/>
                  <a:pt x="1902819" y="13172"/>
                </a:cubicBezTo>
                <a:cubicBezTo>
                  <a:pt x="1901325" y="14705"/>
                  <a:pt x="1900578" y="17571"/>
                  <a:pt x="1900578" y="21773"/>
                </a:cubicBezTo>
                <a:lnTo>
                  <a:pt x="1900578" y="28207"/>
                </a:lnTo>
                <a:lnTo>
                  <a:pt x="1914220" y="28207"/>
                </a:lnTo>
                <a:lnTo>
                  <a:pt x="1914220" y="37433"/>
                </a:lnTo>
                <a:lnTo>
                  <a:pt x="1900578" y="37433"/>
                </a:lnTo>
                <a:lnTo>
                  <a:pt x="1900578" y="98196"/>
                </a:lnTo>
                <a:lnTo>
                  <a:pt x="1888781" y="98196"/>
                </a:lnTo>
                <a:close/>
                <a:moveTo>
                  <a:pt x="1919053" y="63201"/>
                </a:moveTo>
                <a:cubicBezTo>
                  <a:pt x="1919053" y="50240"/>
                  <a:pt x="1922656" y="40640"/>
                  <a:pt x="1929861" y="34402"/>
                </a:cubicBezTo>
                <a:cubicBezTo>
                  <a:pt x="1935881" y="29217"/>
                  <a:pt x="1943218" y="26625"/>
                  <a:pt x="1951873" y="26625"/>
                </a:cubicBezTo>
                <a:cubicBezTo>
                  <a:pt x="1961495" y="26625"/>
                  <a:pt x="1969359" y="29777"/>
                  <a:pt x="1975466" y="36082"/>
                </a:cubicBezTo>
                <a:cubicBezTo>
                  <a:pt x="1981574" y="42387"/>
                  <a:pt x="1984627" y="51097"/>
                  <a:pt x="1984627" y="62213"/>
                </a:cubicBezTo>
                <a:cubicBezTo>
                  <a:pt x="1984627" y="71219"/>
                  <a:pt x="1983276" y="78304"/>
                  <a:pt x="1980574" y="83466"/>
                </a:cubicBezTo>
                <a:cubicBezTo>
                  <a:pt x="1977872" y="88629"/>
                  <a:pt x="1973940" y="92638"/>
                  <a:pt x="1968777" y="95494"/>
                </a:cubicBezTo>
                <a:cubicBezTo>
                  <a:pt x="1963615" y="98350"/>
                  <a:pt x="1957980" y="99778"/>
                  <a:pt x="1951873" y="99778"/>
                </a:cubicBezTo>
                <a:cubicBezTo>
                  <a:pt x="1942076" y="99778"/>
                  <a:pt x="1934156" y="96636"/>
                  <a:pt x="1928115" y="90353"/>
                </a:cubicBezTo>
                <a:cubicBezTo>
                  <a:pt x="1922074" y="84071"/>
                  <a:pt x="1919053" y="75020"/>
                  <a:pt x="1919053" y="63201"/>
                </a:cubicBezTo>
                <a:moveTo>
                  <a:pt x="1931245" y="63168"/>
                </a:moveTo>
                <a:cubicBezTo>
                  <a:pt x="1931245" y="72098"/>
                  <a:pt x="1933201" y="78785"/>
                  <a:pt x="1937111" y="83228"/>
                </a:cubicBezTo>
                <a:cubicBezTo>
                  <a:pt x="1941021" y="87671"/>
                  <a:pt x="1945942" y="89892"/>
                  <a:pt x="1951873" y="89892"/>
                </a:cubicBezTo>
                <a:cubicBezTo>
                  <a:pt x="1957760" y="89892"/>
                  <a:pt x="1962659" y="87660"/>
                  <a:pt x="1966570" y="83195"/>
                </a:cubicBezTo>
                <a:cubicBezTo>
                  <a:pt x="1970480" y="78730"/>
                  <a:pt x="1972435" y="71923"/>
                  <a:pt x="1972435" y="62775"/>
                </a:cubicBezTo>
                <a:cubicBezTo>
                  <a:pt x="1972435" y="54151"/>
                  <a:pt x="1970469" y="47618"/>
                  <a:pt x="1966537" y="43175"/>
                </a:cubicBezTo>
                <a:cubicBezTo>
                  <a:pt x="1962604" y="38732"/>
                  <a:pt x="1957717" y="36510"/>
                  <a:pt x="1951873" y="36510"/>
                </a:cubicBezTo>
                <a:cubicBezTo>
                  <a:pt x="1945942" y="36510"/>
                  <a:pt x="1941021" y="38721"/>
                  <a:pt x="1937111" y="43142"/>
                </a:cubicBezTo>
                <a:cubicBezTo>
                  <a:pt x="1933201" y="47563"/>
                  <a:pt x="1931245" y="54238"/>
                  <a:pt x="1931245" y="63168"/>
                </a:cubicBezTo>
                <a:close/>
                <a:moveTo>
                  <a:pt x="1998380" y="98196"/>
                </a:moveTo>
                <a:lnTo>
                  <a:pt x="1998380" y="28207"/>
                </a:lnTo>
                <a:lnTo>
                  <a:pt x="2009057" y="28207"/>
                </a:lnTo>
                <a:lnTo>
                  <a:pt x="2009057" y="38751"/>
                </a:lnTo>
                <a:cubicBezTo>
                  <a:pt x="2011781" y="33814"/>
                  <a:pt x="2014296" y="30559"/>
                  <a:pt x="2016603" y="28985"/>
                </a:cubicBezTo>
                <a:cubicBezTo>
                  <a:pt x="2018909" y="27412"/>
                  <a:pt x="2021447" y="26625"/>
                  <a:pt x="2024214" y="26625"/>
                </a:cubicBezTo>
                <a:cubicBezTo>
                  <a:pt x="2028213" y="26625"/>
                  <a:pt x="2032277" y="27894"/>
                  <a:pt x="2036407" y="30431"/>
                </a:cubicBezTo>
                <a:lnTo>
                  <a:pt x="2032321" y="41387"/>
                </a:lnTo>
                <a:cubicBezTo>
                  <a:pt x="2029421" y="39674"/>
                  <a:pt x="2026521" y="38817"/>
                  <a:pt x="2023621" y="38817"/>
                </a:cubicBezTo>
                <a:cubicBezTo>
                  <a:pt x="2021029" y="38817"/>
                  <a:pt x="2018701" y="39598"/>
                  <a:pt x="2016636" y="41161"/>
                </a:cubicBezTo>
                <a:cubicBezTo>
                  <a:pt x="2014571" y="42722"/>
                  <a:pt x="2013099" y="44888"/>
                  <a:pt x="2012220" y="47658"/>
                </a:cubicBezTo>
                <a:cubicBezTo>
                  <a:pt x="2010902" y="51880"/>
                  <a:pt x="2010243" y="56498"/>
                  <a:pt x="2010243" y="61512"/>
                </a:cubicBezTo>
                <a:lnTo>
                  <a:pt x="2010243" y="98196"/>
                </a:lnTo>
                <a:lnTo>
                  <a:pt x="1998380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aFacebookpostaboutvaccines,itmay">
            <a:extLst xmlns:a="http://schemas.openxmlformats.org/drawingml/2006/main">
              <a:ext uri="{FF2B5EF4-FFF2-40B4-BE49-F238E27FC236}">
                <a16:creationId xmlns:a16="http://schemas.microsoft.com/office/drawing/2014/main" id="{FF43903E-8704-4C3B-8852-861FD92A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1" y="2170027"/>
            <a:ext cx="2364547" cy="125084"/>
          </a:xfrm>
          <a:custGeom xmlns:a="http://schemas.openxmlformats.org/drawingml/2006/main">
            <a:pathLst>
              <a:path w="2364547" h="125084">
                <a:moveTo>
                  <a:pt x="49691" y="87973"/>
                </a:moveTo>
                <a:cubicBezTo>
                  <a:pt x="45298" y="91710"/>
                  <a:pt x="41069" y="94348"/>
                  <a:pt x="37005" y="95887"/>
                </a:cubicBezTo>
                <a:cubicBezTo>
                  <a:pt x="32941" y="97426"/>
                  <a:pt x="28580" y="98196"/>
                  <a:pt x="23923" y="98196"/>
                </a:cubicBezTo>
                <a:cubicBezTo>
                  <a:pt x="16234" y="98196"/>
                  <a:pt x="10325" y="96316"/>
                  <a:pt x="6195" y="92557"/>
                </a:cubicBezTo>
                <a:cubicBezTo>
                  <a:pt x="2065" y="88798"/>
                  <a:pt x="0" y="83994"/>
                  <a:pt x="0" y="78147"/>
                </a:cubicBezTo>
                <a:cubicBezTo>
                  <a:pt x="0" y="74719"/>
                  <a:pt x="780" y="71587"/>
                  <a:pt x="2340" y="68752"/>
                </a:cubicBezTo>
                <a:cubicBezTo>
                  <a:pt x="3899" y="65915"/>
                  <a:pt x="5942" y="63639"/>
                  <a:pt x="8469" y="61924"/>
                </a:cubicBezTo>
                <a:cubicBezTo>
                  <a:pt x="10995" y="60209"/>
                  <a:pt x="13840" y="58913"/>
                  <a:pt x="17003" y="58034"/>
                </a:cubicBezTo>
                <a:cubicBezTo>
                  <a:pt x="19332" y="57418"/>
                  <a:pt x="22846" y="56824"/>
                  <a:pt x="27548" y="56253"/>
                </a:cubicBezTo>
                <a:cubicBezTo>
                  <a:pt x="37125" y="55118"/>
                  <a:pt x="44177" y="53766"/>
                  <a:pt x="48703" y="52195"/>
                </a:cubicBezTo>
                <a:cubicBezTo>
                  <a:pt x="48746" y="50577"/>
                  <a:pt x="48768" y="49548"/>
                  <a:pt x="48768" y="49110"/>
                </a:cubicBezTo>
                <a:cubicBezTo>
                  <a:pt x="48768" y="44295"/>
                  <a:pt x="47648" y="40903"/>
                  <a:pt x="45407" y="38934"/>
                </a:cubicBezTo>
                <a:cubicBezTo>
                  <a:pt x="42376" y="36264"/>
                  <a:pt x="37872" y="34929"/>
                  <a:pt x="31897" y="34929"/>
                </a:cubicBezTo>
                <a:cubicBezTo>
                  <a:pt x="26317" y="34929"/>
                  <a:pt x="22198" y="35906"/>
                  <a:pt x="19540" y="37861"/>
                </a:cubicBezTo>
                <a:cubicBezTo>
                  <a:pt x="16882" y="39817"/>
                  <a:pt x="14916" y="43276"/>
                  <a:pt x="13642" y="48241"/>
                </a:cubicBezTo>
                <a:lnTo>
                  <a:pt x="2043" y="46660"/>
                </a:lnTo>
                <a:cubicBezTo>
                  <a:pt x="3097" y="41680"/>
                  <a:pt x="4833" y="37658"/>
                  <a:pt x="7249" y="34595"/>
                </a:cubicBezTo>
                <a:cubicBezTo>
                  <a:pt x="9666" y="31532"/>
                  <a:pt x="13159" y="29175"/>
                  <a:pt x="17728" y="27523"/>
                </a:cubicBezTo>
                <a:cubicBezTo>
                  <a:pt x="22297" y="25870"/>
                  <a:pt x="27591" y="25043"/>
                  <a:pt x="33611" y="25043"/>
                </a:cubicBezTo>
                <a:cubicBezTo>
                  <a:pt x="39586" y="25043"/>
                  <a:pt x="44441" y="25746"/>
                  <a:pt x="48175" y="27152"/>
                </a:cubicBezTo>
                <a:cubicBezTo>
                  <a:pt x="51910" y="28558"/>
                  <a:pt x="54656" y="30326"/>
                  <a:pt x="56413" y="32457"/>
                </a:cubicBezTo>
                <a:cubicBezTo>
                  <a:pt x="58171" y="34588"/>
                  <a:pt x="59401" y="37279"/>
                  <a:pt x="60104" y="40531"/>
                </a:cubicBezTo>
                <a:cubicBezTo>
                  <a:pt x="60499" y="42552"/>
                  <a:pt x="60697" y="46198"/>
                  <a:pt x="60697" y="51470"/>
                </a:cubicBezTo>
                <a:lnTo>
                  <a:pt x="60697" y="67287"/>
                </a:lnTo>
                <a:cubicBezTo>
                  <a:pt x="60697" y="78315"/>
                  <a:pt x="60950" y="85290"/>
                  <a:pt x="61455" y="88212"/>
                </a:cubicBezTo>
                <a:cubicBezTo>
                  <a:pt x="61960" y="91133"/>
                  <a:pt x="62960" y="93934"/>
                  <a:pt x="64453" y="96614"/>
                </a:cubicBezTo>
                <a:lnTo>
                  <a:pt x="52064" y="96614"/>
                </a:lnTo>
                <a:cubicBezTo>
                  <a:pt x="50833" y="94151"/>
                  <a:pt x="50043" y="91271"/>
                  <a:pt x="49691" y="87973"/>
                </a:cubicBezTo>
                <a:moveTo>
                  <a:pt x="48703" y="61422"/>
                </a:moveTo>
                <a:cubicBezTo>
                  <a:pt x="44397" y="63194"/>
                  <a:pt x="37938" y="64701"/>
                  <a:pt x="29327" y="65940"/>
                </a:cubicBezTo>
                <a:cubicBezTo>
                  <a:pt x="24450" y="66646"/>
                  <a:pt x="21001" y="67440"/>
                  <a:pt x="18980" y="68323"/>
                </a:cubicBezTo>
                <a:cubicBezTo>
                  <a:pt x="16959" y="69205"/>
                  <a:pt x="15399" y="70495"/>
                  <a:pt x="14301" y="72195"/>
                </a:cubicBezTo>
                <a:cubicBezTo>
                  <a:pt x="13203" y="73893"/>
                  <a:pt x="12653" y="75779"/>
                  <a:pt x="12653" y="77852"/>
                </a:cubicBezTo>
                <a:cubicBezTo>
                  <a:pt x="12653" y="81028"/>
                  <a:pt x="13851" y="83675"/>
                  <a:pt x="16245" y="85794"/>
                </a:cubicBezTo>
                <a:cubicBezTo>
                  <a:pt x="18640" y="87911"/>
                  <a:pt x="22143" y="88969"/>
                  <a:pt x="26757" y="88969"/>
                </a:cubicBezTo>
                <a:cubicBezTo>
                  <a:pt x="31326" y="88969"/>
                  <a:pt x="35390" y="87965"/>
                  <a:pt x="38949" y="85956"/>
                </a:cubicBezTo>
                <a:cubicBezTo>
                  <a:pt x="42508" y="83948"/>
                  <a:pt x="45122" y="81200"/>
                  <a:pt x="46791" y="77712"/>
                </a:cubicBezTo>
                <a:cubicBezTo>
                  <a:pt x="48065" y="75018"/>
                  <a:pt x="48703" y="71045"/>
                  <a:pt x="48703" y="65792"/>
                </a:cubicBezTo>
                <a:lnTo>
                  <a:pt x="48703" y="61422"/>
                </a:lnTo>
                <a:close/>
                <a:moveTo>
                  <a:pt x="118760" y="96614"/>
                </a:moveTo>
                <a:lnTo>
                  <a:pt x="118760" y="0"/>
                </a:lnTo>
                <a:lnTo>
                  <a:pt x="183938" y="0"/>
                </a:lnTo>
                <a:lnTo>
                  <a:pt x="183938" y="11401"/>
                </a:lnTo>
                <a:lnTo>
                  <a:pt x="131545" y="11401"/>
                </a:lnTo>
                <a:lnTo>
                  <a:pt x="131545" y="41255"/>
                </a:lnTo>
                <a:lnTo>
                  <a:pt x="176886" y="41255"/>
                </a:lnTo>
                <a:lnTo>
                  <a:pt x="176886" y="52657"/>
                </a:lnTo>
                <a:lnTo>
                  <a:pt x="131545" y="52657"/>
                </a:lnTo>
                <a:lnTo>
                  <a:pt x="131545" y="96614"/>
                </a:lnTo>
                <a:lnTo>
                  <a:pt x="118760" y="96614"/>
                </a:lnTo>
                <a:close/>
                <a:moveTo>
                  <a:pt x="244723" y="87973"/>
                </a:moveTo>
                <a:cubicBezTo>
                  <a:pt x="240329" y="91710"/>
                  <a:pt x="236100" y="94348"/>
                  <a:pt x="232036" y="95887"/>
                </a:cubicBezTo>
                <a:cubicBezTo>
                  <a:pt x="227972" y="97426"/>
                  <a:pt x="223612" y="98196"/>
                  <a:pt x="218954" y="98196"/>
                </a:cubicBezTo>
                <a:cubicBezTo>
                  <a:pt x="211266" y="98196"/>
                  <a:pt x="205356" y="96316"/>
                  <a:pt x="201226" y="92557"/>
                </a:cubicBezTo>
                <a:cubicBezTo>
                  <a:pt x="197096" y="88798"/>
                  <a:pt x="195031" y="83994"/>
                  <a:pt x="195031" y="78147"/>
                </a:cubicBezTo>
                <a:cubicBezTo>
                  <a:pt x="195031" y="74719"/>
                  <a:pt x="195811" y="71587"/>
                  <a:pt x="197371" y="68752"/>
                </a:cubicBezTo>
                <a:cubicBezTo>
                  <a:pt x="198931" y="65915"/>
                  <a:pt x="200974" y="63639"/>
                  <a:pt x="203500" y="61924"/>
                </a:cubicBezTo>
                <a:cubicBezTo>
                  <a:pt x="206026" y="60209"/>
                  <a:pt x="208871" y="58913"/>
                  <a:pt x="212035" y="58034"/>
                </a:cubicBezTo>
                <a:cubicBezTo>
                  <a:pt x="214363" y="57418"/>
                  <a:pt x="217878" y="56824"/>
                  <a:pt x="222579" y="56253"/>
                </a:cubicBezTo>
                <a:cubicBezTo>
                  <a:pt x="232157" y="55118"/>
                  <a:pt x="239209" y="53766"/>
                  <a:pt x="243734" y="52195"/>
                </a:cubicBezTo>
                <a:cubicBezTo>
                  <a:pt x="243778" y="50577"/>
                  <a:pt x="243800" y="49548"/>
                  <a:pt x="243800" y="49110"/>
                </a:cubicBezTo>
                <a:cubicBezTo>
                  <a:pt x="243800" y="44295"/>
                  <a:pt x="242680" y="40903"/>
                  <a:pt x="240439" y="38934"/>
                </a:cubicBezTo>
                <a:cubicBezTo>
                  <a:pt x="237407" y="36264"/>
                  <a:pt x="232904" y="34929"/>
                  <a:pt x="226929" y="34929"/>
                </a:cubicBezTo>
                <a:cubicBezTo>
                  <a:pt x="221349" y="34929"/>
                  <a:pt x="217230" y="35906"/>
                  <a:pt x="214572" y="37861"/>
                </a:cubicBezTo>
                <a:cubicBezTo>
                  <a:pt x="211914" y="39817"/>
                  <a:pt x="209948" y="43276"/>
                  <a:pt x="208673" y="48241"/>
                </a:cubicBezTo>
                <a:lnTo>
                  <a:pt x="197074" y="46660"/>
                </a:lnTo>
                <a:cubicBezTo>
                  <a:pt x="198129" y="41680"/>
                  <a:pt x="199864" y="37658"/>
                  <a:pt x="202281" y="34595"/>
                </a:cubicBezTo>
                <a:cubicBezTo>
                  <a:pt x="204697" y="31532"/>
                  <a:pt x="208190" y="29175"/>
                  <a:pt x="212759" y="27523"/>
                </a:cubicBezTo>
                <a:cubicBezTo>
                  <a:pt x="217329" y="25870"/>
                  <a:pt x="222623" y="25043"/>
                  <a:pt x="228642" y="25043"/>
                </a:cubicBezTo>
                <a:cubicBezTo>
                  <a:pt x="234617" y="25043"/>
                  <a:pt x="239472" y="25746"/>
                  <a:pt x="243207" y="27152"/>
                </a:cubicBezTo>
                <a:cubicBezTo>
                  <a:pt x="246941" y="28558"/>
                  <a:pt x="249687" y="30326"/>
                  <a:pt x="251445" y="32457"/>
                </a:cubicBezTo>
                <a:cubicBezTo>
                  <a:pt x="253202" y="34588"/>
                  <a:pt x="254432" y="37279"/>
                  <a:pt x="255135" y="40531"/>
                </a:cubicBezTo>
                <a:cubicBezTo>
                  <a:pt x="255531" y="42552"/>
                  <a:pt x="255728" y="46198"/>
                  <a:pt x="255728" y="51470"/>
                </a:cubicBezTo>
                <a:lnTo>
                  <a:pt x="255728" y="67287"/>
                </a:lnTo>
                <a:cubicBezTo>
                  <a:pt x="255728" y="78315"/>
                  <a:pt x="255981" y="85290"/>
                  <a:pt x="256486" y="88212"/>
                </a:cubicBezTo>
                <a:cubicBezTo>
                  <a:pt x="256992" y="91133"/>
                  <a:pt x="257991" y="93934"/>
                  <a:pt x="259485" y="96614"/>
                </a:cubicBezTo>
                <a:lnTo>
                  <a:pt x="247095" y="96614"/>
                </a:lnTo>
                <a:cubicBezTo>
                  <a:pt x="245865" y="94151"/>
                  <a:pt x="245074" y="91271"/>
                  <a:pt x="244723" y="87973"/>
                </a:cubicBezTo>
                <a:moveTo>
                  <a:pt x="243734" y="61422"/>
                </a:moveTo>
                <a:cubicBezTo>
                  <a:pt x="239428" y="63194"/>
                  <a:pt x="232970" y="64701"/>
                  <a:pt x="224358" y="65940"/>
                </a:cubicBezTo>
                <a:cubicBezTo>
                  <a:pt x="219482" y="66646"/>
                  <a:pt x="216033" y="67440"/>
                  <a:pt x="214012" y="68323"/>
                </a:cubicBezTo>
                <a:cubicBezTo>
                  <a:pt x="211991" y="69205"/>
                  <a:pt x="210431" y="70495"/>
                  <a:pt x="209332" y="72195"/>
                </a:cubicBezTo>
                <a:cubicBezTo>
                  <a:pt x="208234" y="73893"/>
                  <a:pt x="207685" y="75779"/>
                  <a:pt x="207685" y="77852"/>
                </a:cubicBezTo>
                <a:cubicBezTo>
                  <a:pt x="207685" y="81028"/>
                  <a:pt x="208882" y="83675"/>
                  <a:pt x="211277" y="85794"/>
                </a:cubicBezTo>
                <a:cubicBezTo>
                  <a:pt x="213671" y="87911"/>
                  <a:pt x="217175" y="88969"/>
                  <a:pt x="221788" y="88969"/>
                </a:cubicBezTo>
                <a:cubicBezTo>
                  <a:pt x="226357" y="88969"/>
                  <a:pt x="230422" y="87965"/>
                  <a:pt x="233980" y="85956"/>
                </a:cubicBezTo>
                <a:cubicBezTo>
                  <a:pt x="237539" y="83948"/>
                  <a:pt x="240153" y="81200"/>
                  <a:pt x="241823" y="77712"/>
                </a:cubicBezTo>
                <a:cubicBezTo>
                  <a:pt x="243097" y="75018"/>
                  <a:pt x="243734" y="71045"/>
                  <a:pt x="243734" y="65792"/>
                </a:cubicBezTo>
                <a:lnTo>
                  <a:pt x="243734" y="61422"/>
                </a:lnTo>
                <a:close/>
                <a:moveTo>
                  <a:pt x="319766" y="70912"/>
                </a:moveTo>
                <a:lnTo>
                  <a:pt x="331431" y="72428"/>
                </a:lnTo>
                <a:cubicBezTo>
                  <a:pt x="330157" y="80488"/>
                  <a:pt x="326894" y="86799"/>
                  <a:pt x="321644" y="91358"/>
                </a:cubicBezTo>
                <a:cubicBezTo>
                  <a:pt x="316394" y="95917"/>
                  <a:pt x="309946" y="98196"/>
                  <a:pt x="302301" y="98196"/>
                </a:cubicBezTo>
                <a:cubicBezTo>
                  <a:pt x="292724" y="98196"/>
                  <a:pt x="285024" y="95065"/>
                  <a:pt x="279202" y="88805"/>
                </a:cubicBezTo>
                <a:cubicBezTo>
                  <a:pt x="273381" y="82544"/>
                  <a:pt x="270470" y="73570"/>
                  <a:pt x="270470" y="61883"/>
                </a:cubicBezTo>
                <a:cubicBezTo>
                  <a:pt x="270470" y="54326"/>
                  <a:pt x="271722" y="47714"/>
                  <a:pt x="274227" y="42046"/>
                </a:cubicBezTo>
                <a:cubicBezTo>
                  <a:pt x="276731" y="36379"/>
                  <a:pt x="280542" y="32128"/>
                  <a:pt x="285661" y="29294"/>
                </a:cubicBezTo>
                <a:cubicBezTo>
                  <a:pt x="290779" y="26460"/>
                  <a:pt x="296348" y="25043"/>
                  <a:pt x="302367" y="25043"/>
                </a:cubicBezTo>
                <a:cubicBezTo>
                  <a:pt x="309968" y="25043"/>
                  <a:pt x="316185" y="26972"/>
                  <a:pt x="321018" y="30828"/>
                </a:cubicBezTo>
                <a:cubicBezTo>
                  <a:pt x="325851" y="34684"/>
                  <a:pt x="328948" y="40158"/>
                  <a:pt x="330310" y="47253"/>
                </a:cubicBezTo>
                <a:lnTo>
                  <a:pt x="318777" y="49032"/>
                </a:lnTo>
                <a:cubicBezTo>
                  <a:pt x="317679" y="44353"/>
                  <a:pt x="315735" y="40833"/>
                  <a:pt x="312945" y="38471"/>
                </a:cubicBezTo>
                <a:cubicBezTo>
                  <a:pt x="310155" y="36109"/>
                  <a:pt x="306783" y="34929"/>
                  <a:pt x="302829" y="34929"/>
                </a:cubicBezTo>
                <a:cubicBezTo>
                  <a:pt x="296853" y="34929"/>
                  <a:pt x="291999" y="37060"/>
                  <a:pt x="288264" y="41323"/>
                </a:cubicBezTo>
                <a:cubicBezTo>
                  <a:pt x="284530" y="45585"/>
                  <a:pt x="282662" y="52329"/>
                  <a:pt x="282662" y="61554"/>
                </a:cubicBezTo>
                <a:cubicBezTo>
                  <a:pt x="282662" y="70911"/>
                  <a:pt x="284464" y="77710"/>
                  <a:pt x="288066" y="81951"/>
                </a:cubicBezTo>
                <a:cubicBezTo>
                  <a:pt x="291669" y="86190"/>
                  <a:pt x="296370" y="88310"/>
                  <a:pt x="302170" y="88310"/>
                </a:cubicBezTo>
                <a:cubicBezTo>
                  <a:pt x="306827" y="88310"/>
                  <a:pt x="310715" y="86888"/>
                  <a:pt x="313835" y="84043"/>
                </a:cubicBezTo>
                <a:cubicBezTo>
                  <a:pt x="316954" y="81198"/>
                  <a:pt x="318931" y="76821"/>
                  <a:pt x="319766" y="70912"/>
                </a:cubicBezTo>
                <a:close/>
                <a:moveTo>
                  <a:pt x="389491" y="74075"/>
                </a:moveTo>
                <a:lnTo>
                  <a:pt x="401749" y="75591"/>
                </a:lnTo>
                <a:cubicBezTo>
                  <a:pt x="399816" y="82753"/>
                  <a:pt x="396235" y="88310"/>
                  <a:pt x="391007" y="92265"/>
                </a:cubicBezTo>
                <a:cubicBezTo>
                  <a:pt x="385779" y="96219"/>
                  <a:pt x="379101" y="98196"/>
                  <a:pt x="370973" y="98196"/>
                </a:cubicBezTo>
                <a:cubicBezTo>
                  <a:pt x="360736" y="98196"/>
                  <a:pt x="352619" y="95043"/>
                  <a:pt x="346621" y="88739"/>
                </a:cubicBezTo>
                <a:cubicBezTo>
                  <a:pt x="340624" y="82434"/>
                  <a:pt x="337626" y="73592"/>
                  <a:pt x="337626" y="62213"/>
                </a:cubicBezTo>
                <a:cubicBezTo>
                  <a:pt x="337626" y="50438"/>
                  <a:pt x="340657" y="41299"/>
                  <a:pt x="346720" y="34797"/>
                </a:cubicBezTo>
                <a:cubicBezTo>
                  <a:pt x="352783" y="28294"/>
                  <a:pt x="360648" y="25043"/>
                  <a:pt x="370314" y="25043"/>
                </a:cubicBezTo>
                <a:cubicBezTo>
                  <a:pt x="379672" y="25043"/>
                  <a:pt x="387317" y="28224"/>
                  <a:pt x="393248" y="34585"/>
                </a:cubicBezTo>
                <a:cubicBezTo>
                  <a:pt x="399179" y="40944"/>
                  <a:pt x="402145" y="49892"/>
                  <a:pt x="402145" y="61428"/>
                </a:cubicBezTo>
                <a:cubicBezTo>
                  <a:pt x="402145" y="62130"/>
                  <a:pt x="402123" y="63182"/>
                  <a:pt x="402079" y="64585"/>
                </a:cubicBezTo>
                <a:lnTo>
                  <a:pt x="349884" y="64585"/>
                </a:lnTo>
                <a:cubicBezTo>
                  <a:pt x="350323" y="72252"/>
                  <a:pt x="352498" y="78123"/>
                  <a:pt x="356408" y="82198"/>
                </a:cubicBezTo>
                <a:cubicBezTo>
                  <a:pt x="360318" y="86273"/>
                  <a:pt x="365195" y="88310"/>
                  <a:pt x="371038" y="88310"/>
                </a:cubicBezTo>
                <a:cubicBezTo>
                  <a:pt x="375388" y="88310"/>
                  <a:pt x="379101" y="87179"/>
                  <a:pt x="382176" y="84916"/>
                </a:cubicBezTo>
                <a:cubicBezTo>
                  <a:pt x="385252" y="82652"/>
                  <a:pt x="387690" y="79039"/>
                  <a:pt x="389491" y="74075"/>
                </a:cubicBezTo>
                <a:moveTo>
                  <a:pt x="350543" y="54700"/>
                </a:moveTo>
                <a:lnTo>
                  <a:pt x="389623" y="54700"/>
                </a:lnTo>
                <a:cubicBezTo>
                  <a:pt x="389096" y="48908"/>
                  <a:pt x="387602" y="44565"/>
                  <a:pt x="385142" y="41669"/>
                </a:cubicBezTo>
                <a:cubicBezTo>
                  <a:pt x="381363" y="37176"/>
                  <a:pt x="376465" y="34929"/>
                  <a:pt x="370445" y="34929"/>
                </a:cubicBezTo>
                <a:cubicBezTo>
                  <a:pt x="364997" y="34929"/>
                  <a:pt x="360417" y="36723"/>
                  <a:pt x="356705" y="40310"/>
                </a:cubicBezTo>
                <a:cubicBezTo>
                  <a:pt x="352992" y="43896"/>
                  <a:pt x="350938" y="48693"/>
                  <a:pt x="350543" y="54700"/>
                </a:cubicBezTo>
                <a:close/>
                <a:moveTo>
                  <a:pt x="427563" y="96614"/>
                </a:moveTo>
                <a:lnTo>
                  <a:pt x="416557" y="96614"/>
                </a:lnTo>
                <a:lnTo>
                  <a:pt x="416557" y="0"/>
                </a:lnTo>
                <a:lnTo>
                  <a:pt x="428420" y="0"/>
                </a:lnTo>
                <a:lnTo>
                  <a:pt x="428420" y="34595"/>
                </a:lnTo>
                <a:cubicBezTo>
                  <a:pt x="433428" y="28227"/>
                  <a:pt x="439821" y="25043"/>
                  <a:pt x="447598" y="25043"/>
                </a:cubicBezTo>
                <a:cubicBezTo>
                  <a:pt x="451903" y="25043"/>
                  <a:pt x="455978" y="25911"/>
                  <a:pt x="459823" y="27646"/>
                </a:cubicBezTo>
                <a:cubicBezTo>
                  <a:pt x="463667" y="29382"/>
                  <a:pt x="466830" y="31820"/>
                  <a:pt x="469313" y="34962"/>
                </a:cubicBezTo>
                <a:cubicBezTo>
                  <a:pt x="471795" y="38103"/>
                  <a:pt x="473739" y="41893"/>
                  <a:pt x="475145" y="46330"/>
                </a:cubicBezTo>
                <a:cubicBezTo>
                  <a:pt x="476551" y="50767"/>
                  <a:pt x="477254" y="55513"/>
                  <a:pt x="477254" y="60565"/>
                </a:cubicBezTo>
                <a:cubicBezTo>
                  <a:pt x="477254" y="72559"/>
                  <a:pt x="474288" y="81830"/>
                  <a:pt x="468357" y="88376"/>
                </a:cubicBezTo>
                <a:cubicBezTo>
                  <a:pt x="462426" y="94923"/>
                  <a:pt x="455308" y="98196"/>
                  <a:pt x="447004" y="98196"/>
                </a:cubicBezTo>
                <a:cubicBezTo>
                  <a:pt x="438745" y="98196"/>
                  <a:pt x="432264" y="94703"/>
                  <a:pt x="427563" y="87717"/>
                </a:cubicBezTo>
                <a:lnTo>
                  <a:pt x="427563" y="96614"/>
                </a:lnTo>
                <a:moveTo>
                  <a:pt x="427431" y="61094"/>
                </a:moveTo>
                <a:cubicBezTo>
                  <a:pt x="427431" y="69445"/>
                  <a:pt x="428573" y="75478"/>
                  <a:pt x="430858" y="79195"/>
                </a:cubicBezTo>
                <a:cubicBezTo>
                  <a:pt x="434593" y="85272"/>
                  <a:pt x="439645" y="88310"/>
                  <a:pt x="446016" y="88310"/>
                </a:cubicBezTo>
                <a:cubicBezTo>
                  <a:pt x="451200" y="88310"/>
                  <a:pt x="455682" y="86070"/>
                  <a:pt x="459460" y="81588"/>
                </a:cubicBezTo>
                <a:cubicBezTo>
                  <a:pt x="463239" y="77107"/>
                  <a:pt x="465128" y="70429"/>
                  <a:pt x="465128" y="61554"/>
                </a:cubicBezTo>
                <a:cubicBezTo>
                  <a:pt x="465128" y="52460"/>
                  <a:pt x="463315" y="45750"/>
                  <a:pt x="459691" y="41422"/>
                </a:cubicBezTo>
                <a:cubicBezTo>
                  <a:pt x="456066" y="37093"/>
                  <a:pt x="451684" y="34929"/>
                  <a:pt x="446543" y="34929"/>
                </a:cubicBezTo>
                <a:cubicBezTo>
                  <a:pt x="441359" y="34929"/>
                  <a:pt x="436877" y="37169"/>
                  <a:pt x="433099" y="41651"/>
                </a:cubicBezTo>
                <a:cubicBezTo>
                  <a:pt x="429320" y="46132"/>
                  <a:pt x="427431" y="52613"/>
                  <a:pt x="427431" y="61094"/>
                </a:cubicBezTo>
                <a:close/>
                <a:moveTo>
                  <a:pt x="487251" y="61620"/>
                </a:moveTo>
                <a:cubicBezTo>
                  <a:pt x="487251" y="48659"/>
                  <a:pt x="490854" y="39059"/>
                  <a:pt x="498059" y="32820"/>
                </a:cubicBezTo>
                <a:cubicBezTo>
                  <a:pt x="504078" y="27635"/>
                  <a:pt x="511415" y="25043"/>
                  <a:pt x="520071" y="25043"/>
                </a:cubicBezTo>
                <a:cubicBezTo>
                  <a:pt x="529693" y="25043"/>
                  <a:pt x="537557" y="28196"/>
                  <a:pt x="543664" y="34500"/>
                </a:cubicBezTo>
                <a:cubicBezTo>
                  <a:pt x="549771" y="40805"/>
                  <a:pt x="552825" y="49515"/>
                  <a:pt x="552825" y="60631"/>
                </a:cubicBezTo>
                <a:cubicBezTo>
                  <a:pt x="552825" y="69638"/>
                  <a:pt x="551474" y="76722"/>
                  <a:pt x="548772" y="81885"/>
                </a:cubicBezTo>
                <a:cubicBezTo>
                  <a:pt x="546070" y="87047"/>
                  <a:pt x="542137" y="91056"/>
                  <a:pt x="536975" y="93912"/>
                </a:cubicBezTo>
                <a:cubicBezTo>
                  <a:pt x="531812" y="96768"/>
                  <a:pt x="526178" y="98196"/>
                  <a:pt x="520071" y="98196"/>
                </a:cubicBezTo>
                <a:cubicBezTo>
                  <a:pt x="510273" y="98196"/>
                  <a:pt x="502354" y="95054"/>
                  <a:pt x="496313" y="88772"/>
                </a:cubicBezTo>
                <a:cubicBezTo>
                  <a:pt x="490271" y="82489"/>
                  <a:pt x="487251" y="73438"/>
                  <a:pt x="487251" y="61620"/>
                </a:cubicBezTo>
                <a:moveTo>
                  <a:pt x="499443" y="61587"/>
                </a:moveTo>
                <a:cubicBezTo>
                  <a:pt x="499443" y="70516"/>
                  <a:pt x="501398" y="77203"/>
                  <a:pt x="505308" y="81646"/>
                </a:cubicBezTo>
                <a:cubicBezTo>
                  <a:pt x="509219" y="86089"/>
                  <a:pt x="514139" y="88310"/>
                  <a:pt x="520071" y="88310"/>
                </a:cubicBezTo>
                <a:cubicBezTo>
                  <a:pt x="525958" y="88310"/>
                  <a:pt x="530857" y="86078"/>
                  <a:pt x="534767" y="81613"/>
                </a:cubicBezTo>
                <a:cubicBezTo>
                  <a:pt x="538677" y="77148"/>
                  <a:pt x="540632" y="70341"/>
                  <a:pt x="540632" y="61193"/>
                </a:cubicBezTo>
                <a:cubicBezTo>
                  <a:pt x="540632" y="52570"/>
                  <a:pt x="538666" y="46036"/>
                  <a:pt x="534734" y="41593"/>
                </a:cubicBezTo>
                <a:cubicBezTo>
                  <a:pt x="530802" y="37150"/>
                  <a:pt x="525914" y="34929"/>
                  <a:pt x="520071" y="34929"/>
                </a:cubicBezTo>
                <a:cubicBezTo>
                  <a:pt x="514139" y="34929"/>
                  <a:pt x="509219" y="37139"/>
                  <a:pt x="505308" y="41560"/>
                </a:cubicBezTo>
                <a:cubicBezTo>
                  <a:pt x="501398" y="45981"/>
                  <a:pt x="499443" y="52657"/>
                  <a:pt x="499443" y="61587"/>
                </a:cubicBezTo>
                <a:close/>
                <a:moveTo>
                  <a:pt x="562294" y="61620"/>
                </a:moveTo>
                <a:cubicBezTo>
                  <a:pt x="562294" y="48659"/>
                  <a:pt x="565897" y="39059"/>
                  <a:pt x="573102" y="32820"/>
                </a:cubicBezTo>
                <a:cubicBezTo>
                  <a:pt x="579121" y="27635"/>
                  <a:pt x="586459" y="25043"/>
                  <a:pt x="595114" y="25043"/>
                </a:cubicBezTo>
                <a:cubicBezTo>
                  <a:pt x="604736" y="25043"/>
                  <a:pt x="612600" y="28196"/>
                  <a:pt x="618707" y="34500"/>
                </a:cubicBezTo>
                <a:cubicBezTo>
                  <a:pt x="624814" y="40805"/>
                  <a:pt x="627868" y="49515"/>
                  <a:pt x="627868" y="60631"/>
                </a:cubicBezTo>
                <a:cubicBezTo>
                  <a:pt x="627868" y="69638"/>
                  <a:pt x="626517" y="76722"/>
                  <a:pt x="623815" y="81885"/>
                </a:cubicBezTo>
                <a:cubicBezTo>
                  <a:pt x="621113" y="87047"/>
                  <a:pt x="617180" y="91056"/>
                  <a:pt x="612018" y="93912"/>
                </a:cubicBezTo>
                <a:cubicBezTo>
                  <a:pt x="606856" y="96768"/>
                  <a:pt x="601221" y="98196"/>
                  <a:pt x="595114" y="98196"/>
                </a:cubicBezTo>
                <a:cubicBezTo>
                  <a:pt x="585316" y="98196"/>
                  <a:pt x="577397" y="95054"/>
                  <a:pt x="571356" y="88772"/>
                </a:cubicBezTo>
                <a:cubicBezTo>
                  <a:pt x="565315" y="82489"/>
                  <a:pt x="562294" y="73438"/>
                  <a:pt x="562294" y="61620"/>
                </a:cubicBezTo>
                <a:moveTo>
                  <a:pt x="574486" y="61587"/>
                </a:moveTo>
                <a:cubicBezTo>
                  <a:pt x="574486" y="70516"/>
                  <a:pt x="576441" y="77203"/>
                  <a:pt x="580351" y="81646"/>
                </a:cubicBezTo>
                <a:cubicBezTo>
                  <a:pt x="584262" y="86089"/>
                  <a:pt x="589183" y="88310"/>
                  <a:pt x="595114" y="88310"/>
                </a:cubicBezTo>
                <a:cubicBezTo>
                  <a:pt x="601001" y="88310"/>
                  <a:pt x="605900" y="86078"/>
                  <a:pt x="609810" y="81613"/>
                </a:cubicBezTo>
                <a:cubicBezTo>
                  <a:pt x="613721" y="77148"/>
                  <a:pt x="615676" y="70341"/>
                  <a:pt x="615676" y="61193"/>
                </a:cubicBezTo>
                <a:cubicBezTo>
                  <a:pt x="615676" y="52570"/>
                  <a:pt x="613710" y="46036"/>
                  <a:pt x="609777" y="41593"/>
                </a:cubicBezTo>
                <a:cubicBezTo>
                  <a:pt x="605845" y="37150"/>
                  <a:pt x="600957" y="34929"/>
                  <a:pt x="595114" y="34929"/>
                </a:cubicBezTo>
                <a:cubicBezTo>
                  <a:pt x="589183" y="34929"/>
                  <a:pt x="584262" y="37139"/>
                  <a:pt x="580351" y="41560"/>
                </a:cubicBezTo>
                <a:cubicBezTo>
                  <a:pt x="576441" y="45981"/>
                  <a:pt x="574486" y="52657"/>
                  <a:pt x="574486" y="61587"/>
                </a:cubicBezTo>
                <a:close/>
                <a:moveTo>
                  <a:pt x="641819" y="96614"/>
                </a:moveTo>
                <a:lnTo>
                  <a:pt x="641819" y="0"/>
                </a:lnTo>
                <a:lnTo>
                  <a:pt x="653681" y="0"/>
                </a:lnTo>
                <a:lnTo>
                  <a:pt x="653681" y="55095"/>
                </a:lnTo>
                <a:lnTo>
                  <a:pt x="681756" y="26625"/>
                </a:lnTo>
                <a:lnTo>
                  <a:pt x="697111" y="26625"/>
                </a:lnTo>
                <a:lnTo>
                  <a:pt x="670355" y="52591"/>
                </a:lnTo>
                <a:lnTo>
                  <a:pt x="699813" y="96614"/>
                </a:lnTo>
                <a:lnTo>
                  <a:pt x="685183" y="96614"/>
                </a:lnTo>
                <a:lnTo>
                  <a:pt x="662051" y="60829"/>
                </a:lnTo>
                <a:lnTo>
                  <a:pt x="653681" y="68869"/>
                </a:lnTo>
                <a:lnTo>
                  <a:pt x="653681" y="96614"/>
                </a:lnTo>
                <a:lnTo>
                  <a:pt x="641819" y="96614"/>
                </a:lnTo>
                <a:close/>
                <a:moveTo>
                  <a:pt x="746759" y="123503"/>
                </a:moveTo>
                <a:lnTo>
                  <a:pt x="746759" y="26625"/>
                </a:lnTo>
                <a:lnTo>
                  <a:pt x="757567" y="26625"/>
                </a:lnTo>
                <a:lnTo>
                  <a:pt x="757567" y="35654"/>
                </a:lnTo>
                <a:cubicBezTo>
                  <a:pt x="760116" y="32117"/>
                  <a:pt x="762994" y="29464"/>
                  <a:pt x="766201" y="27696"/>
                </a:cubicBezTo>
                <a:cubicBezTo>
                  <a:pt x="769408" y="25927"/>
                  <a:pt x="773296" y="25043"/>
                  <a:pt x="777866" y="25043"/>
                </a:cubicBezTo>
                <a:cubicBezTo>
                  <a:pt x="783841" y="25043"/>
                  <a:pt x="789113" y="26581"/>
                  <a:pt x="793682" y="29656"/>
                </a:cubicBezTo>
                <a:cubicBezTo>
                  <a:pt x="798252" y="32732"/>
                  <a:pt x="801701" y="37071"/>
                  <a:pt x="804029" y="42672"/>
                </a:cubicBezTo>
                <a:cubicBezTo>
                  <a:pt x="806358" y="48274"/>
                  <a:pt x="807522" y="54414"/>
                  <a:pt x="807522" y="61092"/>
                </a:cubicBezTo>
                <a:cubicBezTo>
                  <a:pt x="807522" y="68254"/>
                  <a:pt x="806237" y="74701"/>
                  <a:pt x="803667" y="80435"/>
                </a:cubicBezTo>
                <a:cubicBezTo>
                  <a:pt x="801097" y="86169"/>
                  <a:pt x="797362" y="90562"/>
                  <a:pt x="792463" y="93616"/>
                </a:cubicBezTo>
                <a:cubicBezTo>
                  <a:pt x="787564" y="96669"/>
                  <a:pt x="782413" y="98196"/>
                  <a:pt x="777009" y="98196"/>
                </a:cubicBezTo>
                <a:cubicBezTo>
                  <a:pt x="773055" y="98196"/>
                  <a:pt x="769507" y="97350"/>
                  <a:pt x="766366" y="95659"/>
                </a:cubicBezTo>
                <a:cubicBezTo>
                  <a:pt x="763224" y="93966"/>
                  <a:pt x="760643" y="91828"/>
                  <a:pt x="758622" y="89245"/>
                </a:cubicBezTo>
                <a:lnTo>
                  <a:pt x="758622" y="123503"/>
                </a:lnTo>
                <a:lnTo>
                  <a:pt x="746759" y="123503"/>
                </a:lnTo>
                <a:moveTo>
                  <a:pt x="757502" y="61916"/>
                </a:moveTo>
                <a:cubicBezTo>
                  <a:pt x="757502" y="70912"/>
                  <a:pt x="759325" y="77560"/>
                  <a:pt x="762972" y="81860"/>
                </a:cubicBezTo>
                <a:cubicBezTo>
                  <a:pt x="766618" y="86160"/>
                  <a:pt x="771034" y="88310"/>
                  <a:pt x="776218" y="88310"/>
                </a:cubicBezTo>
                <a:cubicBezTo>
                  <a:pt x="781490" y="88310"/>
                  <a:pt x="786005" y="86083"/>
                  <a:pt x="789761" y="81629"/>
                </a:cubicBezTo>
                <a:cubicBezTo>
                  <a:pt x="793518" y="77175"/>
                  <a:pt x="795396" y="70275"/>
                  <a:pt x="795396" y="60928"/>
                </a:cubicBezTo>
                <a:cubicBezTo>
                  <a:pt x="795396" y="52020"/>
                  <a:pt x="793562" y="45350"/>
                  <a:pt x="789893" y="40918"/>
                </a:cubicBezTo>
                <a:cubicBezTo>
                  <a:pt x="786224" y="36486"/>
                  <a:pt x="781842" y="34270"/>
                  <a:pt x="776745" y="34270"/>
                </a:cubicBezTo>
                <a:cubicBezTo>
                  <a:pt x="771693" y="34270"/>
                  <a:pt x="767222" y="36628"/>
                  <a:pt x="763334" y="41346"/>
                </a:cubicBezTo>
                <a:cubicBezTo>
                  <a:pt x="759446" y="46064"/>
                  <a:pt x="757502" y="52920"/>
                  <a:pt x="757502" y="61916"/>
                </a:cubicBezTo>
                <a:close/>
                <a:moveTo>
                  <a:pt x="817387" y="61620"/>
                </a:moveTo>
                <a:cubicBezTo>
                  <a:pt x="817387" y="48659"/>
                  <a:pt x="820990" y="39059"/>
                  <a:pt x="828195" y="32820"/>
                </a:cubicBezTo>
                <a:cubicBezTo>
                  <a:pt x="834214" y="27635"/>
                  <a:pt x="841552" y="25043"/>
                  <a:pt x="850207" y="25043"/>
                </a:cubicBezTo>
                <a:cubicBezTo>
                  <a:pt x="859829" y="25043"/>
                  <a:pt x="867693" y="28196"/>
                  <a:pt x="873800" y="34500"/>
                </a:cubicBezTo>
                <a:cubicBezTo>
                  <a:pt x="879907" y="40805"/>
                  <a:pt x="882961" y="49515"/>
                  <a:pt x="882961" y="60631"/>
                </a:cubicBezTo>
                <a:cubicBezTo>
                  <a:pt x="882961" y="69638"/>
                  <a:pt x="881610" y="76722"/>
                  <a:pt x="878908" y="81885"/>
                </a:cubicBezTo>
                <a:cubicBezTo>
                  <a:pt x="876206" y="87047"/>
                  <a:pt x="872273" y="91056"/>
                  <a:pt x="867111" y="93912"/>
                </a:cubicBezTo>
                <a:cubicBezTo>
                  <a:pt x="861949" y="96768"/>
                  <a:pt x="856314" y="98196"/>
                  <a:pt x="850207" y="98196"/>
                </a:cubicBezTo>
                <a:cubicBezTo>
                  <a:pt x="840409" y="98196"/>
                  <a:pt x="832490" y="95054"/>
                  <a:pt x="826449" y="88772"/>
                </a:cubicBezTo>
                <a:cubicBezTo>
                  <a:pt x="820408" y="82489"/>
                  <a:pt x="817387" y="73438"/>
                  <a:pt x="817387" y="61620"/>
                </a:cubicBezTo>
                <a:moveTo>
                  <a:pt x="829579" y="61587"/>
                </a:moveTo>
                <a:cubicBezTo>
                  <a:pt x="829579" y="70516"/>
                  <a:pt x="831534" y="77203"/>
                  <a:pt x="835445" y="81646"/>
                </a:cubicBezTo>
                <a:cubicBezTo>
                  <a:pt x="839355" y="86089"/>
                  <a:pt x="844276" y="88310"/>
                  <a:pt x="850207" y="88310"/>
                </a:cubicBezTo>
                <a:cubicBezTo>
                  <a:pt x="856094" y="88310"/>
                  <a:pt x="860993" y="86078"/>
                  <a:pt x="864903" y="81613"/>
                </a:cubicBezTo>
                <a:cubicBezTo>
                  <a:pt x="868814" y="77148"/>
                  <a:pt x="870769" y="70341"/>
                  <a:pt x="870769" y="61193"/>
                </a:cubicBezTo>
                <a:cubicBezTo>
                  <a:pt x="870769" y="52570"/>
                  <a:pt x="868803" y="46036"/>
                  <a:pt x="864870" y="41593"/>
                </a:cubicBezTo>
                <a:cubicBezTo>
                  <a:pt x="860938" y="37150"/>
                  <a:pt x="856050" y="34929"/>
                  <a:pt x="850207" y="34929"/>
                </a:cubicBezTo>
                <a:cubicBezTo>
                  <a:pt x="844276" y="34929"/>
                  <a:pt x="839355" y="37139"/>
                  <a:pt x="835445" y="41560"/>
                </a:cubicBezTo>
                <a:cubicBezTo>
                  <a:pt x="831534" y="45981"/>
                  <a:pt x="829579" y="52657"/>
                  <a:pt x="829579" y="61587"/>
                </a:cubicBezTo>
                <a:close/>
                <a:moveTo>
                  <a:pt x="892101" y="75657"/>
                </a:moveTo>
                <a:lnTo>
                  <a:pt x="903831" y="73812"/>
                </a:lnTo>
                <a:cubicBezTo>
                  <a:pt x="904490" y="78492"/>
                  <a:pt x="906325" y="82079"/>
                  <a:pt x="909334" y="84572"/>
                </a:cubicBezTo>
                <a:cubicBezTo>
                  <a:pt x="912344" y="87064"/>
                  <a:pt x="916551" y="88310"/>
                  <a:pt x="921955" y="88310"/>
                </a:cubicBezTo>
                <a:cubicBezTo>
                  <a:pt x="927403" y="88310"/>
                  <a:pt x="931445" y="87210"/>
                  <a:pt x="934081" y="85009"/>
                </a:cubicBezTo>
                <a:cubicBezTo>
                  <a:pt x="936717" y="82807"/>
                  <a:pt x="938035" y="80224"/>
                  <a:pt x="938035" y="77261"/>
                </a:cubicBezTo>
                <a:cubicBezTo>
                  <a:pt x="938035" y="74602"/>
                  <a:pt x="936871" y="72509"/>
                  <a:pt x="934542" y="70984"/>
                </a:cubicBezTo>
                <a:cubicBezTo>
                  <a:pt x="932917" y="69938"/>
                  <a:pt x="928875" y="68608"/>
                  <a:pt x="922416" y="66995"/>
                </a:cubicBezTo>
                <a:cubicBezTo>
                  <a:pt x="913717" y="64797"/>
                  <a:pt x="907687" y="62895"/>
                  <a:pt x="904326" y="61290"/>
                </a:cubicBezTo>
                <a:cubicBezTo>
                  <a:pt x="900965" y="59685"/>
                  <a:pt x="898416" y="57464"/>
                  <a:pt x="896681" y="54628"/>
                </a:cubicBezTo>
                <a:cubicBezTo>
                  <a:pt x="894945" y="51791"/>
                  <a:pt x="894078" y="48658"/>
                  <a:pt x="894078" y="45228"/>
                </a:cubicBezTo>
                <a:cubicBezTo>
                  <a:pt x="894078" y="42106"/>
                  <a:pt x="894792" y="39214"/>
                  <a:pt x="896220" y="36554"/>
                </a:cubicBezTo>
                <a:cubicBezTo>
                  <a:pt x="897648" y="33893"/>
                  <a:pt x="899592" y="31683"/>
                  <a:pt x="902052" y="29924"/>
                </a:cubicBezTo>
                <a:cubicBezTo>
                  <a:pt x="903897" y="28561"/>
                  <a:pt x="906413" y="27407"/>
                  <a:pt x="909598" y="26462"/>
                </a:cubicBezTo>
                <a:cubicBezTo>
                  <a:pt x="912783" y="25516"/>
                  <a:pt x="916199" y="25043"/>
                  <a:pt x="919846" y="25043"/>
                </a:cubicBezTo>
                <a:cubicBezTo>
                  <a:pt x="925338" y="25043"/>
                  <a:pt x="930160" y="25840"/>
                  <a:pt x="934312" y="27432"/>
                </a:cubicBezTo>
                <a:cubicBezTo>
                  <a:pt x="938464" y="29024"/>
                  <a:pt x="941528" y="31180"/>
                  <a:pt x="943505" y="33901"/>
                </a:cubicBezTo>
                <a:cubicBezTo>
                  <a:pt x="945482" y="36621"/>
                  <a:pt x="946844" y="40259"/>
                  <a:pt x="947591" y="44814"/>
                </a:cubicBezTo>
                <a:lnTo>
                  <a:pt x="935992" y="46396"/>
                </a:lnTo>
                <a:cubicBezTo>
                  <a:pt x="935465" y="42793"/>
                  <a:pt x="933938" y="39981"/>
                  <a:pt x="931412" y="37960"/>
                </a:cubicBezTo>
                <a:cubicBezTo>
                  <a:pt x="928886" y="35939"/>
                  <a:pt x="925316" y="34929"/>
                  <a:pt x="920703" y="34929"/>
                </a:cubicBezTo>
                <a:cubicBezTo>
                  <a:pt x="915255" y="34929"/>
                  <a:pt x="911366" y="35825"/>
                  <a:pt x="909038" y="37618"/>
                </a:cubicBezTo>
                <a:cubicBezTo>
                  <a:pt x="906709" y="39410"/>
                  <a:pt x="905545" y="41509"/>
                  <a:pt x="905545" y="43914"/>
                </a:cubicBezTo>
                <a:cubicBezTo>
                  <a:pt x="905545" y="45444"/>
                  <a:pt x="906028" y="46821"/>
                  <a:pt x="906995" y="48046"/>
                </a:cubicBezTo>
                <a:cubicBezTo>
                  <a:pt x="907961" y="49313"/>
                  <a:pt x="909477" y="50362"/>
                  <a:pt x="911542" y="51192"/>
                </a:cubicBezTo>
                <a:cubicBezTo>
                  <a:pt x="912728" y="51630"/>
                  <a:pt x="916221" y="52636"/>
                  <a:pt x="922021" y="54210"/>
                </a:cubicBezTo>
                <a:cubicBezTo>
                  <a:pt x="930412" y="56449"/>
                  <a:pt x="936267" y="58282"/>
                  <a:pt x="939584" y="59708"/>
                </a:cubicBezTo>
                <a:cubicBezTo>
                  <a:pt x="942901" y="61135"/>
                  <a:pt x="945504" y="63209"/>
                  <a:pt x="947393" y="65932"/>
                </a:cubicBezTo>
                <a:cubicBezTo>
                  <a:pt x="949283" y="68653"/>
                  <a:pt x="950227" y="72033"/>
                  <a:pt x="950227" y="76071"/>
                </a:cubicBezTo>
                <a:cubicBezTo>
                  <a:pt x="950227" y="80022"/>
                  <a:pt x="949074" y="83743"/>
                  <a:pt x="946767" y="87233"/>
                </a:cubicBezTo>
                <a:cubicBezTo>
                  <a:pt x="944461" y="90722"/>
                  <a:pt x="941133" y="93421"/>
                  <a:pt x="936783" y="95331"/>
                </a:cubicBezTo>
                <a:cubicBezTo>
                  <a:pt x="932433" y="97241"/>
                  <a:pt x="927513" y="98196"/>
                  <a:pt x="922021" y="98196"/>
                </a:cubicBezTo>
                <a:cubicBezTo>
                  <a:pt x="912926" y="98196"/>
                  <a:pt x="905995" y="96301"/>
                  <a:pt x="901228" y="92512"/>
                </a:cubicBezTo>
                <a:cubicBezTo>
                  <a:pt x="896461" y="88722"/>
                  <a:pt x="893419" y="83104"/>
                  <a:pt x="892101" y="75657"/>
                </a:cubicBezTo>
                <a:close/>
                <a:moveTo>
                  <a:pt x="990231" y="86136"/>
                </a:moveTo>
                <a:lnTo>
                  <a:pt x="991944" y="96614"/>
                </a:lnTo>
                <a:cubicBezTo>
                  <a:pt x="988605" y="97229"/>
                  <a:pt x="985617" y="97537"/>
                  <a:pt x="982981" y="97537"/>
                </a:cubicBezTo>
                <a:cubicBezTo>
                  <a:pt x="978676" y="97537"/>
                  <a:pt x="975337" y="96856"/>
                  <a:pt x="972964" y="95494"/>
                </a:cubicBezTo>
                <a:cubicBezTo>
                  <a:pt x="970591" y="94132"/>
                  <a:pt x="968922" y="92341"/>
                  <a:pt x="967955" y="90123"/>
                </a:cubicBezTo>
                <a:cubicBezTo>
                  <a:pt x="966989" y="87904"/>
                  <a:pt x="966505" y="83236"/>
                  <a:pt x="966505" y="76118"/>
                </a:cubicBezTo>
                <a:lnTo>
                  <a:pt x="966505" y="35851"/>
                </a:lnTo>
                <a:lnTo>
                  <a:pt x="957806" y="35851"/>
                </a:lnTo>
                <a:lnTo>
                  <a:pt x="957806" y="26625"/>
                </a:lnTo>
                <a:lnTo>
                  <a:pt x="966505" y="26625"/>
                </a:lnTo>
                <a:lnTo>
                  <a:pt x="966505" y="9245"/>
                </a:lnTo>
                <a:lnTo>
                  <a:pt x="978302" y="2109"/>
                </a:lnTo>
                <a:lnTo>
                  <a:pt x="978302" y="26625"/>
                </a:lnTo>
                <a:lnTo>
                  <a:pt x="990231" y="26625"/>
                </a:lnTo>
                <a:lnTo>
                  <a:pt x="990231" y="35851"/>
                </a:lnTo>
                <a:lnTo>
                  <a:pt x="978302" y="35851"/>
                </a:lnTo>
                <a:lnTo>
                  <a:pt x="978302" y="76777"/>
                </a:lnTo>
                <a:cubicBezTo>
                  <a:pt x="978302" y="80160"/>
                  <a:pt x="978511" y="82335"/>
                  <a:pt x="978928" y="83302"/>
                </a:cubicBezTo>
                <a:cubicBezTo>
                  <a:pt x="979346" y="84268"/>
                  <a:pt x="980027" y="85037"/>
                  <a:pt x="980971" y="85608"/>
                </a:cubicBezTo>
                <a:cubicBezTo>
                  <a:pt x="981916" y="86179"/>
                  <a:pt x="983267" y="86465"/>
                  <a:pt x="985024" y="86465"/>
                </a:cubicBezTo>
                <a:cubicBezTo>
                  <a:pt x="986342" y="86465"/>
                  <a:pt x="988078" y="86355"/>
                  <a:pt x="990231" y="86136"/>
                </a:cubicBezTo>
                <a:close/>
                <a:moveTo>
                  <a:pt x="1085045" y="87973"/>
                </a:moveTo>
                <a:cubicBezTo>
                  <a:pt x="1080651" y="91710"/>
                  <a:pt x="1076422" y="94348"/>
                  <a:pt x="1072358" y="95887"/>
                </a:cubicBezTo>
                <a:cubicBezTo>
                  <a:pt x="1068294" y="97426"/>
                  <a:pt x="1063934" y="98196"/>
                  <a:pt x="1059277" y="98196"/>
                </a:cubicBezTo>
                <a:cubicBezTo>
                  <a:pt x="1051588" y="98196"/>
                  <a:pt x="1045679" y="96316"/>
                  <a:pt x="1041549" y="92557"/>
                </a:cubicBezTo>
                <a:cubicBezTo>
                  <a:pt x="1037419" y="88798"/>
                  <a:pt x="1035354" y="83994"/>
                  <a:pt x="1035354" y="78147"/>
                </a:cubicBezTo>
                <a:cubicBezTo>
                  <a:pt x="1035354" y="74719"/>
                  <a:pt x="1036134" y="71587"/>
                  <a:pt x="1037693" y="68752"/>
                </a:cubicBezTo>
                <a:cubicBezTo>
                  <a:pt x="1039253" y="65915"/>
                  <a:pt x="1041296" y="63639"/>
                  <a:pt x="1043822" y="61924"/>
                </a:cubicBezTo>
                <a:cubicBezTo>
                  <a:pt x="1046349" y="60209"/>
                  <a:pt x="1049193" y="58913"/>
                  <a:pt x="1052357" y="58034"/>
                </a:cubicBezTo>
                <a:cubicBezTo>
                  <a:pt x="1054685" y="57418"/>
                  <a:pt x="1058200" y="56824"/>
                  <a:pt x="1062901" y="56253"/>
                </a:cubicBezTo>
                <a:cubicBezTo>
                  <a:pt x="1072479" y="55118"/>
                  <a:pt x="1079531" y="53766"/>
                  <a:pt x="1084056" y="52195"/>
                </a:cubicBezTo>
                <a:cubicBezTo>
                  <a:pt x="1084100" y="50577"/>
                  <a:pt x="1084122" y="49548"/>
                  <a:pt x="1084122" y="49110"/>
                </a:cubicBezTo>
                <a:cubicBezTo>
                  <a:pt x="1084122" y="44295"/>
                  <a:pt x="1083002" y="40903"/>
                  <a:pt x="1080761" y="38934"/>
                </a:cubicBezTo>
                <a:cubicBezTo>
                  <a:pt x="1077730" y="36264"/>
                  <a:pt x="1073226" y="34929"/>
                  <a:pt x="1067251" y="34929"/>
                </a:cubicBezTo>
                <a:cubicBezTo>
                  <a:pt x="1061671" y="34929"/>
                  <a:pt x="1057552" y="35906"/>
                  <a:pt x="1054894" y="37861"/>
                </a:cubicBezTo>
                <a:cubicBezTo>
                  <a:pt x="1052236" y="39817"/>
                  <a:pt x="1050270" y="43276"/>
                  <a:pt x="1048996" y="48241"/>
                </a:cubicBezTo>
                <a:lnTo>
                  <a:pt x="1037397" y="46660"/>
                </a:lnTo>
                <a:cubicBezTo>
                  <a:pt x="1038451" y="41680"/>
                  <a:pt x="1040187" y="37658"/>
                  <a:pt x="1042603" y="34595"/>
                </a:cubicBezTo>
                <a:cubicBezTo>
                  <a:pt x="1045020" y="31532"/>
                  <a:pt x="1048512" y="29175"/>
                  <a:pt x="1053082" y="27523"/>
                </a:cubicBezTo>
                <a:cubicBezTo>
                  <a:pt x="1057651" y="25870"/>
                  <a:pt x="1062945" y="25043"/>
                  <a:pt x="1068964" y="25043"/>
                </a:cubicBezTo>
                <a:cubicBezTo>
                  <a:pt x="1074940" y="25043"/>
                  <a:pt x="1079794" y="25746"/>
                  <a:pt x="1083529" y="27152"/>
                </a:cubicBezTo>
                <a:cubicBezTo>
                  <a:pt x="1087264" y="28558"/>
                  <a:pt x="1090009" y="30326"/>
                  <a:pt x="1091767" y="32457"/>
                </a:cubicBezTo>
                <a:cubicBezTo>
                  <a:pt x="1093524" y="34588"/>
                  <a:pt x="1094755" y="37279"/>
                  <a:pt x="1095457" y="40531"/>
                </a:cubicBezTo>
                <a:cubicBezTo>
                  <a:pt x="1095853" y="42552"/>
                  <a:pt x="1096051" y="46198"/>
                  <a:pt x="1096051" y="51470"/>
                </a:cubicBezTo>
                <a:lnTo>
                  <a:pt x="1096051" y="67287"/>
                </a:lnTo>
                <a:cubicBezTo>
                  <a:pt x="1096051" y="78315"/>
                  <a:pt x="1096303" y="85290"/>
                  <a:pt x="1096809" y="88212"/>
                </a:cubicBezTo>
                <a:cubicBezTo>
                  <a:pt x="1097314" y="91133"/>
                  <a:pt x="1098313" y="93934"/>
                  <a:pt x="1099807" y="96614"/>
                </a:cubicBezTo>
                <a:lnTo>
                  <a:pt x="1087417" y="96614"/>
                </a:lnTo>
                <a:cubicBezTo>
                  <a:pt x="1086187" y="94151"/>
                  <a:pt x="1085396" y="91271"/>
                  <a:pt x="1085045" y="87973"/>
                </a:cubicBezTo>
                <a:moveTo>
                  <a:pt x="1084056" y="61422"/>
                </a:moveTo>
                <a:cubicBezTo>
                  <a:pt x="1079751" y="63194"/>
                  <a:pt x="1073292" y="64701"/>
                  <a:pt x="1064681" y="65940"/>
                </a:cubicBezTo>
                <a:cubicBezTo>
                  <a:pt x="1059804" y="66646"/>
                  <a:pt x="1056355" y="67440"/>
                  <a:pt x="1054334" y="68323"/>
                </a:cubicBezTo>
                <a:cubicBezTo>
                  <a:pt x="1052313" y="69205"/>
                  <a:pt x="1050753" y="70495"/>
                  <a:pt x="1049655" y="72195"/>
                </a:cubicBezTo>
                <a:cubicBezTo>
                  <a:pt x="1048556" y="73893"/>
                  <a:pt x="1048007" y="75779"/>
                  <a:pt x="1048007" y="77852"/>
                </a:cubicBezTo>
                <a:cubicBezTo>
                  <a:pt x="1048007" y="81028"/>
                  <a:pt x="1049204" y="83675"/>
                  <a:pt x="1051599" y="85794"/>
                </a:cubicBezTo>
                <a:cubicBezTo>
                  <a:pt x="1053993" y="87911"/>
                  <a:pt x="1057497" y="88969"/>
                  <a:pt x="1062110" y="88969"/>
                </a:cubicBezTo>
                <a:cubicBezTo>
                  <a:pt x="1066680" y="88969"/>
                  <a:pt x="1070744" y="87965"/>
                  <a:pt x="1074303" y="85956"/>
                </a:cubicBezTo>
                <a:cubicBezTo>
                  <a:pt x="1077861" y="83948"/>
                  <a:pt x="1080475" y="81200"/>
                  <a:pt x="1082145" y="77712"/>
                </a:cubicBezTo>
                <a:cubicBezTo>
                  <a:pt x="1083419" y="75018"/>
                  <a:pt x="1084056" y="71045"/>
                  <a:pt x="1084056" y="65792"/>
                </a:cubicBezTo>
                <a:lnTo>
                  <a:pt x="1084056" y="61422"/>
                </a:lnTo>
                <a:close/>
                <a:moveTo>
                  <a:pt x="1125357" y="96614"/>
                </a:moveTo>
                <a:lnTo>
                  <a:pt x="1114351" y="96614"/>
                </a:lnTo>
                <a:lnTo>
                  <a:pt x="1114351" y="0"/>
                </a:lnTo>
                <a:lnTo>
                  <a:pt x="1126214" y="0"/>
                </a:lnTo>
                <a:lnTo>
                  <a:pt x="1126214" y="34595"/>
                </a:lnTo>
                <a:cubicBezTo>
                  <a:pt x="1131222" y="28227"/>
                  <a:pt x="1137615" y="25043"/>
                  <a:pt x="1145391" y="25043"/>
                </a:cubicBezTo>
                <a:cubicBezTo>
                  <a:pt x="1149697" y="25043"/>
                  <a:pt x="1153772" y="25911"/>
                  <a:pt x="1157616" y="27646"/>
                </a:cubicBezTo>
                <a:cubicBezTo>
                  <a:pt x="1161461" y="29382"/>
                  <a:pt x="1164624" y="31820"/>
                  <a:pt x="1167107" y="34962"/>
                </a:cubicBezTo>
                <a:cubicBezTo>
                  <a:pt x="1169589" y="38103"/>
                  <a:pt x="1171533" y="41893"/>
                  <a:pt x="1172939" y="46330"/>
                </a:cubicBezTo>
                <a:cubicBezTo>
                  <a:pt x="1174345" y="50767"/>
                  <a:pt x="1175048" y="55513"/>
                  <a:pt x="1175048" y="60565"/>
                </a:cubicBezTo>
                <a:cubicBezTo>
                  <a:pt x="1175048" y="72559"/>
                  <a:pt x="1172082" y="81830"/>
                  <a:pt x="1166151" y="88376"/>
                </a:cubicBezTo>
                <a:cubicBezTo>
                  <a:pt x="1160220" y="94923"/>
                  <a:pt x="1153102" y="98196"/>
                  <a:pt x="1144798" y="98196"/>
                </a:cubicBezTo>
                <a:cubicBezTo>
                  <a:pt x="1136538" y="98196"/>
                  <a:pt x="1130058" y="94703"/>
                  <a:pt x="1125357" y="87717"/>
                </a:cubicBezTo>
                <a:lnTo>
                  <a:pt x="1125357" y="96614"/>
                </a:lnTo>
                <a:moveTo>
                  <a:pt x="1125225" y="61094"/>
                </a:moveTo>
                <a:cubicBezTo>
                  <a:pt x="1125225" y="69445"/>
                  <a:pt x="1126367" y="75478"/>
                  <a:pt x="1128652" y="79195"/>
                </a:cubicBezTo>
                <a:cubicBezTo>
                  <a:pt x="1132387" y="85272"/>
                  <a:pt x="1137439" y="88310"/>
                  <a:pt x="1143810" y="88310"/>
                </a:cubicBezTo>
                <a:cubicBezTo>
                  <a:pt x="1148994" y="88310"/>
                  <a:pt x="1153476" y="86070"/>
                  <a:pt x="1157254" y="81588"/>
                </a:cubicBezTo>
                <a:cubicBezTo>
                  <a:pt x="1161032" y="77107"/>
                  <a:pt x="1162922" y="70429"/>
                  <a:pt x="1162922" y="61554"/>
                </a:cubicBezTo>
                <a:cubicBezTo>
                  <a:pt x="1162922" y="52460"/>
                  <a:pt x="1161109" y="45750"/>
                  <a:pt x="1157485" y="41422"/>
                </a:cubicBezTo>
                <a:cubicBezTo>
                  <a:pt x="1153860" y="37093"/>
                  <a:pt x="1149477" y="34929"/>
                  <a:pt x="1144337" y="34929"/>
                </a:cubicBezTo>
                <a:cubicBezTo>
                  <a:pt x="1139153" y="34929"/>
                  <a:pt x="1134671" y="37169"/>
                  <a:pt x="1130893" y="41651"/>
                </a:cubicBezTo>
                <a:cubicBezTo>
                  <a:pt x="1127114" y="46132"/>
                  <a:pt x="1125225" y="52613"/>
                  <a:pt x="1125225" y="61094"/>
                </a:cubicBezTo>
                <a:close/>
                <a:moveTo>
                  <a:pt x="1185045" y="61620"/>
                </a:moveTo>
                <a:cubicBezTo>
                  <a:pt x="1185045" y="48659"/>
                  <a:pt x="1188648" y="39059"/>
                  <a:pt x="1195853" y="32820"/>
                </a:cubicBezTo>
                <a:cubicBezTo>
                  <a:pt x="1201872" y="27635"/>
                  <a:pt x="1209209" y="25043"/>
                  <a:pt x="1217865" y="25043"/>
                </a:cubicBezTo>
                <a:cubicBezTo>
                  <a:pt x="1227487" y="25043"/>
                  <a:pt x="1235351" y="28196"/>
                  <a:pt x="1241458" y="34500"/>
                </a:cubicBezTo>
                <a:cubicBezTo>
                  <a:pt x="1247565" y="40805"/>
                  <a:pt x="1250619" y="49515"/>
                  <a:pt x="1250619" y="60631"/>
                </a:cubicBezTo>
                <a:cubicBezTo>
                  <a:pt x="1250619" y="69638"/>
                  <a:pt x="1249268" y="76722"/>
                  <a:pt x="1246566" y="81885"/>
                </a:cubicBezTo>
                <a:cubicBezTo>
                  <a:pt x="1243864" y="87047"/>
                  <a:pt x="1239931" y="91056"/>
                  <a:pt x="1234769" y="93912"/>
                </a:cubicBezTo>
                <a:cubicBezTo>
                  <a:pt x="1229606" y="96768"/>
                  <a:pt x="1223972" y="98196"/>
                  <a:pt x="1217865" y="98196"/>
                </a:cubicBezTo>
                <a:cubicBezTo>
                  <a:pt x="1208067" y="98196"/>
                  <a:pt x="1200148" y="95054"/>
                  <a:pt x="1194107" y="88772"/>
                </a:cubicBezTo>
                <a:cubicBezTo>
                  <a:pt x="1188065" y="82489"/>
                  <a:pt x="1185045" y="73438"/>
                  <a:pt x="1185045" y="61620"/>
                </a:cubicBezTo>
                <a:moveTo>
                  <a:pt x="1197237" y="61587"/>
                </a:moveTo>
                <a:cubicBezTo>
                  <a:pt x="1197237" y="70516"/>
                  <a:pt x="1199192" y="77203"/>
                  <a:pt x="1203102" y="81646"/>
                </a:cubicBezTo>
                <a:cubicBezTo>
                  <a:pt x="1207013" y="86089"/>
                  <a:pt x="1211933" y="88310"/>
                  <a:pt x="1217865" y="88310"/>
                </a:cubicBezTo>
                <a:cubicBezTo>
                  <a:pt x="1223752" y="88310"/>
                  <a:pt x="1228651" y="86078"/>
                  <a:pt x="1232561" y="81613"/>
                </a:cubicBezTo>
                <a:cubicBezTo>
                  <a:pt x="1236471" y="77148"/>
                  <a:pt x="1238426" y="70341"/>
                  <a:pt x="1238426" y="61193"/>
                </a:cubicBezTo>
                <a:cubicBezTo>
                  <a:pt x="1238426" y="52570"/>
                  <a:pt x="1236460" y="46036"/>
                  <a:pt x="1232528" y="41593"/>
                </a:cubicBezTo>
                <a:cubicBezTo>
                  <a:pt x="1228596" y="37150"/>
                  <a:pt x="1223708" y="34929"/>
                  <a:pt x="1217865" y="34929"/>
                </a:cubicBezTo>
                <a:cubicBezTo>
                  <a:pt x="1211933" y="34929"/>
                  <a:pt x="1207013" y="37139"/>
                  <a:pt x="1203102" y="41560"/>
                </a:cubicBezTo>
                <a:cubicBezTo>
                  <a:pt x="1199192" y="45981"/>
                  <a:pt x="1197237" y="52657"/>
                  <a:pt x="1197237" y="61587"/>
                </a:cubicBezTo>
                <a:close/>
                <a:moveTo>
                  <a:pt x="1310372" y="96614"/>
                </a:moveTo>
                <a:lnTo>
                  <a:pt x="1310372" y="86333"/>
                </a:lnTo>
                <a:cubicBezTo>
                  <a:pt x="1304924" y="94242"/>
                  <a:pt x="1297521" y="98196"/>
                  <a:pt x="1288163" y="98196"/>
                </a:cubicBezTo>
                <a:cubicBezTo>
                  <a:pt x="1284033" y="98196"/>
                  <a:pt x="1280178" y="97405"/>
                  <a:pt x="1276597" y="95823"/>
                </a:cubicBezTo>
                <a:cubicBezTo>
                  <a:pt x="1273016" y="94242"/>
                  <a:pt x="1270358" y="92254"/>
                  <a:pt x="1268623" y="89859"/>
                </a:cubicBezTo>
                <a:cubicBezTo>
                  <a:pt x="1266887" y="87465"/>
                  <a:pt x="1265668" y="84532"/>
                  <a:pt x="1264965" y="81061"/>
                </a:cubicBezTo>
                <a:cubicBezTo>
                  <a:pt x="1264482" y="78732"/>
                  <a:pt x="1264240" y="75042"/>
                  <a:pt x="1264240" y="69989"/>
                </a:cubicBezTo>
                <a:lnTo>
                  <a:pt x="1264240" y="26625"/>
                </a:lnTo>
                <a:lnTo>
                  <a:pt x="1276103" y="26625"/>
                </a:lnTo>
                <a:lnTo>
                  <a:pt x="1276103" y="65442"/>
                </a:lnTo>
                <a:cubicBezTo>
                  <a:pt x="1276103" y="71637"/>
                  <a:pt x="1276344" y="75811"/>
                  <a:pt x="1276827" y="77964"/>
                </a:cubicBezTo>
                <a:cubicBezTo>
                  <a:pt x="1277574" y="81083"/>
                  <a:pt x="1279156" y="83532"/>
                  <a:pt x="1281572" y="85312"/>
                </a:cubicBezTo>
                <a:cubicBezTo>
                  <a:pt x="1283989" y="87091"/>
                  <a:pt x="1286977" y="87981"/>
                  <a:pt x="1290535" y="87981"/>
                </a:cubicBezTo>
                <a:cubicBezTo>
                  <a:pt x="1294094" y="87981"/>
                  <a:pt x="1297433" y="87069"/>
                  <a:pt x="1300553" y="85246"/>
                </a:cubicBezTo>
                <a:cubicBezTo>
                  <a:pt x="1303672" y="83423"/>
                  <a:pt x="1305880" y="80940"/>
                  <a:pt x="1307176" y="77799"/>
                </a:cubicBezTo>
                <a:cubicBezTo>
                  <a:pt x="1308472" y="74657"/>
                  <a:pt x="1309120" y="70099"/>
                  <a:pt x="1309120" y="64124"/>
                </a:cubicBezTo>
                <a:lnTo>
                  <a:pt x="1309120" y="26625"/>
                </a:lnTo>
                <a:lnTo>
                  <a:pt x="1320983" y="26625"/>
                </a:lnTo>
                <a:lnTo>
                  <a:pt x="1320983" y="96614"/>
                </a:lnTo>
                <a:lnTo>
                  <a:pt x="1310372" y="96614"/>
                </a:lnTo>
                <a:close/>
                <a:moveTo>
                  <a:pt x="1365447" y="86136"/>
                </a:moveTo>
                <a:lnTo>
                  <a:pt x="1367160" y="96614"/>
                </a:lnTo>
                <a:cubicBezTo>
                  <a:pt x="1363821" y="97229"/>
                  <a:pt x="1360834" y="97537"/>
                  <a:pt x="1358197" y="97537"/>
                </a:cubicBezTo>
                <a:cubicBezTo>
                  <a:pt x="1353892" y="97537"/>
                  <a:pt x="1350553" y="96856"/>
                  <a:pt x="1348180" y="95494"/>
                </a:cubicBezTo>
                <a:cubicBezTo>
                  <a:pt x="1345808" y="94132"/>
                  <a:pt x="1344138" y="92341"/>
                  <a:pt x="1343171" y="90123"/>
                </a:cubicBezTo>
                <a:cubicBezTo>
                  <a:pt x="1342205" y="87904"/>
                  <a:pt x="1341722" y="83236"/>
                  <a:pt x="1341722" y="76118"/>
                </a:cubicBezTo>
                <a:lnTo>
                  <a:pt x="1341722" y="35851"/>
                </a:lnTo>
                <a:lnTo>
                  <a:pt x="1333022" y="35851"/>
                </a:lnTo>
                <a:lnTo>
                  <a:pt x="1333022" y="26625"/>
                </a:lnTo>
                <a:lnTo>
                  <a:pt x="1341722" y="26625"/>
                </a:lnTo>
                <a:lnTo>
                  <a:pt x="1341722" y="9245"/>
                </a:lnTo>
                <a:lnTo>
                  <a:pt x="1353518" y="2109"/>
                </a:lnTo>
                <a:lnTo>
                  <a:pt x="1353518" y="26625"/>
                </a:lnTo>
                <a:lnTo>
                  <a:pt x="1365447" y="26625"/>
                </a:lnTo>
                <a:lnTo>
                  <a:pt x="1365447" y="35851"/>
                </a:lnTo>
                <a:lnTo>
                  <a:pt x="1353518" y="35851"/>
                </a:lnTo>
                <a:lnTo>
                  <a:pt x="1353518" y="76777"/>
                </a:lnTo>
                <a:cubicBezTo>
                  <a:pt x="1353518" y="80160"/>
                  <a:pt x="1353727" y="82335"/>
                  <a:pt x="1354144" y="83302"/>
                </a:cubicBezTo>
                <a:cubicBezTo>
                  <a:pt x="1354562" y="84268"/>
                  <a:pt x="1355243" y="85037"/>
                  <a:pt x="1356187" y="85608"/>
                </a:cubicBezTo>
                <a:cubicBezTo>
                  <a:pt x="1357132" y="86179"/>
                  <a:pt x="1358483" y="86465"/>
                  <a:pt x="1360240" y="86465"/>
                </a:cubicBezTo>
                <a:cubicBezTo>
                  <a:pt x="1361558" y="86465"/>
                  <a:pt x="1363294" y="86355"/>
                  <a:pt x="1365447" y="86136"/>
                </a:cubicBezTo>
                <a:close/>
                <a:moveTo>
                  <a:pt x="1434031" y="96614"/>
                </a:moveTo>
                <a:lnTo>
                  <a:pt x="1407406" y="26625"/>
                </a:lnTo>
                <a:lnTo>
                  <a:pt x="1419928" y="26625"/>
                </a:lnTo>
                <a:lnTo>
                  <a:pt x="1434954" y="68539"/>
                </a:lnTo>
                <a:cubicBezTo>
                  <a:pt x="1436580" y="73065"/>
                  <a:pt x="1438073" y="77766"/>
                  <a:pt x="1439435" y="82643"/>
                </a:cubicBezTo>
                <a:cubicBezTo>
                  <a:pt x="1440490" y="78952"/>
                  <a:pt x="1441962" y="74515"/>
                  <a:pt x="1443851" y="69330"/>
                </a:cubicBezTo>
                <a:lnTo>
                  <a:pt x="1459404" y="26625"/>
                </a:lnTo>
                <a:lnTo>
                  <a:pt x="1471596" y="26625"/>
                </a:lnTo>
                <a:lnTo>
                  <a:pt x="1445103" y="96614"/>
                </a:lnTo>
                <a:lnTo>
                  <a:pt x="1434031" y="96614"/>
                </a:lnTo>
                <a:close/>
                <a:moveTo>
                  <a:pt x="1527746" y="87973"/>
                </a:moveTo>
                <a:cubicBezTo>
                  <a:pt x="1523352" y="91710"/>
                  <a:pt x="1519123" y="94348"/>
                  <a:pt x="1515059" y="95887"/>
                </a:cubicBezTo>
                <a:cubicBezTo>
                  <a:pt x="1510995" y="97426"/>
                  <a:pt x="1506635" y="98196"/>
                  <a:pt x="1501978" y="98196"/>
                </a:cubicBezTo>
                <a:cubicBezTo>
                  <a:pt x="1494289" y="98196"/>
                  <a:pt x="1488380" y="96316"/>
                  <a:pt x="1484250" y="92557"/>
                </a:cubicBezTo>
                <a:cubicBezTo>
                  <a:pt x="1480120" y="88798"/>
                  <a:pt x="1478055" y="83994"/>
                  <a:pt x="1478055" y="78147"/>
                </a:cubicBezTo>
                <a:cubicBezTo>
                  <a:pt x="1478055" y="74719"/>
                  <a:pt x="1478835" y="71587"/>
                  <a:pt x="1480394" y="68752"/>
                </a:cubicBezTo>
                <a:cubicBezTo>
                  <a:pt x="1481954" y="65915"/>
                  <a:pt x="1483997" y="63639"/>
                  <a:pt x="1486523" y="61924"/>
                </a:cubicBezTo>
                <a:cubicBezTo>
                  <a:pt x="1489050" y="60209"/>
                  <a:pt x="1491894" y="58913"/>
                  <a:pt x="1495058" y="58034"/>
                </a:cubicBezTo>
                <a:cubicBezTo>
                  <a:pt x="1497386" y="57418"/>
                  <a:pt x="1500901" y="56824"/>
                  <a:pt x="1505602" y="56253"/>
                </a:cubicBezTo>
                <a:cubicBezTo>
                  <a:pt x="1515180" y="55118"/>
                  <a:pt x="1522232" y="53766"/>
                  <a:pt x="1526757" y="52195"/>
                </a:cubicBezTo>
                <a:cubicBezTo>
                  <a:pt x="1526801" y="50577"/>
                  <a:pt x="1526823" y="49548"/>
                  <a:pt x="1526823" y="49110"/>
                </a:cubicBezTo>
                <a:cubicBezTo>
                  <a:pt x="1526823" y="44295"/>
                  <a:pt x="1525703" y="40903"/>
                  <a:pt x="1523462" y="38934"/>
                </a:cubicBezTo>
                <a:cubicBezTo>
                  <a:pt x="1520431" y="36264"/>
                  <a:pt x="1515927" y="34929"/>
                  <a:pt x="1509952" y="34929"/>
                </a:cubicBezTo>
                <a:cubicBezTo>
                  <a:pt x="1504372" y="34929"/>
                  <a:pt x="1500253" y="35906"/>
                  <a:pt x="1497595" y="37861"/>
                </a:cubicBezTo>
                <a:cubicBezTo>
                  <a:pt x="1494937" y="39817"/>
                  <a:pt x="1492971" y="43276"/>
                  <a:pt x="1491697" y="48241"/>
                </a:cubicBezTo>
                <a:lnTo>
                  <a:pt x="1480098" y="46660"/>
                </a:lnTo>
                <a:cubicBezTo>
                  <a:pt x="1481152" y="41680"/>
                  <a:pt x="1482888" y="37658"/>
                  <a:pt x="1485304" y="34595"/>
                </a:cubicBezTo>
                <a:cubicBezTo>
                  <a:pt x="1487721" y="31532"/>
                  <a:pt x="1491213" y="29175"/>
                  <a:pt x="1495783" y="27523"/>
                </a:cubicBezTo>
                <a:cubicBezTo>
                  <a:pt x="1500352" y="25870"/>
                  <a:pt x="1505646" y="25043"/>
                  <a:pt x="1511665" y="25043"/>
                </a:cubicBezTo>
                <a:cubicBezTo>
                  <a:pt x="1517641" y="25043"/>
                  <a:pt x="1522496" y="25746"/>
                  <a:pt x="1526230" y="27152"/>
                </a:cubicBezTo>
                <a:cubicBezTo>
                  <a:pt x="1529965" y="28558"/>
                  <a:pt x="1532711" y="30326"/>
                  <a:pt x="1534468" y="32457"/>
                </a:cubicBezTo>
                <a:cubicBezTo>
                  <a:pt x="1536225" y="34588"/>
                  <a:pt x="1537456" y="37279"/>
                  <a:pt x="1538159" y="40531"/>
                </a:cubicBezTo>
                <a:cubicBezTo>
                  <a:pt x="1538554" y="42552"/>
                  <a:pt x="1538752" y="46198"/>
                  <a:pt x="1538752" y="51470"/>
                </a:cubicBezTo>
                <a:lnTo>
                  <a:pt x="1538752" y="67287"/>
                </a:lnTo>
                <a:cubicBezTo>
                  <a:pt x="1538752" y="78315"/>
                  <a:pt x="1539004" y="85290"/>
                  <a:pt x="1539510" y="88212"/>
                </a:cubicBezTo>
                <a:cubicBezTo>
                  <a:pt x="1540015" y="91133"/>
                  <a:pt x="1541014" y="93934"/>
                  <a:pt x="1542508" y="96614"/>
                </a:cubicBezTo>
                <a:lnTo>
                  <a:pt x="1530118" y="96614"/>
                </a:lnTo>
                <a:cubicBezTo>
                  <a:pt x="1528888" y="94151"/>
                  <a:pt x="1528097" y="91271"/>
                  <a:pt x="1527746" y="87973"/>
                </a:cubicBezTo>
                <a:moveTo>
                  <a:pt x="1526757" y="61422"/>
                </a:moveTo>
                <a:cubicBezTo>
                  <a:pt x="1522452" y="63194"/>
                  <a:pt x="1515993" y="64701"/>
                  <a:pt x="1507382" y="65940"/>
                </a:cubicBezTo>
                <a:cubicBezTo>
                  <a:pt x="1502505" y="66646"/>
                  <a:pt x="1499056" y="67440"/>
                  <a:pt x="1497035" y="68323"/>
                </a:cubicBezTo>
                <a:cubicBezTo>
                  <a:pt x="1495014" y="69205"/>
                  <a:pt x="1493454" y="70495"/>
                  <a:pt x="1492356" y="72195"/>
                </a:cubicBezTo>
                <a:cubicBezTo>
                  <a:pt x="1491257" y="73893"/>
                  <a:pt x="1490708" y="75779"/>
                  <a:pt x="1490708" y="77852"/>
                </a:cubicBezTo>
                <a:cubicBezTo>
                  <a:pt x="1490708" y="81028"/>
                  <a:pt x="1491905" y="83675"/>
                  <a:pt x="1494300" y="85794"/>
                </a:cubicBezTo>
                <a:cubicBezTo>
                  <a:pt x="1496694" y="87911"/>
                  <a:pt x="1500198" y="88969"/>
                  <a:pt x="1504811" y="88969"/>
                </a:cubicBezTo>
                <a:cubicBezTo>
                  <a:pt x="1509381" y="88969"/>
                  <a:pt x="1513445" y="87965"/>
                  <a:pt x="1517004" y="85956"/>
                </a:cubicBezTo>
                <a:cubicBezTo>
                  <a:pt x="1520562" y="83948"/>
                  <a:pt x="1523177" y="81200"/>
                  <a:pt x="1524846" y="77712"/>
                </a:cubicBezTo>
                <a:cubicBezTo>
                  <a:pt x="1526120" y="75018"/>
                  <a:pt x="1526757" y="71045"/>
                  <a:pt x="1526757" y="65792"/>
                </a:cubicBezTo>
                <a:lnTo>
                  <a:pt x="1526757" y="61422"/>
                </a:lnTo>
                <a:close/>
                <a:moveTo>
                  <a:pt x="1602789" y="70912"/>
                </a:moveTo>
                <a:lnTo>
                  <a:pt x="1614454" y="72428"/>
                </a:lnTo>
                <a:cubicBezTo>
                  <a:pt x="1613180" y="80488"/>
                  <a:pt x="1609917" y="86799"/>
                  <a:pt x="1604667" y="91358"/>
                </a:cubicBezTo>
                <a:cubicBezTo>
                  <a:pt x="1599417" y="95917"/>
                  <a:pt x="1592969" y="98196"/>
                  <a:pt x="1585325" y="98196"/>
                </a:cubicBezTo>
                <a:cubicBezTo>
                  <a:pt x="1575747" y="98196"/>
                  <a:pt x="1568047" y="95065"/>
                  <a:pt x="1562225" y="88805"/>
                </a:cubicBezTo>
                <a:cubicBezTo>
                  <a:pt x="1556404" y="82544"/>
                  <a:pt x="1553493" y="73570"/>
                  <a:pt x="1553493" y="61883"/>
                </a:cubicBezTo>
                <a:cubicBezTo>
                  <a:pt x="1553493" y="54326"/>
                  <a:pt x="1554745" y="47714"/>
                  <a:pt x="1557250" y="42046"/>
                </a:cubicBezTo>
                <a:cubicBezTo>
                  <a:pt x="1559754" y="36379"/>
                  <a:pt x="1563565" y="32128"/>
                  <a:pt x="1568684" y="29294"/>
                </a:cubicBezTo>
                <a:cubicBezTo>
                  <a:pt x="1573802" y="26460"/>
                  <a:pt x="1579371" y="25043"/>
                  <a:pt x="1585390" y="25043"/>
                </a:cubicBezTo>
                <a:cubicBezTo>
                  <a:pt x="1592991" y="25043"/>
                  <a:pt x="1599208" y="26972"/>
                  <a:pt x="1604041" y="30828"/>
                </a:cubicBezTo>
                <a:cubicBezTo>
                  <a:pt x="1608874" y="34684"/>
                  <a:pt x="1611971" y="40158"/>
                  <a:pt x="1613333" y="47253"/>
                </a:cubicBezTo>
                <a:lnTo>
                  <a:pt x="1601800" y="49032"/>
                </a:lnTo>
                <a:cubicBezTo>
                  <a:pt x="1600702" y="44353"/>
                  <a:pt x="1598758" y="40833"/>
                  <a:pt x="1595968" y="38471"/>
                </a:cubicBezTo>
                <a:cubicBezTo>
                  <a:pt x="1593178" y="36109"/>
                  <a:pt x="1589806" y="34929"/>
                  <a:pt x="1585852" y="34929"/>
                </a:cubicBezTo>
                <a:cubicBezTo>
                  <a:pt x="1579877" y="34929"/>
                  <a:pt x="1575022" y="37060"/>
                  <a:pt x="1571287" y="41323"/>
                </a:cubicBezTo>
                <a:cubicBezTo>
                  <a:pt x="1567553" y="45585"/>
                  <a:pt x="1565685" y="52329"/>
                  <a:pt x="1565685" y="61554"/>
                </a:cubicBezTo>
                <a:cubicBezTo>
                  <a:pt x="1565685" y="70911"/>
                  <a:pt x="1567487" y="77710"/>
                  <a:pt x="1571089" y="81951"/>
                </a:cubicBezTo>
                <a:cubicBezTo>
                  <a:pt x="1574692" y="86190"/>
                  <a:pt x="1579393" y="88310"/>
                  <a:pt x="1585193" y="88310"/>
                </a:cubicBezTo>
                <a:cubicBezTo>
                  <a:pt x="1589850" y="88310"/>
                  <a:pt x="1593738" y="86888"/>
                  <a:pt x="1596858" y="84043"/>
                </a:cubicBezTo>
                <a:cubicBezTo>
                  <a:pt x="1599977" y="81198"/>
                  <a:pt x="1601954" y="76821"/>
                  <a:pt x="1602789" y="70912"/>
                </a:cubicBezTo>
                <a:close/>
                <a:moveTo>
                  <a:pt x="1670274" y="70912"/>
                </a:moveTo>
                <a:lnTo>
                  <a:pt x="1681939" y="72428"/>
                </a:lnTo>
                <a:cubicBezTo>
                  <a:pt x="1680665" y="80488"/>
                  <a:pt x="1677402" y="86799"/>
                  <a:pt x="1672152" y="91358"/>
                </a:cubicBezTo>
                <a:cubicBezTo>
                  <a:pt x="1666902" y="95917"/>
                  <a:pt x="1660454" y="98196"/>
                  <a:pt x="1652810" y="98196"/>
                </a:cubicBezTo>
                <a:cubicBezTo>
                  <a:pt x="1643232" y="98196"/>
                  <a:pt x="1635532" y="95065"/>
                  <a:pt x="1629710" y="88805"/>
                </a:cubicBezTo>
                <a:cubicBezTo>
                  <a:pt x="1623889" y="82544"/>
                  <a:pt x="1620978" y="73570"/>
                  <a:pt x="1620978" y="61883"/>
                </a:cubicBezTo>
                <a:cubicBezTo>
                  <a:pt x="1620978" y="54326"/>
                  <a:pt x="1622230" y="47714"/>
                  <a:pt x="1624735" y="42046"/>
                </a:cubicBezTo>
                <a:cubicBezTo>
                  <a:pt x="1627239" y="36379"/>
                  <a:pt x="1631050" y="32128"/>
                  <a:pt x="1636169" y="29294"/>
                </a:cubicBezTo>
                <a:cubicBezTo>
                  <a:pt x="1641287" y="26460"/>
                  <a:pt x="1646856" y="25043"/>
                  <a:pt x="1652875" y="25043"/>
                </a:cubicBezTo>
                <a:cubicBezTo>
                  <a:pt x="1660476" y="25043"/>
                  <a:pt x="1666693" y="26972"/>
                  <a:pt x="1671526" y="30828"/>
                </a:cubicBezTo>
                <a:cubicBezTo>
                  <a:pt x="1676359" y="34684"/>
                  <a:pt x="1679456" y="40158"/>
                  <a:pt x="1680818" y="47253"/>
                </a:cubicBezTo>
                <a:lnTo>
                  <a:pt x="1669285" y="49032"/>
                </a:lnTo>
                <a:cubicBezTo>
                  <a:pt x="1668187" y="44353"/>
                  <a:pt x="1666243" y="40833"/>
                  <a:pt x="1663453" y="38471"/>
                </a:cubicBezTo>
                <a:cubicBezTo>
                  <a:pt x="1660663" y="36109"/>
                  <a:pt x="1657291" y="34929"/>
                  <a:pt x="1653337" y="34929"/>
                </a:cubicBezTo>
                <a:cubicBezTo>
                  <a:pt x="1647362" y="34929"/>
                  <a:pt x="1642507" y="37060"/>
                  <a:pt x="1638772" y="41323"/>
                </a:cubicBezTo>
                <a:cubicBezTo>
                  <a:pt x="1635038" y="45585"/>
                  <a:pt x="1633170" y="52329"/>
                  <a:pt x="1633170" y="61554"/>
                </a:cubicBezTo>
                <a:cubicBezTo>
                  <a:pt x="1633170" y="70911"/>
                  <a:pt x="1634972" y="77710"/>
                  <a:pt x="1638574" y="81951"/>
                </a:cubicBezTo>
                <a:cubicBezTo>
                  <a:pt x="1642177" y="86190"/>
                  <a:pt x="1646878" y="88310"/>
                  <a:pt x="1652678" y="88310"/>
                </a:cubicBezTo>
                <a:cubicBezTo>
                  <a:pt x="1657335" y="88310"/>
                  <a:pt x="1661223" y="86888"/>
                  <a:pt x="1664343" y="84043"/>
                </a:cubicBezTo>
                <a:cubicBezTo>
                  <a:pt x="1667462" y="81198"/>
                  <a:pt x="1669439" y="76821"/>
                  <a:pt x="1670274" y="70912"/>
                </a:cubicBezTo>
                <a:close/>
                <a:moveTo>
                  <a:pt x="1692154" y="13708"/>
                </a:moveTo>
                <a:lnTo>
                  <a:pt x="1692154" y="0"/>
                </a:lnTo>
                <a:lnTo>
                  <a:pt x="1704016" y="0"/>
                </a:lnTo>
                <a:lnTo>
                  <a:pt x="1704016" y="13708"/>
                </a:lnTo>
                <a:lnTo>
                  <a:pt x="1692154" y="13708"/>
                </a:lnTo>
                <a:moveTo>
                  <a:pt x="1692154" y="96614"/>
                </a:moveTo>
                <a:lnTo>
                  <a:pt x="1692154" y="26625"/>
                </a:lnTo>
                <a:lnTo>
                  <a:pt x="1704016" y="26625"/>
                </a:lnTo>
                <a:lnTo>
                  <a:pt x="1704016" y="96614"/>
                </a:lnTo>
                <a:lnTo>
                  <a:pt x="1692154" y="96614"/>
                </a:lnTo>
                <a:close/>
                <a:moveTo>
                  <a:pt x="1722051" y="96614"/>
                </a:moveTo>
                <a:lnTo>
                  <a:pt x="1722051" y="26625"/>
                </a:lnTo>
                <a:lnTo>
                  <a:pt x="1732727" y="26625"/>
                </a:lnTo>
                <a:lnTo>
                  <a:pt x="1732727" y="36510"/>
                </a:lnTo>
                <a:cubicBezTo>
                  <a:pt x="1737868" y="28866"/>
                  <a:pt x="1745293" y="25043"/>
                  <a:pt x="1755003" y="25043"/>
                </a:cubicBezTo>
                <a:cubicBezTo>
                  <a:pt x="1759221" y="25043"/>
                  <a:pt x="1763098" y="25801"/>
                  <a:pt x="1766635" y="27317"/>
                </a:cubicBezTo>
                <a:cubicBezTo>
                  <a:pt x="1770172" y="28833"/>
                  <a:pt x="1772819" y="30821"/>
                  <a:pt x="1774576" y="33281"/>
                </a:cubicBezTo>
                <a:cubicBezTo>
                  <a:pt x="1776333" y="35742"/>
                  <a:pt x="1777564" y="38663"/>
                  <a:pt x="1778267" y="42046"/>
                </a:cubicBezTo>
                <a:cubicBezTo>
                  <a:pt x="1778706" y="44243"/>
                  <a:pt x="1778926" y="48087"/>
                  <a:pt x="1778926" y="53579"/>
                </a:cubicBezTo>
                <a:lnTo>
                  <a:pt x="1778926" y="96614"/>
                </a:lnTo>
                <a:lnTo>
                  <a:pt x="1767063" y="96614"/>
                </a:lnTo>
                <a:lnTo>
                  <a:pt x="1767063" y="53995"/>
                </a:lnTo>
                <a:cubicBezTo>
                  <a:pt x="1767063" y="49157"/>
                  <a:pt x="1766602" y="45539"/>
                  <a:pt x="1765679" y="43142"/>
                </a:cubicBezTo>
                <a:cubicBezTo>
                  <a:pt x="1764756" y="40745"/>
                  <a:pt x="1763120" y="38831"/>
                  <a:pt x="1760769" y="37402"/>
                </a:cubicBezTo>
                <a:cubicBezTo>
                  <a:pt x="1758419" y="35973"/>
                  <a:pt x="1755662" y="35258"/>
                  <a:pt x="1752498" y="35258"/>
                </a:cubicBezTo>
                <a:cubicBezTo>
                  <a:pt x="1747446" y="35258"/>
                  <a:pt x="1743085" y="36864"/>
                  <a:pt x="1739417" y="40075"/>
                </a:cubicBezTo>
                <a:cubicBezTo>
                  <a:pt x="1735748" y="43285"/>
                  <a:pt x="1733914" y="49377"/>
                  <a:pt x="1733914" y="58349"/>
                </a:cubicBezTo>
                <a:lnTo>
                  <a:pt x="1733914" y="96614"/>
                </a:lnTo>
                <a:lnTo>
                  <a:pt x="1722051" y="96614"/>
                </a:lnTo>
                <a:close/>
                <a:moveTo>
                  <a:pt x="1845006" y="74075"/>
                </a:moveTo>
                <a:lnTo>
                  <a:pt x="1857264" y="75591"/>
                </a:lnTo>
                <a:cubicBezTo>
                  <a:pt x="1855331" y="82753"/>
                  <a:pt x="1851750" y="88310"/>
                  <a:pt x="1846522" y="92265"/>
                </a:cubicBezTo>
                <a:cubicBezTo>
                  <a:pt x="1841294" y="96219"/>
                  <a:pt x="1834615" y="98196"/>
                  <a:pt x="1826487" y="98196"/>
                </a:cubicBezTo>
                <a:cubicBezTo>
                  <a:pt x="1816250" y="98196"/>
                  <a:pt x="1808133" y="95043"/>
                  <a:pt x="1802136" y="88739"/>
                </a:cubicBezTo>
                <a:cubicBezTo>
                  <a:pt x="1796139" y="82434"/>
                  <a:pt x="1793140" y="73592"/>
                  <a:pt x="1793140" y="62213"/>
                </a:cubicBezTo>
                <a:cubicBezTo>
                  <a:pt x="1793140" y="50438"/>
                  <a:pt x="1796172" y="41299"/>
                  <a:pt x="1802235" y="34797"/>
                </a:cubicBezTo>
                <a:cubicBezTo>
                  <a:pt x="1808298" y="28294"/>
                  <a:pt x="1816163" y="25043"/>
                  <a:pt x="1825828" y="25043"/>
                </a:cubicBezTo>
                <a:cubicBezTo>
                  <a:pt x="1835187" y="25043"/>
                  <a:pt x="1842831" y="28224"/>
                  <a:pt x="1848763" y="34585"/>
                </a:cubicBezTo>
                <a:cubicBezTo>
                  <a:pt x="1854694" y="40944"/>
                  <a:pt x="1857660" y="49892"/>
                  <a:pt x="1857660" y="61428"/>
                </a:cubicBezTo>
                <a:cubicBezTo>
                  <a:pt x="1857660" y="62130"/>
                  <a:pt x="1857638" y="63182"/>
                  <a:pt x="1857594" y="64585"/>
                </a:cubicBezTo>
                <a:lnTo>
                  <a:pt x="1805398" y="64585"/>
                </a:lnTo>
                <a:cubicBezTo>
                  <a:pt x="1805838" y="72252"/>
                  <a:pt x="1808012" y="78123"/>
                  <a:pt x="1811923" y="82198"/>
                </a:cubicBezTo>
                <a:cubicBezTo>
                  <a:pt x="1815833" y="86273"/>
                  <a:pt x="1820710" y="88310"/>
                  <a:pt x="1826553" y="88310"/>
                </a:cubicBezTo>
                <a:cubicBezTo>
                  <a:pt x="1830903" y="88310"/>
                  <a:pt x="1834615" y="87179"/>
                  <a:pt x="1837691" y="84916"/>
                </a:cubicBezTo>
                <a:cubicBezTo>
                  <a:pt x="1840766" y="82652"/>
                  <a:pt x="1843205" y="79039"/>
                  <a:pt x="1845006" y="74075"/>
                </a:cubicBezTo>
                <a:moveTo>
                  <a:pt x="1806057" y="54700"/>
                </a:moveTo>
                <a:lnTo>
                  <a:pt x="1845138" y="54700"/>
                </a:lnTo>
                <a:cubicBezTo>
                  <a:pt x="1844611" y="48908"/>
                  <a:pt x="1843117" y="44565"/>
                  <a:pt x="1840657" y="41669"/>
                </a:cubicBezTo>
                <a:cubicBezTo>
                  <a:pt x="1836878" y="37176"/>
                  <a:pt x="1831979" y="34929"/>
                  <a:pt x="1825960" y="34929"/>
                </a:cubicBezTo>
                <a:cubicBezTo>
                  <a:pt x="1820512" y="34929"/>
                  <a:pt x="1815932" y="36723"/>
                  <a:pt x="1812219" y="40310"/>
                </a:cubicBezTo>
                <a:cubicBezTo>
                  <a:pt x="1808507" y="43896"/>
                  <a:pt x="1806453" y="48693"/>
                  <a:pt x="1806057" y="54700"/>
                </a:cubicBezTo>
                <a:close/>
                <a:moveTo>
                  <a:pt x="1867393" y="75657"/>
                </a:moveTo>
                <a:lnTo>
                  <a:pt x="1879124" y="73812"/>
                </a:lnTo>
                <a:cubicBezTo>
                  <a:pt x="1879783" y="78492"/>
                  <a:pt x="1881617" y="82079"/>
                  <a:pt x="1884627" y="84572"/>
                </a:cubicBezTo>
                <a:cubicBezTo>
                  <a:pt x="1887636" y="87064"/>
                  <a:pt x="1891843" y="88310"/>
                  <a:pt x="1897247" y="88310"/>
                </a:cubicBezTo>
                <a:cubicBezTo>
                  <a:pt x="1902695" y="88310"/>
                  <a:pt x="1906737" y="87210"/>
                  <a:pt x="1909373" y="85009"/>
                </a:cubicBezTo>
                <a:cubicBezTo>
                  <a:pt x="1912009" y="82807"/>
                  <a:pt x="1913327" y="80224"/>
                  <a:pt x="1913327" y="77261"/>
                </a:cubicBezTo>
                <a:cubicBezTo>
                  <a:pt x="1913327" y="74602"/>
                  <a:pt x="1912163" y="72509"/>
                  <a:pt x="1909835" y="70984"/>
                </a:cubicBezTo>
                <a:cubicBezTo>
                  <a:pt x="1908209" y="69938"/>
                  <a:pt x="1904167" y="68608"/>
                  <a:pt x="1897708" y="66995"/>
                </a:cubicBezTo>
                <a:cubicBezTo>
                  <a:pt x="1889009" y="64797"/>
                  <a:pt x="1882979" y="62895"/>
                  <a:pt x="1879618" y="61290"/>
                </a:cubicBezTo>
                <a:cubicBezTo>
                  <a:pt x="1876257" y="59685"/>
                  <a:pt x="1873709" y="57464"/>
                  <a:pt x="1871973" y="54628"/>
                </a:cubicBezTo>
                <a:cubicBezTo>
                  <a:pt x="1870238" y="51791"/>
                  <a:pt x="1869370" y="48658"/>
                  <a:pt x="1869370" y="45228"/>
                </a:cubicBezTo>
                <a:cubicBezTo>
                  <a:pt x="1869370" y="42106"/>
                  <a:pt x="1870084" y="39214"/>
                  <a:pt x="1871512" y="36554"/>
                </a:cubicBezTo>
                <a:cubicBezTo>
                  <a:pt x="1872940" y="33893"/>
                  <a:pt x="1874884" y="31683"/>
                  <a:pt x="1877344" y="29924"/>
                </a:cubicBezTo>
                <a:cubicBezTo>
                  <a:pt x="1879190" y="28561"/>
                  <a:pt x="1881705" y="27407"/>
                  <a:pt x="1884890" y="26462"/>
                </a:cubicBezTo>
                <a:cubicBezTo>
                  <a:pt x="1888076" y="25516"/>
                  <a:pt x="1891491" y="25043"/>
                  <a:pt x="1895138" y="25043"/>
                </a:cubicBezTo>
                <a:cubicBezTo>
                  <a:pt x="1900630" y="25043"/>
                  <a:pt x="1905452" y="25840"/>
                  <a:pt x="1909604" y="27432"/>
                </a:cubicBezTo>
                <a:cubicBezTo>
                  <a:pt x="1913756" y="29024"/>
                  <a:pt x="1916820" y="31180"/>
                  <a:pt x="1918797" y="33901"/>
                </a:cubicBezTo>
                <a:cubicBezTo>
                  <a:pt x="1920775" y="36621"/>
                  <a:pt x="1922137" y="40259"/>
                  <a:pt x="1922883" y="44814"/>
                </a:cubicBezTo>
                <a:lnTo>
                  <a:pt x="1911284" y="46396"/>
                </a:lnTo>
                <a:cubicBezTo>
                  <a:pt x="1910757" y="42793"/>
                  <a:pt x="1909230" y="39981"/>
                  <a:pt x="1906704" y="37960"/>
                </a:cubicBezTo>
                <a:cubicBezTo>
                  <a:pt x="1904178" y="35939"/>
                  <a:pt x="1900608" y="34929"/>
                  <a:pt x="1895995" y="34929"/>
                </a:cubicBezTo>
                <a:cubicBezTo>
                  <a:pt x="1890547" y="34929"/>
                  <a:pt x="1886659" y="35825"/>
                  <a:pt x="1884330" y="37618"/>
                </a:cubicBezTo>
                <a:cubicBezTo>
                  <a:pt x="1882001" y="39410"/>
                  <a:pt x="1880837" y="41509"/>
                  <a:pt x="1880837" y="43914"/>
                </a:cubicBezTo>
                <a:cubicBezTo>
                  <a:pt x="1880837" y="45444"/>
                  <a:pt x="1881320" y="46821"/>
                  <a:pt x="1882287" y="48046"/>
                </a:cubicBezTo>
                <a:cubicBezTo>
                  <a:pt x="1883254" y="49313"/>
                  <a:pt x="1884769" y="50362"/>
                  <a:pt x="1886834" y="51192"/>
                </a:cubicBezTo>
                <a:cubicBezTo>
                  <a:pt x="1888021" y="51630"/>
                  <a:pt x="1891513" y="52636"/>
                  <a:pt x="1897313" y="54210"/>
                </a:cubicBezTo>
                <a:cubicBezTo>
                  <a:pt x="1905705" y="56449"/>
                  <a:pt x="1911559" y="58282"/>
                  <a:pt x="1914876" y="59708"/>
                </a:cubicBezTo>
                <a:cubicBezTo>
                  <a:pt x="1918193" y="61135"/>
                  <a:pt x="1920796" y="63209"/>
                  <a:pt x="1922686" y="65932"/>
                </a:cubicBezTo>
                <a:cubicBezTo>
                  <a:pt x="1924575" y="68653"/>
                  <a:pt x="1925520" y="72033"/>
                  <a:pt x="1925520" y="76071"/>
                </a:cubicBezTo>
                <a:cubicBezTo>
                  <a:pt x="1925520" y="80022"/>
                  <a:pt x="1924366" y="83743"/>
                  <a:pt x="1922060" y="87233"/>
                </a:cubicBezTo>
                <a:cubicBezTo>
                  <a:pt x="1919753" y="90722"/>
                  <a:pt x="1916425" y="93421"/>
                  <a:pt x="1912075" y="95331"/>
                </a:cubicBezTo>
                <a:cubicBezTo>
                  <a:pt x="1907726" y="97241"/>
                  <a:pt x="1902805" y="98196"/>
                  <a:pt x="1897313" y="98196"/>
                </a:cubicBezTo>
                <a:cubicBezTo>
                  <a:pt x="1888218" y="98196"/>
                  <a:pt x="1881287" y="96301"/>
                  <a:pt x="1876520" y="92512"/>
                </a:cubicBezTo>
                <a:cubicBezTo>
                  <a:pt x="1871753" y="88722"/>
                  <a:pt x="1868711" y="83104"/>
                  <a:pt x="1867393" y="75657"/>
                </a:cubicBezTo>
                <a:close/>
                <a:moveTo>
                  <a:pt x="1942720" y="96614"/>
                </a:moveTo>
                <a:lnTo>
                  <a:pt x="1942720" y="83038"/>
                </a:lnTo>
                <a:lnTo>
                  <a:pt x="1956230" y="83038"/>
                </a:lnTo>
                <a:lnTo>
                  <a:pt x="1956230" y="96575"/>
                </a:lnTo>
                <a:cubicBezTo>
                  <a:pt x="1956230" y="101551"/>
                  <a:pt x="1955352" y="105568"/>
                  <a:pt x="1953594" y="108627"/>
                </a:cubicBezTo>
                <a:cubicBezTo>
                  <a:pt x="1951837" y="111687"/>
                  <a:pt x="1949047" y="114054"/>
                  <a:pt x="1945224" y="115726"/>
                </a:cubicBezTo>
                <a:lnTo>
                  <a:pt x="1941929" y="110586"/>
                </a:lnTo>
                <a:cubicBezTo>
                  <a:pt x="1944434" y="109493"/>
                  <a:pt x="1946279" y="107886"/>
                  <a:pt x="1947465" y="105764"/>
                </a:cubicBezTo>
                <a:cubicBezTo>
                  <a:pt x="1948651" y="103643"/>
                  <a:pt x="1949310" y="100593"/>
                  <a:pt x="1949442" y="96614"/>
                </a:cubicBezTo>
                <a:lnTo>
                  <a:pt x="1942720" y="96614"/>
                </a:lnTo>
                <a:close/>
                <a:moveTo>
                  <a:pt x="2014732" y="13708"/>
                </a:moveTo>
                <a:lnTo>
                  <a:pt x="2014732" y="0"/>
                </a:lnTo>
                <a:lnTo>
                  <a:pt x="2026594" y="0"/>
                </a:lnTo>
                <a:lnTo>
                  <a:pt x="2026594" y="13708"/>
                </a:lnTo>
                <a:lnTo>
                  <a:pt x="2014732" y="13708"/>
                </a:lnTo>
                <a:moveTo>
                  <a:pt x="2014732" y="96614"/>
                </a:moveTo>
                <a:lnTo>
                  <a:pt x="2014732" y="26625"/>
                </a:lnTo>
                <a:lnTo>
                  <a:pt x="2026594" y="26625"/>
                </a:lnTo>
                <a:lnTo>
                  <a:pt x="2026594" y="96614"/>
                </a:lnTo>
                <a:lnTo>
                  <a:pt x="2014732" y="96614"/>
                </a:lnTo>
                <a:close/>
                <a:moveTo>
                  <a:pt x="2070529" y="86136"/>
                </a:moveTo>
                <a:lnTo>
                  <a:pt x="2072243" y="96614"/>
                </a:lnTo>
                <a:cubicBezTo>
                  <a:pt x="2068904" y="97229"/>
                  <a:pt x="2065916" y="97537"/>
                  <a:pt x="2063280" y="97537"/>
                </a:cubicBezTo>
                <a:cubicBezTo>
                  <a:pt x="2058974" y="97537"/>
                  <a:pt x="2055635" y="96856"/>
                  <a:pt x="2053262" y="95494"/>
                </a:cubicBezTo>
                <a:cubicBezTo>
                  <a:pt x="2050890" y="94132"/>
                  <a:pt x="2049220" y="92341"/>
                  <a:pt x="2048254" y="90123"/>
                </a:cubicBezTo>
                <a:cubicBezTo>
                  <a:pt x="2047287" y="87904"/>
                  <a:pt x="2046804" y="83236"/>
                  <a:pt x="2046804" y="76118"/>
                </a:cubicBezTo>
                <a:lnTo>
                  <a:pt x="2046804" y="35851"/>
                </a:lnTo>
                <a:lnTo>
                  <a:pt x="2038105" y="35851"/>
                </a:lnTo>
                <a:lnTo>
                  <a:pt x="2038105" y="26625"/>
                </a:lnTo>
                <a:lnTo>
                  <a:pt x="2046804" y="26625"/>
                </a:lnTo>
                <a:lnTo>
                  <a:pt x="2046804" y="9245"/>
                </a:lnTo>
                <a:lnTo>
                  <a:pt x="2058601" y="2109"/>
                </a:lnTo>
                <a:lnTo>
                  <a:pt x="2058601" y="26625"/>
                </a:lnTo>
                <a:lnTo>
                  <a:pt x="2070529" y="26625"/>
                </a:lnTo>
                <a:lnTo>
                  <a:pt x="2070529" y="35851"/>
                </a:lnTo>
                <a:lnTo>
                  <a:pt x="2058601" y="35851"/>
                </a:lnTo>
                <a:lnTo>
                  <a:pt x="2058601" y="76777"/>
                </a:lnTo>
                <a:cubicBezTo>
                  <a:pt x="2058601" y="80160"/>
                  <a:pt x="2058809" y="82335"/>
                  <a:pt x="2059227" y="83302"/>
                </a:cubicBezTo>
                <a:cubicBezTo>
                  <a:pt x="2059644" y="84268"/>
                  <a:pt x="2060325" y="85037"/>
                  <a:pt x="2061270" y="85608"/>
                </a:cubicBezTo>
                <a:cubicBezTo>
                  <a:pt x="2062214" y="86179"/>
                  <a:pt x="2063565" y="86465"/>
                  <a:pt x="2065323" y="86465"/>
                </a:cubicBezTo>
                <a:cubicBezTo>
                  <a:pt x="2066641" y="86465"/>
                  <a:pt x="2068376" y="86355"/>
                  <a:pt x="2070529" y="86136"/>
                </a:cubicBezTo>
                <a:close/>
                <a:moveTo>
                  <a:pt x="2119672" y="96614"/>
                </a:moveTo>
                <a:lnTo>
                  <a:pt x="2119672" y="26625"/>
                </a:lnTo>
                <a:lnTo>
                  <a:pt x="2130283" y="26625"/>
                </a:lnTo>
                <a:lnTo>
                  <a:pt x="2130283" y="36379"/>
                </a:lnTo>
                <a:cubicBezTo>
                  <a:pt x="2132480" y="32971"/>
                  <a:pt x="2135401" y="30230"/>
                  <a:pt x="2139048" y="28155"/>
                </a:cubicBezTo>
                <a:cubicBezTo>
                  <a:pt x="2142695" y="26081"/>
                  <a:pt x="2146847" y="25043"/>
                  <a:pt x="2151504" y="25043"/>
                </a:cubicBezTo>
                <a:cubicBezTo>
                  <a:pt x="2156688" y="25043"/>
                  <a:pt x="2160939" y="26114"/>
                  <a:pt x="2164256" y="28256"/>
                </a:cubicBezTo>
                <a:cubicBezTo>
                  <a:pt x="2167573" y="30397"/>
                  <a:pt x="2169913" y="33390"/>
                  <a:pt x="2171275" y="37235"/>
                </a:cubicBezTo>
                <a:cubicBezTo>
                  <a:pt x="2176811" y="29107"/>
                  <a:pt x="2184016" y="25043"/>
                  <a:pt x="2192891" y="25043"/>
                </a:cubicBezTo>
                <a:cubicBezTo>
                  <a:pt x="2199833" y="25043"/>
                  <a:pt x="2205171" y="26965"/>
                  <a:pt x="2208906" y="30810"/>
                </a:cubicBezTo>
                <a:cubicBezTo>
                  <a:pt x="2212640" y="34654"/>
                  <a:pt x="2214507" y="40574"/>
                  <a:pt x="2214507" y="48571"/>
                </a:cubicBezTo>
                <a:lnTo>
                  <a:pt x="2214507" y="96614"/>
                </a:lnTo>
                <a:lnTo>
                  <a:pt x="2202711" y="96614"/>
                </a:lnTo>
                <a:lnTo>
                  <a:pt x="2202711" y="52478"/>
                </a:lnTo>
                <a:cubicBezTo>
                  <a:pt x="2202711" y="47727"/>
                  <a:pt x="2202326" y="44308"/>
                  <a:pt x="2201557" y="42219"/>
                </a:cubicBezTo>
                <a:cubicBezTo>
                  <a:pt x="2200788" y="40130"/>
                  <a:pt x="2199393" y="38447"/>
                  <a:pt x="2197372" y="37171"/>
                </a:cubicBezTo>
                <a:cubicBezTo>
                  <a:pt x="2195351" y="35896"/>
                  <a:pt x="2192979" y="35258"/>
                  <a:pt x="2190255" y="35258"/>
                </a:cubicBezTo>
                <a:cubicBezTo>
                  <a:pt x="2185334" y="35258"/>
                  <a:pt x="2181248" y="36897"/>
                  <a:pt x="2177997" y="40174"/>
                </a:cubicBezTo>
                <a:cubicBezTo>
                  <a:pt x="2174746" y="43450"/>
                  <a:pt x="2173120" y="48695"/>
                  <a:pt x="2173120" y="55909"/>
                </a:cubicBezTo>
                <a:lnTo>
                  <a:pt x="2173120" y="96614"/>
                </a:lnTo>
                <a:lnTo>
                  <a:pt x="2161257" y="96614"/>
                </a:lnTo>
                <a:lnTo>
                  <a:pt x="2161257" y="51091"/>
                </a:lnTo>
                <a:cubicBezTo>
                  <a:pt x="2161257" y="45814"/>
                  <a:pt x="2160291" y="41855"/>
                  <a:pt x="2158358" y="39217"/>
                </a:cubicBezTo>
                <a:cubicBezTo>
                  <a:pt x="2156425" y="36578"/>
                  <a:pt x="2153261" y="35258"/>
                  <a:pt x="2148868" y="35258"/>
                </a:cubicBezTo>
                <a:cubicBezTo>
                  <a:pt x="2145529" y="35258"/>
                  <a:pt x="2142442" y="36138"/>
                  <a:pt x="2139608" y="37898"/>
                </a:cubicBezTo>
                <a:cubicBezTo>
                  <a:pt x="2136774" y="39657"/>
                  <a:pt x="2134720" y="42230"/>
                  <a:pt x="2133446" y="45617"/>
                </a:cubicBezTo>
                <a:cubicBezTo>
                  <a:pt x="2132172" y="49003"/>
                  <a:pt x="2131535" y="53885"/>
                  <a:pt x="2131535" y="60262"/>
                </a:cubicBezTo>
                <a:lnTo>
                  <a:pt x="2131535" y="96614"/>
                </a:lnTo>
                <a:lnTo>
                  <a:pt x="2119672" y="96614"/>
                </a:lnTo>
                <a:close/>
                <a:moveTo>
                  <a:pt x="2277773" y="87973"/>
                </a:moveTo>
                <a:cubicBezTo>
                  <a:pt x="2273380" y="91710"/>
                  <a:pt x="2269151" y="94348"/>
                  <a:pt x="2265087" y="95887"/>
                </a:cubicBezTo>
                <a:cubicBezTo>
                  <a:pt x="2261023" y="97426"/>
                  <a:pt x="2256662" y="98196"/>
                  <a:pt x="2252005" y="98196"/>
                </a:cubicBezTo>
                <a:cubicBezTo>
                  <a:pt x="2244316" y="98196"/>
                  <a:pt x="2238407" y="96316"/>
                  <a:pt x="2234277" y="92557"/>
                </a:cubicBezTo>
                <a:cubicBezTo>
                  <a:pt x="2230147" y="88798"/>
                  <a:pt x="2228082" y="83994"/>
                  <a:pt x="2228082" y="78147"/>
                </a:cubicBezTo>
                <a:cubicBezTo>
                  <a:pt x="2228082" y="74719"/>
                  <a:pt x="2228862" y="71587"/>
                  <a:pt x="2230422" y="68752"/>
                </a:cubicBezTo>
                <a:cubicBezTo>
                  <a:pt x="2231981" y="65915"/>
                  <a:pt x="2234024" y="63639"/>
                  <a:pt x="2236551" y="61924"/>
                </a:cubicBezTo>
                <a:cubicBezTo>
                  <a:pt x="2239077" y="60209"/>
                  <a:pt x="2241922" y="58913"/>
                  <a:pt x="2245085" y="58034"/>
                </a:cubicBezTo>
                <a:cubicBezTo>
                  <a:pt x="2247414" y="57418"/>
                  <a:pt x="2250929" y="56824"/>
                  <a:pt x="2255630" y="56253"/>
                </a:cubicBezTo>
                <a:cubicBezTo>
                  <a:pt x="2265208" y="55118"/>
                  <a:pt x="2272259" y="53766"/>
                  <a:pt x="2276785" y="52195"/>
                </a:cubicBezTo>
                <a:cubicBezTo>
                  <a:pt x="2276829" y="50577"/>
                  <a:pt x="2276851" y="49548"/>
                  <a:pt x="2276851" y="49110"/>
                </a:cubicBezTo>
                <a:cubicBezTo>
                  <a:pt x="2276851" y="44295"/>
                  <a:pt x="2275730" y="40903"/>
                  <a:pt x="2273490" y="38934"/>
                </a:cubicBezTo>
                <a:cubicBezTo>
                  <a:pt x="2270458" y="36264"/>
                  <a:pt x="2265955" y="34929"/>
                  <a:pt x="2259979" y="34929"/>
                </a:cubicBezTo>
                <a:cubicBezTo>
                  <a:pt x="2254400" y="34929"/>
                  <a:pt x="2250281" y="35906"/>
                  <a:pt x="2247623" y="37861"/>
                </a:cubicBezTo>
                <a:cubicBezTo>
                  <a:pt x="2244964" y="39817"/>
                  <a:pt x="2242998" y="43276"/>
                  <a:pt x="2241724" y="48241"/>
                </a:cubicBezTo>
                <a:lnTo>
                  <a:pt x="2230125" y="46660"/>
                </a:lnTo>
                <a:cubicBezTo>
                  <a:pt x="2231180" y="41680"/>
                  <a:pt x="2232915" y="37658"/>
                  <a:pt x="2235332" y="34595"/>
                </a:cubicBezTo>
                <a:cubicBezTo>
                  <a:pt x="2237748" y="31532"/>
                  <a:pt x="2241241" y="29175"/>
                  <a:pt x="2245810" y="27523"/>
                </a:cubicBezTo>
                <a:cubicBezTo>
                  <a:pt x="2250379" y="25870"/>
                  <a:pt x="2255674" y="25043"/>
                  <a:pt x="2261693" y="25043"/>
                </a:cubicBezTo>
                <a:cubicBezTo>
                  <a:pt x="2267668" y="25043"/>
                  <a:pt x="2272523" y="25746"/>
                  <a:pt x="2276257" y="27152"/>
                </a:cubicBezTo>
                <a:cubicBezTo>
                  <a:pt x="2279992" y="28558"/>
                  <a:pt x="2282738" y="30326"/>
                  <a:pt x="2284495" y="32457"/>
                </a:cubicBezTo>
                <a:cubicBezTo>
                  <a:pt x="2286253" y="34588"/>
                  <a:pt x="2287483" y="37279"/>
                  <a:pt x="2288186" y="40531"/>
                </a:cubicBezTo>
                <a:cubicBezTo>
                  <a:pt x="2288581" y="42552"/>
                  <a:pt x="2288779" y="46198"/>
                  <a:pt x="2288779" y="51470"/>
                </a:cubicBezTo>
                <a:lnTo>
                  <a:pt x="2288779" y="67287"/>
                </a:lnTo>
                <a:cubicBezTo>
                  <a:pt x="2288779" y="78315"/>
                  <a:pt x="2289032" y="85290"/>
                  <a:pt x="2289537" y="88212"/>
                </a:cubicBezTo>
                <a:cubicBezTo>
                  <a:pt x="2290042" y="91133"/>
                  <a:pt x="2291042" y="93934"/>
                  <a:pt x="2292536" y="96614"/>
                </a:cubicBezTo>
                <a:lnTo>
                  <a:pt x="2280146" y="96614"/>
                </a:lnTo>
                <a:cubicBezTo>
                  <a:pt x="2278916" y="94151"/>
                  <a:pt x="2278125" y="91271"/>
                  <a:pt x="2277773" y="87973"/>
                </a:cubicBezTo>
                <a:moveTo>
                  <a:pt x="2276785" y="61422"/>
                </a:moveTo>
                <a:cubicBezTo>
                  <a:pt x="2272479" y="63194"/>
                  <a:pt x="2266021" y="64701"/>
                  <a:pt x="2257409" y="65940"/>
                </a:cubicBezTo>
                <a:cubicBezTo>
                  <a:pt x="2252532" y="66646"/>
                  <a:pt x="2249083" y="67440"/>
                  <a:pt x="2247062" y="68323"/>
                </a:cubicBezTo>
                <a:cubicBezTo>
                  <a:pt x="2245041" y="69205"/>
                  <a:pt x="2243482" y="70495"/>
                  <a:pt x="2242383" y="72195"/>
                </a:cubicBezTo>
                <a:cubicBezTo>
                  <a:pt x="2241285" y="73893"/>
                  <a:pt x="2240736" y="75779"/>
                  <a:pt x="2240736" y="77852"/>
                </a:cubicBezTo>
                <a:cubicBezTo>
                  <a:pt x="2240736" y="81028"/>
                  <a:pt x="2241933" y="83675"/>
                  <a:pt x="2244327" y="85794"/>
                </a:cubicBezTo>
                <a:cubicBezTo>
                  <a:pt x="2246722" y="87911"/>
                  <a:pt x="2250226" y="88969"/>
                  <a:pt x="2254839" y="88969"/>
                </a:cubicBezTo>
                <a:cubicBezTo>
                  <a:pt x="2259408" y="88969"/>
                  <a:pt x="2263472" y="87965"/>
                  <a:pt x="2267031" y="85956"/>
                </a:cubicBezTo>
                <a:cubicBezTo>
                  <a:pt x="2270590" y="83948"/>
                  <a:pt x="2273204" y="81200"/>
                  <a:pt x="2274874" y="77712"/>
                </a:cubicBezTo>
                <a:cubicBezTo>
                  <a:pt x="2276148" y="75018"/>
                  <a:pt x="2276785" y="71045"/>
                  <a:pt x="2276785" y="65792"/>
                </a:cubicBezTo>
                <a:lnTo>
                  <a:pt x="2276785" y="61422"/>
                </a:lnTo>
                <a:close/>
                <a:moveTo>
                  <a:pt x="2306618" y="123635"/>
                </a:moveTo>
                <a:lnTo>
                  <a:pt x="2305300" y="112497"/>
                </a:lnTo>
                <a:cubicBezTo>
                  <a:pt x="2307892" y="113200"/>
                  <a:pt x="2310155" y="113551"/>
                  <a:pt x="2312088" y="113551"/>
                </a:cubicBezTo>
                <a:cubicBezTo>
                  <a:pt x="2314724" y="113551"/>
                  <a:pt x="2316833" y="113106"/>
                  <a:pt x="2318415" y="112217"/>
                </a:cubicBezTo>
                <a:cubicBezTo>
                  <a:pt x="2319997" y="111328"/>
                  <a:pt x="2321293" y="110084"/>
                  <a:pt x="2322303" y="108483"/>
                </a:cubicBezTo>
                <a:cubicBezTo>
                  <a:pt x="2323050" y="107283"/>
                  <a:pt x="2324258" y="104305"/>
                  <a:pt x="2325928" y="99549"/>
                </a:cubicBezTo>
                <a:cubicBezTo>
                  <a:pt x="2326148" y="98882"/>
                  <a:pt x="2326499" y="97903"/>
                  <a:pt x="2326982" y="96614"/>
                </a:cubicBezTo>
                <a:lnTo>
                  <a:pt x="2300423" y="26625"/>
                </a:lnTo>
                <a:lnTo>
                  <a:pt x="2313209" y="26625"/>
                </a:lnTo>
                <a:lnTo>
                  <a:pt x="2327773" y="67061"/>
                </a:lnTo>
                <a:cubicBezTo>
                  <a:pt x="2329662" y="72190"/>
                  <a:pt x="2331354" y="77582"/>
                  <a:pt x="2332848" y="83236"/>
                </a:cubicBezTo>
                <a:cubicBezTo>
                  <a:pt x="2334210" y="77800"/>
                  <a:pt x="2335835" y="72496"/>
                  <a:pt x="2337725" y="67324"/>
                </a:cubicBezTo>
                <a:lnTo>
                  <a:pt x="2352685" y="26625"/>
                </a:lnTo>
                <a:lnTo>
                  <a:pt x="2364547" y="26625"/>
                </a:lnTo>
                <a:lnTo>
                  <a:pt x="2337922" y="97848"/>
                </a:lnTo>
                <a:cubicBezTo>
                  <a:pt x="2335066" y="105542"/>
                  <a:pt x="2332848" y="110840"/>
                  <a:pt x="2331266" y="113741"/>
                </a:cubicBezTo>
                <a:cubicBezTo>
                  <a:pt x="2329157" y="117654"/>
                  <a:pt x="2326741" y="120523"/>
                  <a:pt x="2324017" y="122347"/>
                </a:cubicBezTo>
                <a:cubicBezTo>
                  <a:pt x="2321293" y="124172"/>
                  <a:pt x="2318041" y="125084"/>
                  <a:pt x="2314263" y="125084"/>
                </a:cubicBezTo>
                <a:cubicBezTo>
                  <a:pt x="2311978" y="125084"/>
                  <a:pt x="2309430" y="124601"/>
                  <a:pt x="2306618" y="1236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potentiallyviolateyourFirstAmendment">
            <a:extLst xmlns:a="http://schemas.openxmlformats.org/drawingml/2006/main">
              <a:ext uri="{FF2B5EF4-FFF2-40B4-BE49-F238E27FC236}">
                <a16:creationId xmlns:a16="http://schemas.microsoft.com/office/drawing/2014/main" id="{542D3625-6398-47AD-9737-0E47D3EF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22" y="2338739"/>
            <a:ext cx="2383090" cy="125084"/>
          </a:xfrm>
          <a:custGeom xmlns:a="http://schemas.openxmlformats.org/drawingml/2006/main">
            <a:pathLst>
              <a:path w="2383090" h="125084">
                <a:moveTo>
                  <a:pt x="0" y="123503"/>
                </a:moveTo>
                <a:lnTo>
                  <a:pt x="0" y="26625"/>
                </a:lnTo>
                <a:lnTo>
                  <a:pt x="10808" y="26625"/>
                </a:lnTo>
                <a:lnTo>
                  <a:pt x="10808" y="35654"/>
                </a:lnTo>
                <a:cubicBezTo>
                  <a:pt x="13356" y="32117"/>
                  <a:pt x="16234" y="29464"/>
                  <a:pt x="19441" y="27696"/>
                </a:cubicBezTo>
                <a:cubicBezTo>
                  <a:pt x="22649" y="25927"/>
                  <a:pt x="26537" y="25043"/>
                  <a:pt x="31106" y="25043"/>
                </a:cubicBezTo>
                <a:cubicBezTo>
                  <a:pt x="37082" y="25043"/>
                  <a:pt x="42354" y="26581"/>
                  <a:pt x="46923" y="29656"/>
                </a:cubicBezTo>
                <a:cubicBezTo>
                  <a:pt x="51492" y="32732"/>
                  <a:pt x="54941" y="37071"/>
                  <a:pt x="57270" y="42672"/>
                </a:cubicBezTo>
                <a:cubicBezTo>
                  <a:pt x="59599" y="48274"/>
                  <a:pt x="60763" y="54414"/>
                  <a:pt x="60763" y="61092"/>
                </a:cubicBezTo>
                <a:cubicBezTo>
                  <a:pt x="60763" y="68254"/>
                  <a:pt x="59478" y="74701"/>
                  <a:pt x="56907" y="80435"/>
                </a:cubicBezTo>
                <a:cubicBezTo>
                  <a:pt x="54337" y="86169"/>
                  <a:pt x="50603" y="90562"/>
                  <a:pt x="45704" y="93616"/>
                </a:cubicBezTo>
                <a:cubicBezTo>
                  <a:pt x="40805" y="96669"/>
                  <a:pt x="35654" y="98196"/>
                  <a:pt x="30250" y="98196"/>
                </a:cubicBezTo>
                <a:cubicBezTo>
                  <a:pt x="26295" y="98196"/>
                  <a:pt x="22748" y="97350"/>
                  <a:pt x="19606" y="95659"/>
                </a:cubicBezTo>
                <a:cubicBezTo>
                  <a:pt x="16465" y="93966"/>
                  <a:pt x="13884" y="91828"/>
                  <a:pt x="11863" y="89245"/>
                </a:cubicBezTo>
                <a:lnTo>
                  <a:pt x="11863" y="123503"/>
                </a:lnTo>
                <a:lnTo>
                  <a:pt x="0" y="123503"/>
                </a:lnTo>
                <a:moveTo>
                  <a:pt x="10742" y="61916"/>
                </a:moveTo>
                <a:cubicBezTo>
                  <a:pt x="10742" y="70912"/>
                  <a:pt x="12566" y="77560"/>
                  <a:pt x="16212" y="81860"/>
                </a:cubicBezTo>
                <a:cubicBezTo>
                  <a:pt x="19859" y="86160"/>
                  <a:pt x="24274" y="88310"/>
                  <a:pt x="29459" y="88310"/>
                </a:cubicBezTo>
                <a:cubicBezTo>
                  <a:pt x="34731" y="88310"/>
                  <a:pt x="39245" y="86083"/>
                  <a:pt x="43002" y="81629"/>
                </a:cubicBezTo>
                <a:cubicBezTo>
                  <a:pt x="46758" y="77175"/>
                  <a:pt x="48637" y="70275"/>
                  <a:pt x="48637" y="60928"/>
                </a:cubicBezTo>
                <a:cubicBezTo>
                  <a:pt x="48637" y="52020"/>
                  <a:pt x="46802" y="45350"/>
                  <a:pt x="43134" y="40918"/>
                </a:cubicBezTo>
                <a:cubicBezTo>
                  <a:pt x="39465" y="36486"/>
                  <a:pt x="35082" y="34270"/>
                  <a:pt x="29986" y="34270"/>
                </a:cubicBezTo>
                <a:cubicBezTo>
                  <a:pt x="24933" y="34270"/>
                  <a:pt x="20463" y="36628"/>
                  <a:pt x="16575" y="41346"/>
                </a:cubicBezTo>
                <a:cubicBezTo>
                  <a:pt x="12686" y="46064"/>
                  <a:pt x="10742" y="52920"/>
                  <a:pt x="10742" y="61916"/>
                </a:cubicBezTo>
                <a:close/>
                <a:moveTo>
                  <a:pt x="70628" y="61620"/>
                </a:moveTo>
                <a:cubicBezTo>
                  <a:pt x="70628" y="48659"/>
                  <a:pt x="74230" y="39059"/>
                  <a:pt x="81436" y="32820"/>
                </a:cubicBezTo>
                <a:cubicBezTo>
                  <a:pt x="87455" y="27635"/>
                  <a:pt x="94792" y="25043"/>
                  <a:pt x="103448" y="25043"/>
                </a:cubicBezTo>
                <a:cubicBezTo>
                  <a:pt x="113069" y="25043"/>
                  <a:pt x="120934" y="28196"/>
                  <a:pt x="127041" y="34500"/>
                </a:cubicBezTo>
                <a:cubicBezTo>
                  <a:pt x="133148" y="40805"/>
                  <a:pt x="136201" y="49515"/>
                  <a:pt x="136201" y="60631"/>
                </a:cubicBezTo>
                <a:cubicBezTo>
                  <a:pt x="136201" y="69638"/>
                  <a:pt x="134850" y="76722"/>
                  <a:pt x="132148" y="81885"/>
                </a:cubicBezTo>
                <a:cubicBezTo>
                  <a:pt x="129446" y="87047"/>
                  <a:pt x="125514" y="91056"/>
                  <a:pt x="120352" y="93912"/>
                </a:cubicBezTo>
                <a:cubicBezTo>
                  <a:pt x="115189" y="96768"/>
                  <a:pt x="109555" y="98196"/>
                  <a:pt x="103448" y="98196"/>
                </a:cubicBezTo>
                <a:cubicBezTo>
                  <a:pt x="93650" y="98196"/>
                  <a:pt x="85731" y="95054"/>
                  <a:pt x="79689" y="88772"/>
                </a:cubicBezTo>
                <a:cubicBezTo>
                  <a:pt x="73648" y="82489"/>
                  <a:pt x="70628" y="73438"/>
                  <a:pt x="70628" y="61620"/>
                </a:cubicBezTo>
                <a:moveTo>
                  <a:pt x="82820" y="61587"/>
                </a:moveTo>
                <a:cubicBezTo>
                  <a:pt x="82820" y="70516"/>
                  <a:pt x="84775" y="77203"/>
                  <a:pt x="88685" y="81646"/>
                </a:cubicBezTo>
                <a:cubicBezTo>
                  <a:pt x="92595" y="86089"/>
                  <a:pt x="97516" y="88310"/>
                  <a:pt x="103448" y="88310"/>
                </a:cubicBezTo>
                <a:cubicBezTo>
                  <a:pt x="109335" y="88310"/>
                  <a:pt x="114234" y="86078"/>
                  <a:pt x="118144" y="81613"/>
                </a:cubicBezTo>
                <a:cubicBezTo>
                  <a:pt x="122054" y="77148"/>
                  <a:pt x="124009" y="70341"/>
                  <a:pt x="124009" y="61193"/>
                </a:cubicBezTo>
                <a:cubicBezTo>
                  <a:pt x="124009" y="52570"/>
                  <a:pt x="122043" y="46036"/>
                  <a:pt x="118111" y="41593"/>
                </a:cubicBezTo>
                <a:cubicBezTo>
                  <a:pt x="114179" y="37150"/>
                  <a:pt x="109291" y="34929"/>
                  <a:pt x="103448" y="34929"/>
                </a:cubicBezTo>
                <a:cubicBezTo>
                  <a:pt x="97516" y="34929"/>
                  <a:pt x="92595" y="37139"/>
                  <a:pt x="88685" y="41560"/>
                </a:cubicBezTo>
                <a:cubicBezTo>
                  <a:pt x="84775" y="45981"/>
                  <a:pt x="82820" y="52657"/>
                  <a:pt x="82820" y="61587"/>
                </a:cubicBezTo>
                <a:close/>
                <a:moveTo>
                  <a:pt x="175987" y="86136"/>
                </a:moveTo>
                <a:lnTo>
                  <a:pt x="177700" y="96614"/>
                </a:lnTo>
                <a:cubicBezTo>
                  <a:pt x="174361" y="97229"/>
                  <a:pt x="171373" y="97537"/>
                  <a:pt x="168737" y="97537"/>
                </a:cubicBezTo>
                <a:cubicBezTo>
                  <a:pt x="164431" y="97537"/>
                  <a:pt x="161092" y="96856"/>
                  <a:pt x="158720" y="95494"/>
                </a:cubicBezTo>
                <a:cubicBezTo>
                  <a:pt x="156347" y="94132"/>
                  <a:pt x="154678" y="92341"/>
                  <a:pt x="153711" y="90123"/>
                </a:cubicBezTo>
                <a:cubicBezTo>
                  <a:pt x="152745" y="87904"/>
                  <a:pt x="152261" y="83236"/>
                  <a:pt x="152261" y="76118"/>
                </a:cubicBezTo>
                <a:lnTo>
                  <a:pt x="152261" y="35851"/>
                </a:lnTo>
                <a:lnTo>
                  <a:pt x="143562" y="35851"/>
                </a:lnTo>
                <a:lnTo>
                  <a:pt x="143562" y="26625"/>
                </a:lnTo>
                <a:lnTo>
                  <a:pt x="152261" y="26625"/>
                </a:lnTo>
                <a:lnTo>
                  <a:pt x="152261" y="9245"/>
                </a:lnTo>
                <a:lnTo>
                  <a:pt x="164058" y="2109"/>
                </a:lnTo>
                <a:lnTo>
                  <a:pt x="164058" y="26625"/>
                </a:lnTo>
                <a:lnTo>
                  <a:pt x="175987" y="26625"/>
                </a:lnTo>
                <a:lnTo>
                  <a:pt x="175987" y="35851"/>
                </a:lnTo>
                <a:lnTo>
                  <a:pt x="164058" y="35851"/>
                </a:lnTo>
                <a:lnTo>
                  <a:pt x="164058" y="76777"/>
                </a:lnTo>
                <a:cubicBezTo>
                  <a:pt x="164058" y="80160"/>
                  <a:pt x="164267" y="82335"/>
                  <a:pt x="164684" y="83302"/>
                </a:cubicBezTo>
                <a:cubicBezTo>
                  <a:pt x="165101" y="84268"/>
                  <a:pt x="165782" y="85037"/>
                  <a:pt x="166727" y="85608"/>
                </a:cubicBezTo>
                <a:cubicBezTo>
                  <a:pt x="167672" y="86179"/>
                  <a:pt x="169023" y="86465"/>
                  <a:pt x="170780" y="86465"/>
                </a:cubicBezTo>
                <a:cubicBezTo>
                  <a:pt x="172098" y="86465"/>
                  <a:pt x="173834" y="86355"/>
                  <a:pt x="175987" y="86136"/>
                </a:cubicBezTo>
                <a:close/>
                <a:moveTo>
                  <a:pt x="235520" y="74075"/>
                </a:moveTo>
                <a:lnTo>
                  <a:pt x="247778" y="75591"/>
                </a:lnTo>
                <a:cubicBezTo>
                  <a:pt x="245845" y="82753"/>
                  <a:pt x="242264" y="88310"/>
                  <a:pt x="237036" y="92265"/>
                </a:cubicBezTo>
                <a:cubicBezTo>
                  <a:pt x="231807" y="96219"/>
                  <a:pt x="225129" y="98196"/>
                  <a:pt x="217001" y="98196"/>
                </a:cubicBezTo>
                <a:cubicBezTo>
                  <a:pt x="206764" y="98196"/>
                  <a:pt x="198647" y="95043"/>
                  <a:pt x="192650" y="88739"/>
                </a:cubicBezTo>
                <a:cubicBezTo>
                  <a:pt x="186653" y="82434"/>
                  <a:pt x="183654" y="73592"/>
                  <a:pt x="183654" y="62213"/>
                </a:cubicBezTo>
                <a:cubicBezTo>
                  <a:pt x="183654" y="50438"/>
                  <a:pt x="186685" y="41299"/>
                  <a:pt x="192749" y="34797"/>
                </a:cubicBezTo>
                <a:cubicBezTo>
                  <a:pt x="198812" y="28294"/>
                  <a:pt x="206676" y="25043"/>
                  <a:pt x="216342" y="25043"/>
                </a:cubicBezTo>
                <a:cubicBezTo>
                  <a:pt x="225700" y="25043"/>
                  <a:pt x="233345" y="28224"/>
                  <a:pt x="239276" y="34585"/>
                </a:cubicBezTo>
                <a:cubicBezTo>
                  <a:pt x="245208" y="40944"/>
                  <a:pt x="248173" y="49892"/>
                  <a:pt x="248173" y="61428"/>
                </a:cubicBezTo>
                <a:cubicBezTo>
                  <a:pt x="248173" y="62130"/>
                  <a:pt x="248151" y="63182"/>
                  <a:pt x="248107" y="64585"/>
                </a:cubicBezTo>
                <a:lnTo>
                  <a:pt x="195912" y="64585"/>
                </a:lnTo>
                <a:cubicBezTo>
                  <a:pt x="196351" y="72252"/>
                  <a:pt x="198526" y="78123"/>
                  <a:pt x="202436" y="82198"/>
                </a:cubicBezTo>
                <a:cubicBezTo>
                  <a:pt x="206347" y="86273"/>
                  <a:pt x="211223" y="88310"/>
                  <a:pt x="217067" y="88310"/>
                </a:cubicBezTo>
                <a:cubicBezTo>
                  <a:pt x="221417" y="88310"/>
                  <a:pt x="225129" y="87179"/>
                  <a:pt x="228205" y="84916"/>
                </a:cubicBezTo>
                <a:cubicBezTo>
                  <a:pt x="231280" y="82652"/>
                  <a:pt x="233718" y="79039"/>
                  <a:pt x="235520" y="74075"/>
                </a:cubicBezTo>
                <a:moveTo>
                  <a:pt x="196571" y="54700"/>
                </a:moveTo>
                <a:lnTo>
                  <a:pt x="235652" y="54700"/>
                </a:lnTo>
                <a:cubicBezTo>
                  <a:pt x="235124" y="48908"/>
                  <a:pt x="233631" y="44565"/>
                  <a:pt x="231170" y="41669"/>
                </a:cubicBezTo>
                <a:cubicBezTo>
                  <a:pt x="227392" y="37176"/>
                  <a:pt x="222493" y="34929"/>
                  <a:pt x="216474" y="34929"/>
                </a:cubicBezTo>
                <a:cubicBezTo>
                  <a:pt x="211026" y="34929"/>
                  <a:pt x="206445" y="36723"/>
                  <a:pt x="202733" y="40310"/>
                </a:cubicBezTo>
                <a:cubicBezTo>
                  <a:pt x="199020" y="43896"/>
                  <a:pt x="196966" y="48693"/>
                  <a:pt x="196571" y="54700"/>
                </a:cubicBezTo>
                <a:close/>
                <a:moveTo>
                  <a:pt x="262651" y="96614"/>
                </a:moveTo>
                <a:lnTo>
                  <a:pt x="262651" y="26625"/>
                </a:lnTo>
                <a:lnTo>
                  <a:pt x="273328" y="26625"/>
                </a:lnTo>
                <a:lnTo>
                  <a:pt x="273328" y="36510"/>
                </a:lnTo>
                <a:cubicBezTo>
                  <a:pt x="278468" y="28866"/>
                  <a:pt x="285893" y="25043"/>
                  <a:pt x="295603" y="25043"/>
                </a:cubicBezTo>
                <a:cubicBezTo>
                  <a:pt x="299821" y="25043"/>
                  <a:pt x="303698" y="25801"/>
                  <a:pt x="307235" y="27317"/>
                </a:cubicBezTo>
                <a:cubicBezTo>
                  <a:pt x="310772" y="28833"/>
                  <a:pt x="313419" y="30821"/>
                  <a:pt x="315176" y="33281"/>
                </a:cubicBezTo>
                <a:cubicBezTo>
                  <a:pt x="316934" y="35742"/>
                  <a:pt x="318164" y="38663"/>
                  <a:pt x="318867" y="42046"/>
                </a:cubicBezTo>
                <a:cubicBezTo>
                  <a:pt x="319306" y="44243"/>
                  <a:pt x="319526" y="48087"/>
                  <a:pt x="319526" y="53579"/>
                </a:cubicBezTo>
                <a:lnTo>
                  <a:pt x="319526" y="96614"/>
                </a:lnTo>
                <a:lnTo>
                  <a:pt x="307663" y="96614"/>
                </a:lnTo>
                <a:lnTo>
                  <a:pt x="307663" y="53995"/>
                </a:lnTo>
                <a:cubicBezTo>
                  <a:pt x="307663" y="49157"/>
                  <a:pt x="307202" y="45539"/>
                  <a:pt x="306279" y="43142"/>
                </a:cubicBezTo>
                <a:cubicBezTo>
                  <a:pt x="305357" y="40745"/>
                  <a:pt x="303720" y="38831"/>
                  <a:pt x="301370" y="37402"/>
                </a:cubicBezTo>
                <a:cubicBezTo>
                  <a:pt x="299019" y="35973"/>
                  <a:pt x="296262" y="35258"/>
                  <a:pt x="293099" y="35258"/>
                </a:cubicBezTo>
                <a:cubicBezTo>
                  <a:pt x="288046" y="35258"/>
                  <a:pt x="283686" y="36864"/>
                  <a:pt x="280017" y="40075"/>
                </a:cubicBezTo>
                <a:cubicBezTo>
                  <a:pt x="276348" y="43285"/>
                  <a:pt x="274514" y="49377"/>
                  <a:pt x="274514" y="58349"/>
                </a:cubicBezTo>
                <a:lnTo>
                  <a:pt x="274514" y="96614"/>
                </a:lnTo>
                <a:lnTo>
                  <a:pt x="262651" y="96614"/>
                </a:lnTo>
                <a:close/>
                <a:moveTo>
                  <a:pt x="363595" y="86136"/>
                </a:moveTo>
                <a:lnTo>
                  <a:pt x="365308" y="96614"/>
                </a:lnTo>
                <a:cubicBezTo>
                  <a:pt x="361969" y="97229"/>
                  <a:pt x="358981" y="97537"/>
                  <a:pt x="356345" y="97537"/>
                </a:cubicBezTo>
                <a:cubicBezTo>
                  <a:pt x="352040" y="97537"/>
                  <a:pt x="348701" y="96856"/>
                  <a:pt x="346328" y="95494"/>
                </a:cubicBezTo>
                <a:cubicBezTo>
                  <a:pt x="343955" y="94132"/>
                  <a:pt x="342286" y="92341"/>
                  <a:pt x="341319" y="90123"/>
                </a:cubicBezTo>
                <a:cubicBezTo>
                  <a:pt x="340353" y="87904"/>
                  <a:pt x="339869" y="83236"/>
                  <a:pt x="339869" y="76118"/>
                </a:cubicBezTo>
                <a:lnTo>
                  <a:pt x="339869" y="35851"/>
                </a:lnTo>
                <a:lnTo>
                  <a:pt x="331170" y="35851"/>
                </a:lnTo>
                <a:lnTo>
                  <a:pt x="331170" y="26625"/>
                </a:lnTo>
                <a:lnTo>
                  <a:pt x="339869" y="26625"/>
                </a:lnTo>
                <a:lnTo>
                  <a:pt x="339869" y="9245"/>
                </a:lnTo>
                <a:lnTo>
                  <a:pt x="351666" y="2109"/>
                </a:lnTo>
                <a:lnTo>
                  <a:pt x="351666" y="26625"/>
                </a:lnTo>
                <a:lnTo>
                  <a:pt x="363595" y="26625"/>
                </a:lnTo>
                <a:lnTo>
                  <a:pt x="363595" y="35851"/>
                </a:lnTo>
                <a:lnTo>
                  <a:pt x="351666" y="35851"/>
                </a:lnTo>
                <a:lnTo>
                  <a:pt x="351666" y="76777"/>
                </a:lnTo>
                <a:cubicBezTo>
                  <a:pt x="351666" y="80160"/>
                  <a:pt x="351875" y="82335"/>
                  <a:pt x="352292" y="83302"/>
                </a:cubicBezTo>
                <a:cubicBezTo>
                  <a:pt x="352710" y="84268"/>
                  <a:pt x="353391" y="85037"/>
                  <a:pt x="354335" y="85608"/>
                </a:cubicBezTo>
                <a:cubicBezTo>
                  <a:pt x="355280" y="86179"/>
                  <a:pt x="356631" y="86465"/>
                  <a:pt x="358388" y="86465"/>
                </a:cubicBezTo>
                <a:cubicBezTo>
                  <a:pt x="359706" y="86465"/>
                  <a:pt x="361442" y="86355"/>
                  <a:pt x="363595" y="86136"/>
                </a:cubicBezTo>
                <a:close/>
                <a:moveTo>
                  <a:pt x="375282" y="13708"/>
                </a:moveTo>
                <a:lnTo>
                  <a:pt x="375282" y="0"/>
                </a:lnTo>
                <a:lnTo>
                  <a:pt x="387145" y="0"/>
                </a:lnTo>
                <a:lnTo>
                  <a:pt x="387145" y="13708"/>
                </a:lnTo>
                <a:lnTo>
                  <a:pt x="375282" y="13708"/>
                </a:lnTo>
                <a:moveTo>
                  <a:pt x="375282" y="96614"/>
                </a:moveTo>
                <a:lnTo>
                  <a:pt x="375282" y="26625"/>
                </a:lnTo>
                <a:lnTo>
                  <a:pt x="387145" y="26625"/>
                </a:lnTo>
                <a:lnTo>
                  <a:pt x="387145" y="96614"/>
                </a:lnTo>
                <a:lnTo>
                  <a:pt x="375282" y="96614"/>
                </a:lnTo>
                <a:close/>
                <a:moveTo>
                  <a:pt x="450851" y="87973"/>
                </a:moveTo>
                <a:cubicBezTo>
                  <a:pt x="446457" y="91710"/>
                  <a:pt x="442228" y="94348"/>
                  <a:pt x="438164" y="95887"/>
                </a:cubicBezTo>
                <a:cubicBezTo>
                  <a:pt x="434100" y="97426"/>
                  <a:pt x="429740" y="98196"/>
                  <a:pt x="425082" y="98196"/>
                </a:cubicBezTo>
                <a:cubicBezTo>
                  <a:pt x="417394" y="98196"/>
                  <a:pt x="411484" y="96316"/>
                  <a:pt x="407354" y="92557"/>
                </a:cubicBezTo>
                <a:cubicBezTo>
                  <a:pt x="403225" y="88798"/>
                  <a:pt x="401160" y="83994"/>
                  <a:pt x="401160" y="78147"/>
                </a:cubicBezTo>
                <a:cubicBezTo>
                  <a:pt x="401160" y="74719"/>
                  <a:pt x="401939" y="71587"/>
                  <a:pt x="403499" y="68752"/>
                </a:cubicBezTo>
                <a:cubicBezTo>
                  <a:pt x="405059" y="65915"/>
                  <a:pt x="407102" y="63639"/>
                  <a:pt x="409628" y="61924"/>
                </a:cubicBezTo>
                <a:cubicBezTo>
                  <a:pt x="412154" y="60209"/>
                  <a:pt x="414999" y="58913"/>
                  <a:pt x="418163" y="58034"/>
                </a:cubicBezTo>
                <a:cubicBezTo>
                  <a:pt x="420491" y="57418"/>
                  <a:pt x="424006" y="56824"/>
                  <a:pt x="428707" y="56253"/>
                </a:cubicBezTo>
                <a:cubicBezTo>
                  <a:pt x="438285" y="55118"/>
                  <a:pt x="445337" y="53766"/>
                  <a:pt x="449862" y="52195"/>
                </a:cubicBezTo>
                <a:cubicBezTo>
                  <a:pt x="449906" y="50577"/>
                  <a:pt x="449928" y="49548"/>
                  <a:pt x="449928" y="49110"/>
                </a:cubicBezTo>
                <a:cubicBezTo>
                  <a:pt x="449928" y="44295"/>
                  <a:pt x="448808" y="40903"/>
                  <a:pt x="446567" y="38934"/>
                </a:cubicBezTo>
                <a:cubicBezTo>
                  <a:pt x="443535" y="36264"/>
                  <a:pt x="439032" y="34929"/>
                  <a:pt x="433057" y="34929"/>
                </a:cubicBezTo>
                <a:cubicBezTo>
                  <a:pt x="427477" y="34929"/>
                  <a:pt x="423358" y="35906"/>
                  <a:pt x="420700" y="37861"/>
                </a:cubicBezTo>
                <a:cubicBezTo>
                  <a:pt x="418042" y="39817"/>
                  <a:pt x="416076" y="43276"/>
                  <a:pt x="414802" y="48241"/>
                </a:cubicBezTo>
                <a:lnTo>
                  <a:pt x="403203" y="46660"/>
                </a:lnTo>
                <a:cubicBezTo>
                  <a:pt x="404257" y="41680"/>
                  <a:pt x="405992" y="37658"/>
                  <a:pt x="408409" y="34595"/>
                </a:cubicBezTo>
                <a:cubicBezTo>
                  <a:pt x="410825" y="31532"/>
                  <a:pt x="414318" y="29175"/>
                  <a:pt x="418888" y="27523"/>
                </a:cubicBezTo>
                <a:cubicBezTo>
                  <a:pt x="423457" y="25870"/>
                  <a:pt x="428751" y="25043"/>
                  <a:pt x="434770" y="25043"/>
                </a:cubicBezTo>
                <a:cubicBezTo>
                  <a:pt x="440745" y="25043"/>
                  <a:pt x="445600" y="25746"/>
                  <a:pt x="449335" y="27152"/>
                </a:cubicBezTo>
                <a:cubicBezTo>
                  <a:pt x="453069" y="28558"/>
                  <a:pt x="455815" y="30326"/>
                  <a:pt x="457573" y="32457"/>
                </a:cubicBezTo>
                <a:cubicBezTo>
                  <a:pt x="459330" y="34588"/>
                  <a:pt x="460560" y="37279"/>
                  <a:pt x="461263" y="40531"/>
                </a:cubicBezTo>
                <a:cubicBezTo>
                  <a:pt x="461659" y="42552"/>
                  <a:pt x="461856" y="46198"/>
                  <a:pt x="461856" y="51470"/>
                </a:cubicBezTo>
                <a:lnTo>
                  <a:pt x="461856" y="67287"/>
                </a:lnTo>
                <a:cubicBezTo>
                  <a:pt x="461856" y="78315"/>
                  <a:pt x="462109" y="85290"/>
                  <a:pt x="462614" y="88212"/>
                </a:cubicBezTo>
                <a:cubicBezTo>
                  <a:pt x="463120" y="91133"/>
                  <a:pt x="464119" y="93934"/>
                  <a:pt x="465613" y="96614"/>
                </a:cubicBezTo>
                <a:lnTo>
                  <a:pt x="453223" y="96614"/>
                </a:lnTo>
                <a:cubicBezTo>
                  <a:pt x="451993" y="94151"/>
                  <a:pt x="451202" y="91271"/>
                  <a:pt x="450851" y="87973"/>
                </a:cubicBezTo>
                <a:moveTo>
                  <a:pt x="449862" y="61422"/>
                </a:moveTo>
                <a:cubicBezTo>
                  <a:pt x="445556" y="63194"/>
                  <a:pt x="439098" y="64701"/>
                  <a:pt x="430487" y="65940"/>
                </a:cubicBezTo>
                <a:cubicBezTo>
                  <a:pt x="425610" y="66646"/>
                  <a:pt x="422161" y="67440"/>
                  <a:pt x="420140" y="68323"/>
                </a:cubicBezTo>
                <a:cubicBezTo>
                  <a:pt x="418119" y="69205"/>
                  <a:pt x="416559" y="70495"/>
                  <a:pt x="415461" y="72195"/>
                </a:cubicBezTo>
                <a:cubicBezTo>
                  <a:pt x="414362" y="73893"/>
                  <a:pt x="413813" y="75779"/>
                  <a:pt x="413813" y="77852"/>
                </a:cubicBezTo>
                <a:cubicBezTo>
                  <a:pt x="413813" y="81028"/>
                  <a:pt x="415010" y="83675"/>
                  <a:pt x="417405" y="85794"/>
                </a:cubicBezTo>
                <a:cubicBezTo>
                  <a:pt x="419799" y="87911"/>
                  <a:pt x="423303" y="88969"/>
                  <a:pt x="427916" y="88969"/>
                </a:cubicBezTo>
                <a:cubicBezTo>
                  <a:pt x="432486" y="88969"/>
                  <a:pt x="436550" y="87965"/>
                  <a:pt x="440108" y="85956"/>
                </a:cubicBezTo>
                <a:cubicBezTo>
                  <a:pt x="443667" y="83948"/>
                  <a:pt x="446281" y="81200"/>
                  <a:pt x="447951" y="77712"/>
                </a:cubicBezTo>
                <a:cubicBezTo>
                  <a:pt x="449225" y="75018"/>
                  <a:pt x="449862" y="71045"/>
                  <a:pt x="449862" y="65792"/>
                </a:cubicBezTo>
                <a:lnTo>
                  <a:pt x="449862" y="61422"/>
                </a:lnTo>
                <a:close/>
                <a:moveTo>
                  <a:pt x="479959" y="96614"/>
                </a:moveTo>
                <a:lnTo>
                  <a:pt x="479959" y="0"/>
                </a:lnTo>
                <a:lnTo>
                  <a:pt x="491822" y="0"/>
                </a:lnTo>
                <a:lnTo>
                  <a:pt x="491822" y="96614"/>
                </a:lnTo>
                <a:lnTo>
                  <a:pt x="479959" y="96614"/>
                </a:lnTo>
                <a:close/>
                <a:moveTo>
                  <a:pt x="509922" y="96614"/>
                </a:moveTo>
                <a:lnTo>
                  <a:pt x="509922" y="0"/>
                </a:lnTo>
                <a:lnTo>
                  <a:pt x="521785" y="0"/>
                </a:lnTo>
                <a:lnTo>
                  <a:pt x="521785" y="96614"/>
                </a:lnTo>
                <a:lnTo>
                  <a:pt x="509922" y="96614"/>
                </a:lnTo>
                <a:close/>
                <a:moveTo>
                  <a:pt x="539622" y="123635"/>
                </a:moveTo>
                <a:lnTo>
                  <a:pt x="538304" y="112497"/>
                </a:lnTo>
                <a:cubicBezTo>
                  <a:pt x="540896" y="113200"/>
                  <a:pt x="543159" y="113551"/>
                  <a:pt x="545092" y="113551"/>
                </a:cubicBezTo>
                <a:cubicBezTo>
                  <a:pt x="547728" y="113551"/>
                  <a:pt x="549837" y="113106"/>
                  <a:pt x="551419" y="112217"/>
                </a:cubicBezTo>
                <a:cubicBezTo>
                  <a:pt x="553001" y="111328"/>
                  <a:pt x="554297" y="110084"/>
                  <a:pt x="555307" y="108483"/>
                </a:cubicBezTo>
                <a:cubicBezTo>
                  <a:pt x="556054" y="107283"/>
                  <a:pt x="557262" y="104305"/>
                  <a:pt x="558932" y="99549"/>
                </a:cubicBezTo>
                <a:cubicBezTo>
                  <a:pt x="559152" y="98882"/>
                  <a:pt x="559503" y="97903"/>
                  <a:pt x="559986" y="96614"/>
                </a:cubicBezTo>
                <a:lnTo>
                  <a:pt x="533427" y="26625"/>
                </a:lnTo>
                <a:lnTo>
                  <a:pt x="546213" y="26625"/>
                </a:lnTo>
                <a:lnTo>
                  <a:pt x="560777" y="67061"/>
                </a:lnTo>
                <a:cubicBezTo>
                  <a:pt x="562666" y="72190"/>
                  <a:pt x="564358" y="77582"/>
                  <a:pt x="565852" y="83236"/>
                </a:cubicBezTo>
                <a:cubicBezTo>
                  <a:pt x="567214" y="77800"/>
                  <a:pt x="568839" y="72496"/>
                  <a:pt x="570729" y="67324"/>
                </a:cubicBezTo>
                <a:lnTo>
                  <a:pt x="585689" y="26625"/>
                </a:lnTo>
                <a:lnTo>
                  <a:pt x="597551" y="26625"/>
                </a:lnTo>
                <a:lnTo>
                  <a:pt x="570926" y="97848"/>
                </a:lnTo>
                <a:cubicBezTo>
                  <a:pt x="568071" y="105542"/>
                  <a:pt x="565852" y="110840"/>
                  <a:pt x="564270" y="113741"/>
                </a:cubicBezTo>
                <a:cubicBezTo>
                  <a:pt x="562161" y="117654"/>
                  <a:pt x="559745" y="120523"/>
                  <a:pt x="557021" y="122347"/>
                </a:cubicBezTo>
                <a:cubicBezTo>
                  <a:pt x="554297" y="124172"/>
                  <a:pt x="551046" y="125084"/>
                  <a:pt x="547267" y="125084"/>
                </a:cubicBezTo>
                <a:cubicBezTo>
                  <a:pt x="544982" y="125084"/>
                  <a:pt x="542434" y="124601"/>
                  <a:pt x="539622" y="123635"/>
                </a:cubicBezTo>
                <a:close/>
                <a:moveTo>
                  <a:pt x="664597" y="96614"/>
                </a:moveTo>
                <a:lnTo>
                  <a:pt x="637973" y="26625"/>
                </a:lnTo>
                <a:lnTo>
                  <a:pt x="650494" y="26625"/>
                </a:lnTo>
                <a:lnTo>
                  <a:pt x="665520" y="68539"/>
                </a:lnTo>
                <a:cubicBezTo>
                  <a:pt x="667146" y="73065"/>
                  <a:pt x="668640" y="77766"/>
                  <a:pt x="670002" y="82643"/>
                </a:cubicBezTo>
                <a:cubicBezTo>
                  <a:pt x="671056" y="78952"/>
                  <a:pt x="672528" y="74515"/>
                  <a:pt x="674417" y="69330"/>
                </a:cubicBezTo>
                <a:lnTo>
                  <a:pt x="689970" y="26625"/>
                </a:lnTo>
                <a:lnTo>
                  <a:pt x="702162" y="26625"/>
                </a:lnTo>
                <a:lnTo>
                  <a:pt x="675669" y="96614"/>
                </a:lnTo>
                <a:lnTo>
                  <a:pt x="664597" y="96614"/>
                </a:lnTo>
                <a:close/>
                <a:moveTo>
                  <a:pt x="712707" y="13708"/>
                </a:moveTo>
                <a:lnTo>
                  <a:pt x="712707" y="0"/>
                </a:lnTo>
                <a:lnTo>
                  <a:pt x="724570" y="0"/>
                </a:lnTo>
                <a:lnTo>
                  <a:pt x="724570" y="13708"/>
                </a:lnTo>
                <a:lnTo>
                  <a:pt x="712707" y="13708"/>
                </a:lnTo>
                <a:moveTo>
                  <a:pt x="712707" y="96614"/>
                </a:moveTo>
                <a:lnTo>
                  <a:pt x="712707" y="26625"/>
                </a:lnTo>
                <a:lnTo>
                  <a:pt x="724570" y="26625"/>
                </a:lnTo>
                <a:lnTo>
                  <a:pt x="724570" y="96614"/>
                </a:lnTo>
                <a:lnTo>
                  <a:pt x="712707" y="96614"/>
                </a:lnTo>
                <a:close/>
                <a:moveTo>
                  <a:pt x="738189" y="61620"/>
                </a:moveTo>
                <a:cubicBezTo>
                  <a:pt x="738189" y="48659"/>
                  <a:pt x="741791" y="39059"/>
                  <a:pt x="748997" y="32820"/>
                </a:cubicBezTo>
                <a:cubicBezTo>
                  <a:pt x="755016" y="27635"/>
                  <a:pt x="762353" y="25043"/>
                  <a:pt x="771009" y="25043"/>
                </a:cubicBezTo>
                <a:cubicBezTo>
                  <a:pt x="780630" y="25043"/>
                  <a:pt x="788495" y="28196"/>
                  <a:pt x="794602" y="34500"/>
                </a:cubicBezTo>
                <a:cubicBezTo>
                  <a:pt x="800709" y="40805"/>
                  <a:pt x="803762" y="49515"/>
                  <a:pt x="803762" y="60631"/>
                </a:cubicBezTo>
                <a:cubicBezTo>
                  <a:pt x="803762" y="69638"/>
                  <a:pt x="802411" y="76722"/>
                  <a:pt x="799709" y="81885"/>
                </a:cubicBezTo>
                <a:cubicBezTo>
                  <a:pt x="797007" y="87047"/>
                  <a:pt x="793075" y="91056"/>
                  <a:pt x="787913" y="93912"/>
                </a:cubicBezTo>
                <a:cubicBezTo>
                  <a:pt x="782750" y="96768"/>
                  <a:pt x="777116" y="98196"/>
                  <a:pt x="771009" y="98196"/>
                </a:cubicBezTo>
                <a:cubicBezTo>
                  <a:pt x="761211" y="98196"/>
                  <a:pt x="753292" y="95054"/>
                  <a:pt x="747250" y="88772"/>
                </a:cubicBezTo>
                <a:cubicBezTo>
                  <a:pt x="741209" y="82489"/>
                  <a:pt x="738189" y="73438"/>
                  <a:pt x="738189" y="61620"/>
                </a:cubicBezTo>
                <a:moveTo>
                  <a:pt x="750381" y="61587"/>
                </a:moveTo>
                <a:cubicBezTo>
                  <a:pt x="750381" y="70516"/>
                  <a:pt x="752336" y="77203"/>
                  <a:pt x="756246" y="81646"/>
                </a:cubicBezTo>
                <a:cubicBezTo>
                  <a:pt x="760157" y="86089"/>
                  <a:pt x="765077" y="88310"/>
                  <a:pt x="771009" y="88310"/>
                </a:cubicBezTo>
                <a:cubicBezTo>
                  <a:pt x="776896" y="88310"/>
                  <a:pt x="781795" y="86078"/>
                  <a:pt x="785705" y="81613"/>
                </a:cubicBezTo>
                <a:cubicBezTo>
                  <a:pt x="789615" y="77148"/>
                  <a:pt x="791570" y="70341"/>
                  <a:pt x="791570" y="61193"/>
                </a:cubicBezTo>
                <a:cubicBezTo>
                  <a:pt x="791570" y="52570"/>
                  <a:pt x="789604" y="46036"/>
                  <a:pt x="785672" y="41593"/>
                </a:cubicBezTo>
                <a:cubicBezTo>
                  <a:pt x="781740" y="37150"/>
                  <a:pt x="776852" y="34929"/>
                  <a:pt x="771009" y="34929"/>
                </a:cubicBezTo>
                <a:cubicBezTo>
                  <a:pt x="765077" y="34929"/>
                  <a:pt x="760157" y="37139"/>
                  <a:pt x="756246" y="41560"/>
                </a:cubicBezTo>
                <a:cubicBezTo>
                  <a:pt x="752336" y="45981"/>
                  <a:pt x="750381" y="52657"/>
                  <a:pt x="750381" y="61587"/>
                </a:cubicBezTo>
                <a:close/>
                <a:moveTo>
                  <a:pt x="817384" y="96614"/>
                </a:moveTo>
                <a:lnTo>
                  <a:pt x="817384" y="0"/>
                </a:lnTo>
                <a:lnTo>
                  <a:pt x="829246" y="0"/>
                </a:lnTo>
                <a:lnTo>
                  <a:pt x="829246" y="96614"/>
                </a:lnTo>
                <a:lnTo>
                  <a:pt x="817384" y="96614"/>
                </a:lnTo>
                <a:close/>
                <a:moveTo>
                  <a:pt x="893282" y="87973"/>
                </a:moveTo>
                <a:cubicBezTo>
                  <a:pt x="888888" y="91710"/>
                  <a:pt x="884659" y="94348"/>
                  <a:pt x="880595" y="95887"/>
                </a:cubicBezTo>
                <a:cubicBezTo>
                  <a:pt x="876531" y="97426"/>
                  <a:pt x="872171" y="98196"/>
                  <a:pt x="867514" y="98196"/>
                </a:cubicBezTo>
                <a:cubicBezTo>
                  <a:pt x="859825" y="98196"/>
                  <a:pt x="853916" y="96316"/>
                  <a:pt x="849786" y="92557"/>
                </a:cubicBezTo>
                <a:cubicBezTo>
                  <a:pt x="845656" y="88798"/>
                  <a:pt x="843591" y="83994"/>
                  <a:pt x="843591" y="78147"/>
                </a:cubicBezTo>
                <a:cubicBezTo>
                  <a:pt x="843591" y="74719"/>
                  <a:pt x="844371" y="71587"/>
                  <a:pt x="845930" y="68752"/>
                </a:cubicBezTo>
                <a:cubicBezTo>
                  <a:pt x="847490" y="65915"/>
                  <a:pt x="849533" y="63639"/>
                  <a:pt x="852059" y="61924"/>
                </a:cubicBezTo>
                <a:cubicBezTo>
                  <a:pt x="854586" y="60209"/>
                  <a:pt x="857430" y="58913"/>
                  <a:pt x="860594" y="58034"/>
                </a:cubicBezTo>
                <a:cubicBezTo>
                  <a:pt x="862922" y="57418"/>
                  <a:pt x="866437" y="56824"/>
                  <a:pt x="871138" y="56253"/>
                </a:cubicBezTo>
                <a:cubicBezTo>
                  <a:pt x="880716" y="55118"/>
                  <a:pt x="887768" y="53766"/>
                  <a:pt x="892293" y="52195"/>
                </a:cubicBezTo>
                <a:cubicBezTo>
                  <a:pt x="892337" y="50577"/>
                  <a:pt x="892359" y="49548"/>
                  <a:pt x="892359" y="49110"/>
                </a:cubicBezTo>
                <a:cubicBezTo>
                  <a:pt x="892359" y="44295"/>
                  <a:pt x="891239" y="40903"/>
                  <a:pt x="888998" y="38934"/>
                </a:cubicBezTo>
                <a:cubicBezTo>
                  <a:pt x="885966" y="36264"/>
                  <a:pt x="881463" y="34929"/>
                  <a:pt x="875488" y="34929"/>
                </a:cubicBezTo>
                <a:cubicBezTo>
                  <a:pt x="869908" y="34929"/>
                  <a:pt x="865789" y="35906"/>
                  <a:pt x="863131" y="37861"/>
                </a:cubicBezTo>
                <a:cubicBezTo>
                  <a:pt x="860473" y="39817"/>
                  <a:pt x="858507" y="43276"/>
                  <a:pt x="857233" y="48241"/>
                </a:cubicBezTo>
                <a:lnTo>
                  <a:pt x="845634" y="46660"/>
                </a:lnTo>
                <a:cubicBezTo>
                  <a:pt x="846688" y="41680"/>
                  <a:pt x="848424" y="37658"/>
                  <a:pt x="850840" y="34595"/>
                </a:cubicBezTo>
                <a:cubicBezTo>
                  <a:pt x="853256" y="31532"/>
                  <a:pt x="856749" y="29175"/>
                  <a:pt x="861319" y="27523"/>
                </a:cubicBezTo>
                <a:cubicBezTo>
                  <a:pt x="865888" y="25870"/>
                  <a:pt x="871182" y="25043"/>
                  <a:pt x="877201" y="25043"/>
                </a:cubicBezTo>
                <a:cubicBezTo>
                  <a:pt x="883177" y="25043"/>
                  <a:pt x="888031" y="25746"/>
                  <a:pt x="891766" y="27152"/>
                </a:cubicBezTo>
                <a:cubicBezTo>
                  <a:pt x="895500" y="28558"/>
                  <a:pt x="898246" y="30326"/>
                  <a:pt x="900004" y="32457"/>
                </a:cubicBezTo>
                <a:cubicBezTo>
                  <a:pt x="901761" y="34588"/>
                  <a:pt x="902991" y="37279"/>
                  <a:pt x="903694" y="40531"/>
                </a:cubicBezTo>
                <a:cubicBezTo>
                  <a:pt x="904090" y="42552"/>
                  <a:pt x="904288" y="46198"/>
                  <a:pt x="904288" y="51470"/>
                </a:cubicBezTo>
                <a:lnTo>
                  <a:pt x="904288" y="67287"/>
                </a:lnTo>
                <a:cubicBezTo>
                  <a:pt x="904288" y="78315"/>
                  <a:pt x="904540" y="85290"/>
                  <a:pt x="905045" y="88212"/>
                </a:cubicBezTo>
                <a:cubicBezTo>
                  <a:pt x="905551" y="91133"/>
                  <a:pt x="906550" y="93934"/>
                  <a:pt x="908044" y="96614"/>
                </a:cubicBezTo>
                <a:lnTo>
                  <a:pt x="895654" y="96614"/>
                </a:lnTo>
                <a:cubicBezTo>
                  <a:pt x="894424" y="94151"/>
                  <a:pt x="893633" y="91271"/>
                  <a:pt x="893282" y="87973"/>
                </a:cubicBezTo>
                <a:moveTo>
                  <a:pt x="892293" y="61422"/>
                </a:moveTo>
                <a:cubicBezTo>
                  <a:pt x="887987" y="63194"/>
                  <a:pt x="881529" y="64701"/>
                  <a:pt x="872918" y="65940"/>
                </a:cubicBezTo>
                <a:cubicBezTo>
                  <a:pt x="868041" y="66646"/>
                  <a:pt x="864592" y="67440"/>
                  <a:pt x="862571" y="68323"/>
                </a:cubicBezTo>
                <a:cubicBezTo>
                  <a:pt x="860550" y="69205"/>
                  <a:pt x="858990" y="70495"/>
                  <a:pt x="857892" y="72195"/>
                </a:cubicBezTo>
                <a:cubicBezTo>
                  <a:pt x="856793" y="73893"/>
                  <a:pt x="856244" y="75779"/>
                  <a:pt x="856244" y="77852"/>
                </a:cubicBezTo>
                <a:cubicBezTo>
                  <a:pt x="856244" y="81028"/>
                  <a:pt x="857441" y="83675"/>
                  <a:pt x="859836" y="85794"/>
                </a:cubicBezTo>
                <a:cubicBezTo>
                  <a:pt x="862230" y="87911"/>
                  <a:pt x="865734" y="88969"/>
                  <a:pt x="870347" y="88969"/>
                </a:cubicBezTo>
                <a:cubicBezTo>
                  <a:pt x="874917" y="88969"/>
                  <a:pt x="878981" y="87965"/>
                  <a:pt x="882539" y="85956"/>
                </a:cubicBezTo>
                <a:cubicBezTo>
                  <a:pt x="886098" y="83948"/>
                  <a:pt x="888712" y="81200"/>
                  <a:pt x="890382" y="77712"/>
                </a:cubicBezTo>
                <a:cubicBezTo>
                  <a:pt x="891656" y="75018"/>
                  <a:pt x="892293" y="71045"/>
                  <a:pt x="892293" y="65792"/>
                </a:cubicBezTo>
                <a:lnTo>
                  <a:pt x="892293" y="61422"/>
                </a:lnTo>
                <a:close/>
                <a:moveTo>
                  <a:pt x="948554" y="86136"/>
                </a:moveTo>
                <a:lnTo>
                  <a:pt x="950268" y="96614"/>
                </a:lnTo>
                <a:cubicBezTo>
                  <a:pt x="946929" y="97229"/>
                  <a:pt x="943941" y="97537"/>
                  <a:pt x="941305" y="97537"/>
                </a:cubicBezTo>
                <a:cubicBezTo>
                  <a:pt x="936999" y="97537"/>
                  <a:pt x="933660" y="96856"/>
                  <a:pt x="931287" y="95494"/>
                </a:cubicBezTo>
                <a:cubicBezTo>
                  <a:pt x="928915" y="94132"/>
                  <a:pt x="927245" y="92341"/>
                  <a:pt x="926279" y="90123"/>
                </a:cubicBezTo>
                <a:cubicBezTo>
                  <a:pt x="925312" y="87904"/>
                  <a:pt x="924829" y="83236"/>
                  <a:pt x="924829" y="76118"/>
                </a:cubicBezTo>
                <a:lnTo>
                  <a:pt x="924829" y="35851"/>
                </a:lnTo>
                <a:lnTo>
                  <a:pt x="916130" y="35851"/>
                </a:lnTo>
                <a:lnTo>
                  <a:pt x="916130" y="26625"/>
                </a:lnTo>
                <a:lnTo>
                  <a:pt x="924829" y="26625"/>
                </a:lnTo>
                <a:lnTo>
                  <a:pt x="924829" y="9245"/>
                </a:lnTo>
                <a:lnTo>
                  <a:pt x="936626" y="2109"/>
                </a:lnTo>
                <a:lnTo>
                  <a:pt x="936626" y="26625"/>
                </a:lnTo>
                <a:lnTo>
                  <a:pt x="948554" y="26625"/>
                </a:lnTo>
                <a:lnTo>
                  <a:pt x="948554" y="35851"/>
                </a:lnTo>
                <a:lnTo>
                  <a:pt x="936626" y="35851"/>
                </a:lnTo>
                <a:lnTo>
                  <a:pt x="936626" y="76777"/>
                </a:lnTo>
                <a:cubicBezTo>
                  <a:pt x="936626" y="80160"/>
                  <a:pt x="936834" y="82335"/>
                  <a:pt x="937252" y="83302"/>
                </a:cubicBezTo>
                <a:cubicBezTo>
                  <a:pt x="937669" y="84268"/>
                  <a:pt x="938350" y="85037"/>
                  <a:pt x="939295" y="85608"/>
                </a:cubicBezTo>
                <a:cubicBezTo>
                  <a:pt x="940239" y="86179"/>
                  <a:pt x="941590" y="86465"/>
                  <a:pt x="943348" y="86465"/>
                </a:cubicBezTo>
                <a:cubicBezTo>
                  <a:pt x="944666" y="86465"/>
                  <a:pt x="946401" y="86355"/>
                  <a:pt x="948554" y="86136"/>
                </a:cubicBezTo>
                <a:close/>
                <a:moveTo>
                  <a:pt x="1008087" y="74075"/>
                </a:moveTo>
                <a:lnTo>
                  <a:pt x="1020345" y="75591"/>
                </a:lnTo>
                <a:cubicBezTo>
                  <a:pt x="1018412" y="82753"/>
                  <a:pt x="1014831" y="88310"/>
                  <a:pt x="1009603" y="92265"/>
                </a:cubicBezTo>
                <a:cubicBezTo>
                  <a:pt x="1004375" y="96219"/>
                  <a:pt x="997697" y="98196"/>
                  <a:pt x="989568" y="98196"/>
                </a:cubicBezTo>
                <a:cubicBezTo>
                  <a:pt x="979332" y="98196"/>
                  <a:pt x="971214" y="95043"/>
                  <a:pt x="965217" y="88739"/>
                </a:cubicBezTo>
                <a:cubicBezTo>
                  <a:pt x="959220" y="82434"/>
                  <a:pt x="956221" y="73592"/>
                  <a:pt x="956221" y="62213"/>
                </a:cubicBezTo>
                <a:cubicBezTo>
                  <a:pt x="956221" y="50438"/>
                  <a:pt x="959253" y="41299"/>
                  <a:pt x="965316" y="34797"/>
                </a:cubicBezTo>
                <a:cubicBezTo>
                  <a:pt x="971379" y="28294"/>
                  <a:pt x="979244" y="25043"/>
                  <a:pt x="988909" y="25043"/>
                </a:cubicBezTo>
                <a:cubicBezTo>
                  <a:pt x="998268" y="25043"/>
                  <a:pt x="1005912" y="28224"/>
                  <a:pt x="1011844" y="34585"/>
                </a:cubicBezTo>
                <a:cubicBezTo>
                  <a:pt x="1017775" y="40944"/>
                  <a:pt x="1020741" y="49892"/>
                  <a:pt x="1020741" y="61428"/>
                </a:cubicBezTo>
                <a:cubicBezTo>
                  <a:pt x="1020741" y="62130"/>
                  <a:pt x="1020719" y="63182"/>
                  <a:pt x="1020675" y="64585"/>
                </a:cubicBezTo>
                <a:lnTo>
                  <a:pt x="968479" y="64585"/>
                </a:lnTo>
                <a:cubicBezTo>
                  <a:pt x="968919" y="72252"/>
                  <a:pt x="971094" y="78123"/>
                  <a:pt x="975004" y="82198"/>
                </a:cubicBezTo>
                <a:cubicBezTo>
                  <a:pt x="978914" y="86273"/>
                  <a:pt x="983791" y="88310"/>
                  <a:pt x="989634" y="88310"/>
                </a:cubicBezTo>
                <a:cubicBezTo>
                  <a:pt x="993984" y="88310"/>
                  <a:pt x="997697" y="87179"/>
                  <a:pt x="1000772" y="84916"/>
                </a:cubicBezTo>
                <a:cubicBezTo>
                  <a:pt x="1003848" y="82652"/>
                  <a:pt x="1006286" y="79039"/>
                  <a:pt x="1008087" y="74075"/>
                </a:cubicBezTo>
                <a:moveTo>
                  <a:pt x="969138" y="54700"/>
                </a:moveTo>
                <a:lnTo>
                  <a:pt x="1008219" y="54700"/>
                </a:lnTo>
                <a:cubicBezTo>
                  <a:pt x="1007692" y="48908"/>
                  <a:pt x="1006198" y="44565"/>
                  <a:pt x="1003738" y="41669"/>
                </a:cubicBezTo>
                <a:cubicBezTo>
                  <a:pt x="999959" y="37176"/>
                  <a:pt x="995060" y="34929"/>
                  <a:pt x="989041" y="34929"/>
                </a:cubicBezTo>
                <a:cubicBezTo>
                  <a:pt x="983593" y="34929"/>
                  <a:pt x="979013" y="36723"/>
                  <a:pt x="975300" y="40310"/>
                </a:cubicBezTo>
                <a:cubicBezTo>
                  <a:pt x="971588" y="43896"/>
                  <a:pt x="969534" y="48693"/>
                  <a:pt x="969138" y="54700"/>
                </a:cubicBezTo>
                <a:close/>
                <a:moveTo>
                  <a:pt x="1072213" y="123635"/>
                </a:moveTo>
                <a:lnTo>
                  <a:pt x="1070895" y="112497"/>
                </a:lnTo>
                <a:cubicBezTo>
                  <a:pt x="1073487" y="113200"/>
                  <a:pt x="1075750" y="113551"/>
                  <a:pt x="1077683" y="113551"/>
                </a:cubicBezTo>
                <a:cubicBezTo>
                  <a:pt x="1080319" y="113551"/>
                  <a:pt x="1082428" y="113106"/>
                  <a:pt x="1084010" y="112217"/>
                </a:cubicBezTo>
                <a:cubicBezTo>
                  <a:pt x="1085592" y="111328"/>
                  <a:pt x="1086888" y="110084"/>
                  <a:pt x="1087898" y="108483"/>
                </a:cubicBezTo>
                <a:cubicBezTo>
                  <a:pt x="1088645" y="107283"/>
                  <a:pt x="1089853" y="104305"/>
                  <a:pt x="1091523" y="99549"/>
                </a:cubicBezTo>
                <a:cubicBezTo>
                  <a:pt x="1091742" y="98882"/>
                  <a:pt x="1092094" y="97903"/>
                  <a:pt x="1092577" y="96614"/>
                </a:cubicBezTo>
                <a:lnTo>
                  <a:pt x="1066018" y="26625"/>
                </a:lnTo>
                <a:lnTo>
                  <a:pt x="1078803" y="26625"/>
                </a:lnTo>
                <a:lnTo>
                  <a:pt x="1093368" y="67061"/>
                </a:lnTo>
                <a:cubicBezTo>
                  <a:pt x="1095257" y="72190"/>
                  <a:pt x="1096949" y="77582"/>
                  <a:pt x="1098443" y="83236"/>
                </a:cubicBezTo>
                <a:cubicBezTo>
                  <a:pt x="1099805" y="77800"/>
                  <a:pt x="1101430" y="72496"/>
                  <a:pt x="1103320" y="67324"/>
                </a:cubicBezTo>
                <a:lnTo>
                  <a:pt x="1118280" y="26625"/>
                </a:lnTo>
                <a:lnTo>
                  <a:pt x="1130142" y="26625"/>
                </a:lnTo>
                <a:lnTo>
                  <a:pt x="1103517" y="97848"/>
                </a:lnTo>
                <a:cubicBezTo>
                  <a:pt x="1100661" y="105542"/>
                  <a:pt x="1098443" y="110840"/>
                  <a:pt x="1096861" y="113741"/>
                </a:cubicBezTo>
                <a:cubicBezTo>
                  <a:pt x="1094752" y="117654"/>
                  <a:pt x="1092336" y="120523"/>
                  <a:pt x="1089612" y="122347"/>
                </a:cubicBezTo>
                <a:cubicBezTo>
                  <a:pt x="1086888" y="124172"/>
                  <a:pt x="1083636" y="125084"/>
                  <a:pt x="1079858" y="125084"/>
                </a:cubicBezTo>
                <a:cubicBezTo>
                  <a:pt x="1077573" y="125084"/>
                  <a:pt x="1075025" y="124601"/>
                  <a:pt x="1072213" y="123635"/>
                </a:cubicBezTo>
                <a:close/>
                <a:moveTo>
                  <a:pt x="1135810" y="61620"/>
                </a:moveTo>
                <a:cubicBezTo>
                  <a:pt x="1135810" y="48659"/>
                  <a:pt x="1139413" y="39059"/>
                  <a:pt x="1146618" y="32820"/>
                </a:cubicBezTo>
                <a:cubicBezTo>
                  <a:pt x="1152637" y="27635"/>
                  <a:pt x="1159974" y="25043"/>
                  <a:pt x="1168630" y="25043"/>
                </a:cubicBezTo>
                <a:cubicBezTo>
                  <a:pt x="1178252" y="25043"/>
                  <a:pt x="1186116" y="28196"/>
                  <a:pt x="1192223" y="34500"/>
                </a:cubicBezTo>
                <a:cubicBezTo>
                  <a:pt x="1198330" y="40805"/>
                  <a:pt x="1201384" y="49515"/>
                  <a:pt x="1201384" y="60631"/>
                </a:cubicBezTo>
                <a:cubicBezTo>
                  <a:pt x="1201384" y="69638"/>
                  <a:pt x="1200033" y="76722"/>
                  <a:pt x="1197331" y="81885"/>
                </a:cubicBezTo>
                <a:cubicBezTo>
                  <a:pt x="1194629" y="87047"/>
                  <a:pt x="1190696" y="91056"/>
                  <a:pt x="1185534" y="93912"/>
                </a:cubicBezTo>
                <a:cubicBezTo>
                  <a:pt x="1180371" y="96768"/>
                  <a:pt x="1174737" y="98196"/>
                  <a:pt x="1168630" y="98196"/>
                </a:cubicBezTo>
                <a:cubicBezTo>
                  <a:pt x="1158832" y="98196"/>
                  <a:pt x="1150913" y="95054"/>
                  <a:pt x="1144872" y="88772"/>
                </a:cubicBezTo>
                <a:cubicBezTo>
                  <a:pt x="1138830" y="82489"/>
                  <a:pt x="1135810" y="73438"/>
                  <a:pt x="1135810" y="61620"/>
                </a:cubicBezTo>
                <a:moveTo>
                  <a:pt x="1148002" y="61587"/>
                </a:moveTo>
                <a:cubicBezTo>
                  <a:pt x="1148002" y="70516"/>
                  <a:pt x="1149957" y="77203"/>
                  <a:pt x="1153867" y="81646"/>
                </a:cubicBezTo>
                <a:cubicBezTo>
                  <a:pt x="1157778" y="86089"/>
                  <a:pt x="1162698" y="88310"/>
                  <a:pt x="1168630" y="88310"/>
                </a:cubicBezTo>
                <a:cubicBezTo>
                  <a:pt x="1174517" y="88310"/>
                  <a:pt x="1179416" y="86078"/>
                  <a:pt x="1183326" y="81613"/>
                </a:cubicBezTo>
                <a:cubicBezTo>
                  <a:pt x="1187236" y="77148"/>
                  <a:pt x="1189192" y="70341"/>
                  <a:pt x="1189192" y="61193"/>
                </a:cubicBezTo>
                <a:cubicBezTo>
                  <a:pt x="1189192" y="52570"/>
                  <a:pt x="1187225" y="46036"/>
                  <a:pt x="1183293" y="41593"/>
                </a:cubicBezTo>
                <a:cubicBezTo>
                  <a:pt x="1179361" y="37150"/>
                  <a:pt x="1174473" y="34929"/>
                  <a:pt x="1168630" y="34929"/>
                </a:cubicBezTo>
                <a:cubicBezTo>
                  <a:pt x="1162698" y="34929"/>
                  <a:pt x="1157778" y="37139"/>
                  <a:pt x="1153867" y="41560"/>
                </a:cubicBezTo>
                <a:cubicBezTo>
                  <a:pt x="1149957" y="45981"/>
                  <a:pt x="1148002" y="52657"/>
                  <a:pt x="1148002" y="61587"/>
                </a:cubicBezTo>
                <a:close/>
                <a:moveTo>
                  <a:pt x="1261137" y="96614"/>
                </a:moveTo>
                <a:lnTo>
                  <a:pt x="1261137" y="86333"/>
                </a:lnTo>
                <a:cubicBezTo>
                  <a:pt x="1255689" y="94242"/>
                  <a:pt x="1248286" y="98196"/>
                  <a:pt x="1238928" y="98196"/>
                </a:cubicBezTo>
                <a:cubicBezTo>
                  <a:pt x="1234798" y="98196"/>
                  <a:pt x="1230943" y="97405"/>
                  <a:pt x="1227362" y="95823"/>
                </a:cubicBezTo>
                <a:cubicBezTo>
                  <a:pt x="1223781" y="94242"/>
                  <a:pt x="1221123" y="92254"/>
                  <a:pt x="1219388" y="89859"/>
                </a:cubicBezTo>
                <a:cubicBezTo>
                  <a:pt x="1217652" y="87465"/>
                  <a:pt x="1216433" y="84532"/>
                  <a:pt x="1215730" y="81061"/>
                </a:cubicBezTo>
                <a:cubicBezTo>
                  <a:pt x="1215247" y="78732"/>
                  <a:pt x="1215005" y="75042"/>
                  <a:pt x="1215005" y="69989"/>
                </a:cubicBezTo>
                <a:lnTo>
                  <a:pt x="1215005" y="26625"/>
                </a:lnTo>
                <a:lnTo>
                  <a:pt x="1226868" y="26625"/>
                </a:lnTo>
                <a:lnTo>
                  <a:pt x="1226868" y="65442"/>
                </a:lnTo>
                <a:cubicBezTo>
                  <a:pt x="1226868" y="71637"/>
                  <a:pt x="1227109" y="75811"/>
                  <a:pt x="1227593" y="77964"/>
                </a:cubicBezTo>
                <a:cubicBezTo>
                  <a:pt x="1228339" y="81083"/>
                  <a:pt x="1229921" y="83532"/>
                  <a:pt x="1232338" y="85312"/>
                </a:cubicBezTo>
                <a:cubicBezTo>
                  <a:pt x="1234754" y="87091"/>
                  <a:pt x="1237742" y="87981"/>
                  <a:pt x="1241300" y="87981"/>
                </a:cubicBezTo>
                <a:cubicBezTo>
                  <a:pt x="1244859" y="87981"/>
                  <a:pt x="1248198" y="87069"/>
                  <a:pt x="1251318" y="85246"/>
                </a:cubicBezTo>
                <a:cubicBezTo>
                  <a:pt x="1254437" y="83423"/>
                  <a:pt x="1256645" y="80940"/>
                  <a:pt x="1257941" y="77799"/>
                </a:cubicBezTo>
                <a:cubicBezTo>
                  <a:pt x="1259237" y="74657"/>
                  <a:pt x="1259885" y="70099"/>
                  <a:pt x="1259885" y="64124"/>
                </a:cubicBezTo>
                <a:lnTo>
                  <a:pt x="1259885" y="26625"/>
                </a:lnTo>
                <a:lnTo>
                  <a:pt x="1271748" y="26625"/>
                </a:lnTo>
                <a:lnTo>
                  <a:pt x="1271748" y="96614"/>
                </a:lnTo>
                <a:lnTo>
                  <a:pt x="1261137" y="96614"/>
                </a:lnTo>
                <a:close/>
                <a:moveTo>
                  <a:pt x="1290180" y="96614"/>
                </a:moveTo>
                <a:lnTo>
                  <a:pt x="1290180" y="26625"/>
                </a:lnTo>
                <a:lnTo>
                  <a:pt x="1300856" y="26625"/>
                </a:lnTo>
                <a:lnTo>
                  <a:pt x="1300856" y="37169"/>
                </a:lnTo>
                <a:cubicBezTo>
                  <a:pt x="1303580" y="32232"/>
                  <a:pt x="1306096" y="28977"/>
                  <a:pt x="1308402" y="27403"/>
                </a:cubicBezTo>
                <a:cubicBezTo>
                  <a:pt x="1310709" y="25830"/>
                  <a:pt x="1313246" y="25043"/>
                  <a:pt x="1316014" y="25043"/>
                </a:cubicBezTo>
                <a:cubicBezTo>
                  <a:pt x="1320012" y="25043"/>
                  <a:pt x="1324076" y="26312"/>
                  <a:pt x="1328206" y="28849"/>
                </a:cubicBezTo>
                <a:lnTo>
                  <a:pt x="1324120" y="39806"/>
                </a:lnTo>
                <a:cubicBezTo>
                  <a:pt x="1321220" y="38092"/>
                  <a:pt x="1318321" y="37235"/>
                  <a:pt x="1315421" y="37235"/>
                </a:cubicBezTo>
                <a:cubicBezTo>
                  <a:pt x="1312829" y="37235"/>
                  <a:pt x="1310500" y="38017"/>
                  <a:pt x="1308435" y="39579"/>
                </a:cubicBezTo>
                <a:cubicBezTo>
                  <a:pt x="1306370" y="41140"/>
                  <a:pt x="1304898" y="43306"/>
                  <a:pt x="1304020" y="46077"/>
                </a:cubicBezTo>
                <a:cubicBezTo>
                  <a:pt x="1302702" y="50299"/>
                  <a:pt x="1302043" y="54917"/>
                  <a:pt x="1302043" y="59931"/>
                </a:cubicBezTo>
                <a:lnTo>
                  <a:pt x="1302043" y="96614"/>
                </a:lnTo>
                <a:lnTo>
                  <a:pt x="1290180" y="96614"/>
                </a:lnTo>
                <a:close/>
                <a:moveTo>
                  <a:pt x="1374953" y="96614"/>
                </a:moveTo>
                <a:lnTo>
                  <a:pt x="1374953" y="0"/>
                </a:lnTo>
                <a:lnTo>
                  <a:pt x="1440132" y="0"/>
                </a:lnTo>
                <a:lnTo>
                  <a:pt x="1440132" y="11401"/>
                </a:lnTo>
                <a:lnTo>
                  <a:pt x="1387739" y="11401"/>
                </a:lnTo>
                <a:lnTo>
                  <a:pt x="1387739" y="41255"/>
                </a:lnTo>
                <a:lnTo>
                  <a:pt x="1433080" y="41255"/>
                </a:lnTo>
                <a:lnTo>
                  <a:pt x="1433080" y="52657"/>
                </a:lnTo>
                <a:lnTo>
                  <a:pt x="1387739" y="52657"/>
                </a:lnTo>
                <a:lnTo>
                  <a:pt x="1387739" y="96614"/>
                </a:lnTo>
                <a:lnTo>
                  <a:pt x="1374953" y="96614"/>
                </a:lnTo>
                <a:close/>
                <a:moveTo>
                  <a:pt x="1455311" y="13708"/>
                </a:moveTo>
                <a:lnTo>
                  <a:pt x="1455311" y="0"/>
                </a:lnTo>
                <a:lnTo>
                  <a:pt x="1467174" y="0"/>
                </a:lnTo>
                <a:lnTo>
                  <a:pt x="1467174" y="13708"/>
                </a:lnTo>
                <a:lnTo>
                  <a:pt x="1455311" y="13708"/>
                </a:lnTo>
                <a:moveTo>
                  <a:pt x="1455311" y="96614"/>
                </a:moveTo>
                <a:lnTo>
                  <a:pt x="1455311" y="26625"/>
                </a:lnTo>
                <a:lnTo>
                  <a:pt x="1467174" y="26625"/>
                </a:lnTo>
                <a:lnTo>
                  <a:pt x="1467174" y="96614"/>
                </a:lnTo>
                <a:lnTo>
                  <a:pt x="1455311" y="96614"/>
                </a:lnTo>
                <a:close/>
                <a:moveTo>
                  <a:pt x="1485076" y="96614"/>
                </a:moveTo>
                <a:lnTo>
                  <a:pt x="1485076" y="26625"/>
                </a:lnTo>
                <a:lnTo>
                  <a:pt x="1495753" y="26625"/>
                </a:lnTo>
                <a:lnTo>
                  <a:pt x="1495753" y="37169"/>
                </a:lnTo>
                <a:cubicBezTo>
                  <a:pt x="1498477" y="32232"/>
                  <a:pt x="1500992" y="28977"/>
                  <a:pt x="1503299" y="27403"/>
                </a:cubicBezTo>
                <a:cubicBezTo>
                  <a:pt x="1505605" y="25830"/>
                  <a:pt x="1508143" y="25043"/>
                  <a:pt x="1510910" y="25043"/>
                </a:cubicBezTo>
                <a:cubicBezTo>
                  <a:pt x="1514909" y="25043"/>
                  <a:pt x="1518973" y="26312"/>
                  <a:pt x="1523103" y="28849"/>
                </a:cubicBezTo>
                <a:lnTo>
                  <a:pt x="1519017" y="39806"/>
                </a:lnTo>
                <a:cubicBezTo>
                  <a:pt x="1516117" y="38092"/>
                  <a:pt x="1513217" y="37235"/>
                  <a:pt x="1510317" y="37235"/>
                </a:cubicBezTo>
                <a:cubicBezTo>
                  <a:pt x="1507725" y="37235"/>
                  <a:pt x="1505397" y="38017"/>
                  <a:pt x="1503332" y="39579"/>
                </a:cubicBezTo>
                <a:cubicBezTo>
                  <a:pt x="1501267" y="41140"/>
                  <a:pt x="1499795" y="43306"/>
                  <a:pt x="1498916" y="46077"/>
                </a:cubicBezTo>
                <a:cubicBezTo>
                  <a:pt x="1497598" y="50299"/>
                  <a:pt x="1496939" y="54917"/>
                  <a:pt x="1496939" y="59931"/>
                </a:cubicBezTo>
                <a:lnTo>
                  <a:pt x="1496939" y="96614"/>
                </a:lnTo>
                <a:lnTo>
                  <a:pt x="1485076" y="96614"/>
                </a:lnTo>
                <a:close/>
                <a:moveTo>
                  <a:pt x="1525408" y="75657"/>
                </a:moveTo>
                <a:lnTo>
                  <a:pt x="1537139" y="73812"/>
                </a:lnTo>
                <a:cubicBezTo>
                  <a:pt x="1537798" y="78492"/>
                  <a:pt x="1539633" y="82079"/>
                  <a:pt x="1542642" y="84572"/>
                </a:cubicBezTo>
                <a:cubicBezTo>
                  <a:pt x="1545652" y="87064"/>
                  <a:pt x="1549859" y="88310"/>
                  <a:pt x="1555263" y="88310"/>
                </a:cubicBezTo>
                <a:cubicBezTo>
                  <a:pt x="1560711" y="88310"/>
                  <a:pt x="1564753" y="87210"/>
                  <a:pt x="1567389" y="85009"/>
                </a:cubicBezTo>
                <a:cubicBezTo>
                  <a:pt x="1570025" y="82807"/>
                  <a:pt x="1571343" y="80224"/>
                  <a:pt x="1571343" y="77261"/>
                </a:cubicBezTo>
                <a:cubicBezTo>
                  <a:pt x="1571343" y="74602"/>
                  <a:pt x="1570179" y="72509"/>
                  <a:pt x="1567850" y="70984"/>
                </a:cubicBezTo>
                <a:cubicBezTo>
                  <a:pt x="1566225" y="69938"/>
                  <a:pt x="1562183" y="68608"/>
                  <a:pt x="1555724" y="66995"/>
                </a:cubicBezTo>
                <a:cubicBezTo>
                  <a:pt x="1547025" y="64797"/>
                  <a:pt x="1540995" y="62895"/>
                  <a:pt x="1537634" y="61290"/>
                </a:cubicBezTo>
                <a:cubicBezTo>
                  <a:pt x="1534272" y="59685"/>
                  <a:pt x="1531724" y="57464"/>
                  <a:pt x="1529989" y="54628"/>
                </a:cubicBezTo>
                <a:cubicBezTo>
                  <a:pt x="1528253" y="51791"/>
                  <a:pt x="1527386" y="48658"/>
                  <a:pt x="1527386" y="45228"/>
                </a:cubicBezTo>
                <a:cubicBezTo>
                  <a:pt x="1527386" y="42106"/>
                  <a:pt x="1528100" y="39214"/>
                  <a:pt x="1529527" y="36554"/>
                </a:cubicBezTo>
                <a:cubicBezTo>
                  <a:pt x="1530955" y="33893"/>
                  <a:pt x="1532899" y="31683"/>
                  <a:pt x="1535360" y="29924"/>
                </a:cubicBezTo>
                <a:cubicBezTo>
                  <a:pt x="1537205" y="28561"/>
                  <a:pt x="1539720" y="27407"/>
                  <a:pt x="1542906" y="26462"/>
                </a:cubicBezTo>
                <a:cubicBezTo>
                  <a:pt x="1546091" y="25516"/>
                  <a:pt x="1549507" y="25043"/>
                  <a:pt x="1553154" y="25043"/>
                </a:cubicBezTo>
                <a:cubicBezTo>
                  <a:pt x="1558646" y="25043"/>
                  <a:pt x="1563468" y="25840"/>
                  <a:pt x="1567620" y="27432"/>
                </a:cubicBezTo>
                <a:cubicBezTo>
                  <a:pt x="1571771" y="29024"/>
                  <a:pt x="1574836" y="31180"/>
                  <a:pt x="1576813" y="33901"/>
                </a:cubicBezTo>
                <a:cubicBezTo>
                  <a:pt x="1578790" y="36621"/>
                  <a:pt x="1580152" y="40259"/>
                  <a:pt x="1580899" y="44814"/>
                </a:cubicBezTo>
                <a:lnTo>
                  <a:pt x="1569300" y="46396"/>
                </a:lnTo>
                <a:cubicBezTo>
                  <a:pt x="1568773" y="42793"/>
                  <a:pt x="1567246" y="39981"/>
                  <a:pt x="1564720" y="37960"/>
                </a:cubicBezTo>
                <a:cubicBezTo>
                  <a:pt x="1562194" y="35939"/>
                  <a:pt x="1558624" y="34929"/>
                  <a:pt x="1554011" y="34929"/>
                </a:cubicBezTo>
                <a:cubicBezTo>
                  <a:pt x="1548563" y="34929"/>
                  <a:pt x="1544674" y="35825"/>
                  <a:pt x="1542346" y="37618"/>
                </a:cubicBezTo>
                <a:cubicBezTo>
                  <a:pt x="1540017" y="39410"/>
                  <a:pt x="1538853" y="41509"/>
                  <a:pt x="1538853" y="43914"/>
                </a:cubicBezTo>
                <a:cubicBezTo>
                  <a:pt x="1538853" y="45444"/>
                  <a:pt x="1539336" y="46821"/>
                  <a:pt x="1540303" y="48046"/>
                </a:cubicBezTo>
                <a:cubicBezTo>
                  <a:pt x="1541269" y="49313"/>
                  <a:pt x="1542785" y="50362"/>
                  <a:pt x="1544850" y="51192"/>
                </a:cubicBezTo>
                <a:cubicBezTo>
                  <a:pt x="1546036" y="51630"/>
                  <a:pt x="1549529" y="52636"/>
                  <a:pt x="1555329" y="54210"/>
                </a:cubicBezTo>
                <a:cubicBezTo>
                  <a:pt x="1563720" y="56449"/>
                  <a:pt x="1569575" y="58282"/>
                  <a:pt x="1572892" y="59708"/>
                </a:cubicBezTo>
                <a:cubicBezTo>
                  <a:pt x="1576209" y="61135"/>
                  <a:pt x="1578812" y="63209"/>
                  <a:pt x="1580701" y="65932"/>
                </a:cubicBezTo>
                <a:cubicBezTo>
                  <a:pt x="1582591" y="68653"/>
                  <a:pt x="1583535" y="72033"/>
                  <a:pt x="1583535" y="76071"/>
                </a:cubicBezTo>
                <a:cubicBezTo>
                  <a:pt x="1583535" y="80022"/>
                  <a:pt x="1582382" y="83743"/>
                  <a:pt x="1580075" y="87233"/>
                </a:cubicBezTo>
                <a:cubicBezTo>
                  <a:pt x="1577769" y="90722"/>
                  <a:pt x="1574441" y="93421"/>
                  <a:pt x="1570091" y="95331"/>
                </a:cubicBezTo>
                <a:cubicBezTo>
                  <a:pt x="1565741" y="97241"/>
                  <a:pt x="1560821" y="98196"/>
                  <a:pt x="1555329" y="98196"/>
                </a:cubicBezTo>
                <a:cubicBezTo>
                  <a:pt x="1546234" y="98196"/>
                  <a:pt x="1539303" y="96301"/>
                  <a:pt x="1534536" y="92512"/>
                </a:cubicBezTo>
                <a:cubicBezTo>
                  <a:pt x="1529769" y="88722"/>
                  <a:pt x="1526727" y="83104"/>
                  <a:pt x="1525408" y="75657"/>
                </a:cubicBezTo>
                <a:close/>
                <a:moveTo>
                  <a:pt x="1623538" y="86136"/>
                </a:moveTo>
                <a:lnTo>
                  <a:pt x="1625252" y="96614"/>
                </a:lnTo>
                <a:cubicBezTo>
                  <a:pt x="1621913" y="97229"/>
                  <a:pt x="1618925" y="97537"/>
                  <a:pt x="1616289" y="97537"/>
                </a:cubicBezTo>
                <a:cubicBezTo>
                  <a:pt x="1611983" y="97537"/>
                  <a:pt x="1608644" y="96856"/>
                  <a:pt x="1606272" y="95494"/>
                </a:cubicBezTo>
                <a:cubicBezTo>
                  <a:pt x="1603899" y="94132"/>
                  <a:pt x="1602230" y="92341"/>
                  <a:pt x="1601263" y="90123"/>
                </a:cubicBezTo>
                <a:cubicBezTo>
                  <a:pt x="1600296" y="87904"/>
                  <a:pt x="1599813" y="83236"/>
                  <a:pt x="1599813" y="76118"/>
                </a:cubicBezTo>
                <a:lnTo>
                  <a:pt x="1599813" y="35851"/>
                </a:lnTo>
                <a:lnTo>
                  <a:pt x="1591114" y="35851"/>
                </a:lnTo>
                <a:lnTo>
                  <a:pt x="1591114" y="26625"/>
                </a:lnTo>
                <a:lnTo>
                  <a:pt x="1599813" y="26625"/>
                </a:lnTo>
                <a:lnTo>
                  <a:pt x="1599813" y="9245"/>
                </a:lnTo>
                <a:lnTo>
                  <a:pt x="1611610" y="2109"/>
                </a:lnTo>
                <a:lnTo>
                  <a:pt x="1611610" y="26625"/>
                </a:lnTo>
                <a:lnTo>
                  <a:pt x="1623538" y="26625"/>
                </a:lnTo>
                <a:lnTo>
                  <a:pt x="1623538" y="35851"/>
                </a:lnTo>
                <a:lnTo>
                  <a:pt x="1611610" y="35851"/>
                </a:lnTo>
                <a:lnTo>
                  <a:pt x="1611610" y="76777"/>
                </a:lnTo>
                <a:cubicBezTo>
                  <a:pt x="1611610" y="80160"/>
                  <a:pt x="1611818" y="82335"/>
                  <a:pt x="1612236" y="83302"/>
                </a:cubicBezTo>
                <a:cubicBezTo>
                  <a:pt x="1612653" y="84268"/>
                  <a:pt x="1613334" y="85037"/>
                  <a:pt x="1614279" y="85608"/>
                </a:cubicBezTo>
                <a:cubicBezTo>
                  <a:pt x="1615223" y="86179"/>
                  <a:pt x="1616574" y="86465"/>
                  <a:pt x="1618332" y="86465"/>
                </a:cubicBezTo>
                <a:cubicBezTo>
                  <a:pt x="1619650" y="86465"/>
                  <a:pt x="1621385" y="86355"/>
                  <a:pt x="1623538" y="86136"/>
                </a:cubicBezTo>
                <a:close/>
                <a:moveTo>
                  <a:pt x="1656281" y="96614"/>
                </a:moveTo>
                <a:lnTo>
                  <a:pt x="1693384" y="0"/>
                </a:lnTo>
                <a:lnTo>
                  <a:pt x="1707158" y="0"/>
                </a:lnTo>
                <a:lnTo>
                  <a:pt x="1746700" y="96614"/>
                </a:lnTo>
                <a:lnTo>
                  <a:pt x="1732135" y="96614"/>
                </a:lnTo>
                <a:lnTo>
                  <a:pt x="1720866" y="67485"/>
                </a:lnTo>
                <a:lnTo>
                  <a:pt x="1680467" y="67485"/>
                </a:lnTo>
                <a:lnTo>
                  <a:pt x="1669857" y="96614"/>
                </a:lnTo>
                <a:lnTo>
                  <a:pt x="1656281" y="96614"/>
                </a:lnTo>
                <a:moveTo>
                  <a:pt x="1684158" y="56940"/>
                </a:moveTo>
                <a:lnTo>
                  <a:pt x="1716912" y="56940"/>
                </a:lnTo>
                <a:lnTo>
                  <a:pt x="1706828" y="30184"/>
                </a:lnTo>
                <a:cubicBezTo>
                  <a:pt x="1703753" y="22056"/>
                  <a:pt x="1701468" y="15377"/>
                  <a:pt x="1699974" y="10149"/>
                </a:cubicBezTo>
                <a:cubicBezTo>
                  <a:pt x="1698744" y="16344"/>
                  <a:pt x="1697009" y="22495"/>
                  <a:pt x="1694768" y="28602"/>
                </a:cubicBezTo>
                <a:lnTo>
                  <a:pt x="1684158" y="56940"/>
                </a:lnTo>
                <a:close/>
                <a:moveTo>
                  <a:pt x="1755400" y="96614"/>
                </a:moveTo>
                <a:lnTo>
                  <a:pt x="1755400" y="26625"/>
                </a:lnTo>
                <a:lnTo>
                  <a:pt x="1766010" y="26625"/>
                </a:lnTo>
                <a:lnTo>
                  <a:pt x="1766010" y="36379"/>
                </a:lnTo>
                <a:cubicBezTo>
                  <a:pt x="1768207" y="32971"/>
                  <a:pt x="1771129" y="30230"/>
                  <a:pt x="1774776" y="28155"/>
                </a:cubicBezTo>
                <a:cubicBezTo>
                  <a:pt x="1778422" y="26081"/>
                  <a:pt x="1782574" y="25043"/>
                  <a:pt x="1787231" y="25043"/>
                </a:cubicBezTo>
                <a:cubicBezTo>
                  <a:pt x="1792416" y="25043"/>
                  <a:pt x="1796666" y="26114"/>
                  <a:pt x="1799984" y="28256"/>
                </a:cubicBezTo>
                <a:cubicBezTo>
                  <a:pt x="1803301" y="30397"/>
                  <a:pt x="1805640" y="33390"/>
                  <a:pt x="1807002" y="37235"/>
                </a:cubicBezTo>
                <a:cubicBezTo>
                  <a:pt x="1812538" y="29107"/>
                  <a:pt x="1819744" y="25043"/>
                  <a:pt x="1828619" y="25043"/>
                </a:cubicBezTo>
                <a:cubicBezTo>
                  <a:pt x="1835560" y="25043"/>
                  <a:pt x="1840898" y="26965"/>
                  <a:pt x="1844633" y="30810"/>
                </a:cubicBezTo>
                <a:cubicBezTo>
                  <a:pt x="1848368" y="34654"/>
                  <a:pt x="1850235" y="40574"/>
                  <a:pt x="1850235" y="48571"/>
                </a:cubicBezTo>
                <a:lnTo>
                  <a:pt x="1850235" y="96614"/>
                </a:lnTo>
                <a:lnTo>
                  <a:pt x="1838438" y="96614"/>
                </a:lnTo>
                <a:lnTo>
                  <a:pt x="1838438" y="52478"/>
                </a:lnTo>
                <a:cubicBezTo>
                  <a:pt x="1838438" y="47727"/>
                  <a:pt x="1838054" y="44308"/>
                  <a:pt x="1837285" y="42219"/>
                </a:cubicBezTo>
                <a:cubicBezTo>
                  <a:pt x="1836516" y="40130"/>
                  <a:pt x="1835121" y="38447"/>
                  <a:pt x="1833100" y="37171"/>
                </a:cubicBezTo>
                <a:cubicBezTo>
                  <a:pt x="1831079" y="35896"/>
                  <a:pt x="1828706" y="35258"/>
                  <a:pt x="1825982" y="35258"/>
                </a:cubicBezTo>
                <a:cubicBezTo>
                  <a:pt x="1821062" y="35258"/>
                  <a:pt x="1816976" y="36897"/>
                  <a:pt x="1813724" y="40174"/>
                </a:cubicBezTo>
                <a:cubicBezTo>
                  <a:pt x="1810473" y="43450"/>
                  <a:pt x="1808848" y="48695"/>
                  <a:pt x="1808848" y="55909"/>
                </a:cubicBezTo>
                <a:lnTo>
                  <a:pt x="1808848" y="96614"/>
                </a:lnTo>
                <a:lnTo>
                  <a:pt x="1796985" y="96614"/>
                </a:lnTo>
                <a:lnTo>
                  <a:pt x="1796985" y="51091"/>
                </a:lnTo>
                <a:cubicBezTo>
                  <a:pt x="1796985" y="45814"/>
                  <a:pt x="1796018" y="41855"/>
                  <a:pt x="1794085" y="39217"/>
                </a:cubicBezTo>
                <a:cubicBezTo>
                  <a:pt x="1792152" y="36578"/>
                  <a:pt x="1788989" y="35258"/>
                  <a:pt x="1784595" y="35258"/>
                </a:cubicBezTo>
                <a:cubicBezTo>
                  <a:pt x="1781256" y="35258"/>
                  <a:pt x="1778170" y="36138"/>
                  <a:pt x="1775336" y="37898"/>
                </a:cubicBezTo>
                <a:cubicBezTo>
                  <a:pt x="1772502" y="39657"/>
                  <a:pt x="1770448" y="42230"/>
                  <a:pt x="1769174" y="45617"/>
                </a:cubicBezTo>
                <a:cubicBezTo>
                  <a:pt x="1767900" y="49003"/>
                  <a:pt x="1767263" y="53885"/>
                  <a:pt x="1767263" y="60262"/>
                </a:cubicBezTo>
                <a:lnTo>
                  <a:pt x="1767263" y="96614"/>
                </a:lnTo>
                <a:lnTo>
                  <a:pt x="1755400" y="96614"/>
                </a:lnTo>
                <a:close/>
                <a:moveTo>
                  <a:pt x="1915742" y="74075"/>
                </a:moveTo>
                <a:lnTo>
                  <a:pt x="1928000" y="75591"/>
                </a:lnTo>
                <a:cubicBezTo>
                  <a:pt x="1926067" y="82753"/>
                  <a:pt x="1922486" y="88310"/>
                  <a:pt x="1917257" y="92265"/>
                </a:cubicBezTo>
                <a:cubicBezTo>
                  <a:pt x="1912029" y="96219"/>
                  <a:pt x="1905351" y="98196"/>
                  <a:pt x="1897223" y="98196"/>
                </a:cubicBezTo>
                <a:cubicBezTo>
                  <a:pt x="1886986" y="98196"/>
                  <a:pt x="1878869" y="95043"/>
                  <a:pt x="1872872" y="88739"/>
                </a:cubicBezTo>
                <a:cubicBezTo>
                  <a:pt x="1866874" y="82434"/>
                  <a:pt x="1863876" y="73592"/>
                  <a:pt x="1863876" y="62213"/>
                </a:cubicBezTo>
                <a:cubicBezTo>
                  <a:pt x="1863876" y="50438"/>
                  <a:pt x="1866907" y="41299"/>
                  <a:pt x="1872971" y="34797"/>
                </a:cubicBezTo>
                <a:cubicBezTo>
                  <a:pt x="1879034" y="28294"/>
                  <a:pt x="1886898" y="25043"/>
                  <a:pt x="1896564" y="25043"/>
                </a:cubicBezTo>
                <a:cubicBezTo>
                  <a:pt x="1905922" y="25043"/>
                  <a:pt x="1913567" y="28224"/>
                  <a:pt x="1919498" y="34585"/>
                </a:cubicBezTo>
                <a:cubicBezTo>
                  <a:pt x="1925429" y="40944"/>
                  <a:pt x="1928395" y="49892"/>
                  <a:pt x="1928395" y="61428"/>
                </a:cubicBezTo>
                <a:cubicBezTo>
                  <a:pt x="1928395" y="62130"/>
                  <a:pt x="1928373" y="63182"/>
                  <a:pt x="1928329" y="64585"/>
                </a:cubicBezTo>
                <a:lnTo>
                  <a:pt x="1876134" y="64585"/>
                </a:lnTo>
                <a:cubicBezTo>
                  <a:pt x="1876573" y="72252"/>
                  <a:pt x="1878748" y="78123"/>
                  <a:pt x="1882658" y="82198"/>
                </a:cubicBezTo>
                <a:cubicBezTo>
                  <a:pt x="1886569" y="86273"/>
                  <a:pt x="1891445" y="88310"/>
                  <a:pt x="1897289" y="88310"/>
                </a:cubicBezTo>
                <a:cubicBezTo>
                  <a:pt x="1901638" y="88310"/>
                  <a:pt x="1905351" y="87179"/>
                  <a:pt x="1908426" y="84916"/>
                </a:cubicBezTo>
                <a:cubicBezTo>
                  <a:pt x="1911502" y="82652"/>
                  <a:pt x="1913940" y="79039"/>
                  <a:pt x="1915742" y="74075"/>
                </a:cubicBezTo>
                <a:moveTo>
                  <a:pt x="1876793" y="54700"/>
                </a:moveTo>
                <a:lnTo>
                  <a:pt x="1915874" y="54700"/>
                </a:lnTo>
                <a:cubicBezTo>
                  <a:pt x="1915346" y="48908"/>
                  <a:pt x="1913852" y="44565"/>
                  <a:pt x="1911392" y="41669"/>
                </a:cubicBezTo>
                <a:cubicBezTo>
                  <a:pt x="1907614" y="37176"/>
                  <a:pt x="1902715" y="34929"/>
                  <a:pt x="1896696" y="34929"/>
                </a:cubicBezTo>
                <a:cubicBezTo>
                  <a:pt x="1891248" y="34929"/>
                  <a:pt x="1886667" y="36723"/>
                  <a:pt x="1882955" y="40310"/>
                </a:cubicBezTo>
                <a:cubicBezTo>
                  <a:pt x="1879242" y="43896"/>
                  <a:pt x="1877188" y="48693"/>
                  <a:pt x="1876793" y="54700"/>
                </a:cubicBezTo>
                <a:close/>
                <a:moveTo>
                  <a:pt x="1942873" y="96614"/>
                </a:moveTo>
                <a:lnTo>
                  <a:pt x="1942873" y="26625"/>
                </a:lnTo>
                <a:lnTo>
                  <a:pt x="1953550" y="26625"/>
                </a:lnTo>
                <a:lnTo>
                  <a:pt x="1953550" y="36510"/>
                </a:lnTo>
                <a:cubicBezTo>
                  <a:pt x="1958690" y="28866"/>
                  <a:pt x="1966115" y="25043"/>
                  <a:pt x="1975825" y="25043"/>
                </a:cubicBezTo>
                <a:cubicBezTo>
                  <a:pt x="1980043" y="25043"/>
                  <a:pt x="1983920" y="25801"/>
                  <a:pt x="1987457" y="27317"/>
                </a:cubicBezTo>
                <a:cubicBezTo>
                  <a:pt x="1990994" y="28833"/>
                  <a:pt x="1993641" y="30821"/>
                  <a:pt x="1995398" y="33281"/>
                </a:cubicBezTo>
                <a:cubicBezTo>
                  <a:pt x="1997156" y="35742"/>
                  <a:pt x="1998386" y="38663"/>
                  <a:pt x="1999089" y="42046"/>
                </a:cubicBezTo>
                <a:cubicBezTo>
                  <a:pt x="1999528" y="44243"/>
                  <a:pt x="1999748" y="48087"/>
                  <a:pt x="1999748" y="53579"/>
                </a:cubicBezTo>
                <a:lnTo>
                  <a:pt x="1999748" y="96614"/>
                </a:lnTo>
                <a:lnTo>
                  <a:pt x="1987885" y="96614"/>
                </a:lnTo>
                <a:lnTo>
                  <a:pt x="1987885" y="53995"/>
                </a:lnTo>
                <a:cubicBezTo>
                  <a:pt x="1987885" y="49157"/>
                  <a:pt x="1987424" y="45539"/>
                  <a:pt x="1986501" y="43142"/>
                </a:cubicBezTo>
                <a:cubicBezTo>
                  <a:pt x="1985579" y="40745"/>
                  <a:pt x="1983942" y="38831"/>
                  <a:pt x="1981592" y="37402"/>
                </a:cubicBezTo>
                <a:cubicBezTo>
                  <a:pt x="1979241" y="35973"/>
                  <a:pt x="1976484" y="35258"/>
                  <a:pt x="1973321" y="35258"/>
                </a:cubicBezTo>
                <a:cubicBezTo>
                  <a:pt x="1968268" y="35258"/>
                  <a:pt x="1963908" y="36864"/>
                  <a:pt x="1960239" y="40075"/>
                </a:cubicBezTo>
                <a:cubicBezTo>
                  <a:pt x="1956570" y="43285"/>
                  <a:pt x="1954736" y="49377"/>
                  <a:pt x="1954736" y="58349"/>
                </a:cubicBezTo>
                <a:lnTo>
                  <a:pt x="1954736" y="96614"/>
                </a:lnTo>
                <a:lnTo>
                  <a:pt x="1942873" y="96614"/>
                </a:lnTo>
                <a:close/>
                <a:moveTo>
                  <a:pt x="2063324" y="96614"/>
                </a:moveTo>
                <a:lnTo>
                  <a:pt x="2063324" y="87783"/>
                </a:lnTo>
                <a:cubicBezTo>
                  <a:pt x="2058886" y="94725"/>
                  <a:pt x="2052362" y="98196"/>
                  <a:pt x="2043751" y="98196"/>
                </a:cubicBezTo>
                <a:cubicBezTo>
                  <a:pt x="2038171" y="98196"/>
                  <a:pt x="2033041" y="96658"/>
                  <a:pt x="2028362" y="93583"/>
                </a:cubicBezTo>
                <a:cubicBezTo>
                  <a:pt x="2023683" y="90507"/>
                  <a:pt x="2020058" y="86212"/>
                  <a:pt x="2017488" y="80699"/>
                </a:cubicBezTo>
                <a:cubicBezTo>
                  <a:pt x="2014918" y="75185"/>
                  <a:pt x="2013633" y="68847"/>
                  <a:pt x="2013633" y="61685"/>
                </a:cubicBezTo>
                <a:cubicBezTo>
                  <a:pt x="2013633" y="54700"/>
                  <a:pt x="2014797" y="48362"/>
                  <a:pt x="2017126" y="42672"/>
                </a:cubicBezTo>
                <a:cubicBezTo>
                  <a:pt x="2019454" y="36983"/>
                  <a:pt x="2022947" y="32622"/>
                  <a:pt x="2027604" y="29591"/>
                </a:cubicBezTo>
                <a:cubicBezTo>
                  <a:pt x="2032261" y="26559"/>
                  <a:pt x="2037468" y="25043"/>
                  <a:pt x="2043223" y="25043"/>
                </a:cubicBezTo>
                <a:cubicBezTo>
                  <a:pt x="2047441" y="25043"/>
                  <a:pt x="2051198" y="25933"/>
                  <a:pt x="2054493" y="27712"/>
                </a:cubicBezTo>
                <a:cubicBezTo>
                  <a:pt x="2057788" y="29492"/>
                  <a:pt x="2060468" y="31809"/>
                  <a:pt x="2062533" y="34665"/>
                </a:cubicBezTo>
                <a:lnTo>
                  <a:pt x="2062533" y="0"/>
                </a:lnTo>
                <a:lnTo>
                  <a:pt x="2074330" y="0"/>
                </a:lnTo>
                <a:lnTo>
                  <a:pt x="2074330" y="96614"/>
                </a:lnTo>
                <a:lnTo>
                  <a:pt x="2063324" y="96614"/>
                </a:lnTo>
                <a:moveTo>
                  <a:pt x="2025825" y="61652"/>
                </a:moveTo>
                <a:cubicBezTo>
                  <a:pt x="2025825" y="70582"/>
                  <a:pt x="2027714" y="77258"/>
                  <a:pt x="2031493" y="81679"/>
                </a:cubicBezTo>
                <a:cubicBezTo>
                  <a:pt x="2035271" y="86100"/>
                  <a:pt x="2039730" y="88310"/>
                  <a:pt x="2044871" y="88310"/>
                </a:cubicBezTo>
                <a:cubicBezTo>
                  <a:pt x="2050055" y="88310"/>
                  <a:pt x="2054460" y="86199"/>
                  <a:pt x="2058085" y="81975"/>
                </a:cubicBezTo>
                <a:cubicBezTo>
                  <a:pt x="2061709" y="77751"/>
                  <a:pt x="2063522" y="71305"/>
                  <a:pt x="2063522" y="62637"/>
                </a:cubicBezTo>
                <a:cubicBezTo>
                  <a:pt x="2063522" y="53095"/>
                  <a:pt x="2061676" y="46091"/>
                  <a:pt x="2057986" y="41626"/>
                </a:cubicBezTo>
                <a:cubicBezTo>
                  <a:pt x="2054295" y="37161"/>
                  <a:pt x="2049748" y="34929"/>
                  <a:pt x="2044344" y="34929"/>
                </a:cubicBezTo>
                <a:cubicBezTo>
                  <a:pt x="2039071" y="34929"/>
                  <a:pt x="2034667" y="37074"/>
                  <a:pt x="2031130" y="41365"/>
                </a:cubicBezTo>
                <a:cubicBezTo>
                  <a:pt x="2027593" y="45654"/>
                  <a:pt x="2025825" y="52416"/>
                  <a:pt x="2025825" y="61652"/>
                </a:cubicBezTo>
                <a:close/>
                <a:moveTo>
                  <a:pt x="2092960" y="96614"/>
                </a:moveTo>
                <a:lnTo>
                  <a:pt x="2092960" y="26625"/>
                </a:lnTo>
                <a:lnTo>
                  <a:pt x="2103570" y="26625"/>
                </a:lnTo>
                <a:lnTo>
                  <a:pt x="2103570" y="36379"/>
                </a:lnTo>
                <a:cubicBezTo>
                  <a:pt x="2105767" y="32971"/>
                  <a:pt x="2108689" y="30230"/>
                  <a:pt x="2112335" y="28155"/>
                </a:cubicBezTo>
                <a:cubicBezTo>
                  <a:pt x="2115982" y="26081"/>
                  <a:pt x="2120134" y="25043"/>
                  <a:pt x="2124791" y="25043"/>
                </a:cubicBezTo>
                <a:cubicBezTo>
                  <a:pt x="2129975" y="25043"/>
                  <a:pt x="2134226" y="26114"/>
                  <a:pt x="2137543" y="28256"/>
                </a:cubicBezTo>
                <a:cubicBezTo>
                  <a:pt x="2140860" y="30397"/>
                  <a:pt x="2143200" y="33390"/>
                  <a:pt x="2144562" y="37235"/>
                </a:cubicBezTo>
                <a:cubicBezTo>
                  <a:pt x="2150098" y="29107"/>
                  <a:pt x="2157303" y="25043"/>
                  <a:pt x="2166178" y="25043"/>
                </a:cubicBezTo>
                <a:cubicBezTo>
                  <a:pt x="2173120" y="25043"/>
                  <a:pt x="2178458" y="26965"/>
                  <a:pt x="2182193" y="30810"/>
                </a:cubicBezTo>
                <a:cubicBezTo>
                  <a:pt x="2185927" y="34654"/>
                  <a:pt x="2187794" y="40574"/>
                  <a:pt x="2187794" y="48571"/>
                </a:cubicBezTo>
                <a:lnTo>
                  <a:pt x="2187794" y="96614"/>
                </a:lnTo>
                <a:lnTo>
                  <a:pt x="2175998" y="96614"/>
                </a:lnTo>
                <a:lnTo>
                  <a:pt x="2175998" y="52478"/>
                </a:lnTo>
                <a:cubicBezTo>
                  <a:pt x="2175998" y="47727"/>
                  <a:pt x="2175613" y="44308"/>
                  <a:pt x="2174844" y="42219"/>
                </a:cubicBezTo>
                <a:cubicBezTo>
                  <a:pt x="2174076" y="40130"/>
                  <a:pt x="2172681" y="38447"/>
                  <a:pt x="2170660" y="37171"/>
                </a:cubicBezTo>
                <a:cubicBezTo>
                  <a:pt x="2168639" y="35896"/>
                  <a:pt x="2166266" y="35258"/>
                  <a:pt x="2163542" y="35258"/>
                </a:cubicBezTo>
                <a:cubicBezTo>
                  <a:pt x="2158621" y="35258"/>
                  <a:pt x="2154535" y="36897"/>
                  <a:pt x="2151284" y="40174"/>
                </a:cubicBezTo>
                <a:cubicBezTo>
                  <a:pt x="2148033" y="43450"/>
                  <a:pt x="2146407" y="48695"/>
                  <a:pt x="2146407" y="55909"/>
                </a:cubicBezTo>
                <a:lnTo>
                  <a:pt x="2146407" y="96614"/>
                </a:lnTo>
                <a:lnTo>
                  <a:pt x="2134545" y="96614"/>
                </a:lnTo>
                <a:lnTo>
                  <a:pt x="2134545" y="51091"/>
                </a:lnTo>
                <a:cubicBezTo>
                  <a:pt x="2134545" y="45814"/>
                  <a:pt x="2133578" y="41855"/>
                  <a:pt x="2131645" y="39217"/>
                </a:cubicBezTo>
                <a:cubicBezTo>
                  <a:pt x="2129712" y="36578"/>
                  <a:pt x="2126548" y="35258"/>
                  <a:pt x="2122155" y="35258"/>
                </a:cubicBezTo>
                <a:cubicBezTo>
                  <a:pt x="2118816" y="35258"/>
                  <a:pt x="2115729" y="36138"/>
                  <a:pt x="2112895" y="37898"/>
                </a:cubicBezTo>
                <a:cubicBezTo>
                  <a:pt x="2110062" y="39657"/>
                  <a:pt x="2108008" y="42230"/>
                  <a:pt x="2106733" y="45617"/>
                </a:cubicBezTo>
                <a:cubicBezTo>
                  <a:pt x="2105459" y="49003"/>
                  <a:pt x="2104822" y="53885"/>
                  <a:pt x="2104822" y="60262"/>
                </a:cubicBezTo>
                <a:lnTo>
                  <a:pt x="2104822" y="96614"/>
                </a:lnTo>
                <a:lnTo>
                  <a:pt x="2092960" y="96614"/>
                </a:lnTo>
                <a:close/>
                <a:moveTo>
                  <a:pt x="2253301" y="74075"/>
                </a:moveTo>
                <a:lnTo>
                  <a:pt x="2265559" y="75591"/>
                </a:lnTo>
                <a:cubicBezTo>
                  <a:pt x="2263626" y="82753"/>
                  <a:pt x="2260045" y="88310"/>
                  <a:pt x="2254817" y="92265"/>
                </a:cubicBezTo>
                <a:cubicBezTo>
                  <a:pt x="2249589" y="96219"/>
                  <a:pt x="2242911" y="98196"/>
                  <a:pt x="2234782" y="98196"/>
                </a:cubicBezTo>
                <a:cubicBezTo>
                  <a:pt x="2224546" y="98196"/>
                  <a:pt x="2216428" y="95043"/>
                  <a:pt x="2210431" y="88739"/>
                </a:cubicBezTo>
                <a:cubicBezTo>
                  <a:pt x="2204434" y="82434"/>
                  <a:pt x="2201435" y="73592"/>
                  <a:pt x="2201435" y="62213"/>
                </a:cubicBezTo>
                <a:cubicBezTo>
                  <a:pt x="2201435" y="50438"/>
                  <a:pt x="2204467" y="41299"/>
                  <a:pt x="2210530" y="34797"/>
                </a:cubicBezTo>
                <a:cubicBezTo>
                  <a:pt x="2216593" y="28294"/>
                  <a:pt x="2224458" y="25043"/>
                  <a:pt x="2234123" y="25043"/>
                </a:cubicBezTo>
                <a:cubicBezTo>
                  <a:pt x="2243482" y="25043"/>
                  <a:pt x="2251127" y="28224"/>
                  <a:pt x="2257058" y="34585"/>
                </a:cubicBezTo>
                <a:cubicBezTo>
                  <a:pt x="2262989" y="40944"/>
                  <a:pt x="2265955" y="49892"/>
                  <a:pt x="2265955" y="61428"/>
                </a:cubicBezTo>
                <a:cubicBezTo>
                  <a:pt x="2265955" y="62130"/>
                  <a:pt x="2265933" y="63182"/>
                  <a:pt x="2265889" y="64585"/>
                </a:cubicBezTo>
                <a:lnTo>
                  <a:pt x="2213693" y="64585"/>
                </a:lnTo>
                <a:cubicBezTo>
                  <a:pt x="2214133" y="72252"/>
                  <a:pt x="2216308" y="78123"/>
                  <a:pt x="2220218" y="82198"/>
                </a:cubicBezTo>
                <a:cubicBezTo>
                  <a:pt x="2224128" y="86273"/>
                  <a:pt x="2229005" y="88310"/>
                  <a:pt x="2234848" y="88310"/>
                </a:cubicBezTo>
                <a:cubicBezTo>
                  <a:pt x="2239198" y="88310"/>
                  <a:pt x="2242911" y="87179"/>
                  <a:pt x="2245986" y="84916"/>
                </a:cubicBezTo>
                <a:cubicBezTo>
                  <a:pt x="2249062" y="82652"/>
                  <a:pt x="2251500" y="79039"/>
                  <a:pt x="2253301" y="74075"/>
                </a:cubicBezTo>
                <a:moveTo>
                  <a:pt x="2214352" y="54700"/>
                </a:moveTo>
                <a:lnTo>
                  <a:pt x="2253433" y="54700"/>
                </a:lnTo>
                <a:cubicBezTo>
                  <a:pt x="2252906" y="48908"/>
                  <a:pt x="2251412" y="44565"/>
                  <a:pt x="2248952" y="41669"/>
                </a:cubicBezTo>
                <a:cubicBezTo>
                  <a:pt x="2245173" y="37176"/>
                  <a:pt x="2240274" y="34929"/>
                  <a:pt x="2234255" y="34929"/>
                </a:cubicBezTo>
                <a:cubicBezTo>
                  <a:pt x="2228807" y="34929"/>
                  <a:pt x="2224227" y="36723"/>
                  <a:pt x="2220514" y="40310"/>
                </a:cubicBezTo>
                <a:cubicBezTo>
                  <a:pt x="2216802" y="43896"/>
                  <a:pt x="2214748" y="48693"/>
                  <a:pt x="2214352" y="54700"/>
                </a:cubicBezTo>
                <a:close/>
                <a:moveTo>
                  <a:pt x="2280433" y="96614"/>
                </a:moveTo>
                <a:lnTo>
                  <a:pt x="2280433" y="26625"/>
                </a:lnTo>
                <a:lnTo>
                  <a:pt x="2291109" y="26625"/>
                </a:lnTo>
                <a:lnTo>
                  <a:pt x="2291109" y="36510"/>
                </a:lnTo>
                <a:cubicBezTo>
                  <a:pt x="2296250" y="28866"/>
                  <a:pt x="2303675" y="25043"/>
                  <a:pt x="2313384" y="25043"/>
                </a:cubicBezTo>
                <a:cubicBezTo>
                  <a:pt x="2317602" y="25043"/>
                  <a:pt x="2321480" y="25801"/>
                  <a:pt x="2325016" y="27317"/>
                </a:cubicBezTo>
                <a:cubicBezTo>
                  <a:pt x="2328553" y="28833"/>
                  <a:pt x="2331200" y="30821"/>
                  <a:pt x="2332958" y="33281"/>
                </a:cubicBezTo>
                <a:cubicBezTo>
                  <a:pt x="2334715" y="35742"/>
                  <a:pt x="2335945" y="38663"/>
                  <a:pt x="2336648" y="42046"/>
                </a:cubicBezTo>
                <a:cubicBezTo>
                  <a:pt x="2337088" y="44243"/>
                  <a:pt x="2337307" y="48087"/>
                  <a:pt x="2337307" y="53579"/>
                </a:cubicBezTo>
                <a:lnTo>
                  <a:pt x="2337307" y="96614"/>
                </a:lnTo>
                <a:lnTo>
                  <a:pt x="2325445" y="96614"/>
                </a:lnTo>
                <a:lnTo>
                  <a:pt x="2325445" y="53995"/>
                </a:lnTo>
                <a:cubicBezTo>
                  <a:pt x="2325445" y="49157"/>
                  <a:pt x="2324983" y="45539"/>
                  <a:pt x="2324061" y="43142"/>
                </a:cubicBezTo>
                <a:cubicBezTo>
                  <a:pt x="2323138" y="40745"/>
                  <a:pt x="2321501" y="38831"/>
                  <a:pt x="2319151" y="37402"/>
                </a:cubicBezTo>
                <a:cubicBezTo>
                  <a:pt x="2316800" y="35973"/>
                  <a:pt x="2314043" y="35258"/>
                  <a:pt x="2310880" y="35258"/>
                </a:cubicBezTo>
                <a:cubicBezTo>
                  <a:pt x="2305827" y="35258"/>
                  <a:pt x="2301467" y="36864"/>
                  <a:pt x="2297798" y="40075"/>
                </a:cubicBezTo>
                <a:cubicBezTo>
                  <a:pt x="2294130" y="43285"/>
                  <a:pt x="2292295" y="49377"/>
                  <a:pt x="2292295" y="58349"/>
                </a:cubicBezTo>
                <a:lnTo>
                  <a:pt x="2292295" y="96614"/>
                </a:lnTo>
                <a:lnTo>
                  <a:pt x="2280433" y="96614"/>
                </a:lnTo>
                <a:close/>
                <a:moveTo>
                  <a:pt x="2381376" y="86136"/>
                </a:moveTo>
                <a:lnTo>
                  <a:pt x="2383090" y="96614"/>
                </a:lnTo>
                <a:cubicBezTo>
                  <a:pt x="2379751" y="97229"/>
                  <a:pt x="2376763" y="97537"/>
                  <a:pt x="2374127" y="97537"/>
                </a:cubicBezTo>
                <a:cubicBezTo>
                  <a:pt x="2369821" y="97537"/>
                  <a:pt x="2366482" y="96856"/>
                  <a:pt x="2364109" y="95494"/>
                </a:cubicBezTo>
                <a:cubicBezTo>
                  <a:pt x="2361737" y="94132"/>
                  <a:pt x="2360067" y="92341"/>
                  <a:pt x="2359101" y="90123"/>
                </a:cubicBezTo>
                <a:cubicBezTo>
                  <a:pt x="2358134" y="87904"/>
                  <a:pt x="2357651" y="83236"/>
                  <a:pt x="2357651" y="76118"/>
                </a:cubicBezTo>
                <a:lnTo>
                  <a:pt x="2357651" y="35851"/>
                </a:lnTo>
                <a:lnTo>
                  <a:pt x="2348952" y="35851"/>
                </a:lnTo>
                <a:lnTo>
                  <a:pt x="2348952" y="26625"/>
                </a:lnTo>
                <a:lnTo>
                  <a:pt x="2357651" y="26625"/>
                </a:lnTo>
                <a:lnTo>
                  <a:pt x="2357651" y="9245"/>
                </a:lnTo>
                <a:lnTo>
                  <a:pt x="2369448" y="2109"/>
                </a:lnTo>
                <a:lnTo>
                  <a:pt x="2369448" y="26625"/>
                </a:lnTo>
                <a:lnTo>
                  <a:pt x="2381376" y="26625"/>
                </a:lnTo>
                <a:lnTo>
                  <a:pt x="2381376" y="35851"/>
                </a:lnTo>
                <a:lnTo>
                  <a:pt x="2369448" y="35851"/>
                </a:lnTo>
                <a:lnTo>
                  <a:pt x="2369448" y="76777"/>
                </a:lnTo>
                <a:cubicBezTo>
                  <a:pt x="2369448" y="80160"/>
                  <a:pt x="2369656" y="82335"/>
                  <a:pt x="2370074" y="83302"/>
                </a:cubicBezTo>
                <a:cubicBezTo>
                  <a:pt x="2370491" y="84268"/>
                  <a:pt x="2371172" y="85037"/>
                  <a:pt x="2372117" y="85608"/>
                </a:cubicBezTo>
                <a:cubicBezTo>
                  <a:pt x="2373061" y="86179"/>
                  <a:pt x="2374412" y="86465"/>
                  <a:pt x="2376170" y="86465"/>
                </a:cubicBezTo>
                <a:cubicBezTo>
                  <a:pt x="2377488" y="86465"/>
                  <a:pt x="2379223" y="86355"/>
                  <a:pt x="2381376" y="8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righttofreedomofspeech.">
            <a:extLst xmlns:a="http://schemas.openxmlformats.org/drawingml/2006/main">
              <a:ext uri="{FF2B5EF4-FFF2-40B4-BE49-F238E27FC236}">
                <a16:creationId xmlns:a16="http://schemas.microsoft.com/office/drawing/2014/main" id="{14DCE9BC-C60C-45F7-97CE-D58172C5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0" y="2497435"/>
            <a:ext cx="1584948" cy="126666"/>
          </a:xfrm>
          <a:custGeom xmlns:a="http://schemas.openxmlformats.org/drawingml/2006/main">
            <a:pathLst>
              <a:path w="1584948" h="126666">
                <a:moveTo>
                  <a:pt x="0" y="98196"/>
                </a:moveTo>
                <a:lnTo>
                  <a:pt x="0" y="28207"/>
                </a:lnTo>
                <a:lnTo>
                  <a:pt x="10676" y="28207"/>
                </a:lnTo>
                <a:lnTo>
                  <a:pt x="10676" y="38751"/>
                </a:lnTo>
                <a:cubicBezTo>
                  <a:pt x="13400" y="33814"/>
                  <a:pt x="15916" y="30559"/>
                  <a:pt x="18222" y="28985"/>
                </a:cubicBezTo>
                <a:cubicBezTo>
                  <a:pt x="20529" y="27412"/>
                  <a:pt x="23066" y="26625"/>
                  <a:pt x="25834" y="26625"/>
                </a:cubicBezTo>
                <a:cubicBezTo>
                  <a:pt x="29832" y="26625"/>
                  <a:pt x="33896" y="27894"/>
                  <a:pt x="38026" y="30431"/>
                </a:cubicBezTo>
                <a:lnTo>
                  <a:pt x="33940" y="41387"/>
                </a:lnTo>
                <a:cubicBezTo>
                  <a:pt x="31040" y="39674"/>
                  <a:pt x="28141" y="38817"/>
                  <a:pt x="25241" y="38817"/>
                </a:cubicBezTo>
                <a:cubicBezTo>
                  <a:pt x="22649" y="38817"/>
                  <a:pt x="20320" y="39598"/>
                  <a:pt x="18255" y="41161"/>
                </a:cubicBezTo>
                <a:cubicBezTo>
                  <a:pt x="16190" y="42722"/>
                  <a:pt x="14718" y="44888"/>
                  <a:pt x="13840" y="47658"/>
                </a:cubicBezTo>
                <a:cubicBezTo>
                  <a:pt x="12522" y="51880"/>
                  <a:pt x="11863" y="56498"/>
                  <a:pt x="11863" y="61512"/>
                </a:cubicBezTo>
                <a:lnTo>
                  <a:pt x="11863" y="98196"/>
                </a:lnTo>
                <a:lnTo>
                  <a:pt x="0" y="98196"/>
                </a:lnTo>
                <a:close/>
                <a:moveTo>
                  <a:pt x="45143" y="15290"/>
                </a:moveTo>
                <a:lnTo>
                  <a:pt x="45143" y="1582"/>
                </a:lnTo>
                <a:lnTo>
                  <a:pt x="57005" y="1582"/>
                </a:lnTo>
                <a:lnTo>
                  <a:pt x="57005" y="15290"/>
                </a:lnTo>
                <a:lnTo>
                  <a:pt x="45143" y="15290"/>
                </a:lnTo>
                <a:moveTo>
                  <a:pt x="45143" y="98196"/>
                </a:moveTo>
                <a:lnTo>
                  <a:pt x="45143" y="28207"/>
                </a:lnTo>
                <a:lnTo>
                  <a:pt x="57005" y="28207"/>
                </a:lnTo>
                <a:lnTo>
                  <a:pt x="57005" y="98196"/>
                </a:lnTo>
                <a:lnTo>
                  <a:pt x="45143" y="98196"/>
                </a:lnTo>
                <a:close/>
                <a:moveTo>
                  <a:pt x="72865" y="103995"/>
                </a:moveTo>
                <a:lnTo>
                  <a:pt x="84398" y="105709"/>
                </a:lnTo>
                <a:cubicBezTo>
                  <a:pt x="84882" y="109268"/>
                  <a:pt x="86222" y="111860"/>
                  <a:pt x="88418" y="113485"/>
                </a:cubicBezTo>
                <a:cubicBezTo>
                  <a:pt x="91362" y="115682"/>
                  <a:pt x="95382" y="116781"/>
                  <a:pt x="100479" y="116781"/>
                </a:cubicBezTo>
                <a:cubicBezTo>
                  <a:pt x="105971" y="116781"/>
                  <a:pt x="110210" y="115679"/>
                  <a:pt x="113198" y="113477"/>
                </a:cubicBezTo>
                <a:cubicBezTo>
                  <a:pt x="116186" y="111276"/>
                  <a:pt x="118207" y="108194"/>
                  <a:pt x="119261" y="104230"/>
                </a:cubicBezTo>
                <a:cubicBezTo>
                  <a:pt x="119876" y="101810"/>
                  <a:pt x="120162" y="96724"/>
                  <a:pt x="120118" y="88974"/>
                </a:cubicBezTo>
                <a:cubicBezTo>
                  <a:pt x="114933" y="95122"/>
                  <a:pt x="108475" y="98196"/>
                  <a:pt x="100742" y="98196"/>
                </a:cubicBezTo>
                <a:cubicBezTo>
                  <a:pt x="91120" y="98196"/>
                  <a:pt x="83673" y="94725"/>
                  <a:pt x="78401" y="87783"/>
                </a:cubicBezTo>
                <a:cubicBezTo>
                  <a:pt x="73129" y="80841"/>
                  <a:pt x="70493" y="72516"/>
                  <a:pt x="70493" y="62806"/>
                </a:cubicBezTo>
                <a:cubicBezTo>
                  <a:pt x="70493" y="56128"/>
                  <a:pt x="71701" y="49966"/>
                  <a:pt x="74117" y="44320"/>
                </a:cubicBezTo>
                <a:cubicBezTo>
                  <a:pt x="76534" y="38674"/>
                  <a:pt x="80038" y="34314"/>
                  <a:pt x="84629" y="31238"/>
                </a:cubicBezTo>
                <a:cubicBezTo>
                  <a:pt x="89220" y="28163"/>
                  <a:pt x="94613" y="26625"/>
                  <a:pt x="100808" y="26625"/>
                </a:cubicBezTo>
                <a:cubicBezTo>
                  <a:pt x="109068" y="26625"/>
                  <a:pt x="115878" y="29986"/>
                  <a:pt x="121238" y="36708"/>
                </a:cubicBezTo>
                <a:lnTo>
                  <a:pt x="121238" y="28207"/>
                </a:lnTo>
                <a:lnTo>
                  <a:pt x="132178" y="28207"/>
                </a:lnTo>
                <a:lnTo>
                  <a:pt x="132178" y="88747"/>
                </a:lnTo>
                <a:cubicBezTo>
                  <a:pt x="132178" y="99650"/>
                  <a:pt x="131069" y="107376"/>
                  <a:pt x="128850" y="111926"/>
                </a:cubicBezTo>
                <a:cubicBezTo>
                  <a:pt x="126631" y="116476"/>
                  <a:pt x="123116" y="120070"/>
                  <a:pt x="118306" y="122708"/>
                </a:cubicBezTo>
                <a:cubicBezTo>
                  <a:pt x="113495" y="125347"/>
                  <a:pt x="107574" y="126666"/>
                  <a:pt x="100545" y="126666"/>
                </a:cubicBezTo>
                <a:cubicBezTo>
                  <a:pt x="92197" y="126666"/>
                  <a:pt x="85453" y="124782"/>
                  <a:pt x="80312" y="121015"/>
                </a:cubicBezTo>
                <a:cubicBezTo>
                  <a:pt x="75172" y="117247"/>
                  <a:pt x="72690" y="111574"/>
                  <a:pt x="72865" y="103995"/>
                </a:cubicBezTo>
                <a:moveTo>
                  <a:pt x="82685" y="61951"/>
                </a:moveTo>
                <a:cubicBezTo>
                  <a:pt x="82685" y="71110"/>
                  <a:pt x="84508" y="77793"/>
                  <a:pt x="88155" y="82000"/>
                </a:cubicBezTo>
                <a:cubicBezTo>
                  <a:pt x="91801" y="86207"/>
                  <a:pt x="96371" y="88310"/>
                  <a:pt x="101863" y="88310"/>
                </a:cubicBezTo>
                <a:cubicBezTo>
                  <a:pt x="107311" y="88310"/>
                  <a:pt x="111880" y="86218"/>
                  <a:pt x="115571" y="82033"/>
                </a:cubicBezTo>
                <a:cubicBezTo>
                  <a:pt x="119261" y="77848"/>
                  <a:pt x="121106" y="71285"/>
                  <a:pt x="121106" y="62344"/>
                </a:cubicBezTo>
                <a:cubicBezTo>
                  <a:pt x="121106" y="53799"/>
                  <a:pt x="119206" y="47357"/>
                  <a:pt x="115406" y="43018"/>
                </a:cubicBezTo>
                <a:cubicBezTo>
                  <a:pt x="111605" y="38680"/>
                  <a:pt x="107025" y="36510"/>
                  <a:pt x="101665" y="36510"/>
                </a:cubicBezTo>
                <a:cubicBezTo>
                  <a:pt x="96393" y="36510"/>
                  <a:pt x="91911" y="38647"/>
                  <a:pt x="88221" y="42919"/>
                </a:cubicBezTo>
                <a:cubicBezTo>
                  <a:pt x="84530" y="47192"/>
                  <a:pt x="82685" y="53536"/>
                  <a:pt x="82685" y="61951"/>
                </a:cubicBezTo>
                <a:close/>
                <a:moveTo>
                  <a:pt x="150083" y="98196"/>
                </a:moveTo>
                <a:lnTo>
                  <a:pt x="150083" y="1582"/>
                </a:lnTo>
                <a:lnTo>
                  <a:pt x="161946" y="1582"/>
                </a:lnTo>
                <a:lnTo>
                  <a:pt x="161946" y="36247"/>
                </a:lnTo>
                <a:cubicBezTo>
                  <a:pt x="167482" y="29832"/>
                  <a:pt x="174468" y="26625"/>
                  <a:pt x="182903" y="26625"/>
                </a:cubicBezTo>
                <a:cubicBezTo>
                  <a:pt x="188088" y="26625"/>
                  <a:pt x="192591" y="27646"/>
                  <a:pt x="196413" y="29689"/>
                </a:cubicBezTo>
                <a:cubicBezTo>
                  <a:pt x="200236" y="31732"/>
                  <a:pt x="202971" y="34555"/>
                  <a:pt x="204618" y="38158"/>
                </a:cubicBezTo>
                <a:cubicBezTo>
                  <a:pt x="206266" y="41761"/>
                  <a:pt x="207090" y="46989"/>
                  <a:pt x="207090" y="53843"/>
                </a:cubicBezTo>
                <a:lnTo>
                  <a:pt x="207090" y="98196"/>
                </a:lnTo>
                <a:lnTo>
                  <a:pt x="195227" y="98196"/>
                </a:lnTo>
                <a:lnTo>
                  <a:pt x="195227" y="53843"/>
                </a:lnTo>
                <a:cubicBezTo>
                  <a:pt x="195227" y="47912"/>
                  <a:pt x="193942" y="43595"/>
                  <a:pt x="191372" y="40893"/>
                </a:cubicBezTo>
                <a:cubicBezTo>
                  <a:pt x="188802" y="38191"/>
                  <a:pt x="185166" y="36840"/>
                  <a:pt x="180465" y="36840"/>
                </a:cubicBezTo>
                <a:cubicBezTo>
                  <a:pt x="176950" y="36840"/>
                  <a:pt x="173644" y="37752"/>
                  <a:pt x="170546" y="39575"/>
                </a:cubicBezTo>
                <a:cubicBezTo>
                  <a:pt x="167449" y="41398"/>
                  <a:pt x="165241" y="43870"/>
                  <a:pt x="163923" y="46989"/>
                </a:cubicBezTo>
                <a:cubicBezTo>
                  <a:pt x="162605" y="50108"/>
                  <a:pt x="161946" y="54414"/>
                  <a:pt x="161946" y="59906"/>
                </a:cubicBezTo>
                <a:lnTo>
                  <a:pt x="161946" y="98196"/>
                </a:lnTo>
                <a:lnTo>
                  <a:pt x="150083" y="98196"/>
                </a:lnTo>
                <a:close/>
                <a:moveTo>
                  <a:pt x="251027" y="87717"/>
                </a:moveTo>
                <a:lnTo>
                  <a:pt x="252740" y="98196"/>
                </a:lnTo>
                <a:cubicBezTo>
                  <a:pt x="249401" y="98811"/>
                  <a:pt x="246413" y="99119"/>
                  <a:pt x="243777" y="99119"/>
                </a:cubicBezTo>
                <a:cubicBezTo>
                  <a:pt x="239472" y="99119"/>
                  <a:pt x="236132" y="98438"/>
                  <a:pt x="233760" y="97076"/>
                </a:cubicBezTo>
                <a:cubicBezTo>
                  <a:pt x="231387" y="95713"/>
                  <a:pt x="229718" y="93923"/>
                  <a:pt x="228751" y="91704"/>
                </a:cubicBezTo>
                <a:cubicBezTo>
                  <a:pt x="227785" y="89486"/>
                  <a:pt x="227301" y="84817"/>
                  <a:pt x="227301" y="77700"/>
                </a:cubicBezTo>
                <a:lnTo>
                  <a:pt x="227301" y="37433"/>
                </a:lnTo>
                <a:lnTo>
                  <a:pt x="218602" y="37433"/>
                </a:lnTo>
                <a:lnTo>
                  <a:pt x="218602" y="28207"/>
                </a:lnTo>
                <a:lnTo>
                  <a:pt x="227301" y="28207"/>
                </a:lnTo>
                <a:lnTo>
                  <a:pt x="227301" y="10827"/>
                </a:lnTo>
                <a:lnTo>
                  <a:pt x="239098" y="3691"/>
                </a:lnTo>
                <a:lnTo>
                  <a:pt x="239098" y="28207"/>
                </a:lnTo>
                <a:lnTo>
                  <a:pt x="251027" y="28207"/>
                </a:lnTo>
                <a:lnTo>
                  <a:pt x="251027" y="37433"/>
                </a:lnTo>
                <a:lnTo>
                  <a:pt x="239098" y="37433"/>
                </a:lnTo>
                <a:lnTo>
                  <a:pt x="239098" y="78359"/>
                </a:lnTo>
                <a:cubicBezTo>
                  <a:pt x="239098" y="81742"/>
                  <a:pt x="239307" y="83917"/>
                  <a:pt x="239724" y="84883"/>
                </a:cubicBezTo>
                <a:cubicBezTo>
                  <a:pt x="240142" y="85850"/>
                  <a:pt x="240823" y="86619"/>
                  <a:pt x="241767" y="87190"/>
                </a:cubicBezTo>
                <a:cubicBezTo>
                  <a:pt x="242712" y="87761"/>
                  <a:pt x="244063" y="88047"/>
                  <a:pt x="245820" y="88047"/>
                </a:cubicBezTo>
                <a:cubicBezTo>
                  <a:pt x="247138" y="88047"/>
                  <a:pt x="248874" y="87937"/>
                  <a:pt x="251027" y="87717"/>
                </a:cubicBezTo>
                <a:close/>
                <a:moveTo>
                  <a:pt x="326070" y="87717"/>
                </a:moveTo>
                <a:lnTo>
                  <a:pt x="327783" y="98196"/>
                </a:lnTo>
                <a:cubicBezTo>
                  <a:pt x="324444" y="98811"/>
                  <a:pt x="321457" y="99119"/>
                  <a:pt x="318820" y="99119"/>
                </a:cubicBezTo>
                <a:cubicBezTo>
                  <a:pt x="314515" y="99119"/>
                  <a:pt x="311176" y="98438"/>
                  <a:pt x="308803" y="97076"/>
                </a:cubicBezTo>
                <a:cubicBezTo>
                  <a:pt x="306431" y="95713"/>
                  <a:pt x="304761" y="93923"/>
                  <a:pt x="303795" y="91704"/>
                </a:cubicBezTo>
                <a:cubicBezTo>
                  <a:pt x="302828" y="89486"/>
                  <a:pt x="302345" y="84817"/>
                  <a:pt x="302345" y="77700"/>
                </a:cubicBezTo>
                <a:lnTo>
                  <a:pt x="302345" y="37433"/>
                </a:lnTo>
                <a:lnTo>
                  <a:pt x="293645" y="37433"/>
                </a:lnTo>
                <a:lnTo>
                  <a:pt x="293645" y="28207"/>
                </a:lnTo>
                <a:lnTo>
                  <a:pt x="302345" y="28207"/>
                </a:lnTo>
                <a:lnTo>
                  <a:pt x="302345" y="10827"/>
                </a:lnTo>
                <a:lnTo>
                  <a:pt x="314141" y="3691"/>
                </a:lnTo>
                <a:lnTo>
                  <a:pt x="314141" y="28207"/>
                </a:lnTo>
                <a:lnTo>
                  <a:pt x="326070" y="28207"/>
                </a:lnTo>
                <a:lnTo>
                  <a:pt x="326070" y="37433"/>
                </a:lnTo>
                <a:lnTo>
                  <a:pt x="314141" y="37433"/>
                </a:lnTo>
                <a:lnTo>
                  <a:pt x="314141" y="78359"/>
                </a:lnTo>
                <a:cubicBezTo>
                  <a:pt x="314141" y="81742"/>
                  <a:pt x="314350" y="83917"/>
                  <a:pt x="314767" y="84883"/>
                </a:cubicBezTo>
                <a:cubicBezTo>
                  <a:pt x="315185" y="85850"/>
                  <a:pt x="315866" y="86619"/>
                  <a:pt x="316810" y="87190"/>
                </a:cubicBezTo>
                <a:cubicBezTo>
                  <a:pt x="317755" y="87761"/>
                  <a:pt x="319106" y="88047"/>
                  <a:pt x="320863" y="88047"/>
                </a:cubicBezTo>
                <a:cubicBezTo>
                  <a:pt x="322182" y="88047"/>
                  <a:pt x="323917" y="87937"/>
                  <a:pt x="326070" y="87717"/>
                </a:cubicBezTo>
                <a:close/>
                <a:moveTo>
                  <a:pt x="333276" y="63201"/>
                </a:moveTo>
                <a:cubicBezTo>
                  <a:pt x="333276" y="50240"/>
                  <a:pt x="336879" y="40640"/>
                  <a:pt x="344084" y="34402"/>
                </a:cubicBezTo>
                <a:cubicBezTo>
                  <a:pt x="350103" y="29217"/>
                  <a:pt x="357440" y="26625"/>
                  <a:pt x="366096" y="26625"/>
                </a:cubicBezTo>
                <a:cubicBezTo>
                  <a:pt x="375718" y="26625"/>
                  <a:pt x="383582" y="29777"/>
                  <a:pt x="389689" y="36082"/>
                </a:cubicBezTo>
                <a:cubicBezTo>
                  <a:pt x="395796" y="42387"/>
                  <a:pt x="398850" y="51097"/>
                  <a:pt x="398850" y="62213"/>
                </a:cubicBezTo>
                <a:cubicBezTo>
                  <a:pt x="398850" y="71219"/>
                  <a:pt x="397499" y="78304"/>
                  <a:pt x="394797" y="83466"/>
                </a:cubicBezTo>
                <a:cubicBezTo>
                  <a:pt x="392095" y="88629"/>
                  <a:pt x="388162" y="92638"/>
                  <a:pt x="383000" y="95494"/>
                </a:cubicBezTo>
                <a:cubicBezTo>
                  <a:pt x="377837" y="98350"/>
                  <a:pt x="372203" y="99778"/>
                  <a:pt x="366096" y="99778"/>
                </a:cubicBezTo>
                <a:cubicBezTo>
                  <a:pt x="356298" y="99778"/>
                  <a:pt x="348379" y="96636"/>
                  <a:pt x="342338" y="90353"/>
                </a:cubicBezTo>
                <a:cubicBezTo>
                  <a:pt x="336296" y="84071"/>
                  <a:pt x="333276" y="75020"/>
                  <a:pt x="333276" y="63201"/>
                </a:cubicBezTo>
                <a:moveTo>
                  <a:pt x="345468" y="63168"/>
                </a:moveTo>
                <a:cubicBezTo>
                  <a:pt x="345468" y="72098"/>
                  <a:pt x="347423" y="78785"/>
                  <a:pt x="351333" y="83228"/>
                </a:cubicBezTo>
                <a:cubicBezTo>
                  <a:pt x="355244" y="87671"/>
                  <a:pt x="360164" y="89892"/>
                  <a:pt x="366096" y="89892"/>
                </a:cubicBezTo>
                <a:cubicBezTo>
                  <a:pt x="371983" y="89892"/>
                  <a:pt x="376882" y="87660"/>
                  <a:pt x="380792" y="83195"/>
                </a:cubicBezTo>
                <a:cubicBezTo>
                  <a:pt x="384702" y="78730"/>
                  <a:pt x="386658" y="71923"/>
                  <a:pt x="386658" y="62775"/>
                </a:cubicBezTo>
                <a:cubicBezTo>
                  <a:pt x="386658" y="54151"/>
                  <a:pt x="384691" y="47618"/>
                  <a:pt x="380759" y="43175"/>
                </a:cubicBezTo>
                <a:cubicBezTo>
                  <a:pt x="376827" y="38732"/>
                  <a:pt x="371939" y="36510"/>
                  <a:pt x="366096" y="36510"/>
                </a:cubicBezTo>
                <a:cubicBezTo>
                  <a:pt x="360164" y="36510"/>
                  <a:pt x="355244" y="38721"/>
                  <a:pt x="351333" y="43142"/>
                </a:cubicBezTo>
                <a:cubicBezTo>
                  <a:pt x="347423" y="47563"/>
                  <a:pt x="345468" y="54238"/>
                  <a:pt x="345468" y="63168"/>
                </a:cubicBezTo>
                <a:close/>
                <a:moveTo>
                  <a:pt x="453090" y="98196"/>
                </a:moveTo>
                <a:lnTo>
                  <a:pt x="453090" y="37433"/>
                </a:lnTo>
                <a:lnTo>
                  <a:pt x="442612" y="37433"/>
                </a:lnTo>
                <a:lnTo>
                  <a:pt x="442612" y="28207"/>
                </a:lnTo>
                <a:lnTo>
                  <a:pt x="453090" y="28207"/>
                </a:lnTo>
                <a:lnTo>
                  <a:pt x="453090" y="20776"/>
                </a:lnTo>
                <a:cubicBezTo>
                  <a:pt x="453090" y="16086"/>
                  <a:pt x="453508" y="12601"/>
                  <a:pt x="454342" y="10322"/>
                </a:cubicBezTo>
                <a:cubicBezTo>
                  <a:pt x="455485" y="7255"/>
                  <a:pt x="457495" y="4768"/>
                  <a:pt x="460373" y="2861"/>
                </a:cubicBezTo>
                <a:cubicBezTo>
                  <a:pt x="463250" y="954"/>
                  <a:pt x="467281" y="0"/>
                  <a:pt x="472466" y="0"/>
                </a:cubicBezTo>
                <a:cubicBezTo>
                  <a:pt x="475805" y="0"/>
                  <a:pt x="479495" y="395"/>
                  <a:pt x="483538" y="1186"/>
                </a:cubicBezTo>
                <a:lnTo>
                  <a:pt x="481758" y="11533"/>
                </a:lnTo>
                <a:cubicBezTo>
                  <a:pt x="479298" y="11094"/>
                  <a:pt x="476969" y="10874"/>
                  <a:pt x="474772" y="10874"/>
                </a:cubicBezTo>
                <a:cubicBezTo>
                  <a:pt x="471170" y="10874"/>
                  <a:pt x="468621" y="11640"/>
                  <a:pt x="467128" y="13172"/>
                </a:cubicBezTo>
                <a:cubicBezTo>
                  <a:pt x="465634" y="14705"/>
                  <a:pt x="464887" y="17571"/>
                  <a:pt x="464887" y="21773"/>
                </a:cubicBezTo>
                <a:lnTo>
                  <a:pt x="464887" y="28207"/>
                </a:lnTo>
                <a:lnTo>
                  <a:pt x="478529" y="28207"/>
                </a:lnTo>
                <a:lnTo>
                  <a:pt x="478529" y="37433"/>
                </a:lnTo>
                <a:lnTo>
                  <a:pt x="464887" y="37433"/>
                </a:lnTo>
                <a:lnTo>
                  <a:pt x="464887" y="98196"/>
                </a:lnTo>
                <a:lnTo>
                  <a:pt x="453090" y="98196"/>
                </a:lnTo>
                <a:close/>
                <a:moveTo>
                  <a:pt x="487646" y="98196"/>
                </a:moveTo>
                <a:lnTo>
                  <a:pt x="487646" y="28207"/>
                </a:lnTo>
                <a:lnTo>
                  <a:pt x="498323" y="28207"/>
                </a:lnTo>
                <a:lnTo>
                  <a:pt x="498323" y="38751"/>
                </a:lnTo>
                <a:cubicBezTo>
                  <a:pt x="501047" y="33814"/>
                  <a:pt x="503562" y="30559"/>
                  <a:pt x="505869" y="28985"/>
                </a:cubicBezTo>
                <a:cubicBezTo>
                  <a:pt x="508175" y="27412"/>
                  <a:pt x="510712" y="26625"/>
                  <a:pt x="513480" y="26625"/>
                </a:cubicBezTo>
                <a:cubicBezTo>
                  <a:pt x="517478" y="26625"/>
                  <a:pt x="521543" y="27894"/>
                  <a:pt x="525672" y="30431"/>
                </a:cubicBezTo>
                <a:lnTo>
                  <a:pt x="521586" y="41387"/>
                </a:lnTo>
                <a:cubicBezTo>
                  <a:pt x="518687" y="39674"/>
                  <a:pt x="515787" y="38817"/>
                  <a:pt x="512887" y="38817"/>
                </a:cubicBezTo>
                <a:cubicBezTo>
                  <a:pt x="510295" y="38817"/>
                  <a:pt x="507966" y="39598"/>
                  <a:pt x="505901" y="41161"/>
                </a:cubicBezTo>
                <a:cubicBezTo>
                  <a:pt x="503836" y="42722"/>
                  <a:pt x="502365" y="44888"/>
                  <a:pt x="501486" y="47658"/>
                </a:cubicBezTo>
                <a:cubicBezTo>
                  <a:pt x="500168" y="51880"/>
                  <a:pt x="499509" y="56498"/>
                  <a:pt x="499509" y="61512"/>
                </a:cubicBezTo>
                <a:lnTo>
                  <a:pt x="499509" y="98196"/>
                </a:lnTo>
                <a:lnTo>
                  <a:pt x="487646" y="98196"/>
                </a:lnTo>
                <a:close/>
                <a:moveTo>
                  <a:pt x="580635" y="75657"/>
                </a:moveTo>
                <a:lnTo>
                  <a:pt x="592893" y="77173"/>
                </a:lnTo>
                <a:cubicBezTo>
                  <a:pt x="590959" y="84334"/>
                  <a:pt x="587379" y="89892"/>
                  <a:pt x="582150" y="93846"/>
                </a:cubicBezTo>
                <a:cubicBezTo>
                  <a:pt x="576922" y="97800"/>
                  <a:pt x="570244" y="99778"/>
                  <a:pt x="562116" y="99778"/>
                </a:cubicBezTo>
                <a:cubicBezTo>
                  <a:pt x="551879" y="99778"/>
                  <a:pt x="543762" y="96625"/>
                  <a:pt x="537765" y="90320"/>
                </a:cubicBezTo>
                <a:cubicBezTo>
                  <a:pt x="531767" y="84016"/>
                  <a:pt x="528769" y="75174"/>
                  <a:pt x="528769" y="63794"/>
                </a:cubicBezTo>
                <a:cubicBezTo>
                  <a:pt x="528769" y="52020"/>
                  <a:pt x="531800" y="42881"/>
                  <a:pt x="537863" y="36379"/>
                </a:cubicBezTo>
                <a:cubicBezTo>
                  <a:pt x="543927" y="29876"/>
                  <a:pt x="551791" y="26625"/>
                  <a:pt x="561457" y="26625"/>
                </a:cubicBezTo>
                <a:cubicBezTo>
                  <a:pt x="570815" y="26625"/>
                  <a:pt x="578460" y="29805"/>
                  <a:pt x="584391" y="36166"/>
                </a:cubicBezTo>
                <a:cubicBezTo>
                  <a:pt x="590322" y="42526"/>
                  <a:pt x="593288" y="51474"/>
                  <a:pt x="593288" y="63010"/>
                </a:cubicBezTo>
                <a:cubicBezTo>
                  <a:pt x="593288" y="63711"/>
                  <a:pt x="593266" y="64764"/>
                  <a:pt x="593222" y="66167"/>
                </a:cubicBezTo>
                <a:lnTo>
                  <a:pt x="541027" y="66167"/>
                </a:lnTo>
                <a:cubicBezTo>
                  <a:pt x="541466" y="73834"/>
                  <a:pt x="543641" y="79704"/>
                  <a:pt x="547551" y="83780"/>
                </a:cubicBezTo>
                <a:cubicBezTo>
                  <a:pt x="551461" y="87855"/>
                  <a:pt x="556338" y="89892"/>
                  <a:pt x="562182" y="89892"/>
                </a:cubicBezTo>
                <a:cubicBezTo>
                  <a:pt x="566531" y="89892"/>
                  <a:pt x="570244" y="88761"/>
                  <a:pt x="573319" y="86498"/>
                </a:cubicBezTo>
                <a:cubicBezTo>
                  <a:pt x="576395" y="84234"/>
                  <a:pt x="578833" y="80620"/>
                  <a:pt x="580635" y="75657"/>
                </a:cubicBezTo>
                <a:moveTo>
                  <a:pt x="541686" y="56281"/>
                </a:moveTo>
                <a:lnTo>
                  <a:pt x="580766" y="56281"/>
                </a:lnTo>
                <a:cubicBezTo>
                  <a:pt x="580239" y="50490"/>
                  <a:pt x="578745" y="46147"/>
                  <a:pt x="576285" y="43251"/>
                </a:cubicBezTo>
                <a:cubicBezTo>
                  <a:pt x="572507" y="38757"/>
                  <a:pt x="567608" y="36510"/>
                  <a:pt x="561589" y="36510"/>
                </a:cubicBezTo>
                <a:cubicBezTo>
                  <a:pt x="556141" y="36510"/>
                  <a:pt x="551560" y="38304"/>
                  <a:pt x="547848" y="41892"/>
                </a:cubicBezTo>
                <a:cubicBezTo>
                  <a:pt x="544135" y="45478"/>
                  <a:pt x="542081" y="50275"/>
                  <a:pt x="541686" y="56281"/>
                </a:cubicBezTo>
                <a:close/>
                <a:moveTo>
                  <a:pt x="655678" y="75657"/>
                </a:moveTo>
                <a:lnTo>
                  <a:pt x="667936" y="77173"/>
                </a:lnTo>
                <a:cubicBezTo>
                  <a:pt x="666003" y="84334"/>
                  <a:pt x="662422" y="89892"/>
                  <a:pt x="657194" y="93846"/>
                </a:cubicBezTo>
                <a:cubicBezTo>
                  <a:pt x="651965" y="97800"/>
                  <a:pt x="645287" y="99778"/>
                  <a:pt x="637159" y="99778"/>
                </a:cubicBezTo>
                <a:cubicBezTo>
                  <a:pt x="626922" y="99778"/>
                  <a:pt x="618805" y="96625"/>
                  <a:pt x="612808" y="90320"/>
                </a:cubicBezTo>
                <a:cubicBezTo>
                  <a:pt x="606810" y="84016"/>
                  <a:pt x="603812" y="75174"/>
                  <a:pt x="603812" y="63794"/>
                </a:cubicBezTo>
                <a:cubicBezTo>
                  <a:pt x="603812" y="52020"/>
                  <a:pt x="606843" y="42881"/>
                  <a:pt x="612907" y="36379"/>
                </a:cubicBezTo>
                <a:cubicBezTo>
                  <a:pt x="618970" y="29876"/>
                  <a:pt x="626834" y="26625"/>
                  <a:pt x="636500" y="26625"/>
                </a:cubicBezTo>
                <a:cubicBezTo>
                  <a:pt x="645858" y="26625"/>
                  <a:pt x="653503" y="29805"/>
                  <a:pt x="659434" y="36166"/>
                </a:cubicBezTo>
                <a:cubicBezTo>
                  <a:pt x="665366" y="42526"/>
                  <a:pt x="668331" y="51474"/>
                  <a:pt x="668331" y="63010"/>
                </a:cubicBezTo>
                <a:cubicBezTo>
                  <a:pt x="668331" y="63711"/>
                  <a:pt x="668309" y="64764"/>
                  <a:pt x="668265" y="66167"/>
                </a:cubicBezTo>
                <a:lnTo>
                  <a:pt x="616070" y="66167"/>
                </a:lnTo>
                <a:cubicBezTo>
                  <a:pt x="616509" y="73834"/>
                  <a:pt x="618684" y="79704"/>
                  <a:pt x="622594" y="83780"/>
                </a:cubicBezTo>
                <a:cubicBezTo>
                  <a:pt x="626505" y="87855"/>
                  <a:pt x="631381" y="89892"/>
                  <a:pt x="637225" y="89892"/>
                </a:cubicBezTo>
                <a:cubicBezTo>
                  <a:pt x="641574" y="89892"/>
                  <a:pt x="645287" y="88761"/>
                  <a:pt x="648362" y="86498"/>
                </a:cubicBezTo>
                <a:cubicBezTo>
                  <a:pt x="651438" y="84234"/>
                  <a:pt x="653876" y="80620"/>
                  <a:pt x="655678" y="75657"/>
                </a:cubicBezTo>
                <a:moveTo>
                  <a:pt x="616729" y="56281"/>
                </a:moveTo>
                <a:lnTo>
                  <a:pt x="655810" y="56281"/>
                </a:lnTo>
                <a:cubicBezTo>
                  <a:pt x="655282" y="50490"/>
                  <a:pt x="653789" y="46147"/>
                  <a:pt x="651328" y="43251"/>
                </a:cubicBezTo>
                <a:cubicBezTo>
                  <a:pt x="647550" y="38757"/>
                  <a:pt x="642651" y="36510"/>
                  <a:pt x="636632" y="36510"/>
                </a:cubicBezTo>
                <a:cubicBezTo>
                  <a:pt x="631184" y="36510"/>
                  <a:pt x="626603" y="38304"/>
                  <a:pt x="622891" y="41892"/>
                </a:cubicBezTo>
                <a:cubicBezTo>
                  <a:pt x="619178" y="45478"/>
                  <a:pt x="617124" y="50275"/>
                  <a:pt x="616729" y="56281"/>
                </a:cubicBezTo>
                <a:close/>
                <a:moveTo>
                  <a:pt x="728217" y="98196"/>
                </a:moveTo>
                <a:lnTo>
                  <a:pt x="728217" y="89365"/>
                </a:lnTo>
                <a:cubicBezTo>
                  <a:pt x="723779" y="96307"/>
                  <a:pt x="717255" y="99778"/>
                  <a:pt x="708644" y="99778"/>
                </a:cubicBezTo>
                <a:cubicBezTo>
                  <a:pt x="703064" y="99778"/>
                  <a:pt x="697934" y="98240"/>
                  <a:pt x="693255" y="95164"/>
                </a:cubicBezTo>
                <a:cubicBezTo>
                  <a:pt x="688576" y="92089"/>
                  <a:pt x="684951" y="87794"/>
                  <a:pt x="682381" y="82280"/>
                </a:cubicBezTo>
                <a:cubicBezTo>
                  <a:pt x="679811" y="76766"/>
                  <a:pt x="678526" y="70429"/>
                  <a:pt x="678526" y="63267"/>
                </a:cubicBezTo>
                <a:cubicBezTo>
                  <a:pt x="678526" y="56281"/>
                  <a:pt x="679690" y="49944"/>
                  <a:pt x="682019" y="44254"/>
                </a:cubicBezTo>
                <a:cubicBezTo>
                  <a:pt x="684347" y="38564"/>
                  <a:pt x="687840" y="34204"/>
                  <a:pt x="692497" y="31172"/>
                </a:cubicBezTo>
                <a:cubicBezTo>
                  <a:pt x="697154" y="28141"/>
                  <a:pt x="702361" y="26625"/>
                  <a:pt x="708116" y="26625"/>
                </a:cubicBezTo>
                <a:cubicBezTo>
                  <a:pt x="712334" y="26625"/>
                  <a:pt x="716091" y="27515"/>
                  <a:pt x="719386" y="29294"/>
                </a:cubicBezTo>
                <a:cubicBezTo>
                  <a:pt x="722681" y="31073"/>
                  <a:pt x="725361" y="33391"/>
                  <a:pt x="727426" y="36247"/>
                </a:cubicBezTo>
                <a:lnTo>
                  <a:pt x="727426" y="1582"/>
                </a:lnTo>
                <a:lnTo>
                  <a:pt x="739223" y="1582"/>
                </a:lnTo>
                <a:lnTo>
                  <a:pt x="739223" y="98196"/>
                </a:lnTo>
                <a:lnTo>
                  <a:pt x="728217" y="98196"/>
                </a:lnTo>
                <a:moveTo>
                  <a:pt x="690718" y="63234"/>
                </a:moveTo>
                <a:cubicBezTo>
                  <a:pt x="690718" y="72164"/>
                  <a:pt x="692607" y="78840"/>
                  <a:pt x="696386" y="83261"/>
                </a:cubicBezTo>
                <a:cubicBezTo>
                  <a:pt x="700164" y="87682"/>
                  <a:pt x="704624" y="89892"/>
                  <a:pt x="709764" y="89892"/>
                </a:cubicBezTo>
                <a:cubicBezTo>
                  <a:pt x="714948" y="89892"/>
                  <a:pt x="719353" y="87780"/>
                  <a:pt x="722978" y="83557"/>
                </a:cubicBezTo>
                <a:cubicBezTo>
                  <a:pt x="726602" y="79332"/>
                  <a:pt x="728415" y="72886"/>
                  <a:pt x="728415" y="64219"/>
                </a:cubicBezTo>
                <a:cubicBezTo>
                  <a:pt x="728415" y="54676"/>
                  <a:pt x="726569" y="47673"/>
                  <a:pt x="722879" y="43208"/>
                </a:cubicBezTo>
                <a:cubicBezTo>
                  <a:pt x="719188" y="38743"/>
                  <a:pt x="714641" y="36510"/>
                  <a:pt x="709237" y="36510"/>
                </a:cubicBezTo>
                <a:cubicBezTo>
                  <a:pt x="703964" y="36510"/>
                  <a:pt x="699560" y="38656"/>
                  <a:pt x="696023" y="42946"/>
                </a:cubicBezTo>
                <a:cubicBezTo>
                  <a:pt x="692486" y="47235"/>
                  <a:pt x="690718" y="53998"/>
                  <a:pt x="690718" y="63234"/>
                </a:cubicBezTo>
                <a:close/>
                <a:moveTo>
                  <a:pt x="753437" y="63201"/>
                </a:moveTo>
                <a:cubicBezTo>
                  <a:pt x="753437" y="50240"/>
                  <a:pt x="757040" y="40640"/>
                  <a:pt x="764245" y="34402"/>
                </a:cubicBezTo>
                <a:cubicBezTo>
                  <a:pt x="770264" y="29217"/>
                  <a:pt x="777602" y="26625"/>
                  <a:pt x="786257" y="26625"/>
                </a:cubicBezTo>
                <a:cubicBezTo>
                  <a:pt x="795879" y="26625"/>
                  <a:pt x="803743" y="29777"/>
                  <a:pt x="809850" y="36082"/>
                </a:cubicBezTo>
                <a:cubicBezTo>
                  <a:pt x="815957" y="42387"/>
                  <a:pt x="819011" y="51097"/>
                  <a:pt x="819011" y="62213"/>
                </a:cubicBezTo>
                <a:cubicBezTo>
                  <a:pt x="819011" y="71219"/>
                  <a:pt x="817660" y="78304"/>
                  <a:pt x="814958" y="83466"/>
                </a:cubicBezTo>
                <a:cubicBezTo>
                  <a:pt x="812256" y="88629"/>
                  <a:pt x="808324" y="92638"/>
                  <a:pt x="803161" y="95494"/>
                </a:cubicBezTo>
                <a:cubicBezTo>
                  <a:pt x="797999" y="98350"/>
                  <a:pt x="792364" y="99778"/>
                  <a:pt x="786257" y="99778"/>
                </a:cubicBezTo>
                <a:cubicBezTo>
                  <a:pt x="776459" y="99778"/>
                  <a:pt x="768540" y="96636"/>
                  <a:pt x="762499" y="90353"/>
                </a:cubicBezTo>
                <a:cubicBezTo>
                  <a:pt x="756458" y="84071"/>
                  <a:pt x="753437" y="75020"/>
                  <a:pt x="753437" y="63201"/>
                </a:cubicBezTo>
                <a:moveTo>
                  <a:pt x="765629" y="63168"/>
                </a:moveTo>
                <a:cubicBezTo>
                  <a:pt x="765629" y="72098"/>
                  <a:pt x="767584" y="78785"/>
                  <a:pt x="771495" y="83228"/>
                </a:cubicBezTo>
                <a:cubicBezTo>
                  <a:pt x="775405" y="87671"/>
                  <a:pt x="780326" y="89892"/>
                  <a:pt x="786257" y="89892"/>
                </a:cubicBezTo>
                <a:cubicBezTo>
                  <a:pt x="792144" y="89892"/>
                  <a:pt x="797043" y="87660"/>
                  <a:pt x="800953" y="83195"/>
                </a:cubicBezTo>
                <a:cubicBezTo>
                  <a:pt x="804864" y="78730"/>
                  <a:pt x="806819" y="71923"/>
                  <a:pt x="806819" y="62775"/>
                </a:cubicBezTo>
                <a:cubicBezTo>
                  <a:pt x="806819" y="54151"/>
                  <a:pt x="804853" y="47618"/>
                  <a:pt x="800920" y="43175"/>
                </a:cubicBezTo>
                <a:cubicBezTo>
                  <a:pt x="796988" y="38732"/>
                  <a:pt x="792100" y="36510"/>
                  <a:pt x="786257" y="36510"/>
                </a:cubicBezTo>
                <a:cubicBezTo>
                  <a:pt x="780326" y="36510"/>
                  <a:pt x="775405" y="38721"/>
                  <a:pt x="771495" y="43142"/>
                </a:cubicBezTo>
                <a:cubicBezTo>
                  <a:pt x="767584" y="47563"/>
                  <a:pt x="765629" y="54238"/>
                  <a:pt x="765629" y="63168"/>
                </a:cubicBezTo>
                <a:close/>
                <a:moveTo>
                  <a:pt x="832896" y="98196"/>
                </a:moveTo>
                <a:lnTo>
                  <a:pt x="832896" y="28207"/>
                </a:lnTo>
                <a:lnTo>
                  <a:pt x="843506" y="28207"/>
                </a:lnTo>
                <a:lnTo>
                  <a:pt x="843506" y="37960"/>
                </a:lnTo>
                <a:cubicBezTo>
                  <a:pt x="845703" y="34553"/>
                  <a:pt x="848625" y="31811"/>
                  <a:pt x="852271" y="29737"/>
                </a:cubicBezTo>
                <a:cubicBezTo>
                  <a:pt x="855918" y="27662"/>
                  <a:pt x="860070" y="26625"/>
                  <a:pt x="864727" y="26625"/>
                </a:cubicBezTo>
                <a:cubicBezTo>
                  <a:pt x="869912" y="26625"/>
                  <a:pt x="874162" y="27696"/>
                  <a:pt x="877479" y="29838"/>
                </a:cubicBezTo>
                <a:cubicBezTo>
                  <a:pt x="880797" y="31978"/>
                  <a:pt x="883136" y="34971"/>
                  <a:pt x="884498" y="38817"/>
                </a:cubicBezTo>
                <a:cubicBezTo>
                  <a:pt x="890034" y="30689"/>
                  <a:pt x="897239" y="26625"/>
                  <a:pt x="906114" y="26625"/>
                </a:cubicBezTo>
                <a:cubicBezTo>
                  <a:pt x="913056" y="26625"/>
                  <a:pt x="918394" y="28547"/>
                  <a:pt x="922129" y="32391"/>
                </a:cubicBezTo>
                <a:cubicBezTo>
                  <a:pt x="925863" y="36236"/>
                  <a:pt x="927731" y="42156"/>
                  <a:pt x="927731" y="50152"/>
                </a:cubicBezTo>
                <a:lnTo>
                  <a:pt x="927731" y="98196"/>
                </a:lnTo>
                <a:lnTo>
                  <a:pt x="915934" y="98196"/>
                </a:lnTo>
                <a:lnTo>
                  <a:pt x="915934" y="54059"/>
                </a:lnTo>
                <a:cubicBezTo>
                  <a:pt x="915934" y="49309"/>
                  <a:pt x="915550" y="45889"/>
                  <a:pt x="914781" y="43801"/>
                </a:cubicBezTo>
                <a:cubicBezTo>
                  <a:pt x="914012" y="41711"/>
                  <a:pt x="912617" y="40029"/>
                  <a:pt x="910596" y="38753"/>
                </a:cubicBezTo>
                <a:cubicBezTo>
                  <a:pt x="908575" y="37478"/>
                  <a:pt x="906202" y="36840"/>
                  <a:pt x="903478" y="36840"/>
                </a:cubicBezTo>
                <a:cubicBezTo>
                  <a:pt x="898558" y="36840"/>
                  <a:pt x="894472" y="38479"/>
                  <a:pt x="891220" y="41756"/>
                </a:cubicBezTo>
                <a:cubicBezTo>
                  <a:pt x="887969" y="45032"/>
                  <a:pt x="886343" y="50277"/>
                  <a:pt x="886343" y="57490"/>
                </a:cubicBezTo>
                <a:lnTo>
                  <a:pt x="886343" y="98196"/>
                </a:lnTo>
                <a:lnTo>
                  <a:pt x="874481" y="98196"/>
                </a:lnTo>
                <a:lnTo>
                  <a:pt x="874481" y="52673"/>
                </a:lnTo>
                <a:cubicBezTo>
                  <a:pt x="874481" y="47395"/>
                  <a:pt x="873514" y="43437"/>
                  <a:pt x="871581" y="40798"/>
                </a:cubicBezTo>
                <a:cubicBezTo>
                  <a:pt x="869648" y="38159"/>
                  <a:pt x="866485" y="36840"/>
                  <a:pt x="862091" y="36840"/>
                </a:cubicBezTo>
                <a:cubicBezTo>
                  <a:pt x="858752" y="36840"/>
                  <a:pt x="855665" y="37720"/>
                  <a:pt x="852832" y="39480"/>
                </a:cubicBezTo>
                <a:cubicBezTo>
                  <a:pt x="849998" y="41239"/>
                  <a:pt x="847944" y="43812"/>
                  <a:pt x="846670" y="47199"/>
                </a:cubicBezTo>
                <a:cubicBezTo>
                  <a:pt x="845396" y="50585"/>
                  <a:pt x="844758" y="55467"/>
                  <a:pt x="844758" y="61844"/>
                </a:cubicBezTo>
                <a:lnTo>
                  <a:pt x="844758" y="98196"/>
                </a:lnTo>
                <a:lnTo>
                  <a:pt x="832896" y="98196"/>
                </a:lnTo>
                <a:close/>
                <a:moveTo>
                  <a:pt x="978432" y="63201"/>
                </a:moveTo>
                <a:cubicBezTo>
                  <a:pt x="978432" y="50240"/>
                  <a:pt x="982035" y="40640"/>
                  <a:pt x="989240" y="34402"/>
                </a:cubicBezTo>
                <a:cubicBezTo>
                  <a:pt x="995259" y="29217"/>
                  <a:pt x="1002596" y="26625"/>
                  <a:pt x="1011252" y="26625"/>
                </a:cubicBezTo>
                <a:cubicBezTo>
                  <a:pt x="1020874" y="26625"/>
                  <a:pt x="1028738" y="29777"/>
                  <a:pt x="1034845" y="36082"/>
                </a:cubicBezTo>
                <a:cubicBezTo>
                  <a:pt x="1040952" y="42387"/>
                  <a:pt x="1044006" y="51097"/>
                  <a:pt x="1044006" y="62213"/>
                </a:cubicBezTo>
                <a:cubicBezTo>
                  <a:pt x="1044006" y="71219"/>
                  <a:pt x="1042655" y="78304"/>
                  <a:pt x="1039953" y="83466"/>
                </a:cubicBezTo>
                <a:cubicBezTo>
                  <a:pt x="1037251" y="88629"/>
                  <a:pt x="1033318" y="92638"/>
                  <a:pt x="1028156" y="95494"/>
                </a:cubicBezTo>
                <a:cubicBezTo>
                  <a:pt x="1022994" y="98350"/>
                  <a:pt x="1017359" y="99778"/>
                  <a:pt x="1011252" y="99778"/>
                </a:cubicBezTo>
                <a:cubicBezTo>
                  <a:pt x="1001454" y="99778"/>
                  <a:pt x="993535" y="96636"/>
                  <a:pt x="987494" y="90353"/>
                </a:cubicBezTo>
                <a:cubicBezTo>
                  <a:pt x="981453" y="84071"/>
                  <a:pt x="978432" y="75020"/>
                  <a:pt x="978432" y="63201"/>
                </a:cubicBezTo>
                <a:moveTo>
                  <a:pt x="990624" y="63168"/>
                </a:moveTo>
                <a:cubicBezTo>
                  <a:pt x="990624" y="72098"/>
                  <a:pt x="992579" y="78785"/>
                  <a:pt x="996489" y="83228"/>
                </a:cubicBezTo>
                <a:cubicBezTo>
                  <a:pt x="1000400" y="87671"/>
                  <a:pt x="1005320" y="89892"/>
                  <a:pt x="1011252" y="89892"/>
                </a:cubicBezTo>
                <a:cubicBezTo>
                  <a:pt x="1017139" y="89892"/>
                  <a:pt x="1022038" y="87660"/>
                  <a:pt x="1025948" y="83195"/>
                </a:cubicBezTo>
                <a:cubicBezTo>
                  <a:pt x="1029858" y="78730"/>
                  <a:pt x="1031814" y="71923"/>
                  <a:pt x="1031814" y="62775"/>
                </a:cubicBezTo>
                <a:cubicBezTo>
                  <a:pt x="1031814" y="54151"/>
                  <a:pt x="1029847" y="47618"/>
                  <a:pt x="1025915" y="43175"/>
                </a:cubicBezTo>
                <a:cubicBezTo>
                  <a:pt x="1021983" y="38732"/>
                  <a:pt x="1017095" y="36510"/>
                  <a:pt x="1011252" y="36510"/>
                </a:cubicBezTo>
                <a:cubicBezTo>
                  <a:pt x="1005320" y="36510"/>
                  <a:pt x="1000400" y="38721"/>
                  <a:pt x="996489" y="43142"/>
                </a:cubicBezTo>
                <a:cubicBezTo>
                  <a:pt x="992579" y="47563"/>
                  <a:pt x="990624" y="54238"/>
                  <a:pt x="990624" y="63168"/>
                </a:cubicBezTo>
                <a:close/>
                <a:moveTo>
                  <a:pt x="1060724" y="98196"/>
                </a:moveTo>
                <a:lnTo>
                  <a:pt x="1060724" y="37433"/>
                </a:lnTo>
                <a:lnTo>
                  <a:pt x="1050246" y="37433"/>
                </a:lnTo>
                <a:lnTo>
                  <a:pt x="1050246" y="28207"/>
                </a:lnTo>
                <a:lnTo>
                  <a:pt x="1060724" y="28207"/>
                </a:lnTo>
                <a:lnTo>
                  <a:pt x="1060724" y="20776"/>
                </a:lnTo>
                <a:cubicBezTo>
                  <a:pt x="1060724" y="16086"/>
                  <a:pt x="1061142" y="12601"/>
                  <a:pt x="1061977" y="10322"/>
                </a:cubicBezTo>
                <a:cubicBezTo>
                  <a:pt x="1063119" y="7255"/>
                  <a:pt x="1065129" y="4768"/>
                  <a:pt x="1068007" y="2861"/>
                </a:cubicBezTo>
                <a:cubicBezTo>
                  <a:pt x="1070885" y="954"/>
                  <a:pt x="1074916" y="0"/>
                  <a:pt x="1080100" y="0"/>
                </a:cubicBezTo>
                <a:cubicBezTo>
                  <a:pt x="1083439" y="0"/>
                  <a:pt x="1087130" y="395"/>
                  <a:pt x="1091172" y="1186"/>
                </a:cubicBezTo>
                <a:lnTo>
                  <a:pt x="1089392" y="11533"/>
                </a:lnTo>
                <a:cubicBezTo>
                  <a:pt x="1086932" y="11094"/>
                  <a:pt x="1084603" y="10874"/>
                  <a:pt x="1082407" y="10874"/>
                </a:cubicBezTo>
                <a:cubicBezTo>
                  <a:pt x="1078804" y="10874"/>
                  <a:pt x="1076256" y="11640"/>
                  <a:pt x="1074762" y="13172"/>
                </a:cubicBezTo>
                <a:cubicBezTo>
                  <a:pt x="1073268" y="14705"/>
                  <a:pt x="1072521" y="17571"/>
                  <a:pt x="1072521" y="21773"/>
                </a:cubicBezTo>
                <a:lnTo>
                  <a:pt x="1072521" y="28207"/>
                </a:lnTo>
                <a:lnTo>
                  <a:pt x="1086163" y="28207"/>
                </a:lnTo>
                <a:lnTo>
                  <a:pt x="1086163" y="37433"/>
                </a:lnTo>
                <a:lnTo>
                  <a:pt x="1072521" y="37433"/>
                </a:lnTo>
                <a:lnTo>
                  <a:pt x="1072521" y="98196"/>
                </a:lnTo>
                <a:lnTo>
                  <a:pt x="1060724" y="98196"/>
                </a:lnTo>
                <a:close/>
                <a:moveTo>
                  <a:pt x="1128189" y="77239"/>
                </a:moveTo>
                <a:lnTo>
                  <a:pt x="1139920" y="75393"/>
                </a:lnTo>
                <a:cubicBezTo>
                  <a:pt x="1140579" y="80074"/>
                  <a:pt x="1142413" y="83661"/>
                  <a:pt x="1145422" y="86154"/>
                </a:cubicBezTo>
                <a:cubicBezTo>
                  <a:pt x="1148432" y="88646"/>
                  <a:pt x="1152639" y="89892"/>
                  <a:pt x="1158043" y="89892"/>
                </a:cubicBezTo>
                <a:cubicBezTo>
                  <a:pt x="1163491" y="89892"/>
                  <a:pt x="1167533" y="88792"/>
                  <a:pt x="1170169" y="86591"/>
                </a:cubicBezTo>
                <a:cubicBezTo>
                  <a:pt x="1172805" y="84388"/>
                  <a:pt x="1174123" y="81806"/>
                  <a:pt x="1174123" y="78843"/>
                </a:cubicBezTo>
                <a:cubicBezTo>
                  <a:pt x="1174123" y="76183"/>
                  <a:pt x="1172959" y="74091"/>
                  <a:pt x="1170630" y="72566"/>
                </a:cubicBezTo>
                <a:cubicBezTo>
                  <a:pt x="1169005" y="71519"/>
                  <a:pt x="1164963" y="70190"/>
                  <a:pt x="1158504" y="68576"/>
                </a:cubicBezTo>
                <a:cubicBezTo>
                  <a:pt x="1149805" y="66378"/>
                  <a:pt x="1143775" y="64477"/>
                  <a:pt x="1140414" y="62872"/>
                </a:cubicBezTo>
                <a:cubicBezTo>
                  <a:pt x="1137053" y="61267"/>
                  <a:pt x="1134505" y="59046"/>
                  <a:pt x="1132769" y="56209"/>
                </a:cubicBezTo>
                <a:cubicBezTo>
                  <a:pt x="1131034" y="53373"/>
                  <a:pt x="1130166" y="50240"/>
                  <a:pt x="1130166" y="46810"/>
                </a:cubicBezTo>
                <a:cubicBezTo>
                  <a:pt x="1130166" y="43688"/>
                  <a:pt x="1130880" y="40796"/>
                  <a:pt x="1132308" y="38135"/>
                </a:cubicBezTo>
                <a:cubicBezTo>
                  <a:pt x="1133736" y="35474"/>
                  <a:pt x="1135680" y="33265"/>
                  <a:pt x="1138140" y="31506"/>
                </a:cubicBezTo>
                <a:cubicBezTo>
                  <a:pt x="1139985" y="30143"/>
                  <a:pt x="1142501" y="28989"/>
                  <a:pt x="1145686" y="28044"/>
                </a:cubicBezTo>
                <a:cubicBezTo>
                  <a:pt x="1148871" y="27098"/>
                  <a:pt x="1152287" y="26625"/>
                  <a:pt x="1155934" y="26625"/>
                </a:cubicBezTo>
                <a:cubicBezTo>
                  <a:pt x="1161426" y="26625"/>
                  <a:pt x="1166248" y="27421"/>
                  <a:pt x="1170400" y="29014"/>
                </a:cubicBezTo>
                <a:cubicBezTo>
                  <a:pt x="1174552" y="30605"/>
                  <a:pt x="1177616" y="32761"/>
                  <a:pt x="1179593" y="35483"/>
                </a:cubicBezTo>
                <a:cubicBezTo>
                  <a:pt x="1181570" y="38203"/>
                  <a:pt x="1182932" y="41840"/>
                  <a:pt x="1183679" y="46396"/>
                </a:cubicBezTo>
                <a:lnTo>
                  <a:pt x="1172080" y="47978"/>
                </a:lnTo>
                <a:cubicBezTo>
                  <a:pt x="1171553" y="44375"/>
                  <a:pt x="1170026" y="41563"/>
                  <a:pt x="1167500" y="39542"/>
                </a:cubicBezTo>
                <a:cubicBezTo>
                  <a:pt x="1164974" y="37521"/>
                  <a:pt x="1161404" y="36510"/>
                  <a:pt x="1156791" y="36510"/>
                </a:cubicBezTo>
                <a:cubicBezTo>
                  <a:pt x="1151343" y="36510"/>
                  <a:pt x="1147455" y="37407"/>
                  <a:pt x="1145126" y="39200"/>
                </a:cubicBezTo>
                <a:cubicBezTo>
                  <a:pt x="1142797" y="40992"/>
                  <a:pt x="1141633" y="43090"/>
                  <a:pt x="1141633" y="45496"/>
                </a:cubicBezTo>
                <a:cubicBezTo>
                  <a:pt x="1141633" y="47025"/>
                  <a:pt x="1142116" y="48403"/>
                  <a:pt x="1143083" y="49627"/>
                </a:cubicBezTo>
                <a:cubicBezTo>
                  <a:pt x="1144049" y="50894"/>
                  <a:pt x="1145565" y="51943"/>
                  <a:pt x="1147630" y="52774"/>
                </a:cubicBezTo>
                <a:cubicBezTo>
                  <a:pt x="1148817" y="53212"/>
                  <a:pt x="1152309" y="54218"/>
                  <a:pt x="1158109" y="55791"/>
                </a:cubicBezTo>
                <a:cubicBezTo>
                  <a:pt x="1166501" y="58031"/>
                  <a:pt x="1172355" y="59864"/>
                  <a:pt x="1175672" y="61290"/>
                </a:cubicBezTo>
                <a:cubicBezTo>
                  <a:pt x="1178989" y="62717"/>
                  <a:pt x="1181592" y="64791"/>
                  <a:pt x="1183482" y="67514"/>
                </a:cubicBezTo>
                <a:cubicBezTo>
                  <a:pt x="1185371" y="70235"/>
                  <a:pt x="1186315" y="73615"/>
                  <a:pt x="1186315" y="77653"/>
                </a:cubicBezTo>
                <a:cubicBezTo>
                  <a:pt x="1186315" y="81604"/>
                  <a:pt x="1185162" y="85325"/>
                  <a:pt x="1182856" y="88815"/>
                </a:cubicBezTo>
                <a:cubicBezTo>
                  <a:pt x="1180549" y="92304"/>
                  <a:pt x="1177221" y="95003"/>
                  <a:pt x="1172871" y="96913"/>
                </a:cubicBezTo>
                <a:cubicBezTo>
                  <a:pt x="1168522" y="98823"/>
                  <a:pt x="1163601" y="99778"/>
                  <a:pt x="1158109" y="99778"/>
                </a:cubicBezTo>
                <a:cubicBezTo>
                  <a:pt x="1149014" y="99778"/>
                  <a:pt x="1142083" y="97883"/>
                  <a:pt x="1137316" y="94093"/>
                </a:cubicBezTo>
                <a:cubicBezTo>
                  <a:pt x="1132549" y="90304"/>
                  <a:pt x="1129507" y="84686"/>
                  <a:pt x="1128189" y="77239"/>
                </a:cubicBezTo>
                <a:close/>
                <a:moveTo>
                  <a:pt x="1200419" y="125084"/>
                </a:moveTo>
                <a:lnTo>
                  <a:pt x="1200419" y="28207"/>
                </a:lnTo>
                <a:lnTo>
                  <a:pt x="1211227" y="28207"/>
                </a:lnTo>
                <a:lnTo>
                  <a:pt x="1211227" y="37235"/>
                </a:lnTo>
                <a:cubicBezTo>
                  <a:pt x="1213775" y="33699"/>
                  <a:pt x="1216653" y="31046"/>
                  <a:pt x="1219860" y="29278"/>
                </a:cubicBezTo>
                <a:cubicBezTo>
                  <a:pt x="1223067" y="27509"/>
                  <a:pt x="1226956" y="26625"/>
                  <a:pt x="1231525" y="26625"/>
                </a:cubicBezTo>
                <a:cubicBezTo>
                  <a:pt x="1237500" y="26625"/>
                  <a:pt x="1242773" y="28163"/>
                  <a:pt x="1247342" y="31238"/>
                </a:cubicBezTo>
                <a:cubicBezTo>
                  <a:pt x="1251911" y="34314"/>
                  <a:pt x="1255360" y="38652"/>
                  <a:pt x="1257689" y="44254"/>
                </a:cubicBezTo>
                <a:cubicBezTo>
                  <a:pt x="1260017" y="49856"/>
                  <a:pt x="1261182" y="55996"/>
                  <a:pt x="1261182" y="62674"/>
                </a:cubicBezTo>
                <a:cubicBezTo>
                  <a:pt x="1261182" y="69835"/>
                  <a:pt x="1259896" y="76283"/>
                  <a:pt x="1257326" y="82017"/>
                </a:cubicBezTo>
                <a:cubicBezTo>
                  <a:pt x="1254756" y="87750"/>
                  <a:pt x="1251021" y="92144"/>
                  <a:pt x="1246123" y="95197"/>
                </a:cubicBezTo>
                <a:cubicBezTo>
                  <a:pt x="1241224" y="98251"/>
                  <a:pt x="1236072" y="99778"/>
                  <a:pt x="1230668" y="99778"/>
                </a:cubicBezTo>
                <a:cubicBezTo>
                  <a:pt x="1226714" y="99778"/>
                  <a:pt x="1223166" y="98932"/>
                  <a:pt x="1220025" y="97240"/>
                </a:cubicBezTo>
                <a:cubicBezTo>
                  <a:pt x="1216884" y="95547"/>
                  <a:pt x="1214302" y="93410"/>
                  <a:pt x="1212281" y="90827"/>
                </a:cubicBezTo>
                <a:lnTo>
                  <a:pt x="1212281" y="125084"/>
                </a:lnTo>
                <a:lnTo>
                  <a:pt x="1200419" y="125084"/>
                </a:lnTo>
                <a:moveTo>
                  <a:pt x="1211161" y="63498"/>
                </a:moveTo>
                <a:cubicBezTo>
                  <a:pt x="1211161" y="72494"/>
                  <a:pt x="1212984" y="79142"/>
                  <a:pt x="1216631" y="83442"/>
                </a:cubicBezTo>
                <a:cubicBezTo>
                  <a:pt x="1220278" y="87742"/>
                  <a:pt x="1224693" y="89892"/>
                  <a:pt x="1229877" y="89892"/>
                </a:cubicBezTo>
                <a:cubicBezTo>
                  <a:pt x="1235150" y="89892"/>
                  <a:pt x="1239664" y="87665"/>
                  <a:pt x="1243421" y="83211"/>
                </a:cubicBezTo>
                <a:cubicBezTo>
                  <a:pt x="1247177" y="78757"/>
                  <a:pt x="1249055" y="71857"/>
                  <a:pt x="1249055" y="62509"/>
                </a:cubicBezTo>
                <a:cubicBezTo>
                  <a:pt x="1249055" y="53601"/>
                  <a:pt x="1247221" y="46931"/>
                  <a:pt x="1243552" y="42499"/>
                </a:cubicBezTo>
                <a:cubicBezTo>
                  <a:pt x="1239884" y="38067"/>
                  <a:pt x="1235501" y="35851"/>
                  <a:pt x="1230405" y="35851"/>
                </a:cubicBezTo>
                <a:cubicBezTo>
                  <a:pt x="1225352" y="35851"/>
                  <a:pt x="1220882" y="38210"/>
                  <a:pt x="1216993" y="42928"/>
                </a:cubicBezTo>
                <a:cubicBezTo>
                  <a:pt x="1213105" y="47645"/>
                  <a:pt x="1211161" y="54502"/>
                  <a:pt x="1211161" y="63498"/>
                </a:cubicBezTo>
                <a:close/>
                <a:moveTo>
                  <a:pt x="1323374" y="75657"/>
                </a:moveTo>
                <a:lnTo>
                  <a:pt x="1335632" y="77173"/>
                </a:lnTo>
                <a:cubicBezTo>
                  <a:pt x="1333698" y="84334"/>
                  <a:pt x="1330118" y="89892"/>
                  <a:pt x="1324889" y="93846"/>
                </a:cubicBezTo>
                <a:cubicBezTo>
                  <a:pt x="1319661" y="97800"/>
                  <a:pt x="1312983" y="99778"/>
                  <a:pt x="1304855" y="99778"/>
                </a:cubicBezTo>
                <a:cubicBezTo>
                  <a:pt x="1294618" y="99778"/>
                  <a:pt x="1286501" y="96625"/>
                  <a:pt x="1280504" y="90320"/>
                </a:cubicBezTo>
                <a:cubicBezTo>
                  <a:pt x="1274506" y="84016"/>
                  <a:pt x="1271508" y="75174"/>
                  <a:pt x="1271508" y="63794"/>
                </a:cubicBezTo>
                <a:cubicBezTo>
                  <a:pt x="1271508" y="52020"/>
                  <a:pt x="1274539" y="42881"/>
                  <a:pt x="1280602" y="36379"/>
                </a:cubicBezTo>
                <a:cubicBezTo>
                  <a:pt x="1286665" y="29876"/>
                  <a:pt x="1294530" y="26625"/>
                  <a:pt x="1304196" y="26625"/>
                </a:cubicBezTo>
                <a:cubicBezTo>
                  <a:pt x="1313554" y="26625"/>
                  <a:pt x="1321199" y="29805"/>
                  <a:pt x="1327130" y="36166"/>
                </a:cubicBezTo>
                <a:cubicBezTo>
                  <a:pt x="1333061" y="42526"/>
                  <a:pt x="1336027" y="51474"/>
                  <a:pt x="1336027" y="63010"/>
                </a:cubicBezTo>
                <a:cubicBezTo>
                  <a:pt x="1336027" y="63711"/>
                  <a:pt x="1336005" y="64764"/>
                  <a:pt x="1335961" y="66167"/>
                </a:cubicBezTo>
                <a:lnTo>
                  <a:pt x="1283766" y="66167"/>
                </a:lnTo>
                <a:cubicBezTo>
                  <a:pt x="1284205" y="73834"/>
                  <a:pt x="1286380" y="79704"/>
                  <a:pt x="1290290" y="83780"/>
                </a:cubicBezTo>
                <a:cubicBezTo>
                  <a:pt x="1294200" y="87855"/>
                  <a:pt x="1299077" y="89892"/>
                  <a:pt x="1304921" y="89892"/>
                </a:cubicBezTo>
                <a:cubicBezTo>
                  <a:pt x="1309270" y="89892"/>
                  <a:pt x="1312983" y="88761"/>
                  <a:pt x="1316058" y="86498"/>
                </a:cubicBezTo>
                <a:cubicBezTo>
                  <a:pt x="1319134" y="84234"/>
                  <a:pt x="1321572" y="80620"/>
                  <a:pt x="1323374" y="75657"/>
                </a:cubicBezTo>
                <a:moveTo>
                  <a:pt x="1284425" y="56281"/>
                </a:moveTo>
                <a:lnTo>
                  <a:pt x="1323505" y="56281"/>
                </a:lnTo>
                <a:cubicBezTo>
                  <a:pt x="1322978" y="50490"/>
                  <a:pt x="1321484" y="46147"/>
                  <a:pt x="1319024" y="43251"/>
                </a:cubicBezTo>
                <a:cubicBezTo>
                  <a:pt x="1315246" y="38757"/>
                  <a:pt x="1310347" y="36510"/>
                  <a:pt x="1304328" y="36510"/>
                </a:cubicBezTo>
                <a:cubicBezTo>
                  <a:pt x="1298880" y="36510"/>
                  <a:pt x="1294299" y="38304"/>
                  <a:pt x="1290587" y="41892"/>
                </a:cubicBezTo>
                <a:cubicBezTo>
                  <a:pt x="1286874" y="45478"/>
                  <a:pt x="1284820" y="50275"/>
                  <a:pt x="1284425" y="56281"/>
                </a:cubicBezTo>
                <a:close/>
                <a:moveTo>
                  <a:pt x="1398417" y="75657"/>
                </a:moveTo>
                <a:lnTo>
                  <a:pt x="1410675" y="77173"/>
                </a:lnTo>
                <a:cubicBezTo>
                  <a:pt x="1408742" y="84334"/>
                  <a:pt x="1405161" y="89892"/>
                  <a:pt x="1399933" y="93846"/>
                </a:cubicBezTo>
                <a:cubicBezTo>
                  <a:pt x="1394705" y="97800"/>
                  <a:pt x="1388026" y="99778"/>
                  <a:pt x="1379898" y="99778"/>
                </a:cubicBezTo>
                <a:cubicBezTo>
                  <a:pt x="1369661" y="99778"/>
                  <a:pt x="1361544" y="96625"/>
                  <a:pt x="1355547" y="90320"/>
                </a:cubicBezTo>
                <a:cubicBezTo>
                  <a:pt x="1349550" y="84016"/>
                  <a:pt x="1346551" y="75174"/>
                  <a:pt x="1346551" y="63794"/>
                </a:cubicBezTo>
                <a:cubicBezTo>
                  <a:pt x="1346551" y="52020"/>
                  <a:pt x="1349583" y="42881"/>
                  <a:pt x="1355646" y="36379"/>
                </a:cubicBezTo>
                <a:cubicBezTo>
                  <a:pt x="1361709" y="29876"/>
                  <a:pt x="1369573" y="26625"/>
                  <a:pt x="1379239" y="26625"/>
                </a:cubicBezTo>
                <a:cubicBezTo>
                  <a:pt x="1388597" y="26625"/>
                  <a:pt x="1396242" y="29805"/>
                  <a:pt x="1402174" y="36166"/>
                </a:cubicBezTo>
                <a:cubicBezTo>
                  <a:pt x="1408105" y="42526"/>
                  <a:pt x="1411071" y="51474"/>
                  <a:pt x="1411071" y="63010"/>
                </a:cubicBezTo>
                <a:cubicBezTo>
                  <a:pt x="1411071" y="63711"/>
                  <a:pt x="1411049" y="64764"/>
                  <a:pt x="1411005" y="66167"/>
                </a:cubicBezTo>
                <a:lnTo>
                  <a:pt x="1358809" y="66167"/>
                </a:lnTo>
                <a:cubicBezTo>
                  <a:pt x="1359249" y="73834"/>
                  <a:pt x="1361423" y="79704"/>
                  <a:pt x="1365334" y="83780"/>
                </a:cubicBezTo>
                <a:cubicBezTo>
                  <a:pt x="1369244" y="87855"/>
                  <a:pt x="1374121" y="89892"/>
                  <a:pt x="1379964" y="89892"/>
                </a:cubicBezTo>
                <a:cubicBezTo>
                  <a:pt x="1384314" y="89892"/>
                  <a:pt x="1388026" y="88761"/>
                  <a:pt x="1391102" y="86498"/>
                </a:cubicBezTo>
                <a:cubicBezTo>
                  <a:pt x="1394177" y="84234"/>
                  <a:pt x="1396616" y="80620"/>
                  <a:pt x="1398417" y="75657"/>
                </a:cubicBezTo>
                <a:moveTo>
                  <a:pt x="1359468" y="56281"/>
                </a:moveTo>
                <a:lnTo>
                  <a:pt x="1398549" y="56281"/>
                </a:lnTo>
                <a:cubicBezTo>
                  <a:pt x="1398022" y="50490"/>
                  <a:pt x="1396528" y="46147"/>
                  <a:pt x="1394067" y="43251"/>
                </a:cubicBezTo>
                <a:cubicBezTo>
                  <a:pt x="1390289" y="38757"/>
                  <a:pt x="1385390" y="36510"/>
                  <a:pt x="1379371" y="36510"/>
                </a:cubicBezTo>
                <a:cubicBezTo>
                  <a:pt x="1373923" y="36510"/>
                  <a:pt x="1369343" y="38304"/>
                  <a:pt x="1365630" y="41892"/>
                </a:cubicBezTo>
                <a:cubicBezTo>
                  <a:pt x="1361918" y="45478"/>
                  <a:pt x="1359864" y="50275"/>
                  <a:pt x="1359468" y="56281"/>
                </a:cubicBezTo>
                <a:close/>
                <a:moveTo>
                  <a:pt x="1471220" y="72494"/>
                </a:moveTo>
                <a:lnTo>
                  <a:pt x="1482884" y="74009"/>
                </a:lnTo>
                <a:cubicBezTo>
                  <a:pt x="1481610" y="82070"/>
                  <a:pt x="1478348" y="88380"/>
                  <a:pt x="1473098" y="92940"/>
                </a:cubicBezTo>
                <a:cubicBezTo>
                  <a:pt x="1467847" y="97498"/>
                  <a:pt x="1461400" y="99778"/>
                  <a:pt x="1453755" y="99778"/>
                </a:cubicBezTo>
                <a:cubicBezTo>
                  <a:pt x="1444177" y="99778"/>
                  <a:pt x="1436478" y="96647"/>
                  <a:pt x="1430656" y="90386"/>
                </a:cubicBezTo>
                <a:cubicBezTo>
                  <a:pt x="1424835" y="84126"/>
                  <a:pt x="1421924" y="75152"/>
                  <a:pt x="1421924" y="63465"/>
                </a:cubicBezTo>
                <a:cubicBezTo>
                  <a:pt x="1421924" y="55908"/>
                  <a:pt x="1423176" y="49296"/>
                  <a:pt x="1425680" y="43628"/>
                </a:cubicBezTo>
                <a:cubicBezTo>
                  <a:pt x="1428185" y="37960"/>
                  <a:pt x="1431996" y="33710"/>
                  <a:pt x="1437115" y="30876"/>
                </a:cubicBezTo>
                <a:cubicBezTo>
                  <a:pt x="1442233" y="28042"/>
                  <a:pt x="1447802" y="26625"/>
                  <a:pt x="1453821" y="26625"/>
                </a:cubicBezTo>
                <a:cubicBezTo>
                  <a:pt x="1461422" y="26625"/>
                  <a:pt x="1467639" y="28553"/>
                  <a:pt x="1472472" y="32410"/>
                </a:cubicBezTo>
                <a:cubicBezTo>
                  <a:pt x="1477305" y="36265"/>
                  <a:pt x="1480402" y="41740"/>
                  <a:pt x="1481764" y="48834"/>
                </a:cubicBezTo>
                <a:lnTo>
                  <a:pt x="1470231" y="50614"/>
                </a:lnTo>
                <a:cubicBezTo>
                  <a:pt x="1469133" y="45935"/>
                  <a:pt x="1467188" y="42414"/>
                  <a:pt x="1464399" y="40053"/>
                </a:cubicBezTo>
                <a:cubicBezTo>
                  <a:pt x="1461609" y="37691"/>
                  <a:pt x="1458237" y="36510"/>
                  <a:pt x="1454282" y="36510"/>
                </a:cubicBezTo>
                <a:cubicBezTo>
                  <a:pt x="1448307" y="36510"/>
                  <a:pt x="1443452" y="38642"/>
                  <a:pt x="1439718" y="42905"/>
                </a:cubicBezTo>
                <a:cubicBezTo>
                  <a:pt x="1435983" y="47167"/>
                  <a:pt x="1434116" y="53910"/>
                  <a:pt x="1434116" y="63135"/>
                </a:cubicBezTo>
                <a:cubicBezTo>
                  <a:pt x="1434116" y="72492"/>
                  <a:pt x="1435917" y="79291"/>
                  <a:pt x="1439520" y="83532"/>
                </a:cubicBezTo>
                <a:cubicBezTo>
                  <a:pt x="1443123" y="87772"/>
                  <a:pt x="1447824" y="89892"/>
                  <a:pt x="1453623" y="89892"/>
                </a:cubicBezTo>
                <a:cubicBezTo>
                  <a:pt x="1458281" y="89892"/>
                  <a:pt x="1462169" y="88470"/>
                  <a:pt x="1465288" y="85625"/>
                </a:cubicBezTo>
                <a:cubicBezTo>
                  <a:pt x="1468408" y="82780"/>
                  <a:pt x="1470385" y="78403"/>
                  <a:pt x="1471220" y="72494"/>
                </a:cubicBezTo>
                <a:close/>
                <a:moveTo>
                  <a:pt x="1493034" y="98196"/>
                </a:moveTo>
                <a:lnTo>
                  <a:pt x="1493034" y="1582"/>
                </a:lnTo>
                <a:lnTo>
                  <a:pt x="1504896" y="1582"/>
                </a:lnTo>
                <a:lnTo>
                  <a:pt x="1504896" y="36247"/>
                </a:lnTo>
                <a:cubicBezTo>
                  <a:pt x="1510432" y="29832"/>
                  <a:pt x="1517418" y="26625"/>
                  <a:pt x="1525853" y="26625"/>
                </a:cubicBezTo>
                <a:cubicBezTo>
                  <a:pt x="1531038" y="26625"/>
                  <a:pt x="1535541" y="27646"/>
                  <a:pt x="1539364" y="29689"/>
                </a:cubicBezTo>
                <a:cubicBezTo>
                  <a:pt x="1543186" y="31732"/>
                  <a:pt x="1545921" y="34555"/>
                  <a:pt x="1547568" y="38158"/>
                </a:cubicBezTo>
                <a:cubicBezTo>
                  <a:pt x="1549216" y="41761"/>
                  <a:pt x="1550040" y="46989"/>
                  <a:pt x="1550040" y="53843"/>
                </a:cubicBezTo>
                <a:lnTo>
                  <a:pt x="1550040" y="98196"/>
                </a:lnTo>
                <a:lnTo>
                  <a:pt x="1538177" y="98196"/>
                </a:lnTo>
                <a:lnTo>
                  <a:pt x="1538177" y="53843"/>
                </a:lnTo>
                <a:cubicBezTo>
                  <a:pt x="1538177" y="47912"/>
                  <a:pt x="1536892" y="43595"/>
                  <a:pt x="1534322" y="40893"/>
                </a:cubicBezTo>
                <a:cubicBezTo>
                  <a:pt x="1531752" y="38191"/>
                  <a:pt x="1528116" y="36840"/>
                  <a:pt x="1523415" y="36840"/>
                </a:cubicBezTo>
                <a:cubicBezTo>
                  <a:pt x="1519900" y="36840"/>
                  <a:pt x="1516594" y="37752"/>
                  <a:pt x="1513496" y="39575"/>
                </a:cubicBezTo>
                <a:cubicBezTo>
                  <a:pt x="1510399" y="41398"/>
                  <a:pt x="1508191" y="43870"/>
                  <a:pt x="1506873" y="46989"/>
                </a:cubicBezTo>
                <a:cubicBezTo>
                  <a:pt x="1505555" y="50108"/>
                  <a:pt x="1504896" y="54414"/>
                  <a:pt x="1504896" y="59906"/>
                </a:cubicBezTo>
                <a:lnTo>
                  <a:pt x="1504896" y="98196"/>
                </a:lnTo>
                <a:lnTo>
                  <a:pt x="1493034" y="98196"/>
                </a:lnTo>
                <a:close/>
                <a:moveTo>
                  <a:pt x="1571438" y="98196"/>
                </a:moveTo>
                <a:lnTo>
                  <a:pt x="1571438" y="84620"/>
                </a:lnTo>
                <a:lnTo>
                  <a:pt x="1584948" y="84620"/>
                </a:lnTo>
                <a:lnTo>
                  <a:pt x="1584948" y="98196"/>
                </a:lnTo>
                <a:lnTo>
                  <a:pt x="1571438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94F85-4F20-4B7C-9C70-664815A7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1" y="2755906"/>
            <a:ext cx="2699397" cy="1020710"/>
          </a:xfrm>
          <a:custGeom xmlns:a="http://schemas.openxmlformats.org/drawingml/2006/main">
            <a:pathLst>
              <a:path w="2699397" h="1020710">
                <a:moveTo>
                  <a:pt x="0" y="0"/>
                </a:moveTo>
                <a:lnTo>
                  <a:pt x="2699397" y="0"/>
                </a:lnTo>
                <a:lnTo>
                  <a:pt x="2699397" y="1020710"/>
                </a:lnTo>
                <a:lnTo>
                  <a:pt x="0" y="10207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ADC96-AD86-45BD-B211-2D2168A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1" y="2755906"/>
            <a:ext cx="2699397" cy="1020710"/>
          </a:xfrm>
          <a:custGeom xmlns:a="http://schemas.openxmlformats.org/drawingml/2006/main">
            <a:pathLst>
              <a:path w="2699397" h="1020710" fill="none">
                <a:moveTo>
                  <a:pt x="0" y="0"/>
                </a:moveTo>
                <a:lnTo>
                  <a:pt x="2699397" y="0"/>
                </a:lnTo>
                <a:lnTo>
                  <a:pt x="2699397" y="1020710"/>
                </a:lnTo>
                <a:lnTo>
                  <a:pt x="0" y="10207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B85450"/>
            </a:solidFill>
            <a:miter/>
          </a:ln>
        </p:spPr>
      </p:sp>
      <p:sp>
        <p:nvSpPr>
          <p:cNvPr id="31" name="Text Sample">
            <a:extLst xmlns:a="http://schemas.openxmlformats.org/drawingml/2006/main">
              <a:ext uri="{FF2B5EF4-FFF2-40B4-BE49-F238E27FC236}">
                <a16:creationId xmlns:a16="http://schemas.microsoft.com/office/drawing/2014/main" id="{9A8A3317-5C38-47E1-BB36-88E45E3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1" y="2792549"/>
            <a:ext cx="470091" cy="124953"/>
          </a:xfrm>
          <a:custGeom xmlns:a="http://schemas.openxmlformats.org/drawingml/2006/main">
            <a:pathLst>
              <a:path w="470091" h="124953">
                <a:moveTo>
                  <a:pt x="0" y="66958"/>
                </a:moveTo>
                <a:lnTo>
                  <a:pt x="18980" y="65112"/>
                </a:lnTo>
                <a:cubicBezTo>
                  <a:pt x="20122" y="71506"/>
                  <a:pt x="22440" y="76203"/>
                  <a:pt x="25933" y="79201"/>
                </a:cubicBezTo>
                <a:cubicBezTo>
                  <a:pt x="29426" y="82199"/>
                  <a:pt x="34138" y="83697"/>
                  <a:pt x="40069" y="83697"/>
                </a:cubicBezTo>
                <a:cubicBezTo>
                  <a:pt x="46352" y="83697"/>
                  <a:pt x="51086" y="82364"/>
                  <a:pt x="54271" y="79698"/>
                </a:cubicBezTo>
                <a:cubicBezTo>
                  <a:pt x="57457" y="77031"/>
                  <a:pt x="59049" y="73913"/>
                  <a:pt x="59049" y="70341"/>
                </a:cubicBezTo>
                <a:cubicBezTo>
                  <a:pt x="59049" y="68050"/>
                  <a:pt x="58379" y="66100"/>
                  <a:pt x="57039" y="64493"/>
                </a:cubicBezTo>
                <a:cubicBezTo>
                  <a:pt x="55699" y="62883"/>
                  <a:pt x="53360" y="61484"/>
                  <a:pt x="50021" y="60293"/>
                </a:cubicBezTo>
                <a:cubicBezTo>
                  <a:pt x="47736" y="59501"/>
                  <a:pt x="42530" y="58092"/>
                  <a:pt x="34402" y="56067"/>
                </a:cubicBezTo>
                <a:cubicBezTo>
                  <a:pt x="23945" y="53470"/>
                  <a:pt x="16608" y="50277"/>
                  <a:pt x="12390" y="46491"/>
                </a:cubicBezTo>
                <a:cubicBezTo>
                  <a:pt x="6459" y="41163"/>
                  <a:pt x="3493" y="34670"/>
                  <a:pt x="3493" y="27010"/>
                </a:cubicBezTo>
                <a:cubicBezTo>
                  <a:pt x="3493" y="22080"/>
                  <a:pt x="4888" y="17468"/>
                  <a:pt x="7678" y="13177"/>
                </a:cubicBezTo>
                <a:cubicBezTo>
                  <a:pt x="10468" y="8883"/>
                  <a:pt x="14488" y="5614"/>
                  <a:pt x="19738" y="3369"/>
                </a:cubicBezTo>
                <a:cubicBezTo>
                  <a:pt x="24988" y="1123"/>
                  <a:pt x="31326" y="0"/>
                  <a:pt x="38751" y="0"/>
                </a:cubicBezTo>
                <a:cubicBezTo>
                  <a:pt x="50877" y="0"/>
                  <a:pt x="60005" y="2670"/>
                  <a:pt x="66134" y="8011"/>
                </a:cubicBezTo>
                <a:cubicBezTo>
                  <a:pt x="72263" y="13351"/>
                  <a:pt x="75481" y="20478"/>
                  <a:pt x="75789" y="29393"/>
                </a:cubicBezTo>
                <a:lnTo>
                  <a:pt x="56281" y="30184"/>
                </a:lnTo>
                <a:cubicBezTo>
                  <a:pt x="55447" y="25219"/>
                  <a:pt x="53656" y="21649"/>
                  <a:pt x="50910" y="19474"/>
                </a:cubicBezTo>
                <a:cubicBezTo>
                  <a:pt x="48164" y="17300"/>
                  <a:pt x="44045" y="16212"/>
                  <a:pt x="38553" y="16212"/>
                </a:cubicBezTo>
                <a:cubicBezTo>
                  <a:pt x="32886" y="16212"/>
                  <a:pt x="28448" y="17377"/>
                  <a:pt x="25241" y="19707"/>
                </a:cubicBezTo>
                <a:cubicBezTo>
                  <a:pt x="23176" y="21201"/>
                  <a:pt x="22143" y="23201"/>
                  <a:pt x="22143" y="25706"/>
                </a:cubicBezTo>
                <a:cubicBezTo>
                  <a:pt x="22143" y="27992"/>
                  <a:pt x="23110" y="29948"/>
                  <a:pt x="25043" y="31574"/>
                </a:cubicBezTo>
                <a:cubicBezTo>
                  <a:pt x="27504" y="33640"/>
                  <a:pt x="33479" y="35796"/>
                  <a:pt x="42969" y="38041"/>
                </a:cubicBezTo>
                <a:cubicBezTo>
                  <a:pt x="52459" y="40285"/>
                  <a:pt x="59478" y="42608"/>
                  <a:pt x="64025" y="45008"/>
                </a:cubicBezTo>
                <a:cubicBezTo>
                  <a:pt x="68572" y="47406"/>
                  <a:pt x="72131" y="50686"/>
                  <a:pt x="74701" y="54846"/>
                </a:cubicBezTo>
                <a:cubicBezTo>
                  <a:pt x="77272" y="59005"/>
                  <a:pt x="78557" y="64144"/>
                  <a:pt x="78557" y="70263"/>
                </a:cubicBezTo>
                <a:cubicBezTo>
                  <a:pt x="78557" y="75809"/>
                  <a:pt x="77019" y="81003"/>
                  <a:pt x="73943" y="85845"/>
                </a:cubicBezTo>
                <a:cubicBezTo>
                  <a:pt x="70868" y="90688"/>
                  <a:pt x="66518" y="94286"/>
                  <a:pt x="60895" y="96641"/>
                </a:cubicBezTo>
                <a:cubicBezTo>
                  <a:pt x="55271" y="98996"/>
                  <a:pt x="48263" y="100173"/>
                  <a:pt x="39871" y="100173"/>
                </a:cubicBezTo>
                <a:cubicBezTo>
                  <a:pt x="27657" y="100173"/>
                  <a:pt x="18277" y="97345"/>
                  <a:pt x="11731" y="91688"/>
                </a:cubicBezTo>
                <a:cubicBezTo>
                  <a:pt x="5184" y="86031"/>
                  <a:pt x="1274" y="77788"/>
                  <a:pt x="0" y="66958"/>
                </a:cubicBezTo>
                <a:close/>
                <a:moveTo>
                  <a:pt x="108675" y="49955"/>
                </a:moveTo>
                <a:lnTo>
                  <a:pt x="91870" y="46923"/>
                </a:lnTo>
                <a:cubicBezTo>
                  <a:pt x="93759" y="40068"/>
                  <a:pt x="97011" y="34993"/>
                  <a:pt x="101624" y="31699"/>
                </a:cubicBezTo>
                <a:cubicBezTo>
                  <a:pt x="106237" y="28404"/>
                  <a:pt x="113091" y="26757"/>
                  <a:pt x="122186" y="26757"/>
                </a:cubicBezTo>
                <a:cubicBezTo>
                  <a:pt x="130446" y="26757"/>
                  <a:pt x="136596" y="27734"/>
                  <a:pt x="140639" y="29689"/>
                </a:cubicBezTo>
                <a:cubicBezTo>
                  <a:pt x="144681" y="31645"/>
                  <a:pt x="147525" y="34127"/>
                  <a:pt x="149173" y="37136"/>
                </a:cubicBezTo>
                <a:cubicBezTo>
                  <a:pt x="150821" y="40146"/>
                  <a:pt x="151644" y="45671"/>
                  <a:pt x="151644" y="53711"/>
                </a:cubicBezTo>
                <a:lnTo>
                  <a:pt x="151447" y="75327"/>
                </a:lnTo>
                <a:cubicBezTo>
                  <a:pt x="151447" y="81478"/>
                  <a:pt x="151743" y="86015"/>
                  <a:pt x="152336" y="88936"/>
                </a:cubicBezTo>
                <a:cubicBezTo>
                  <a:pt x="152930" y="91858"/>
                  <a:pt x="154039" y="94989"/>
                  <a:pt x="155664" y="98328"/>
                </a:cubicBezTo>
                <a:lnTo>
                  <a:pt x="137343" y="98328"/>
                </a:lnTo>
                <a:cubicBezTo>
                  <a:pt x="136860" y="97097"/>
                  <a:pt x="136267" y="95274"/>
                  <a:pt x="135564" y="92858"/>
                </a:cubicBezTo>
                <a:cubicBezTo>
                  <a:pt x="135256" y="91759"/>
                  <a:pt x="135037" y="91034"/>
                  <a:pt x="134905" y="90683"/>
                </a:cubicBezTo>
                <a:cubicBezTo>
                  <a:pt x="131742" y="93758"/>
                  <a:pt x="128359" y="96065"/>
                  <a:pt x="124756" y="97603"/>
                </a:cubicBezTo>
                <a:cubicBezTo>
                  <a:pt x="121153" y="99140"/>
                  <a:pt x="117309" y="99909"/>
                  <a:pt x="113223" y="99909"/>
                </a:cubicBezTo>
                <a:cubicBezTo>
                  <a:pt x="106017" y="99909"/>
                  <a:pt x="100339" y="97962"/>
                  <a:pt x="96187" y="94069"/>
                </a:cubicBezTo>
                <a:cubicBezTo>
                  <a:pt x="92035" y="90175"/>
                  <a:pt x="89959" y="85253"/>
                  <a:pt x="89959" y="79302"/>
                </a:cubicBezTo>
                <a:cubicBezTo>
                  <a:pt x="89959" y="75364"/>
                  <a:pt x="90904" y="71854"/>
                  <a:pt x="92793" y="68770"/>
                </a:cubicBezTo>
                <a:cubicBezTo>
                  <a:pt x="94682" y="65685"/>
                  <a:pt x="97329" y="63322"/>
                  <a:pt x="100734" y="61681"/>
                </a:cubicBezTo>
                <a:cubicBezTo>
                  <a:pt x="104139" y="60041"/>
                  <a:pt x="109049" y="58608"/>
                  <a:pt x="115464" y="57383"/>
                </a:cubicBezTo>
                <a:cubicBezTo>
                  <a:pt x="124119" y="55764"/>
                  <a:pt x="130116" y="54255"/>
                  <a:pt x="133455" y="52854"/>
                </a:cubicBezTo>
                <a:lnTo>
                  <a:pt x="133455" y="50989"/>
                </a:lnTo>
                <a:cubicBezTo>
                  <a:pt x="133455" y="47390"/>
                  <a:pt x="132576" y="44825"/>
                  <a:pt x="130819" y="43292"/>
                </a:cubicBezTo>
                <a:cubicBezTo>
                  <a:pt x="129062" y="41759"/>
                  <a:pt x="125744" y="40992"/>
                  <a:pt x="120868" y="40992"/>
                </a:cubicBezTo>
                <a:cubicBezTo>
                  <a:pt x="117572" y="40992"/>
                  <a:pt x="115002" y="41655"/>
                  <a:pt x="113157" y="42981"/>
                </a:cubicBezTo>
                <a:cubicBezTo>
                  <a:pt x="111312" y="44306"/>
                  <a:pt x="109818" y="46631"/>
                  <a:pt x="108675" y="49955"/>
                </a:cubicBezTo>
                <a:moveTo>
                  <a:pt x="133455" y="64981"/>
                </a:moveTo>
                <a:cubicBezTo>
                  <a:pt x="131083" y="65762"/>
                  <a:pt x="127326" y="66695"/>
                  <a:pt x="122186" y="67781"/>
                </a:cubicBezTo>
                <a:cubicBezTo>
                  <a:pt x="117045" y="68866"/>
                  <a:pt x="113684" y="69930"/>
                  <a:pt x="112102" y="70972"/>
                </a:cubicBezTo>
                <a:cubicBezTo>
                  <a:pt x="109686" y="72665"/>
                  <a:pt x="108478" y="74813"/>
                  <a:pt x="108478" y="77418"/>
                </a:cubicBezTo>
                <a:cubicBezTo>
                  <a:pt x="108478" y="79980"/>
                  <a:pt x="109444" y="82194"/>
                  <a:pt x="111378" y="84062"/>
                </a:cubicBezTo>
                <a:cubicBezTo>
                  <a:pt x="113311" y="85928"/>
                  <a:pt x="115771" y="86860"/>
                  <a:pt x="118759" y="86860"/>
                </a:cubicBezTo>
                <a:cubicBezTo>
                  <a:pt x="122098" y="86860"/>
                  <a:pt x="125283" y="85775"/>
                  <a:pt x="128315" y="83604"/>
                </a:cubicBezTo>
                <a:cubicBezTo>
                  <a:pt x="130555" y="81956"/>
                  <a:pt x="132027" y="79937"/>
                  <a:pt x="132730" y="77548"/>
                </a:cubicBezTo>
                <a:cubicBezTo>
                  <a:pt x="133213" y="75985"/>
                  <a:pt x="133455" y="73012"/>
                  <a:pt x="133455" y="68628"/>
                </a:cubicBezTo>
                <a:lnTo>
                  <a:pt x="133455" y="64981"/>
                </a:lnTo>
                <a:close/>
                <a:moveTo>
                  <a:pt x="168495" y="28338"/>
                </a:moveTo>
                <a:lnTo>
                  <a:pt x="185564" y="28338"/>
                </a:lnTo>
                <a:lnTo>
                  <a:pt x="185564" y="37894"/>
                </a:lnTo>
                <a:cubicBezTo>
                  <a:pt x="191671" y="30469"/>
                  <a:pt x="198942" y="26757"/>
                  <a:pt x="207378" y="26757"/>
                </a:cubicBezTo>
                <a:cubicBezTo>
                  <a:pt x="211859" y="26757"/>
                  <a:pt x="215748" y="27683"/>
                  <a:pt x="219043" y="29537"/>
                </a:cubicBezTo>
                <a:cubicBezTo>
                  <a:pt x="222338" y="31391"/>
                  <a:pt x="225040" y="34193"/>
                  <a:pt x="227149" y="37946"/>
                </a:cubicBezTo>
                <a:cubicBezTo>
                  <a:pt x="230224" y="34193"/>
                  <a:pt x="233542" y="31391"/>
                  <a:pt x="237100" y="29537"/>
                </a:cubicBezTo>
                <a:cubicBezTo>
                  <a:pt x="240659" y="27683"/>
                  <a:pt x="244460" y="26757"/>
                  <a:pt x="248502" y="26757"/>
                </a:cubicBezTo>
                <a:cubicBezTo>
                  <a:pt x="253642" y="26757"/>
                  <a:pt x="257992" y="27800"/>
                  <a:pt x="261551" y="29887"/>
                </a:cubicBezTo>
                <a:cubicBezTo>
                  <a:pt x="265109" y="31974"/>
                  <a:pt x="267767" y="35039"/>
                  <a:pt x="269525" y="39081"/>
                </a:cubicBezTo>
                <a:cubicBezTo>
                  <a:pt x="270799" y="42068"/>
                  <a:pt x="271436" y="46901"/>
                  <a:pt x="271436" y="53579"/>
                </a:cubicBezTo>
                <a:lnTo>
                  <a:pt x="271436" y="98328"/>
                </a:lnTo>
                <a:lnTo>
                  <a:pt x="252917" y="98328"/>
                </a:lnTo>
                <a:lnTo>
                  <a:pt x="252917" y="58370"/>
                </a:lnTo>
                <a:cubicBezTo>
                  <a:pt x="252917" y="51436"/>
                  <a:pt x="252280" y="46960"/>
                  <a:pt x="251006" y="44942"/>
                </a:cubicBezTo>
                <a:cubicBezTo>
                  <a:pt x="249293" y="42309"/>
                  <a:pt x="246656" y="40992"/>
                  <a:pt x="243098" y="40992"/>
                </a:cubicBezTo>
                <a:cubicBezTo>
                  <a:pt x="240505" y="40992"/>
                  <a:pt x="238067" y="41782"/>
                  <a:pt x="235782" y="43362"/>
                </a:cubicBezTo>
                <a:cubicBezTo>
                  <a:pt x="233498" y="44941"/>
                  <a:pt x="231850" y="47256"/>
                  <a:pt x="230840" y="50307"/>
                </a:cubicBezTo>
                <a:cubicBezTo>
                  <a:pt x="229829" y="53356"/>
                  <a:pt x="229324" y="58173"/>
                  <a:pt x="229324" y="64756"/>
                </a:cubicBezTo>
                <a:lnTo>
                  <a:pt x="229324" y="98328"/>
                </a:lnTo>
                <a:lnTo>
                  <a:pt x="210805" y="98328"/>
                </a:lnTo>
                <a:lnTo>
                  <a:pt x="210805" y="60015"/>
                </a:lnTo>
                <a:cubicBezTo>
                  <a:pt x="210805" y="53213"/>
                  <a:pt x="210475" y="48825"/>
                  <a:pt x="209816" y="46851"/>
                </a:cubicBezTo>
                <a:cubicBezTo>
                  <a:pt x="209157" y="44875"/>
                  <a:pt x="208136" y="43405"/>
                  <a:pt x="206752" y="42440"/>
                </a:cubicBezTo>
                <a:cubicBezTo>
                  <a:pt x="205368" y="41474"/>
                  <a:pt x="203490" y="40992"/>
                  <a:pt x="201117" y="40992"/>
                </a:cubicBezTo>
                <a:cubicBezTo>
                  <a:pt x="198261" y="40992"/>
                  <a:pt x="195691" y="41760"/>
                  <a:pt x="193407" y="43296"/>
                </a:cubicBezTo>
                <a:cubicBezTo>
                  <a:pt x="191122" y="44831"/>
                  <a:pt x="189485" y="47047"/>
                  <a:pt x="188497" y="49944"/>
                </a:cubicBezTo>
                <a:cubicBezTo>
                  <a:pt x="187508" y="52841"/>
                  <a:pt x="187014" y="57647"/>
                  <a:pt x="187014" y="64361"/>
                </a:cubicBezTo>
                <a:lnTo>
                  <a:pt x="187014" y="98328"/>
                </a:lnTo>
                <a:lnTo>
                  <a:pt x="168495" y="98328"/>
                </a:lnTo>
                <a:lnTo>
                  <a:pt x="168495" y="28338"/>
                </a:lnTo>
                <a:close/>
                <a:moveTo>
                  <a:pt x="289340" y="28338"/>
                </a:moveTo>
                <a:lnTo>
                  <a:pt x="306607" y="28338"/>
                </a:lnTo>
                <a:lnTo>
                  <a:pt x="306607" y="38619"/>
                </a:lnTo>
                <a:cubicBezTo>
                  <a:pt x="308847" y="35104"/>
                  <a:pt x="311879" y="32249"/>
                  <a:pt x="315701" y="30052"/>
                </a:cubicBezTo>
                <a:cubicBezTo>
                  <a:pt x="319524" y="27855"/>
                  <a:pt x="323763" y="26757"/>
                  <a:pt x="328421" y="26757"/>
                </a:cubicBezTo>
                <a:cubicBezTo>
                  <a:pt x="336549" y="26757"/>
                  <a:pt x="343447" y="29942"/>
                  <a:pt x="349114" y="36313"/>
                </a:cubicBezTo>
                <a:cubicBezTo>
                  <a:pt x="354782" y="42683"/>
                  <a:pt x="357616" y="51558"/>
                  <a:pt x="357616" y="62938"/>
                </a:cubicBezTo>
                <a:cubicBezTo>
                  <a:pt x="357616" y="74624"/>
                  <a:pt x="354760" y="83708"/>
                  <a:pt x="349048" y="90189"/>
                </a:cubicBezTo>
                <a:cubicBezTo>
                  <a:pt x="343337" y="96669"/>
                  <a:pt x="336417" y="99909"/>
                  <a:pt x="328289" y="99909"/>
                </a:cubicBezTo>
                <a:cubicBezTo>
                  <a:pt x="324422" y="99909"/>
                  <a:pt x="320919" y="99140"/>
                  <a:pt x="317777" y="97603"/>
                </a:cubicBezTo>
                <a:cubicBezTo>
                  <a:pt x="314636" y="96065"/>
                  <a:pt x="311330" y="93429"/>
                  <a:pt x="307859" y="89694"/>
                </a:cubicBezTo>
                <a:lnTo>
                  <a:pt x="307859" y="124953"/>
                </a:lnTo>
                <a:lnTo>
                  <a:pt x="289340" y="124953"/>
                </a:lnTo>
                <a:lnTo>
                  <a:pt x="289340" y="28338"/>
                </a:lnTo>
                <a:moveTo>
                  <a:pt x="307661" y="62116"/>
                </a:moveTo>
                <a:cubicBezTo>
                  <a:pt x="307661" y="69968"/>
                  <a:pt x="309221" y="75770"/>
                  <a:pt x="312340" y="79521"/>
                </a:cubicBezTo>
                <a:cubicBezTo>
                  <a:pt x="315460" y="83272"/>
                  <a:pt x="319260" y="85147"/>
                  <a:pt x="323741" y="85147"/>
                </a:cubicBezTo>
                <a:cubicBezTo>
                  <a:pt x="328047" y="85147"/>
                  <a:pt x="331628" y="83425"/>
                  <a:pt x="334484" y="79982"/>
                </a:cubicBezTo>
                <a:cubicBezTo>
                  <a:pt x="337340" y="76538"/>
                  <a:pt x="338767" y="70890"/>
                  <a:pt x="338767" y="63036"/>
                </a:cubicBezTo>
                <a:cubicBezTo>
                  <a:pt x="338767" y="55710"/>
                  <a:pt x="337296" y="50270"/>
                  <a:pt x="334352" y="46717"/>
                </a:cubicBezTo>
                <a:cubicBezTo>
                  <a:pt x="331408" y="43164"/>
                  <a:pt x="327762" y="41387"/>
                  <a:pt x="323412" y="41387"/>
                </a:cubicBezTo>
                <a:cubicBezTo>
                  <a:pt x="318887" y="41387"/>
                  <a:pt x="315130" y="43131"/>
                  <a:pt x="312143" y="46618"/>
                </a:cubicBezTo>
                <a:cubicBezTo>
                  <a:pt x="309155" y="50106"/>
                  <a:pt x="307661" y="55272"/>
                  <a:pt x="307661" y="62116"/>
                </a:cubicBezTo>
                <a:close/>
                <a:moveTo>
                  <a:pt x="372334" y="98328"/>
                </a:moveTo>
                <a:lnTo>
                  <a:pt x="372334" y="1713"/>
                </a:lnTo>
                <a:lnTo>
                  <a:pt x="390853" y="1713"/>
                </a:lnTo>
                <a:lnTo>
                  <a:pt x="390853" y="98328"/>
                </a:lnTo>
                <a:lnTo>
                  <a:pt x="372334" y="98328"/>
                </a:lnTo>
                <a:close/>
                <a:moveTo>
                  <a:pt x="450386" y="76052"/>
                </a:moveTo>
                <a:lnTo>
                  <a:pt x="468839" y="79216"/>
                </a:lnTo>
                <a:cubicBezTo>
                  <a:pt x="466466" y="85960"/>
                  <a:pt x="462721" y="91095"/>
                  <a:pt x="457602" y="94621"/>
                </a:cubicBezTo>
                <a:cubicBezTo>
                  <a:pt x="452484" y="98146"/>
                  <a:pt x="446080" y="99909"/>
                  <a:pt x="438392" y="99909"/>
                </a:cubicBezTo>
                <a:cubicBezTo>
                  <a:pt x="426221" y="99909"/>
                  <a:pt x="417215" y="95933"/>
                  <a:pt x="411371" y="87981"/>
                </a:cubicBezTo>
                <a:cubicBezTo>
                  <a:pt x="406758" y="81610"/>
                  <a:pt x="404451" y="73570"/>
                  <a:pt x="404451" y="63860"/>
                </a:cubicBezTo>
                <a:cubicBezTo>
                  <a:pt x="404451" y="52261"/>
                  <a:pt x="407483" y="43178"/>
                  <a:pt x="413546" y="36609"/>
                </a:cubicBezTo>
                <a:cubicBezTo>
                  <a:pt x="419609" y="30041"/>
                  <a:pt x="427276" y="26757"/>
                  <a:pt x="436546" y="26757"/>
                </a:cubicBezTo>
                <a:cubicBezTo>
                  <a:pt x="446959" y="26757"/>
                  <a:pt x="455175" y="30195"/>
                  <a:pt x="461194" y="37071"/>
                </a:cubicBezTo>
                <a:cubicBezTo>
                  <a:pt x="467213" y="43946"/>
                  <a:pt x="470091" y="54480"/>
                  <a:pt x="469827" y="68671"/>
                </a:cubicBezTo>
                <a:lnTo>
                  <a:pt x="423431" y="68671"/>
                </a:lnTo>
                <a:cubicBezTo>
                  <a:pt x="423563" y="74163"/>
                  <a:pt x="425057" y="78436"/>
                  <a:pt x="427913" y="81489"/>
                </a:cubicBezTo>
                <a:cubicBezTo>
                  <a:pt x="430769" y="84543"/>
                  <a:pt x="434327" y="86070"/>
                  <a:pt x="438589" y="86070"/>
                </a:cubicBezTo>
                <a:cubicBezTo>
                  <a:pt x="441489" y="86070"/>
                  <a:pt x="443927" y="85279"/>
                  <a:pt x="445905" y="83697"/>
                </a:cubicBezTo>
                <a:cubicBezTo>
                  <a:pt x="447882" y="82115"/>
                  <a:pt x="449375" y="79567"/>
                  <a:pt x="450386" y="76052"/>
                </a:cubicBezTo>
                <a:moveTo>
                  <a:pt x="451440" y="57336"/>
                </a:moveTo>
                <a:cubicBezTo>
                  <a:pt x="451309" y="51998"/>
                  <a:pt x="449925" y="47939"/>
                  <a:pt x="447288" y="45160"/>
                </a:cubicBezTo>
                <a:cubicBezTo>
                  <a:pt x="444652" y="42381"/>
                  <a:pt x="441445" y="40992"/>
                  <a:pt x="437667" y="40992"/>
                </a:cubicBezTo>
                <a:cubicBezTo>
                  <a:pt x="433625" y="40992"/>
                  <a:pt x="430285" y="42457"/>
                  <a:pt x="427649" y="45389"/>
                </a:cubicBezTo>
                <a:cubicBezTo>
                  <a:pt x="425013" y="48321"/>
                  <a:pt x="423717" y="52304"/>
                  <a:pt x="423761" y="57336"/>
                </a:cubicBezTo>
                <a:lnTo>
                  <a:pt x="451440" y="57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1">
            <a:extLst xmlns:a="http://schemas.openxmlformats.org/drawingml/2006/main">
              <a:ext uri="{FF2B5EF4-FFF2-40B4-BE49-F238E27FC236}">
                <a16:creationId xmlns:a16="http://schemas.microsoft.com/office/drawing/2014/main" id="{ACEA6D28-ADB7-4569-87E6-55C2AF80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0" y="2845380"/>
            <a:ext cx="35359" cy="80821"/>
          </a:xfrm>
          <a:custGeom xmlns:a="http://schemas.openxmlformats.org/drawingml/2006/main">
            <a:pathLst>
              <a:path w="35359" h="80821">
                <a:moveTo>
                  <a:pt x="35359" y="80821"/>
                </a:moveTo>
                <a:lnTo>
                  <a:pt x="19931" y="80821"/>
                </a:lnTo>
                <a:lnTo>
                  <a:pt x="19931" y="22740"/>
                </a:lnTo>
                <a:cubicBezTo>
                  <a:pt x="14294" y="28031"/>
                  <a:pt x="7650" y="31945"/>
                  <a:pt x="0" y="34481"/>
                </a:cubicBezTo>
                <a:lnTo>
                  <a:pt x="0" y="20425"/>
                </a:lnTo>
                <a:cubicBezTo>
                  <a:pt x="4026" y="19104"/>
                  <a:pt x="8401" y="16599"/>
                  <a:pt x="13122" y="12911"/>
                </a:cubicBezTo>
                <a:cubicBezTo>
                  <a:pt x="17844" y="9222"/>
                  <a:pt x="21084" y="4919"/>
                  <a:pt x="22841" y="0"/>
                </a:cubicBezTo>
                <a:lnTo>
                  <a:pt x="35359" y="0"/>
                </a:lnTo>
                <a:lnTo>
                  <a:pt x="35359" y="80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:TheAmericanconstitutionalrights">
            <a:extLst xmlns:a="http://schemas.openxmlformats.org/drawingml/2006/main">
              <a:ext uri="{FF2B5EF4-FFF2-40B4-BE49-F238E27FC236}">
                <a16:creationId xmlns:a16="http://schemas.microsoft.com/office/drawing/2014/main" id="{3AA4DA1D-AD13-4AE3-8350-A01B3509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50" y="2794263"/>
            <a:ext cx="2086884" cy="125084"/>
          </a:xfrm>
          <a:custGeom xmlns:a="http://schemas.openxmlformats.org/drawingml/2006/main">
            <a:pathLst>
              <a:path w="2086884" h="125084">
                <a:moveTo>
                  <a:pt x="0" y="45210"/>
                </a:moveTo>
                <a:lnTo>
                  <a:pt x="0" y="26625"/>
                </a:lnTo>
                <a:lnTo>
                  <a:pt x="18519" y="26625"/>
                </a:lnTo>
                <a:lnTo>
                  <a:pt x="18519" y="45210"/>
                </a:lnTo>
                <a:lnTo>
                  <a:pt x="0" y="45210"/>
                </a:lnTo>
                <a:moveTo>
                  <a:pt x="0" y="96614"/>
                </a:moveTo>
                <a:lnTo>
                  <a:pt x="0" y="78029"/>
                </a:lnTo>
                <a:lnTo>
                  <a:pt x="18519" y="78029"/>
                </a:lnTo>
                <a:lnTo>
                  <a:pt x="18519" y="96614"/>
                </a:lnTo>
                <a:lnTo>
                  <a:pt x="0" y="96614"/>
                </a:lnTo>
                <a:close/>
                <a:moveTo>
                  <a:pt x="101755" y="96614"/>
                </a:moveTo>
                <a:lnTo>
                  <a:pt x="101755" y="11401"/>
                </a:lnTo>
                <a:lnTo>
                  <a:pt x="69923" y="11401"/>
                </a:lnTo>
                <a:lnTo>
                  <a:pt x="69923" y="0"/>
                </a:lnTo>
                <a:lnTo>
                  <a:pt x="146503" y="0"/>
                </a:lnTo>
                <a:lnTo>
                  <a:pt x="146503" y="11401"/>
                </a:lnTo>
                <a:lnTo>
                  <a:pt x="114540" y="11401"/>
                </a:lnTo>
                <a:lnTo>
                  <a:pt x="114540" y="96614"/>
                </a:lnTo>
                <a:lnTo>
                  <a:pt x="101755" y="96614"/>
                </a:lnTo>
                <a:close/>
                <a:moveTo>
                  <a:pt x="158124" y="96614"/>
                </a:moveTo>
                <a:lnTo>
                  <a:pt x="158124" y="0"/>
                </a:lnTo>
                <a:lnTo>
                  <a:pt x="169986" y="0"/>
                </a:lnTo>
                <a:lnTo>
                  <a:pt x="169986" y="34665"/>
                </a:lnTo>
                <a:cubicBezTo>
                  <a:pt x="175522" y="28251"/>
                  <a:pt x="182508" y="25043"/>
                  <a:pt x="190943" y="25043"/>
                </a:cubicBezTo>
                <a:cubicBezTo>
                  <a:pt x="196128" y="25043"/>
                  <a:pt x="200631" y="26065"/>
                  <a:pt x="204454" y="28108"/>
                </a:cubicBezTo>
                <a:cubicBezTo>
                  <a:pt x="208276" y="30151"/>
                  <a:pt x="211011" y="32974"/>
                  <a:pt x="212659" y="36576"/>
                </a:cubicBezTo>
                <a:cubicBezTo>
                  <a:pt x="214306" y="40179"/>
                  <a:pt x="215130" y="45407"/>
                  <a:pt x="215130" y="52261"/>
                </a:cubicBezTo>
                <a:lnTo>
                  <a:pt x="215130" y="96614"/>
                </a:lnTo>
                <a:lnTo>
                  <a:pt x="203267" y="96614"/>
                </a:lnTo>
                <a:lnTo>
                  <a:pt x="203267" y="52261"/>
                </a:lnTo>
                <a:cubicBezTo>
                  <a:pt x="203267" y="46330"/>
                  <a:pt x="201982" y="42013"/>
                  <a:pt x="199412" y="39311"/>
                </a:cubicBezTo>
                <a:cubicBezTo>
                  <a:pt x="196842" y="36609"/>
                  <a:pt x="193206" y="35258"/>
                  <a:pt x="188505" y="35258"/>
                </a:cubicBezTo>
                <a:cubicBezTo>
                  <a:pt x="184990" y="35258"/>
                  <a:pt x="181684" y="36170"/>
                  <a:pt x="178587" y="37993"/>
                </a:cubicBezTo>
                <a:cubicBezTo>
                  <a:pt x="175489" y="39817"/>
                  <a:pt x="173281" y="42288"/>
                  <a:pt x="171963" y="45407"/>
                </a:cubicBezTo>
                <a:cubicBezTo>
                  <a:pt x="170645" y="48527"/>
                  <a:pt x="169986" y="52832"/>
                  <a:pt x="169986" y="58324"/>
                </a:cubicBezTo>
                <a:lnTo>
                  <a:pt x="169986" y="96614"/>
                </a:lnTo>
                <a:lnTo>
                  <a:pt x="158124" y="96614"/>
                </a:lnTo>
                <a:close/>
                <a:moveTo>
                  <a:pt x="281078" y="74075"/>
                </a:moveTo>
                <a:lnTo>
                  <a:pt x="293336" y="75591"/>
                </a:lnTo>
                <a:cubicBezTo>
                  <a:pt x="291403" y="82753"/>
                  <a:pt x="287822" y="88310"/>
                  <a:pt x="282594" y="92265"/>
                </a:cubicBezTo>
                <a:cubicBezTo>
                  <a:pt x="277366" y="96219"/>
                  <a:pt x="270688" y="98196"/>
                  <a:pt x="262560" y="98196"/>
                </a:cubicBezTo>
                <a:cubicBezTo>
                  <a:pt x="252323" y="98196"/>
                  <a:pt x="244205" y="95043"/>
                  <a:pt x="238208" y="88739"/>
                </a:cubicBezTo>
                <a:cubicBezTo>
                  <a:pt x="232211" y="82434"/>
                  <a:pt x="229213" y="73592"/>
                  <a:pt x="229213" y="62213"/>
                </a:cubicBezTo>
                <a:cubicBezTo>
                  <a:pt x="229213" y="50438"/>
                  <a:pt x="232244" y="41299"/>
                  <a:pt x="238307" y="34797"/>
                </a:cubicBezTo>
                <a:cubicBezTo>
                  <a:pt x="244370" y="28294"/>
                  <a:pt x="252235" y="25043"/>
                  <a:pt x="261901" y="25043"/>
                </a:cubicBezTo>
                <a:cubicBezTo>
                  <a:pt x="271259" y="25043"/>
                  <a:pt x="278904" y="28224"/>
                  <a:pt x="284835" y="34585"/>
                </a:cubicBezTo>
                <a:cubicBezTo>
                  <a:pt x="290766" y="40944"/>
                  <a:pt x="293732" y="49892"/>
                  <a:pt x="293732" y="61428"/>
                </a:cubicBezTo>
                <a:cubicBezTo>
                  <a:pt x="293732" y="62130"/>
                  <a:pt x="293710" y="63182"/>
                  <a:pt x="293666" y="64585"/>
                </a:cubicBezTo>
                <a:lnTo>
                  <a:pt x="241471" y="64585"/>
                </a:lnTo>
                <a:cubicBezTo>
                  <a:pt x="241910" y="72252"/>
                  <a:pt x="244085" y="78123"/>
                  <a:pt x="247995" y="82198"/>
                </a:cubicBezTo>
                <a:cubicBezTo>
                  <a:pt x="251905" y="86273"/>
                  <a:pt x="256782" y="88310"/>
                  <a:pt x="262625" y="88310"/>
                </a:cubicBezTo>
                <a:cubicBezTo>
                  <a:pt x="266975" y="88310"/>
                  <a:pt x="270688" y="87179"/>
                  <a:pt x="273763" y="84916"/>
                </a:cubicBezTo>
                <a:cubicBezTo>
                  <a:pt x="276839" y="82652"/>
                  <a:pt x="279277" y="79039"/>
                  <a:pt x="281078" y="74075"/>
                </a:cubicBezTo>
                <a:moveTo>
                  <a:pt x="242130" y="54700"/>
                </a:moveTo>
                <a:lnTo>
                  <a:pt x="281210" y="54700"/>
                </a:lnTo>
                <a:cubicBezTo>
                  <a:pt x="280683" y="48908"/>
                  <a:pt x="279189" y="44565"/>
                  <a:pt x="276729" y="41669"/>
                </a:cubicBezTo>
                <a:cubicBezTo>
                  <a:pt x="272950" y="37176"/>
                  <a:pt x="268051" y="34929"/>
                  <a:pt x="262032" y="34929"/>
                </a:cubicBezTo>
                <a:cubicBezTo>
                  <a:pt x="256584" y="34929"/>
                  <a:pt x="252004" y="36723"/>
                  <a:pt x="248291" y="40310"/>
                </a:cubicBezTo>
                <a:cubicBezTo>
                  <a:pt x="244579" y="43896"/>
                  <a:pt x="242525" y="48693"/>
                  <a:pt x="242130" y="54700"/>
                </a:cubicBezTo>
                <a:close/>
                <a:moveTo>
                  <a:pt x="329187" y="96614"/>
                </a:moveTo>
                <a:lnTo>
                  <a:pt x="366290" y="0"/>
                </a:lnTo>
                <a:lnTo>
                  <a:pt x="380064" y="0"/>
                </a:lnTo>
                <a:lnTo>
                  <a:pt x="419606" y="96614"/>
                </a:lnTo>
                <a:lnTo>
                  <a:pt x="405041" y="96614"/>
                </a:lnTo>
                <a:lnTo>
                  <a:pt x="393772" y="67485"/>
                </a:lnTo>
                <a:lnTo>
                  <a:pt x="353373" y="67485"/>
                </a:lnTo>
                <a:lnTo>
                  <a:pt x="342763" y="96614"/>
                </a:lnTo>
                <a:lnTo>
                  <a:pt x="329187" y="96614"/>
                </a:lnTo>
                <a:moveTo>
                  <a:pt x="357064" y="56940"/>
                </a:moveTo>
                <a:lnTo>
                  <a:pt x="389818" y="56940"/>
                </a:lnTo>
                <a:lnTo>
                  <a:pt x="379734" y="30184"/>
                </a:lnTo>
                <a:cubicBezTo>
                  <a:pt x="376659" y="22056"/>
                  <a:pt x="374374" y="15377"/>
                  <a:pt x="372880" y="10149"/>
                </a:cubicBezTo>
                <a:cubicBezTo>
                  <a:pt x="371650" y="16344"/>
                  <a:pt x="369915" y="22495"/>
                  <a:pt x="367674" y="28602"/>
                </a:cubicBezTo>
                <a:lnTo>
                  <a:pt x="357064" y="56940"/>
                </a:lnTo>
                <a:close/>
                <a:moveTo>
                  <a:pt x="428306" y="96614"/>
                </a:moveTo>
                <a:lnTo>
                  <a:pt x="428306" y="26625"/>
                </a:lnTo>
                <a:lnTo>
                  <a:pt x="438917" y="26625"/>
                </a:lnTo>
                <a:lnTo>
                  <a:pt x="438917" y="36379"/>
                </a:lnTo>
                <a:cubicBezTo>
                  <a:pt x="441113" y="32971"/>
                  <a:pt x="444035" y="30230"/>
                  <a:pt x="447682" y="28155"/>
                </a:cubicBezTo>
                <a:cubicBezTo>
                  <a:pt x="451328" y="26081"/>
                  <a:pt x="455480" y="25043"/>
                  <a:pt x="460137" y="25043"/>
                </a:cubicBezTo>
                <a:cubicBezTo>
                  <a:pt x="465322" y="25043"/>
                  <a:pt x="469573" y="26114"/>
                  <a:pt x="472890" y="28256"/>
                </a:cubicBezTo>
                <a:cubicBezTo>
                  <a:pt x="476207" y="30397"/>
                  <a:pt x="478546" y="33390"/>
                  <a:pt x="479908" y="37235"/>
                </a:cubicBezTo>
                <a:cubicBezTo>
                  <a:pt x="485444" y="29107"/>
                  <a:pt x="492650" y="25043"/>
                  <a:pt x="501525" y="25043"/>
                </a:cubicBezTo>
                <a:cubicBezTo>
                  <a:pt x="508466" y="25043"/>
                  <a:pt x="513805" y="26965"/>
                  <a:pt x="517539" y="30810"/>
                </a:cubicBezTo>
                <a:cubicBezTo>
                  <a:pt x="521274" y="34654"/>
                  <a:pt x="523141" y="40574"/>
                  <a:pt x="523141" y="48571"/>
                </a:cubicBezTo>
                <a:lnTo>
                  <a:pt x="523141" y="96614"/>
                </a:lnTo>
                <a:lnTo>
                  <a:pt x="511344" y="96614"/>
                </a:lnTo>
                <a:lnTo>
                  <a:pt x="511344" y="52478"/>
                </a:lnTo>
                <a:cubicBezTo>
                  <a:pt x="511344" y="47727"/>
                  <a:pt x="510960" y="44308"/>
                  <a:pt x="510191" y="42219"/>
                </a:cubicBezTo>
                <a:cubicBezTo>
                  <a:pt x="509422" y="40130"/>
                  <a:pt x="508027" y="38447"/>
                  <a:pt x="506006" y="37171"/>
                </a:cubicBezTo>
                <a:cubicBezTo>
                  <a:pt x="503985" y="35896"/>
                  <a:pt x="501613" y="35258"/>
                  <a:pt x="498889" y="35258"/>
                </a:cubicBezTo>
                <a:cubicBezTo>
                  <a:pt x="493968" y="35258"/>
                  <a:pt x="489882" y="36897"/>
                  <a:pt x="486631" y="40174"/>
                </a:cubicBezTo>
                <a:cubicBezTo>
                  <a:pt x="483379" y="43450"/>
                  <a:pt x="481754" y="48695"/>
                  <a:pt x="481754" y="55909"/>
                </a:cubicBezTo>
                <a:lnTo>
                  <a:pt x="481754" y="96614"/>
                </a:lnTo>
                <a:lnTo>
                  <a:pt x="469891" y="96614"/>
                </a:lnTo>
                <a:lnTo>
                  <a:pt x="469891" y="51091"/>
                </a:lnTo>
                <a:cubicBezTo>
                  <a:pt x="469891" y="45814"/>
                  <a:pt x="468925" y="41855"/>
                  <a:pt x="466991" y="39217"/>
                </a:cubicBezTo>
                <a:cubicBezTo>
                  <a:pt x="465058" y="36578"/>
                  <a:pt x="461895" y="35258"/>
                  <a:pt x="457501" y="35258"/>
                </a:cubicBezTo>
                <a:cubicBezTo>
                  <a:pt x="454162" y="35258"/>
                  <a:pt x="451076" y="36138"/>
                  <a:pt x="448242" y="37898"/>
                </a:cubicBezTo>
                <a:cubicBezTo>
                  <a:pt x="445408" y="39657"/>
                  <a:pt x="443354" y="42230"/>
                  <a:pt x="442080" y="45617"/>
                </a:cubicBezTo>
                <a:cubicBezTo>
                  <a:pt x="440806" y="49003"/>
                  <a:pt x="440169" y="53885"/>
                  <a:pt x="440169" y="60262"/>
                </a:cubicBezTo>
                <a:lnTo>
                  <a:pt x="440169" y="96614"/>
                </a:lnTo>
                <a:lnTo>
                  <a:pt x="428306" y="96614"/>
                </a:lnTo>
                <a:close/>
                <a:moveTo>
                  <a:pt x="588648" y="74075"/>
                </a:moveTo>
                <a:lnTo>
                  <a:pt x="600906" y="75591"/>
                </a:lnTo>
                <a:cubicBezTo>
                  <a:pt x="598973" y="82753"/>
                  <a:pt x="595392" y="88310"/>
                  <a:pt x="590163" y="92265"/>
                </a:cubicBezTo>
                <a:cubicBezTo>
                  <a:pt x="584935" y="96219"/>
                  <a:pt x="578257" y="98196"/>
                  <a:pt x="570129" y="98196"/>
                </a:cubicBezTo>
                <a:cubicBezTo>
                  <a:pt x="559892" y="98196"/>
                  <a:pt x="551775" y="95043"/>
                  <a:pt x="545778" y="88739"/>
                </a:cubicBezTo>
                <a:cubicBezTo>
                  <a:pt x="539780" y="82434"/>
                  <a:pt x="536782" y="73592"/>
                  <a:pt x="536782" y="62213"/>
                </a:cubicBezTo>
                <a:cubicBezTo>
                  <a:pt x="536782" y="50438"/>
                  <a:pt x="539813" y="41299"/>
                  <a:pt x="545876" y="34797"/>
                </a:cubicBezTo>
                <a:cubicBezTo>
                  <a:pt x="551940" y="28294"/>
                  <a:pt x="559804" y="25043"/>
                  <a:pt x="569470" y="25043"/>
                </a:cubicBezTo>
                <a:cubicBezTo>
                  <a:pt x="578828" y="25043"/>
                  <a:pt x="586473" y="28224"/>
                  <a:pt x="592404" y="34585"/>
                </a:cubicBezTo>
                <a:cubicBezTo>
                  <a:pt x="598335" y="40944"/>
                  <a:pt x="601301" y="49892"/>
                  <a:pt x="601301" y="61428"/>
                </a:cubicBezTo>
                <a:cubicBezTo>
                  <a:pt x="601301" y="62130"/>
                  <a:pt x="601279" y="63182"/>
                  <a:pt x="601235" y="64585"/>
                </a:cubicBezTo>
                <a:lnTo>
                  <a:pt x="549040" y="64585"/>
                </a:lnTo>
                <a:cubicBezTo>
                  <a:pt x="549479" y="72252"/>
                  <a:pt x="551654" y="78123"/>
                  <a:pt x="555564" y="82198"/>
                </a:cubicBezTo>
                <a:cubicBezTo>
                  <a:pt x="559474" y="86273"/>
                  <a:pt x="564351" y="88310"/>
                  <a:pt x="570195" y="88310"/>
                </a:cubicBezTo>
                <a:cubicBezTo>
                  <a:pt x="574544" y="88310"/>
                  <a:pt x="578257" y="87179"/>
                  <a:pt x="581332" y="84916"/>
                </a:cubicBezTo>
                <a:cubicBezTo>
                  <a:pt x="584408" y="82652"/>
                  <a:pt x="586846" y="79039"/>
                  <a:pt x="588648" y="74075"/>
                </a:cubicBezTo>
                <a:moveTo>
                  <a:pt x="549699" y="54700"/>
                </a:moveTo>
                <a:lnTo>
                  <a:pt x="588779" y="54700"/>
                </a:lnTo>
                <a:cubicBezTo>
                  <a:pt x="588252" y="48908"/>
                  <a:pt x="586758" y="44565"/>
                  <a:pt x="584298" y="41669"/>
                </a:cubicBezTo>
                <a:cubicBezTo>
                  <a:pt x="580520" y="37176"/>
                  <a:pt x="575621" y="34929"/>
                  <a:pt x="569602" y="34929"/>
                </a:cubicBezTo>
                <a:cubicBezTo>
                  <a:pt x="564154" y="34929"/>
                  <a:pt x="559573" y="36723"/>
                  <a:pt x="555861" y="40310"/>
                </a:cubicBezTo>
                <a:cubicBezTo>
                  <a:pt x="552148" y="43896"/>
                  <a:pt x="550094" y="48693"/>
                  <a:pt x="549699" y="54700"/>
                </a:cubicBezTo>
                <a:close/>
                <a:moveTo>
                  <a:pt x="615648" y="96614"/>
                </a:moveTo>
                <a:lnTo>
                  <a:pt x="615648" y="26625"/>
                </a:lnTo>
                <a:lnTo>
                  <a:pt x="626324" y="26625"/>
                </a:lnTo>
                <a:lnTo>
                  <a:pt x="626324" y="37169"/>
                </a:lnTo>
                <a:cubicBezTo>
                  <a:pt x="629048" y="32232"/>
                  <a:pt x="631563" y="28977"/>
                  <a:pt x="633870" y="27403"/>
                </a:cubicBezTo>
                <a:cubicBezTo>
                  <a:pt x="636176" y="25830"/>
                  <a:pt x="638714" y="25043"/>
                  <a:pt x="641482" y="25043"/>
                </a:cubicBezTo>
                <a:cubicBezTo>
                  <a:pt x="645480" y="25043"/>
                  <a:pt x="649544" y="26312"/>
                  <a:pt x="653674" y="28849"/>
                </a:cubicBezTo>
                <a:lnTo>
                  <a:pt x="649588" y="39806"/>
                </a:lnTo>
                <a:cubicBezTo>
                  <a:pt x="646688" y="38092"/>
                  <a:pt x="643788" y="37235"/>
                  <a:pt x="640889" y="37235"/>
                </a:cubicBezTo>
                <a:cubicBezTo>
                  <a:pt x="638296" y="37235"/>
                  <a:pt x="635968" y="38017"/>
                  <a:pt x="633903" y="39579"/>
                </a:cubicBezTo>
                <a:cubicBezTo>
                  <a:pt x="631838" y="41140"/>
                  <a:pt x="630366" y="43306"/>
                  <a:pt x="629487" y="46077"/>
                </a:cubicBezTo>
                <a:cubicBezTo>
                  <a:pt x="628169" y="50299"/>
                  <a:pt x="627510" y="54917"/>
                  <a:pt x="627510" y="59931"/>
                </a:cubicBezTo>
                <a:lnTo>
                  <a:pt x="627510" y="96614"/>
                </a:lnTo>
                <a:lnTo>
                  <a:pt x="615648" y="96614"/>
                </a:lnTo>
                <a:close/>
                <a:moveTo>
                  <a:pt x="660790" y="13708"/>
                </a:moveTo>
                <a:lnTo>
                  <a:pt x="660790" y="0"/>
                </a:lnTo>
                <a:lnTo>
                  <a:pt x="672653" y="0"/>
                </a:lnTo>
                <a:lnTo>
                  <a:pt x="672653" y="13708"/>
                </a:lnTo>
                <a:lnTo>
                  <a:pt x="660790" y="13708"/>
                </a:lnTo>
                <a:moveTo>
                  <a:pt x="660790" y="96614"/>
                </a:moveTo>
                <a:lnTo>
                  <a:pt x="660790" y="26625"/>
                </a:lnTo>
                <a:lnTo>
                  <a:pt x="672653" y="26625"/>
                </a:lnTo>
                <a:lnTo>
                  <a:pt x="672653" y="96614"/>
                </a:lnTo>
                <a:lnTo>
                  <a:pt x="660790" y="96614"/>
                </a:lnTo>
                <a:close/>
                <a:moveTo>
                  <a:pt x="736359" y="70912"/>
                </a:moveTo>
                <a:lnTo>
                  <a:pt x="748023" y="72428"/>
                </a:lnTo>
                <a:cubicBezTo>
                  <a:pt x="746749" y="80488"/>
                  <a:pt x="743487" y="86799"/>
                  <a:pt x="738237" y="91358"/>
                </a:cubicBezTo>
                <a:cubicBezTo>
                  <a:pt x="732987" y="95917"/>
                  <a:pt x="726539" y="98196"/>
                  <a:pt x="718894" y="98196"/>
                </a:cubicBezTo>
                <a:cubicBezTo>
                  <a:pt x="709316" y="98196"/>
                  <a:pt x="701617" y="95065"/>
                  <a:pt x="695795" y="88805"/>
                </a:cubicBezTo>
                <a:cubicBezTo>
                  <a:pt x="689974" y="82544"/>
                  <a:pt x="687063" y="73570"/>
                  <a:pt x="687063" y="61883"/>
                </a:cubicBezTo>
                <a:cubicBezTo>
                  <a:pt x="687063" y="54326"/>
                  <a:pt x="688315" y="47714"/>
                  <a:pt x="690819" y="42046"/>
                </a:cubicBezTo>
                <a:cubicBezTo>
                  <a:pt x="693324" y="36379"/>
                  <a:pt x="697135" y="32128"/>
                  <a:pt x="702254" y="29294"/>
                </a:cubicBezTo>
                <a:cubicBezTo>
                  <a:pt x="707372" y="26460"/>
                  <a:pt x="712941" y="25043"/>
                  <a:pt x="718960" y="25043"/>
                </a:cubicBezTo>
                <a:cubicBezTo>
                  <a:pt x="726561" y="25043"/>
                  <a:pt x="732778" y="26972"/>
                  <a:pt x="737611" y="30828"/>
                </a:cubicBezTo>
                <a:cubicBezTo>
                  <a:pt x="742444" y="34684"/>
                  <a:pt x="745541" y="40158"/>
                  <a:pt x="746903" y="47253"/>
                </a:cubicBezTo>
                <a:lnTo>
                  <a:pt x="735370" y="49032"/>
                </a:lnTo>
                <a:cubicBezTo>
                  <a:pt x="734272" y="44353"/>
                  <a:pt x="732327" y="40833"/>
                  <a:pt x="729538" y="38471"/>
                </a:cubicBezTo>
                <a:cubicBezTo>
                  <a:pt x="726748" y="36109"/>
                  <a:pt x="723376" y="34929"/>
                  <a:pt x="719421" y="34929"/>
                </a:cubicBezTo>
                <a:cubicBezTo>
                  <a:pt x="713446" y="34929"/>
                  <a:pt x="708591" y="37060"/>
                  <a:pt x="704857" y="41323"/>
                </a:cubicBezTo>
                <a:cubicBezTo>
                  <a:pt x="701122" y="45585"/>
                  <a:pt x="699255" y="52329"/>
                  <a:pt x="699255" y="61554"/>
                </a:cubicBezTo>
                <a:cubicBezTo>
                  <a:pt x="699255" y="70911"/>
                  <a:pt x="701056" y="77710"/>
                  <a:pt x="704659" y="81951"/>
                </a:cubicBezTo>
                <a:cubicBezTo>
                  <a:pt x="708262" y="86190"/>
                  <a:pt x="712963" y="88310"/>
                  <a:pt x="718762" y="88310"/>
                </a:cubicBezTo>
                <a:cubicBezTo>
                  <a:pt x="723420" y="88310"/>
                  <a:pt x="727308" y="86888"/>
                  <a:pt x="730427" y="84043"/>
                </a:cubicBezTo>
                <a:cubicBezTo>
                  <a:pt x="733547" y="81198"/>
                  <a:pt x="735524" y="76821"/>
                  <a:pt x="736359" y="70912"/>
                </a:cubicBezTo>
                <a:close/>
                <a:moveTo>
                  <a:pt x="803844" y="87973"/>
                </a:moveTo>
                <a:cubicBezTo>
                  <a:pt x="799450" y="91710"/>
                  <a:pt x="795221" y="94348"/>
                  <a:pt x="791157" y="95887"/>
                </a:cubicBezTo>
                <a:cubicBezTo>
                  <a:pt x="787093" y="97426"/>
                  <a:pt x="782733" y="98196"/>
                  <a:pt x="778075" y="98196"/>
                </a:cubicBezTo>
                <a:cubicBezTo>
                  <a:pt x="770387" y="98196"/>
                  <a:pt x="764477" y="96316"/>
                  <a:pt x="760347" y="92557"/>
                </a:cubicBezTo>
                <a:cubicBezTo>
                  <a:pt x="756217" y="88798"/>
                  <a:pt x="754153" y="83994"/>
                  <a:pt x="754153" y="78147"/>
                </a:cubicBezTo>
                <a:cubicBezTo>
                  <a:pt x="754153" y="74719"/>
                  <a:pt x="754932" y="71587"/>
                  <a:pt x="756492" y="68752"/>
                </a:cubicBezTo>
                <a:cubicBezTo>
                  <a:pt x="758052" y="65915"/>
                  <a:pt x="760095" y="63639"/>
                  <a:pt x="762621" y="61924"/>
                </a:cubicBezTo>
                <a:cubicBezTo>
                  <a:pt x="765147" y="60209"/>
                  <a:pt x="767992" y="58913"/>
                  <a:pt x="771156" y="58034"/>
                </a:cubicBezTo>
                <a:cubicBezTo>
                  <a:pt x="773484" y="57418"/>
                  <a:pt x="776999" y="56824"/>
                  <a:pt x="781700" y="56253"/>
                </a:cubicBezTo>
                <a:cubicBezTo>
                  <a:pt x="791278" y="55118"/>
                  <a:pt x="798330" y="53766"/>
                  <a:pt x="802855" y="52195"/>
                </a:cubicBezTo>
                <a:cubicBezTo>
                  <a:pt x="802899" y="50577"/>
                  <a:pt x="802921" y="49548"/>
                  <a:pt x="802921" y="49110"/>
                </a:cubicBezTo>
                <a:cubicBezTo>
                  <a:pt x="802921" y="44295"/>
                  <a:pt x="801801" y="40903"/>
                  <a:pt x="799560" y="38934"/>
                </a:cubicBezTo>
                <a:cubicBezTo>
                  <a:pt x="796528" y="36264"/>
                  <a:pt x="792025" y="34929"/>
                  <a:pt x="786050" y="34929"/>
                </a:cubicBezTo>
                <a:cubicBezTo>
                  <a:pt x="780470" y="34929"/>
                  <a:pt x="776351" y="35906"/>
                  <a:pt x="773693" y="37861"/>
                </a:cubicBezTo>
                <a:cubicBezTo>
                  <a:pt x="771035" y="39817"/>
                  <a:pt x="769069" y="43276"/>
                  <a:pt x="767794" y="48241"/>
                </a:cubicBezTo>
                <a:lnTo>
                  <a:pt x="756196" y="46660"/>
                </a:lnTo>
                <a:cubicBezTo>
                  <a:pt x="757250" y="41680"/>
                  <a:pt x="758985" y="37658"/>
                  <a:pt x="761402" y="34595"/>
                </a:cubicBezTo>
                <a:cubicBezTo>
                  <a:pt x="763818" y="31532"/>
                  <a:pt x="767311" y="29175"/>
                  <a:pt x="771880" y="27523"/>
                </a:cubicBezTo>
                <a:cubicBezTo>
                  <a:pt x="776450" y="25870"/>
                  <a:pt x="781744" y="25043"/>
                  <a:pt x="787763" y="25043"/>
                </a:cubicBezTo>
                <a:cubicBezTo>
                  <a:pt x="793738" y="25043"/>
                  <a:pt x="798593" y="25746"/>
                  <a:pt x="802328" y="27152"/>
                </a:cubicBezTo>
                <a:cubicBezTo>
                  <a:pt x="806062" y="28558"/>
                  <a:pt x="808808" y="30326"/>
                  <a:pt x="810566" y="32457"/>
                </a:cubicBezTo>
                <a:cubicBezTo>
                  <a:pt x="812323" y="34588"/>
                  <a:pt x="813553" y="37279"/>
                  <a:pt x="814256" y="40531"/>
                </a:cubicBezTo>
                <a:cubicBezTo>
                  <a:pt x="814652" y="42552"/>
                  <a:pt x="814849" y="46198"/>
                  <a:pt x="814849" y="51470"/>
                </a:cubicBezTo>
                <a:lnTo>
                  <a:pt x="814849" y="67287"/>
                </a:lnTo>
                <a:cubicBezTo>
                  <a:pt x="814849" y="78315"/>
                  <a:pt x="815102" y="85290"/>
                  <a:pt x="815607" y="88212"/>
                </a:cubicBezTo>
                <a:cubicBezTo>
                  <a:pt x="816113" y="91133"/>
                  <a:pt x="817112" y="93934"/>
                  <a:pt x="818606" y="96614"/>
                </a:cubicBezTo>
                <a:lnTo>
                  <a:pt x="806216" y="96614"/>
                </a:lnTo>
                <a:cubicBezTo>
                  <a:pt x="804986" y="94151"/>
                  <a:pt x="804195" y="91271"/>
                  <a:pt x="803844" y="87973"/>
                </a:cubicBezTo>
                <a:moveTo>
                  <a:pt x="802855" y="61422"/>
                </a:moveTo>
                <a:cubicBezTo>
                  <a:pt x="798549" y="63194"/>
                  <a:pt x="792091" y="64701"/>
                  <a:pt x="783479" y="65940"/>
                </a:cubicBezTo>
                <a:cubicBezTo>
                  <a:pt x="778603" y="66646"/>
                  <a:pt x="775154" y="67440"/>
                  <a:pt x="773133" y="68323"/>
                </a:cubicBezTo>
                <a:cubicBezTo>
                  <a:pt x="771112" y="69205"/>
                  <a:pt x="769552" y="70495"/>
                  <a:pt x="768454" y="72195"/>
                </a:cubicBezTo>
                <a:cubicBezTo>
                  <a:pt x="767355" y="73893"/>
                  <a:pt x="766806" y="75779"/>
                  <a:pt x="766806" y="77852"/>
                </a:cubicBezTo>
                <a:cubicBezTo>
                  <a:pt x="766806" y="81028"/>
                  <a:pt x="768003" y="83675"/>
                  <a:pt x="770398" y="85794"/>
                </a:cubicBezTo>
                <a:cubicBezTo>
                  <a:pt x="772792" y="87911"/>
                  <a:pt x="776296" y="88969"/>
                  <a:pt x="780909" y="88969"/>
                </a:cubicBezTo>
                <a:cubicBezTo>
                  <a:pt x="785479" y="88969"/>
                  <a:pt x="789543" y="87965"/>
                  <a:pt x="793101" y="85956"/>
                </a:cubicBezTo>
                <a:cubicBezTo>
                  <a:pt x="796660" y="83948"/>
                  <a:pt x="799274" y="81200"/>
                  <a:pt x="800944" y="77712"/>
                </a:cubicBezTo>
                <a:cubicBezTo>
                  <a:pt x="802218" y="75018"/>
                  <a:pt x="802855" y="71045"/>
                  <a:pt x="802855" y="65792"/>
                </a:cubicBezTo>
                <a:lnTo>
                  <a:pt x="802855" y="61422"/>
                </a:lnTo>
                <a:close/>
                <a:moveTo>
                  <a:pt x="833216" y="96614"/>
                </a:moveTo>
                <a:lnTo>
                  <a:pt x="833216" y="26625"/>
                </a:lnTo>
                <a:lnTo>
                  <a:pt x="843892" y="26625"/>
                </a:lnTo>
                <a:lnTo>
                  <a:pt x="843892" y="36510"/>
                </a:lnTo>
                <a:cubicBezTo>
                  <a:pt x="849032" y="28866"/>
                  <a:pt x="856458" y="25043"/>
                  <a:pt x="866167" y="25043"/>
                </a:cubicBezTo>
                <a:cubicBezTo>
                  <a:pt x="870385" y="25043"/>
                  <a:pt x="874262" y="25801"/>
                  <a:pt x="877799" y="27317"/>
                </a:cubicBezTo>
                <a:cubicBezTo>
                  <a:pt x="881336" y="28833"/>
                  <a:pt x="883983" y="30821"/>
                  <a:pt x="885741" y="33281"/>
                </a:cubicBezTo>
                <a:cubicBezTo>
                  <a:pt x="887498" y="35742"/>
                  <a:pt x="888728" y="38663"/>
                  <a:pt x="889431" y="42046"/>
                </a:cubicBezTo>
                <a:cubicBezTo>
                  <a:pt x="889871" y="44243"/>
                  <a:pt x="890090" y="48087"/>
                  <a:pt x="890090" y="53579"/>
                </a:cubicBezTo>
                <a:lnTo>
                  <a:pt x="890090" y="96614"/>
                </a:lnTo>
                <a:lnTo>
                  <a:pt x="878228" y="96614"/>
                </a:lnTo>
                <a:lnTo>
                  <a:pt x="878228" y="53995"/>
                </a:lnTo>
                <a:cubicBezTo>
                  <a:pt x="878228" y="49157"/>
                  <a:pt x="877766" y="45539"/>
                  <a:pt x="876844" y="43142"/>
                </a:cubicBezTo>
                <a:cubicBezTo>
                  <a:pt x="875921" y="40745"/>
                  <a:pt x="874284" y="38831"/>
                  <a:pt x="871934" y="37402"/>
                </a:cubicBezTo>
                <a:cubicBezTo>
                  <a:pt x="869583" y="35973"/>
                  <a:pt x="866826" y="35258"/>
                  <a:pt x="863663" y="35258"/>
                </a:cubicBezTo>
                <a:cubicBezTo>
                  <a:pt x="858610" y="35258"/>
                  <a:pt x="854250" y="36864"/>
                  <a:pt x="850581" y="40075"/>
                </a:cubicBezTo>
                <a:cubicBezTo>
                  <a:pt x="846913" y="43285"/>
                  <a:pt x="845078" y="49377"/>
                  <a:pt x="845078" y="58349"/>
                </a:cubicBezTo>
                <a:lnTo>
                  <a:pt x="845078" y="96614"/>
                </a:lnTo>
                <a:lnTo>
                  <a:pt x="833216" y="96614"/>
                </a:lnTo>
                <a:close/>
                <a:moveTo>
                  <a:pt x="991452" y="70912"/>
                </a:moveTo>
                <a:lnTo>
                  <a:pt x="1003116" y="72428"/>
                </a:lnTo>
                <a:cubicBezTo>
                  <a:pt x="1001842" y="80488"/>
                  <a:pt x="998580" y="86799"/>
                  <a:pt x="993330" y="91358"/>
                </a:cubicBezTo>
                <a:cubicBezTo>
                  <a:pt x="988080" y="95917"/>
                  <a:pt x="981632" y="98196"/>
                  <a:pt x="973987" y="98196"/>
                </a:cubicBezTo>
                <a:cubicBezTo>
                  <a:pt x="964409" y="98196"/>
                  <a:pt x="956710" y="95065"/>
                  <a:pt x="950888" y="88805"/>
                </a:cubicBezTo>
                <a:cubicBezTo>
                  <a:pt x="945067" y="82544"/>
                  <a:pt x="942156" y="73570"/>
                  <a:pt x="942156" y="61883"/>
                </a:cubicBezTo>
                <a:cubicBezTo>
                  <a:pt x="942156" y="54326"/>
                  <a:pt x="943408" y="47714"/>
                  <a:pt x="945912" y="42046"/>
                </a:cubicBezTo>
                <a:cubicBezTo>
                  <a:pt x="948417" y="36379"/>
                  <a:pt x="952228" y="32128"/>
                  <a:pt x="957347" y="29294"/>
                </a:cubicBezTo>
                <a:cubicBezTo>
                  <a:pt x="962465" y="26460"/>
                  <a:pt x="968034" y="25043"/>
                  <a:pt x="974053" y="25043"/>
                </a:cubicBezTo>
                <a:cubicBezTo>
                  <a:pt x="981654" y="25043"/>
                  <a:pt x="987871" y="26972"/>
                  <a:pt x="992704" y="30828"/>
                </a:cubicBezTo>
                <a:cubicBezTo>
                  <a:pt x="997537" y="34684"/>
                  <a:pt x="1000634" y="40158"/>
                  <a:pt x="1001996" y="47253"/>
                </a:cubicBezTo>
                <a:lnTo>
                  <a:pt x="990463" y="49032"/>
                </a:lnTo>
                <a:cubicBezTo>
                  <a:pt x="989365" y="44353"/>
                  <a:pt x="987420" y="40833"/>
                  <a:pt x="984631" y="38471"/>
                </a:cubicBezTo>
                <a:cubicBezTo>
                  <a:pt x="981841" y="36109"/>
                  <a:pt x="978469" y="34929"/>
                  <a:pt x="974514" y="34929"/>
                </a:cubicBezTo>
                <a:cubicBezTo>
                  <a:pt x="968539" y="34929"/>
                  <a:pt x="963684" y="37060"/>
                  <a:pt x="959950" y="41323"/>
                </a:cubicBezTo>
                <a:cubicBezTo>
                  <a:pt x="956215" y="45585"/>
                  <a:pt x="954348" y="52329"/>
                  <a:pt x="954348" y="61554"/>
                </a:cubicBezTo>
                <a:cubicBezTo>
                  <a:pt x="954348" y="70911"/>
                  <a:pt x="956149" y="77710"/>
                  <a:pt x="959752" y="81951"/>
                </a:cubicBezTo>
                <a:cubicBezTo>
                  <a:pt x="963355" y="86190"/>
                  <a:pt x="968056" y="88310"/>
                  <a:pt x="973855" y="88310"/>
                </a:cubicBezTo>
                <a:cubicBezTo>
                  <a:pt x="978513" y="88310"/>
                  <a:pt x="982401" y="86888"/>
                  <a:pt x="985520" y="84043"/>
                </a:cubicBezTo>
                <a:cubicBezTo>
                  <a:pt x="988640" y="81198"/>
                  <a:pt x="990617" y="76821"/>
                  <a:pt x="991452" y="70912"/>
                </a:cubicBezTo>
                <a:close/>
                <a:moveTo>
                  <a:pt x="1008850" y="61620"/>
                </a:moveTo>
                <a:cubicBezTo>
                  <a:pt x="1008850" y="48659"/>
                  <a:pt x="1012453" y="39059"/>
                  <a:pt x="1019658" y="32820"/>
                </a:cubicBezTo>
                <a:cubicBezTo>
                  <a:pt x="1025677" y="27635"/>
                  <a:pt x="1033015" y="25043"/>
                  <a:pt x="1041670" y="25043"/>
                </a:cubicBezTo>
                <a:cubicBezTo>
                  <a:pt x="1051292" y="25043"/>
                  <a:pt x="1059156" y="28196"/>
                  <a:pt x="1065263" y="34500"/>
                </a:cubicBezTo>
                <a:cubicBezTo>
                  <a:pt x="1071370" y="40805"/>
                  <a:pt x="1074424" y="49515"/>
                  <a:pt x="1074424" y="60631"/>
                </a:cubicBezTo>
                <a:cubicBezTo>
                  <a:pt x="1074424" y="69638"/>
                  <a:pt x="1073073" y="76722"/>
                  <a:pt x="1070371" y="81885"/>
                </a:cubicBezTo>
                <a:cubicBezTo>
                  <a:pt x="1067669" y="87047"/>
                  <a:pt x="1063737" y="91056"/>
                  <a:pt x="1058574" y="93912"/>
                </a:cubicBezTo>
                <a:cubicBezTo>
                  <a:pt x="1053412" y="96768"/>
                  <a:pt x="1047777" y="98196"/>
                  <a:pt x="1041670" y="98196"/>
                </a:cubicBezTo>
                <a:cubicBezTo>
                  <a:pt x="1031872" y="98196"/>
                  <a:pt x="1023953" y="95054"/>
                  <a:pt x="1017912" y="88772"/>
                </a:cubicBezTo>
                <a:cubicBezTo>
                  <a:pt x="1011871" y="82489"/>
                  <a:pt x="1008850" y="73438"/>
                  <a:pt x="1008850" y="61620"/>
                </a:cubicBezTo>
                <a:moveTo>
                  <a:pt x="1021042" y="61587"/>
                </a:moveTo>
                <a:cubicBezTo>
                  <a:pt x="1021042" y="70516"/>
                  <a:pt x="1022997" y="77203"/>
                  <a:pt x="1026908" y="81646"/>
                </a:cubicBezTo>
                <a:cubicBezTo>
                  <a:pt x="1030818" y="86089"/>
                  <a:pt x="1035739" y="88310"/>
                  <a:pt x="1041670" y="88310"/>
                </a:cubicBezTo>
                <a:cubicBezTo>
                  <a:pt x="1047557" y="88310"/>
                  <a:pt x="1052456" y="86078"/>
                  <a:pt x="1056366" y="81613"/>
                </a:cubicBezTo>
                <a:cubicBezTo>
                  <a:pt x="1060277" y="77148"/>
                  <a:pt x="1062232" y="70341"/>
                  <a:pt x="1062232" y="61193"/>
                </a:cubicBezTo>
                <a:cubicBezTo>
                  <a:pt x="1062232" y="52570"/>
                  <a:pt x="1060266" y="46036"/>
                  <a:pt x="1056333" y="41593"/>
                </a:cubicBezTo>
                <a:cubicBezTo>
                  <a:pt x="1052401" y="37150"/>
                  <a:pt x="1047513" y="34929"/>
                  <a:pt x="1041670" y="34929"/>
                </a:cubicBezTo>
                <a:cubicBezTo>
                  <a:pt x="1035739" y="34929"/>
                  <a:pt x="1030818" y="37139"/>
                  <a:pt x="1026908" y="41560"/>
                </a:cubicBezTo>
                <a:cubicBezTo>
                  <a:pt x="1022997" y="45981"/>
                  <a:pt x="1021042" y="52657"/>
                  <a:pt x="1021042" y="61587"/>
                </a:cubicBezTo>
                <a:close/>
                <a:moveTo>
                  <a:pt x="1088309" y="96614"/>
                </a:moveTo>
                <a:lnTo>
                  <a:pt x="1088309" y="26625"/>
                </a:lnTo>
                <a:lnTo>
                  <a:pt x="1098985" y="26625"/>
                </a:lnTo>
                <a:lnTo>
                  <a:pt x="1098985" y="36510"/>
                </a:lnTo>
                <a:cubicBezTo>
                  <a:pt x="1104126" y="28866"/>
                  <a:pt x="1111551" y="25043"/>
                  <a:pt x="1121260" y="25043"/>
                </a:cubicBezTo>
                <a:cubicBezTo>
                  <a:pt x="1125478" y="25043"/>
                  <a:pt x="1129355" y="25801"/>
                  <a:pt x="1132892" y="27317"/>
                </a:cubicBezTo>
                <a:cubicBezTo>
                  <a:pt x="1136429" y="28833"/>
                  <a:pt x="1139076" y="30821"/>
                  <a:pt x="1140834" y="33281"/>
                </a:cubicBezTo>
                <a:cubicBezTo>
                  <a:pt x="1142591" y="35742"/>
                  <a:pt x="1143821" y="38663"/>
                  <a:pt x="1144524" y="42046"/>
                </a:cubicBezTo>
                <a:cubicBezTo>
                  <a:pt x="1144964" y="44243"/>
                  <a:pt x="1145183" y="48087"/>
                  <a:pt x="1145183" y="53579"/>
                </a:cubicBezTo>
                <a:lnTo>
                  <a:pt x="1145183" y="96614"/>
                </a:lnTo>
                <a:lnTo>
                  <a:pt x="1133321" y="96614"/>
                </a:lnTo>
                <a:lnTo>
                  <a:pt x="1133321" y="53995"/>
                </a:lnTo>
                <a:cubicBezTo>
                  <a:pt x="1133321" y="49157"/>
                  <a:pt x="1132859" y="45539"/>
                  <a:pt x="1131937" y="43142"/>
                </a:cubicBezTo>
                <a:cubicBezTo>
                  <a:pt x="1131014" y="40745"/>
                  <a:pt x="1129377" y="38831"/>
                  <a:pt x="1127027" y="37402"/>
                </a:cubicBezTo>
                <a:cubicBezTo>
                  <a:pt x="1124676" y="35973"/>
                  <a:pt x="1121919" y="35258"/>
                  <a:pt x="1118756" y="35258"/>
                </a:cubicBezTo>
                <a:cubicBezTo>
                  <a:pt x="1113703" y="35258"/>
                  <a:pt x="1109343" y="36864"/>
                  <a:pt x="1105674" y="40075"/>
                </a:cubicBezTo>
                <a:cubicBezTo>
                  <a:pt x="1102006" y="43285"/>
                  <a:pt x="1100171" y="49377"/>
                  <a:pt x="1100171" y="58349"/>
                </a:cubicBezTo>
                <a:lnTo>
                  <a:pt x="1100171" y="96614"/>
                </a:lnTo>
                <a:lnTo>
                  <a:pt x="1088309" y="96614"/>
                </a:lnTo>
                <a:close/>
                <a:moveTo>
                  <a:pt x="1158607" y="75657"/>
                </a:moveTo>
                <a:lnTo>
                  <a:pt x="1170338" y="73812"/>
                </a:lnTo>
                <a:cubicBezTo>
                  <a:pt x="1170997" y="78492"/>
                  <a:pt x="1172831" y="82079"/>
                  <a:pt x="1175841" y="84572"/>
                </a:cubicBezTo>
                <a:cubicBezTo>
                  <a:pt x="1178850" y="87064"/>
                  <a:pt x="1183057" y="88310"/>
                  <a:pt x="1188461" y="88310"/>
                </a:cubicBezTo>
                <a:cubicBezTo>
                  <a:pt x="1193909" y="88310"/>
                  <a:pt x="1197951" y="87210"/>
                  <a:pt x="1200587" y="85009"/>
                </a:cubicBezTo>
                <a:cubicBezTo>
                  <a:pt x="1203224" y="82807"/>
                  <a:pt x="1204542" y="80224"/>
                  <a:pt x="1204542" y="77261"/>
                </a:cubicBezTo>
                <a:cubicBezTo>
                  <a:pt x="1204542" y="74602"/>
                  <a:pt x="1203377" y="72509"/>
                  <a:pt x="1201049" y="70984"/>
                </a:cubicBezTo>
                <a:cubicBezTo>
                  <a:pt x="1199423" y="69938"/>
                  <a:pt x="1195381" y="68608"/>
                  <a:pt x="1188923" y="66995"/>
                </a:cubicBezTo>
                <a:cubicBezTo>
                  <a:pt x="1180223" y="64797"/>
                  <a:pt x="1174193" y="62895"/>
                  <a:pt x="1170832" y="61290"/>
                </a:cubicBezTo>
                <a:cubicBezTo>
                  <a:pt x="1167471" y="59685"/>
                  <a:pt x="1164923" y="57464"/>
                  <a:pt x="1163187" y="54628"/>
                </a:cubicBezTo>
                <a:cubicBezTo>
                  <a:pt x="1161452" y="51791"/>
                  <a:pt x="1160584" y="48658"/>
                  <a:pt x="1160584" y="45228"/>
                </a:cubicBezTo>
                <a:cubicBezTo>
                  <a:pt x="1160584" y="42106"/>
                  <a:pt x="1161298" y="39214"/>
                  <a:pt x="1162726" y="36554"/>
                </a:cubicBezTo>
                <a:cubicBezTo>
                  <a:pt x="1164154" y="33893"/>
                  <a:pt x="1166098" y="31683"/>
                  <a:pt x="1168558" y="29924"/>
                </a:cubicBezTo>
                <a:cubicBezTo>
                  <a:pt x="1170404" y="28561"/>
                  <a:pt x="1172919" y="27407"/>
                  <a:pt x="1176104" y="26462"/>
                </a:cubicBezTo>
                <a:cubicBezTo>
                  <a:pt x="1179290" y="25516"/>
                  <a:pt x="1182706" y="25043"/>
                  <a:pt x="1186352" y="25043"/>
                </a:cubicBezTo>
                <a:cubicBezTo>
                  <a:pt x="1191844" y="25043"/>
                  <a:pt x="1196666" y="25840"/>
                  <a:pt x="1200818" y="27432"/>
                </a:cubicBezTo>
                <a:cubicBezTo>
                  <a:pt x="1204970" y="29024"/>
                  <a:pt x="1208034" y="31180"/>
                  <a:pt x="1210012" y="33901"/>
                </a:cubicBezTo>
                <a:cubicBezTo>
                  <a:pt x="1211989" y="36621"/>
                  <a:pt x="1213351" y="40259"/>
                  <a:pt x="1214098" y="44814"/>
                </a:cubicBezTo>
                <a:lnTo>
                  <a:pt x="1202499" y="46396"/>
                </a:lnTo>
                <a:cubicBezTo>
                  <a:pt x="1201971" y="42793"/>
                  <a:pt x="1200445" y="39981"/>
                  <a:pt x="1197918" y="37960"/>
                </a:cubicBezTo>
                <a:cubicBezTo>
                  <a:pt x="1195392" y="35939"/>
                  <a:pt x="1191822" y="34929"/>
                  <a:pt x="1187209" y="34929"/>
                </a:cubicBezTo>
                <a:cubicBezTo>
                  <a:pt x="1181761" y="34929"/>
                  <a:pt x="1177873" y="35825"/>
                  <a:pt x="1175544" y="37618"/>
                </a:cubicBezTo>
                <a:cubicBezTo>
                  <a:pt x="1173216" y="39410"/>
                  <a:pt x="1172051" y="41509"/>
                  <a:pt x="1172051" y="43914"/>
                </a:cubicBezTo>
                <a:cubicBezTo>
                  <a:pt x="1172051" y="45444"/>
                  <a:pt x="1172535" y="46821"/>
                  <a:pt x="1173501" y="48046"/>
                </a:cubicBezTo>
                <a:cubicBezTo>
                  <a:pt x="1174468" y="49313"/>
                  <a:pt x="1175984" y="50362"/>
                  <a:pt x="1178048" y="51192"/>
                </a:cubicBezTo>
                <a:cubicBezTo>
                  <a:pt x="1179235" y="51630"/>
                  <a:pt x="1182728" y="52636"/>
                  <a:pt x="1188527" y="54210"/>
                </a:cubicBezTo>
                <a:cubicBezTo>
                  <a:pt x="1196919" y="56449"/>
                  <a:pt x="1202773" y="58282"/>
                  <a:pt x="1206090" y="59708"/>
                </a:cubicBezTo>
                <a:cubicBezTo>
                  <a:pt x="1209407" y="61135"/>
                  <a:pt x="1212011" y="63209"/>
                  <a:pt x="1213900" y="65932"/>
                </a:cubicBezTo>
                <a:cubicBezTo>
                  <a:pt x="1215789" y="68653"/>
                  <a:pt x="1216734" y="72033"/>
                  <a:pt x="1216734" y="76071"/>
                </a:cubicBezTo>
                <a:cubicBezTo>
                  <a:pt x="1216734" y="80022"/>
                  <a:pt x="1215580" y="83743"/>
                  <a:pt x="1213274" y="87233"/>
                </a:cubicBezTo>
                <a:cubicBezTo>
                  <a:pt x="1210967" y="90722"/>
                  <a:pt x="1207639" y="93421"/>
                  <a:pt x="1203289" y="95331"/>
                </a:cubicBezTo>
                <a:cubicBezTo>
                  <a:pt x="1198940" y="97241"/>
                  <a:pt x="1194019" y="98196"/>
                  <a:pt x="1188527" y="98196"/>
                </a:cubicBezTo>
                <a:cubicBezTo>
                  <a:pt x="1179432" y="98196"/>
                  <a:pt x="1172502" y="96301"/>
                  <a:pt x="1167735" y="92512"/>
                </a:cubicBezTo>
                <a:cubicBezTo>
                  <a:pt x="1162968" y="88722"/>
                  <a:pt x="1159925" y="83104"/>
                  <a:pt x="1158607" y="75657"/>
                </a:cubicBezTo>
                <a:close/>
                <a:moveTo>
                  <a:pt x="1256737" y="86136"/>
                </a:moveTo>
                <a:lnTo>
                  <a:pt x="1258450" y="96614"/>
                </a:lnTo>
                <a:cubicBezTo>
                  <a:pt x="1255111" y="97229"/>
                  <a:pt x="1252124" y="97537"/>
                  <a:pt x="1249487" y="97537"/>
                </a:cubicBezTo>
                <a:cubicBezTo>
                  <a:pt x="1245182" y="97537"/>
                  <a:pt x="1241843" y="96856"/>
                  <a:pt x="1239470" y="95494"/>
                </a:cubicBezTo>
                <a:cubicBezTo>
                  <a:pt x="1237098" y="94132"/>
                  <a:pt x="1235428" y="92341"/>
                  <a:pt x="1234462" y="90123"/>
                </a:cubicBezTo>
                <a:cubicBezTo>
                  <a:pt x="1233495" y="87904"/>
                  <a:pt x="1233012" y="83236"/>
                  <a:pt x="1233012" y="76118"/>
                </a:cubicBezTo>
                <a:lnTo>
                  <a:pt x="1233012" y="35851"/>
                </a:lnTo>
                <a:lnTo>
                  <a:pt x="1224312" y="35851"/>
                </a:lnTo>
                <a:lnTo>
                  <a:pt x="1224312" y="26625"/>
                </a:lnTo>
                <a:lnTo>
                  <a:pt x="1233012" y="26625"/>
                </a:lnTo>
                <a:lnTo>
                  <a:pt x="1233012" y="9245"/>
                </a:lnTo>
                <a:lnTo>
                  <a:pt x="1244808" y="2109"/>
                </a:lnTo>
                <a:lnTo>
                  <a:pt x="1244808" y="26625"/>
                </a:lnTo>
                <a:lnTo>
                  <a:pt x="1256737" y="26625"/>
                </a:lnTo>
                <a:lnTo>
                  <a:pt x="1256737" y="35851"/>
                </a:lnTo>
                <a:lnTo>
                  <a:pt x="1244808" y="35851"/>
                </a:lnTo>
                <a:lnTo>
                  <a:pt x="1244808" y="76777"/>
                </a:lnTo>
                <a:cubicBezTo>
                  <a:pt x="1244808" y="80160"/>
                  <a:pt x="1245017" y="82335"/>
                  <a:pt x="1245434" y="83302"/>
                </a:cubicBezTo>
                <a:cubicBezTo>
                  <a:pt x="1245852" y="84268"/>
                  <a:pt x="1246533" y="85037"/>
                  <a:pt x="1247477" y="85608"/>
                </a:cubicBezTo>
                <a:cubicBezTo>
                  <a:pt x="1248422" y="86179"/>
                  <a:pt x="1249773" y="86465"/>
                  <a:pt x="1251530" y="86465"/>
                </a:cubicBezTo>
                <a:cubicBezTo>
                  <a:pt x="1252849" y="86465"/>
                  <a:pt x="1254584" y="86355"/>
                  <a:pt x="1256737" y="86136"/>
                </a:cubicBezTo>
                <a:close/>
                <a:moveTo>
                  <a:pt x="1268425" y="13708"/>
                </a:moveTo>
                <a:lnTo>
                  <a:pt x="1268425" y="0"/>
                </a:lnTo>
                <a:lnTo>
                  <a:pt x="1280287" y="0"/>
                </a:lnTo>
                <a:lnTo>
                  <a:pt x="1280287" y="13708"/>
                </a:lnTo>
                <a:lnTo>
                  <a:pt x="1268425" y="13708"/>
                </a:lnTo>
                <a:moveTo>
                  <a:pt x="1268425" y="96614"/>
                </a:moveTo>
                <a:lnTo>
                  <a:pt x="1268425" y="26625"/>
                </a:lnTo>
                <a:lnTo>
                  <a:pt x="1280287" y="26625"/>
                </a:lnTo>
                <a:lnTo>
                  <a:pt x="1280287" y="96614"/>
                </a:lnTo>
                <a:lnTo>
                  <a:pt x="1268425" y="96614"/>
                </a:lnTo>
                <a:close/>
                <a:moveTo>
                  <a:pt x="1324222" y="86136"/>
                </a:moveTo>
                <a:lnTo>
                  <a:pt x="1325935" y="96614"/>
                </a:lnTo>
                <a:cubicBezTo>
                  <a:pt x="1322596" y="97229"/>
                  <a:pt x="1319609" y="97537"/>
                  <a:pt x="1316972" y="97537"/>
                </a:cubicBezTo>
                <a:cubicBezTo>
                  <a:pt x="1312667" y="97537"/>
                  <a:pt x="1309328" y="96856"/>
                  <a:pt x="1306955" y="95494"/>
                </a:cubicBezTo>
                <a:cubicBezTo>
                  <a:pt x="1304583" y="94132"/>
                  <a:pt x="1302913" y="92341"/>
                  <a:pt x="1301947" y="90123"/>
                </a:cubicBezTo>
                <a:cubicBezTo>
                  <a:pt x="1300980" y="87904"/>
                  <a:pt x="1300497" y="83236"/>
                  <a:pt x="1300497" y="76118"/>
                </a:cubicBezTo>
                <a:lnTo>
                  <a:pt x="1300497" y="35851"/>
                </a:lnTo>
                <a:lnTo>
                  <a:pt x="1291797" y="35851"/>
                </a:lnTo>
                <a:lnTo>
                  <a:pt x="1291797" y="26625"/>
                </a:lnTo>
                <a:lnTo>
                  <a:pt x="1300497" y="26625"/>
                </a:lnTo>
                <a:lnTo>
                  <a:pt x="1300497" y="9245"/>
                </a:lnTo>
                <a:lnTo>
                  <a:pt x="1312293" y="2109"/>
                </a:lnTo>
                <a:lnTo>
                  <a:pt x="1312293" y="26625"/>
                </a:lnTo>
                <a:lnTo>
                  <a:pt x="1324222" y="26625"/>
                </a:lnTo>
                <a:lnTo>
                  <a:pt x="1324222" y="35851"/>
                </a:lnTo>
                <a:lnTo>
                  <a:pt x="1312293" y="35851"/>
                </a:lnTo>
                <a:lnTo>
                  <a:pt x="1312293" y="76777"/>
                </a:lnTo>
                <a:cubicBezTo>
                  <a:pt x="1312293" y="80160"/>
                  <a:pt x="1312502" y="82335"/>
                  <a:pt x="1312919" y="83302"/>
                </a:cubicBezTo>
                <a:cubicBezTo>
                  <a:pt x="1313337" y="84268"/>
                  <a:pt x="1314018" y="85037"/>
                  <a:pt x="1314962" y="85608"/>
                </a:cubicBezTo>
                <a:cubicBezTo>
                  <a:pt x="1315907" y="86179"/>
                  <a:pt x="1317258" y="86465"/>
                  <a:pt x="1319015" y="86465"/>
                </a:cubicBezTo>
                <a:cubicBezTo>
                  <a:pt x="1320334" y="86465"/>
                  <a:pt x="1322069" y="86355"/>
                  <a:pt x="1324222" y="86136"/>
                </a:cubicBezTo>
                <a:close/>
                <a:moveTo>
                  <a:pt x="1381712" y="96614"/>
                </a:moveTo>
                <a:lnTo>
                  <a:pt x="1381712" y="86333"/>
                </a:lnTo>
                <a:cubicBezTo>
                  <a:pt x="1376264" y="94242"/>
                  <a:pt x="1368861" y="98196"/>
                  <a:pt x="1359503" y="98196"/>
                </a:cubicBezTo>
                <a:cubicBezTo>
                  <a:pt x="1355373" y="98196"/>
                  <a:pt x="1351517" y="97405"/>
                  <a:pt x="1347937" y="95823"/>
                </a:cubicBezTo>
                <a:cubicBezTo>
                  <a:pt x="1344356" y="94242"/>
                  <a:pt x="1341698" y="92254"/>
                  <a:pt x="1339962" y="89859"/>
                </a:cubicBezTo>
                <a:cubicBezTo>
                  <a:pt x="1338227" y="87465"/>
                  <a:pt x="1337008" y="84532"/>
                  <a:pt x="1336305" y="81061"/>
                </a:cubicBezTo>
                <a:cubicBezTo>
                  <a:pt x="1335821" y="78732"/>
                  <a:pt x="1335580" y="75042"/>
                  <a:pt x="1335580" y="69989"/>
                </a:cubicBezTo>
                <a:lnTo>
                  <a:pt x="1335580" y="26625"/>
                </a:lnTo>
                <a:lnTo>
                  <a:pt x="1347442" y="26625"/>
                </a:lnTo>
                <a:lnTo>
                  <a:pt x="1347442" y="65442"/>
                </a:lnTo>
                <a:cubicBezTo>
                  <a:pt x="1347442" y="71637"/>
                  <a:pt x="1347684" y="75811"/>
                  <a:pt x="1348167" y="77964"/>
                </a:cubicBezTo>
                <a:cubicBezTo>
                  <a:pt x="1348914" y="81083"/>
                  <a:pt x="1350496" y="83532"/>
                  <a:pt x="1352912" y="85312"/>
                </a:cubicBezTo>
                <a:cubicBezTo>
                  <a:pt x="1355329" y="87091"/>
                  <a:pt x="1358316" y="87981"/>
                  <a:pt x="1361875" y="87981"/>
                </a:cubicBezTo>
                <a:cubicBezTo>
                  <a:pt x="1365434" y="87981"/>
                  <a:pt x="1368773" y="87069"/>
                  <a:pt x="1371892" y="85246"/>
                </a:cubicBezTo>
                <a:cubicBezTo>
                  <a:pt x="1375012" y="83423"/>
                  <a:pt x="1377220" y="80940"/>
                  <a:pt x="1378516" y="77799"/>
                </a:cubicBezTo>
                <a:cubicBezTo>
                  <a:pt x="1379812" y="74657"/>
                  <a:pt x="1380460" y="70099"/>
                  <a:pt x="1380460" y="64124"/>
                </a:cubicBezTo>
                <a:lnTo>
                  <a:pt x="1380460" y="26625"/>
                </a:lnTo>
                <a:lnTo>
                  <a:pt x="1392322" y="26625"/>
                </a:lnTo>
                <a:lnTo>
                  <a:pt x="1392322" y="96614"/>
                </a:lnTo>
                <a:lnTo>
                  <a:pt x="1381712" y="96614"/>
                </a:lnTo>
                <a:close/>
                <a:moveTo>
                  <a:pt x="1436787" y="86136"/>
                </a:moveTo>
                <a:lnTo>
                  <a:pt x="1438500" y="96614"/>
                </a:lnTo>
                <a:cubicBezTo>
                  <a:pt x="1435161" y="97229"/>
                  <a:pt x="1432174" y="97537"/>
                  <a:pt x="1429537" y="97537"/>
                </a:cubicBezTo>
                <a:cubicBezTo>
                  <a:pt x="1425232" y="97537"/>
                  <a:pt x="1421893" y="96856"/>
                  <a:pt x="1419520" y="95494"/>
                </a:cubicBezTo>
                <a:cubicBezTo>
                  <a:pt x="1417148" y="94132"/>
                  <a:pt x="1415478" y="92341"/>
                  <a:pt x="1414511" y="90123"/>
                </a:cubicBezTo>
                <a:cubicBezTo>
                  <a:pt x="1413545" y="87904"/>
                  <a:pt x="1413062" y="83236"/>
                  <a:pt x="1413062" y="76118"/>
                </a:cubicBezTo>
                <a:lnTo>
                  <a:pt x="1413062" y="35851"/>
                </a:lnTo>
                <a:lnTo>
                  <a:pt x="1404362" y="35851"/>
                </a:lnTo>
                <a:lnTo>
                  <a:pt x="1404362" y="26625"/>
                </a:lnTo>
                <a:lnTo>
                  <a:pt x="1413062" y="26625"/>
                </a:lnTo>
                <a:lnTo>
                  <a:pt x="1413062" y="9245"/>
                </a:lnTo>
                <a:lnTo>
                  <a:pt x="1424858" y="2109"/>
                </a:lnTo>
                <a:lnTo>
                  <a:pt x="1424858" y="26625"/>
                </a:lnTo>
                <a:lnTo>
                  <a:pt x="1436787" y="26625"/>
                </a:lnTo>
                <a:lnTo>
                  <a:pt x="1436787" y="35851"/>
                </a:lnTo>
                <a:lnTo>
                  <a:pt x="1424858" y="35851"/>
                </a:lnTo>
                <a:lnTo>
                  <a:pt x="1424858" y="76777"/>
                </a:lnTo>
                <a:cubicBezTo>
                  <a:pt x="1424858" y="80160"/>
                  <a:pt x="1425067" y="82335"/>
                  <a:pt x="1425484" y="83302"/>
                </a:cubicBezTo>
                <a:cubicBezTo>
                  <a:pt x="1425902" y="84268"/>
                  <a:pt x="1426583" y="85037"/>
                  <a:pt x="1427527" y="85608"/>
                </a:cubicBezTo>
                <a:cubicBezTo>
                  <a:pt x="1428472" y="86179"/>
                  <a:pt x="1429823" y="86465"/>
                  <a:pt x="1431580" y="86465"/>
                </a:cubicBezTo>
                <a:cubicBezTo>
                  <a:pt x="1432898" y="86465"/>
                  <a:pt x="1434634" y="86355"/>
                  <a:pt x="1436787" y="86136"/>
                </a:cubicBezTo>
                <a:close/>
                <a:moveTo>
                  <a:pt x="1448474" y="13708"/>
                </a:moveTo>
                <a:lnTo>
                  <a:pt x="1448474" y="0"/>
                </a:lnTo>
                <a:lnTo>
                  <a:pt x="1460337" y="0"/>
                </a:lnTo>
                <a:lnTo>
                  <a:pt x="1460337" y="13708"/>
                </a:lnTo>
                <a:lnTo>
                  <a:pt x="1448474" y="13708"/>
                </a:lnTo>
                <a:moveTo>
                  <a:pt x="1448474" y="96614"/>
                </a:moveTo>
                <a:lnTo>
                  <a:pt x="1448474" y="26625"/>
                </a:lnTo>
                <a:lnTo>
                  <a:pt x="1460337" y="26625"/>
                </a:lnTo>
                <a:lnTo>
                  <a:pt x="1460337" y="96614"/>
                </a:lnTo>
                <a:lnTo>
                  <a:pt x="1448474" y="96614"/>
                </a:lnTo>
                <a:close/>
                <a:moveTo>
                  <a:pt x="1473956" y="61620"/>
                </a:moveTo>
                <a:cubicBezTo>
                  <a:pt x="1473956" y="48659"/>
                  <a:pt x="1477559" y="39059"/>
                  <a:pt x="1484764" y="32820"/>
                </a:cubicBezTo>
                <a:cubicBezTo>
                  <a:pt x="1490783" y="27635"/>
                  <a:pt x="1498120" y="25043"/>
                  <a:pt x="1506776" y="25043"/>
                </a:cubicBezTo>
                <a:cubicBezTo>
                  <a:pt x="1516398" y="25043"/>
                  <a:pt x="1524262" y="28196"/>
                  <a:pt x="1530369" y="34500"/>
                </a:cubicBezTo>
                <a:cubicBezTo>
                  <a:pt x="1536476" y="40805"/>
                  <a:pt x="1539530" y="49515"/>
                  <a:pt x="1539530" y="60631"/>
                </a:cubicBezTo>
                <a:cubicBezTo>
                  <a:pt x="1539530" y="69638"/>
                  <a:pt x="1538179" y="76722"/>
                  <a:pt x="1535477" y="81885"/>
                </a:cubicBezTo>
                <a:cubicBezTo>
                  <a:pt x="1532775" y="87047"/>
                  <a:pt x="1528842" y="91056"/>
                  <a:pt x="1523680" y="93912"/>
                </a:cubicBezTo>
                <a:cubicBezTo>
                  <a:pt x="1518518" y="96768"/>
                  <a:pt x="1512883" y="98196"/>
                  <a:pt x="1506776" y="98196"/>
                </a:cubicBezTo>
                <a:cubicBezTo>
                  <a:pt x="1496978" y="98196"/>
                  <a:pt x="1489059" y="95054"/>
                  <a:pt x="1483018" y="88772"/>
                </a:cubicBezTo>
                <a:cubicBezTo>
                  <a:pt x="1476977" y="82489"/>
                  <a:pt x="1473956" y="73438"/>
                  <a:pt x="1473956" y="61620"/>
                </a:cubicBezTo>
                <a:moveTo>
                  <a:pt x="1486148" y="61587"/>
                </a:moveTo>
                <a:cubicBezTo>
                  <a:pt x="1486148" y="70516"/>
                  <a:pt x="1488103" y="77203"/>
                  <a:pt x="1492013" y="81646"/>
                </a:cubicBezTo>
                <a:cubicBezTo>
                  <a:pt x="1495924" y="86089"/>
                  <a:pt x="1500844" y="88310"/>
                  <a:pt x="1506776" y="88310"/>
                </a:cubicBezTo>
                <a:cubicBezTo>
                  <a:pt x="1512663" y="88310"/>
                  <a:pt x="1517562" y="86078"/>
                  <a:pt x="1521472" y="81613"/>
                </a:cubicBezTo>
                <a:cubicBezTo>
                  <a:pt x="1525382" y="77148"/>
                  <a:pt x="1527338" y="70341"/>
                  <a:pt x="1527338" y="61193"/>
                </a:cubicBezTo>
                <a:cubicBezTo>
                  <a:pt x="1527338" y="52570"/>
                  <a:pt x="1525371" y="46036"/>
                  <a:pt x="1521439" y="41593"/>
                </a:cubicBezTo>
                <a:cubicBezTo>
                  <a:pt x="1517507" y="37150"/>
                  <a:pt x="1512619" y="34929"/>
                  <a:pt x="1506776" y="34929"/>
                </a:cubicBezTo>
                <a:cubicBezTo>
                  <a:pt x="1500844" y="34929"/>
                  <a:pt x="1495924" y="37139"/>
                  <a:pt x="1492013" y="41560"/>
                </a:cubicBezTo>
                <a:cubicBezTo>
                  <a:pt x="1488103" y="45981"/>
                  <a:pt x="1486148" y="52657"/>
                  <a:pt x="1486148" y="61587"/>
                </a:cubicBezTo>
                <a:close/>
                <a:moveTo>
                  <a:pt x="1553415" y="96614"/>
                </a:moveTo>
                <a:lnTo>
                  <a:pt x="1553415" y="26625"/>
                </a:lnTo>
                <a:lnTo>
                  <a:pt x="1564091" y="26625"/>
                </a:lnTo>
                <a:lnTo>
                  <a:pt x="1564091" y="36510"/>
                </a:lnTo>
                <a:cubicBezTo>
                  <a:pt x="1569232" y="28866"/>
                  <a:pt x="1576657" y="25043"/>
                  <a:pt x="1586366" y="25043"/>
                </a:cubicBezTo>
                <a:cubicBezTo>
                  <a:pt x="1590584" y="25043"/>
                  <a:pt x="1594462" y="25801"/>
                  <a:pt x="1597998" y="27317"/>
                </a:cubicBezTo>
                <a:cubicBezTo>
                  <a:pt x="1601535" y="28833"/>
                  <a:pt x="1604182" y="30821"/>
                  <a:pt x="1605940" y="33281"/>
                </a:cubicBezTo>
                <a:cubicBezTo>
                  <a:pt x="1607697" y="35742"/>
                  <a:pt x="1608927" y="38663"/>
                  <a:pt x="1609630" y="42046"/>
                </a:cubicBezTo>
                <a:cubicBezTo>
                  <a:pt x="1610070" y="44243"/>
                  <a:pt x="1610289" y="48087"/>
                  <a:pt x="1610289" y="53579"/>
                </a:cubicBezTo>
                <a:lnTo>
                  <a:pt x="1610289" y="96614"/>
                </a:lnTo>
                <a:lnTo>
                  <a:pt x="1598427" y="96614"/>
                </a:lnTo>
                <a:lnTo>
                  <a:pt x="1598427" y="53995"/>
                </a:lnTo>
                <a:cubicBezTo>
                  <a:pt x="1598427" y="49157"/>
                  <a:pt x="1597965" y="45539"/>
                  <a:pt x="1597043" y="43142"/>
                </a:cubicBezTo>
                <a:cubicBezTo>
                  <a:pt x="1596120" y="40745"/>
                  <a:pt x="1594484" y="38831"/>
                  <a:pt x="1592133" y="37402"/>
                </a:cubicBezTo>
                <a:cubicBezTo>
                  <a:pt x="1589782" y="35973"/>
                  <a:pt x="1587026" y="35258"/>
                  <a:pt x="1583862" y="35258"/>
                </a:cubicBezTo>
                <a:cubicBezTo>
                  <a:pt x="1578810" y="35258"/>
                  <a:pt x="1574449" y="36864"/>
                  <a:pt x="1570780" y="40075"/>
                </a:cubicBezTo>
                <a:cubicBezTo>
                  <a:pt x="1567112" y="43285"/>
                  <a:pt x="1565277" y="49377"/>
                  <a:pt x="1565277" y="58349"/>
                </a:cubicBezTo>
                <a:lnTo>
                  <a:pt x="1565277" y="96614"/>
                </a:lnTo>
                <a:lnTo>
                  <a:pt x="1553415" y="96614"/>
                </a:lnTo>
                <a:close/>
                <a:moveTo>
                  <a:pt x="1674129" y="87973"/>
                </a:moveTo>
                <a:cubicBezTo>
                  <a:pt x="1669736" y="91710"/>
                  <a:pt x="1665507" y="94348"/>
                  <a:pt x="1661443" y="95887"/>
                </a:cubicBezTo>
                <a:cubicBezTo>
                  <a:pt x="1657379" y="97426"/>
                  <a:pt x="1653018" y="98196"/>
                  <a:pt x="1648361" y="98196"/>
                </a:cubicBezTo>
                <a:cubicBezTo>
                  <a:pt x="1640672" y="98196"/>
                  <a:pt x="1634763" y="96316"/>
                  <a:pt x="1630633" y="92557"/>
                </a:cubicBezTo>
                <a:cubicBezTo>
                  <a:pt x="1626503" y="88798"/>
                  <a:pt x="1624438" y="83994"/>
                  <a:pt x="1624438" y="78147"/>
                </a:cubicBezTo>
                <a:cubicBezTo>
                  <a:pt x="1624438" y="74719"/>
                  <a:pt x="1625218" y="71587"/>
                  <a:pt x="1626778" y="68752"/>
                </a:cubicBezTo>
                <a:cubicBezTo>
                  <a:pt x="1628337" y="65915"/>
                  <a:pt x="1630380" y="63639"/>
                  <a:pt x="1632907" y="61924"/>
                </a:cubicBezTo>
                <a:cubicBezTo>
                  <a:pt x="1635433" y="60209"/>
                  <a:pt x="1638278" y="58913"/>
                  <a:pt x="1641441" y="58034"/>
                </a:cubicBezTo>
                <a:cubicBezTo>
                  <a:pt x="1643770" y="57418"/>
                  <a:pt x="1647285" y="56824"/>
                  <a:pt x="1651986" y="56253"/>
                </a:cubicBezTo>
                <a:cubicBezTo>
                  <a:pt x="1661564" y="55118"/>
                  <a:pt x="1668615" y="53766"/>
                  <a:pt x="1673141" y="52195"/>
                </a:cubicBezTo>
                <a:cubicBezTo>
                  <a:pt x="1673185" y="50577"/>
                  <a:pt x="1673206" y="49548"/>
                  <a:pt x="1673206" y="49110"/>
                </a:cubicBezTo>
                <a:cubicBezTo>
                  <a:pt x="1673206" y="44295"/>
                  <a:pt x="1672086" y="40903"/>
                  <a:pt x="1669845" y="38934"/>
                </a:cubicBezTo>
                <a:cubicBezTo>
                  <a:pt x="1666814" y="36264"/>
                  <a:pt x="1662310" y="34929"/>
                  <a:pt x="1656335" y="34929"/>
                </a:cubicBezTo>
                <a:cubicBezTo>
                  <a:pt x="1650755" y="34929"/>
                  <a:pt x="1646636" y="35906"/>
                  <a:pt x="1643978" y="37861"/>
                </a:cubicBezTo>
                <a:cubicBezTo>
                  <a:pt x="1641320" y="39817"/>
                  <a:pt x="1639354" y="43276"/>
                  <a:pt x="1638080" y="48241"/>
                </a:cubicBezTo>
                <a:lnTo>
                  <a:pt x="1626481" y="46660"/>
                </a:lnTo>
                <a:cubicBezTo>
                  <a:pt x="1627536" y="41680"/>
                  <a:pt x="1629271" y="37658"/>
                  <a:pt x="1631687" y="34595"/>
                </a:cubicBezTo>
                <a:cubicBezTo>
                  <a:pt x="1634104" y="31532"/>
                  <a:pt x="1637597" y="29175"/>
                  <a:pt x="1642166" y="27523"/>
                </a:cubicBezTo>
                <a:cubicBezTo>
                  <a:pt x="1646735" y="25870"/>
                  <a:pt x="1652030" y="25043"/>
                  <a:pt x="1658049" y="25043"/>
                </a:cubicBezTo>
                <a:cubicBezTo>
                  <a:pt x="1664024" y="25043"/>
                  <a:pt x="1668879" y="25746"/>
                  <a:pt x="1672613" y="27152"/>
                </a:cubicBezTo>
                <a:cubicBezTo>
                  <a:pt x="1676348" y="28558"/>
                  <a:pt x="1679094" y="30326"/>
                  <a:pt x="1680851" y="32457"/>
                </a:cubicBezTo>
                <a:cubicBezTo>
                  <a:pt x="1682609" y="34588"/>
                  <a:pt x="1683839" y="37279"/>
                  <a:pt x="1684542" y="40531"/>
                </a:cubicBezTo>
                <a:cubicBezTo>
                  <a:pt x="1684937" y="42552"/>
                  <a:pt x="1685135" y="46198"/>
                  <a:pt x="1685135" y="51470"/>
                </a:cubicBezTo>
                <a:lnTo>
                  <a:pt x="1685135" y="67287"/>
                </a:lnTo>
                <a:cubicBezTo>
                  <a:pt x="1685135" y="78315"/>
                  <a:pt x="1685388" y="85290"/>
                  <a:pt x="1685893" y="88212"/>
                </a:cubicBezTo>
                <a:cubicBezTo>
                  <a:pt x="1686398" y="91133"/>
                  <a:pt x="1687398" y="93934"/>
                  <a:pt x="1688891" y="96614"/>
                </a:cubicBezTo>
                <a:lnTo>
                  <a:pt x="1676502" y="96614"/>
                </a:lnTo>
                <a:cubicBezTo>
                  <a:pt x="1675271" y="94151"/>
                  <a:pt x="1674481" y="91271"/>
                  <a:pt x="1674129" y="87973"/>
                </a:cubicBezTo>
                <a:moveTo>
                  <a:pt x="1673141" y="61422"/>
                </a:moveTo>
                <a:cubicBezTo>
                  <a:pt x="1668835" y="63194"/>
                  <a:pt x="1662376" y="64701"/>
                  <a:pt x="1653765" y="65940"/>
                </a:cubicBezTo>
                <a:cubicBezTo>
                  <a:pt x="1648888" y="66646"/>
                  <a:pt x="1645439" y="67440"/>
                  <a:pt x="1643418" y="68323"/>
                </a:cubicBezTo>
                <a:cubicBezTo>
                  <a:pt x="1641397" y="69205"/>
                  <a:pt x="1639837" y="70495"/>
                  <a:pt x="1638739" y="72195"/>
                </a:cubicBezTo>
                <a:cubicBezTo>
                  <a:pt x="1637641" y="73893"/>
                  <a:pt x="1637092" y="75779"/>
                  <a:pt x="1637092" y="77852"/>
                </a:cubicBezTo>
                <a:cubicBezTo>
                  <a:pt x="1637092" y="81028"/>
                  <a:pt x="1638289" y="83675"/>
                  <a:pt x="1640683" y="85794"/>
                </a:cubicBezTo>
                <a:cubicBezTo>
                  <a:pt x="1643078" y="87911"/>
                  <a:pt x="1646582" y="88969"/>
                  <a:pt x="1651195" y="88969"/>
                </a:cubicBezTo>
                <a:cubicBezTo>
                  <a:pt x="1655764" y="88969"/>
                  <a:pt x="1659828" y="87965"/>
                  <a:pt x="1663387" y="85956"/>
                </a:cubicBezTo>
                <a:cubicBezTo>
                  <a:pt x="1666946" y="83948"/>
                  <a:pt x="1669560" y="81200"/>
                  <a:pt x="1671229" y="77712"/>
                </a:cubicBezTo>
                <a:cubicBezTo>
                  <a:pt x="1672504" y="75018"/>
                  <a:pt x="1673141" y="71045"/>
                  <a:pt x="1673141" y="65792"/>
                </a:cubicBezTo>
                <a:lnTo>
                  <a:pt x="1673141" y="61422"/>
                </a:lnTo>
                <a:close/>
                <a:moveTo>
                  <a:pt x="1703238" y="96614"/>
                </a:moveTo>
                <a:lnTo>
                  <a:pt x="1703238" y="0"/>
                </a:lnTo>
                <a:lnTo>
                  <a:pt x="1715100" y="0"/>
                </a:lnTo>
                <a:lnTo>
                  <a:pt x="1715100" y="96614"/>
                </a:lnTo>
                <a:lnTo>
                  <a:pt x="1703238" y="96614"/>
                </a:lnTo>
                <a:close/>
                <a:moveTo>
                  <a:pt x="1770855" y="96614"/>
                </a:moveTo>
                <a:lnTo>
                  <a:pt x="1770855" y="26625"/>
                </a:lnTo>
                <a:lnTo>
                  <a:pt x="1781531" y="26625"/>
                </a:lnTo>
                <a:lnTo>
                  <a:pt x="1781531" y="37169"/>
                </a:lnTo>
                <a:cubicBezTo>
                  <a:pt x="1784255" y="32232"/>
                  <a:pt x="1786770" y="28977"/>
                  <a:pt x="1789077" y="27403"/>
                </a:cubicBezTo>
                <a:cubicBezTo>
                  <a:pt x="1791383" y="25830"/>
                  <a:pt x="1793921" y="25043"/>
                  <a:pt x="1796689" y="25043"/>
                </a:cubicBezTo>
                <a:cubicBezTo>
                  <a:pt x="1800687" y="25043"/>
                  <a:pt x="1804751" y="26312"/>
                  <a:pt x="1808881" y="28849"/>
                </a:cubicBezTo>
                <a:lnTo>
                  <a:pt x="1804795" y="39806"/>
                </a:lnTo>
                <a:cubicBezTo>
                  <a:pt x="1801895" y="38092"/>
                  <a:pt x="1798995" y="37235"/>
                  <a:pt x="1796095" y="37235"/>
                </a:cubicBezTo>
                <a:cubicBezTo>
                  <a:pt x="1793503" y="37235"/>
                  <a:pt x="1791175" y="38017"/>
                  <a:pt x="1789110" y="39579"/>
                </a:cubicBezTo>
                <a:cubicBezTo>
                  <a:pt x="1787045" y="41140"/>
                  <a:pt x="1785573" y="43306"/>
                  <a:pt x="1784694" y="46077"/>
                </a:cubicBezTo>
                <a:cubicBezTo>
                  <a:pt x="1783376" y="50299"/>
                  <a:pt x="1782717" y="54917"/>
                  <a:pt x="1782717" y="59931"/>
                </a:cubicBezTo>
                <a:lnTo>
                  <a:pt x="1782717" y="96614"/>
                </a:lnTo>
                <a:lnTo>
                  <a:pt x="1770855" y="96614"/>
                </a:lnTo>
                <a:close/>
                <a:moveTo>
                  <a:pt x="1815997" y="13708"/>
                </a:moveTo>
                <a:lnTo>
                  <a:pt x="1815997" y="0"/>
                </a:lnTo>
                <a:lnTo>
                  <a:pt x="1827860" y="0"/>
                </a:lnTo>
                <a:lnTo>
                  <a:pt x="1827860" y="13708"/>
                </a:lnTo>
                <a:lnTo>
                  <a:pt x="1815997" y="13708"/>
                </a:lnTo>
                <a:moveTo>
                  <a:pt x="1815997" y="96614"/>
                </a:moveTo>
                <a:lnTo>
                  <a:pt x="1815997" y="26625"/>
                </a:lnTo>
                <a:lnTo>
                  <a:pt x="1827860" y="26625"/>
                </a:lnTo>
                <a:lnTo>
                  <a:pt x="1827860" y="96614"/>
                </a:lnTo>
                <a:lnTo>
                  <a:pt x="1815997" y="96614"/>
                </a:lnTo>
                <a:close/>
                <a:moveTo>
                  <a:pt x="1843720" y="102414"/>
                </a:moveTo>
                <a:lnTo>
                  <a:pt x="1855253" y="104127"/>
                </a:lnTo>
                <a:cubicBezTo>
                  <a:pt x="1855736" y="107686"/>
                  <a:pt x="1857076" y="110278"/>
                  <a:pt x="1859273" y="111904"/>
                </a:cubicBezTo>
                <a:cubicBezTo>
                  <a:pt x="1862217" y="114101"/>
                  <a:pt x="1866237" y="115199"/>
                  <a:pt x="1871333" y="115199"/>
                </a:cubicBezTo>
                <a:cubicBezTo>
                  <a:pt x="1876825" y="115199"/>
                  <a:pt x="1881065" y="114098"/>
                  <a:pt x="1884053" y="111895"/>
                </a:cubicBezTo>
                <a:cubicBezTo>
                  <a:pt x="1887040" y="109695"/>
                  <a:pt x="1889061" y="106612"/>
                  <a:pt x="1890116" y="102648"/>
                </a:cubicBezTo>
                <a:cubicBezTo>
                  <a:pt x="1890731" y="100228"/>
                  <a:pt x="1891016" y="95142"/>
                  <a:pt x="1890972" y="87392"/>
                </a:cubicBezTo>
                <a:cubicBezTo>
                  <a:pt x="1885788" y="93540"/>
                  <a:pt x="1879329" y="96614"/>
                  <a:pt x="1871597" y="96614"/>
                </a:cubicBezTo>
                <a:cubicBezTo>
                  <a:pt x="1861975" y="96614"/>
                  <a:pt x="1854528" y="93143"/>
                  <a:pt x="1849256" y="86201"/>
                </a:cubicBezTo>
                <a:cubicBezTo>
                  <a:pt x="1843983" y="79260"/>
                  <a:pt x="1841347" y="70934"/>
                  <a:pt x="1841347" y="61224"/>
                </a:cubicBezTo>
                <a:cubicBezTo>
                  <a:pt x="1841347" y="54546"/>
                  <a:pt x="1842555" y="48384"/>
                  <a:pt x="1844972" y="42738"/>
                </a:cubicBezTo>
                <a:cubicBezTo>
                  <a:pt x="1847388" y="37093"/>
                  <a:pt x="1850892" y="32732"/>
                  <a:pt x="1855483" y="29656"/>
                </a:cubicBezTo>
                <a:cubicBezTo>
                  <a:pt x="1860075" y="26581"/>
                  <a:pt x="1865468" y="25043"/>
                  <a:pt x="1871663" y="25043"/>
                </a:cubicBezTo>
                <a:cubicBezTo>
                  <a:pt x="1879923" y="25043"/>
                  <a:pt x="1886733" y="28404"/>
                  <a:pt x="1892093" y="35126"/>
                </a:cubicBezTo>
                <a:lnTo>
                  <a:pt x="1892093" y="26625"/>
                </a:lnTo>
                <a:lnTo>
                  <a:pt x="1903033" y="26625"/>
                </a:lnTo>
                <a:lnTo>
                  <a:pt x="1903033" y="87165"/>
                </a:lnTo>
                <a:cubicBezTo>
                  <a:pt x="1903033" y="98068"/>
                  <a:pt x="1901923" y="105795"/>
                  <a:pt x="1899705" y="110345"/>
                </a:cubicBezTo>
                <a:cubicBezTo>
                  <a:pt x="1897486" y="114895"/>
                  <a:pt x="1893971" y="118489"/>
                  <a:pt x="1889160" y="121126"/>
                </a:cubicBezTo>
                <a:cubicBezTo>
                  <a:pt x="1884349" y="123765"/>
                  <a:pt x="1878429" y="125084"/>
                  <a:pt x="1871399" y="125084"/>
                </a:cubicBezTo>
                <a:cubicBezTo>
                  <a:pt x="1863051" y="125084"/>
                  <a:pt x="1856307" y="123201"/>
                  <a:pt x="1851167" y="119433"/>
                </a:cubicBezTo>
                <a:cubicBezTo>
                  <a:pt x="1846026" y="115666"/>
                  <a:pt x="1843544" y="109993"/>
                  <a:pt x="1843720" y="102414"/>
                </a:cubicBezTo>
                <a:moveTo>
                  <a:pt x="1853539" y="60369"/>
                </a:moveTo>
                <a:cubicBezTo>
                  <a:pt x="1853539" y="69529"/>
                  <a:pt x="1855363" y="76212"/>
                  <a:pt x="1859009" y="80418"/>
                </a:cubicBezTo>
                <a:cubicBezTo>
                  <a:pt x="1862656" y="84625"/>
                  <a:pt x="1867225" y="86729"/>
                  <a:pt x="1872717" y="86729"/>
                </a:cubicBezTo>
                <a:cubicBezTo>
                  <a:pt x="1878165" y="86729"/>
                  <a:pt x="1882734" y="84636"/>
                  <a:pt x="1886425" y="80451"/>
                </a:cubicBezTo>
                <a:cubicBezTo>
                  <a:pt x="1890116" y="76267"/>
                  <a:pt x="1891961" y="69704"/>
                  <a:pt x="1891961" y="60763"/>
                </a:cubicBezTo>
                <a:cubicBezTo>
                  <a:pt x="1891961" y="52217"/>
                  <a:pt x="1890061" y="45775"/>
                  <a:pt x="1886260" y="41437"/>
                </a:cubicBezTo>
                <a:cubicBezTo>
                  <a:pt x="1882460" y="37098"/>
                  <a:pt x="1877880" y="34929"/>
                  <a:pt x="1872519" y="34929"/>
                </a:cubicBezTo>
                <a:cubicBezTo>
                  <a:pt x="1867247" y="34929"/>
                  <a:pt x="1862766" y="37065"/>
                  <a:pt x="1859075" y="41338"/>
                </a:cubicBezTo>
                <a:cubicBezTo>
                  <a:pt x="1855385" y="45611"/>
                  <a:pt x="1853539" y="51954"/>
                  <a:pt x="1853539" y="60369"/>
                </a:cubicBezTo>
                <a:close/>
                <a:moveTo>
                  <a:pt x="1920938" y="96614"/>
                </a:moveTo>
                <a:lnTo>
                  <a:pt x="1920938" y="0"/>
                </a:lnTo>
                <a:lnTo>
                  <a:pt x="1932801" y="0"/>
                </a:lnTo>
                <a:lnTo>
                  <a:pt x="1932801" y="34665"/>
                </a:lnTo>
                <a:cubicBezTo>
                  <a:pt x="1938336" y="28251"/>
                  <a:pt x="1945322" y="25043"/>
                  <a:pt x="1953758" y="25043"/>
                </a:cubicBezTo>
                <a:cubicBezTo>
                  <a:pt x="1958942" y="25043"/>
                  <a:pt x="1963446" y="26065"/>
                  <a:pt x="1967268" y="28108"/>
                </a:cubicBezTo>
                <a:cubicBezTo>
                  <a:pt x="1971090" y="30151"/>
                  <a:pt x="1973825" y="32974"/>
                  <a:pt x="1975473" y="36576"/>
                </a:cubicBezTo>
                <a:cubicBezTo>
                  <a:pt x="1977120" y="40179"/>
                  <a:pt x="1977944" y="45407"/>
                  <a:pt x="1977944" y="52261"/>
                </a:cubicBezTo>
                <a:lnTo>
                  <a:pt x="1977944" y="96614"/>
                </a:lnTo>
                <a:lnTo>
                  <a:pt x="1966082" y="96614"/>
                </a:lnTo>
                <a:lnTo>
                  <a:pt x="1966082" y="52261"/>
                </a:lnTo>
                <a:cubicBezTo>
                  <a:pt x="1966082" y="46330"/>
                  <a:pt x="1964797" y="42013"/>
                  <a:pt x="1962226" y="39311"/>
                </a:cubicBezTo>
                <a:cubicBezTo>
                  <a:pt x="1959656" y="36609"/>
                  <a:pt x="1956020" y="35258"/>
                  <a:pt x="1951319" y="35258"/>
                </a:cubicBezTo>
                <a:cubicBezTo>
                  <a:pt x="1947804" y="35258"/>
                  <a:pt x="1944498" y="36170"/>
                  <a:pt x="1941401" y="37993"/>
                </a:cubicBezTo>
                <a:cubicBezTo>
                  <a:pt x="1938303" y="39817"/>
                  <a:pt x="1936096" y="42288"/>
                  <a:pt x="1934778" y="45407"/>
                </a:cubicBezTo>
                <a:cubicBezTo>
                  <a:pt x="1933460" y="48527"/>
                  <a:pt x="1932801" y="52832"/>
                  <a:pt x="1932801" y="58324"/>
                </a:cubicBezTo>
                <a:lnTo>
                  <a:pt x="1932801" y="96614"/>
                </a:lnTo>
                <a:lnTo>
                  <a:pt x="1920938" y="96614"/>
                </a:lnTo>
                <a:close/>
                <a:moveTo>
                  <a:pt x="2021881" y="86136"/>
                </a:moveTo>
                <a:lnTo>
                  <a:pt x="2023594" y="96614"/>
                </a:lnTo>
                <a:cubicBezTo>
                  <a:pt x="2020255" y="97229"/>
                  <a:pt x="2017268" y="97537"/>
                  <a:pt x="2014632" y="97537"/>
                </a:cubicBezTo>
                <a:cubicBezTo>
                  <a:pt x="2010326" y="97537"/>
                  <a:pt x="2006987" y="96856"/>
                  <a:pt x="2004614" y="95494"/>
                </a:cubicBezTo>
                <a:cubicBezTo>
                  <a:pt x="2002242" y="94132"/>
                  <a:pt x="2000572" y="92341"/>
                  <a:pt x="1999606" y="90123"/>
                </a:cubicBezTo>
                <a:cubicBezTo>
                  <a:pt x="1998639" y="87904"/>
                  <a:pt x="1998156" y="83236"/>
                  <a:pt x="1998156" y="76118"/>
                </a:cubicBezTo>
                <a:lnTo>
                  <a:pt x="1998156" y="35851"/>
                </a:lnTo>
                <a:lnTo>
                  <a:pt x="1989457" y="35851"/>
                </a:lnTo>
                <a:lnTo>
                  <a:pt x="1989457" y="26625"/>
                </a:lnTo>
                <a:lnTo>
                  <a:pt x="1998156" y="26625"/>
                </a:lnTo>
                <a:lnTo>
                  <a:pt x="1998156" y="9245"/>
                </a:lnTo>
                <a:lnTo>
                  <a:pt x="2009953" y="2109"/>
                </a:lnTo>
                <a:lnTo>
                  <a:pt x="2009953" y="26625"/>
                </a:lnTo>
                <a:lnTo>
                  <a:pt x="2021881" y="26625"/>
                </a:lnTo>
                <a:lnTo>
                  <a:pt x="2021881" y="35851"/>
                </a:lnTo>
                <a:lnTo>
                  <a:pt x="2009953" y="35851"/>
                </a:lnTo>
                <a:lnTo>
                  <a:pt x="2009953" y="76777"/>
                </a:lnTo>
                <a:cubicBezTo>
                  <a:pt x="2009953" y="80160"/>
                  <a:pt x="2010161" y="82335"/>
                  <a:pt x="2010579" y="83302"/>
                </a:cubicBezTo>
                <a:cubicBezTo>
                  <a:pt x="2010996" y="84268"/>
                  <a:pt x="2011677" y="85037"/>
                  <a:pt x="2012622" y="85608"/>
                </a:cubicBezTo>
                <a:cubicBezTo>
                  <a:pt x="2013566" y="86179"/>
                  <a:pt x="2014917" y="86465"/>
                  <a:pt x="2016675" y="86465"/>
                </a:cubicBezTo>
                <a:cubicBezTo>
                  <a:pt x="2017993" y="86465"/>
                  <a:pt x="2019728" y="86355"/>
                  <a:pt x="2021881" y="86136"/>
                </a:cubicBezTo>
                <a:close/>
                <a:moveTo>
                  <a:pt x="2028758" y="75657"/>
                </a:moveTo>
                <a:lnTo>
                  <a:pt x="2040488" y="73812"/>
                </a:lnTo>
                <a:cubicBezTo>
                  <a:pt x="2041147" y="78492"/>
                  <a:pt x="2042982" y="82079"/>
                  <a:pt x="2045991" y="84572"/>
                </a:cubicBezTo>
                <a:cubicBezTo>
                  <a:pt x="2049001" y="87064"/>
                  <a:pt x="2053208" y="88310"/>
                  <a:pt x="2058612" y="88310"/>
                </a:cubicBezTo>
                <a:cubicBezTo>
                  <a:pt x="2064060" y="88310"/>
                  <a:pt x="2068102" y="87210"/>
                  <a:pt x="2070738" y="85009"/>
                </a:cubicBezTo>
                <a:cubicBezTo>
                  <a:pt x="2073374" y="82807"/>
                  <a:pt x="2074692" y="80224"/>
                  <a:pt x="2074692" y="77261"/>
                </a:cubicBezTo>
                <a:cubicBezTo>
                  <a:pt x="2074692" y="74602"/>
                  <a:pt x="2073528" y="72509"/>
                  <a:pt x="2071199" y="70984"/>
                </a:cubicBezTo>
                <a:cubicBezTo>
                  <a:pt x="2069574" y="69938"/>
                  <a:pt x="2065532" y="68608"/>
                  <a:pt x="2059073" y="66995"/>
                </a:cubicBezTo>
                <a:cubicBezTo>
                  <a:pt x="2050374" y="64797"/>
                  <a:pt x="2044344" y="62895"/>
                  <a:pt x="2040983" y="61290"/>
                </a:cubicBezTo>
                <a:cubicBezTo>
                  <a:pt x="2037622" y="59685"/>
                  <a:pt x="2035073" y="57464"/>
                  <a:pt x="2033338" y="54628"/>
                </a:cubicBezTo>
                <a:cubicBezTo>
                  <a:pt x="2031602" y="51791"/>
                  <a:pt x="2030735" y="48658"/>
                  <a:pt x="2030735" y="45228"/>
                </a:cubicBezTo>
                <a:cubicBezTo>
                  <a:pt x="2030735" y="42106"/>
                  <a:pt x="2031449" y="39214"/>
                  <a:pt x="2032876" y="36554"/>
                </a:cubicBezTo>
                <a:cubicBezTo>
                  <a:pt x="2034304" y="33893"/>
                  <a:pt x="2036249" y="31683"/>
                  <a:pt x="2038709" y="29924"/>
                </a:cubicBezTo>
                <a:cubicBezTo>
                  <a:pt x="2040554" y="28561"/>
                  <a:pt x="2043070" y="27407"/>
                  <a:pt x="2046255" y="26462"/>
                </a:cubicBezTo>
                <a:cubicBezTo>
                  <a:pt x="2049440" y="25516"/>
                  <a:pt x="2052856" y="25043"/>
                  <a:pt x="2056503" y="25043"/>
                </a:cubicBezTo>
                <a:cubicBezTo>
                  <a:pt x="2061995" y="25043"/>
                  <a:pt x="2066817" y="25840"/>
                  <a:pt x="2070969" y="27432"/>
                </a:cubicBezTo>
                <a:cubicBezTo>
                  <a:pt x="2075120" y="29024"/>
                  <a:pt x="2078185" y="31180"/>
                  <a:pt x="2080162" y="33901"/>
                </a:cubicBezTo>
                <a:cubicBezTo>
                  <a:pt x="2082139" y="36621"/>
                  <a:pt x="2083501" y="40259"/>
                  <a:pt x="2084248" y="44814"/>
                </a:cubicBezTo>
                <a:lnTo>
                  <a:pt x="2072649" y="46396"/>
                </a:lnTo>
                <a:cubicBezTo>
                  <a:pt x="2072122" y="42793"/>
                  <a:pt x="2070595" y="39981"/>
                  <a:pt x="2068069" y="37960"/>
                </a:cubicBezTo>
                <a:cubicBezTo>
                  <a:pt x="2065543" y="35939"/>
                  <a:pt x="2061973" y="34929"/>
                  <a:pt x="2057360" y="34929"/>
                </a:cubicBezTo>
                <a:cubicBezTo>
                  <a:pt x="2051912" y="34929"/>
                  <a:pt x="2048023" y="35825"/>
                  <a:pt x="2045695" y="37618"/>
                </a:cubicBezTo>
                <a:cubicBezTo>
                  <a:pt x="2043366" y="39410"/>
                  <a:pt x="2042202" y="41509"/>
                  <a:pt x="2042202" y="43914"/>
                </a:cubicBezTo>
                <a:cubicBezTo>
                  <a:pt x="2042202" y="45444"/>
                  <a:pt x="2042685" y="46821"/>
                  <a:pt x="2043652" y="48046"/>
                </a:cubicBezTo>
                <a:cubicBezTo>
                  <a:pt x="2044618" y="49313"/>
                  <a:pt x="2046134" y="50362"/>
                  <a:pt x="2048199" y="51192"/>
                </a:cubicBezTo>
                <a:cubicBezTo>
                  <a:pt x="2049385" y="51630"/>
                  <a:pt x="2052878" y="52636"/>
                  <a:pt x="2058678" y="54210"/>
                </a:cubicBezTo>
                <a:cubicBezTo>
                  <a:pt x="2067069" y="56449"/>
                  <a:pt x="2072924" y="58282"/>
                  <a:pt x="2076241" y="59708"/>
                </a:cubicBezTo>
                <a:cubicBezTo>
                  <a:pt x="2079558" y="61135"/>
                  <a:pt x="2082161" y="63209"/>
                  <a:pt x="2084050" y="65932"/>
                </a:cubicBezTo>
                <a:cubicBezTo>
                  <a:pt x="2085940" y="68653"/>
                  <a:pt x="2086884" y="72033"/>
                  <a:pt x="2086884" y="76071"/>
                </a:cubicBezTo>
                <a:cubicBezTo>
                  <a:pt x="2086884" y="80022"/>
                  <a:pt x="2085731" y="83743"/>
                  <a:pt x="2083424" y="87233"/>
                </a:cubicBezTo>
                <a:cubicBezTo>
                  <a:pt x="2081118" y="90722"/>
                  <a:pt x="2077790" y="93421"/>
                  <a:pt x="2073440" y="95331"/>
                </a:cubicBezTo>
                <a:cubicBezTo>
                  <a:pt x="2069090" y="97241"/>
                  <a:pt x="2064170" y="98196"/>
                  <a:pt x="2058678" y="98196"/>
                </a:cubicBezTo>
                <a:cubicBezTo>
                  <a:pt x="2049583" y="98196"/>
                  <a:pt x="2042652" y="96301"/>
                  <a:pt x="2037885" y="92512"/>
                </a:cubicBezTo>
                <a:cubicBezTo>
                  <a:pt x="2033118" y="88722"/>
                  <a:pt x="2030076" y="83104"/>
                  <a:pt x="2028758" y="756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thatmaybeviolatedifaprivateemployer">
            <a:extLst xmlns:a="http://schemas.openxmlformats.org/drawingml/2006/main">
              <a:ext uri="{FF2B5EF4-FFF2-40B4-BE49-F238E27FC236}">
                <a16:creationId xmlns:a16="http://schemas.microsoft.com/office/drawing/2014/main" id="{E63BF000-F5B0-45DF-AB31-E7091D8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97" y="2986700"/>
            <a:ext cx="2459974" cy="126666"/>
          </a:xfrm>
          <a:custGeom xmlns:a="http://schemas.openxmlformats.org/drawingml/2006/main">
            <a:pathLst>
              <a:path w="2459974" h="126666">
                <a:moveTo>
                  <a:pt x="32424" y="87717"/>
                </a:moveTo>
                <a:lnTo>
                  <a:pt x="34138" y="98196"/>
                </a:lnTo>
                <a:cubicBezTo>
                  <a:pt x="30799" y="98811"/>
                  <a:pt x="27811" y="99119"/>
                  <a:pt x="25175" y="99119"/>
                </a:cubicBezTo>
                <a:cubicBezTo>
                  <a:pt x="20869" y="99119"/>
                  <a:pt x="17530" y="98438"/>
                  <a:pt x="15158" y="97076"/>
                </a:cubicBezTo>
                <a:cubicBezTo>
                  <a:pt x="12785" y="95713"/>
                  <a:pt x="11116" y="93923"/>
                  <a:pt x="10149" y="91704"/>
                </a:cubicBezTo>
                <a:cubicBezTo>
                  <a:pt x="9183" y="89486"/>
                  <a:pt x="8699" y="84817"/>
                  <a:pt x="8699" y="77700"/>
                </a:cubicBezTo>
                <a:lnTo>
                  <a:pt x="8699" y="37433"/>
                </a:lnTo>
                <a:lnTo>
                  <a:pt x="0" y="37433"/>
                </a:lnTo>
                <a:lnTo>
                  <a:pt x="0" y="28207"/>
                </a:lnTo>
                <a:lnTo>
                  <a:pt x="8699" y="28207"/>
                </a:lnTo>
                <a:lnTo>
                  <a:pt x="8699" y="10827"/>
                </a:lnTo>
                <a:lnTo>
                  <a:pt x="20496" y="3691"/>
                </a:lnTo>
                <a:lnTo>
                  <a:pt x="20496" y="28207"/>
                </a:lnTo>
                <a:lnTo>
                  <a:pt x="32424" y="28207"/>
                </a:lnTo>
                <a:lnTo>
                  <a:pt x="32424" y="37433"/>
                </a:lnTo>
                <a:lnTo>
                  <a:pt x="20496" y="37433"/>
                </a:lnTo>
                <a:lnTo>
                  <a:pt x="20496" y="78359"/>
                </a:lnTo>
                <a:cubicBezTo>
                  <a:pt x="20496" y="81742"/>
                  <a:pt x="20705" y="83917"/>
                  <a:pt x="21122" y="84883"/>
                </a:cubicBezTo>
                <a:cubicBezTo>
                  <a:pt x="21539" y="85850"/>
                  <a:pt x="22220" y="86619"/>
                  <a:pt x="23165" y="87190"/>
                </a:cubicBezTo>
                <a:cubicBezTo>
                  <a:pt x="24110" y="87761"/>
                  <a:pt x="25461" y="88047"/>
                  <a:pt x="27218" y="88047"/>
                </a:cubicBezTo>
                <a:cubicBezTo>
                  <a:pt x="28536" y="88047"/>
                  <a:pt x="30272" y="87937"/>
                  <a:pt x="32424" y="87717"/>
                </a:cubicBezTo>
                <a:close/>
                <a:moveTo>
                  <a:pt x="44046" y="98196"/>
                </a:moveTo>
                <a:lnTo>
                  <a:pt x="44046" y="1582"/>
                </a:lnTo>
                <a:lnTo>
                  <a:pt x="55909" y="1582"/>
                </a:lnTo>
                <a:lnTo>
                  <a:pt x="55909" y="36247"/>
                </a:lnTo>
                <a:cubicBezTo>
                  <a:pt x="61444" y="29832"/>
                  <a:pt x="68430" y="26625"/>
                  <a:pt x="76866" y="26625"/>
                </a:cubicBezTo>
                <a:cubicBezTo>
                  <a:pt x="82050" y="26625"/>
                  <a:pt x="86554" y="27646"/>
                  <a:pt x="90376" y="29689"/>
                </a:cubicBezTo>
                <a:cubicBezTo>
                  <a:pt x="94198" y="31732"/>
                  <a:pt x="96933" y="34555"/>
                  <a:pt x="98581" y="38158"/>
                </a:cubicBezTo>
                <a:cubicBezTo>
                  <a:pt x="100229" y="41761"/>
                  <a:pt x="101052" y="46989"/>
                  <a:pt x="101052" y="53843"/>
                </a:cubicBezTo>
                <a:lnTo>
                  <a:pt x="101052" y="98196"/>
                </a:lnTo>
                <a:lnTo>
                  <a:pt x="89190" y="98196"/>
                </a:lnTo>
                <a:lnTo>
                  <a:pt x="89190" y="53843"/>
                </a:lnTo>
                <a:cubicBezTo>
                  <a:pt x="89190" y="47912"/>
                  <a:pt x="87905" y="43595"/>
                  <a:pt x="85334" y="40893"/>
                </a:cubicBezTo>
                <a:cubicBezTo>
                  <a:pt x="82764" y="38191"/>
                  <a:pt x="79128" y="36840"/>
                  <a:pt x="74427" y="36840"/>
                </a:cubicBezTo>
                <a:cubicBezTo>
                  <a:pt x="70913" y="36840"/>
                  <a:pt x="67606" y="37752"/>
                  <a:pt x="64509" y="39575"/>
                </a:cubicBezTo>
                <a:cubicBezTo>
                  <a:pt x="61412" y="41398"/>
                  <a:pt x="59204" y="43870"/>
                  <a:pt x="57886" y="46989"/>
                </a:cubicBezTo>
                <a:cubicBezTo>
                  <a:pt x="56568" y="50108"/>
                  <a:pt x="55909" y="54414"/>
                  <a:pt x="55909" y="59906"/>
                </a:cubicBezTo>
                <a:lnTo>
                  <a:pt x="55909" y="98196"/>
                </a:lnTo>
                <a:lnTo>
                  <a:pt x="44046" y="98196"/>
                </a:lnTo>
                <a:close/>
                <a:moveTo>
                  <a:pt x="164760" y="89554"/>
                </a:moveTo>
                <a:cubicBezTo>
                  <a:pt x="160367" y="93292"/>
                  <a:pt x="156138" y="95930"/>
                  <a:pt x="152074" y="97469"/>
                </a:cubicBezTo>
                <a:cubicBezTo>
                  <a:pt x="148010" y="99008"/>
                  <a:pt x="143649" y="99778"/>
                  <a:pt x="138992" y="99778"/>
                </a:cubicBezTo>
                <a:cubicBezTo>
                  <a:pt x="131303" y="99778"/>
                  <a:pt x="125394" y="97898"/>
                  <a:pt x="121264" y="94139"/>
                </a:cubicBezTo>
                <a:cubicBezTo>
                  <a:pt x="117134" y="90379"/>
                  <a:pt x="115069" y="85576"/>
                  <a:pt x="115069" y="79729"/>
                </a:cubicBezTo>
                <a:cubicBezTo>
                  <a:pt x="115069" y="76300"/>
                  <a:pt x="115849" y="73168"/>
                  <a:pt x="117409" y="70333"/>
                </a:cubicBezTo>
                <a:cubicBezTo>
                  <a:pt x="118968" y="67497"/>
                  <a:pt x="121011" y="65221"/>
                  <a:pt x="123538" y="63506"/>
                </a:cubicBezTo>
                <a:cubicBezTo>
                  <a:pt x="126064" y="61791"/>
                  <a:pt x="128909" y="60494"/>
                  <a:pt x="132072" y="59616"/>
                </a:cubicBezTo>
                <a:cubicBezTo>
                  <a:pt x="134401" y="58999"/>
                  <a:pt x="137916" y="58405"/>
                  <a:pt x="142617" y="57834"/>
                </a:cubicBezTo>
                <a:cubicBezTo>
                  <a:pt x="152195" y="56700"/>
                  <a:pt x="159246" y="55348"/>
                  <a:pt x="163772" y="53777"/>
                </a:cubicBezTo>
                <a:cubicBezTo>
                  <a:pt x="163816" y="52158"/>
                  <a:pt x="163838" y="51130"/>
                  <a:pt x="163838" y="50692"/>
                </a:cubicBezTo>
                <a:cubicBezTo>
                  <a:pt x="163838" y="45877"/>
                  <a:pt x="162717" y="42485"/>
                  <a:pt x="160477" y="40516"/>
                </a:cubicBezTo>
                <a:cubicBezTo>
                  <a:pt x="157445" y="37846"/>
                  <a:pt x="152942" y="36510"/>
                  <a:pt x="146966" y="36510"/>
                </a:cubicBezTo>
                <a:cubicBezTo>
                  <a:pt x="141387" y="36510"/>
                  <a:pt x="137268" y="37488"/>
                  <a:pt x="134609" y="39443"/>
                </a:cubicBezTo>
                <a:cubicBezTo>
                  <a:pt x="131951" y="41398"/>
                  <a:pt x="129985" y="44858"/>
                  <a:pt x="128711" y="49823"/>
                </a:cubicBezTo>
                <a:lnTo>
                  <a:pt x="117112" y="48241"/>
                </a:lnTo>
                <a:cubicBezTo>
                  <a:pt x="118167" y="43261"/>
                  <a:pt x="119902" y="39240"/>
                  <a:pt x="122319" y="36177"/>
                </a:cubicBezTo>
                <a:cubicBezTo>
                  <a:pt x="124735" y="33114"/>
                  <a:pt x="128228" y="30756"/>
                  <a:pt x="132797" y="29105"/>
                </a:cubicBezTo>
                <a:cubicBezTo>
                  <a:pt x="137366" y="27451"/>
                  <a:pt x="142661" y="26625"/>
                  <a:pt x="148680" y="26625"/>
                </a:cubicBezTo>
                <a:cubicBezTo>
                  <a:pt x="154655" y="26625"/>
                  <a:pt x="159510" y="27328"/>
                  <a:pt x="163244" y="28734"/>
                </a:cubicBezTo>
                <a:cubicBezTo>
                  <a:pt x="166979" y="30140"/>
                  <a:pt x="169725" y="31908"/>
                  <a:pt x="171482" y="34039"/>
                </a:cubicBezTo>
                <a:cubicBezTo>
                  <a:pt x="173240" y="36170"/>
                  <a:pt x="174470" y="38861"/>
                  <a:pt x="175173" y="42112"/>
                </a:cubicBezTo>
                <a:cubicBezTo>
                  <a:pt x="175568" y="44133"/>
                  <a:pt x="175766" y="47780"/>
                  <a:pt x="175766" y="53052"/>
                </a:cubicBezTo>
                <a:lnTo>
                  <a:pt x="175766" y="68869"/>
                </a:lnTo>
                <a:cubicBezTo>
                  <a:pt x="175766" y="79897"/>
                  <a:pt x="176019" y="86871"/>
                  <a:pt x="176524" y="89793"/>
                </a:cubicBezTo>
                <a:cubicBezTo>
                  <a:pt x="177029" y="92715"/>
                  <a:pt x="178029" y="95516"/>
                  <a:pt x="179523" y="98196"/>
                </a:cubicBezTo>
                <a:lnTo>
                  <a:pt x="167133" y="98196"/>
                </a:lnTo>
                <a:cubicBezTo>
                  <a:pt x="165903" y="95733"/>
                  <a:pt x="165112" y="92852"/>
                  <a:pt x="164760" y="89554"/>
                </a:cubicBezTo>
                <a:moveTo>
                  <a:pt x="163772" y="63004"/>
                </a:moveTo>
                <a:cubicBezTo>
                  <a:pt x="159466" y="64776"/>
                  <a:pt x="153007" y="66282"/>
                  <a:pt x="144396" y="67522"/>
                </a:cubicBezTo>
                <a:cubicBezTo>
                  <a:pt x="139519" y="68228"/>
                  <a:pt x="136070" y="69022"/>
                  <a:pt x="134049" y="69905"/>
                </a:cubicBezTo>
                <a:cubicBezTo>
                  <a:pt x="132028" y="70786"/>
                  <a:pt x="130469" y="72077"/>
                  <a:pt x="129370" y="73777"/>
                </a:cubicBezTo>
                <a:cubicBezTo>
                  <a:pt x="128272" y="75475"/>
                  <a:pt x="127723" y="77361"/>
                  <a:pt x="127723" y="79434"/>
                </a:cubicBezTo>
                <a:cubicBezTo>
                  <a:pt x="127723" y="82610"/>
                  <a:pt x="128920" y="85257"/>
                  <a:pt x="131314" y="87375"/>
                </a:cubicBezTo>
                <a:cubicBezTo>
                  <a:pt x="133709" y="89493"/>
                  <a:pt x="137213" y="90551"/>
                  <a:pt x="141826" y="90551"/>
                </a:cubicBezTo>
                <a:cubicBezTo>
                  <a:pt x="146395" y="90551"/>
                  <a:pt x="150459" y="89547"/>
                  <a:pt x="154018" y="87538"/>
                </a:cubicBezTo>
                <a:cubicBezTo>
                  <a:pt x="157577" y="85529"/>
                  <a:pt x="160191" y="82781"/>
                  <a:pt x="161860" y="79294"/>
                </a:cubicBezTo>
                <a:cubicBezTo>
                  <a:pt x="163135" y="76600"/>
                  <a:pt x="163772" y="72627"/>
                  <a:pt x="163772" y="67374"/>
                </a:cubicBezTo>
                <a:lnTo>
                  <a:pt x="163772" y="63004"/>
                </a:lnTo>
                <a:close/>
                <a:moveTo>
                  <a:pt x="220033" y="87717"/>
                </a:moveTo>
                <a:lnTo>
                  <a:pt x="221746" y="98196"/>
                </a:lnTo>
                <a:cubicBezTo>
                  <a:pt x="218407" y="98811"/>
                  <a:pt x="215419" y="99119"/>
                  <a:pt x="212783" y="99119"/>
                </a:cubicBezTo>
                <a:cubicBezTo>
                  <a:pt x="208477" y="99119"/>
                  <a:pt x="205138" y="98438"/>
                  <a:pt x="202766" y="97076"/>
                </a:cubicBezTo>
                <a:cubicBezTo>
                  <a:pt x="200393" y="95713"/>
                  <a:pt x="198724" y="93923"/>
                  <a:pt x="197757" y="91704"/>
                </a:cubicBezTo>
                <a:cubicBezTo>
                  <a:pt x="196791" y="89486"/>
                  <a:pt x="196307" y="84817"/>
                  <a:pt x="196307" y="77700"/>
                </a:cubicBezTo>
                <a:lnTo>
                  <a:pt x="196307" y="37433"/>
                </a:lnTo>
                <a:lnTo>
                  <a:pt x="187608" y="37433"/>
                </a:lnTo>
                <a:lnTo>
                  <a:pt x="187608" y="28207"/>
                </a:lnTo>
                <a:lnTo>
                  <a:pt x="196307" y="28207"/>
                </a:lnTo>
                <a:lnTo>
                  <a:pt x="196307" y="10827"/>
                </a:lnTo>
                <a:lnTo>
                  <a:pt x="208104" y="3691"/>
                </a:lnTo>
                <a:lnTo>
                  <a:pt x="208104" y="28207"/>
                </a:lnTo>
                <a:lnTo>
                  <a:pt x="220033" y="28207"/>
                </a:lnTo>
                <a:lnTo>
                  <a:pt x="220033" y="37433"/>
                </a:lnTo>
                <a:lnTo>
                  <a:pt x="208104" y="37433"/>
                </a:lnTo>
                <a:lnTo>
                  <a:pt x="208104" y="78359"/>
                </a:lnTo>
                <a:cubicBezTo>
                  <a:pt x="208104" y="81742"/>
                  <a:pt x="208313" y="83917"/>
                  <a:pt x="208730" y="84883"/>
                </a:cubicBezTo>
                <a:cubicBezTo>
                  <a:pt x="209148" y="85850"/>
                  <a:pt x="209829" y="86619"/>
                  <a:pt x="210773" y="87190"/>
                </a:cubicBezTo>
                <a:cubicBezTo>
                  <a:pt x="211718" y="87761"/>
                  <a:pt x="213069" y="88047"/>
                  <a:pt x="214826" y="88047"/>
                </a:cubicBezTo>
                <a:cubicBezTo>
                  <a:pt x="216144" y="88047"/>
                  <a:pt x="217880" y="87937"/>
                  <a:pt x="220033" y="87717"/>
                </a:cubicBezTo>
                <a:close/>
                <a:moveTo>
                  <a:pt x="269176" y="98196"/>
                </a:moveTo>
                <a:lnTo>
                  <a:pt x="269176" y="28207"/>
                </a:lnTo>
                <a:lnTo>
                  <a:pt x="279786" y="28207"/>
                </a:lnTo>
                <a:lnTo>
                  <a:pt x="279786" y="37960"/>
                </a:lnTo>
                <a:cubicBezTo>
                  <a:pt x="281983" y="34553"/>
                  <a:pt x="284905" y="31811"/>
                  <a:pt x="288551" y="29737"/>
                </a:cubicBezTo>
                <a:cubicBezTo>
                  <a:pt x="292198" y="27662"/>
                  <a:pt x="296350" y="26625"/>
                  <a:pt x="301007" y="26625"/>
                </a:cubicBezTo>
                <a:cubicBezTo>
                  <a:pt x="306191" y="26625"/>
                  <a:pt x="310442" y="27696"/>
                  <a:pt x="313759" y="29838"/>
                </a:cubicBezTo>
                <a:cubicBezTo>
                  <a:pt x="317076" y="31978"/>
                  <a:pt x="319416" y="34971"/>
                  <a:pt x="320778" y="38817"/>
                </a:cubicBezTo>
                <a:cubicBezTo>
                  <a:pt x="326314" y="30689"/>
                  <a:pt x="333519" y="26625"/>
                  <a:pt x="342394" y="26625"/>
                </a:cubicBezTo>
                <a:cubicBezTo>
                  <a:pt x="349336" y="26625"/>
                  <a:pt x="354674" y="28547"/>
                  <a:pt x="358409" y="32391"/>
                </a:cubicBezTo>
                <a:cubicBezTo>
                  <a:pt x="362143" y="36236"/>
                  <a:pt x="364011" y="42156"/>
                  <a:pt x="364011" y="50152"/>
                </a:cubicBezTo>
                <a:lnTo>
                  <a:pt x="364011" y="98196"/>
                </a:lnTo>
                <a:lnTo>
                  <a:pt x="352214" y="98196"/>
                </a:lnTo>
                <a:lnTo>
                  <a:pt x="352214" y="54059"/>
                </a:lnTo>
                <a:cubicBezTo>
                  <a:pt x="352214" y="49309"/>
                  <a:pt x="351829" y="45889"/>
                  <a:pt x="351061" y="43801"/>
                </a:cubicBezTo>
                <a:cubicBezTo>
                  <a:pt x="350292" y="41711"/>
                  <a:pt x="348897" y="40029"/>
                  <a:pt x="346876" y="38753"/>
                </a:cubicBezTo>
                <a:cubicBezTo>
                  <a:pt x="344855" y="37478"/>
                  <a:pt x="342482" y="36840"/>
                  <a:pt x="339758" y="36840"/>
                </a:cubicBezTo>
                <a:cubicBezTo>
                  <a:pt x="334837" y="36840"/>
                  <a:pt x="330751" y="38479"/>
                  <a:pt x="327500" y="41756"/>
                </a:cubicBezTo>
                <a:cubicBezTo>
                  <a:pt x="324249" y="45032"/>
                  <a:pt x="322623" y="50277"/>
                  <a:pt x="322623" y="57490"/>
                </a:cubicBezTo>
                <a:lnTo>
                  <a:pt x="322623" y="98196"/>
                </a:lnTo>
                <a:lnTo>
                  <a:pt x="310761" y="98196"/>
                </a:lnTo>
                <a:lnTo>
                  <a:pt x="310761" y="52673"/>
                </a:lnTo>
                <a:cubicBezTo>
                  <a:pt x="310761" y="47395"/>
                  <a:pt x="309794" y="43437"/>
                  <a:pt x="307861" y="40798"/>
                </a:cubicBezTo>
                <a:cubicBezTo>
                  <a:pt x="305928" y="38159"/>
                  <a:pt x="302764" y="36840"/>
                  <a:pt x="298371" y="36840"/>
                </a:cubicBezTo>
                <a:cubicBezTo>
                  <a:pt x="295032" y="36840"/>
                  <a:pt x="291945" y="37720"/>
                  <a:pt x="289111" y="39480"/>
                </a:cubicBezTo>
                <a:cubicBezTo>
                  <a:pt x="286278" y="41239"/>
                  <a:pt x="284224" y="43812"/>
                  <a:pt x="282950" y="47199"/>
                </a:cubicBezTo>
                <a:cubicBezTo>
                  <a:pt x="281675" y="50585"/>
                  <a:pt x="281038" y="55467"/>
                  <a:pt x="281038" y="61844"/>
                </a:cubicBezTo>
                <a:lnTo>
                  <a:pt x="281038" y="98196"/>
                </a:lnTo>
                <a:lnTo>
                  <a:pt x="269176" y="98196"/>
                </a:lnTo>
                <a:close/>
                <a:moveTo>
                  <a:pt x="427277" y="89554"/>
                </a:moveTo>
                <a:cubicBezTo>
                  <a:pt x="422883" y="93292"/>
                  <a:pt x="418654" y="95930"/>
                  <a:pt x="414590" y="97469"/>
                </a:cubicBezTo>
                <a:cubicBezTo>
                  <a:pt x="410526" y="99008"/>
                  <a:pt x="406166" y="99778"/>
                  <a:pt x="401509" y="99778"/>
                </a:cubicBezTo>
                <a:cubicBezTo>
                  <a:pt x="393820" y="99778"/>
                  <a:pt x="387910" y="97898"/>
                  <a:pt x="383781" y="94139"/>
                </a:cubicBezTo>
                <a:cubicBezTo>
                  <a:pt x="379651" y="90379"/>
                  <a:pt x="377586" y="85576"/>
                  <a:pt x="377586" y="79729"/>
                </a:cubicBezTo>
                <a:cubicBezTo>
                  <a:pt x="377586" y="76300"/>
                  <a:pt x="378365" y="73168"/>
                  <a:pt x="379925" y="70333"/>
                </a:cubicBezTo>
                <a:cubicBezTo>
                  <a:pt x="381485" y="67497"/>
                  <a:pt x="383528" y="65221"/>
                  <a:pt x="386054" y="63506"/>
                </a:cubicBezTo>
                <a:cubicBezTo>
                  <a:pt x="388580" y="61791"/>
                  <a:pt x="391425" y="60494"/>
                  <a:pt x="394589" y="59616"/>
                </a:cubicBezTo>
                <a:cubicBezTo>
                  <a:pt x="396917" y="58999"/>
                  <a:pt x="400432" y="58405"/>
                  <a:pt x="405133" y="57834"/>
                </a:cubicBezTo>
                <a:cubicBezTo>
                  <a:pt x="414711" y="56700"/>
                  <a:pt x="421763" y="55348"/>
                  <a:pt x="426288" y="53777"/>
                </a:cubicBezTo>
                <a:cubicBezTo>
                  <a:pt x="426332" y="52158"/>
                  <a:pt x="426354" y="51130"/>
                  <a:pt x="426354" y="50692"/>
                </a:cubicBezTo>
                <a:cubicBezTo>
                  <a:pt x="426354" y="45877"/>
                  <a:pt x="425234" y="42485"/>
                  <a:pt x="422993" y="40516"/>
                </a:cubicBezTo>
                <a:cubicBezTo>
                  <a:pt x="419961" y="37846"/>
                  <a:pt x="415458" y="36510"/>
                  <a:pt x="409483" y="36510"/>
                </a:cubicBezTo>
                <a:cubicBezTo>
                  <a:pt x="403903" y="36510"/>
                  <a:pt x="399784" y="37488"/>
                  <a:pt x="397126" y="39443"/>
                </a:cubicBezTo>
                <a:cubicBezTo>
                  <a:pt x="394468" y="41398"/>
                  <a:pt x="392502" y="44858"/>
                  <a:pt x="391228" y="49823"/>
                </a:cubicBezTo>
                <a:lnTo>
                  <a:pt x="379629" y="48241"/>
                </a:lnTo>
                <a:cubicBezTo>
                  <a:pt x="380683" y="43261"/>
                  <a:pt x="382419" y="39240"/>
                  <a:pt x="384835" y="36177"/>
                </a:cubicBezTo>
                <a:cubicBezTo>
                  <a:pt x="387251" y="33114"/>
                  <a:pt x="390744" y="30756"/>
                  <a:pt x="395314" y="29105"/>
                </a:cubicBezTo>
                <a:cubicBezTo>
                  <a:pt x="399883" y="27451"/>
                  <a:pt x="405177" y="26625"/>
                  <a:pt x="411196" y="26625"/>
                </a:cubicBezTo>
                <a:cubicBezTo>
                  <a:pt x="417172" y="26625"/>
                  <a:pt x="422026" y="27328"/>
                  <a:pt x="425761" y="28734"/>
                </a:cubicBezTo>
                <a:cubicBezTo>
                  <a:pt x="429495" y="30140"/>
                  <a:pt x="432241" y="31908"/>
                  <a:pt x="433999" y="34039"/>
                </a:cubicBezTo>
                <a:cubicBezTo>
                  <a:pt x="435756" y="36170"/>
                  <a:pt x="436986" y="38861"/>
                  <a:pt x="437689" y="42112"/>
                </a:cubicBezTo>
                <a:cubicBezTo>
                  <a:pt x="438085" y="44133"/>
                  <a:pt x="438283" y="47780"/>
                  <a:pt x="438283" y="53052"/>
                </a:cubicBezTo>
                <a:lnTo>
                  <a:pt x="438283" y="68869"/>
                </a:lnTo>
                <a:cubicBezTo>
                  <a:pt x="438283" y="79897"/>
                  <a:pt x="438535" y="86871"/>
                  <a:pt x="439040" y="89793"/>
                </a:cubicBezTo>
                <a:cubicBezTo>
                  <a:pt x="439546" y="92715"/>
                  <a:pt x="440545" y="95516"/>
                  <a:pt x="442039" y="98196"/>
                </a:cubicBezTo>
                <a:lnTo>
                  <a:pt x="429649" y="98196"/>
                </a:lnTo>
                <a:cubicBezTo>
                  <a:pt x="428419" y="95733"/>
                  <a:pt x="427628" y="92852"/>
                  <a:pt x="427277" y="89554"/>
                </a:cubicBezTo>
                <a:moveTo>
                  <a:pt x="426288" y="63004"/>
                </a:moveTo>
                <a:cubicBezTo>
                  <a:pt x="421982" y="64776"/>
                  <a:pt x="415524" y="66282"/>
                  <a:pt x="406913" y="67522"/>
                </a:cubicBezTo>
                <a:cubicBezTo>
                  <a:pt x="402036" y="68228"/>
                  <a:pt x="398587" y="69022"/>
                  <a:pt x="396566" y="69905"/>
                </a:cubicBezTo>
                <a:cubicBezTo>
                  <a:pt x="394545" y="70786"/>
                  <a:pt x="392985" y="72077"/>
                  <a:pt x="391887" y="73777"/>
                </a:cubicBezTo>
                <a:cubicBezTo>
                  <a:pt x="390788" y="75475"/>
                  <a:pt x="390239" y="77361"/>
                  <a:pt x="390239" y="79434"/>
                </a:cubicBezTo>
                <a:cubicBezTo>
                  <a:pt x="390239" y="82610"/>
                  <a:pt x="391436" y="85257"/>
                  <a:pt x="393831" y="87375"/>
                </a:cubicBezTo>
                <a:cubicBezTo>
                  <a:pt x="396225" y="89493"/>
                  <a:pt x="399729" y="90551"/>
                  <a:pt x="404342" y="90551"/>
                </a:cubicBezTo>
                <a:cubicBezTo>
                  <a:pt x="408912" y="90551"/>
                  <a:pt x="412976" y="89547"/>
                  <a:pt x="416534" y="87538"/>
                </a:cubicBezTo>
                <a:cubicBezTo>
                  <a:pt x="420093" y="85529"/>
                  <a:pt x="422707" y="82781"/>
                  <a:pt x="424377" y="79294"/>
                </a:cubicBezTo>
                <a:cubicBezTo>
                  <a:pt x="425651" y="76600"/>
                  <a:pt x="426288" y="72627"/>
                  <a:pt x="426288" y="67374"/>
                </a:cubicBezTo>
                <a:lnTo>
                  <a:pt x="426288" y="63004"/>
                </a:lnTo>
                <a:close/>
                <a:moveTo>
                  <a:pt x="456122" y="125216"/>
                </a:moveTo>
                <a:lnTo>
                  <a:pt x="454804" y="114079"/>
                </a:lnTo>
                <a:cubicBezTo>
                  <a:pt x="457396" y="114782"/>
                  <a:pt x="459659" y="115133"/>
                  <a:pt x="461592" y="115133"/>
                </a:cubicBezTo>
                <a:cubicBezTo>
                  <a:pt x="464228" y="115133"/>
                  <a:pt x="466337" y="114688"/>
                  <a:pt x="467918" y="113798"/>
                </a:cubicBezTo>
                <a:cubicBezTo>
                  <a:pt x="469500" y="112910"/>
                  <a:pt x="470796" y="111666"/>
                  <a:pt x="471807" y="110065"/>
                </a:cubicBezTo>
                <a:cubicBezTo>
                  <a:pt x="472554" y="108865"/>
                  <a:pt x="473762" y="105887"/>
                  <a:pt x="475431" y="101131"/>
                </a:cubicBezTo>
                <a:cubicBezTo>
                  <a:pt x="475651" y="100463"/>
                  <a:pt x="476003" y="99485"/>
                  <a:pt x="476486" y="98196"/>
                </a:cubicBezTo>
                <a:lnTo>
                  <a:pt x="449927" y="28207"/>
                </a:lnTo>
                <a:lnTo>
                  <a:pt x="462712" y="28207"/>
                </a:lnTo>
                <a:lnTo>
                  <a:pt x="477277" y="68642"/>
                </a:lnTo>
                <a:cubicBezTo>
                  <a:pt x="479166" y="73772"/>
                  <a:pt x="480857" y="79164"/>
                  <a:pt x="482351" y="84817"/>
                </a:cubicBezTo>
                <a:cubicBezTo>
                  <a:pt x="483713" y="79382"/>
                  <a:pt x="485339" y="74078"/>
                  <a:pt x="487228" y="68906"/>
                </a:cubicBezTo>
                <a:lnTo>
                  <a:pt x="502188" y="28207"/>
                </a:lnTo>
                <a:lnTo>
                  <a:pt x="514051" y="28207"/>
                </a:lnTo>
                <a:lnTo>
                  <a:pt x="487426" y="99429"/>
                </a:lnTo>
                <a:cubicBezTo>
                  <a:pt x="484570" y="107124"/>
                  <a:pt x="482351" y="112421"/>
                  <a:pt x="480770" y="115322"/>
                </a:cubicBezTo>
                <a:cubicBezTo>
                  <a:pt x="478661" y="119235"/>
                  <a:pt x="476244" y="122104"/>
                  <a:pt x="473520" y="123929"/>
                </a:cubicBezTo>
                <a:cubicBezTo>
                  <a:pt x="470796" y="125754"/>
                  <a:pt x="467545" y="126666"/>
                  <a:pt x="463767" y="126666"/>
                </a:cubicBezTo>
                <a:cubicBezTo>
                  <a:pt x="461482" y="126666"/>
                  <a:pt x="458934" y="126183"/>
                  <a:pt x="456122" y="125216"/>
                </a:cubicBezTo>
                <a:close/>
                <a:moveTo>
                  <a:pt x="572595" y="98196"/>
                </a:moveTo>
                <a:lnTo>
                  <a:pt x="561590" y="98196"/>
                </a:lnTo>
                <a:lnTo>
                  <a:pt x="561590" y="1582"/>
                </a:lnTo>
                <a:lnTo>
                  <a:pt x="573452" y="1582"/>
                </a:lnTo>
                <a:lnTo>
                  <a:pt x="573452" y="36177"/>
                </a:lnTo>
                <a:cubicBezTo>
                  <a:pt x="578461" y="29809"/>
                  <a:pt x="584853" y="26625"/>
                  <a:pt x="592630" y="26625"/>
                </a:cubicBezTo>
                <a:cubicBezTo>
                  <a:pt x="596936" y="26625"/>
                  <a:pt x="601011" y="27493"/>
                  <a:pt x="604855" y="29228"/>
                </a:cubicBezTo>
                <a:cubicBezTo>
                  <a:pt x="608699" y="30964"/>
                  <a:pt x="611863" y="33402"/>
                  <a:pt x="614345" y="36543"/>
                </a:cubicBezTo>
                <a:cubicBezTo>
                  <a:pt x="616827" y="39685"/>
                  <a:pt x="618772" y="43474"/>
                  <a:pt x="620178" y="47912"/>
                </a:cubicBezTo>
                <a:cubicBezTo>
                  <a:pt x="621583" y="52349"/>
                  <a:pt x="622286" y="57094"/>
                  <a:pt x="622286" y="62147"/>
                </a:cubicBezTo>
                <a:cubicBezTo>
                  <a:pt x="622286" y="74141"/>
                  <a:pt x="619321" y="83412"/>
                  <a:pt x="613389" y="89958"/>
                </a:cubicBezTo>
                <a:cubicBezTo>
                  <a:pt x="607458" y="96504"/>
                  <a:pt x="600341" y="99778"/>
                  <a:pt x="592037" y="99778"/>
                </a:cubicBezTo>
                <a:cubicBezTo>
                  <a:pt x="583777" y="99778"/>
                  <a:pt x="577296" y="96285"/>
                  <a:pt x="572595" y="89299"/>
                </a:cubicBezTo>
                <a:lnTo>
                  <a:pt x="572595" y="98196"/>
                </a:lnTo>
                <a:moveTo>
                  <a:pt x="572464" y="62676"/>
                </a:moveTo>
                <a:cubicBezTo>
                  <a:pt x="572464" y="71027"/>
                  <a:pt x="573606" y="77060"/>
                  <a:pt x="575891" y="80777"/>
                </a:cubicBezTo>
                <a:cubicBezTo>
                  <a:pt x="579625" y="86854"/>
                  <a:pt x="584678" y="89892"/>
                  <a:pt x="591048" y="89892"/>
                </a:cubicBezTo>
                <a:cubicBezTo>
                  <a:pt x="596233" y="89892"/>
                  <a:pt x="600714" y="87651"/>
                  <a:pt x="604493" y="83170"/>
                </a:cubicBezTo>
                <a:cubicBezTo>
                  <a:pt x="608271" y="78688"/>
                  <a:pt x="610160" y="72010"/>
                  <a:pt x="610160" y="63135"/>
                </a:cubicBezTo>
                <a:cubicBezTo>
                  <a:pt x="610160" y="54042"/>
                  <a:pt x="608348" y="47332"/>
                  <a:pt x="604723" y="43004"/>
                </a:cubicBezTo>
                <a:cubicBezTo>
                  <a:pt x="601099" y="38675"/>
                  <a:pt x="596716" y="36510"/>
                  <a:pt x="591576" y="36510"/>
                </a:cubicBezTo>
                <a:cubicBezTo>
                  <a:pt x="586391" y="36510"/>
                  <a:pt x="581910" y="38751"/>
                  <a:pt x="578131" y="43233"/>
                </a:cubicBezTo>
                <a:cubicBezTo>
                  <a:pt x="574353" y="47714"/>
                  <a:pt x="572464" y="54195"/>
                  <a:pt x="572464" y="62676"/>
                </a:cubicBezTo>
                <a:close/>
                <a:moveTo>
                  <a:pt x="684610" y="75657"/>
                </a:moveTo>
                <a:lnTo>
                  <a:pt x="696868" y="77173"/>
                </a:lnTo>
                <a:cubicBezTo>
                  <a:pt x="694935" y="84334"/>
                  <a:pt x="691354" y="89892"/>
                  <a:pt x="686126" y="93846"/>
                </a:cubicBezTo>
                <a:cubicBezTo>
                  <a:pt x="680898" y="97800"/>
                  <a:pt x="674220" y="99778"/>
                  <a:pt x="666091" y="99778"/>
                </a:cubicBezTo>
                <a:cubicBezTo>
                  <a:pt x="655854" y="99778"/>
                  <a:pt x="647737" y="96625"/>
                  <a:pt x="641740" y="90320"/>
                </a:cubicBezTo>
                <a:cubicBezTo>
                  <a:pt x="635743" y="84016"/>
                  <a:pt x="632744" y="75174"/>
                  <a:pt x="632744" y="63794"/>
                </a:cubicBezTo>
                <a:cubicBezTo>
                  <a:pt x="632744" y="52020"/>
                  <a:pt x="635776" y="42881"/>
                  <a:pt x="641839" y="36379"/>
                </a:cubicBezTo>
                <a:cubicBezTo>
                  <a:pt x="647902" y="29876"/>
                  <a:pt x="655767" y="26625"/>
                  <a:pt x="665432" y="26625"/>
                </a:cubicBezTo>
                <a:cubicBezTo>
                  <a:pt x="674791" y="26625"/>
                  <a:pt x="682435" y="29805"/>
                  <a:pt x="688367" y="36166"/>
                </a:cubicBezTo>
                <a:cubicBezTo>
                  <a:pt x="694298" y="42526"/>
                  <a:pt x="697264" y="51474"/>
                  <a:pt x="697264" y="63010"/>
                </a:cubicBezTo>
                <a:cubicBezTo>
                  <a:pt x="697264" y="63711"/>
                  <a:pt x="697242" y="64764"/>
                  <a:pt x="697198" y="66167"/>
                </a:cubicBezTo>
                <a:lnTo>
                  <a:pt x="645002" y="66167"/>
                </a:lnTo>
                <a:cubicBezTo>
                  <a:pt x="645442" y="73834"/>
                  <a:pt x="647617" y="79704"/>
                  <a:pt x="651527" y="83780"/>
                </a:cubicBezTo>
                <a:cubicBezTo>
                  <a:pt x="655437" y="87855"/>
                  <a:pt x="660314" y="89892"/>
                  <a:pt x="666157" y="89892"/>
                </a:cubicBezTo>
                <a:cubicBezTo>
                  <a:pt x="670507" y="89892"/>
                  <a:pt x="674220" y="88761"/>
                  <a:pt x="677295" y="86498"/>
                </a:cubicBezTo>
                <a:cubicBezTo>
                  <a:pt x="680371" y="84234"/>
                  <a:pt x="682809" y="80620"/>
                  <a:pt x="684610" y="75657"/>
                </a:cubicBezTo>
                <a:moveTo>
                  <a:pt x="645661" y="56281"/>
                </a:moveTo>
                <a:lnTo>
                  <a:pt x="684742" y="56281"/>
                </a:lnTo>
                <a:cubicBezTo>
                  <a:pt x="684215" y="50490"/>
                  <a:pt x="682721" y="46147"/>
                  <a:pt x="680261" y="43251"/>
                </a:cubicBezTo>
                <a:cubicBezTo>
                  <a:pt x="676482" y="38757"/>
                  <a:pt x="671583" y="36510"/>
                  <a:pt x="665564" y="36510"/>
                </a:cubicBezTo>
                <a:cubicBezTo>
                  <a:pt x="660116" y="36510"/>
                  <a:pt x="655536" y="38304"/>
                  <a:pt x="651823" y="41892"/>
                </a:cubicBezTo>
                <a:cubicBezTo>
                  <a:pt x="648111" y="45478"/>
                  <a:pt x="646057" y="50275"/>
                  <a:pt x="645661" y="56281"/>
                </a:cubicBezTo>
                <a:close/>
                <a:moveTo>
                  <a:pt x="768705" y="98196"/>
                </a:moveTo>
                <a:lnTo>
                  <a:pt x="742080" y="28207"/>
                </a:lnTo>
                <a:lnTo>
                  <a:pt x="754602" y="28207"/>
                </a:lnTo>
                <a:lnTo>
                  <a:pt x="769628" y="70121"/>
                </a:lnTo>
                <a:cubicBezTo>
                  <a:pt x="771253" y="74646"/>
                  <a:pt x="772747" y="79348"/>
                  <a:pt x="774109" y="84224"/>
                </a:cubicBezTo>
                <a:cubicBezTo>
                  <a:pt x="775163" y="80534"/>
                  <a:pt x="776635" y="76096"/>
                  <a:pt x="778524" y="70912"/>
                </a:cubicBezTo>
                <a:lnTo>
                  <a:pt x="794078" y="28207"/>
                </a:lnTo>
                <a:lnTo>
                  <a:pt x="806270" y="28207"/>
                </a:lnTo>
                <a:lnTo>
                  <a:pt x="779777" y="98196"/>
                </a:lnTo>
                <a:lnTo>
                  <a:pt x="768705" y="98196"/>
                </a:lnTo>
                <a:close/>
                <a:moveTo>
                  <a:pt x="816814" y="15290"/>
                </a:moveTo>
                <a:lnTo>
                  <a:pt x="816814" y="1582"/>
                </a:lnTo>
                <a:lnTo>
                  <a:pt x="828677" y="1582"/>
                </a:lnTo>
                <a:lnTo>
                  <a:pt x="828677" y="15290"/>
                </a:lnTo>
                <a:lnTo>
                  <a:pt x="816814" y="15290"/>
                </a:lnTo>
                <a:moveTo>
                  <a:pt x="816814" y="98196"/>
                </a:moveTo>
                <a:lnTo>
                  <a:pt x="816814" y="28207"/>
                </a:lnTo>
                <a:lnTo>
                  <a:pt x="828677" y="28207"/>
                </a:lnTo>
                <a:lnTo>
                  <a:pt x="828677" y="98196"/>
                </a:lnTo>
                <a:lnTo>
                  <a:pt x="816814" y="98196"/>
                </a:lnTo>
                <a:close/>
                <a:moveTo>
                  <a:pt x="842296" y="63201"/>
                </a:moveTo>
                <a:cubicBezTo>
                  <a:pt x="842296" y="50240"/>
                  <a:pt x="845899" y="40640"/>
                  <a:pt x="853104" y="34402"/>
                </a:cubicBezTo>
                <a:cubicBezTo>
                  <a:pt x="859123" y="29217"/>
                  <a:pt x="866461" y="26625"/>
                  <a:pt x="875116" y="26625"/>
                </a:cubicBezTo>
                <a:cubicBezTo>
                  <a:pt x="884738" y="26625"/>
                  <a:pt x="892602" y="29777"/>
                  <a:pt x="898709" y="36082"/>
                </a:cubicBezTo>
                <a:cubicBezTo>
                  <a:pt x="904816" y="42387"/>
                  <a:pt x="907870" y="51097"/>
                  <a:pt x="907870" y="62213"/>
                </a:cubicBezTo>
                <a:cubicBezTo>
                  <a:pt x="907870" y="71219"/>
                  <a:pt x="906519" y="78304"/>
                  <a:pt x="903817" y="83466"/>
                </a:cubicBezTo>
                <a:cubicBezTo>
                  <a:pt x="901115" y="88629"/>
                  <a:pt x="897183" y="92638"/>
                  <a:pt x="892020" y="95494"/>
                </a:cubicBezTo>
                <a:cubicBezTo>
                  <a:pt x="886858" y="98350"/>
                  <a:pt x="881223" y="99778"/>
                  <a:pt x="875116" y="99778"/>
                </a:cubicBezTo>
                <a:cubicBezTo>
                  <a:pt x="865318" y="99778"/>
                  <a:pt x="857399" y="96636"/>
                  <a:pt x="851358" y="90353"/>
                </a:cubicBezTo>
                <a:cubicBezTo>
                  <a:pt x="845317" y="84071"/>
                  <a:pt x="842296" y="75020"/>
                  <a:pt x="842296" y="63201"/>
                </a:cubicBezTo>
                <a:moveTo>
                  <a:pt x="854488" y="63168"/>
                </a:moveTo>
                <a:cubicBezTo>
                  <a:pt x="854488" y="72098"/>
                  <a:pt x="856443" y="78785"/>
                  <a:pt x="860354" y="83228"/>
                </a:cubicBezTo>
                <a:cubicBezTo>
                  <a:pt x="864264" y="87671"/>
                  <a:pt x="869185" y="89892"/>
                  <a:pt x="875116" y="89892"/>
                </a:cubicBezTo>
                <a:cubicBezTo>
                  <a:pt x="881003" y="89892"/>
                  <a:pt x="885902" y="87660"/>
                  <a:pt x="889812" y="83195"/>
                </a:cubicBezTo>
                <a:cubicBezTo>
                  <a:pt x="893723" y="78730"/>
                  <a:pt x="895678" y="71923"/>
                  <a:pt x="895678" y="62775"/>
                </a:cubicBezTo>
                <a:cubicBezTo>
                  <a:pt x="895678" y="54151"/>
                  <a:pt x="893712" y="47618"/>
                  <a:pt x="889779" y="43175"/>
                </a:cubicBezTo>
                <a:cubicBezTo>
                  <a:pt x="885847" y="38732"/>
                  <a:pt x="880959" y="36510"/>
                  <a:pt x="875116" y="36510"/>
                </a:cubicBezTo>
                <a:cubicBezTo>
                  <a:pt x="869185" y="36510"/>
                  <a:pt x="864264" y="38721"/>
                  <a:pt x="860354" y="43142"/>
                </a:cubicBezTo>
                <a:cubicBezTo>
                  <a:pt x="856443" y="47563"/>
                  <a:pt x="854488" y="54238"/>
                  <a:pt x="854488" y="63168"/>
                </a:cubicBezTo>
                <a:close/>
                <a:moveTo>
                  <a:pt x="921491" y="98196"/>
                </a:moveTo>
                <a:lnTo>
                  <a:pt x="921491" y="1582"/>
                </a:lnTo>
                <a:lnTo>
                  <a:pt x="933354" y="1582"/>
                </a:lnTo>
                <a:lnTo>
                  <a:pt x="933354" y="98196"/>
                </a:lnTo>
                <a:lnTo>
                  <a:pt x="921491" y="98196"/>
                </a:lnTo>
                <a:close/>
                <a:moveTo>
                  <a:pt x="997389" y="89554"/>
                </a:moveTo>
                <a:cubicBezTo>
                  <a:pt x="992996" y="93292"/>
                  <a:pt x="988767" y="95930"/>
                  <a:pt x="984703" y="97469"/>
                </a:cubicBezTo>
                <a:cubicBezTo>
                  <a:pt x="980639" y="99008"/>
                  <a:pt x="976278" y="99778"/>
                  <a:pt x="971621" y="99778"/>
                </a:cubicBezTo>
                <a:cubicBezTo>
                  <a:pt x="963932" y="99778"/>
                  <a:pt x="958023" y="97898"/>
                  <a:pt x="953893" y="94139"/>
                </a:cubicBezTo>
                <a:cubicBezTo>
                  <a:pt x="949763" y="90379"/>
                  <a:pt x="947698" y="85576"/>
                  <a:pt x="947698" y="79729"/>
                </a:cubicBezTo>
                <a:cubicBezTo>
                  <a:pt x="947698" y="76300"/>
                  <a:pt x="948478" y="73168"/>
                  <a:pt x="950038" y="70333"/>
                </a:cubicBezTo>
                <a:cubicBezTo>
                  <a:pt x="951597" y="67497"/>
                  <a:pt x="953640" y="65221"/>
                  <a:pt x="956167" y="63506"/>
                </a:cubicBezTo>
                <a:cubicBezTo>
                  <a:pt x="958693" y="61791"/>
                  <a:pt x="961538" y="60494"/>
                  <a:pt x="964701" y="59616"/>
                </a:cubicBezTo>
                <a:cubicBezTo>
                  <a:pt x="967030" y="58999"/>
                  <a:pt x="970545" y="58405"/>
                  <a:pt x="975246" y="57834"/>
                </a:cubicBezTo>
                <a:cubicBezTo>
                  <a:pt x="984824" y="56700"/>
                  <a:pt x="991875" y="55348"/>
                  <a:pt x="996401" y="53777"/>
                </a:cubicBezTo>
                <a:cubicBezTo>
                  <a:pt x="996445" y="52158"/>
                  <a:pt x="996466" y="51130"/>
                  <a:pt x="996466" y="50692"/>
                </a:cubicBezTo>
                <a:cubicBezTo>
                  <a:pt x="996466" y="45877"/>
                  <a:pt x="995346" y="42485"/>
                  <a:pt x="993105" y="40516"/>
                </a:cubicBezTo>
                <a:cubicBezTo>
                  <a:pt x="990074" y="37846"/>
                  <a:pt x="985570" y="36510"/>
                  <a:pt x="979595" y="36510"/>
                </a:cubicBezTo>
                <a:cubicBezTo>
                  <a:pt x="974015" y="36510"/>
                  <a:pt x="969897" y="37488"/>
                  <a:pt x="967238" y="39443"/>
                </a:cubicBezTo>
                <a:cubicBezTo>
                  <a:pt x="964580" y="41398"/>
                  <a:pt x="962614" y="44858"/>
                  <a:pt x="961340" y="49823"/>
                </a:cubicBezTo>
                <a:lnTo>
                  <a:pt x="949741" y="48241"/>
                </a:lnTo>
                <a:cubicBezTo>
                  <a:pt x="950796" y="43261"/>
                  <a:pt x="952531" y="39240"/>
                  <a:pt x="954947" y="36177"/>
                </a:cubicBezTo>
                <a:cubicBezTo>
                  <a:pt x="957364" y="33114"/>
                  <a:pt x="960857" y="30756"/>
                  <a:pt x="965426" y="29105"/>
                </a:cubicBezTo>
                <a:cubicBezTo>
                  <a:pt x="969995" y="27451"/>
                  <a:pt x="975290" y="26625"/>
                  <a:pt x="981309" y="26625"/>
                </a:cubicBezTo>
                <a:cubicBezTo>
                  <a:pt x="987284" y="26625"/>
                  <a:pt x="992139" y="27328"/>
                  <a:pt x="995873" y="28734"/>
                </a:cubicBezTo>
                <a:cubicBezTo>
                  <a:pt x="999608" y="30140"/>
                  <a:pt x="1002354" y="31908"/>
                  <a:pt x="1004111" y="34039"/>
                </a:cubicBezTo>
                <a:cubicBezTo>
                  <a:pt x="1005869" y="36170"/>
                  <a:pt x="1007099" y="38861"/>
                  <a:pt x="1007802" y="42112"/>
                </a:cubicBezTo>
                <a:cubicBezTo>
                  <a:pt x="1008197" y="44133"/>
                  <a:pt x="1008395" y="47780"/>
                  <a:pt x="1008395" y="53052"/>
                </a:cubicBezTo>
                <a:lnTo>
                  <a:pt x="1008395" y="68869"/>
                </a:lnTo>
                <a:cubicBezTo>
                  <a:pt x="1008395" y="79897"/>
                  <a:pt x="1008648" y="86871"/>
                  <a:pt x="1009153" y="89793"/>
                </a:cubicBezTo>
                <a:cubicBezTo>
                  <a:pt x="1009658" y="92715"/>
                  <a:pt x="1010658" y="95516"/>
                  <a:pt x="1012151" y="98196"/>
                </a:cubicBezTo>
                <a:lnTo>
                  <a:pt x="999762" y="98196"/>
                </a:lnTo>
                <a:cubicBezTo>
                  <a:pt x="998531" y="95733"/>
                  <a:pt x="997741" y="92852"/>
                  <a:pt x="997389" y="89554"/>
                </a:cubicBezTo>
                <a:moveTo>
                  <a:pt x="996401" y="63004"/>
                </a:moveTo>
                <a:cubicBezTo>
                  <a:pt x="992095" y="64776"/>
                  <a:pt x="985636" y="66282"/>
                  <a:pt x="977025" y="67522"/>
                </a:cubicBezTo>
                <a:cubicBezTo>
                  <a:pt x="972148" y="68228"/>
                  <a:pt x="968699" y="69022"/>
                  <a:pt x="966678" y="69905"/>
                </a:cubicBezTo>
                <a:cubicBezTo>
                  <a:pt x="964657" y="70786"/>
                  <a:pt x="963097" y="72077"/>
                  <a:pt x="961999" y="73777"/>
                </a:cubicBezTo>
                <a:cubicBezTo>
                  <a:pt x="960901" y="75475"/>
                  <a:pt x="960352" y="77361"/>
                  <a:pt x="960352" y="79434"/>
                </a:cubicBezTo>
                <a:cubicBezTo>
                  <a:pt x="960352" y="82610"/>
                  <a:pt x="961549" y="85257"/>
                  <a:pt x="963943" y="87375"/>
                </a:cubicBezTo>
                <a:cubicBezTo>
                  <a:pt x="966338" y="89493"/>
                  <a:pt x="969842" y="90551"/>
                  <a:pt x="974455" y="90551"/>
                </a:cubicBezTo>
                <a:cubicBezTo>
                  <a:pt x="979024" y="90551"/>
                  <a:pt x="983088" y="89547"/>
                  <a:pt x="986647" y="87538"/>
                </a:cubicBezTo>
                <a:cubicBezTo>
                  <a:pt x="990206" y="85529"/>
                  <a:pt x="992820" y="82781"/>
                  <a:pt x="994489" y="79294"/>
                </a:cubicBezTo>
                <a:cubicBezTo>
                  <a:pt x="995764" y="76600"/>
                  <a:pt x="996401" y="72627"/>
                  <a:pt x="996401" y="67374"/>
                </a:cubicBezTo>
                <a:lnTo>
                  <a:pt x="996401" y="63004"/>
                </a:lnTo>
                <a:close/>
                <a:moveTo>
                  <a:pt x="1052662" y="87717"/>
                </a:moveTo>
                <a:lnTo>
                  <a:pt x="1054375" y="98196"/>
                </a:lnTo>
                <a:cubicBezTo>
                  <a:pt x="1051036" y="98811"/>
                  <a:pt x="1048048" y="99119"/>
                  <a:pt x="1045412" y="99119"/>
                </a:cubicBezTo>
                <a:cubicBezTo>
                  <a:pt x="1041107" y="99119"/>
                  <a:pt x="1037767" y="98438"/>
                  <a:pt x="1035395" y="97076"/>
                </a:cubicBezTo>
                <a:cubicBezTo>
                  <a:pt x="1033022" y="95713"/>
                  <a:pt x="1031353" y="93923"/>
                  <a:pt x="1030386" y="91704"/>
                </a:cubicBezTo>
                <a:cubicBezTo>
                  <a:pt x="1029420" y="89486"/>
                  <a:pt x="1028936" y="84817"/>
                  <a:pt x="1028936" y="77700"/>
                </a:cubicBezTo>
                <a:lnTo>
                  <a:pt x="1028936" y="37433"/>
                </a:lnTo>
                <a:lnTo>
                  <a:pt x="1020237" y="37433"/>
                </a:lnTo>
                <a:lnTo>
                  <a:pt x="1020237" y="28207"/>
                </a:lnTo>
                <a:lnTo>
                  <a:pt x="1028936" y="28207"/>
                </a:lnTo>
                <a:lnTo>
                  <a:pt x="1028936" y="10827"/>
                </a:lnTo>
                <a:lnTo>
                  <a:pt x="1040733" y="3691"/>
                </a:lnTo>
                <a:lnTo>
                  <a:pt x="1040733" y="28207"/>
                </a:lnTo>
                <a:lnTo>
                  <a:pt x="1052662" y="28207"/>
                </a:lnTo>
                <a:lnTo>
                  <a:pt x="1052662" y="37433"/>
                </a:lnTo>
                <a:lnTo>
                  <a:pt x="1040733" y="37433"/>
                </a:lnTo>
                <a:lnTo>
                  <a:pt x="1040733" y="78359"/>
                </a:lnTo>
                <a:cubicBezTo>
                  <a:pt x="1040733" y="81742"/>
                  <a:pt x="1040942" y="83917"/>
                  <a:pt x="1041359" y="84883"/>
                </a:cubicBezTo>
                <a:cubicBezTo>
                  <a:pt x="1041777" y="85850"/>
                  <a:pt x="1042458" y="86619"/>
                  <a:pt x="1043402" y="87190"/>
                </a:cubicBezTo>
                <a:cubicBezTo>
                  <a:pt x="1044347" y="87761"/>
                  <a:pt x="1045698" y="88047"/>
                  <a:pt x="1047455" y="88047"/>
                </a:cubicBezTo>
                <a:cubicBezTo>
                  <a:pt x="1048773" y="88047"/>
                  <a:pt x="1050509" y="87937"/>
                  <a:pt x="1052662" y="87717"/>
                </a:cubicBezTo>
                <a:close/>
                <a:moveTo>
                  <a:pt x="1112195" y="75657"/>
                </a:moveTo>
                <a:lnTo>
                  <a:pt x="1124453" y="77173"/>
                </a:lnTo>
                <a:cubicBezTo>
                  <a:pt x="1122520" y="84334"/>
                  <a:pt x="1118939" y="89892"/>
                  <a:pt x="1113710" y="93846"/>
                </a:cubicBezTo>
                <a:cubicBezTo>
                  <a:pt x="1108482" y="97800"/>
                  <a:pt x="1101804" y="99778"/>
                  <a:pt x="1093676" y="99778"/>
                </a:cubicBezTo>
                <a:cubicBezTo>
                  <a:pt x="1083439" y="99778"/>
                  <a:pt x="1075322" y="96625"/>
                  <a:pt x="1069325" y="90320"/>
                </a:cubicBezTo>
                <a:cubicBezTo>
                  <a:pt x="1063327" y="84016"/>
                  <a:pt x="1060329" y="75174"/>
                  <a:pt x="1060329" y="63794"/>
                </a:cubicBezTo>
                <a:cubicBezTo>
                  <a:pt x="1060329" y="52020"/>
                  <a:pt x="1063360" y="42881"/>
                  <a:pt x="1069424" y="36379"/>
                </a:cubicBezTo>
                <a:cubicBezTo>
                  <a:pt x="1075487" y="29876"/>
                  <a:pt x="1083351" y="26625"/>
                  <a:pt x="1093017" y="26625"/>
                </a:cubicBezTo>
                <a:cubicBezTo>
                  <a:pt x="1102375" y="26625"/>
                  <a:pt x="1110020" y="29805"/>
                  <a:pt x="1115951" y="36166"/>
                </a:cubicBezTo>
                <a:cubicBezTo>
                  <a:pt x="1121883" y="42526"/>
                  <a:pt x="1124848" y="51474"/>
                  <a:pt x="1124848" y="63010"/>
                </a:cubicBezTo>
                <a:cubicBezTo>
                  <a:pt x="1124848" y="63711"/>
                  <a:pt x="1124826" y="64764"/>
                  <a:pt x="1124782" y="66167"/>
                </a:cubicBezTo>
                <a:lnTo>
                  <a:pt x="1072587" y="66167"/>
                </a:lnTo>
                <a:cubicBezTo>
                  <a:pt x="1073026" y="73834"/>
                  <a:pt x="1075201" y="79704"/>
                  <a:pt x="1079111" y="83780"/>
                </a:cubicBezTo>
                <a:cubicBezTo>
                  <a:pt x="1083022" y="87855"/>
                  <a:pt x="1087898" y="89892"/>
                  <a:pt x="1093742" y="89892"/>
                </a:cubicBezTo>
                <a:cubicBezTo>
                  <a:pt x="1098091" y="89892"/>
                  <a:pt x="1101804" y="88761"/>
                  <a:pt x="1104879" y="86498"/>
                </a:cubicBezTo>
                <a:cubicBezTo>
                  <a:pt x="1107955" y="84234"/>
                  <a:pt x="1110393" y="80620"/>
                  <a:pt x="1112195" y="75657"/>
                </a:cubicBezTo>
                <a:moveTo>
                  <a:pt x="1073246" y="56281"/>
                </a:moveTo>
                <a:lnTo>
                  <a:pt x="1112327" y="56281"/>
                </a:lnTo>
                <a:cubicBezTo>
                  <a:pt x="1111799" y="50490"/>
                  <a:pt x="1110305" y="46147"/>
                  <a:pt x="1107845" y="43251"/>
                </a:cubicBezTo>
                <a:cubicBezTo>
                  <a:pt x="1104067" y="38757"/>
                  <a:pt x="1099168" y="36510"/>
                  <a:pt x="1093149" y="36510"/>
                </a:cubicBezTo>
                <a:cubicBezTo>
                  <a:pt x="1087701" y="36510"/>
                  <a:pt x="1083120" y="38304"/>
                  <a:pt x="1079408" y="41892"/>
                </a:cubicBezTo>
                <a:cubicBezTo>
                  <a:pt x="1075695" y="45478"/>
                  <a:pt x="1073641" y="50275"/>
                  <a:pt x="1073246" y="56281"/>
                </a:cubicBezTo>
                <a:close/>
                <a:moveTo>
                  <a:pt x="1184734" y="98196"/>
                </a:moveTo>
                <a:lnTo>
                  <a:pt x="1184734" y="89365"/>
                </a:lnTo>
                <a:cubicBezTo>
                  <a:pt x="1180296" y="96307"/>
                  <a:pt x="1173772" y="99778"/>
                  <a:pt x="1165160" y="99778"/>
                </a:cubicBezTo>
                <a:cubicBezTo>
                  <a:pt x="1159580" y="99778"/>
                  <a:pt x="1154451" y="98240"/>
                  <a:pt x="1149772" y="95164"/>
                </a:cubicBezTo>
                <a:cubicBezTo>
                  <a:pt x="1145093" y="92089"/>
                  <a:pt x="1141468" y="87794"/>
                  <a:pt x="1138898" y="82280"/>
                </a:cubicBezTo>
                <a:cubicBezTo>
                  <a:pt x="1136328" y="76766"/>
                  <a:pt x="1135042" y="70429"/>
                  <a:pt x="1135042" y="63267"/>
                </a:cubicBezTo>
                <a:cubicBezTo>
                  <a:pt x="1135042" y="56281"/>
                  <a:pt x="1136207" y="49944"/>
                  <a:pt x="1138535" y="44254"/>
                </a:cubicBezTo>
                <a:cubicBezTo>
                  <a:pt x="1140864" y="38564"/>
                  <a:pt x="1144357" y="34204"/>
                  <a:pt x="1149014" y="31172"/>
                </a:cubicBezTo>
                <a:cubicBezTo>
                  <a:pt x="1153671" y="28141"/>
                  <a:pt x="1158878" y="26625"/>
                  <a:pt x="1164633" y="26625"/>
                </a:cubicBezTo>
                <a:cubicBezTo>
                  <a:pt x="1168851" y="26625"/>
                  <a:pt x="1172607" y="27515"/>
                  <a:pt x="1175903" y="29294"/>
                </a:cubicBezTo>
                <a:cubicBezTo>
                  <a:pt x="1179198" y="31073"/>
                  <a:pt x="1181878" y="33391"/>
                  <a:pt x="1183943" y="36247"/>
                </a:cubicBezTo>
                <a:lnTo>
                  <a:pt x="1183943" y="1582"/>
                </a:lnTo>
                <a:lnTo>
                  <a:pt x="1195739" y="1582"/>
                </a:lnTo>
                <a:lnTo>
                  <a:pt x="1195739" y="98196"/>
                </a:lnTo>
                <a:lnTo>
                  <a:pt x="1184734" y="98196"/>
                </a:lnTo>
                <a:moveTo>
                  <a:pt x="1147235" y="63234"/>
                </a:moveTo>
                <a:cubicBezTo>
                  <a:pt x="1147235" y="72164"/>
                  <a:pt x="1149124" y="78840"/>
                  <a:pt x="1152902" y="83261"/>
                </a:cubicBezTo>
                <a:cubicBezTo>
                  <a:pt x="1156681" y="87682"/>
                  <a:pt x="1161140" y="89892"/>
                  <a:pt x="1166281" y="89892"/>
                </a:cubicBezTo>
                <a:cubicBezTo>
                  <a:pt x="1171465" y="89892"/>
                  <a:pt x="1175870" y="87780"/>
                  <a:pt x="1179494" y="83557"/>
                </a:cubicBezTo>
                <a:cubicBezTo>
                  <a:pt x="1183119" y="79332"/>
                  <a:pt x="1184931" y="72886"/>
                  <a:pt x="1184931" y="64219"/>
                </a:cubicBezTo>
                <a:cubicBezTo>
                  <a:pt x="1184931" y="54676"/>
                  <a:pt x="1183086" y="47673"/>
                  <a:pt x="1179395" y="43208"/>
                </a:cubicBezTo>
                <a:cubicBezTo>
                  <a:pt x="1175705" y="38743"/>
                  <a:pt x="1171157" y="36510"/>
                  <a:pt x="1165753" y="36510"/>
                </a:cubicBezTo>
                <a:cubicBezTo>
                  <a:pt x="1160481" y="36510"/>
                  <a:pt x="1156077" y="38656"/>
                  <a:pt x="1152540" y="42946"/>
                </a:cubicBezTo>
                <a:cubicBezTo>
                  <a:pt x="1149003" y="47235"/>
                  <a:pt x="1147235" y="53998"/>
                  <a:pt x="1147235" y="63234"/>
                </a:cubicBezTo>
                <a:close/>
                <a:moveTo>
                  <a:pt x="1251957" y="15290"/>
                </a:moveTo>
                <a:lnTo>
                  <a:pt x="1251957" y="1582"/>
                </a:lnTo>
                <a:lnTo>
                  <a:pt x="1263820" y="1582"/>
                </a:lnTo>
                <a:lnTo>
                  <a:pt x="1263820" y="15290"/>
                </a:lnTo>
                <a:lnTo>
                  <a:pt x="1251957" y="15290"/>
                </a:lnTo>
                <a:moveTo>
                  <a:pt x="1251957" y="98196"/>
                </a:moveTo>
                <a:lnTo>
                  <a:pt x="1251957" y="28207"/>
                </a:lnTo>
                <a:lnTo>
                  <a:pt x="1263820" y="28207"/>
                </a:lnTo>
                <a:lnTo>
                  <a:pt x="1263820" y="98196"/>
                </a:lnTo>
                <a:lnTo>
                  <a:pt x="1251957" y="98196"/>
                </a:lnTo>
                <a:close/>
                <a:moveTo>
                  <a:pt x="1284688" y="98196"/>
                </a:moveTo>
                <a:lnTo>
                  <a:pt x="1284688" y="37433"/>
                </a:lnTo>
                <a:lnTo>
                  <a:pt x="1274210" y="37433"/>
                </a:lnTo>
                <a:lnTo>
                  <a:pt x="1274210" y="28207"/>
                </a:lnTo>
                <a:lnTo>
                  <a:pt x="1284688" y="28207"/>
                </a:lnTo>
                <a:lnTo>
                  <a:pt x="1284688" y="20776"/>
                </a:lnTo>
                <a:cubicBezTo>
                  <a:pt x="1284688" y="16086"/>
                  <a:pt x="1285106" y="12601"/>
                  <a:pt x="1285941" y="10322"/>
                </a:cubicBezTo>
                <a:cubicBezTo>
                  <a:pt x="1287083" y="7255"/>
                  <a:pt x="1289093" y="4768"/>
                  <a:pt x="1291971" y="2861"/>
                </a:cubicBezTo>
                <a:cubicBezTo>
                  <a:pt x="1294848" y="954"/>
                  <a:pt x="1298880" y="0"/>
                  <a:pt x="1304064" y="0"/>
                </a:cubicBezTo>
                <a:cubicBezTo>
                  <a:pt x="1307403" y="0"/>
                  <a:pt x="1311094" y="395"/>
                  <a:pt x="1315136" y="1186"/>
                </a:cubicBezTo>
                <a:lnTo>
                  <a:pt x="1313356" y="11533"/>
                </a:lnTo>
                <a:cubicBezTo>
                  <a:pt x="1310896" y="11094"/>
                  <a:pt x="1308567" y="10874"/>
                  <a:pt x="1306371" y="10874"/>
                </a:cubicBezTo>
                <a:cubicBezTo>
                  <a:pt x="1302768" y="10874"/>
                  <a:pt x="1300220" y="11640"/>
                  <a:pt x="1298726" y="13172"/>
                </a:cubicBezTo>
                <a:cubicBezTo>
                  <a:pt x="1297232" y="14705"/>
                  <a:pt x="1296485" y="17571"/>
                  <a:pt x="1296485" y="21773"/>
                </a:cubicBezTo>
                <a:lnTo>
                  <a:pt x="1296485" y="28207"/>
                </a:lnTo>
                <a:lnTo>
                  <a:pt x="1310127" y="28207"/>
                </a:lnTo>
                <a:lnTo>
                  <a:pt x="1310127" y="37433"/>
                </a:lnTo>
                <a:lnTo>
                  <a:pt x="1296485" y="37433"/>
                </a:lnTo>
                <a:lnTo>
                  <a:pt x="1296485" y="98196"/>
                </a:lnTo>
                <a:lnTo>
                  <a:pt x="1284688" y="98196"/>
                </a:lnTo>
                <a:close/>
                <a:moveTo>
                  <a:pt x="1402569" y="89554"/>
                </a:moveTo>
                <a:cubicBezTo>
                  <a:pt x="1398175" y="93292"/>
                  <a:pt x="1393946" y="95930"/>
                  <a:pt x="1389882" y="97469"/>
                </a:cubicBezTo>
                <a:cubicBezTo>
                  <a:pt x="1385818" y="99008"/>
                  <a:pt x="1381458" y="99778"/>
                  <a:pt x="1376801" y="99778"/>
                </a:cubicBezTo>
                <a:cubicBezTo>
                  <a:pt x="1369112" y="99778"/>
                  <a:pt x="1363203" y="97898"/>
                  <a:pt x="1359073" y="94139"/>
                </a:cubicBezTo>
                <a:cubicBezTo>
                  <a:pt x="1354943" y="90379"/>
                  <a:pt x="1352878" y="85576"/>
                  <a:pt x="1352878" y="79729"/>
                </a:cubicBezTo>
                <a:cubicBezTo>
                  <a:pt x="1352878" y="76300"/>
                  <a:pt x="1353658" y="73168"/>
                  <a:pt x="1355217" y="70333"/>
                </a:cubicBezTo>
                <a:cubicBezTo>
                  <a:pt x="1356777" y="67497"/>
                  <a:pt x="1358820" y="65221"/>
                  <a:pt x="1361346" y="63506"/>
                </a:cubicBezTo>
                <a:cubicBezTo>
                  <a:pt x="1363873" y="61791"/>
                  <a:pt x="1366717" y="60494"/>
                  <a:pt x="1369881" y="59616"/>
                </a:cubicBezTo>
                <a:cubicBezTo>
                  <a:pt x="1372209" y="58999"/>
                  <a:pt x="1375724" y="58405"/>
                  <a:pt x="1380425" y="57834"/>
                </a:cubicBezTo>
                <a:cubicBezTo>
                  <a:pt x="1390003" y="56700"/>
                  <a:pt x="1397055" y="55348"/>
                  <a:pt x="1401580" y="53777"/>
                </a:cubicBezTo>
                <a:cubicBezTo>
                  <a:pt x="1401624" y="52158"/>
                  <a:pt x="1401646" y="51130"/>
                  <a:pt x="1401646" y="50692"/>
                </a:cubicBezTo>
                <a:cubicBezTo>
                  <a:pt x="1401646" y="45877"/>
                  <a:pt x="1400526" y="42485"/>
                  <a:pt x="1398285" y="40516"/>
                </a:cubicBezTo>
                <a:cubicBezTo>
                  <a:pt x="1395253" y="37846"/>
                  <a:pt x="1390750" y="36510"/>
                  <a:pt x="1384775" y="36510"/>
                </a:cubicBezTo>
                <a:cubicBezTo>
                  <a:pt x="1379195" y="36510"/>
                  <a:pt x="1375076" y="37488"/>
                  <a:pt x="1372418" y="39443"/>
                </a:cubicBezTo>
                <a:cubicBezTo>
                  <a:pt x="1369760" y="41398"/>
                  <a:pt x="1367794" y="44858"/>
                  <a:pt x="1366520" y="49823"/>
                </a:cubicBezTo>
                <a:lnTo>
                  <a:pt x="1354921" y="48241"/>
                </a:lnTo>
                <a:cubicBezTo>
                  <a:pt x="1355975" y="43261"/>
                  <a:pt x="1357711" y="39240"/>
                  <a:pt x="1360127" y="36177"/>
                </a:cubicBezTo>
                <a:cubicBezTo>
                  <a:pt x="1362544" y="33114"/>
                  <a:pt x="1366036" y="30756"/>
                  <a:pt x="1370606" y="29105"/>
                </a:cubicBezTo>
                <a:cubicBezTo>
                  <a:pt x="1375175" y="27451"/>
                  <a:pt x="1380469" y="26625"/>
                  <a:pt x="1386488" y="26625"/>
                </a:cubicBezTo>
                <a:cubicBezTo>
                  <a:pt x="1392464" y="26625"/>
                  <a:pt x="1397318" y="27328"/>
                  <a:pt x="1401053" y="28734"/>
                </a:cubicBezTo>
                <a:cubicBezTo>
                  <a:pt x="1404788" y="30140"/>
                  <a:pt x="1407533" y="31908"/>
                  <a:pt x="1409291" y="34039"/>
                </a:cubicBezTo>
                <a:cubicBezTo>
                  <a:pt x="1411048" y="36170"/>
                  <a:pt x="1412279" y="38861"/>
                  <a:pt x="1412981" y="42112"/>
                </a:cubicBezTo>
                <a:cubicBezTo>
                  <a:pt x="1413377" y="44133"/>
                  <a:pt x="1413575" y="47780"/>
                  <a:pt x="1413575" y="53052"/>
                </a:cubicBezTo>
                <a:lnTo>
                  <a:pt x="1413575" y="68869"/>
                </a:lnTo>
                <a:cubicBezTo>
                  <a:pt x="1413575" y="79897"/>
                  <a:pt x="1413827" y="86871"/>
                  <a:pt x="1414332" y="89793"/>
                </a:cubicBezTo>
                <a:cubicBezTo>
                  <a:pt x="1414838" y="92715"/>
                  <a:pt x="1415837" y="95516"/>
                  <a:pt x="1417331" y="98196"/>
                </a:cubicBezTo>
                <a:lnTo>
                  <a:pt x="1404941" y="98196"/>
                </a:lnTo>
                <a:cubicBezTo>
                  <a:pt x="1403711" y="95733"/>
                  <a:pt x="1402920" y="92852"/>
                  <a:pt x="1402569" y="89554"/>
                </a:cubicBezTo>
                <a:moveTo>
                  <a:pt x="1401580" y="63004"/>
                </a:moveTo>
                <a:cubicBezTo>
                  <a:pt x="1397275" y="64776"/>
                  <a:pt x="1390816" y="66282"/>
                  <a:pt x="1382205" y="67522"/>
                </a:cubicBezTo>
                <a:cubicBezTo>
                  <a:pt x="1377328" y="68228"/>
                  <a:pt x="1373879" y="69022"/>
                  <a:pt x="1371858" y="69905"/>
                </a:cubicBezTo>
                <a:cubicBezTo>
                  <a:pt x="1369837" y="70786"/>
                  <a:pt x="1368277" y="72077"/>
                  <a:pt x="1367179" y="73777"/>
                </a:cubicBezTo>
                <a:cubicBezTo>
                  <a:pt x="1366080" y="75475"/>
                  <a:pt x="1365531" y="77361"/>
                  <a:pt x="1365531" y="79434"/>
                </a:cubicBezTo>
                <a:cubicBezTo>
                  <a:pt x="1365531" y="82610"/>
                  <a:pt x="1366728" y="85257"/>
                  <a:pt x="1369123" y="87375"/>
                </a:cubicBezTo>
                <a:cubicBezTo>
                  <a:pt x="1371517" y="89493"/>
                  <a:pt x="1375021" y="90551"/>
                  <a:pt x="1379634" y="90551"/>
                </a:cubicBezTo>
                <a:cubicBezTo>
                  <a:pt x="1384204" y="90551"/>
                  <a:pt x="1388268" y="89547"/>
                  <a:pt x="1391827" y="87538"/>
                </a:cubicBezTo>
                <a:cubicBezTo>
                  <a:pt x="1395385" y="85529"/>
                  <a:pt x="1397999" y="82781"/>
                  <a:pt x="1399669" y="79294"/>
                </a:cubicBezTo>
                <a:cubicBezTo>
                  <a:pt x="1400943" y="76600"/>
                  <a:pt x="1401580" y="72627"/>
                  <a:pt x="1401580" y="67374"/>
                </a:cubicBezTo>
                <a:lnTo>
                  <a:pt x="1401580" y="63004"/>
                </a:lnTo>
                <a:close/>
                <a:moveTo>
                  <a:pt x="1469463" y="125084"/>
                </a:moveTo>
                <a:lnTo>
                  <a:pt x="1469463" y="28207"/>
                </a:lnTo>
                <a:lnTo>
                  <a:pt x="1480271" y="28207"/>
                </a:lnTo>
                <a:lnTo>
                  <a:pt x="1480271" y="37235"/>
                </a:lnTo>
                <a:cubicBezTo>
                  <a:pt x="1482819" y="33699"/>
                  <a:pt x="1485697" y="31046"/>
                  <a:pt x="1488904" y="29278"/>
                </a:cubicBezTo>
                <a:cubicBezTo>
                  <a:pt x="1492111" y="27509"/>
                  <a:pt x="1496000" y="26625"/>
                  <a:pt x="1500569" y="26625"/>
                </a:cubicBezTo>
                <a:cubicBezTo>
                  <a:pt x="1506544" y="26625"/>
                  <a:pt x="1511816" y="28163"/>
                  <a:pt x="1516386" y="31238"/>
                </a:cubicBezTo>
                <a:cubicBezTo>
                  <a:pt x="1520955" y="34314"/>
                  <a:pt x="1524404" y="38652"/>
                  <a:pt x="1526733" y="44254"/>
                </a:cubicBezTo>
                <a:cubicBezTo>
                  <a:pt x="1529061" y="49856"/>
                  <a:pt x="1530225" y="55996"/>
                  <a:pt x="1530225" y="62674"/>
                </a:cubicBezTo>
                <a:cubicBezTo>
                  <a:pt x="1530225" y="69835"/>
                  <a:pt x="1528940" y="76283"/>
                  <a:pt x="1526370" y="82017"/>
                </a:cubicBezTo>
                <a:cubicBezTo>
                  <a:pt x="1523800" y="87750"/>
                  <a:pt x="1520065" y="92144"/>
                  <a:pt x="1515167" y="95197"/>
                </a:cubicBezTo>
                <a:cubicBezTo>
                  <a:pt x="1510268" y="98251"/>
                  <a:pt x="1505116" y="99778"/>
                  <a:pt x="1499712" y="99778"/>
                </a:cubicBezTo>
                <a:cubicBezTo>
                  <a:pt x="1495758" y="99778"/>
                  <a:pt x="1492210" y="98932"/>
                  <a:pt x="1489069" y="97240"/>
                </a:cubicBezTo>
                <a:cubicBezTo>
                  <a:pt x="1485927" y="95547"/>
                  <a:pt x="1483346" y="93410"/>
                  <a:pt x="1481325" y="90827"/>
                </a:cubicBezTo>
                <a:lnTo>
                  <a:pt x="1481325" y="125084"/>
                </a:lnTo>
                <a:lnTo>
                  <a:pt x="1469463" y="125084"/>
                </a:lnTo>
                <a:moveTo>
                  <a:pt x="1480205" y="63498"/>
                </a:moveTo>
                <a:cubicBezTo>
                  <a:pt x="1480205" y="72494"/>
                  <a:pt x="1482028" y="79142"/>
                  <a:pt x="1485675" y="83442"/>
                </a:cubicBezTo>
                <a:cubicBezTo>
                  <a:pt x="1489322" y="87742"/>
                  <a:pt x="1493737" y="89892"/>
                  <a:pt x="1498921" y="89892"/>
                </a:cubicBezTo>
                <a:cubicBezTo>
                  <a:pt x="1504194" y="89892"/>
                  <a:pt x="1508708" y="87665"/>
                  <a:pt x="1512465" y="83211"/>
                </a:cubicBezTo>
                <a:cubicBezTo>
                  <a:pt x="1516221" y="78757"/>
                  <a:pt x="1518099" y="71857"/>
                  <a:pt x="1518099" y="62509"/>
                </a:cubicBezTo>
                <a:cubicBezTo>
                  <a:pt x="1518099" y="53601"/>
                  <a:pt x="1516265" y="46931"/>
                  <a:pt x="1512596" y="42499"/>
                </a:cubicBezTo>
                <a:cubicBezTo>
                  <a:pt x="1508928" y="38067"/>
                  <a:pt x="1504545" y="35851"/>
                  <a:pt x="1499449" y="35851"/>
                </a:cubicBezTo>
                <a:cubicBezTo>
                  <a:pt x="1494396" y="35851"/>
                  <a:pt x="1489926" y="38210"/>
                  <a:pt x="1486037" y="42928"/>
                </a:cubicBezTo>
                <a:cubicBezTo>
                  <a:pt x="1482149" y="47645"/>
                  <a:pt x="1480205" y="54502"/>
                  <a:pt x="1480205" y="63498"/>
                </a:cubicBezTo>
                <a:close/>
                <a:moveTo>
                  <a:pt x="1544374" y="98196"/>
                </a:moveTo>
                <a:lnTo>
                  <a:pt x="1544374" y="28207"/>
                </a:lnTo>
                <a:lnTo>
                  <a:pt x="1555051" y="28207"/>
                </a:lnTo>
                <a:lnTo>
                  <a:pt x="1555051" y="38751"/>
                </a:lnTo>
                <a:cubicBezTo>
                  <a:pt x="1557775" y="33814"/>
                  <a:pt x="1560290" y="30559"/>
                  <a:pt x="1562596" y="28985"/>
                </a:cubicBezTo>
                <a:cubicBezTo>
                  <a:pt x="1564903" y="27412"/>
                  <a:pt x="1567440" y="26625"/>
                  <a:pt x="1570208" y="26625"/>
                </a:cubicBezTo>
                <a:cubicBezTo>
                  <a:pt x="1574206" y="26625"/>
                  <a:pt x="1578270" y="27894"/>
                  <a:pt x="1582400" y="30431"/>
                </a:cubicBezTo>
                <a:lnTo>
                  <a:pt x="1578314" y="41387"/>
                </a:lnTo>
                <a:cubicBezTo>
                  <a:pt x="1575415" y="39674"/>
                  <a:pt x="1572515" y="38817"/>
                  <a:pt x="1569615" y="38817"/>
                </a:cubicBezTo>
                <a:cubicBezTo>
                  <a:pt x="1567023" y="38817"/>
                  <a:pt x="1564694" y="39598"/>
                  <a:pt x="1562629" y="41161"/>
                </a:cubicBezTo>
                <a:cubicBezTo>
                  <a:pt x="1560564" y="42722"/>
                  <a:pt x="1559093" y="44888"/>
                  <a:pt x="1558214" y="47658"/>
                </a:cubicBezTo>
                <a:cubicBezTo>
                  <a:pt x="1556896" y="51880"/>
                  <a:pt x="1556237" y="56498"/>
                  <a:pt x="1556237" y="61512"/>
                </a:cubicBezTo>
                <a:lnTo>
                  <a:pt x="1556237" y="98196"/>
                </a:lnTo>
                <a:lnTo>
                  <a:pt x="1544374" y="98196"/>
                </a:lnTo>
                <a:close/>
                <a:moveTo>
                  <a:pt x="1589517" y="15290"/>
                </a:moveTo>
                <a:lnTo>
                  <a:pt x="1589517" y="1582"/>
                </a:lnTo>
                <a:lnTo>
                  <a:pt x="1601379" y="1582"/>
                </a:lnTo>
                <a:lnTo>
                  <a:pt x="1601379" y="15290"/>
                </a:lnTo>
                <a:lnTo>
                  <a:pt x="1589517" y="15290"/>
                </a:lnTo>
                <a:moveTo>
                  <a:pt x="1589517" y="98196"/>
                </a:moveTo>
                <a:lnTo>
                  <a:pt x="1589517" y="28207"/>
                </a:lnTo>
                <a:lnTo>
                  <a:pt x="1601379" y="28207"/>
                </a:lnTo>
                <a:lnTo>
                  <a:pt x="1601379" y="98196"/>
                </a:lnTo>
                <a:lnTo>
                  <a:pt x="1589517" y="98196"/>
                </a:lnTo>
                <a:close/>
                <a:moveTo>
                  <a:pt x="1638856" y="98196"/>
                </a:moveTo>
                <a:lnTo>
                  <a:pt x="1612231" y="28207"/>
                </a:lnTo>
                <a:lnTo>
                  <a:pt x="1624752" y="28207"/>
                </a:lnTo>
                <a:lnTo>
                  <a:pt x="1639778" y="70121"/>
                </a:lnTo>
                <a:cubicBezTo>
                  <a:pt x="1641404" y="74646"/>
                  <a:pt x="1642898" y="79348"/>
                  <a:pt x="1644260" y="84224"/>
                </a:cubicBezTo>
                <a:cubicBezTo>
                  <a:pt x="1645314" y="80534"/>
                  <a:pt x="1646786" y="76096"/>
                  <a:pt x="1648675" y="70912"/>
                </a:cubicBezTo>
                <a:lnTo>
                  <a:pt x="1664228" y="28207"/>
                </a:lnTo>
                <a:lnTo>
                  <a:pt x="1676421" y="28207"/>
                </a:lnTo>
                <a:lnTo>
                  <a:pt x="1649927" y="98196"/>
                </a:lnTo>
                <a:lnTo>
                  <a:pt x="1638856" y="98196"/>
                </a:lnTo>
                <a:close/>
                <a:moveTo>
                  <a:pt x="1732570" y="89554"/>
                </a:moveTo>
                <a:cubicBezTo>
                  <a:pt x="1728176" y="93292"/>
                  <a:pt x="1723948" y="95930"/>
                  <a:pt x="1719884" y="97469"/>
                </a:cubicBezTo>
                <a:cubicBezTo>
                  <a:pt x="1715820" y="99008"/>
                  <a:pt x="1711459" y="99778"/>
                  <a:pt x="1706802" y="99778"/>
                </a:cubicBezTo>
                <a:cubicBezTo>
                  <a:pt x="1699113" y="99778"/>
                  <a:pt x="1693204" y="97898"/>
                  <a:pt x="1689074" y="94139"/>
                </a:cubicBezTo>
                <a:cubicBezTo>
                  <a:pt x="1684944" y="90379"/>
                  <a:pt x="1682879" y="85576"/>
                  <a:pt x="1682879" y="79729"/>
                </a:cubicBezTo>
                <a:cubicBezTo>
                  <a:pt x="1682879" y="76300"/>
                  <a:pt x="1683659" y="73168"/>
                  <a:pt x="1685219" y="70333"/>
                </a:cubicBezTo>
                <a:cubicBezTo>
                  <a:pt x="1686778" y="67497"/>
                  <a:pt x="1688821" y="65221"/>
                  <a:pt x="1691348" y="63506"/>
                </a:cubicBezTo>
                <a:cubicBezTo>
                  <a:pt x="1693874" y="61791"/>
                  <a:pt x="1696719" y="60494"/>
                  <a:pt x="1699882" y="59616"/>
                </a:cubicBezTo>
                <a:cubicBezTo>
                  <a:pt x="1702211" y="58999"/>
                  <a:pt x="1705725" y="58405"/>
                  <a:pt x="1710427" y="57834"/>
                </a:cubicBezTo>
                <a:cubicBezTo>
                  <a:pt x="1720004" y="56700"/>
                  <a:pt x="1727056" y="55348"/>
                  <a:pt x="1731581" y="53777"/>
                </a:cubicBezTo>
                <a:cubicBezTo>
                  <a:pt x="1731625" y="52158"/>
                  <a:pt x="1731647" y="51130"/>
                  <a:pt x="1731647" y="50692"/>
                </a:cubicBezTo>
                <a:cubicBezTo>
                  <a:pt x="1731647" y="45877"/>
                  <a:pt x="1730527" y="42485"/>
                  <a:pt x="1728286" y="40516"/>
                </a:cubicBezTo>
                <a:cubicBezTo>
                  <a:pt x="1725255" y="37846"/>
                  <a:pt x="1720751" y="36510"/>
                  <a:pt x="1714776" y="36510"/>
                </a:cubicBezTo>
                <a:cubicBezTo>
                  <a:pt x="1709196" y="36510"/>
                  <a:pt x="1705077" y="37488"/>
                  <a:pt x="1702419" y="39443"/>
                </a:cubicBezTo>
                <a:cubicBezTo>
                  <a:pt x="1699761" y="41398"/>
                  <a:pt x="1697795" y="44858"/>
                  <a:pt x="1696521" y="49823"/>
                </a:cubicBezTo>
                <a:lnTo>
                  <a:pt x="1684922" y="48241"/>
                </a:lnTo>
                <a:cubicBezTo>
                  <a:pt x="1685976" y="43261"/>
                  <a:pt x="1687712" y="39240"/>
                  <a:pt x="1690128" y="36177"/>
                </a:cubicBezTo>
                <a:cubicBezTo>
                  <a:pt x="1692545" y="33114"/>
                  <a:pt x="1696038" y="30756"/>
                  <a:pt x="1700607" y="29105"/>
                </a:cubicBezTo>
                <a:cubicBezTo>
                  <a:pt x="1705176" y="27451"/>
                  <a:pt x="1710470" y="26625"/>
                  <a:pt x="1716490" y="26625"/>
                </a:cubicBezTo>
                <a:cubicBezTo>
                  <a:pt x="1722465" y="26625"/>
                  <a:pt x="1727320" y="27328"/>
                  <a:pt x="1731054" y="28734"/>
                </a:cubicBezTo>
                <a:cubicBezTo>
                  <a:pt x="1734789" y="30140"/>
                  <a:pt x="1737535" y="31908"/>
                  <a:pt x="1739292" y="34039"/>
                </a:cubicBezTo>
                <a:cubicBezTo>
                  <a:pt x="1741050" y="36170"/>
                  <a:pt x="1742280" y="38861"/>
                  <a:pt x="1742983" y="42112"/>
                </a:cubicBezTo>
                <a:cubicBezTo>
                  <a:pt x="1743378" y="44133"/>
                  <a:pt x="1743576" y="47780"/>
                  <a:pt x="1743576" y="53052"/>
                </a:cubicBezTo>
                <a:lnTo>
                  <a:pt x="1743576" y="68869"/>
                </a:lnTo>
                <a:cubicBezTo>
                  <a:pt x="1743576" y="79897"/>
                  <a:pt x="1743828" y="86871"/>
                  <a:pt x="1744334" y="89793"/>
                </a:cubicBezTo>
                <a:cubicBezTo>
                  <a:pt x="1744839" y="92715"/>
                  <a:pt x="1745839" y="95516"/>
                  <a:pt x="1747332" y="98196"/>
                </a:cubicBezTo>
                <a:lnTo>
                  <a:pt x="1734943" y="98196"/>
                </a:lnTo>
                <a:cubicBezTo>
                  <a:pt x="1733712" y="95733"/>
                  <a:pt x="1732921" y="92852"/>
                  <a:pt x="1732570" y="89554"/>
                </a:cubicBezTo>
                <a:moveTo>
                  <a:pt x="1731581" y="63004"/>
                </a:moveTo>
                <a:cubicBezTo>
                  <a:pt x="1727276" y="64776"/>
                  <a:pt x="1720817" y="66282"/>
                  <a:pt x="1712206" y="67522"/>
                </a:cubicBezTo>
                <a:cubicBezTo>
                  <a:pt x="1707329" y="68228"/>
                  <a:pt x="1703880" y="69022"/>
                  <a:pt x="1701859" y="69905"/>
                </a:cubicBezTo>
                <a:cubicBezTo>
                  <a:pt x="1699838" y="70786"/>
                  <a:pt x="1698278" y="72077"/>
                  <a:pt x="1697180" y="73777"/>
                </a:cubicBezTo>
                <a:cubicBezTo>
                  <a:pt x="1696082" y="75475"/>
                  <a:pt x="1695532" y="77361"/>
                  <a:pt x="1695532" y="79434"/>
                </a:cubicBezTo>
                <a:cubicBezTo>
                  <a:pt x="1695532" y="82610"/>
                  <a:pt x="1696730" y="85257"/>
                  <a:pt x="1699124" y="87375"/>
                </a:cubicBezTo>
                <a:cubicBezTo>
                  <a:pt x="1701519" y="89493"/>
                  <a:pt x="1705022" y="90551"/>
                  <a:pt x="1709636" y="90551"/>
                </a:cubicBezTo>
                <a:cubicBezTo>
                  <a:pt x="1714205" y="90551"/>
                  <a:pt x="1718269" y="89547"/>
                  <a:pt x="1721828" y="87538"/>
                </a:cubicBezTo>
                <a:cubicBezTo>
                  <a:pt x="1725387" y="85529"/>
                  <a:pt x="1728001" y="82781"/>
                  <a:pt x="1729670" y="79294"/>
                </a:cubicBezTo>
                <a:cubicBezTo>
                  <a:pt x="1730944" y="76600"/>
                  <a:pt x="1731581" y="72627"/>
                  <a:pt x="1731581" y="67374"/>
                </a:cubicBezTo>
                <a:lnTo>
                  <a:pt x="1731581" y="63004"/>
                </a:lnTo>
                <a:close/>
                <a:moveTo>
                  <a:pt x="1787842" y="87717"/>
                </a:moveTo>
                <a:lnTo>
                  <a:pt x="1789556" y="98196"/>
                </a:lnTo>
                <a:cubicBezTo>
                  <a:pt x="1786217" y="98811"/>
                  <a:pt x="1783229" y="99119"/>
                  <a:pt x="1780593" y="99119"/>
                </a:cubicBezTo>
                <a:cubicBezTo>
                  <a:pt x="1776287" y="99119"/>
                  <a:pt x="1772948" y="98438"/>
                  <a:pt x="1770576" y="97076"/>
                </a:cubicBezTo>
                <a:cubicBezTo>
                  <a:pt x="1768203" y="95713"/>
                  <a:pt x="1766534" y="93923"/>
                  <a:pt x="1765567" y="91704"/>
                </a:cubicBezTo>
                <a:cubicBezTo>
                  <a:pt x="1764600" y="89486"/>
                  <a:pt x="1764117" y="84817"/>
                  <a:pt x="1764117" y="77700"/>
                </a:cubicBezTo>
                <a:lnTo>
                  <a:pt x="1764117" y="37433"/>
                </a:lnTo>
                <a:lnTo>
                  <a:pt x="1755418" y="37433"/>
                </a:lnTo>
                <a:lnTo>
                  <a:pt x="1755418" y="28207"/>
                </a:lnTo>
                <a:lnTo>
                  <a:pt x="1764117" y="28207"/>
                </a:lnTo>
                <a:lnTo>
                  <a:pt x="1764117" y="10827"/>
                </a:lnTo>
                <a:lnTo>
                  <a:pt x="1775914" y="3691"/>
                </a:lnTo>
                <a:lnTo>
                  <a:pt x="1775914" y="28207"/>
                </a:lnTo>
                <a:lnTo>
                  <a:pt x="1787842" y="28207"/>
                </a:lnTo>
                <a:lnTo>
                  <a:pt x="1787842" y="37433"/>
                </a:lnTo>
                <a:lnTo>
                  <a:pt x="1775914" y="37433"/>
                </a:lnTo>
                <a:lnTo>
                  <a:pt x="1775914" y="78359"/>
                </a:lnTo>
                <a:cubicBezTo>
                  <a:pt x="1775914" y="81742"/>
                  <a:pt x="1776123" y="83917"/>
                  <a:pt x="1776540" y="84883"/>
                </a:cubicBezTo>
                <a:cubicBezTo>
                  <a:pt x="1776957" y="85850"/>
                  <a:pt x="1777638" y="86619"/>
                  <a:pt x="1778583" y="87190"/>
                </a:cubicBezTo>
                <a:cubicBezTo>
                  <a:pt x="1779528" y="87761"/>
                  <a:pt x="1780879" y="88047"/>
                  <a:pt x="1782636" y="88047"/>
                </a:cubicBezTo>
                <a:cubicBezTo>
                  <a:pt x="1783954" y="88047"/>
                  <a:pt x="1785690" y="87937"/>
                  <a:pt x="1787842" y="87717"/>
                </a:cubicBezTo>
                <a:close/>
                <a:moveTo>
                  <a:pt x="1847376" y="75657"/>
                </a:moveTo>
                <a:lnTo>
                  <a:pt x="1859634" y="77173"/>
                </a:lnTo>
                <a:cubicBezTo>
                  <a:pt x="1857700" y="84334"/>
                  <a:pt x="1854120" y="89892"/>
                  <a:pt x="1848891" y="93846"/>
                </a:cubicBezTo>
                <a:cubicBezTo>
                  <a:pt x="1843663" y="97800"/>
                  <a:pt x="1836985" y="99778"/>
                  <a:pt x="1828857" y="99778"/>
                </a:cubicBezTo>
                <a:cubicBezTo>
                  <a:pt x="1818620" y="99778"/>
                  <a:pt x="1810503" y="96625"/>
                  <a:pt x="1804506" y="90320"/>
                </a:cubicBezTo>
                <a:cubicBezTo>
                  <a:pt x="1798508" y="84016"/>
                  <a:pt x="1795510" y="75174"/>
                  <a:pt x="1795510" y="63794"/>
                </a:cubicBezTo>
                <a:cubicBezTo>
                  <a:pt x="1795510" y="52020"/>
                  <a:pt x="1798541" y="42881"/>
                  <a:pt x="1804604" y="36379"/>
                </a:cubicBezTo>
                <a:cubicBezTo>
                  <a:pt x="1810668" y="29876"/>
                  <a:pt x="1818532" y="26625"/>
                  <a:pt x="1828198" y="26625"/>
                </a:cubicBezTo>
                <a:cubicBezTo>
                  <a:pt x="1837556" y="26625"/>
                  <a:pt x="1845201" y="29805"/>
                  <a:pt x="1851132" y="36166"/>
                </a:cubicBezTo>
                <a:cubicBezTo>
                  <a:pt x="1857063" y="42526"/>
                  <a:pt x="1860029" y="51474"/>
                  <a:pt x="1860029" y="63010"/>
                </a:cubicBezTo>
                <a:cubicBezTo>
                  <a:pt x="1860029" y="63711"/>
                  <a:pt x="1860007" y="64764"/>
                  <a:pt x="1859963" y="66167"/>
                </a:cubicBezTo>
                <a:lnTo>
                  <a:pt x="1807768" y="66167"/>
                </a:lnTo>
                <a:cubicBezTo>
                  <a:pt x="1808207" y="73834"/>
                  <a:pt x="1810382" y="79704"/>
                  <a:pt x="1814292" y="83780"/>
                </a:cubicBezTo>
                <a:cubicBezTo>
                  <a:pt x="1818202" y="87855"/>
                  <a:pt x="1823079" y="89892"/>
                  <a:pt x="1828923" y="89892"/>
                </a:cubicBezTo>
                <a:cubicBezTo>
                  <a:pt x="1833272" y="89892"/>
                  <a:pt x="1836985" y="88761"/>
                  <a:pt x="1840060" y="86498"/>
                </a:cubicBezTo>
                <a:cubicBezTo>
                  <a:pt x="1843136" y="84234"/>
                  <a:pt x="1845574" y="80620"/>
                  <a:pt x="1847376" y="75657"/>
                </a:cubicBezTo>
                <a:moveTo>
                  <a:pt x="1808427" y="56281"/>
                </a:moveTo>
                <a:lnTo>
                  <a:pt x="1847507" y="56281"/>
                </a:lnTo>
                <a:cubicBezTo>
                  <a:pt x="1846980" y="50490"/>
                  <a:pt x="1845486" y="46147"/>
                  <a:pt x="1843026" y="43251"/>
                </a:cubicBezTo>
                <a:cubicBezTo>
                  <a:pt x="1839248" y="38757"/>
                  <a:pt x="1834349" y="36510"/>
                  <a:pt x="1828330" y="36510"/>
                </a:cubicBezTo>
                <a:cubicBezTo>
                  <a:pt x="1822882" y="36510"/>
                  <a:pt x="1818301" y="38304"/>
                  <a:pt x="1814589" y="41892"/>
                </a:cubicBezTo>
                <a:cubicBezTo>
                  <a:pt x="1810876" y="45478"/>
                  <a:pt x="1808822" y="50275"/>
                  <a:pt x="1808427" y="56281"/>
                </a:cubicBezTo>
                <a:close/>
                <a:moveTo>
                  <a:pt x="1959940" y="75657"/>
                </a:moveTo>
                <a:lnTo>
                  <a:pt x="1972198" y="77173"/>
                </a:lnTo>
                <a:cubicBezTo>
                  <a:pt x="1970265" y="84334"/>
                  <a:pt x="1966684" y="89892"/>
                  <a:pt x="1961456" y="93846"/>
                </a:cubicBezTo>
                <a:cubicBezTo>
                  <a:pt x="1956228" y="97800"/>
                  <a:pt x="1949550" y="99778"/>
                  <a:pt x="1941421" y="99778"/>
                </a:cubicBezTo>
                <a:cubicBezTo>
                  <a:pt x="1931184" y="99778"/>
                  <a:pt x="1923067" y="96625"/>
                  <a:pt x="1917070" y="90320"/>
                </a:cubicBezTo>
                <a:cubicBezTo>
                  <a:pt x="1911073" y="84016"/>
                  <a:pt x="1908074" y="75174"/>
                  <a:pt x="1908074" y="63794"/>
                </a:cubicBezTo>
                <a:cubicBezTo>
                  <a:pt x="1908074" y="52020"/>
                  <a:pt x="1911106" y="42881"/>
                  <a:pt x="1917169" y="36379"/>
                </a:cubicBezTo>
                <a:cubicBezTo>
                  <a:pt x="1923232" y="29876"/>
                  <a:pt x="1931097" y="26625"/>
                  <a:pt x="1940762" y="26625"/>
                </a:cubicBezTo>
                <a:cubicBezTo>
                  <a:pt x="1950121" y="26625"/>
                  <a:pt x="1957765" y="29805"/>
                  <a:pt x="1963697" y="36166"/>
                </a:cubicBezTo>
                <a:cubicBezTo>
                  <a:pt x="1969628" y="42526"/>
                  <a:pt x="1972594" y="51474"/>
                  <a:pt x="1972594" y="63010"/>
                </a:cubicBezTo>
                <a:cubicBezTo>
                  <a:pt x="1972594" y="63711"/>
                  <a:pt x="1972572" y="64764"/>
                  <a:pt x="1972528" y="66167"/>
                </a:cubicBezTo>
                <a:lnTo>
                  <a:pt x="1920332" y="66167"/>
                </a:lnTo>
                <a:cubicBezTo>
                  <a:pt x="1920772" y="73834"/>
                  <a:pt x="1922947" y="79704"/>
                  <a:pt x="1926857" y="83780"/>
                </a:cubicBezTo>
                <a:cubicBezTo>
                  <a:pt x="1930767" y="87855"/>
                  <a:pt x="1935644" y="89892"/>
                  <a:pt x="1941487" y="89892"/>
                </a:cubicBezTo>
                <a:cubicBezTo>
                  <a:pt x="1945837" y="89892"/>
                  <a:pt x="1949550" y="88761"/>
                  <a:pt x="1952625" y="86498"/>
                </a:cubicBezTo>
                <a:cubicBezTo>
                  <a:pt x="1955701" y="84234"/>
                  <a:pt x="1958139" y="80620"/>
                  <a:pt x="1959940" y="75657"/>
                </a:cubicBezTo>
                <a:moveTo>
                  <a:pt x="1920991" y="56281"/>
                </a:moveTo>
                <a:lnTo>
                  <a:pt x="1960072" y="56281"/>
                </a:lnTo>
                <a:cubicBezTo>
                  <a:pt x="1959545" y="50490"/>
                  <a:pt x="1958051" y="46147"/>
                  <a:pt x="1955591" y="43251"/>
                </a:cubicBezTo>
                <a:cubicBezTo>
                  <a:pt x="1951812" y="38757"/>
                  <a:pt x="1946913" y="36510"/>
                  <a:pt x="1940894" y="36510"/>
                </a:cubicBezTo>
                <a:cubicBezTo>
                  <a:pt x="1935446" y="36510"/>
                  <a:pt x="1930866" y="38304"/>
                  <a:pt x="1927153" y="41892"/>
                </a:cubicBezTo>
                <a:cubicBezTo>
                  <a:pt x="1923441" y="45478"/>
                  <a:pt x="1921387" y="50275"/>
                  <a:pt x="1920991" y="56281"/>
                </a:cubicBezTo>
                <a:close/>
                <a:moveTo>
                  <a:pt x="1987072" y="98196"/>
                </a:moveTo>
                <a:lnTo>
                  <a:pt x="1987072" y="28207"/>
                </a:lnTo>
                <a:lnTo>
                  <a:pt x="1997682" y="28207"/>
                </a:lnTo>
                <a:lnTo>
                  <a:pt x="1997682" y="37960"/>
                </a:lnTo>
                <a:cubicBezTo>
                  <a:pt x="1999879" y="34553"/>
                  <a:pt x="2002801" y="31811"/>
                  <a:pt x="2006448" y="29737"/>
                </a:cubicBezTo>
                <a:cubicBezTo>
                  <a:pt x="2010094" y="27662"/>
                  <a:pt x="2014246" y="26625"/>
                  <a:pt x="2018903" y="26625"/>
                </a:cubicBezTo>
                <a:cubicBezTo>
                  <a:pt x="2024088" y="26625"/>
                  <a:pt x="2028338" y="27696"/>
                  <a:pt x="2031656" y="29838"/>
                </a:cubicBezTo>
                <a:cubicBezTo>
                  <a:pt x="2034973" y="31978"/>
                  <a:pt x="2037312" y="34971"/>
                  <a:pt x="2038674" y="38817"/>
                </a:cubicBezTo>
                <a:cubicBezTo>
                  <a:pt x="2044210" y="30689"/>
                  <a:pt x="2051416" y="26625"/>
                  <a:pt x="2060291" y="26625"/>
                </a:cubicBezTo>
                <a:cubicBezTo>
                  <a:pt x="2067232" y="26625"/>
                  <a:pt x="2072570" y="28547"/>
                  <a:pt x="2076305" y="32391"/>
                </a:cubicBezTo>
                <a:cubicBezTo>
                  <a:pt x="2080040" y="36236"/>
                  <a:pt x="2081907" y="42156"/>
                  <a:pt x="2081907" y="50152"/>
                </a:cubicBezTo>
                <a:lnTo>
                  <a:pt x="2081907" y="98196"/>
                </a:lnTo>
                <a:lnTo>
                  <a:pt x="2070110" y="98196"/>
                </a:lnTo>
                <a:lnTo>
                  <a:pt x="2070110" y="54059"/>
                </a:lnTo>
                <a:cubicBezTo>
                  <a:pt x="2070110" y="49309"/>
                  <a:pt x="2069726" y="45889"/>
                  <a:pt x="2068957" y="43801"/>
                </a:cubicBezTo>
                <a:cubicBezTo>
                  <a:pt x="2068188" y="41711"/>
                  <a:pt x="2066793" y="40029"/>
                  <a:pt x="2064772" y="38753"/>
                </a:cubicBezTo>
                <a:cubicBezTo>
                  <a:pt x="2062751" y="37478"/>
                  <a:pt x="2060378" y="36840"/>
                  <a:pt x="2057654" y="36840"/>
                </a:cubicBezTo>
                <a:cubicBezTo>
                  <a:pt x="2052734" y="36840"/>
                  <a:pt x="2048648" y="38479"/>
                  <a:pt x="2045396" y="41756"/>
                </a:cubicBezTo>
                <a:cubicBezTo>
                  <a:pt x="2042145" y="45032"/>
                  <a:pt x="2040520" y="50277"/>
                  <a:pt x="2040520" y="57490"/>
                </a:cubicBezTo>
                <a:lnTo>
                  <a:pt x="2040520" y="98196"/>
                </a:lnTo>
                <a:lnTo>
                  <a:pt x="2028657" y="98196"/>
                </a:lnTo>
                <a:lnTo>
                  <a:pt x="2028657" y="52673"/>
                </a:lnTo>
                <a:cubicBezTo>
                  <a:pt x="2028657" y="47395"/>
                  <a:pt x="2027690" y="43437"/>
                  <a:pt x="2025757" y="40798"/>
                </a:cubicBezTo>
                <a:cubicBezTo>
                  <a:pt x="2023824" y="38159"/>
                  <a:pt x="2020661" y="36840"/>
                  <a:pt x="2016267" y="36840"/>
                </a:cubicBezTo>
                <a:cubicBezTo>
                  <a:pt x="2012928" y="36840"/>
                  <a:pt x="2009842" y="37720"/>
                  <a:pt x="2007008" y="39480"/>
                </a:cubicBezTo>
                <a:cubicBezTo>
                  <a:pt x="2004174" y="41239"/>
                  <a:pt x="2002120" y="43812"/>
                  <a:pt x="2000846" y="47199"/>
                </a:cubicBezTo>
                <a:cubicBezTo>
                  <a:pt x="1999572" y="50585"/>
                  <a:pt x="1998935" y="55467"/>
                  <a:pt x="1998935" y="61844"/>
                </a:cubicBezTo>
                <a:lnTo>
                  <a:pt x="1998935" y="98196"/>
                </a:lnTo>
                <a:lnTo>
                  <a:pt x="1987072" y="98196"/>
                </a:lnTo>
                <a:close/>
                <a:moveTo>
                  <a:pt x="2099502" y="125084"/>
                </a:moveTo>
                <a:lnTo>
                  <a:pt x="2099502" y="28207"/>
                </a:lnTo>
                <a:lnTo>
                  <a:pt x="2110310" y="28207"/>
                </a:lnTo>
                <a:lnTo>
                  <a:pt x="2110310" y="37235"/>
                </a:lnTo>
                <a:cubicBezTo>
                  <a:pt x="2112858" y="33699"/>
                  <a:pt x="2115736" y="31046"/>
                  <a:pt x="2118944" y="29278"/>
                </a:cubicBezTo>
                <a:cubicBezTo>
                  <a:pt x="2122151" y="27509"/>
                  <a:pt x="2126039" y="26625"/>
                  <a:pt x="2130608" y="26625"/>
                </a:cubicBezTo>
                <a:cubicBezTo>
                  <a:pt x="2136584" y="26625"/>
                  <a:pt x="2141856" y="28163"/>
                  <a:pt x="2146425" y="31238"/>
                </a:cubicBezTo>
                <a:cubicBezTo>
                  <a:pt x="2150994" y="34314"/>
                  <a:pt x="2154443" y="38652"/>
                  <a:pt x="2156772" y="44254"/>
                </a:cubicBezTo>
                <a:cubicBezTo>
                  <a:pt x="2159101" y="49856"/>
                  <a:pt x="2160265" y="55996"/>
                  <a:pt x="2160265" y="62674"/>
                </a:cubicBezTo>
                <a:cubicBezTo>
                  <a:pt x="2160265" y="69835"/>
                  <a:pt x="2158980" y="76283"/>
                  <a:pt x="2156410" y="82017"/>
                </a:cubicBezTo>
                <a:cubicBezTo>
                  <a:pt x="2153839" y="87750"/>
                  <a:pt x="2150105" y="92144"/>
                  <a:pt x="2145206" y="95197"/>
                </a:cubicBezTo>
                <a:cubicBezTo>
                  <a:pt x="2140307" y="98251"/>
                  <a:pt x="2135156" y="99778"/>
                  <a:pt x="2129752" y="99778"/>
                </a:cubicBezTo>
                <a:cubicBezTo>
                  <a:pt x="2125797" y="99778"/>
                  <a:pt x="2122250" y="98932"/>
                  <a:pt x="2119108" y="97240"/>
                </a:cubicBezTo>
                <a:cubicBezTo>
                  <a:pt x="2115967" y="95547"/>
                  <a:pt x="2113386" y="93410"/>
                  <a:pt x="2111365" y="90827"/>
                </a:cubicBezTo>
                <a:lnTo>
                  <a:pt x="2111365" y="125084"/>
                </a:lnTo>
                <a:lnTo>
                  <a:pt x="2099502" y="125084"/>
                </a:lnTo>
                <a:moveTo>
                  <a:pt x="2110244" y="63498"/>
                </a:moveTo>
                <a:cubicBezTo>
                  <a:pt x="2110244" y="72494"/>
                  <a:pt x="2112068" y="79142"/>
                  <a:pt x="2115714" y="83442"/>
                </a:cubicBezTo>
                <a:cubicBezTo>
                  <a:pt x="2119361" y="87742"/>
                  <a:pt x="2123776" y="89892"/>
                  <a:pt x="2128961" y="89892"/>
                </a:cubicBezTo>
                <a:cubicBezTo>
                  <a:pt x="2134233" y="89892"/>
                  <a:pt x="2138747" y="87665"/>
                  <a:pt x="2142504" y="83211"/>
                </a:cubicBezTo>
                <a:cubicBezTo>
                  <a:pt x="2146260" y="78757"/>
                  <a:pt x="2148139" y="71857"/>
                  <a:pt x="2148139" y="62509"/>
                </a:cubicBezTo>
                <a:cubicBezTo>
                  <a:pt x="2148139" y="53601"/>
                  <a:pt x="2146304" y="46931"/>
                  <a:pt x="2142636" y="42499"/>
                </a:cubicBezTo>
                <a:cubicBezTo>
                  <a:pt x="2138967" y="38067"/>
                  <a:pt x="2134585" y="35851"/>
                  <a:pt x="2129488" y="35851"/>
                </a:cubicBezTo>
                <a:cubicBezTo>
                  <a:pt x="2124435" y="35851"/>
                  <a:pt x="2119965" y="38210"/>
                  <a:pt x="2116077" y="42928"/>
                </a:cubicBezTo>
                <a:cubicBezTo>
                  <a:pt x="2112188" y="47645"/>
                  <a:pt x="2110244" y="54502"/>
                  <a:pt x="2110244" y="63498"/>
                </a:cubicBezTo>
                <a:close/>
                <a:moveTo>
                  <a:pt x="2174282" y="98196"/>
                </a:moveTo>
                <a:lnTo>
                  <a:pt x="2174282" y="1582"/>
                </a:lnTo>
                <a:lnTo>
                  <a:pt x="2186144" y="1582"/>
                </a:lnTo>
                <a:lnTo>
                  <a:pt x="2186144" y="98196"/>
                </a:lnTo>
                <a:lnTo>
                  <a:pt x="2174282" y="98196"/>
                </a:lnTo>
                <a:close/>
                <a:moveTo>
                  <a:pt x="2200093" y="63201"/>
                </a:moveTo>
                <a:cubicBezTo>
                  <a:pt x="2200093" y="50240"/>
                  <a:pt x="2203696" y="40640"/>
                  <a:pt x="2210901" y="34402"/>
                </a:cubicBezTo>
                <a:cubicBezTo>
                  <a:pt x="2216920" y="29217"/>
                  <a:pt x="2224257" y="26625"/>
                  <a:pt x="2232913" y="26625"/>
                </a:cubicBezTo>
                <a:cubicBezTo>
                  <a:pt x="2242534" y="26625"/>
                  <a:pt x="2250399" y="29777"/>
                  <a:pt x="2256506" y="36082"/>
                </a:cubicBezTo>
                <a:cubicBezTo>
                  <a:pt x="2262613" y="42387"/>
                  <a:pt x="2265667" y="51097"/>
                  <a:pt x="2265667" y="62213"/>
                </a:cubicBezTo>
                <a:cubicBezTo>
                  <a:pt x="2265667" y="71219"/>
                  <a:pt x="2264316" y="78304"/>
                  <a:pt x="2261613" y="83466"/>
                </a:cubicBezTo>
                <a:cubicBezTo>
                  <a:pt x="2258911" y="88629"/>
                  <a:pt x="2254979" y="92638"/>
                  <a:pt x="2249817" y="95494"/>
                </a:cubicBezTo>
                <a:cubicBezTo>
                  <a:pt x="2244654" y="98350"/>
                  <a:pt x="2239020" y="99778"/>
                  <a:pt x="2232913" y="99778"/>
                </a:cubicBezTo>
                <a:cubicBezTo>
                  <a:pt x="2223115" y="99778"/>
                  <a:pt x="2215196" y="96636"/>
                  <a:pt x="2209154" y="90353"/>
                </a:cubicBezTo>
                <a:cubicBezTo>
                  <a:pt x="2203113" y="84071"/>
                  <a:pt x="2200093" y="75020"/>
                  <a:pt x="2200093" y="63201"/>
                </a:cubicBezTo>
                <a:moveTo>
                  <a:pt x="2212285" y="63168"/>
                </a:moveTo>
                <a:cubicBezTo>
                  <a:pt x="2212285" y="72098"/>
                  <a:pt x="2214240" y="78785"/>
                  <a:pt x="2218150" y="83228"/>
                </a:cubicBezTo>
                <a:cubicBezTo>
                  <a:pt x="2222061" y="87671"/>
                  <a:pt x="2226981" y="89892"/>
                  <a:pt x="2232913" y="89892"/>
                </a:cubicBezTo>
                <a:cubicBezTo>
                  <a:pt x="2238800" y="89892"/>
                  <a:pt x="2243699" y="87660"/>
                  <a:pt x="2247609" y="83195"/>
                </a:cubicBezTo>
                <a:cubicBezTo>
                  <a:pt x="2251519" y="78730"/>
                  <a:pt x="2253474" y="71923"/>
                  <a:pt x="2253474" y="62775"/>
                </a:cubicBezTo>
                <a:cubicBezTo>
                  <a:pt x="2253474" y="54151"/>
                  <a:pt x="2251508" y="47618"/>
                  <a:pt x="2247576" y="43175"/>
                </a:cubicBezTo>
                <a:cubicBezTo>
                  <a:pt x="2243644" y="38732"/>
                  <a:pt x="2238756" y="36510"/>
                  <a:pt x="2232913" y="36510"/>
                </a:cubicBezTo>
                <a:cubicBezTo>
                  <a:pt x="2226981" y="36510"/>
                  <a:pt x="2222061" y="38721"/>
                  <a:pt x="2218150" y="43142"/>
                </a:cubicBezTo>
                <a:cubicBezTo>
                  <a:pt x="2214240" y="47563"/>
                  <a:pt x="2212285" y="54238"/>
                  <a:pt x="2212285" y="63168"/>
                </a:cubicBezTo>
                <a:close/>
                <a:moveTo>
                  <a:pt x="2279024" y="125216"/>
                </a:moveTo>
                <a:lnTo>
                  <a:pt x="2277706" y="114079"/>
                </a:lnTo>
                <a:cubicBezTo>
                  <a:pt x="2280299" y="114782"/>
                  <a:pt x="2282561" y="115133"/>
                  <a:pt x="2284494" y="115133"/>
                </a:cubicBezTo>
                <a:cubicBezTo>
                  <a:pt x="2287131" y="115133"/>
                  <a:pt x="2289239" y="114688"/>
                  <a:pt x="2290821" y="113798"/>
                </a:cubicBezTo>
                <a:cubicBezTo>
                  <a:pt x="2292403" y="112910"/>
                  <a:pt x="2293699" y="111666"/>
                  <a:pt x="2294709" y="110065"/>
                </a:cubicBezTo>
                <a:cubicBezTo>
                  <a:pt x="2295456" y="108865"/>
                  <a:pt x="2296665" y="105887"/>
                  <a:pt x="2298334" y="101131"/>
                </a:cubicBezTo>
                <a:cubicBezTo>
                  <a:pt x="2298554" y="100463"/>
                  <a:pt x="2298905" y="99485"/>
                  <a:pt x="2299389" y="98196"/>
                </a:cubicBezTo>
                <a:lnTo>
                  <a:pt x="2272830" y="28207"/>
                </a:lnTo>
                <a:lnTo>
                  <a:pt x="2285615" y="28207"/>
                </a:lnTo>
                <a:lnTo>
                  <a:pt x="2300179" y="68642"/>
                </a:lnTo>
                <a:cubicBezTo>
                  <a:pt x="2302069" y="73772"/>
                  <a:pt x="2303760" y="79164"/>
                  <a:pt x="2305254" y="84817"/>
                </a:cubicBezTo>
                <a:cubicBezTo>
                  <a:pt x="2306616" y="79382"/>
                  <a:pt x="2308242" y="74078"/>
                  <a:pt x="2310131" y="68906"/>
                </a:cubicBezTo>
                <a:lnTo>
                  <a:pt x="2325091" y="28207"/>
                </a:lnTo>
                <a:lnTo>
                  <a:pt x="2336953" y="28207"/>
                </a:lnTo>
                <a:lnTo>
                  <a:pt x="2310328" y="99429"/>
                </a:lnTo>
                <a:cubicBezTo>
                  <a:pt x="2307473" y="107124"/>
                  <a:pt x="2305254" y="112421"/>
                  <a:pt x="2303672" y="115322"/>
                </a:cubicBezTo>
                <a:cubicBezTo>
                  <a:pt x="2301563" y="119235"/>
                  <a:pt x="2299147" y="122104"/>
                  <a:pt x="2296423" y="123929"/>
                </a:cubicBezTo>
                <a:cubicBezTo>
                  <a:pt x="2293699" y="125754"/>
                  <a:pt x="2290448" y="126666"/>
                  <a:pt x="2286669" y="126666"/>
                </a:cubicBezTo>
                <a:cubicBezTo>
                  <a:pt x="2284385" y="126666"/>
                  <a:pt x="2281836" y="126183"/>
                  <a:pt x="2279024" y="125216"/>
                </a:cubicBezTo>
                <a:close/>
                <a:moveTo>
                  <a:pt x="2394948" y="75657"/>
                </a:moveTo>
                <a:lnTo>
                  <a:pt x="2407206" y="77173"/>
                </a:lnTo>
                <a:cubicBezTo>
                  <a:pt x="2405273" y="84334"/>
                  <a:pt x="2401692" y="89892"/>
                  <a:pt x="2396464" y="93846"/>
                </a:cubicBezTo>
                <a:cubicBezTo>
                  <a:pt x="2391236" y="97800"/>
                  <a:pt x="2384558" y="99778"/>
                  <a:pt x="2376429" y="99778"/>
                </a:cubicBezTo>
                <a:cubicBezTo>
                  <a:pt x="2366193" y="99778"/>
                  <a:pt x="2358075" y="96625"/>
                  <a:pt x="2352078" y="90320"/>
                </a:cubicBezTo>
                <a:cubicBezTo>
                  <a:pt x="2346081" y="84016"/>
                  <a:pt x="2343082" y="75174"/>
                  <a:pt x="2343082" y="63794"/>
                </a:cubicBezTo>
                <a:cubicBezTo>
                  <a:pt x="2343082" y="52020"/>
                  <a:pt x="2346114" y="42881"/>
                  <a:pt x="2352177" y="36379"/>
                </a:cubicBezTo>
                <a:cubicBezTo>
                  <a:pt x="2358240" y="29876"/>
                  <a:pt x="2366105" y="26625"/>
                  <a:pt x="2375770" y="26625"/>
                </a:cubicBezTo>
                <a:cubicBezTo>
                  <a:pt x="2385129" y="26625"/>
                  <a:pt x="2392773" y="29805"/>
                  <a:pt x="2398705" y="36166"/>
                </a:cubicBezTo>
                <a:cubicBezTo>
                  <a:pt x="2404636" y="42526"/>
                  <a:pt x="2407602" y="51474"/>
                  <a:pt x="2407602" y="63010"/>
                </a:cubicBezTo>
                <a:cubicBezTo>
                  <a:pt x="2407602" y="63711"/>
                  <a:pt x="2407580" y="64764"/>
                  <a:pt x="2407536" y="66167"/>
                </a:cubicBezTo>
                <a:lnTo>
                  <a:pt x="2355340" y="66167"/>
                </a:lnTo>
                <a:cubicBezTo>
                  <a:pt x="2355780" y="73834"/>
                  <a:pt x="2357955" y="79704"/>
                  <a:pt x="2361865" y="83780"/>
                </a:cubicBezTo>
                <a:cubicBezTo>
                  <a:pt x="2365775" y="87855"/>
                  <a:pt x="2370652" y="89892"/>
                  <a:pt x="2376495" y="89892"/>
                </a:cubicBezTo>
                <a:cubicBezTo>
                  <a:pt x="2380845" y="89892"/>
                  <a:pt x="2384558" y="88761"/>
                  <a:pt x="2387633" y="86498"/>
                </a:cubicBezTo>
                <a:cubicBezTo>
                  <a:pt x="2390709" y="84234"/>
                  <a:pt x="2393147" y="80620"/>
                  <a:pt x="2394948" y="75657"/>
                </a:cubicBezTo>
                <a:moveTo>
                  <a:pt x="2355999" y="56281"/>
                </a:moveTo>
                <a:lnTo>
                  <a:pt x="2395080" y="56281"/>
                </a:lnTo>
                <a:cubicBezTo>
                  <a:pt x="2394553" y="50490"/>
                  <a:pt x="2393059" y="46147"/>
                  <a:pt x="2390599" y="43251"/>
                </a:cubicBezTo>
                <a:cubicBezTo>
                  <a:pt x="2386820" y="38757"/>
                  <a:pt x="2381921" y="36510"/>
                  <a:pt x="2375902" y="36510"/>
                </a:cubicBezTo>
                <a:cubicBezTo>
                  <a:pt x="2370454" y="36510"/>
                  <a:pt x="2365874" y="38304"/>
                  <a:pt x="2362161" y="41892"/>
                </a:cubicBezTo>
                <a:cubicBezTo>
                  <a:pt x="2358449" y="45478"/>
                  <a:pt x="2356395" y="50275"/>
                  <a:pt x="2355999" y="56281"/>
                </a:cubicBezTo>
                <a:close/>
                <a:moveTo>
                  <a:pt x="2421948" y="98196"/>
                </a:moveTo>
                <a:lnTo>
                  <a:pt x="2421948" y="28207"/>
                </a:lnTo>
                <a:lnTo>
                  <a:pt x="2432624" y="28207"/>
                </a:lnTo>
                <a:lnTo>
                  <a:pt x="2432624" y="38751"/>
                </a:lnTo>
                <a:cubicBezTo>
                  <a:pt x="2435348" y="33814"/>
                  <a:pt x="2437864" y="30559"/>
                  <a:pt x="2440170" y="28985"/>
                </a:cubicBezTo>
                <a:cubicBezTo>
                  <a:pt x="2442477" y="27412"/>
                  <a:pt x="2445014" y="26625"/>
                  <a:pt x="2447782" y="26625"/>
                </a:cubicBezTo>
                <a:cubicBezTo>
                  <a:pt x="2451780" y="26625"/>
                  <a:pt x="2455844" y="27894"/>
                  <a:pt x="2459974" y="30431"/>
                </a:cubicBezTo>
                <a:lnTo>
                  <a:pt x="2455888" y="41387"/>
                </a:lnTo>
                <a:cubicBezTo>
                  <a:pt x="2452988" y="39674"/>
                  <a:pt x="2450089" y="38817"/>
                  <a:pt x="2447189" y="38817"/>
                </a:cubicBezTo>
                <a:cubicBezTo>
                  <a:pt x="2444597" y="38817"/>
                  <a:pt x="2442268" y="39598"/>
                  <a:pt x="2440203" y="41161"/>
                </a:cubicBezTo>
                <a:cubicBezTo>
                  <a:pt x="2438138" y="42722"/>
                  <a:pt x="2436666" y="44888"/>
                  <a:pt x="2435788" y="47658"/>
                </a:cubicBezTo>
                <a:cubicBezTo>
                  <a:pt x="2434470" y="51880"/>
                  <a:pt x="2433811" y="56498"/>
                  <a:pt x="2433811" y="61512"/>
                </a:cubicBezTo>
                <a:lnTo>
                  <a:pt x="2433811" y="98196"/>
                </a:lnTo>
                <a:lnTo>
                  <a:pt x="2421948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firesanemployeeforaFacebookpostabout">
            <a:extLst xmlns:a="http://schemas.openxmlformats.org/drawingml/2006/main">
              <a:ext uri="{FF2B5EF4-FFF2-40B4-BE49-F238E27FC236}">
                <a16:creationId xmlns:a16="http://schemas.microsoft.com/office/drawing/2014/main" id="{4264D8CB-09A1-4F08-96D8-F0C285E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77" y="3146977"/>
            <a:ext cx="2668520" cy="126666"/>
          </a:xfrm>
          <a:custGeom xmlns:a="http://schemas.openxmlformats.org/drawingml/2006/main">
            <a:pathLst>
              <a:path w="2668520" h="126666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45232" y="15290"/>
                </a:moveTo>
                <a:lnTo>
                  <a:pt x="45232" y="1582"/>
                </a:lnTo>
                <a:lnTo>
                  <a:pt x="57095" y="1582"/>
                </a:lnTo>
                <a:lnTo>
                  <a:pt x="57095" y="15290"/>
                </a:lnTo>
                <a:lnTo>
                  <a:pt x="45232" y="15290"/>
                </a:lnTo>
                <a:moveTo>
                  <a:pt x="45232" y="98196"/>
                </a:moveTo>
                <a:lnTo>
                  <a:pt x="45232" y="28207"/>
                </a:lnTo>
                <a:lnTo>
                  <a:pt x="57095" y="28207"/>
                </a:lnTo>
                <a:lnTo>
                  <a:pt x="57095" y="98196"/>
                </a:lnTo>
                <a:lnTo>
                  <a:pt x="45232" y="98196"/>
                </a:lnTo>
                <a:close/>
                <a:moveTo>
                  <a:pt x="74998" y="98196"/>
                </a:moveTo>
                <a:lnTo>
                  <a:pt x="74998" y="28207"/>
                </a:lnTo>
                <a:lnTo>
                  <a:pt x="85674" y="28207"/>
                </a:lnTo>
                <a:lnTo>
                  <a:pt x="85674" y="38751"/>
                </a:lnTo>
                <a:cubicBezTo>
                  <a:pt x="88398" y="33814"/>
                  <a:pt x="90914" y="30559"/>
                  <a:pt x="93220" y="28985"/>
                </a:cubicBezTo>
                <a:cubicBezTo>
                  <a:pt x="95527" y="27412"/>
                  <a:pt x="98064" y="26625"/>
                  <a:pt x="100832" y="26625"/>
                </a:cubicBezTo>
                <a:cubicBezTo>
                  <a:pt x="104830" y="26625"/>
                  <a:pt x="108894" y="27894"/>
                  <a:pt x="113024" y="30431"/>
                </a:cubicBezTo>
                <a:lnTo>
                  <a:pt x="108938" y="41387"/>
                </a:lnTo>
                <a:cubicBezTo>
                  <a:pt x="106038" y="39674"/>
                  <a:pt x="103139" y="38817"/>
                  <a:pt x="100239" y="38817"/>
                </a:cubicBezTo>
                <a:cubicBezTo>
                  <a:pt x="97647" y="38817"/>
                  <a:pt x="95318" y="39598"/>
                  <a:pt x="93253" y="41161"/>
                </a:cubicBezTo>
                <a:cubicBezTo>
                  <a:pt x="91188" y="42722"/>
                  <a:pt x="89716" y="44888"/>
                  <a:pt x="88838" y="47658"/>
                </a:cubicBezTo>
                <a:cubicBezTo>
                  <a:pt x="87520" y="51880"/>
                  <a:pt x="86860" y="56498"/>
                  <a:pt x="86860" y="61512"/>
                </a:cubicBezTo>
                <a:lnTo>
                  <a:pt x="86860" y="98196"/>
                </a:lnTo>
                <a:lnTo>
                  <a:pt x="74998" y="98196"/>
                </a:lnTo>
                <a:close/>
                <a:moveTo>
                  <a:pt x="167986" y="75657"/>
                </a:moveTo>
                <a:lnTo>
                  <a:pt x="180244" y="77173"/>
                </a:lnTo>
                <a:cubicBezTo>
                  <a:pt x="178311" y="84334"/>
                  <a:pt x="174730" y="89892"/>
                  <a:pt x="169502" y="93846"/>
                </a:cubicBezTo>
                <a:cubicBezTo>
                  <a:pt x="164274" y="97800"/>
                  <a:pt x="157596" y="99778"/>
                  <a:pt x="149468" y="99778"/>
                </a:cubicBezTo>
                <a:cubicBezTo>
                  <a:pt x="139231" y="99778"/>
                  <a:pt x="131113" y="96625"/>
                  <a:pt x="125116" y="90320"/>
                </a:cubicBezTo>
                <a:cubicBezTo>
                  <a:pt x="119119" y="84016"/>
                  <a:pt x="116120" y="75174"/>
                  <a:pt x="116120" y="63794"/>
                </a:cubicBezTo>
                <a:cubicBezTo>
                  <a:pt x="116120" y="52020"/>
                  <a:pt x="119152" y="42881"/>
                  <a:pt x="125215" y="36379"/>
                </a:cubicBezTo>
                <a:cubicBezTo>
                  <a:pt x="131278" y="29876"/>
                  <a:pt x="139143" y="26625"/>
                  <a:pt x="148809" y="26625"/>
                </a:cubicBezTo>
                <a:cubicBezTo>
                  <a:pt x="158167" y="26625"/>
                  <a:pt x="165812" y="29805"/>
                  <a:pt x="171743" y="36166"/>
                </a:cubicBezTo>
                <a:cubicBezTo>
                  <a:pt x="177674" y="42526"/>
                  <a:pt x="180640" y="51474"/>
                  <a:pt x="180640" y="63010"/>
                </a:cubicBezTo>
                <a:cubicBezTo>
                  <a:pt x="180640" y="63711"/>
                  <a:pt x="180618" y="64764"/>
                  <a:pt x="180574" y="66167"/>
                </a:cubicBezTo>
                <a:lnTo>
                  <a:pt x="128378" y="66167"/>
                </a:lnTo>
                <a:cubicBezTo>
                  <a:pt x="128818" y="73834"/>
                  <a:pt x="130993" y="79704"/>
                  <a:pt x="134903" y="83780"/>
                </a:cubicBezTo>
                <a:cubicBezTo>
                  <a:pt x="138813" y="87855"/>
                  <a:pt x="143690" y="89892"/>
                  <a:pt x="149533" y="89892"/>
                </a:cubicBezTo>
                <a:cubicBezTo>
                  <a:pt x="153883" y="89892"/>
                  <a:pt x="157596" y="88761"/>
                  <a:pt x="160671" y="86498"/>
                </a:cubicBezTo>
                <a:cubicBezTo>
                  <a:pt x="163747" y="84234"/>
                  <a:pt x="166185" y="80620"/>
                  <a:pt x="167986" y="75657"/>
                </a:cubicBezTo>
                <a:moveTo>
                  <a:pt x="129038" y="56281"/>
                </a:moveTo>
                <a:lnTo>
                  <a:pt x="168118" y="56281"/>
                </a:lnTo>
                <a:cubicBezTo>
                  <a:pt x="167591" y="50490"/>
                  <a:pt x="166097" y="46147"/>
                  <a:pt x="163637" y="43251"/>
                </a:cubicBezTo>
                <a:cubicBezTo>
                  <a:pt x="159858" y="38757"/>
                  <a:pt x="154959" y="36510"/>
                  <a:pt x="148940" y="36510"/>
                </a:cubicBezTo>
                <a:cubicBezTo>
                  <a:pt x="143492" y="36510"/>
                  <a:pt x="138912" y="38304"/>
                  <a:pt x="135199" y="41892"/>
                </a:cubicBezTo>
                <a:cubicBezTo>
                  <a:pt x="131487" y="45478"/>
                  <a:pt x="129433" y="50275"/>
                  <a:pt x="129038" y="56281"/>
                </a:cubicBezTo>
                <a:close/>
                <a:moveTo>
                  <a:pt x="190373" y="77239"/>
                </a:moveTo>
                <a:lnTo>
                  <a:pt x="202104" y="75393"/>
                </a:lnTo>
                <a:cubicBezTo>
                  <a:pt x="202763" y="80074"/>
                  <a:pt x="204597" y="83661"/>
                  <a:pt x="207607" y="86154"/>
                </a:cubicBezTo>
                <a:cubicBezTo>
                  <a:pt x="210616" y="88646"/>
                  <a:pt x="214823" y="89892"/>
                  <a:pt x="220227" y="89892"/>
                </a:cubicBezTo>
                <a:cubicBezTo>
                  <a:pt x="225675" y="89892"/>
                  <a:pt x="229717" y="88792"/>
                  <a:pt x="232353" y="86591"/>
                </a:cubicBezTo>
                <a:cubicBezTo>
                  <a:pt x="234989" y="84388"/>
                  <a:pt x="236307" y="81806"/>
                  <a:pt x="236307" y="78843"/>
                </a:cubicBezTo>
                <a:cubicBezTo>
                  <a:pt x="236307" y="76183"/>
                  <a:pt x="235143" y="74091"/>
                  <a:pt x="232815" y="72566"/>
                </a:cubicBezTo>
                <a:cubicBezTo>
                  <a:pt x="231189" y="71519"/>
                  <a:pt x="227147" y="70190"/>
                  <a:pt x="220688" y="68576"/>
                </a:cubicBezTo>
                <a:cubicBezTo>
                  <a:pt x="211989" y="66378"/>
                  <a:pt x="205959" y="64477"/>
                  <a:pt x="202598" y="62872"/>
                </a:cubicBezTo>
                <a:cubicBezTo>
                  <a:pt x="199237" y="61267"/>
                  <a:pt x="196689" y="59046"/>
                  <a:pt x="194953" y="56209"/>
                </a:cubicBezTo>
                <a:cubicBezTo>
                  <a:pt x="193218" y="53373"/>
                  <a:pt x="192350" y="50240"/>
                  <a:pt x="192350" y="46810"/>
                </a:cubicBezTo>
                <a:cubicBezTo>
                  <a:pt x="192350" y="43688"/>
                  <a:pt x="193064" y="40796"/>
                  <a:pt x="194492" y="38135"/>
                </a:cubicBezTo>
                <a:cubicBezTo>
                  <a:pt x="195920" y="35474"/>
                  <a:pt x="197864" y="33265"/>
                  <a:pt x="200324" y="31506"/>
                </a:cubicBezTo>
                <a:cubicBezTo>
                  <a:pt x="202170" y="30143"/>
                  <a:pt x="204685" y="28989"/>
                  <a:pt x="207870" y="28044"/>
                </a:cubicBezTo>
                <a:cubicBezTo>
                  <a:pt x="211056" y="27098"/>
                  <a:pt x="214472" y="26625"/>
                  <a:pt x="218118" y="26625"/>
                </a:cubicBezTo>
                <a:cubicBezTo>
                  <a:pt x="223610" y="26625"/>
                  <a:pt x="228432" y="27421"/>
                  <a:pt x="232584" y="29014"/>
                </a:cubicBezTo>
                <a:cubicBezTo>
                  <a:pt x="236736" y="30605"/>
                  <a:pt x="239800" y="32761"/>
                  <a:pt x="241777" y="35483"/>
                </a:cubicBezTo>
                <a:cubicBezTo>
                  <a:pt x="243755" y="38203"/>
                  <a:pt x="245117" y="41840"/>
                  <a:pt x="245863" y="46396"/>
                </a:cubicBezTo>
                <a:lnTo>
                  <a:pt x="234264" y="47978"/>
                </a:lnTo>
                <a:cubicBezTo>
                  <a:pt x="233737" y="44375"/>
                  <a:pt x="232211" y="41563"/>
                  <a:pt x="229684" y="39542"/>
                </a:cubicBezTo>
                <a:cubicBezTo>
                  <a:pt x="227158" y="37521"/>
                  <a:pt x="223588" y="36510"/>
                  <a:pt x="218975" y="36510"/>
                </a:cubicBezTo>
                <a:cubicBezTo>
                  <a:pt x="213527" y="36510"/>
                  <a:pt x="209639" y="37407"/>
                  <a:pt x="207310" y="39200"/>
                </a:cubicBezTo>
                <a:cubicBezTo>
                  <a:pt x="204981" y="40992"/>
                  <a:pt x="203817" y="43090"/>
                  <a:pt x="203817" y="45496"/>
                </a:cubicBezTo>
                <a:cubicBezTo>
                  <a:pt x="203817" y="47025"/>
                  <a:pt x="204300" y="48403"/>
                  <a:pt x="205267" y="49627"/>
                </a:cubicBezTo>
                <a:cubicBezTo>
                  <a:pt x="206234" y="50894"/>
                  <a:pt x="207749" y="51943"/>
                  <a:pt x="209814" y="52774"/>
                </a:cubicBezTo>
                <a:cubicBezTo>
                  <a:pt x="211001" y="53212"/>
                  <a:pt x="214494" y="54218"/>
                  <a:pt x="220293" y="55791"/>
                </a:cubicBezTo>
                <a:cubicBezTo>
                  <a:pt x="228685" y="58031"/>
                  <a:pt x="234539" y="59864"/>
                  <a:pt x="237856" y="61290"/>
                </a:cubicBezTo>
                <a:cubicBezTo>
                  <a:pt x="241173" y="62717"/>
                  <a:pt x="243777" y="64791"/>
                  <a:pt x="245666" y="67514"/>
                </a:cubicBezTo>
                <a:cubicBezTo>
                  <a:pt x="247555" y="70235"/>
                  <a:pt x="248500" y="73615"/>
                  <a:pt x="248500" y="77653"/>
                </a:cubicBezTo>
                <a:cubicBezTo>
                  <a:pt x="248500" y="81604"/>
                  <a:pt x="247346" y="85325"/>
                  <a:pt x="245040" y="88815"/>
                </a:cubicBezTo>
                <a:cubicBezTo>
                  <a:pt x="242733" y="92304"/>
                  <a:pt x="239405" y="95003"/>
                  <a:pt x="235055" y="96913"/>
                </a:cubicBezTo>
                <a:cubicBezTo>
                  <a:pt x="230706" y="98823"/>
                  <a:pt x="225785" y="99778"/>
                  <a:pt x="220293" y="99778"/>
                </a:cubicBezTo>
                <a:cubicBezTo>
                  <a:pt x="211198" y="99778"/>
                  <a:pt x="204268" y="97883"/>
                  <a:pt x="199501" y="94093"/>
                </a:cubicBezTo>
                <a:cubicBezTo>
                  <a:pt x="194734" y="90304"/>
                  <a:pt x="191691" y="84686"/>
                  <a:pt x="190373" y="77239"/>
                </a:cubicBezTo>
                <a:close/>
                <a:moveTo>
                  <a:pt x="345795" y="89554"/>
                </a:moveTo>
                <a:cubicBezTo>
                  <a:pt x="341402" y="93292"/>
                  <a:pt x="337173" y="95930"/>
                  <a:pt x="333109" y="97469"/>
                </a:cubicBezTo>
                <a:cubicBezTo>
                  <a:pt x="329045" y="99008"/>
                  <a:pt x="324684" y="99778"/>
                  <a:pt x="320027" y="99778"/>
                </a:cubicBezTo>
                <a:cubicBezTo>
                  <a:pt x="312339" y="99778"/>
                  <a:pt x="306429" y="97898"/>
                  <a:pt x="302299" y="94139"/>
                </a:cubicBezTo>
                <a:cubicBezTo>
                  <a:pt x="298169" y="90379"/>
                  <a:pt x="296104" y="85576"/>
                  <a:pt x="296104" y="79729"/>
                </a:cubicBezTo>
                <a:cubicBezTo>
                  <a:pt x="296104" y="76300"/>
                  <a:pt x="296884" y="73168"/>
                  <a:pt x="298444" y="70333"/>
                </a:cubicBezTo>
                <a:cubicBezTo>
                  <a:pt x="300004" y="67497"/>
                  <a:pt x="302047" y="65221"/>
                  <a:pt x="304573" y="63506"/>
                </a:cubicBezTo>
                <a:cubicBezTo>
                  <a:pt x="307099" y="61791"/>
                  <a:pt x="309944" y="60494"/>
                  <a:pt x="313107" y="59616"/>
                </a:cubicBezTo>
                <a:cubicBezTo>
                  <a:pt x="315436" y="58999"/>
                  <a:pt x="318951" y="58405"/>
                  <a:pt x="323652" y="57834"/>
                </a:cubicBezTo>
                <a:cubicBezTo>
                  <a:pt x="333230" y="56700"/>
                  <a:pt x="340282" y="55348"/>
                  <a:pt x="344807" y="53777"/>
                </a:cubicBezTo>
                <a:cubicBezTo>
                  <a:pt x="344851" y="52158"/>
                  <a:pt x="344873" y="51130"/>
                  <a:pt x="344873" y="50692"/>
                </a:cubicBezTo>
                <a:cubicBezTo>
                  <a:pt x="344873" y="45877"/>
                  <a:pt x="343752" y="42485"/>
                  <a:pt x="341512" y="40516"/>
                </a:cubicBezTo>
                <a:cubicBezTo>
                  <a:pt x="338480" y="37846"/>
                  <a:pt x="333977" y="36510"/>
                  <a:pt x="328002" y="36510"/>
                </a:cubicBezTo>
                <a:cubicBezTo>
                  <a:pt x="322422" y="36510"/>
                  <a:pt x="318303" y="37488"/>
                  <a:pt x="315645" y="39443"/>
                </a:cubicBezTo>
                <a:cubicBezTo>
                  <a:pt x="312987" y="41398"/>
                  <a:pt x="311021" y="44858"/>
                  <a:pt x="309746" y="49823"/>
                </a:cubicBezTo>
                <a:lnTo>
                  <a:pt x="298147" y="48241"/>
                </a:lnTo>
                <a:cubicBezTo>
                  <a:pt x="299202" y="43261"/>
                  <a:pt x="300937" y="39240"/>
                  <a:pt x="303354" y="36177"/>
                </a:cubicBezTo>
                <a:cubicBezTo>
                  <a:pt x="305770" y="33114"/>
                  <a:pt x="309263" y="30756"/>
                  <a:pt x="313832" y="29105"/>
                </a:cubicBezTo>
                <a:cubicBezTo>
                  <a:pt x="318402" y="27451"/>
                  <a:pt x="323696" y="26625"/>
                  <a:pt x="329715" y="26625"/>
                </a:cubicBezTo>
                <a:cubicBezTo>
                  <a:pt x="335690" y="26625"/>
                  <a:pt x="340545" y="27328"/>
                  <a:pt x="344280" y="28734"/>
                </a:cubicBezTo>
                <a:cubicBezTo>
                  <a:pt x="348014" y="30140"/>
                  <a:pt x="350760" y="31908"/>
                  <a:pt x="352518" y="34039"/>
                </a:cubicBezTo>
                <a:cubicBezTo>
                  <a:pt x="354275" y="36170"/>
                  <a:pt x="355505" y="38861"/>
                  <a:pt x="356208" y="42112"/>
                </a:cubicBezTo>
                <a:cubicBezTo>
                  <a:pt x="356604" y="44133"/>
                  <a:pt x="356801" y="47780"/>
                  <a:pt x="356801" y="53052"/>
                </a:cubicBezTo>
                <a:lnTo>
                  <a:pt x="356801" y="68869"/>
                </a:lnTo>
                <a:cubicBezTo>
                  <a:pt x="356801" y="79897"/>
                  <a:pt x="357054" y="86871"/>
                  <a:pt x="357559" y="89793"/>
                </a:cubicBezTo>
                <a:cubicBezTo>
                  <a:pt x="358064" y="92715"/>
                  <a:pt x="359064" y="95516"/>
                  <a:pt x="360558" y="98196"/>
                </a:cubicBezTo>
                <a:lnTo>
                  <a:pt x="348168" y="98196"/>
                </a:lnTo>
                <a:cubicBezTo>
                  <a:pt x="346938" y="95733"/>
                  <a:pt x="346147" y="92852"/>
                  <a:pt x="345795" y="89554"/>
                </a:cubicBezTo>
                <a:moveTo>
                  <a:pt x="344807" y="63004"/>
                </a:moveTo>
                <a:cubicBezTo>
                  <a:pt x="340501" y="64776"/>
                  <a:pt x="334043" y="66282"/>
                  <a:pt x="325431" y="67522"/>
                </a:cubicBezTo>
                <a:cubicBezTo>
                  <a:pt x="320555" y="68228"/>
                  <a:pt x="317106" y="69022"/>
                  <a:pt x="315085" y="69905"/>
                </a:cubicBezTo>
                <a:cubicBezTo>
                  <a:pt x="313064" y="70786"/>
                  <a:pt x="311504" y="72077"/>
                  <a:pt x="310405" y="73777"/>
                </a:cubicBezTo>
                <a:cubicBezTo>
                  <a:pt x="309307" y="75475"/>
                  <a:pt x="308758" y="77361"/>
                  <a:pt x="308758" y="79434"/>
                </a:cubicBezTo>
                <a:cubicBezTo>
                  <a:pt x="308758" y="82610"/>
                  <a:pt x="309955" y="85257"/>
                  <a:pt x="312350" y="87375"/>
                </a:cubicBezTo>
                <a:cubicBezTo>
                  <a:pt x="314744" y="89493"/>
                  <a:pt x="318248" y="90551"/>
                  <a:pt x="322861" y="90551"/>
                </a:cubicBezTo>
                <a:cubicBezTo>
                  <a:pt x="327430" y="90551"/>
                  <a:pt x="331494" y="89547"/>
                  <a:pt x="335053" y="87538"/>
                </a:cubicBezTo>
                <a:cubicBezTo>
                  <a:pt x="338612" y="85529"/>
                  <a:pt x="341226" y="82781"/>
                  <a:pt x="342896" y="79294"/>
                </a:cubicBezTo>
                <a:cubicBezTo>
                  <a:pt x="344170" y="76600"/>
                  <a:pt x="344807" y="72627"/>
                  <a:pt x="344807" y="67374"/>
                </a:cubicBezTo>
                <a:lnTo>
                  <a:pt x="344807" y="63004"/>
                </a:lnTo>
                <a:close/>
                <a:moveTo>
                  <a:pt x="375168" y="98196"/>
                </a:moveTo>
                <a:lnTo>
                  <a:pt x="375168" y="28207"/>
                </a:lnTo>
                <a:lnTo>
                  <a:pt x="385844" y="28207"/>
                </a:lnTo>
                <a:lnTo>
                  <a:pt x="385844" y="38092"/>
                </a:lnTo>
                <a:cubicBezTo>
                  <a:pt x="390985" y="30447"/>
                  <a:pt x="398410" y="26625"/>
                  <a:pt x="408119" y="26625"/>
                </a:cubicBezTo>
                <a:cubicBezTo>
                  <a:pt x="412337" y="26625"/>
                  <a:pt x="416215" y="27383"/>
                  <a:pt x="419751" y="28899"/>
                </a:cubicBezTo>
                <a:cubicBezTo>
                  <a:pt x="423288" y="30414"/>
                  <a:pt x="425935" y="32402"/>
                  <a:pt x="427693" y="34863"/>
                </a:cubicBezTo>
                <a:cubicBezTo>
                  <a:pt x="429450" y="37323"/>
                  <a:pt x="430680" y="40245"/>
                  <a:pt x="431383" y="43628"/>
                </a:cubicBezTo>
                <a:cubicBezTo>
                  <a:pt x="431823" y="45825"/>
                  <a:pt x="432042" y="49669"/>
                  <a:pt x="432042" y="55161"/>
                </a:cubicBezTo>
                <a:lnTo>
                  <a:pt x="432042" y="98196"/>
                </a:lnTo>
                <a:lnTo>
                  <a:pt x="420180" y="98196"/>
                </a:lnTo>
                <a:lnTo>
                  <a:pt x="420180" y="55577"/>
                </a:lnTo>
                <a:cubicBezTo>
                  <a:pt x="420180" y="50739"/>
                  <a:pt x="419718" y="47121"/>
                  <a:pt x="418796" y="44724"/>
                </a:cubicBezTo>
                <a:cubicBezTo>
                  <a:pt x="417873" y="42326"/>
                  <a:pt x="416237" y="40413"/>
                  <a:pt x="413886" y="38984"/>
                </a:cubicBezTo>
                <a:cubicBezTo>
                  <a:pt x="411535" y="37555"/>
                  <a:pt x="408778" y="36840"/>
                  <a:pt x="405615" y="36840"/>
                </a:cubicBezTo>
                <a:cubicBezTo>
                  <a:pt x="400563" y="36840"/>
                  <a:pt x="396202" y="38446"/>
                  <a:pt x="392533" y="41657"/>
                </a:cubicBezTo>
                <a:cubicBezTo>
                  <a:pt x="388865" y="44867"/>
                  <a:pt x="387030" y="50958"/>
                  <a:pt x="387030" y="59931"/>
                </a:cubicBezTo>
                <a:lnTo>
                  <a:pt x="387030" y="98196"/>
                </a:lnTo>
                <a:lnTo>
                  <a:pt x="375168" y="98196"/>
                </a:lnTo>
                <a:close/>
                <a:moveTo>
                  <a:pt x="535644" y="75657"/>
                </a:moveTo>
                <a:lnTo>
                  <a:pt x="547902" y="77173"/>
                </a:lnTo>
                <a:cubicBezTo>
                  <a:pt x="545969" y="84334"/>
                  <a:pt x="542388" y="89892"/>
                  <a:pt x="537160" y="93846"/>
                </a:cubicBezTo>
                <a:cubicBezTo>
                  <a:pt x="531932" y="97800"/>
                  <a:pt x="525254" y="99778"/>
                  <a:pt x="517125" y="99778"/>
                </a:cubicBezTo>
                <a:cubicBezTo>
                  <a:pt x="506889" y="99778"/>
                  <a:pt x="498771" y="96625"/>
                  <a:pt x="492774" y="90320"/>
                </a:cubicBezTo>
                <a:cubicBezTo>
                  <a:pt x="486777" y="84016"/>
                  <a:pt x="483778" y="75174"/>
                  <a:pt x="483778" y="63794"/>
                </a:cubicBezTo>
                <a:cubicBezTo>
                  <a:pt x="483778" y="52020"/>
                  <a:pt x="486810" y="42881"/>
                  <a:pt x="492873" y="36379"/>
                </a:cubicBezTo>
                <a:cubicBezTo>
                  <a:pt x="498936" y="29876"/>
                  <a:pt x="506801" y="26625"/>
                  <a:pt x="516466" y="26625"/>
                </a:cubicBezTo>
                <a:cubicBezTo>
                  <a:pt x="525825" y="26625"/>
                  <a:pt x="533470" y="29805"/>
                  <a:pt x="539401" y="36166"/>
                </a:cubicBezTo>
                <a:cubicBezTo>
                  <a:pt x="545332" y="42526"/>
                  <a:pt x="548298" y="51474"/>
                  <a:pt x="548298" y="63010"/>
                </a:cubicBezTo>
                <a:cubicBezTo>
                  <a:pt x="548298" y="63711"/>
                  <a:pt x="548276" y="64764"/>
                  <a:pt x="548232" y="66167"/>
                </a:cubicBezTo>
                <a:lnTo>
                  <a:pt x="496036" y="66167"/>
                </a:lnTo>
                <a:cubicBezTo>
                  <a:pt x="496476" y="73834"/>
                  <a:pt x="498651" y="79704"/>
                  <a:pt x="502561" y="83780"/>
                </a:cubicBezTo>
                <a:cubicBezTo>
                  <a:pt x="506471" y="87855"/>
                  <a:pt x="511348" y="89892"/>
                  <a:pt x="517191" y="89892"/>
                </a:cubicBezTo>
                <a:cubicBezTo>
                  <a:pt x="521541" y="89892"/>
                  <a:pt x="525254" y="88761"/>
                  <a:pt x="528329" y="86498"/>
                </a:cubicBezTo>
                <a:cubicBezTo>
                  <a:pt x="531405" y="84234"/>
                  <a:pt x="533843" y="80620"/>
                  <a:pt x="535644" y="75657"/>
                </a:cubicBezTo>
                <a:moveTo>
                  <a:pt x="496695" y="56281"/>
                </a:moveTo>
                <a:lnTo>
                  <a:pt x="535776" y="56281"/>
                </a:lnTo>
                <a:cubicBezTo>
                  <a:pt x="535249" y="50490"/>
                  <a:pt x="533755" y="46147"/>
                  <a:pt x="531295" y="43251"/>
                </a:cubicBezTo>
                <a:cubicBezTo>
                  <a:pt x="527516" y="38757"/>
                  <a:pt x="522617" y="36510"/>
                  <a:pt x="516598" y="36510"/>
                </a:cubicBezTo>
                <a:cubicBezTo>
                  <a:pt x="511150" y="36510"/>
                  <a:pt x="506570" y="38304"/>
                  <a:pt x="502857" y="41892"/>
                </a:cubicBezTo>
                <a:cubicBezTo>
                  <a:pt x="499145" y="45478"/>
                  <a:pt x="497091" y="50275"/>
                  <a:pt x="496695" y="56281"/>
                </a:cubicBezTo>
                <a:close/>
                <a:moveTo>
                  <a:pt x="562776" y="98196"/>
                </a:moveTo>
                <a:lnTo>
                  <a:pt x="562776" y="28207"/>
                </a:lnTo>
                <a:lnTo>
                  <a:pt x="573386" y="28207"/>
                </a:lnTo>
                <a:lnTo>
                  <a:pt x="573386" y="37960"/>
                </a:lnTo>
                <a:cubicBezTo>
                  <a:pt x="575583" y="34553"/>
                  <a:pt x="578505" y="31811"/>
                  <a:pt x="582151" y="29737"/>
                </a:cubicBezTo>
                <a:cubicBezTo>
                  <a:pt x="585798" y="27662"/>
                  <a:pt x="589950" y="26625"/>
                  <a:pt x="594607" y="26625"/>
                </a:cubicBezTo>
                <a:cubicBezTo>
                  <a:pt x="599791" y="26625"/>
                  <a:pt x="604042" y="27696"/>
                  <a:pt x="607359" y="29838"/>
                </a:cubicBezTo>
                <a:cubicBezTo>
                  <a:pt x="610676" y="31978"/>
                  <a:pt x="613016" y="34971"/>
                  <a:pt x="614378" y="38817"/>
                </a:cubicBezTo>
                <a:cubicBezTo>
                  <a:pt x="619914" y="30689"/>
                  <a:pt x="627119" y="26625"/>
                  <a:pt x="635994" y="26625"/>
                </a:cubicBezTo>
                <a:cubicBezTo>
                  <a:pt x="642936" y="26625"/>
                  <a:pt x="648274" y="28547"/>
                  <a:pt x="652009" y="32391"/>
                </a:cubicBezTo>
                <a:cubicBezTo>
                  <a:pt x="655743" y="36236"/>
                  <a:pt x="657611" y="42156"/>
                  <a:pt x="657611" y="50152"/>
                </a:cubicBezTo>
                <a:lnTo>
                  <a:pt x="657611" y="98196"/>
                </a:lnTo>
                <a:lnTo>
                  <a:pt x="645814" y="98196"/>
                </a:lnTo>
                <a:lnTo>
                  <a:pt x="645814" y="54059"/>
                </a:lnTo>
                <a:cubicBezTo>
                  <a:pt x="645814" y="49309"/>
                  <a:pt x="645429" y="45889"/>
                  <a:pt x="644661" y="43801"/>
                </a:cubicBezTo>
                <a:cubicBezTo>
                  <a:pt x="643892" y="41711"/>
                  <a:pt x="642497" y="40029"/>
                  <a:pt x="640476" y="38753"/>
                </a:cubicBezTo>
                <a:cubicBezTo>
                  <a:pt x="638455" y="37478"/>
                  <a:pt x="636082" y="36840"/>
                  <a:pt x="633358" y="36840"/>
                </a:cubicBezTo>
                <a:cubicBezTo>
                  <a:pt x="628437" y="36840"/>
                  <a:pt x="624351" y="38479"/>
                  <a:pt x="621100" y="41756"/>
                </a:cubicBezTo>
                <a:cubicBezTo>
                  <a:pt x="617849" y="45032"/>
                  <a:pt x="616223" y="50277"/>
                  <a:pt x="616223" y="57490"/>
                </a:cubicBezTo>
                <a:lnTo>
                  <a:pt x="616223" y="98196"/>
                </a:lnTo>
                <a:lnTo>
                  <a:pt x="604361" y="98196"/>
                </a:lnTo>
                <a:lnTo>
                  <a:pt x="604361" y="52673"/>
                </a:lnTo>
                <a:cubicBezTo>
                  <a:pt x="604361" y="47395"/>
                  <a:pt x="603394" y="43437"/>
                  <a:pt x="601461" y="40798"/>
                </a:cubicBezTo>
                <a:cubicBezTo>
                  <a:pt x="599528" y="38159"/>
                  <a:pt x="596364" y="36840"/>
                  <a:pt x="591971" y="36840"/>
                </a:cubicBezTo>
                <a:cubicBezTo>
                  <a:pt x="588632" y="36840"/>
                  <a:pt x="585545" y="37720"/>
                  <a:pt x="582712" y="39480"/>
                </a:cubicBezTo>
                <a:cubicBezTo>
                  <a:pt x="579878" y="41239"/>
                  <a:pt x="577824" y="43812"/>
                  <a:pt x="576550" y="47199"/>
                </a:cubicBezTo>
                <a:cubicBezTo>
                  <a:pt x="575275" y="50585"/>
                  <a:pt x="574638" y="55467"/>
                  <a:pt x="574638" y="61844"/>
                </a:cubicBezTo>
                <a:lnTo>
                  <a:pt x="574638" y="98196"/>
                </a:lnTo>
                <a:lnTo>
                  <a:pt x="562776" y="98196"/>
                </a:lnTo>
                <a:close/>
                <a:moveTo>
                  <a:pt x="675206" y="125084"/>
                </a:moveTo>
                <a:lnTo>
                  <a:pt x="675206" y="28207"/>
                </a:lnTo>
                <a:lnTo>
                  <a:pt x="686014" y="28207"/>
                </a:lnTo>
                <a:lnTo>
                  <a:pt x="686014" y="37235"/>
                </a:lnTo>
                <a:cubicBezTo>
                  <a:pt x="688562" y="33699"/>
                  <a:pt x="691440" y="31046"/>
                  <a:pt x="694647" y="29278"/>
                </a:cubicBezTo>
                <a:cubicBezTo>
                  <a:pt x="697854" y="27509"/>
                  <a:pt x="701743" y="26625"/>
                  <a:pt x="706312" y="26625"/>
                </a:cubicBezTo>
                <a:cubicBezTo>
                  <a:pt x="712287" y="26625"/>
                  <a:pt x="717559" y="28163"/>
                  <a:pt x="722129" y="31238"/>
                </a:cubicBezTo>
                <a:cubicBezTo>
                  <a:pt x="726698" y="34314"/>
                  <a:pt x="730147" y="38652"/>
                  <a:pt x="732476" y="44254"/>
                </a:cubicBezTo>
                <a:cubicBezTo>
                  <a:pt x="734804" y="49856"/>
                  <a:pt x="735968" y="55996"/>
                  <a:pt x="735968" y="62674"/>
                </a:cubicBezTo>
                <a:cubicBezTo>
                  <a:pt x="735968" y="69835"/>
                  <a:pt x="734683" y="76283"/>
                  <a:pt x="732113" y="82017"/>
                </a:cubicBezTo>
                <a:cubicBezTo>
                  <a:pt x="729543" y="87750"/>
                  <a:pt x="725808" y="92144"/>
                  <a:pt x="720910" y="95197"/>
                </a:cubicBezTo>
                <a:cubicBezTo>
                  <a:pt x="716011" y="98251"/>
                  <a:pt x="710859" y="99778"/>
                  <a:pt x="705455" y="99778"/>
                </a:cubicBezTo>
                <a:cubicBezTo>
                  <a:pt x="701501" y="99778"/>
                  <a:pt x="697953" y="98932"/>
                  <a:pt x="694812" y="97240"/>
                </a:cubicBezTo>
                <a:cubicBezTo>
                  <a:pt x="691670" y="95547"/>
                  <a:pt x="689089" y="93410"/>
                  <a:pt x="687068" y="90827"/>
                </a:cubicBezTo>
                <a:lnTo>
                  <a:pt x="687068" y="125084"/>
                </a:lnTo>
                <a:lnTo>
                  <a:pt x="675206" y="125084"/>
                </a:lnTo>
                <a:moveTo>
                  <a:pt x="685948" y="63498"/>
                </a:moveTo>
                <a:cubicBezTo>
                  <a:pt x="685948" y="72494"/>
                  <a:pt x="687771" y="79142"/>
                  <a:pt x="691418" y="83442"/>
                </a:cubicBezTo>
                <a:cubicBezTo>
                  <a:pt x="695065" y="87742"/>
                  <a:pt x="699480" y="89892"/>
                  <a:pt x="704664" y="89892"/>
                </a:cubicBezTo>
                <a:cubicBezTo>
                  <a:pt x="709937" y="89892"/>
                  <a:pt x="714451" y="87665"/>
                  <a:pt x="718208" y="83211"/>
                </a:cubicBezTo>
                <a:cubicBezTo>
                  <a:pt x="721964" y="78757"/>
                  <a:pt x="723842" y="71857"/>
                  <a:pt x="723842" y="62509"/>
                </a:cubicBezTo>
                <a:cubicBezTo>
                  <a:pt x="723842" y="53601"/>
                  <a:pt x="722008" y="46931"/>
                  <a:pt x="718339" y="42499"/>
                </a:cubicBezTo>
                <a:cubicBezTo>
                  <a:pt x="714671" y="38067"/>
                  <a:pt x="710288" y="35851"/>
                  <a:pt x="705192" y="35851"/>
                </a:cubicBezTo>
                <a:cubicBezTo>
                  <a:pt x="700139" y="35851"/>
                  <a:pt x="695669" y="38210"/>
                  <a:pt x="691780" y="42928"/>
                </a:cubicBezTo>
                <a:cubicBezTo>
                  <a:pt x="687892" y="47645"/>
                  <a:pt x="685948" y="54502"/>
                  <a:pt x="685948" y="63498"/>
                </a:cubicBezTo>
                <a:close/>
                <a:moveTo>
                  <a:pt x="749985" y="98196"/>
                </a:moveTo>
                <a:lnTo>
                  <a:pt x="749985" y="1582"/>
                </a:lnTo>
                <a:lnTo>
                  <a:pt x="761848" y="1582"/>
                </a:lnTo>
                <a:lnTo>
                  <a:pt x="761848" y="98196"/>
                </a:lnTo>
                <a:lnTo>
                  <a:pt x="749985" y="98196"/>
                </a:lnTo>
                <a:close/>
                <a:moveTo>
                  <a:pt x="775797" y="63201"/>
                </a:moveTo>
                <a:cubicBezTo>
                  <a:pt x="775797" y="50240"/>
                  <a:pt x="779400" y="40640"/>
                  <a:pt x="786605" y="34402"/>
                </a:cubicBezTo>
                <a:cubicBezTo>
                  <a:pt x="792624" y="29217"/>
                  <a:pt x="799961" y="26625"/>
                  <a:pt x="808617" y="26625"/>
                </a:cubicBezTo>
                <a:cubicBezTo>
                  <a:pt x="818239" y="26625"/>
                  <a:pt x="826103" y="29777"/>
                  <a:pt x="832210" y="36082"/>
                </a:cubicBezTo>
                <a:cubicBezTo>
                  <a:pt x="838317" y="42387"/>
                  <a:pt x="841371" y="51097"/>
                  <a:pt x="841371" y="62213"/>
                </a:cubicBezTo>
                <a:cubicBezTo>
                  <a:pt x="841371" y="71219"/>
                  <a:pt x="840020" y="78304"/>
                  <a:pt x="837318" y="83466"/>
                </a:cubicBezTo>
                <a:cubicBezTo>
                  <a:pt x="834616" y="88629"/>
                  <a:pt x="830683" y="92638"/>
                  <a:pt x="825521" y="95494"/>
                </a:cubicBezTo>
                <a:cubicBezTo>
                  <a:pt x="820358" y="98350"/>
                  <a:pt x="814724" y="99778"/>
                  <a:pt x="808617" y="99778"/>
                </a:cubicBezTo>
                <a:cubicBezTo>
                  <a:pt x="798819" y="99778"/>
                  <a:pt x="790900" y="96636"/>
                  <a:pt x="784859" y="90353"/>
                </a:cubicBezTo>
                <a:cubicBezTo>
                  <a:pt x="778817" y="84071"/>
                  <a:pt x="775797" y="75020"/>
                  <a:pt x="775797" y="63201"/>
                </a:cubicBezTo>
                <a:moveTo>
                  <a:pt x="787989" y="63168"/>
                </a:moveTo>
                <a:cubicBezTo>
                  <a:pt x="787989" y="72098"/>
                  <a:pt x="789944" y="78785"/>
                  <a:pt x="793854" y="83228"/>
                </a:cubicBezTo>
                <a:cubicBezTo>
                  <a:pt x="797765" y="87671"/>
                  <a:pt x="802685" y="89892"/>
                  <a:pt x="808617" y="89892"/>
                </a:cubicBezTo>
                <a:cubicBezTo>
                  <a:pt x="814504" y="89892"/>
                  <a:pt x="819403" y="87660"/>
                  <a:pt x="823313" y="83195"/>
                </a:cubicBezTo>
                <a:cubicBezTo>
                  <a:pt x="827223" y="78730"/>
                  <a:pt x="829178" y="71923"/>
                  <a:pt x="829178" y="62775"/>
                </a:cubicBezTo>
                <a:cubicBezTo>
                  <a:pt x="829178" y="54151"/>
                  <a:pt x="827212" y="47618"/>
                  <a:pt x="823280" y="43175"/>
                </a:cubicBezTo>
                <a:cubicBezTo>
                  <a:pt x="819348" y="38732"/>
                  <a:pt x="814460" y="36510"/>
                  <a:pt x="808617" y="36510"/>
                </a:cubicBezTo>
                <a:cubicBezTo>
                  <a:pt x="802685" y="36510"/>
                  <a:pt x="797765" y="38721"/>
                  <a:pt x="793854" y="43142"/>
                </a:cubicBezTo>
                <a:cubicBezTo>
                  <a:pt x="789944" y="47563"/>
                  <a:pt x="787989" y="54238"/>
                  <a:pt x="787989" y="63168"/>
                </a:cubicBezTo>
                <a:close/>
                <a:moveTo>
                  <a:pt x="854728" y="125216"/>
                </a:moveTo>
                <a:lnTo>
                  <a:pt x="853410" y="114079"/>
                </a:lnTo>
                <a:cubicBezTo>
                  <a:pt x="856002" y="114782"/>
                  <a:pt x="858265" y="115133"/>
                  <a:pt x="860198" y="115133"/>
                </a:cubicBezTo>
                <a:cubicBezTo>
                  <a:pt x="862834" y="115133"/>
                  <a:pt x="864943" y="114688"/>
                  <a:pt x="866525" y="113798"/>
                </a:cubicBezTo>
                <a:cubicBezTo>
                  <a:pt x="868107" y="112910"/>
                  <a:pt x="869403" y="111666"/>
                  <a:pt x="870413" y="110065"/>
                </a:cubicBezTo>
                <a:cubicBezTo>
                  <a:pt x="871160" y="108865"/>
                  <a:pt x="872368" y="105887"/>
                  <a:pt x="874038" y="101131"/>
                </a:cubicBezTo>
                <a:cubicBezTo>
                  <a:pt x="874258" y="100463"/>
                  <a:pt x="874609" y="99485"/>
                  <a:pt x="875092" y="98196"/>
                </a:cubicBezTo>
                <a:lnTo>
                  <a:pt x="848533" y="28207"/>
                </a:lnTo>
                <a:lnTo>
                  <a:pt x="861319" y="28207"/>
                </a:lnTo>
                <a:lnTo>
                  <a:pt x="875883" y="68642"/>
                </a:lnTo>
                <a:cubicBezTo>
                  <a:pt x="877772" y="73772"/>
                  <a:pt x="879464" y="79164"/>
                  <a:pt x="880958" y="84817"/>
                </a:cubicBezTo>
                <a:cubicBezTo>
                  <a:pt x="882320" y="79382"/>
                  <a:pt x="883945" y="74078"/>
                  <a:pt x="885835" y="68906"/>
                </a:cubicBezTo>
                <a:lnTo>
                  <a:pt x="900795" y="28207"/>
                </a:lnTo>
                <a:lnTo>
                  <a:pt x="912657" y="28207"/>
                </a:lnTo>
                <a:lnTo>
                  <a:pt x="886032" y="99429"/>
                </a:lnTo>
                <a:cubicBezTo>
                  <a:pt x="883177" y="107124"/>
                  <a:pt x="880958" y="112421"/>
                  <a:pt x="879376" y="115322"/>
                </a:cubicBezTo>
                <a:cubicBezTo>
                  <a:pt x="877267" y="119235"/>
                  <a:pt x="874851" y="122104"/>
                  <a:pt x="872127" y="123929"/>
                </a:cubicBezTo>
                <a:cubicBezTo>
                  <a:pt x="869403" y="125754"/>
                  <a:pt x="866152" y="126666"/>
                  <a:pt x="862373" y="126666"/>
                </a:cubicBezTo>
                <a:cubicBezTo>
                  <a:pt x="860088" y="126666"/>
                  <a:pt x="857540" y="126183"/>
                  <a:pt x="854728" y="125216"/>
                </a:cubicBezTo>
                <a:close/>
                <a:moveTo>
                  <a:pt x="970652" y="75657"/>
                </a:moveTo>
                <a:lnTo>
                  <a:pt x="982910" y="77173"/>
                </a:lnTo>
                <a:cubicBezTo>
                  <a:pt x="980977" y="84334"/>
                  <a:pt x="977396" y="89892"/>
                  <a:pt x="972168" y="93846"/>
                </a:cubicBezTo>
                <a:cubicBezTo>
                  <a:pt x="966940" y="97800"/>
                  <a:pt x="960261" y="99778"/>
                  <a:pt x="952133" y="99778"/>
                </a:cubicBezTo>
                <a:cubicBezTo>
                  <a:pt x="941896" y="99778"/>
                  <a:pt x="933779" y="96625"/>
                  <a:pt x="927782" y="90320"/>
                </a:cubicBezTo>
                <a:cubicBezTo>
                  <a:pt x="921785" y="84016"/>
                  <a:pt x="918786" y="75174"/>
                  <a:pt x="918786" y="63794"/>
                </a:cubicBezTo>
                <a:cubicBezTo>
                  <a:pt x="918786" y="52020"/>
                  <a:pt x="921818" y="42881"/>
                  <a:pt x="927881" y="36379"/>
                </a:cubicBezTo>
                <a:cubicBezTo>
                  <a:pt x="933944" y="29876"/>
                  <a:pt x="941809" y="26625"/>
                  <a:pt x="951474" y="26625"/>
                </a:cubicBezTo>
                <a:cubicBezTo>
                  <a:pt x="960833" y="26625"/>
                  <a:pt x="968477" y="29805"/>
                  <a:pt x="974409" y="36166"/>
                </a:cubicBezTo>
                <a:cubicBezTo>
                  <a:pt x="980340" y="42526"/>
                  <a:pt x="983306" y="51474"/>
                  <a:pt x="983306" y="63010"/>
                </a:cubicBezTo>
                <a:cubicBezTo>
                  <a:pt x="983306" y="63711"/>
                  <a:pt x="983284" y="64764"/>
                  <a:pt x="983240" y="66167"/>
                </a:cubicBezTo>
                <a:lnTo>
                  <a:pt x="931044" y="66167"/>
                </a:lnTo>
                <a:cubicBezTo>
                  <a:pt x="931484" y="73834"/>
                  <a:pt x="933658" y="79704"/>
                  <a:pt x="937569" y="83780"/>
                </a:cubicBezTo>
                <a:cubicBezTo>
                  <a:pt x="941479" y="87855"/>
                  <a:pt x="946356" y="89892"/>
                  <a:pt x="952199" y="89892"/>
                </a:cubicBezTo>
                <a:cubicBezTo>
                  <a:pt x="956549" y="89892"/>
                  <a:pt x="960261" y="88761"/>
                  <a:pt x="963337" y="86498"/>
                </a:cubicBezTo>
                <a:cubicBezTo>
                  <a:pt x="966412" y="84234"/>
                  <a:pt x="968851" y="80620"/>
                  <a:pt x="970652" y="75657"/>
                </a:cubicBezTo>
                <a:moveTo>
                  <a:pt x="931703" y="56281"/>
                </a:moveTo>
                <a:lnTo>
                  <a:pt x="970784" y="56281"/>
                </a:lnTo>
                <a:cubicBezTo>
                  <a:pt x="970257" y="50490"/>
                  <a:pt x="968763" y="46147"/>
                  <a:pt x="966303" y="43251"/>
                </a:cubicBezTo>
                <a:cubicBezTo>
                  <a:pt x="962524" y="38757"/>
                  <a:pt x="957625" y="36510"/>
                  <a:pt x="951606" y="36510"/>
                </a:cubicBezTo>
                <a:cubicBezTo>
                  <a:pt x="946158" y="36510"/>
                  <a:pt x="941578" y="38304"/>
                  <a:pt x="937865" y="41892"/>
                </a:cubicBezTo>
                <a:cubicBezTo>
                  <a:pt x="934153" y="45478"/>
                  <a:pt x="932099" y="50275"/>
                  <a:pt x="931703" y="56281"/>
                </a:cubicBezTo>
                <a:close/>
                <a:moveTo>
                  <a:pt x="1045695" y="75657"/>
                </a:moveTo>
                <a:lnTo>
                  <a:pt x="1057953" y="77173"/>
                </a:lnTo>
                <a:cubicBezTo>
                  <a:pt x="1056020" y="84334"/>
                  <a:pt x="1052439" y="89892"/>
                  <a:pt x="1047211" y="93846"/>
                </a:cubicBezTo>
                <a:cubicBezTo>
                  <a:pt x="1041983" y="97800"/>
                  <a:pt x="1035305" y="99778"/>
                  <a:pt x="1027177" y="99778"/>
                </a:cubicBezTo>
                <a:cubicBezTo>
                  <a:pt x="1016940" y="99778"/>
                  <a:pt x="1008822" y="96625"/>
                  <a:pt x="1002825" y="90320"/>
                </a:cubicBezTo>
                <a:cubicBezTo>
                  <a:pt x="996828" y="84016"/>
                  <a:pt x="993830" y="75174"/>
                  <a:pt x="993830" y="63794"/>
                </a:cubicBezTo>
                <a:cubicBezTo>
                  <a:pt x="993830" y="52020"/>
                  <a:pt x="996861" y="42881"/>
                  <a:pt x="1002924" y="36379"/>
                </a:cubicBezTo>
                <a:cubicBezTo>
                  <a:pt x="1008987" y="29876"/>
                  <a:pt x="1016852" y="26625"/>
                  <a:pt x="1026518" y="26625"/>
                </a:cubicBezTo>
                <a:cubicBezTo>
                  <a:pt x="1035876" y="26625"/>
                  <a:pt x="1043521" y="29805"/>
                  <a:pt x="1049452" y="36166"/>
                </a:cubicBezTo>
                <a:cubicBezTo>
                  <a:pt x="1055383" y="42526"/>
                  <a:pt x="1058349" y="51474"/>
                  <a:pt x="1058349" y="63010"/>
                </a:cubicBezTo>
                <a:cubicBezTo>
                  <a:pt x="1058349" y="63711"/>
                  <a:pt x="1058327" y="64764"/>
                  <a:pt x="1058283" y="66167"/>
                </a:cubicBezTo>
                <a:lnTo>
                  <a:pt x="1006088" y="66167"/>
                </a:lnTo>
                <a:cubicBezTo>
                  <a:pt x="1006527" y="73834"/>
                  <a:pt x="1008702" y="79704"/>
                  <a:pt x="1012612" y="83780"/>
                </a:cubicBezTo>
                <a:cubicBezTo>
                  <a:pt x="1016522" y="87855"/>
                  <a:pt x="1021399" y="89892"/>
                  <a:pt x="1027242" y="89892"/>
                </a:cubicBezTo>
                <a:cubicBezTo>
                  <a:pt x="1031592" y="89892"/>
                  <a:pt x="1035305" y="88761"/>
                  <a:pt x="1038380" y="86498"/>
                </a:cubicBezTo>
                <a:cubicBezTo>
                  <a:pt x="1041456" y="84234"/>
                  <a:pt x="1043894" y="80620"/>
                  <a:pt x="1045695" y="75657"/>
                </a:cubicBezTo>
                <a:moveTo>
                  <a:pt x="1006747" y="56281"/>
                </a:moveTo>
                <a:lnTo>
                  <a:pt x="1045827" y="56281"/>
                </a:lnTo>
                <a:cubicBezTo>
                  <a:pt x="1045300" y="50490"/>
                  <a:pt x="1043806" y="46147"/>
                  <a:pt x="1041346" y="43251"/>
                </a:cubicBezTo>
                <a:cubicBezTo>
                  <a:pt x="1037567" y="38757"/>
                  <a:pt x="1032668" y="36510"/>
                  <a:pt x="1026649" y="36510"/>
                </a:cubicBezTo>
                <a:cubicBezTo>
                  <a:pt x="1021201" y="36510"/>
                  <a:pt x="1016621" y="38304"/>
                  <a:pt x="1012908" y="41892"/>
                </a:cubicBezTo>
                <a:cubicBezTo>
                  <a:pt x="1009196" y="45478"/>
                  <a:pt x="1007142" y="50275"/>
                  <a:pt x="1006747" y="56281"/>
                </a:cubicBezTo>
                <a:close/>
                <a:moveTo>
                  <a:pt x="1113182" y="98196"/>
                </a:moveTo>
                <a:lnTo>
                  <a:pt x="1113182" y="37433"/>
                </a:lnTo>
                <a:lnTo>
                  <a:pt x="1102704" y="37433"/>
                </a:lnTo>
                <a:lnTo>
                  <a:pt x="1102704" y="28207"/>
                </a:lnTo>
                <a:lnTo>
                  <a:pt x="1113182" y="28207"/>
                </a:lnTo>
                <a:lnTo>
                  <a:pt x="1113182" y="20776"/>
                </a:lnTo>
                <a:cubicBezTo>
                  <a:pt x="1113182" y="16086"/>
                  <a:pt x="1113600" y="12601"/>
                  <a:pt x="1114435" y="10322"/>
                </a:cubicBezTo>
                <a:cubicBezTo>
                  <a:pt x="1115577" y="7255"/>
                  <a:pt x="1117587" y="4768"/>
                  <a:pt x="1120465" y="2861"/>
                </a:cubicBezTo>
                <a:cubicBezTo>
                  <a:pt x="1123342" y="954"/>
                  <a:pt x="1127374" y="0"/>
                  <a:pt x="1132558" y="0"/>
                </a:cubicBezTo>
                <a:cubicBezTo>
                  <a:pt x="1135897" y="0"/>
                  <a:pt x="1139588" y="395"/>
                  <a:pt x="1143630" y="1186"/>
                </a:cubicBezTo>
                <a:lnTo>
                  <a:pt x="1141850" y="11533"/>
                </a:lnTo>
                <a:cubicBezTo>
                  <a:pt x="1139390" y="11094"/>
                  <a:pt x="1137061" y="10874"/>
                  <a:pt x="1134865" y="10874"/>
                </a:cubicBezTo>
                <a:cubicBezTo>
                  <a:pt x="1131262" y="10874"/>
                  <a:pt x="1128714" y="11640"/>
                  <a:pt x="1127220" y="13172"/>
                </a:cubicBezTo>
                <a:cubicBezTo>
                  <a:pt x="1125726" y="14705"/>
                  <a:pt x="1124979" y="17571"/>
                  <a:pt x="1124979" y="21773"/>
                </a:cubicBezTo>
                <a:lnTo>
                  <a:pt x="1124979" y="28207"/>
                </a:lnTo>
                <a:lnTo>
                  <a:pt x="1138621" y="28207"/>
                </a:lnTo>
                <a:lnTo>
                  <a:pt x="1138621" y="37433"/>
                </a:lnTo>
                <a:lnTo>
                  <a:pt x="1124979" y="37433"/>
                </a:lnTo>
                <a:lnTo>
                  <a:pt x="1124979" y="98196"/>
                </a:lnTo>
                <a:lnTo>
                  <a:pt x="1113182" y="98196"/>
                </a:lnTo>
                <a:close/>
                <a:moveTo>
                  <a:pt x="1143455" y="63201"/>
                </a:moveTo>
                <a:cubicBezTo>
                  <a:pt x="1143455" y="50240"/>
                  <a:pt x="1147057" y="40640"/>
                  <a:pt x="1154263" y="34402"/>
                </a:cubicBezTo>
                <a:cubicBezTo>
                  <a:pt x="1160282" y="29217"/>
                  <a:pt x="1167619" y="26625"/>
                  <a:pt x="1176274" y="26625"/>
                </a:cubicBezTo>
                <a:cubicBezTo>
                  <a:pt x="1185896" y="26625"/>
                  <a:pt x="1193761" y="29777"/>
                  <a:pt x="1199868" y="36082"/>
                </a:cubicBezTo>
                <a:cubicBezTo>
                  <a:pt x="1205975" y="42387"/>
                  <a:pt x="1209028" y="51097"/>
                  <a:pt x="1209028" y="62213"/>
                </a:cubicBezTo>
                <a:cubicBezTo>
                  <a:pt x="1209028" y="71219"/>
                  <a:pt x="1207677" y="78304"/>
                  <a:pt x="1204975" y="83466"/>
                </a:cubicBezTo>
                <a:cubicBezTo>
                  <a:pt x="1202273" y="88629"/>
                  <a:pt x="1198341" y="92638"/>
                  <a:pt x="1193179" y="95494"/>
                </a:cubicBezTo>
                <a:cubicBezTo>
                  <a:pt x="1188016" y="98350"/>
                  <a:pt x="1182381" y="99778"/>
                  <a:pt x="1176274" y="99778"/>
                </a:cubicBezTo>
                <a:cubicBezTo>
                  <a:pt x="1166477" y="99778"/>
                  <a:pt x="1158557" y="96636"/>
                  <a:pt x="1152516" y="90353"/>
                </a:cubicBezTo>
                <a:cubicBezTo>
                  <a:pt x="1146475" y="84071"/>
                  <a:pt x="1143455" y="75020"/>
                  <a:pt x="1143455" y="63201"/>
                </a:cubicBezTo>
                <a:moveTo>
                  <a:pt x="1155647" y="63168"/>
                </a:moveTo>
                <a:cubicBezTo>
                  <a:pt x="1155647" y="72098"/>
                  <a:pt x="1157602" y="78785"/>
                  <a:pt x="1161512" y="83228"/>
                </a:cubicBezTo>
                <a:cubicBezTo>
                  <a:pt x="1165422" y="87671"/>
                  <a:pt x="1170343" y="89892"/>
                  <a:pt x="1176274" y="89892"/>
                </a:cubicBezTo>
                <a:cubicBezTo>
                  <a:pt x="1182162" y="89892"/>
                  <a:pt x="1187061" y="87660"/>
                  <a:pt x="1190971" y="83195"/>
                </a:cubicBezTo>
                <a:cubicBezTo>
                  <a:pt x="1194881" y="78730"/>
                  <a:pt x="1196836" y="71923"/>
                  <a:pt x="1196836" y="62775"/>
                </a:cubicBezTo>
                <a:cubicBezTo>
                  <a:pt x="1196836" y="54151"/>
                  <a:pt x="1194870" y="47618"/>
                  <a:pt x="1190938" y="43175"/>
                </a:cubicBezTo>
                <a:cubicBezTo>
                  <a:pt x="1187006" y="38732"/>
                  <a:pt x="1182118" y="36510"/>
                  <a:pt x="1176274" y="36510"/>
                </a:cubicBezTo>
                <a:cubicBezTo>
                  <a:pt x="1170343" y="36510"/>
                  <a:pt x="1165422" y="38721"/>
                  <a:pt x="1161512" y="43142"/>
                </a:cubicBezTo>
                <a:cubicBezTo>
                  <a:pt x="1157602" y="47563"/>
                  <a:pt x="1155647" y="54238"/>
                  <a:pt x="1155647" y="63168"/>
                </a:cubicBezTo>
                <a:close/>
                <a:moveTo>
                  <a:pt x="1222782" y="98196"/>
                </a:moveTo>
                <a:lnTo>
                  <a:pt x="1222782" y="28207"/>
                </a:lnTo>
                <a:lnTo>
                  <a:pt x="1233458" y="28207"/>
                </a:lnTo>
                <a:lnTo>
                  <a:pt x="1233458" y="38751"/>
                </a:lnTo>
                <a:cubicBezTo>
                  <a:pt x="1236182" y="33814"/>
                  <a:pt x="1238697" y="30559"/>
                  <a:pt x="1241004" y="28985"/>
                </a:cubicBezTo>
                <a:cubicBezTo>
                  <a:pt x="1243310" y="27412"/>
                  <a:pt x="1245848" y="26625"/>
                  <a:pt x="1248616" y="26625"/>
                </a:cubicBezTo>
                <a:cubicBezTo>
                  <a:pt x="1252614" y="26625"/>
                  <a:pt x="1256678" y="27894"/>
                  <a:pt x="1260808" y="30431"/>
                </a:cubicBezTo>
                <a:lnTo>
                  <a:pt x="1256722" y="41387"/>
                </a:lnTo>
                <a:cubicBezTo>
                  <a:pt x="1253822" y="39674"/>
                  <a:pt x="1250922" y="38817"/>
                  <a:pt x="1248023" y="38817"/>
                </a:cubicBezTo>
                <a:cubicBezTo>
                  <a:pt x="1245430" y="38817"/>
                  <a:pt x="1243102" y="39598"/>
                  <a:pt x="1241037" y="41161"/>
                </a:cubicBezTo>
                <a:cubicBezTo>
                  <a:pt x="1238972" y="42722"/>
                  <a:pt x="1237500" y="44888"/>
                  <a:pt x="1236621" y="47658"/>
                </a:cubicBezTo>
                <a:cubicBezTo>
                  <a:pt x="1235303" y="51880"/>
                  <a:pt x="1234644" y="56498"/>
                  <a:pt x="1234644" y="61512"/>
                </a:cubicBezTo>
                <a:lnTo>
                  <a:pt x="1234644" y="98196"/>
                </a:lnTo>
                <a:lnTo>
                  <a:pt x="1222782" y="98196"/>
                </a:lnTo>
                <a:close/>
                <a:moveTo>
                  <a:pt x="1351051" y="89554"/>
                </a:moveTo>
                <a:cubicBezTo>
                  <a:pt x="1346657" y="93292"/>
                  <a:pt x="1342428" y="95930"/>
                  <a:pt x="1338364" y="97469"/>
                </a:cubicBezTo>
                <a:cubicBezTo>
                  <a:pt x="1334300" y="99008"/>
                  <a:pt x="1329940" y="99778"/>
                  <a:pt x="1325283" y="99778"/>
                </a:cubicBezTo>
                <a:cubicBezTo>
                  <a:pt x="1317594" y="99778"/>
                  <a:pt x="1311685" y="97898"/>
                  <a:pt x="1307555" y="94139"/>
                </a:cubicBezTo>
                <a:cubicBezTo>
                  <a:pt x="1303425" y="90379"/>
                  <a:pt x="1301360" y="85576"/>
                  <a:pt x="1301360" y="79729"/>
                </a:cubicBezTo>
                <a:cubicBezTo>
                  <a:pt x="1301360" y="76300"/>
                  <a:pt x="1302140" y="73168"/>
                  <a:pt x="1303699" y="70333"/>
                </a:cubicBezTo>
                <a:cubicBezTo>
                  <a:pt x="1305259" y="67497"/>
                  <a:pt x="1307302" y="65221"/>
                  <a:pt x="1309828" y="63506"/>
                </a:cubicBezTo>
                <a:cubicBezTo>
                  <a:pt x="1312355" y="61791"/>
                  <a:pt x="1315199" y="60494"/>
                  <a:pt x="1318363" y="59616"/>
                </a:cubicBezTo>
                <a:cubicBezTo>
                  <a:pt x="1320691" y="58999"/>
                  <a:pt x="1324206" y="58405"/>
                  <a:pt x="1328907" y="57834"/>
                </a:cubicBezTo>
                <a:cubicBezTo>
                  <a:pt x="1338485" y="56700"/>
                  <a:pt x="1345537" y="55348"/>
                  <a:pt x="1350062" y="53777"/>
                </a:cubicBezTo>
                <a:cubicBezTo>
                  <a:pt x="1350106" y="52158"/>
                  <a:pt x="1350128" y="51130"/>
                  <a:pt x="1350128" y="50692"/>
                </a:cubicBezTo>
                <a:cubicBezTo>
                  <a:pt x="1350128" y="45877"/>
                  <a:pt x="1349008" y="42485"/>
                  <a:pt x="1346767" y="40516"/>
                </a:cubicBezTo>
                <a:cubicBezTo>
                  <a:pt x="1343735" y="37846"/>
                  <a:pt x="1339232" y="36510"/>
                  <a:pt x="1333257" y="36510"/>
                </a:cubicBezTo>
                <a:cubicBezTo>
                  <a:pt x="1327677" y="36510"/>
                  <a:pt x="1323558" y="37488"/>
                  <a:pt x="1320900" y="39443"/>
                </a:cubicBezTo>
                <a:cubicBezTo>
                  <a:pt x="1318242" y="41398"/>
                  <a:pt x="1316276" y="44858"/>
                  <a:pt x="1315002" y="49823"/>
                </a:cubicBezTo>
                <a:lnTo>
                  <a:pt x="1303403" y="48241"/>
                </a:lnTo>
                <a:cubicBezTo>
                  <a:pt x="1304457" y="43261"/>
                  <a:pt x="1306193" y="39240"/>
                  <a:pt x="1308609" y="36177"/>
                </a:cubicBezTo>
                <a:cubicBezTo>
                  <a:pt x="1311026" y="33114"/>
                  <a:pt x="1314518" y="30756"/>
                  <a:pt x="1319088" y="29105"/>
                </a:cubicBezTo>
                <a:cubicBezTo>
                  <a:pt x="1323657" y="27451"/>
                  <a:pt x="1328951" y="26625"/>
                  <a:pt x="1334970" y="26625"/>
                </a:cubicBezTo>
                <a:cubicBezTo>
                  <a:pt x="1340946" y="26625"/>
                  <a:pt x="1345800" y="27328"/>
                  <a:pt x="1349535" y="28734"/>
                </a:cubicBezTo>
                <a:cubicBezTo>
                  <a:pt x="1353270" y="30140"/>
                  <a:pt x="1356015" y="31908"/>
                  <a:pt x="1357773" y="34039"/>
                </a:cubicBezTo>
                <a:cubicBezTo>
                  <a:pt x="1359530" y="36170"/>
                  <a:pt x="1360761" y="38861"/>
                  <a:pt x="1361463" y="42112"/>
                </a:cubicBezTo>
                <a:cubicBezTo>
                  <a:pt x="1361859" y="44133"/>
                  <a:pt x="1362057" y="47780"/>
                  <a:pt x="1362057" y="53052"/>
                </a:cubicBezTo>
                <a:lnTo>
                  <a:pt x="1362057" y="68869"/>
                </a:lnTo>
                <a:cubicBezTo>
                  <a:pt x="1362057" y="79897"/>
                  <a:pt x="1362309" y="86871"/>
                  <a:pt x="1362814" y="89793"/>
                </a:cubicBezTo>
                <a:cubicBezTo>
                  <a:pt x="1363320" y="92715"/>
                  <a:pt x="1364319" y="95516"/>
                  <a:pt x="1365813" y="98196"/>
                </a:cubicBezTo>
                <a:lnTo>
                  <a:pt x="1353423" y="98196"/>
                </a:lnTo>
                <a:cubicBezTo>
                  <a:pt x="1352193" y="95733"/>
                  <a:pt x="1351402" y="92852"/>
                  <a:pt x="1351051" y="89554"/>
                </a:cubicBezTo>
                <a:moveTo>
                  <a:pt x="1350062" y="63004"/>
                </a:moveTo>
                <a:cubicBezTo>
                  <a:pt x="1345757" y="64776"/>
                  <a:pt x="1339298" y="66282"/>
                  <a:pt x="1330687" y="67522"/>
                </a:cubicBezTo>
                <a:cubicBezTo>
                  <a:pt x="1325810" y="68228"/>
                  <a:pt x="1322361" y="69022"/>
                  <a:pt x="1320340" y="69905"/>
                </a:cubicBezTo>
                <a:cubicBezTo>
                  <a:pt x="1318319" y="70786"/>
                  <a:pt x="1316759" y="72077"/>
                  <a:pt x="1315661" y="73777"/>
                </a:cubicBezTo>
                <a:cubicBezTo>
                  <a:pt x="1314562" y="75475"/>
                  <a:pt x="1314013" y="77361"/>
                  <a:pt x="1314013" y="79434"/>
                </a:cubicBezTo>
                <a:cubicBezTo>
                  <a:pt x="1314013" y="82610"/>
                  <a:pt x="1315210" y="85257"/>
                  <a:pt x="1317605" y="87375"/>
                </a:cubicBezTo>
                <a:cubicBezTo>
                  <a:pt x="1319999" y="89493"/>
                  <a:pt x="1323503" y="90551"/>
                  <a:pt x="1328116" y="90551"/>
                </a:cubicBezTo>
                <a:cubicBezTo>
                  <a:pt x="1332686" y="90551"/>
                  <a:pt x="1336750" y="89547"/>
                  <a:pt x="1340309" y="87538"/>
                </a:cubicBezTo>
                <a:cubicBezTo>
                  <a:pt x="1343867" y="85529"/>
                  <a:pt x="1346481" y="82781"/>
                  <a:pt x="1348151" y="79294"/>
                </a:cubicBezTo>
                <a:cubicBezTo>
                  <a:pt x="1349425" y="76600"/>
                  <a:pt x="1350062" y="72627"/>
                  <a:pt x="1350062" y="67374"/>
                </a:cubicBezTo>
                <a:lnTo>
                  <a:pt x="1350062" y="63004"/>
                </a:lnTo>
                <a:close/>
                <a:moveTo>
                  <a:pt x="1420120" y="98196"/>
                </a:moveTo>
                <a:lnTo>
                  <a:pt x="1420120" y="1582"/>
                </a:lnTo>
                <a:lnTo>
                  <a:pt x="1485298" y="1582"/>
                </a:lnTo>
                <a:lnTo>
                  <a:pt x="1485298" y="12983"/>
                </a:lnTo>
                <a:lnTo>
                  <a:pt x="1432905" y="12983"/>
                </a:lnTo>
                <a:lnTo>
                  <a:pt x="1432905" y="42837"/>
                </a:lnTo>
                <a:lnTo>
                  <a:pt x="1478246" y="42837"/>
                </a:lnTo>
                <a:lnTo>
                  <a:pt x="1478246" y="54238"/>
                </a:lnTo>
                <a:lnTo>
                  <a:pt x="1432905" y="54238"/>
                </a:lnTo>
                <a:lnTo>
                  <a:pt x="1432905" y="98196"/>
                </a:lnTo>
                <a:lnTo>
                  <a:pt x="1420120" y="98196"/>
                </a:lnTo>
                <a:close/>
                <a:moveTo>
                  <a:pt x="1546082" y="89554"/>
                </a:moveTo>
                <a:cubicBezTo>
                  <a:pt x="1541689" y="93292"/>
                  <a:pt x="1537460" y="95930"/>
                  <a:pt x="1533396" y="97469"/>
                </a:cubicBezTo>
                <a:cubicBezTo>
                  <a:pt x="1529332" y="99008"/>
                  <a:pt x="1524971" y="99778"/>
                  <a:pt x="1520314" y="99778"/>
                </a:cubicBezTo>
                <a:cubicBezTo>
                  <a:pt x="1512625" y="99778"/>
                  <a:pt x="1506716" y="97898"/>
                  <a:pt x="1502586" y="94139"/>
                </a:cubicBezTo>
                <a:cubicBezTo>
                  <a:pt x="1498456" y="90379"/>
                  <a:pt x="1496391" y="85576"/>
                  <a:pt x="1496391" y="79729"/>
                </a:cubicBezTo>
                <a:cubicBezTo>
                  <a:pt x="1496391" y="76300"/>
                  <a:pt x="1497171" y="73168"/>
                  <a:pt x="1498731" y="70333"/>
                </a:cubicBezTo>
                <a:cubicBezTo>
                  <a:pt x="1500291" y="67497"/>
                  <a:pt x="1502334" y="65221"/>
                  <a:pt x="1504860" y="63506"/>
                </a:cubicBezTo>
                <a:cubicBezTo>
                  <a:pt x="1507386" y="61791"/>
                  <a:pt x="1510231" y="60494"/>
                  <a:pt x="1513394" y="59616"/>
                </a:cubicBezTo>
                <a:cubicBezTo>
                  <a:pt x="1515723" y="58999"/>
                  <a:pt x="1519238" y="58405"/>
                  <a:pt x="1523939" y="57834"/>
                </a:cubicBezTo>
                <a:cubicBezTo>
                  <a:pt x="1533517" y="56700"/>
                  <a:pt x="1540568" y="55348"/>
                  <a:pt x="1545094" y="53777"/>
                </a:cubicBezTo>
                <a:cubicBezTo>
                  <a:pt x="1545138" y="52158"/>
                  <a:pt x="1545160" y="51130"/>
                  <a:pt x="1545160" y="50692"/>
                </a:cubicBezTo>
                <a:cubicBezTo>
                  <a:pt x="1545160" y="45877"/>
                  <a:pt x="1544039" y="42485"/>
                  <a:pt x="1541799" y="40516"/>
                </a:cubicBezTo>
                <a:cubicBezTo>
                  <a:pt x="1538767" y="37846"/>
                  <a:pt x="1534264" y="36510"/>
                  <a:pt x="1528288" y="36510"/>
                </a:cubicBezTo>
                <a:cubicBezTo>
                  <a:pt x="1522709" y="36510"/>
                  <a:pt x="1518590" y="37488"/>
                  <a:pt x="1515932" y="39443"/>
                </a:cubicBezTo>
                <a:cubicBezTo>
                  <a:pt x="1513273" y="41398"/>
                  <a:pt x="1511307" y="44858"/>
                  <a:pt x="1510033" y="49823"/>
                </a:cubicBezTo>
                <a:lnTo>
                  <a:pt x="1498434" y="48241"/>
                </a:lnTo>
                <a:cubicBezTo>
                  <a:pt x="1499489" y="43261"/>
                  <a:pt x="1501224" y="39240"/>
                  <a:pt x="1503641" y="36177"/>
                </a:cubicBezTo>
                <a:cubicBezTo>
                  <a:pt x="1506057" y="33114"/>
                  <a:pt x="1509550" y="30756"/>
                  <a:pt x="1514119" y="29105"/>
                </a:cubicBezTo>
                <a:cubicBezTo>
                  <a:pt x="1518689" y="27451"/>
                  <a:pt x="1523983" y="26625"/>
                  <a:pt x="1530002" y="26625"/>
                </a:cubicBezTo>
                <a:cubicBezTo>
                  <a:pt x="1535977" y="26625"/>
                  <a:pt x="1540832" y="27328"/>
                  <a:pt x="1544567" y="28734"/>
                </a:cubicBezTo>
                <a:cubicBezTo>
                  <a:pt x="1548301" y="30140"/>
                  <a:pt x="1551047" y="31908"/>
                  <a:pt x="1552804" y="34039"/>
                </a:cubicBezTo>
                <a:cubicBezTo>
                  <a:pt x="1554562" y="36170"/>
                  <a:pt x="1555792" y="38861"/>
                  <a:pt x="1556495" y="42112"/>
                </a:cubicBezTo>
                <a:cubicBezTo>
                  <a:pt x="1556890" y="44133"/>
                  <a:pt x="1557088" y="47780"/>
                  <a:pt x="1557088" y="53052"/>
                </a:cubicBezTo>
                <a:lnTo>
                  <a:pt x="1557088" y="68869"/>
                </a:lnTo>
                <a:cubicBezTo>
                  <a:pt x="1557088" y="79897"/>
                  <a:pt x="1557341" y="86871"/>
                  <a:pt x="1557846" y="89793"/>
                </a:cubicBezTo>
                <a:cubicBezTo>
                  <a:pt x="1558351" y="92715"/>
                  <a:pt x="1559351" y="95516"/>
                  <a:pt x="1560845" y="98196"/>
                </a:cubicBezTo>
                <a:lnTo>
                  <a:pt x="1548455" y="98196"/>
                </a:lnTo>
                <a:cubicBezTo>
                  <a:pt x="1547225" y="95733"/>
                  <a:pt x="1546434" y="92852"/>
                  <a:pt x="1546082" y="89554"/>
                </a:cubicBezTo>
                <a:moveTo>
                  <a:pt x="1545094" y="63004"/>
                </a:moveTo>
                <a:cubicBezTo>
                  <a:pt x="1540788" y="64776"/>
                  <a:pt x="1534330" y="66282"/>
                  <a:pt x="1525718" y="67522"/>
                </a:cubicBezTo>
                <a:cubicBezTo>
                  <a:pt x="1520841" y="68228"/>
                  <a:pt x="1517392" y="69022"/>
                  <a:pt x="1515371" y="69905"/>
                </a:cubicBezTo>
                <a:cubicBezTo>
                  <a:pt x="1513350" y="70786"/>
                  <a:pt x="1511791" y="72077"/>
                  <a:pt x="1510692" y="73777"/>
                </a:cubicBezTo>
                <a:cubicBezTo>
                  <a:pt x="1509594" y="75475"/>
                  <a:pt x="1509045" y="77361"/>
                  <a:pt x="1509045" y="79434"/>
                </a:cubicBezTo>
                <a:cubicBezTo>
                  <a:pt x="1509045" y="82610"/>
                  <a:pt x="1510242" y="85257"/>
                  <a:pt x="1512636" y="87375"/>
                </a:cubicBezTo>
                <a:cubicBezTo>
                  <a:pt x="1515031" y="89493"/>
                  <a:pt x="1518535" y="90551"/>
                  <a:pt x="1523148" y="90551"/>
                </a:cubicBezTo>
                <a:cubicBezTo>
                  <a:pt x="1527717" y="90551"/>
                  <a:pt x="1531781" y="89547"/>
                  <a:pt x="1535340" y="87538"/>
                </a:cubicBezTo>
                <a:cubicBezTo>
                  <a:pt x="1538899" y="85529"/>
                  <a:pt x="1541513" y="82781"/>
                  <a:pt x="1543183" y="79294"/>
                </a:cubicBezTo>
                <a:cubicBezTo>
                  <a:pt x="1544457" y="76600"/>
                  <a:pt x="1545094" y="72627"/>
                  <a:pt x="1545094" y="67374"/>
                </a:cubicBezTo>
                <a:lnTo>
                  <a:pt x="1545094" y="63004"/>
                </a:lnTo>
                <a:close/>
                <a:moveTo>
                  <a:pt x="1621126" y="72494"/>
                </a:moveTo>
                <a:lnTo>
                  <a:pt x="1632791" y="74009"/>
                </a:lnTo>
                <a:cubicBezTo>
                  <a:pt x="1631516" y="82070"/>
                  <a:pt x="1628254" y="88380"/>
                  <a:pt x="1623004" y="92940"/>
                </a:cubicBezTo>
                <a:cubicBezTo>
                  <a:pt x="1617754" y="97498"/>
                  <a:pt x="1611306" y="99778"/>
                  <a:pt x="1603661" y="99778"/>
                </a:cubicBezTo>
                <a:cubicBezTo>
                  <a:pt x="1594083" y="99778"/>
                  <a:pt x="1586384" y="96647"/>
                  <a:pt x="1580562" y="90386"/>
                </a:cubicBezTo>
                <a:cubicBezTo>
                  <a:pt x="1574741" y="84126"/>
                  <a:pt x="1571830" y="75152"/>
                  <a:pt x="1571830" y="63465"/>
                </a:cubicBezTo>
                <a:cubicBezTo>
                  <a:pt x="1571830" y="55908"/>
                  <a:pt x="1573082" y="49296"/>
                  <a:pt x="1575587" y="43628"/>
                </a:cubicBezTo>
                <a:cubicBezTo>
                  <a:pt x="1578091" y="37960"/>
                  <a:pt x="1581902" y="33710"/>
                  <a:pt x="1587021" y="30876"/>
                </a:cubicBezTo>
                <a:cubicBezTo>
                  <a:pt x="1592139" y="28042"/>
                  <a:pt x="1597708" y="26625"/>
                  <a:pt x="1603727" y="26625"/>
                </a:cubicBezTo>
                <a:cubicBezTo>
                  <a:pt x="1611328" y="26625"/>
                  <a:pt x="1617545" y="28553"/>
                  <a:pt x="1622378" y="32410"/>
                </a:cubicBezTo>
                <a:cubicBezTo>
                  <a:pt x="1627211" y="36265"/>
                  <a:pt x="1630308" y="41740"/>
                  <a:pt x="1631670" y="48834"/>
                </a:cubicBezTo>
                <a:lnTo>
                  <a:pt x="1620137" y="50614"/>
                </a:lnTo>
                <a:cubicBezTo>
                  <a:pt x="1619039" y="45935"/>
                  <a:pt x="1617095" y="42414"/>
                  <a:pt x="1614305" y="40053"/>
                </a:cubicBezTo>
                <a:cubicBezTo>
                  <a:pt x="1611515" y="37691"/>
                  <a:pt x="1608143" y="36510"/>
                  <a:pt x="1604189" y="36510"/>
                </a:cubicBezTo>
                <a:cubicBezTo>
                  <a:pt x="1598213" y="36510"/>
                  <a:pt x="1593358" y="38642"/>
                  <a:pt x="1589624" y="42905"/>
                </a:cubicBezTo>
                <a:cubicBezTo>
                  <a:pt x="1585889" y="47167"/>
                  <a:pt x="1584022" y="53910"/>
                  <a:pt x="1584022" y="63135"/>
                </a:cubicBezTo>
                <a:cubicBezTo>
                  <a:pt x="1584022" y="72492"/>
                  <a:pt x="1585824" y="79291"/>
                  <a:pt x="1589426" y="83532"/>
                </a:cubicBezTo>
                <a:cubicBezTo>
                  <a:pt x="1593029" y="87772"/>
                  <a:pt x="1597730" y="89892"/>
                  <a:pt x="1603530" y="89892"/>
                </a:cubicBezTo>
                <a:cubicBezTo>
                  <a:pt x="1608187" y="89892"/>
                  <a:pt x="1612075" y="88470"/>
                  <a:pt x="1615194" y="85625"/>
                </a:cubicBezTo>
                <a:cubicBezTo>
                  <a:pt x="1618314" y="82780"/>
                  <a:pt x="1620291" y="78403"/>
                  <a:pt x="1621126" y="72494"/>
                </a:cubicBezTo>
                <a:close/>
                <a:moveTo>
                  <a:pt x="1690851" y="75657"/>
                </a:moveTo>
                <a:lnTo>
                  <a:pt x="1703109" y="77173"/>
                </a:lnTo>
                <a:cubicBezTo>
                  <a:pt x="1701176" y="84334"/>
                  <a:pt x="1697595" y="89892"/>
                  <a:pt x="1692367" y="93846"/>
                </a:cubicBezTo>
                <a:cubicBezTo>
                  <a:pt x="1687139" y="97800"/>
                  <a:pt x="1680461" y="99778"/>
                  <a:pt x="1672333" y="99778"/>
                </a:cubicBezTo>
                <a:cubicBezTo>
                  <a:pt x="1662096" y="99778"/>
                  <a:pt x="1653979" y="96625"/>
                  <a:pt x="1647981" y="90320"/>
                </a:cubicBezTo>
                <a:cubicBezTo>
                  <a:pt x="1641984" y="84016"/>
                  <a:pt x="1638986" y="75174"/>
                  <a:pt x="1638986" y="63794"/>
                </a:cubicBezTo>
                <a:cubicBezTo>
                  <a:pt x="1638986" y="52020"/>
                  <a:pt x="1642017" y="42881"/>
                  <a:pt x="1648080" y="36379"/>
                </a:cubicBezTo>
                <a:cubicBezTo>
                  <a:pt x="1654143" y="29876"/>
                  <a:pt x="1662008" y="26625"/>
                  <a:pt x="1671674" y="26625"/>
                </a:cubicBezTo>
                <a:cubicBezTo>
                  <a:pt x="1681032" y="26625"/>
                  <a:pt x="1688677" y="29805"/>
                  <a:pt x="1694608" y="36166"/>
                </a:cubicBezTo>
                <a:cubicBezTo>
                  <a:pt x="1700539" y="42526"/>
                  <a:pt x="1703505" y="51474"/>
                  <a:pt x="1703505" y="63010"/>
                </a:cubicBezTo>
                <a:cubicBezTo>
                  <a:pt x="1703505" y="63711"/>
                  <a:pt x="1703483" y="64764"/>
                  <a:pt x="1703439" y="66167"/>
                </a:cubicBezTo>
                <a:lnTo>
                  <a:pt x="1651244" y="66167"/>
                </a:lnTo>
                <a:cubicBezTo>
                  <a:pt x="1651683" y="73834"/>
                  <a:pt x="1653858" y="79704"/>
                  <a:pt x="1657768" y="83780"/>
                </a:cubicBezTo>
                <a:cubicBezTo>
                  <a:pt x="1661678" y="87855"/>
                  <a:pt x="1666555" y="89892"/>
                  <a:pt x="1672398" y="89892"/>
                </a:cubicBezTo>
                <a:cubicBezTo>
                  <a:pt x="1676748" y="89892"/>
                  <a:pt x="1680461" y="88761"/>
                  <a:pt x="1683536" y="86498"/>
                </a:cubicBezTo>
                <a:cubicBezTo>
                  <a:pt x="1686612" y="84234"/>
                  <a:pt x="1689050" y="80620"/>
                  <a:pt x="1690851" y="75657"/>
                </a:cubicBezTo>
                <a:moveTo>
                  <a:pt x="1651903" y="56281"/>
                </a:moveTo>
                <a:lnTo>
                  <a:pt x="1690983" y="56281"/>
                </a:lnTo>
                <a:cubicBezTo>
                  <a:pt x="1690456" y="50490"/>
                  <a:pt x="1688962" y="46147"/>
                  <a:pt x="1686502" y="43251"/>
                </a:cubicBezTo>
                <a:cubicBezTo>
                  <a:pt x="1682723" y="38757"/>
                  <a:pt x="1677824" y="36510"/>
                  <a:pt x="1671805" y="36510"/>
                </a:cubicBezTo>
                <a:cubicBezTo>
                  <a:pt x="1666357" y="36510"/>
                  <a:pt x="1661777" y="38304"/>
                  <a:pt x="1658065" y="41892"/>
                </a:cubicBezTo>
                <a:cubicBezTo>
                  <a:pt x="1654352" y="45478"/>
                  <a:pt x="1652298" y="50275"/>
                  <a:pt x="1651903" y="56281"/>
                </a:cubicBezTo>
                <a:close/>
                <a:moveTo>
                  <a:pt x="1728923" y="98196"/>
                </a:moveTo>
                <a:lnTo>
                  <a:pt x="1717917" y="98196"/>
                </a:lnTo>
                <a:lnTo>
                  <a:pt x="1717917" y="1582"/>
                </a:lnTo>
                <a:lnTo>
                  <a:pt x="1729780" y="1582"/>
                </a:lnTo>
                <a:lnTo>
                  <a:pt x="1729780" y="36177"/>
                </a:lnTo>
                <a:cubicBezTo>
                  <a:pt x="1734788" y="29809"/>
                  <a:pt x="1741181" y="26625"/>
                  <a:pt x="1748957" y="26625"/>
                </a:cubicBezTo>
                <a:cubicBezTo>
                  <a:pt x="1753263" y="26625"/>
                  <a:pt x="1757338" y="27493"/>
                  <a:pt x="1761182" y="29228"/>
                </a:cubicBezTo>
                <a:cubicBezTo>
                  <a:pt x="1765027" y="30964"/>
                  <a:pt x="1768190" y="33402"/>
                  <a:pt x="1770673" y="36543"/>
                </a:cubicBezTo>
                <a:cubicBezTo>
                  <a:pt x="1773155" y="39685"/>
                  <a:pt x="1775099" y="43474"/>
                  <a:pt x="1776505" y="47912"/>
                </a:cubicBezTo>
                <a:cubicBezTo>
                  <a:pt x="1777911" y="52349"/>
                  <a:pt x="1778614" y="57094"/>
                  <a:pt x="1778614" y="62147"/>
                </a:cubicBezTo>
                <a:cubicBezTo>
                  <a:pt x="1778614" y="74141"/>
                  <a:pt x="1775648" y="83412"/>
                  <a:pt x="1769717" y="89958"/>
                </a:cubicBezTo>
                <a:cubicBezTo>
                  <a:pt x="1763786" y="96504"/>
                  <a:pt x="1756668" y="99778"/>
                  <a:pt x="1748364" y="99778"/>
                </a:cubicBezTo>
                <a:cubicBezTo>
                  <a:pt x="1740104" y="99778"/>
                  <a:pt x="1733624" y="96285"/>
                  <a:pt x="1728923" y="89299"/>
                </a:cubicBezTo>
                <a:lnTo>
                  <a:pt x="1728923" y="98196"/>
                </a:lnTo>
                <a:moveTo>
                  <a:pt x="1728791" y="62676"/>
                </a:moveTo>
                <a:cubicBezTo>
                  <a:pt x="1728791" y="71027"/>
                  <a:pt x="1729933" y="77060"/>
                  <a:pt x="1732218" y="80777"/>
                </a:cubicBezTo>
                <a:cubicBezTo>
                  <a:pt x="1735952" y="86854"/>
                  <a:pt x="1741005" y="89892"/>
                  <a:pt x="1747376" y="89892"/>
                </a:cubicBezTo>
                <a:cubicBezTo>
                  <a:pt x="1752560" y="89892"/>
                  <a:pt x="1757042" y="87651"/>
                  <a:pt x="1760820" y="83170"/>
                </a:cubicBezTo>
                <a:cubicBezTo>
                  <a:pt x="1764598" y="78688"/>
                  <a:pt x="1766488" y="72010"/>
                  <a:pt x="1766488" y="63135"/>
                </a:cubicBezTo>
                <a:cubicBezTo>
                  <a:pt x="1766488" y="54042"/>
                  <a:pt x="1764675" y="47332"/>
                  <a:pt x="1761051" y="43004"/>
                </a:cubicBezTo>
                <a:cubicBezTo>
                  <a:pt x="1757426" y="38675"/>
                  <a:pt x="1753043" y="36510"/>
                  <a:pt x="1747903" y="36510"/>
                </a:cubicBezTo>
                <a:cubicBezTo>
                  <a:pt x="1742719" y="36510"/>
                  <a:pt x="1738237" y="38751"/>
                  <a:pt x="1734459" y="43233"/>
                </a:cubicBezTo>
                <a:cubicBezTo>
                  <a:pt x="1730680" y="47714"/>
                  <a:pt x="1728791" y="54195"/>
                  <a:pt x="1728791" y="62676"/>
                </a:cubicBezTo>
                <a:close/>
                <a:moveTo>
                  <a:pt x="1788610" y="63201"/>
                </a:moveTo>
                <a:cubicBezTo>
                  <a:pt x="1788610" y="50240"/>
                  <a:pt x="1792213" y="40640"/>
                  <a:pt x="1799419" y="34402"/>
                </a:cubicBezTo>
                <a:cubicBezTo>
                  <a:pt x="1805438" y="29217"/>
                  <a:pt x="1812775" y="26625"/>
                  <a:pt x="1821430" y="26625"/>
                </a:cubicBezTo>
                <a:cubicBezTo>
                  <a:pt x="1831052" y="26625"/>
                  <a:pt x="1838917" y="29777"/>
                  <a:pt x="1845024" y="36082"/>
                </a:cubicBezTo>
                <a:cubicBezTo>
                  <a:pt x="1851131" y="42387"/>
                  <a:pt x="1854184" y="51097"/>
                  <a:pt x="1854184" y="62213"/>
                </a:cubicBezTo>
                <a:cubicBezTo>
                  <a:pt x="1854184" y="71219"/>
                  <a:pt x="1852833" y="78304"/>
                  <a:pt x="1850131" y="83466"/>
                </a:cubicBezTo>
                <a:cubicBezTo>
                  <a:pt x="1847429" y="88629"/>
                  <a:pt x="1843497" y="92638"/>
                  <a:pt x="1838334" y="95494"/>
                </a:cubicBezTo>
                <a:cubicBezTo>
                  <a:pt x="1833172" y="98350"/>
                  <a:pt x="1827537" y="99778"/>
                  <a:pt x="1821430" y="99778"/>
                </a:cubicBezTo>
                <a:cubicBezTo>
                  <a:pt x="1811633" y="99778"/>
                  <a:pt x="1803713" y="96636"/>
                  <a:pt x="1797672" y="90353"/>
                </a:cubicBezTo>
                <a:cubicBezTo>
                  <a:pt x="1791631" y="84071"/>
                  <a:pt x="1788610" y="75020"/>
                  <a:pt x="1788610" y="63201"/>
                </a:cubicBezTo>
                <a:moveTo>
                  <a:pt x="1800803" y="63168"/>
                </a:moveTo>
                <a:cubicBezTo>
                  <a:pt x="1800803" y="72098"/>
                  <a:pt x="1802758" y="78785"/>
                  <a:pt x="1806668" y="83228"/>
                </a:cubicBezTo>
                <a:cubicBezTo>
                  <a:pt x="1810578" y="87671"/>
                  <a:pt x="1815499" y="89892"/>
                  <a:pt x="1821430" y="89892"/>
                </a:cubicBezTo>
                <a:cubicBezTo>
                  <a:pt x="1827318" y="89892"/>
                  <a:pt x="1832216" y="87660"/>
                  <a:pt x="1836127" y="83195"/>
                </a:cubicBezTo>
                <a:cubicBezTo>
                  <a:pt x="1840037" y="78730"/>
                  <a:pt x="1841992" y="71923"/>
                  <a:pt x="1841992" y="62775"/>
                </a:cubicBezTo>
                <a:cubicBezTo>
                  <a:pt x="1841992" y="54151"/>
                  <a:pt x="1840026" y="47618"/>
                  <a:pt x="1836094" y="43175"/>
                </a:cubicBezTo>
                <a:cubicBezTo>
                  <a:pt x="1832162" y="38732"/>
                  <a:pt x="1827274" y="36510"/>
                  <a:pt x="1821430" y="36510"/>
                </a:cubicBezTo>
                <a:cubicBezTo>
                  <a:pt x="1815499" y="36510"/>
                  <a:pt x="1810578" y="38721"/>
                  <a:pt x="1806668" y="43142"/>
                </a:cubicBezTo>
                <a:cubicBezTo>
                  <a:pt x="1802758" y="47563"/>
                  <a:pt x="1800803" y="54238"/>
                  <a:pt x="1800803" y="63168"/>
                </a:cubicBezTo>
                <a:close/>
                <a:moveTo>
                  <a:pt x="1863654" y="63201"/>
                </a:moveTo>
                <a:cubicBezTo>
                  <a:pt x="1863654" y="50240"/>
                  <a:pt x="1867256" y="40640"/>
                  <a:pt x="1874462" y="34402"/>
                </a:cubicBezTo>
                <a:cubicBezTo>
                  <a:pt x="1880481" y="29217"/>
                  <a:pt x="1887818" y="26625"/>
                  <a:pt x="1896473" y="26625"/>
                </a:cubicBezTo>
                <a:cubicBezTo>
                  <a:pt x="1906095" y="26625"/>
                  <a:pt x="1913960" y="29777"/>
                  <a:pt x="1920067" y="36082"/>
                </a:cubicBezTo>
                <a:cubicBezTo>
                  <a:pt x="1926174" y="42387"/>
                  <a:pt x="1929227" y="51097"/>
                  <a:pt x="1929227" y="62213"/>
                </a:cubicBezTo>
                <a:cubicBezTo>
                  <a:pt x="1929227" y="71219"/>
                  <a:pt x="1927876" y="78304"/>
                  <a:pt x="1925174" y="83466"/>
                </a:cubicBezTo>
                <a:cubicBezTo>
                  <a:pt x="1922472" y="88629"/>
                  <a:pt x="1918540" y="92638"/>
                  <a:pt x="1913378" y="95494"/>
                </a:cubicBezTo>
                <a:cubicBezTo>
                  <a:pt x="1908215" y="98350"/>
                  <a:pt x="1902580" y="99778"/>
                  <a:pt x="1896473" y="99778"/>
                </a:cubicBezTo>
                <a:cubicBezTo>
                  <a:pt x="1886676" y="99778"/>
                  <a:pt x="1878756" y="96636"/>
                  <a:pt x="1872715" y="90353"/>
                </a:cubicBezTo>
                <a:cubicBezTo>
                  <a:pt x="1866674" y="84071"/>
                  <a:pt x="1863654" y="75020"/>
                  <a:pt x="1863654" y="63201"/>
                </a:cubicBezTo>
                <a:moveTo>
                  <a:pt x="1875846" y="63168"/>
                </a:moveTo>
                <a:cubicBezTo>
                  <a:pt x="1875846" y="72098"/>
                  <a:pt x="1877801" y="78785"/>
                  <a:pt x="1881711" y="83228"/>
                </a:cubicBezTo>
                <a:cubicBezTo>
                  <a:pt x="1885621" y="87671"/>
                  <a:pt x="1890542" y="89892"/>
                  <a:pt x="1896473" y="89892"/>
                </a:cubicBezTo>
                <a:cubicBezTo>
                  <a:pt x="1902361" y="89892"/>
                  <a:pt x="1907260" y="87660"/>
                  <a:pt x="1911170" y="83195"/>
                </a:cubicBezTo>
                <a:cubicBezTo>
                  <a:pt x="1915080" y="78730"/>
                  <a:pt x="1917035" y="71923"/>
                  <a:pt x="1917035" y="62775"/>
                </a:cubicBezTo>
                <a:cubicBezTo>
                  <a:pt x="1917035" y="54151"/>
                  <a:pt x="1915069" y="47618"/>
                  <a:pt x="1911137" y="43175"/>
                </a:cubicBezTo>
                <a:cubicBezTo>
                  <a:pt x="1907205" y="38732"/>
                  <a:pt x="1902317" y="36510"/>
                  <a:pt x="1896473" y="36510"/>
                </a:cubicBezTo>
                <a:cubicBezTo>
                  <a:pt x="1890542" y="36510"/>
                  <a:pt x="1885621" y="38721"/>
                  <a:pt x="1881711" y="43142"/>
                </a:cubicBezTo>
                <a:cubicBezTo>
                  <a:pt x="1877801" y="47563"/>
                  <a:pt x="1875846" y="54238"/>
                  <a:pt x="1875846" y="63168"/>
                </a:cubicBezTo>
                <a:close/>
                <a:moveTo>
                  <a:pt x="1943178" y="98196"/>
                </a:moveTo>
                <a:lnTo>
                  <a:pt x="1943178" y="1582"/>
                </a:lnTo>
                <a:lnTo>
                  <a:pt x="1955041" y="1582"/>
                </a:lnTo>
                <a:lnTo>
                  <a:pt x="1955041" y="56677"/>
                </a:lnTo>
                <a:lnTo>
                  <a:pt x="1983116" y="28207"/>
                </a:lnTo>
                <a:lnTo>
                  <a:pt x="1998471" y="28207"/>
                </a:lnTo>
                <a:lnTo>
                  <a:pt x="1971714" y="54172"/>
                </a:lnTo>
                <a:lnTo>
                  <a:pt x="2001173" y="98196"/>
                </a:lnTo>
                <a:lnTo>
                  <a:pt x="1986543" y="98196"/>
                </a:lnTo>
                <a:lnTo>
                  <a:pt x="1963411" y="62410"/>
                </a:lnTo>
                <a:lnTo>
                  <a:pt x="1955041" y="70451"/>
                </a:lnTo>
                <a:lnTo>
                  <a:pt x="1955041" y="98196"/>
                </a:lnTo>
                <a:lnTo>
                  <a:pt x="1943178" y="98196"/>
                </a:lnTo>
                <a:close/>
                <a:moveTo>
                  <a:pt x="2048119" y="125084"/>
                </a:moveTo>
                <a:lnTo>
                  <a:pt x="2048119" y="28207"/>
                </a:lnTo>
                <a:lnTo>
                  <a:pt x="2058927" y="28207"/>
                </a:lnTo>
                <a:lnTo>
                  <a:pt x="2058927" y="37235"/>
                </a:lnTo>
                <a:cubicBezTo>
                  <a:pt x="2061475" y="33699"/>
                  <a:pt x="2064353" y="31046"/>
                  <a:pt x="2067560" y="29278"/>
                </a:cubicBezTo>
                <a:cubicBezTo>
                  <a:pt x="2070768" y="27509"/>
                  <a:pt x="2074656" y="26625"/>
                  <a:pt x="2079225" y="26625"/>
                </a:cubicBezTo>
                <a:cubicBezTo>
                  <a:pt x="2085201" y="26625"/>
                  <a:pt x="2090473" y="28163"/>
                  <a:pt x="2095042" y="31238"/>
                </a:cubicBezTo>
                <a:cubicBezTo>
                  <a:pt x="2099611" y="34314"/>
                  <a:pt x="2103060" y="38652"/>
                  <a:pt x="2105389" y="44254"/>
                </a:cubicBezTo>
                <a:cubicBezTo>
                  <a:pt x="2107717" y="49856"/>
                  <a:pt x="2108882" y="55996"/>
                  <a:pt x="2108882" y="62674"/>
                </a:cubicBezTo>
                <a:cubicBezTo>
                  <a:pt x="2108882" y="69835"/>
                  <a:pt x="2107597" y="76283"/>
                  <a:pt x="2105026" y="82017"/>
                </a:cubicBezTo>
                <a:cubicBezTo>
                  <a:pt x="2102456" y="87750"/>
                  <a:pt x="2098722" y="92144"/>
                  <a:pt x="2093823" y="95197"/>
                </a:cubicBezTo>
                <a:cubicBezTo>
                  <a:pt x="2088924" y="98251"/>
                  <a:pt x="2083773" y="99778"/>
                  <a:pt x="2078369" y="99778"/>
                </a:cubicBezTo>
                <a:cubicBezTo>
                  <a:pt x="2074414" y="99778"/>
                  <a:pt x="2070867" y="98932"/>
                  <a:pt x="2067725" y="97240"/>
                </a:cubicBezTo>
                <a:cubicBezTo>
                  <a:pt x="2064584" y="95547"/>
                  <a:pt x="2062003" y="93410"/>
                  <a:pt x="2059982" y="90827"/>
                </a:cubicBezTo>
                <a:lnTo>
                  <a:pt x="2059982" y="125084"/>
                </a:lnTo>
                <a:lnTo>
                  <a:pt x="2048119" y="125084"/>
                </a:lnTo>
                <a:moveTo>
                  <a:pt x="2058861" y="63498"/>
                </a:moveTo>
                <a:cubicBezTo>
                  <a:pt x="2058861" y="72494"/>
                  <a:pt x="2060685" y="79142"/>
                  <a:pt x="2064331" y="83442"/>
                </a:cubicBezTo>
                <a:cubicBezTo>
                  <a:pt x="2067978" y="87742"/>
                  <a:pt x="2072393" y="89892"/>
                  <a:pt x="2077578" y="89892"/>
                </a:cubicBezTo>
                <a:cubicBezTo>
                  <a:pt x="2082850" y="89892"/>
                  <a:pt x="2087364" y="87665"/>
                  <a:pt x="2091121" y="83211"/>
                </a:cubicBezTo>
                <a:cubicBezTo>
                  <a:pt x="2094877" y="78757"/>
                  <a:pt x="2096756" y="71857"/>
                  <a:pt x="2096756" y="62509"/>
                </a:cubicBezTo>
                <a:cubicBezTo>
                  <a:pt x="2096756" y="53601"/>
                  <a:pt x="2094921" y="46931"/>
                  <a:pt x="2091253" y="42499"/>
                </a:cubicBezTo>
                <a:cubicBezTo>
                  <a:pt x="2087584" y="38067"/>
                  <a:pt x="2083201" y="35851"/>
                  <a:pt x="2078105" y="35851"/>
                </a:cubicBezTo>
                <a:cubicBezTo>
                  <a:pt x="2073052" y="35851"/>
                  <a:pt x="2068582" y="38210"/>
                  <a:pt x="2064694" y="42928"/>
                </a:cubicBezTo>
                <a:cubicBezTo>
                  <a:pt x="2060805" y="47645"/>
                  <a:pt x="2058861" y="54502"/>
                  <a:pt x="2058861" y="63498"/>
                </a:cubicBezTo>
                <a:close/>
                <a:moveTo>
                  <a:pt x="2118747" y="63201"/>
                </a:moveTo>
                <a:cubicBezTo>
                  <a:pt x="2118747" y="50240"/>
                  <a:pt x="2122349" y="40640"/>
                  <a:pt x="2129555" y="34402"/>
                </a:cubicBezTo>
                <a:cubicBezTo>
                  <a:pt x="2135574" y="29217"/>
                  <a:pt x="2142911" y="26625"/>
                  <a:pt x="2151566" y="26625"/>
                </a:cubicBezTo>
                <a:cubicBezTo>
                  <a:pt x="2161188" y="26625"/>
                  <a:pt x="2169053" y="29777"/>
                  <a:pt x="2175160" y="36082"/>
                </a:cubicBezTo>
                <a:cubicBezTo>
                  <a:pt x="2181267" y="42387"/>
                  <a:pt x="2184320" y="51097"/>
                  <a:pt x="2184320" y="62213"/>
                </a:cubicBezTo>
                <a:cubicBezTo>
                  <a:pt x="2184320" y="71219"/>
                  <a:pt x="2182969" y="78304"/>
                  <a:pt x="2180267" y="83466"/>
                </a:cubicBezTo>
                <a:cubicBezTo>
                  <a:pt x="2177565" y="88629"/>
                  <a:pt x="2173633" y="92638"/>
                  <a:pt x="2168471" y="95494"/>
                </a:cubicBezTo>
                <a:cubicBezTo>
                  <a:pt x="2163308" y="98350"/>
                  <a:pt x="2157673" y="99778"/>
                  <a:pt x="2151566" y="99778"/>
                </a:cubicBezTo>
                <a:cubicBezTo>
                  <a:pt x="2141769" y="99778"/>
                  <a:pt x="2133849" y="96636"/>
                  <a:pt x="2127808" y="90353"/>
                </a:cubicBezTo>
                <a:cubicBezTo>
                  <a:pt x="2121767" y="84071"/>
                  <a:pt x="2118747" y="75020"/>
                  <a:pt x="2118747" y="63201"/>
                </a:cubicBezTo>
                <a:moveTo>
                  <a:pt x="2130939" y="63168"/>
                </a:moveTo>
                <a:cubicBezTo>
                  <a:pt x="2130939" y="72098"/>
                  <a:pt x="2132894" y="78785"/>
                  <a:pt x="2136804" y="83228"/>
                </a:cubicBezTo>
                <a:cubicBezTo>
                  <a:pt x="2140714" y="87671"/>
                  <a:pt x="2145635" y="89892"/>
                  <a:pt x="2151566" y="89892"/>
                </a:cubicBezTo>
                <a:cubicBezTo>
                  <a:pt x="2157454" y="89892"/>
                  <a:pt x="2162353" y="87660"/>
                  <a:pt x="2166263" y="83195"/>
                </a:cubicBezTo>
                <a:cubicBezTo>
                  <a:pt x="2170173" y="78730"/>
                  <a:pt x="2172128" y="71923"/>
                  <a:pt x="2172128" y="62775"/>
                </a:cubicBezTo>
                <a:cubicBezTo>
                  <a:pt x="2172128" y="54151"/>
                  <a:pt x="2170162" y="47618"/>
                  <a:pt x="2166230" y="43175"/>
                </a:cubicBezTo>
                <a:cubicBezTo>
                  <a:pt x="2162298" y="38732"/>
                  <a:pt x="2157410" y="36510"/>
                  <a:pt x="2151566" y="36510"/>
                </a:cubicBezTo>
                <a:cubicBezTo>
                  <a:pt x="2145635" y="36510"/>
                  <a:pt x="2140714" y="38721"/>
                  <a:pt x="2136804" y="43142"/>
                </a:cubicBezTo>
                <a:cubicBezTo>
                  <a:pt x="2132894" y="47563"/>
                  <a:pt x="2130939" y="54238"/>
                  <a:pt x="2130939" y="63168"/>
                </a:cubicBezTo>
                <a:close/>
                <a:moveTo>
                  <a:pt x="2193460" y="77239"/>
                </a:moveTo>
                <a:lnTo>
                  <a:pt x="2205191" y="75393"/>
                </a:lnTo>
                <a:cubicBezTo>
                  <a:pt x="2205850" y="80074"/>
                  <a:pt x="2207684" y="83661"/>
                  <a:pt x="2210694" y="86154"/>
                </a:cubicBezTo>
                <a:cubicBezTo>
                  <a:pt x="2213704" y="88646"/>
                  <a:pt x="2217910" y="89892"/>
                  <a:pt x="2223315" y="89892"/>
                </a:cubicBezTo>
                <a:cubicBezTo>
                  <a:pt x="2228763" y="89892"/>
                  <a:pt x="2232805" y="88792"/>
                  <a:pt x="2235441" y="86591"/>
                </a:cubicBezTo>
                <a:cubicBezTo>
                  <a:pt x="2238077" y="84388"/>
                  <a:pt x="2239395" y="81806"/>
                  <a:pt x="2239395" y="78843"/>
                </a:cubicBezTo>
                <a:cubicBezTo>
                  <a:pt x="2239395" y="76183"/>
                  <a:pt x="2238231" y="74091"/>
                  <a:pt x="2235902" y="72566"/>
                </a:cubicBezTo>
                <a:cubicBezTo>
                  <a:pt x="2234276" y="71519"/>
                  <a:pt x="2230234" y="70190"/>
                  <a:pt x="2223776" y="68576"/>
                </a:cubicBezTo>
                <a:cubicBezTo>
                  <a:pt x="2215077" y="66378"/>
                  <a:pt x="2209046" y="64477"/>
                  <a:pt x="2205685" y="62872"/>
                </a:cubicBezTo>
                <a:cubicBezTo>
                  <a:pt x="2202324" y="61267"/>
                  <a:pt x="2199776" y="59046"/>
                  <a:pt x="2198041" y="56209"/>
                </a:cubicBezTo>
                <a:cubicBezTo>
                  <a:pt x="2196305" y="53373"/>
                  <a:pt x="2195437" y="50240"/>
                  <a:pt x="2195437" y="46810"/>
                </a:cubicBezTo>
                <a:cubicBezTo>
                  <a:pt x="2195437" y="43688"/>
                  <a:pt x="2196151" y="40796"/>
                  <a:pt x="2197579" y="38135"/>
                </a:cubicBezTo>
                <a:cubicBezTo>
                  <a:pt x="2199007" y="35474"/>
                  <a:pt x="2200951" y="33265"/>
                  <a:pt x="2203412" y="31506"/>
                </a:cubicBezTo>
                <a:cubicBezTo>
                  <a:pt x="2205257" y="30143"/>
                  <a:pt x="2207772" y="28989"/>
                  <a:pt x="2210958" y="28044"/>
                </a:cubicBezTo>
                <a:cubicBezTo>
                  <a:pt x="2214143" y="27098"/>
                  <a:pt x="2217559" y="26625"/>
                  <a:pt x="2221206" y="26625"/>
                </a:cubicBezTo>
                <a:cubicBezTo>
                  <a:pt x="2226698" y="26625"/>
                  <a:pt x="2231519" y="27421"/>
                  <a:pt x="2235671" y="29014"/>
                </a:cubicBezTo>
                <a:cubicBezTo>
                  <a:pt x="2239823" y="30605"/>
                  <a:pt x="2242888" y="32761"/>
                  <a:pt x="2244865" y="35483"/>
                </a:cubicBezTo>
                <a:cubicBezTo>
                  <a:pt x="2246842" y="38203"/>
                  <a:pt x="2248204" y="41840"/>
                  <a:pt x="2248951" y="46396"/>
                </a:cubicBezTo>
                <a:lnTo>
                  <a:pt x="2237352" y="47978"/>
                </a:lnTo>
                <a:cubicBezTo>
                  <a:pt x="2236825" y="44375"/>
                  <a:pt x="2235298" y="41563"/>
                  <a:pt x="2232772" y="39542"/>
                </a:cubicBezTo>
                <a:cubicBezTo>
                  <a:pt x="2230245" y="37521"/>
                  <a:pt x="2226676" y="36510"/>
                  <a:pt x="2222062" y="36510"/>
                </a:cubicBezTo>
                <a:cubicBezTo>
                  <a:pt x="2216614" y="36510"/>
                  <a:pt x="2212726" y="37407"/>
                  <a:pt x="2210397" y="39200"/>
                </a:cubicBezTo>
                <a:cubicBezTo>
                  <a:pt x="2208069" y="40992"/>
                  <a:pt x="2206905" y="43090"/>
                  <a:pt x="2206905" y="45496"/>
                </a:cubicBezTo>
                <a:cubicBezTo>
                  <a:pt x="2206905" y="47025"/>
                  <a:pt x="2207388" y="48403"/>
                  <a:pt x="2208354" y="49627"/>
                </a:cubicBezTo>
                <a:cubicBezTo>
                  <a:pt x="2209321" y="50894"/>
                  <a:pt x="2210837" y="51943"/>
                  <a:pt x="2212902" y="52774"/>
                </a:cubicBezTo>
                <a:cubicBezTo>
                  <a:pt x="2214088" y="53212"/>
                  <a:pt x="2217581" y="54218"/>
                  <a:pt x="2223380" y="55791"/>
                </a:cubicBezTo>
                <a:cubicBezTo>
                  <a:pt x="2231772" y="58031"/>
                  <a:pt x="2237627" y="59864"/>
                  <a:pt x="2240944" y="61290"/>
                </a:cubicBezTo>
                <a:cubicBezTo>
                  <a:pt x="2244261" y="62717"/>
                  <a:pt x="2246864" y="64791"/>
                  <a:pt x="2248753" y="67514"/>
                </a:cubicBezTo>
                <a:cubicBezTo>
                  <a:pt x="2250642" y="70235"/>
                  <a:pt x="2251587" y="73615"/>
                  <a:pt x="2251587" y="77653"/>
                </a:cubicBezTo>
                <a:cubicBezTo>
                  <a:pt x="2251587" y="81604"/>
                  <a:pt x="2250434" y="85325"/>
                  <a:pt x="2248127" y="88815"/>
                </a:cubicBezTo>
                <a:cubicBezTo>
                  <a:pt x="2245820" y="92304"/>
                  <a:pt x="2242492" y="95003"/>
                  <a:pt x="2238143" y="96913"/>
                </a:cubicBezTo>
                <a:cubicBezTo>
                  <a:pt x="2233793" y="98823"/>
                  <a:pt x="2228872" y="99778"/>
                  <a:pt x="2223380" y="99778"/>
                </a:cubicBezTo>
                <a:cubicBezTo>
                  <a:pt x="2214286" y="99778"/>
                  <a:pt x="2207355" y="97883"/>
                  <a:pt x="2202588" y="94093"/>
                </a:cubicBezTo>
                <a:cubicBezTo>
                  <a:pt x="2197821" y="90304"/>
                  <a:pt x="2194778" y="84686"/>
                  <a:pt x="2193460" y="77239"/>
                </a:cubicBezTo>
                <a:close/>
                <a:moveTo>
                  <a:pt x="2291590" y="87717"/>
                </a:moveTo>
                <a:lnTo>
                  <a:pt x="2293304" y="98196"/>
                </a:lnTo>
                <a:cubicBezTo>
                  <a:pt x="2289965" y="98811"/>
                  <a:pt x="2286977" y="99119"/>
                  <a:pt x="2284341" y="99119"/>
                </a:cubicBezTo>
                <a:cubicBezTo>
                  <a:pt x="2280035" y="99119"/>
                  <a:pt x="2276696" y="98438"/>
                  <a:pt x="2274323" y="97076"/>
                </a:cubicBezTo>
                <a:cubicBezTo>
                  <a:pt x="2271951" y="95713"/>
                  <a:pt x="2270281" y="93923"/>
                  <a:pt x="2269315" y="91704"/>
                </a:cubicBezTo>
                <a:cubicBezTo>
                  <a:pt x="2268348" y="89486"/>
                  <a:pt x="2267865" y="84817"/>
                  <a:pt x="2267865" y="77700"/>
                </a:cubicBezTo>
                <a:lnTo>
                  <a:pt x="2267865" y="37433"/>
                </a:lnTo>
                <a:lnTo>
                  <a:pt x="2259166" y="37433"/>
                </a:lnTo>
                <a:lnTo>
                  <a:pt x="2259166" y="28207"/>
                </a:lnTo>
                <a:lnTo>
                  <a:pt x="2267865" y="28207"/>
                </a:lnTo>
                <a:lnTo>
                  <a:pt x="2267865" y="10827"/>
                </a:lnTo>
                <a:lnTo>
                  <a:pt x="2279662" y="3691"/>
                </a:lnTo>
                <a:lnTo>
                  <a:pt x="2279662" y="28207"/>
                </a:lnTo>
                <a:lnTo>
                  <a:pt x="2291590" y="28207"/>
                </a:lnTo>
                <a:lnTo>
                  <a:pt x="2291590" y="37433"/>
                </a:lnTo>
                <a:lnTo>
                  <a:pt x="2279662" y="37433"/>
                </a:lnTo>
                <a:lnTo>
                  <a:pt x="2279662" y="78359"/>
                </a:lnTo>
                <a:cubicBezTo>
                  <a:pt x="2279662" y="81742"/>
                  <a:pt x="2279870" y="83917"/>
                  <a:pt x="2280288" y="84883"/>
                </a:cubicBezTo>
                <a:cubicBezTo>
                  <a:pt x="2280705" y="85850"/>
                  <a:pt x="2281386" y="86619"/>
                  <a:pt x="2282331" y="87190"/>
                </a:cubicBezTo>
                <a:cubicBezTo>
                  <a:pt x="2283275" y="87761"/>
                  <a:pt x="2284626" y="88047"/>
                  <a:pt x="2286384" y="88047"/>
                </a:cubicBezTo>
                <a:cubicBezTo>
                  <a:pt x="2287702" y="88047"/>
                  <a:pt x="2289437" y="87937"/>
                  <a:pt x="2291590" y="87717"/>
                </a:cubicBezTo>
                <a:close/>
                <a:moveTo>
                  <a:pt x="2386404" y="89554"/>
                </a:moveTo>
                <a:cubicBezTo>
                  <a:pt x="2382011" y="93292"/>
                  <a:pt x="2377782" y="95930"/>
                  <a:pt x="2373718" y="97469"/>
                </a:cubicBezTo>
                <a:cubicBezTo>
                  <a:pt x="2369654" y="99008"/>
                  <a:pt x="2365293" y="99778"/>
                  <a:pt x="2360636" y="99778"/>
                </a:cubicBezTo>
                <a:cubicBezTo>
                  <a:pt x="2352948" y="99778"/>
                  <a:pt x="2347038" y="97898"/>
                  <a:pt x="2342908" y="94139"/>
                </a:cubicBezTo>
                <a:cubicBezTo>
                  <a:pt x="2338778" y="90379"/>
                  <a:pt x="2336713" y="85576"/>
                  <a:pt x="2336713" y="79729"/>
                </a:cubicBezTo>
                <a:cubicBezTo>
                  <a:pt x="2336713" y="76300"/>
                  <a:pt x="2337493" y="73168"/>
                  <a:pt x="2339053" y="70333"/>
                </a:cubicBezTo>
                <a:cubicBezTo>
                  <a:pt x="2340613" y="67497"/>
                  <a:pt x="2342656" y="65221"/>
                  <a:pt x="2345182" y="63506"/>
                </a:cubicBezTo>
                <a:cubicBezTo>
                  <a:pt x="2347708" y="61791"/>
                  <a:pt x="2350553" y="60494"/>
                  <a:pt x="2353716" y="59616"/>
                </a:cubicBezTo>
                <a:cubicBezTo>
                  <a:pt x="2356045" y="58999"/>
                  <a:pt x="2359560" y="58405"/>
                  <a:pt x="2364261" y="57834"/>
                </a:cubicBezTo>
                <a:cubicBezTo>
                  <a:pt x="2373839" y="56700"/>
                  <a:pt x="2380891" y="55348"/>
                  <a:pt x="2385416" y="53777"/>
                </a:cubicBezTo>
                <a:cubicBezTo>
                  <a:pt x="2385460" y="52158"/>
                  <a:pt x="2385482" y="51130"/>
                  <a:pt x="2385482" y="50692"/>
                </a:cubicBezTo>
                <a:cubicBezTo>
                  <a:pt x="2385482" y="45877"/>
                  <a:pt x="2384361" y="42485"/>
                  <a:pt x="2382121" y="40516"/>
                </a:cubicBezTo>
                <a:cubicBezTo>
                  <a:pt x="2379089" y="37846"/>
                  <a:pt x="2374586" y="36510"/>
                  <a:pt x="2368611" y="36510"/>
                </a:cubicBezTo>
                <a:cubicBezTo>
                  <a:pt x="2363031" y="36510"/>
                  <a:pt x="2358912" y="37488"/>
                  <a:pt x="2356254" y="39443"/>
                </a:cubicBezTo>
                <a:cubicBezTo>
                  <a:pt x="2353596" y="41398"/>
                  <a:pt x="2351630" y="44858"/>
                  <a:pt x="2350355" y="49823"/>
                </a:cubicBezTo>
                <a:lnTo>
                  <a:pt x="2338756" y="48241"/>
                </a:lnTo>
                <a:cubicBezTo>
                  <a:pt x="2339811" y="43261"/>
                  <a:pt x="2341546" y="39240"/>
                  <a:pt x="2343963" y="36177"/>
                </a:cubicBezTo>
                <a:cubicBezTo>
                  <a:pt x="2346379" y="33114"/>
                  <a:pt x="2349872" y="30756"/>
                  <a:pt x="2354441" y="29105"/>
                </a:cubicBezTo>
                <a:cubicBezTo>
                  <a:pt x="2359011" y="27451"/>
                  <a:pt x="2364305" y="26625"/>
                  <a:pt x="2370324" y="26625"/>
                </a:cubicBezTo>
                <a:cubicBezTo>
                  <a:pt x="2376299" y="26625"/>
                  <a:pt x="2381154" y="27328"/>
                  <a:pt x="2384889" y="28734"/>
                </a:cubicBezTo>
                <a:cubicBezTo>
                  <a:pt x="2388623" y="30140"/>
                  <a:pt x="2391369" y="31908"/>
                  <a:pt x="2393127" y="34039"/>
                </a:cubicBezTo>
                <a:cubicBezTo>
                  <a:pt x="2394884" y="36170"/>
                  <a:pt x="2396114" y="38861"/>
                  <a:pt x="2396817" y="42112"/>
                </a:cubicBezTo>
                <a:cubicBezTo>
                  <a:pt x="2397213" y="44133"/>
                  <a:pt x="2397410" y="47780"/>
                  <a:pt x="2397410" y="53052"/>
                </a:cubicBezTo>
                <a:lnTo>
                  <a:pt x="2397410" y="68869"/>
                </a:lnTo>
                <a:cubicBezTo>
                  <a:pt x="2397410" y="79897"/>
                  <a:pt x="2397663" y="86871"/>
                  <a:pt x="2398168" y="89793"/>
                </a:cubicBezTo>
                <a:cubicBezTo>
                  <a:pt x="2398673" y="92715"/>
                  <a:pt x="2399673" y="95516"/>
                  <a:pt x="2401167" y="98196"/>
                </a:cubicBezTo>
                <a:lnTo>
                  <a:pt x="2388777" y="98196"/>
                </a:lnTo>
                <a:cubicBezTo>
                  <a:pt x="2387547" y="95733"/>
                  <a:pt x="2386756" y="92852"/>
                  <a:pt x="2386404" y="89554"/>
                </a:cubicBezTo>
                <a:moveTo>
                  <a:pt x="2385416" y="63004"/>
                </a:moveTo>
                <a:cubicBezTo>
                  <a:pt x="2381110" y="64776"/>
                  <a:pt x="2374652" y="66282"/>
                  <a:pt x="2366040" y="67522"/>
                </a:cubicBezTo>
                <a:cubicBezTo>
                  <a:pt x="2361164" y="68228"/>
                  <a:pt x="2357715" y="69022"/>
                  <a:pt x="2355694" y="69905"/>
                </a:cubicBezTo>
                <a:cubicBezTo>
                  <a:pt x="2353673" y="70786"/>
                  <a:pt x="2352113" y="72077"/>
                  <a:pt x="2351014" y="73777"/>
                </a:cubicBezTo>
                <a:cubicBezTo>
                  <a:pt x="2349916" y="75475"/>
                  <a:pt x="2349367" y="77361"/>
                  <a:pt x="2349367" y="79434"/>
                </a:cubicBezTo>
                <a:cubicBezTo>
                  <a:pt x="2349367" y="82610"/>
                  <a:pt x="2350564" y="85257"/>
                  <a:pt x="2352959" y="87375"/>
                </a:cubicBezTo>
                <a:cubicBezTo>
                  <a:pt x="2355353" y="89493"/>
                  <a:pt x="2358857" y="90551"/>
                  <a:pt x="2363470" y="90551"/>
                </a:cubicBezTo>
                <a:cubicBezTo>
                  <a:pt x="2368039" y="90551"/>
                  <a:pt x="2372103" y="89547"/>
                  <a:pt x="2375662" y="87538"/>
                </a:cubicBezTo>
                <a:cubicBezTo>
                  <a:pt x="2379221" y="85529"/>
                  <a:pt x="2381835" y="82781"/>
                  <a:pt x="2383505" y="79294"/>
                </a:cubicBezTo>
                <a:cubicBezTo>
                  <a:pt x="2384779" y="76600"/>
                  <a:pt x="2385416" y="72627"/>
                  <a:pt x="2385416" y="67374"/>
                </a:cubicBezTo>
                <a:lnTo>
                  <a:pt x="2385416" y="63004"/>
                </a:lnTo>
                <a:close/>
                <a:moveTo>
                  <a:pt x="2426717" y="98196"/>
                </a:moveTo>
                <a:lnTo>
                  <a:pt x="2415711" y="98196"/>
                </a:lnTo>
                <a:lnTo>
                  <a:pt x="2415711" y="1582"/>
                </a:lnTo>
                <a:lnTo>
                  <a:pt x="2427574" y="1582"/>
                </a:lnTo>
                <a:lnTo>
                  <a:pt x="2427574" y="36177"/>
                </a:lnTo>
                <a:cubicBezTo>
                  <a:pt x="2432582" y="29809"/>
                  <a:pt x="2438975" y="26625"/>
                  <a:pt x="2446751" y="26625"/>
                </a:cubicBezTo>
                <a:cubicBezTo>
                  <a:pt x="2451057" y="26625"/>
                  <a:pt x="2455132" y="27493"/>
                  <a:pt x="2458976" y="29228"/>
                </a:cubicBezTo>
                <a:cubicBezTo>
                  <a:pt x="2462821" y="30964"/>
                  <a:pt x="2465984" y="33402"/>
                  <a:pt x="2468467" y="36543"/>
                </a:cubicBezTo>
                <a:cubicBezTo>
                  <a:pt x="2470949" y="39685"/>
                  <a:pt x="2472893" y="43474"/>
                  <a:pt x="2474299" y="47912"/>
                </a:cubicBezTo>
                <a:cubicBezTo>
                  <a:pt x="2475705" y="52349"/>
                  <a:pt x="2476408" y="57094"/>
                  <a:pt x="2476408" y="62147"/>
                </a:cubicBezTo>
                <a:cubicBezTo>
                  <a:pt x="2476408" y="74141"/>
                  <a:pt x="2473442" y="83412"/>
                  <a:pt x="2467511" y="89958"/>
                </a:cubicBezTo>
                <a:cubicBezTo>
                  <a:pt x="2461580" y="96504"/>
                  <a:pt x="2454462" y="99778"/>
                  <a:pt x="2446158" y="99778"/>
                </a:cubicBezTo>
                <a:cubicBezTo>
                  <a:pt x="2437898" y="99778"/>
                  <a:pt x="2431418" y="96285"/>
                  <a:pt x="2426717" y="89299"/>
                </a:cubicBezTo>
                <a:lnTo>
                  <a:pt x="2426717" y="98196"/>
                </a:lnTo>
                <a:moveTo>
                  <a:pt x="2426585" y="62676"/>
                </a:moveTo>
                <a:cubicBezTo>
                  <a:pt x="2426585" y="71027"/>
                  <a:pt x="2427727" y="77060"/>
                  <a:pt x="2430012" y="80777"/>
                </a:cubicBezTo>
                <a:cubicBezTo>
                  <a:pt x="2433747" y="86854"/>
                  <a:pt x="2438799" y="89892"/>
                  <a:pt x="2445170" y="89892"/>
                </a:cubicBezTo>
                <a:cubicBezTo>
                  <a:pt x="2450354" y="89892"/>
                  <a:pt x="2454836" y="87651"/>
                  <a:pt x="2458614" y="83170"/>
                </a:cubicBezTo>
                <a:cubicBezTo>
                  <a:pt x="2462392" y="78688"/>
                  <a:pt x="2464282" y="72010"/>
                  <a:pt x="2464282" y="63135"/>
                </a:cubicBezTo>
                <a:cubicBezTo>
                  <a:pt x="2464282" y="54042"/>
                  <a:pt x="2462469" y="47332"/>
                  <a:pt x="2458845" y="43004"/>
                </a:cubicBezTo>
                <a:cubicBezTo>
                  <a:pt x="2455220" y="38675"/>
                  <a:pt x="2450837" y="36510"/>
                  <a:pt x="2445697" y="36510"/>
                </a:cubicBezTo>
                <a:cubicBezTo>
                  <a:pt x="2440513" y="36510"/>
                  <a:pt x="2436031" y="38751"/>
                  <a:pt x="2432253" y="43233"/>
                </a:cubicBezTo>
                <a:cubicBezTo>
                  <a:pt x="2428474" y="47714"/>
                  <a:pt x="2426585" y="54195"/>
                  <a:pt x="2426585" y="62676"/>
                </a:cubicBezTo>
                <a:close/>
                <a:moveTo>
                  <a:pt x="2486405" y="63201"/>
                </a:moveTo>
                <a:cubicBezTo>
                  <a:pt x="2486405" y="50240"/>
                  <a:pt x="2490007" y="40640"/>
                  <a:pt x="2497213" y="34402"/>
                </a:cubicBezTo>
                <a:cubicBezTo>
                  <a:pt x="2503232" y="29217"/>
                  <a:pt x="2510569" y="26625"/>
                  <a:pt x="2519224" y="26625"/>
                </a:cubicBezTo>
                <a:cubicBezTo>
                  <a:pt x="2528846" y="26625"/>
                  <a:pt x="2536711" y="29777"/>
                  <a:pt x="2542818" y="36082"/>
                </a:cubicBezTo>
                <a:cubicBezTo>
                  <a:pt x="2548925" y="42387"/>
                  <a:pt x="2551978" y="51097"/>
                  <a:pt x="2551978" y="62213"/>
                </a:cubicBezTo>
                <a:cubicBezTo>
                  <a:pt x="2551978" y="71219"/>
                  <a:pt x="2550627" y="78304"/>
                  <a:pt x="2547925" y="83466"/>
                </a:cubicBezTo>
                <a:cubicBezTo>
                  <a:pt x="2545223" y="88629"/>
                  <a:pt x="2541291" y="92638"/>
                  <a:pt x="2536129" y="95494"/>
                </a:cubicBezTo>
                <a:cubicBezTo>
                  <a:pt x="2530966" y="98350"/>
                  <a:pt x="2525331" y="99778"/>
                  <a:pt x="2519224" y="99778"/>
                </a:cubicBezTo>
                <a:cubicBezTo>
                  <a:pt x="2509427" y="99778"/>
                  <a:pt x="2501507" y="96636"/>
                  <a:pt x="2495466" y="90353"/>
                </a:cubicBezTo>
                <a:cubicBezTo>
                  <a:pt x="2489425" y="84071"/>
                  <a:pt x="2486405" y="75020"/>
                  <a:pt x="2486405" y="63201"/>
                </a:cubicBezTo>
                <a:moveTo>
                  <a:pt x="2498597" y="63168"/>
                </a:moveTo>
                <a:cubicBezTo>
                  <a:pt x="2498597" y="72098"/>
                  <a:pt x="2500552" y="78785"/>
                  <a:pt x="2504462" y="83228"/>
                </a:cubicBezTo>
                <a:cubicBezTo>
                  <a:pt x="2508372" y="87671"/>
                  <a:pt x="2513293" y="89892"/>
                  <a:pt x="2519224" y="89892"/>
                </a:cubicBezTo>
                <a:cubicBezTo>
                  <a:pt x="2525112" y="89892"/>
                  <a:pt x="2530010" y="87660"/>
                  <a:pt x="2533921" y="83195"/>
                </a:cubicBezTo>
                <a:cubicBezTo>
                  <a:pt x="2537831" y="78730"/>
                  <a:pt x="2539786" y="71923"/>
                  <a:pt x="2539786" y="62775"/>
                </a:cubicBezTo>
                <a:cubicBezTo>
                  <a:pt x="2539786" y="54151"/>
                  <a:pt x="2537820" y="47618"/>
                  <a:pt x="2533888" y="43175"/>
                </a:cubicBezTo>
                <a:cubicBezTo>
                  <a:pt x="2529956" y="38732"/>
                  <a:pt x="2525068" y="36510"/>
                  <a:pt x="2519224" y="36510"/>
                </a:cubicBezTo>
                <a:cubicBezTo>
                  <a:pt x="2513293" y="36510"/>
                  <a:pt x="2508372" y="38721"/>
                  <a:pt x="2504462" y="43142"/>
                </a:cubicBezTo>
                <a:cubicBezTo>
                  <a:pt x="2500552" y="47563"/>
                  <a:pt x="2498597" y="54238"/>
                  <a:pt x="2498597" y="63168"/>
                </a:cubicBezTo>
                <a:close/>
                <a:moveTo>
                  <a:pt x="2611732" y="98196"/>
                </a:moveTo>
                <a:lnTo>
                  <a:pt x="2611732" y="87915"/>
                </a:lnTo>
                <a:cubicBezTo>
                  <a:pt x="2606284" y="95823"/>
                  <a:pt x="2598881" y="99778"/>
                  <a:pt x="2589522" y="99778"/>
                </a:cubicBezTo>
                <a:cubicBezTo>
                  <a:pt x="2585392" y="99778"/>
                  <a:pt x="2581537" y="98987"/>
                  <a:pt x="2577956" y="97405"/>
                </a:cubicBezTo>
                <a:cubicBezTo>
                  <a:pt x="2574376" y="95823"/>
                  <a:pt x="2571718" y="93835"/>
                  <a:pt x="2569982" y="91441"/>
                </a:cubicBezTo>
                <a:cubicBezTo>
                  <a:pt x="2568247" y="89046"/>
                  <a:pt x="2567027" y="86114"/>
                  <a:pt x="2566324" y="82643"/>
                </a:cubicBezTo>
                <a:cubicBezTo>
                  <a:pt x="2565841" y="80314"/>
                  <a:pt x="2565600" y="76624"/>
                  <a:pt x="2565600" y="71571"/>
                </a:cubicBezTo>
                <a:lnTo>
                  <a:pt x="2565600" y="28207"/>
                </a:lnTo>
                <a:lnTo>
                  <a:pt x="2577462" y="28207"/>
                </a:lnTo>
                <a:lnTo>
                  <a:pt x="2577462" y="67024"/>
                </a:lnTo>
                <a:cubicBezTo>
                  <a:pt x="2577462" y="73219"/>
                  <a:pt x="2577704" y="77392"/>
                  <a:pt x="2578187" y="79545"/>
                </a:cubicBezTo>
                <a:cubicBezTo>
                  <a:pt x="2578934" y="82665"/>
                  <a:pt x="2580516" y="85114"/>
                  <a:pt x="2582932" y="86893"/>
                </a:cubicBezTo>
                <a:cubicBezTo>
                  <a:pt x="2585349" y="88673"/>
                  <a:pt x="2588336" y="89563"/>
                  <a:pt x="2591895" y="89563"/>
                </a:cubicBezTo>
                <a:cubicBezTo>
                  <a:pt x="2595454" y="89563"/>
                  <a:pt x="2598793" y="88651"/>
                  <a:pt x="2601912" y="86828"/>
                </a:cubicBezTo>
                <a:cubicBezTo>
                  <a:pt x="2605032" y="85004"/>
                  <a:pt x="2607239" y="82522"/>
                  <a:pt x="2608535" y="79380"/>
                </a:cubicBezTo>
                <a:cubicBezTo>
                  <a:pt x="2609832" y="76239"/>
                  <a:pt x="2610480" y="71681"/>
                  <a:pt x="2610480" y="65706"/>
                </a:cubicBezTo>
                <a:lnTo>
                  <a:pt x="2610480" y="28207"/>
                </a:lnTo>
                <a:lnTo>
                  <a:pt x="2622342" y="28207"/>
                </a:lnTo>
                <a:lnTo>
                  <a:pt x="2622342" y="98196"/>
                </a:lnTo>
                <a:lnTo>
                  <a:pt x="2611732" y="98196"/>
                </a:lnTo>
                <a:close/>
                <a:moveTo>
                  <a:pt x="2666806" y="87717"/>
                </a:moveTo>
                <a:lnTo>
                  <a:pt x="2668520" y="98196"/>
                </a:lnTo>
                <a:cubicBezTo>
                  <a:pt x="2665181" y="98811"/>
                  <a:pt x="2662193" y="99119"/>
                  <a:pt x="2659557" y="99119"/>
                </a:cubicBezTo>
                <a:cubicBezTo>
                  <a:pt x="2655251" y="99119"/>
                  <a:pt x="2651912" y="98438"/>
                  <a:pt x="2649540" y="97076"/>
                </a:cubicBezTo>
                <a:cubicBezTo>
                  <a:pt x="2647167" y="95713"/>
                  <a:pt x="2645498" y="93923"/>
                  <a:pt x="2644531" y="91704"/>
                </a:cubicBezTo>
                <a:cubicBezTo>
                  <a:pt x="2643565" y="89486"/>
                  <a:pt x="2643081" y="84817"/>
                  <a:pt x="2643081" y="77700"/>
                </a:cubicBezTo>
                <a:lnTo>
                  <a:pt x="2643081" y="37433"/>
                </a:lnTo>
                <a:lnTo>
                  <a:pt x="2634382" y="37433"/>
                </a:lnTo>
                <a:lnTo>
                  <a:pt x="2634382" y="28207"/>
                </a:lnTo>
                <a:lnTo>
                  <a:pt x="2643081" y="28207"/>
                </a:lnTo>
                <a:lnTo>
                  <a:pt x="2643081" y="10827"/>
                </a:lnTo>
                <a:lnTo>
                  <a:pt x="2654878" y="3691"/>
                </a:lnTo>
                <a:lnTo>
                  <a:pt x="2654878" y="28207"/>
                </a:lnTo>
                <a:lnTo>
                  <a:pt x="2666806" y="28207"/>
                </a:lnTo>
                <a:lnTo>
                  <a:pt x="2666806" y="37433"/>
                </a:lnTo>
                <a:lnTo>
                  <a:pt x="2654878" y="37433"/>
                </a:lnTo>
                <a:lnTo>
                  <a:pt x="2654878" y="78359"/>
                </a:lnTo>
                <a:cubicBezTo>
                  <a:pt x="2654878" y="81742"/>
                  <a:pt x="2655087" y="83917"/>
                  <a:pt x="2655504" y="84883"/>
                </a:cubicBezTo>
                <a:cubicBezTo>
                  <a:pt x="2655921" y="85850"/>
                  <a:pt x="2656602" y="86619"/>
                  <a:pt x="2657547" y="87190"/>
                </a:cubicBezTo>
                <a:cubicBezTo>
                  <a:pt x="2658492" y="87761"/>
                  <a:pt x="2659843" y="88047"/>
                  <a:pt x="2661600" y="88047"/>
                </a:cubicBezTo>
                <a:cubicBezTo>
                  <a:pt x="2662918" y="88047"/>
                  <a:pt x="2664654" y="87937"/>
                  <a:pt x="2666806" y="87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vaccinesaretheFirstAmendmentrightto">
            <a:extLst xmlns:a="http://schemas.openxmlformats.org/drawingml/2006/main">
              <a:ext uri="{FF2B5EF4-FFF2-40B4-BE49-F238E27FC236}">
                <a16:creationId xmlns:a16="http://schemas.microsoft.com/office/drawing/2014/main" id="{5C8891AA-9BDD-46D3-87FB-9A34F382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38" y="3317271"/>
            <a:ext cx="2483772" cy="125084"/>
          </a:xfrm>
          <a:custGeom xmlns:a="http://schemas.openxmlformats.org/drawingml/2006/main">
            <a:pathLst>
              <a:path w="2483772" h="125084">
                <a:moveTo>
                  <a:pt x="26625" y="96614"/>
                </a:moveTo>
                <a:lnTo>
                  <a:pt x="0" y="26625"/>
                </a:lnTo>
                <a:lnTo>
                  <a:pt x="12522" y="26625"/>
                </a:lnTo>
                <a:lnTo>
                  <a:pt x="27548" y="68539"/>
                </a:lnTo>
                <a:cubicBezTo>
                  <a:pt x="29173" y="73065"/>
                  <a:pt x="30667" y="77766"/>
                  <a:pt x="32029" y="82643"/>
                </a:cubicBezTo>
                <a:cubicBezTo>
                  <a:pt x="33083" y="78952"/>
                  <a:pt x="34555" y="74515"/>
                  <a:pt x="36445" y="69330"/>
                </a:cubicBezTo>
                <a:lnTo>
                  <a:pt x="51998" y="26625"/>
                </a:lnTo>
                <a:lnTo>
                  <a:pt x="64190" y="26625"/>
                </a:lnTo>
                <a:lnTo>
                  <a:pt x="37697" y="96614"/>
                </a:lnTo>
                <a:lnTo>
                  <a:pt x="26625" y="96614"/>
                </a:lnTo>
                <a:close/>
                <a:moveTo>
                  <a:pt x="120339" y="87973"/>
                </a:moveTo>
                <a:cubicBezTo>
                  <a:pt x="115946" y="91710"/>
                  <a:pt x="111717" y="94348"/>
                  <a:pt x="107653" y="95887"/>
                </a:cubicBezTo>
                <a:cubicBezTo>
                  <a:pt x="103589" y="97426"/>
                  <a:pt x="99228" y="98196"/>
                  <a:pt x="94571" y="98196"/>
                </a:cubicBezTo>
                <a:cubicBezTo>
                  <a:pt x="86882" y="98196"/>
                  <a:pt x="80973" y="96316"/>
                  <a:pt x="76843" y="92557"/>
                </a:cubicBezTo>
                <a:cubicBezTo>
                  <a:pt x="72713" y="88798"/>
                  <a:pt x="70648" y="83994"/>
                  <a:pt x="70648" y="78147"/>
                </a:cubicBezTo>
                <a:cubicBezTo>
                  <a:pt x="70648" y="74719"/>
                  <a:pt x="71428" y="71587"/>
                  <a:pt x="72988" y="68752"/>
                </a:cubicBezTo>
                <a:cubicBezTo>
                  <a:pt x="74548" y="65915"/>
                  <a:pt x="76591" y="63639"/>
                  <a:pt x="79117" y="61924"/>
                </a:cubicBezTo>
                <a:cubicBezTo>
                  <a:pt x="81643" y="60209"/>
                  <a:pt x="84488" y="58913"/>
                  <a:pt x="87651" y="58034"/>
                </a:cubicBezTo>
                <a:cubicBezTo>
                  <a:pt x="89980" y="57418"/>
                  <a:pt x="93495" y="56824"/>
                  <a:pt x="98196" y="56253"/>
                </a:cubicBezTo>
                <a:cubicBezTo>
                  <a:pt x="107774" y="55118"/>
                  <a:pt x="114825" y="53766"/>
                  <a:pt x="119351" y="52195"/>
                </a:cubicBezTo>
                <a:cubicBezTo>
                  <a:pt x="119395" y="50577"/>
                  <a:pt x="119417" y="49548"/>
                  <a:pt x="119417" y="49110"/>
                </a:cubicBezTo>
                <a:cubicBezTo>
                  <a:pt x="119417" y="44295"/>
                  <a:pt x="118296" y="40903"/>
                  <a:pt x="116056" y="38934"/>
                </a:cubicBezTo>
                <a:cubicBezTo>
                  <a:pt x="113024" y="36264"/>
                  <a:pt x="108521" y="34929"/>
                  <a:pt x="102545" y="34929"/>
                </a:cubicBezTo>
                <a:cubicBezTo>
                  <a:pt x="96966" y="34929"/>
                  <a:pt x="92847" y="35906"/>
                  <a:pt x="90189" y="37861"/>
                </a:cubicBezTo>
                <a:cubicBezTo>
                  <a:pt x="87530" y="39817"/>
                  <a:pt x="85564" y="43276"/>
                  <a:pt x="84290" y="48241"/>
                </a:cubicBezTo>
                <a:lnTo>
                  <a:pt x="72691" y="46660"/>
                </a:lnTo>
                <a:cubicBezTo>
                  <a:pt x="73746" y="41680"/>
                  <a:pt x="75481" y="37658"/>
                  <a:pt x="77898" y="34595"/>
                </a:cubicBezTo>
                <a:cubicBezTo>
                  <a:pt x="80314" y="31532"/>
                  <a:pt x="83807" y="29175"/>
                  <a:pt x="88376" y="27523"/>
                </a:cubicBezTo>
                <a:cubicBezTo>
                  <a:pt x="92946" y="25870"/>
                  <a:pt x="98240" y="25043"/>
                  <a:pt x="104259" y="25043"/>
                </a:cubicBezTo>
                <a:cubicBezTo>
                  <a:pt x="110234" y="25043"/>
                  <a:pt x="115089" y="25746"/>
                  <a:pt x="118824" y="27152"/>
                </a:cubicBezTo>
                <a:cubicBezTo>
                  <a:pt x="122558" y="28558"/>
                  <a:pt x="125304" y="30326"/>
                  <a:pt x="127061" y="32457"/>
                </a:cubicBezTo>
                <a:cubicBezTo>
                  <a:pt x="128819" y="34588"/>
                  <a:pt x="130049" y="37279"/>
                  <a:pt x="130752" y="40531"/>
                </a:cubicBezTo>
                <a:cubicBezTo>
                  <a:pt x="131147" y="42552"/>
                  <a:pt x="131345" y="46198"/>
                  <a:pt x="131345" y="51470"/>
                </a:cubicBezTo>
                <a:lnTo>
                  <a:pt x="131345" y="67287"/>
                </a:lnTo>
                <a:cubicBezTo>
                  <a:pt x="131345" y="78315"/>
                  <a:pt x="131598" y="85290"/>
                  <a:pt x="132103" y="88212"/>
                </a:cubicBezTo>
                <a:cubicBezTo>
                  <a:pt x="132608" y="91133"/>
                  <a:pt x="133608" y="93934"/>
                  <a:pt x="135102" y="96614"/>
                </a:cubicBezTo>
                <a:lnTo>
                  <a:pt x="122712" y="96614"/>
                </a:lnTo>
                <a:cubicBezTo>
                  <a:pt x="121482" y="94151"/>
                  <a:pt x="120691" y="91271"/>
                  <a:pt x="120339" y="87973"/>
                </a:cubicBezTo>
                <a:moveTo>
                  <a:pt x="119351" y="61422"/>
                </a:moveTo>
                <a:cubicBezTo>
                  <a:pt x="115045" y="63194"/>
                  <a:pt x="108587" y="64701"/>
                  <a:pt x="99975" y="65940"/>
                </a:cubicBezTo>
                <a:cubicBezTo>
                  <a:pt x="95098" y="66646"/>
                  <a:pt x="91649" y="67440"/>
                  <a:pt x="89628" y="68323"/>
                </a:cubicBezTo>
                <a:cubicBezTo>
                  <a:pt x="87607" y="69205"/>
                  <a:pt x="86048" y="70495"/>
                  <a:pt x="84949" y="72195"/>
                </a:cubicBezTo>
                <a:cubicBezTo>
                  <a:pt x="83851" y="73893"/>
                  <a:pt x="83302" y="75779"/>
                  <a:pt x="83302" y="77852"/>
                </a:cubicBezTo>
                <a:cubicBezTo>
                  <a:pt x="83302" y="81028"/>
                  <a:pt x="84499" y="83675"/>
                  <a:pt x="86893" y="85794"/>
                </a:cubicBezTo>
                <a:cubicBezTo>
                  <a:pt x="89288" y="87911"/>
                  <a:pt x="92792" y="88969"/>
                  <a:pt x="97405" y="88969"/>
                </a:cubicBezTo>
                <a:cubicBezTo>
                  <a:pt x="101974" y="88969"/>
                  <a:pt x="106038" y="87965"/>
                  <a:pt x="109597" y="85956"/>
                </a:cubicBezTo>
                <a:cubicBezTo>
                  <a:pt x="113156" y="83948"/>
                  <a:pt x="115770" y="81200"/>
                  <a:pt x="117440" y="77712"/>
                </a:cubicBezTo>
                <a:cubicBezTo>
                  <a:pt x="118714" y="75018"/>
                  <a:pt x="119351" y="71045"/>
                  <a:pt x="119351" y="65792"/>
                </a:cubicBezTo>
                <a:lnTo>
                  <a:pt x="119351" y="61422"/>
                </a:lnTo>
                <a:close/>
                <a:moveTo>
                  <a:pt x="195383" y="70912"/>
                </a:moveTo>
                <a:lnTo>
                  <a:pt x="207047" y="72428"/>
                </a:lnTo>
                <a:cubicBezTo>
                  <a:pt x="205773" y="80488"/>
                  <a:pt x="202511" y="86799"/>
                  <a:pt x="197261" y="91358"/>
                </a:cubicBezTo>
                <a:cubicBezTo>
                  <a:pt x="192011" y="95917"/>
                  <a:pt x="185563" y="98196"/>
                  <a:pt x="177918" y="98196"/>
                </a:cubicBezTo>
                <a:cubicBezTo>
                  <a:pt x="168340" y="98196"/>
                  <a:pt x="160641" y="95065"/>
                  <a:pt x="154819" y="88805"/>
                </a:cubicBezTo>
                <a:cubicBezTo>
                  <a:pt x="148998" y="82544"/>
                  <a:pt x="146087" y="73570"/>
                  <a:pt x="146087" y="61883"/>
                </a:cubicBezTo>
                <a:cubicBezTo>
                  <a:pt x="146087" y="54326"/>
                  <a:pt x="147339" y="47714"/>
                  <a:pt x="149843" y="42046"/>
                </a:cubicBezTo>
                <a:cubicBezTo>
                  <a:pt x="152348" y="36379"/>
                  <a:pt x="156159" y="32128"/>
                  <a:pt x="161278" y="29294"/>
                </a:cubicBezTo>
                <a:cubicBezTo>
                  <a:pt x="166396" y="26460"/>
                  <a:pt x="171965" y="25043"/>
                  <a:pt x="177984" y="25043"/>
                </a:cubicBezTo>
                <a:cubicBezTo>
                  <a:pt x="185585" y="25043"/>
                  <a:pt x="191802" y="26972"/>
                  <a:pt x="196635" y="30828"/>
                </a:cubicBezTo>
                <a:cubicBezTo>
                  <a:pt x="201468" y="34684"/>
                  <a:pt x="204565" y="40158"/>
                  <a:pt x="205927" y="47253"/>
                </a:cubicBezTo>
                <a:lnTo>
                  <a:pt x="194394" y="49032"/>
                </a:lnTo>
                <a:cubicBezTo>
                  <a:pt x="193296" y="44353"/>
                  <a:pt x="191352" y="40833"/>
                  <a:pt x="188562" y="38471"/>
                </a:cubicBezTo>
                <a:cubicBezTo>
                  <a:pt x="185772" y="36109"/>
                  <a:pt x="182400" y="34929"/>
                  <a:pt x="178445" y="34929"/>
                </a:cubicBezTo>
                <a:cubicBezTo>
                  <a:pt x="172470" y="34929"/>
                  <a:pt x="167615" y="37060"/>
                  <a:pt x="163881" y="41323"/>
                </a:cubicBezTo>
                <a:cubicBezTo>
                  <a:pt x="160146" y="45585"/>
                  <a:pt x="158279" y="52329"/>
                  <a:pt x="158279" y="61554"/>
                </a:cubicBezTo>
                <a:cubicBezTo>
                  <a:pt x="158279" y="70911"/>
                  <a:pt x="160080" y="77710"/>
                  <a:pt x="163683" y="81951"/>
                </a:cubicBezTo>
                <a:cubicBezTo>
                  <a:pt x="167286" y="86190"/>
                  <a:pt x="171987" y="88310"/>
                  <a:pt x="177786" y="88310"/>
                </a:cubicBezTo>
                <a:cubicBezTo>
                  <a:pt x="182444" y="88310"/>
                  <a:pt x="186332" y="86888"/>
                  <a:pt x="189451" y="84043"/>
                </a:cubicBezTo>
                <a:cubicBezTo>
                  <a:pt x="192571" y="81198"/>
                  <a:pt x="194548" y="76821"/>
                  <a:pt x="195383" y="70912"/>
                </a:cubicBezTo>
                <a:close/>
                <a:moveTo>
                  <a:pt x="262868" y="70912"/>
                </a:moveTo>
                <a:lnTo>
                  <a:pt x="274532" y="72428"/>
                </a:lnTo>
                <a:cubicBezTo>
                  <a:pt x="273258" y="80488"/>
                  <a:pt x="269996" y="86799"/>
                  <a:pt x="264746" y="91358"/>
                </a:cubicBezTo>
                <a:cubicBezTo>
                  <a:pt x="259495" y="95917"/>
                  <a:pt x="253048" y="98196"/>
                  <a:pt x="245403" y="98196"/>
                </a:cubicBezTo>
                <a:cubicBezTo>
                  <a:pt x="235825" y="98196"/>
                  <a:pt x="228126" y="95065"/>
                  <a:pt x="222304" y="88805"/>
                </a:cubicBezTo>
                <a:cubicBezTo>
                  <a:pt x="216483" y="82544"/>
                  <a:pt x="213572" y="73570"/>
                  <a:pt x="213572" y="61883"/>
                </a:cubicBezTo>
                <a:cubicBezTo>
                  <a:pt x="213572" y="54326"/>
                  <a:pt x="214824" y="47714"/>
                  <a:pt x="217328" y="42046"/>
                </a:cubicBezTo>
                <a:cubicBezTo>
                  <a:pt x="219833" y="36379"/>
                  <a:pt x="223644" y="32128"/>
                  <a:pt x="228763" y="29294"/>
                </a:cubicBezTo>
                <a:cubicBezTo>
                  <a:pt x="233881" y="26460"/>
                  <a:pt x="239450" y="25043"/>
                  <a:pt x="245469" y="25043"/>
                </a:cubicBezTo>
                <a:cubicBezTo>
                  <a:pt x="253070" y="25043"/>
                  <a:pt x="259287" y="26972"/>
                  <a:pt x="264120" y="30828"/>
                </a:cubicBezTo>
                <a:cubicBezTo>
                  <a:pt x="268953" y="34684"/>
                  <a:pt x="272050" y="40158"/>
                  <a:pt x="273412" y="47253"/>
                </a:cubicBezTo>
                <a:lnTo>
                  <a:pt x="261879" y="49032"/>
                </a:lnTo>
                <a:cubicBezTo>
                  <a:pt x="260781" y="44353"/>
                  <a:pt x="258836" y="40833"/>
                  <a:pt x="256047" y="38471"/>
                </a:cubicBezTo>
                <a:cubicBezTo>
                  <a:pt x="253257" y="36109"/>
                  <a:pt x="249885" y="34929"/>
                  <a:pt x="245930" y="34929"/>
                </a:cubicBezTo>
                <a:cubicBezTo>
                  <a:pt x="239955" y="34929"/>
                  <a:pt x="235100" y="37060"/>
                  <a:pt x="231366" y="41323"/>
                </a:cubicBezTo>
                <a:cubicBezTo>
                  <a:pt x="227631" y="45585"/>
                  <a:pt x="225764" y="52329"/>
                  <a:pt x="225764" y="61554"/>
                </a:cubicBezTo>
                <a:cubicBezTo>
                  <a:pt x="225764" y="70911"/>
                  <a:pt x="227565" y="77710"/>
                  <a:pt x="231168" y="81951"/>
                </a:cubicBezTo>
                <a:cubicBezTo>
                  <a:pt x="234771" y="86190"/>
                  <a:pt x="239472" y="88310"/>
                  <a:pt x="245271" y="88310"/>
                </a:cubicBezTo>
                <a:cubicBezTo>
                  <a:pt x="249929" y="88310"/>
                  <a:pt x="253817" y="86888"/>
                  <a:pt x="256936" y="84043"/>
                </a:cubicBezTo>
                <a:cubicBezTo>
                  <a:pt x="260056" y="81198"/>
                  <a:pt x="262033" y="76821"/>
                  <a:pt x="262868" y="70912"/>
                </a:cubicBezTo>
                <a:close/>
                <a:moveTo>
                  <a:pt x="284747" y="13708"/>
                </a:moveTo>
                <a:lnTo>
                  <a:pt x="284747" y="0"/>
                </a:lnTo>
                <a:lnTo>
                  <a:pt x="296610" y="0"/>
                </a:lnTo>
                <a:lnTo>
                  <a:pt x="296610" y="13708"/>
                </a:lnTo>
                <a:lnTo>
                  <a:pt x="284747" y="13708"/>
                </a:lnTo>
                <a:moveTo>
                  <a:pt x="284747" y="96614"/>
                </a:moveTo>
                <a:lnTo>
                  <a:pt x="284747" y="26625"/>
                </a:lnTo>
                <a:lnTo>
                  <a:pt x="296610" y="26625"/>
                </a:lnTo>
                <a:lnTo>
                  <a:pt x="296610" y="96614"/>
                </a:lnTo>
                <a:lnTo>
                  <a:pt x="284747" y="96614"/>
                </a:lnTo>
                <a:close/>
                <a:moveTo>
                  <a:pt x="314645" y="96614"/>
                </a:moveTo>
                <a:lnTo>
                  <a:pt x="314645" y="26625"/>
                </a:lnTo>
                <a:lnTo>
                  <a:pt x="325321" y="26625"/>
                </a:lnTo>
                <a:lnTo>
                  <a:pt x="325321" y="36510"/>
                </a:lnTo>
                <a:cubicBezTo>
                  <a:pt x="330462" y="28866"/>
                  <a:pt x="337887" y="25043"/>
                  <a:pt x="347596" y="25043"/>
                </a:cubicBezTo>
                <a:cubicBezTo>
                  <a:pt x="351814" y="25043"/>
                  <a:pt x="355692" y="25801"/>
                  <a:pt x="359228" y="27317"/>
                </a:cubicBezTo>
                <a:cubicBezTo>
                  <a:pt x="362765" y="28833"/>
                  <a:pt x="365412" y="30821"/>
                  <a:pt x="367170" y="33281"/>
                </a:cubicBezTo>
                <a:cubicBezTo>
                  <a:pt x="368927" y="35742"/>
                  <a:pt x="370157" y="38663"/>
                  <a:pt x="370860" y="42046"/>
                </a:cubicBezTo>
                <a:cubicBezTo>
                  <a:pt x="371300" y="44243"/>
                  <a:pt x="371519" y="48087"/>
                  <a:pt x="371519" y="53579"/>
                </a:cubicBezTo>
                <a:lnTo>
                  <a:pt x="371519" y="96614"/>
                </a:lnTo>
                <a:lnTo>
                  <a:pt x="359657" y="96614"/>
                </a:lnTo>
                <a:lnTo>
                  <a:pt x="359657" y="53995"/>
                </a:lnTo>
                <a:cubicBezTo>
                  <a:pt x="359657" y="49157"/>
                  <a:pt x="359195" y="45539"/>
                  <a:pt x="358273" y="43142"/>
                </a:cubicBezTo>
                <a:cubicBezTo>
                  <a:pt x="357350" y="40745"/>
                  <a:pt x="355714" y="38831"/>
                  <a:pt x="353363" y="37402"/>
                </a:cubicBezTo>
                <a:cubicBezTo>
                  <a:pt x="351012" y="35973"/>
                  <a:pt x="348256" y="35258"/>
                  <a:pt x="345092" y="35258"/>
                </a:cubicBezTo>
                <a:cubicBezTo>
                  <a:pt x="340040" y="35258"/>
                  <a:pt x="335679" y="36864"/>
                  <a:pt x="332010" y="40075"/>
                </a:cubicBezTo>
                <a:cubicBezTo>
                  <a:pt x="328342" y="43285"/>
                  <a:pt x="326507" y="49377"/>
                  <a:pt x="326507" y="58349"/>
                </a:cubicBezTo>
                <a:lnTo>
                  <a:pt x="326507" y="96614"/>
                </a:lnTo>
                <a:lnTo>
                  <a:pt x="314645" y="96614"/>
                </a:lnTo>
                <a:close/>
                <a:moveTo>
                  <a:pt x="437600" y="74075"/>
                </a:moveTo>
                <a:lnTo>
                  <a:pt x="449858" y="75591"/>
                </a:lnTo>
                <a:cubicBezTo>
                  <a:pt x="447925" y="82753"/>
                  <a:pt x="444344" y="88310"/>
                  <a:pt x="439116" y="92265"/>
                </a:cubicBezTo>
                <a:cubicBezTo>
                  <a:pt x="433887" y="96219"/>
                  <a:pt x="427209" y="98196"/>
                  <a:pt x="419081" y="98196"/>
                </a:cubicBezTo>
                <a:cubicBezTo>
                  <a:pt x="408844" y="98196"/>
                  <a:pt x="400727" y="95043"/>
                  <a:pt x="394730" y="88739"/>
                </a:cubicBezTo>
                <a:cubicBezTo>
                  <a:pt x="388733" y="82434"/>
                  <a:pt x="385734" y="73592"/>
                  <a:pt x="385734" y="62213"/>
                </a:cubicBezTo>
                <a:cubicBezTo>
                  <a:pt x="385734" y="50438"/>
                  <a:pt x="388765" y="41299"/>
                  <a:pt x="394829" y="34797"/>
                </a:cubicBezTo>
                <a:cubicBezTo>
                  <a:pt x="400892" y="28294"/>
                  <a:pt x="408756" y="25043"/>
                  <a:pt x="418422" y="25043"/>
                </a:cubicBezTo>
                <a:cubicBezTo>
                  <a:pt x="427780" y="25043"/>
                  <a:pt x="435425" y="28224"/>
                  <a:pt x="441356" y="34585"/>
                </a:cubicBezTo>
                <a:cubicBezTo>
                  <a:pt x="447288" y="40944"/>
                  <a:pt x="450253" y="49892"/>
                  <a:pt x="450253" y="61428"/>
                </a:cubicBezTo>
                <a:cubicBezTo>
                  <a:pt x="450253" y="62130"/>
                  <a:pt x="450231" y="63182"/>
                  <a:pt x="450187" y="64585"/>
                </a:cubicBezTo>
                <a:lnTo>
                  <a:pt x="397992" y="64585"/>
                </a:lnTo>
                <a:cubicBezTo>
                  <a:pt x="398431" y="72252"/>
                  <a:pt x="400606" y="78123"/>
                  <a:pt x="404516" y="82198"/>
                </a:cubicBezTo>
                <a:cubicBezTo>
                  <a:pt x="408427" y="86273"/>
                  <a:pt x="413303" y="88310"/>
                  <a:pt x="419147" y="88310"/>
                </a:cubicBezTo>
                <a:cubicBezTo>
                  <a:pt x="423496" y="88310"/>
                  <a:pt x="427209" y="87179"/>
                  <a:pt x="430285" y="84916"/>
                </a:cubicBezTo>
                <a:cubicBezTo>
                  <a:pt x="433360" y="82652"/>
                  <a:pt x="435798" y="79039"/>
                  <a:pt x="437600" y="74075"/>
                </a:cubicBezTo>
                <a:moveTo>
                  <a:pt x="398651" y="54700"/>
                </a:moveTo>
                <a:lnTo>
                  <a:pt x="437732" y="54700"/>
                </a:lnTo>
                <a:cubicBezTo>
                  <a:pt x="437204" y="48908"/>
                  <a:pt x="435711" y="44565"/>
                  <a:pt x="433250" y="41669"/>
                </a:cubicBezTo>
                <a:cubicBezTo>
                  <a:pt x="429472" y="37176"/>
                  <a:pt x="424573" y="34929"/>
                  <a:pt x="418554" y="34929"/>
                </a:cubicBezTo>
                <a:cubicBezTo>
                  <a:pt x="413106" y="34929"/>
                  <a:pt x="408525" y="36723"/>
                  <a:pt x="404813" y="40310"/>
                </a:cubicBezTo>
                <a:cubicBezTo>
                  <a:pt x="401100" y="43896"/>
                  <a:pt x="399046" y="48693"/>
                  <a:pt x="398651" y="54700"/>
                </a:cubicBezTo>
                <a:close/>
                <a:moveTo>
                  <a:pt x="459986" y="75657"/>
                </a:moveTo>
                <a:lnTo>
                  <a:pt x="471717" y="73812"/>
                </a:lnTo>
                <a:cubicBezTo>
                  <a:pt x="472376" y="78492"/>
                  <a:pt x="474210" y="82079"/>
                  <a:pt x="477220" y="84572"/>
                </a:cubicBezTo>
                <a:cubicBezTo>
                  <a:pt x="480229" y="87064"/>
                  <a:pt x="484436" y="88310"/>
                  <a:pt x="489840" y="88310"/>
                </a:cubicBezTo>
                <a:cubicBezTo>
                  <a:pt x="495288" y="88310"/>
                  <a:pt x="499330" y="87210"/>
                  <a:pt x="501967" y="85009"/>
                </a:cubicBezTo>
                <a:cubicBezTo>
                  <a:pt x="504603" y="82807"/>
                  <a:pt x="505921" y="80224"/>
                  <a:pt x="505921" y="77261"/>
                </a:cubicBezTo>
                <a:cubicBezTo>
                  <a:pt x="505921" y="74602"/>
                  <a:pt x="504756" y="72509"/>
                  <a:pt x="502428" y="70984"/>
                </a:cubicBezTo>
                <a:cubicBezTo>
                  <a:pt x="500802" y="69938"/>
                  <a:pt x="496760" y="68608"/>
                  <a:pt x="490302" y="66995"/>
                </a:cubicBezTo>
                <a:cubicBezTo>
                  <a:pt x="481602" y="64797"/>
                  <a:pt x="475572" y="62895"/>
                  <a:pt x="472211" y="61290"/>
                </a:cubicBezTo>
                <a:cubicBezTo>
                  <a:pt x="468850" y="59685"/>
                  <a:pt x="466302" y="57464"/>
                  <a:pt x="464566" y="54628"/>
                </a:cubicBezTo>
                <a:cubicBezTo>
                  <a:pt x="462831" y="51791"/>
                  <a:pt x="461963" y="48658"/>
                  <a:pt x="461963" y="45228"/>
                </a:cubicBezTo>
                <a:cubicBezTo>
                  <a:pt x="461963" y="42106"/>
                  <a:pt x="462677" y="39214"/>
                  <a:pt x="464105" y="36554"/>
                </a:cubicBezTo>
                <a:cubicBezTo>
                  <a:pt x="465533" y="33893"/>
                  <a:pt x="467477" y="31683"/>
                  <a:pt x="469938" y="29924"/>
                </a:cubicBezTo>
                <a:cubicBezTo>
                  <a:pt x="471783" y="28561"/>
                  <a:pt x="474298" y="27407"/>
                  <a:pt x="477484" y="26462"/>
                </a:cubicBezTo>
                <a:cubicBezTo>
                  <a:pt x="480669" y="25516"/>
                  <a:pt x="484085" y="25043"/>
                  <a:pt x="487731" y="25043"/>
                </a:cubicBezTo>
                <a:cubicBezTo>
                  <a:pt x="493223" y="25043"/>
                  <a:pt x="498045" y="25840"/>
                  <a:pt x="502197" y="27432"/>
                </a:cubicBezTo>
                <a:cubicBezTo>
                  <a:pt x="506349" y="29024"/>
                  <a:pt x="509414" y="31180"/>
                  <a:pt x="511391" y="33901"/>
                </a:cubicBezTo>
                <a:cubicBezTo>
                  <a:pt x="513368" y="36621"/>
                  <a:pt x="514730" y="40259"/>
                  <a:pt x="515477" y="44814"/>
                </a:cubicBezTo>
                <a:lnTo>
                  <a:pt x="503878" y="46396"/>
                </a:lnTo>
                <a:cubicBezTo>
                  <a:pt x="503351" y="42793"/>
                  <a:pt x="501824" y="39981"/>
                  <a:pt x="499297" y="37960"/>
                </a:cubicBezTo>
                <a:cubicBezTo>
                  <a:pt x="496771" y="35939"/>
                  <a:pt x="493201" y="34929"/>
                  <a:pt x="488588" y="34929"/>
                </a:cubicBezTo>
                <a:cubicBezTo>
                  <a:pt x="483140" y="34929"/>
                  <a:pt x="479252" y="35825"/>
                  <a:pt x="476923" y="37618"/>
                </a:cubicBezTo>
                <a:cubicBezTo>
                  <a:pt x="474595" y="39410"/>
                  <a:pt x="473430" y="41509"/>
                  <a:pt x="473430" y="43914"/>
                </a:cubicBezTo>
                <a:cubicBezTo>
                  <a:pt x="473430" y="45444"/>
                  <a:pt x="473914" y="46821"/>
                  <a:pt x="474880" y="48046"/>
                </a:cubicBezTo>
                <a:cubicBezTo>
                  <a:pt x="475847" y="49313"/>
                  <a:pt x="477363" y="50362"/>
                  <a:pt x="479428" y="51192"/>
                </a:cubicBezTo>
                <a:cubicBezTo>
                  <a:pt x="480614" y="51630"/>
                  <a:pt x="484107" y="52636"/>
                  <a:pt x="489906" y="54210"/>
                </a:cubicBezTo>
                <a:cubicBezTo>
                  <a:pt x="498298" y="56449"/>
                  <a:pt x="504152" y="58282"/>
                  <a:pt x="507470" y="59708"/>
                </a:cubicBezTo>
                <a:cubicBezTo>
                  <a:pt x="510787" y="61135"/>
                  <a:pt x="513390" y="63209"/>
                  <a:pt x="515279" y="65932"/>
                </a:cubicBezTo>
                <a:cubicBezTo>
                  <a:pt x="517168" y="68653"/>
                  <a:pt x="518113" y="72033"/>
                  <a:pt x="518113" y="76071"/>
                </a:cubicBezTo>
                <a:cubicBezTo>
                  <a:pt x="518113" y="80022"/>
                  <a:pt x="516960" y="83743"/>
                  <a:pt x="514653" y="87233"/>
                </a:cubicBezTo>
                <a:cubicBezTo>
                  <a:pt x="512346" y="90722"/>
                  <a:pt x="509018" y="93421"/>
                  <a:pt x="504669" y="95331"/>
                </a:cubicBezTo>
                <a:cubicBezTo>
                  <a:pt x="500319" y="97241"/>
                  <a:pt x="495398" y="98196"/>
                  <a:pt x="489906" y="98196"/>
                </a:cubicBezTo>
                <a:cubicBezTo>
                  <a:pt x="480812" y="98196"/>
                  <a:pt x="473881" y="96301"/>
                  <a:pt x="469114" y="92512"/>
                </a:cubicBezTo>
                <a:cubicBezTo>
                  <a:pt x="464347" y="88722"/>
                  <a:pt x="461304" y="83104"/>
                  <a:pt x="459986" y="75657"/>
                </a:cubicBezTo>
                <a:close/>
                <a:moveTo>
                  <a:pt x="615409" y="87973"/>
                </a:moveTo>
                <a:cubicBezTo>
                  <a:pt x="611015" y="91710"/>
                  <a:pt x="606787" y="94348"/>
                  <a:pt x="602723" y="95887"/>
                </a:cubicBezTo>
                <a:cubicBezTo>
                  <a:pt x="598658" y="97426"/>
                  <a:pt x="594298" y="98196"/>
                  <a:pt x="589641" y="98196"/>
                </a:cubicBezTo>
                <a:cubicBezTo>
                  <a:pt x="581952" y="98196"/>
                  <a:pt x="576043" y="96316"/>
                  <a:pt x="571913" y="92557"/>
                </a:cubicBezTo>
                <a:cubicBezTo>
                  <a:pt x="567783" y="88798"/>
                  <a:pt x="565718" y="83994"/>
                  <a:pt x="565718" y="78147"/>
                </a:cubicBezTo>
                <a:cubicBezTo>
                  <a:pt x="565718" y="74719"/>
                  <a:pt x="566498" y="71587"/>
                  <a:pt x="568057" y="68752"/>
                </a:cubicBezTo>
                <a:cubicBezTo>
                  <a:pt x="569617" y="65915"/>
                  <a:pt x="571660" y="63639"/>
                  <a:pt x="574186" y="61924"/>
                </a:cubicBezTo>
                <a:cubicBezTo>
                  <a:pt x="576713" y="60209"/>
                  <a:pt x="579558" y="58913"/>
                  <a:pt x="582721" y="58034"/>
                </a:cubicBezTo>
                <a:cubicBezTo>
                  <a:pt x="585049" y="57418"/>
                  <a:pt x="588564" y="56824"/>
                  <a:pt x="593265" y="56253"/>
                </a:cubicBezTo>
                <a:cubicBezTo>
                  <a:pt x="602843" y="55118"/>
                  <a:pt x="609895" y="53766"/>
                  <a:pt x="614420" y="52195"/>
                </a:cubicBezTo>
                <a:cubicBezTo>
                  <a:pt x="614464" y="50577"/>
                  <a:pt x="614486" y="49548"/>
                  <a:pt x="614486" y="49110"/>
                </a:cubicBezTo>
                <a:cubicBezTo>
                  <a:pt x="614486" y="44295"/>
                  <a:pt x="613366" y="40903"/>
                  <a:pt x="611125" y="38934"/>
                </a:cubicBezTo>
                <a:cubicBezTo>
                  <a:pt x="608094" y="36264"/>
                  <a:pt x="603590" y="34929"/>
                  <a:pt x="597615" y="34929"/>
                </a:cubicBezTo>
                <a:cubicBezTo>
                  <a:pt x="592035" y="34929"/>
                  <a:pt x="587916" y="35906"/>
                  <a:pt x="585258" y="37861"/>
                </a:cubicBezTo>
                <a:cubicBezTo>
                  <a:pt x="582600" y="39817"/>
                  <a:pt x="580634" y="43276"/>
                  <a:pt x="579360" y="48241"/>
                </a:cubicBezTo>
                <a:lnTo>
                  <a:pt x="567761" y="46660"/>
                </a:lnTo>
                <a:cubicBezTo>
                  <a:pt x="568815" y="41680"/>
                  <a:pt x="570551" y="37658"/>
                  <a:pt x="572967" y="34595"/>
                </a:cubicBezTo>
                <a:cubicBezTo>
                  <a:pt x="575384" y="31532"/>
                  <a:pt x="578877" y="29175"/>
                  <a:pt x="583446" y="27523"/>
                </a:cubicBezTo>
                <a:cubicBezTo>
                  <a:pt x="588015" y="25870"/>
                  <a:pt x="593309" y="25043"/>
                  <a:pt x="599329" y="25043"/>
                </a:cubicBezTo>
                <a:cubicBezTo>
                  <a:pt x="605304" y="25043"/>
                  <a:pt x="610159" y="25746"/>
                  <a:pt x="613893" y="27152"/>
                </a:cubicBezTo>
                <a:cubicBezTo>
                  <a:pt x="617628" y="28558"/>
                  <a:pt x="620374" y="30326"/>
                  <a:pt x="622131" y="32457"/>
                </a:cubicBezTo>
                <a:cubicBezTo>
                  <a:pt x="623888" y="34588"/>
                  <a:pt x="625119" y="37279"/>
                  <a:pt x="625822" y="40531"/>
                </a:cubicBezTo>
                <a:cubicBezTo>
                  <a:pt x="626217" y="42552"/>
                  <a:pt x="626415" y="46198"/>
                  <a:pt x="626415" y="51470"/>
                </a:cubicBezTo>
                <a:lnTo>
                  <a:pt x="626415" y="67287"/>
                </a:lnTo>
                <a:cubicBezTo>
                  <a:pt x="626415" y="78315"/>
                  <a:pt x="626667" y="85290"/>
                  <a:pt x="627173" y="88212"/>
                </a:cubicBezTo>
                <a:cubicBezTo>
                  <a:pt x="627678" y="91133"/>
                  <a:pt x="628677" y="93934"/>
                  <a:pt x="630171" y="96614"/>
                </a:cubicBezTo>
                <a:lnTo>
                  <a:pt x="617781" y="96614"/>
                </a:lnTo>
                <a:cubicBezTo>
                  <a:pt x="616551" y="94151"/>
                  <a:pt x="615760" y="91271"/>
                  <a:pt x="615409" y="87973"/>
                </a:cubicBezTo>
                <a:moveTo>
                  <a:pt x="614420" y="61422"/>
                </a:moveTo>
                <a:cubicBezTo>
                  <a:pt x="610115" y="63194"/>
                  <a:pt x="603656" y="64701"/>
                  <a:pt x="595045" y="65940"/>
                </a:cubicBezTo>
                <a:cubicBezTo>
                  <a:pt x="590168" y="66646"/>
                  <a:pt x="586719" y="67440"/>
                  <a:pt x="584698" y="68323"/>
                </a:cubicBezTo>
                <a:cubicBezTo>
                  <a:pt x="582677" y="69205"/>
                  <a:pt x="581117" y="70495"/>
                  <a:pt x="580019" y="72195"/>
                </a:cubicBezTo>
                <a:cubicBezTo>
                  <a:pt x="578920" y="73893"/>
                  <a:pt x="578371" y="75779"/>
                  <a:pt x="578371" y="77852"/>
                </a:cubicBezTo>
                <a:cubicBezTo>
                  <a:pt x="578371" y="81028"/>
                  <a:pt x="579569" y="83675"/>
                  <a:pt x="581963" y="85794"/>
                </a:cubicBezTo>
                <a:cubicBezTo>
                  <a:pt x="584357" y="87911"/>
                  <a:pt x="587861" y="88969"/>
                  <a:pt x="592475" y="88969"/>
                </a:cubicBezTo>
                <a:cubicBezTo>
                  <a:pt x="597044" y="88969"/>
                  <a:pt x="601108" y="87965"/>
                  <a:pt x="604667" y="85956"/>
                </a:cubicBezTo>
                <a:cubicBezTo>
                  <a:pt x="608225" y="83948"/>
                  <a:pt x="610840" y="81200"/>
                  <a:pt x="612509" y="77712"/>
                </a:cubicBezTo>
                <a:cubicBezTo>
                  <a:pt x="613783" y="75018"/>
                  <a:pt x="614420" y="71045"/>
                  <a:pt x="614420" y="65792"/>
                </a:cubicBezTo>
                <a:lnTo>
                  <a:pt x="614420" y="61422"/>
                </a:lnTo>
                <a:close/>
                <a:moveTo>
                  <a:pt x="644649" y="96614"/>
                </a:moveTo>
                <a:lnTo>
                  <a:pt x="644649" y="26625"/>
                </a:lnTo>
                <a:lnTo>
                  <a:pt x="655326" y="26625"/>
                </a:lnTo>
                <a:lnTo>
                  <a:pt x="655326" y="37169"/>
                </a:lnTo>
                <a:cubicBezTo>
                  <a:pt x="658050" y="32232"/>
                  <a:pt x="660565" y="28977"/>
                  <a:pt x="662872" y="27403"/>
                </a:cubicBezTo>
                <a:cubicBezTo>
                  <a:pt x="665178" y="25830"/>
                  <a:pt x="667715" y="25043"/>
                  <a:pt x="670483" y="25043"/>
                </a:cubicBezTo>
                <a:cubicBezTo>
                  <a:pt x="674481" y="25043"/>
                  <a:pt x="678546" y="26312"/>
                  <a:pt x="682675" y="28849"/>
                </a:cubicBezTo>
                <a:lnTo>
                  <a:pt x="678589" y="39806"/>
                </a:lnTo>
                <a:cubicBezTo>
                  <a:pt x="675690" y="38092"/>
                  <a:pt x="672790" y="37235"/>
                  <a:pt x="669890" y="37235"/>
                </a:cubicBezTo>
                <a:cubicBezTo>
                  <a:pt x="667298" y="37235"/>
                  <a:pt x="664969" y="38017"/>
                  <a:pt x="662904" y="39579"/>
                </a:cubicBezTo>
                <a:cubicBezTo>
                  <a:pt x="660840" y="41140"/>
                  <a:pt x="659368" y="43306"/>
                  <a:pt x="658489" y="46077"/>
                </a:cubicBezTo>
                <a:cubicBezTo>
                  <a:pt x="657171" y="50299"/>
                  <a:pt x="656512" y="54917"/>
                  <a:pt x="656512" y="59931"/>
                </a:cubicBezTo>
                <a:lnTo>
                  <a:pt x="656512" y="96614"/>
                </a:lnTo>
                <a:lnTo>
                  <a:pt x="644649" y="96614"/>
                </a:lnTo>
                <a:close/>
                <a:moveTo>
                  <a:pt x="737638" y="74075"/>
                </a:moveTo>
                <a:lnTo>
                  <a:pt x="749896" y="75591"/>
                </a:lnTo>
                <a:cubicBezTo>
                  <a:pt x="747962" y="82753"/>
                  <a:pt x="744382" y="88310"/>
                  <a:pt x="739153" y="92265"/>
                </a:cubicBezTo>
                <a:cubicBezTo>
                  <a:pt x="733925" y="96219"/>
                  <a:pt x="727247" y="98196"/>
                  <a:pt x="719119" y="98196"/>
                </a:cubicBezTo>
                <a:cubicBezTo>
                  <a:pt x="708882" y="98196"/>
                  <a:pt x="700765" y="95043"/>
                  <a:pt x="694768" y="88739"/>
                </a:cubicBezTo>
                <a:cubicBezTo>
                  <a:pt x="688770" y="82434"/>
                  <a:pt x="685772" y="73592"/>
                  <a:pt x="685772" y="62213"/>
                </a:cubicBezTo>
                <a:cubicBezTo>
                  <a:pt x="685772" y="50438"/>
                  <a:pt x="688803" y="41299"/>
                  <a:pt x="694866" y="34797"/>
                </a:cubicBezTo>
                <a:cubicBezTo>
                  <a:pt x="700929" y="28294"/>
                  <a:pt x="708794" y="25043"/>
                  <a:pt x="718460" y="25043"/>
                </a:cubicBezTo>
                <a:cubicBezTo>
                  <a:pt x="727818" y="25043"/>
                  <a:pt x="735463" y="28224"/>
                  <a:pt x="741394" y="34585"/>
                </a:cubicBezTo>
                <a:cubicBezTo>
                  <a:pt x="747325" y="40944"/>
                  <a:pt x="750291" y="49892"/>
                  <a:pt x="750291" y="61428"/>
                </a:cubicBezTo>
                <a:cubicBezTo>
                  <a:pt x="750291" y="62130"/>
                  <a:pt x="750269" y="63182"/>
                  <a:pt x="750225" y="64585"/>
                </a:cubicBezTo>
                <a:lnTo>
                  <a:pt x="698030" y="64585"/>
                </a:lnTo>
                <a:cubicBezTo>
                  <a:pt x="698469" y="72252"/>
                  <a:pt x="700644" y="78123"/>
                  <a:pt x="704554" y="82198"/>
                </a:cubicBezTo>
                <a:cubicBezTo>
                  <a:pt x="708464" y="86273"/>
                  <a:pt x="713341" y="88310"/>
                  <a:pt x="719185" y="88310"/>
                </a:cubicBezTo>
                <a:cubicBezTo>
                  <a:pt x="723534" y="88310"/>
                  <a:pt x="727247" y="87179"/>
                  <a:pt x="730322" y="84916"/>
                </a:cubicBezTo>
                <a:cubicBezTo>
                  <a:pt x="733398" y="82652"/>
                  <a:pt x="735836" y="79039"/>
                  <a:pt x="737638" y="74075"/>
                </a:cubicBezTo>
                <a:moveTo>
                  <a:pt x="698689" y="54700"/>
                </a:moveTo>
                <a:lnTo>
                  <a:pt x="737769" y="54700"/>
                </a:lnTo>
                <a:cubicBezTo>
                  <a:pt x="737242" y="48908"/>
                  <a:pt x="735748" y="44565"/>
                  <a:pt x="733288" y="41669"/>
                </a:cubicBezTo>
                <a:cubicBezTo>
                  <a:pt x="729510" y="37176"/>
                  <a:pt x="724611" y="34929"/>
                  <a:pt x="718592" y="34929"/>
                </a:cubicBezTo>
                <a:cubicBezTo>
                  <a:pt x="713144" y="34929"/>
                  <a:pt x="708563" y="36723"/>
                  <a:pt x="704851" y="40310"/>
                </a:cubicBezTo>
                <a:cubicBezTo>
                  <a:pt x="701138" y="43896"/>
                  <a:pt x="699084" y="48693"/>
                  <a:pt x="698689" y="54700"/>
                </a:cubicBezTo>
                <a:close/>
                <a:moveTo>
                  <a:pt x="828191" y="86136"/>
                </a:moveTo>
                <a:lnTo>
                  <a:pt x="829904" y="96614"/>
                </a:lnTo>
                <a:cubicBezTo>
                  <a:pt x="826565" y="97229"/>
                  <a:pt x="823578" y="97537"/>
                  <a:pt x="820941" y="97537"/>
                </a:cubicBezTo>
                <a:cubicBezTo>
                  <a:pt x="816636" y="97537"/>
                  <a:pt x="813297" y="96856"/>
                  <a:pt x="810924" y="95494"/>
                </a:cubicBezTo>
                <a:cubicBezTo>
                  <a:pt x="808552" y="94132"/>
                  <a:pt x="806882" y="92341"/>
                  <a:pt x="805916" y="90123"/>
                </a:cubicBezTo>
                <a:cubicBezTo>
                  <a:pt x="804949" y="87904"/>
                  <a:pt x="804466" y="83236"/>
                  <a:pt x="804466" y="76118"/>
                </a:cubicBezTo>
                <a:lnTo>
                  <a:pt x="804466" y="35851"/>
                </a:lnTo>
                <a:lnTo>
                  <a:pt x="795766" y="35851"/>
                </a:lnTo>
                <a:lnTo>
                  <a:pt x="795766" y="26625"/>
                </a:lnTo>
                <a:lnTo>
                  <a:pt x="804466" y="26625"/>
                </a:lnTo>
                <a:lnTo>
                  <a:pt x="804466" y="9245"/>
                </a:lnTo>
                <a:lnTo>
                  <a:pt x="816262" y="2109"/>
                </a:lnTo>
                <a:lnTo>
                  <a:pt x="816262" y="26625"/>
                </a:lnTo>
                <a:lnTo>
                  <a:pt x="828191" y="26625"/>
                </a:lnTo>
                <a:lnTo>
                  <a:pt x="828191" y="35851"/>
                </a:lnTo>
                <a:lnTo>
                  <a:pt x="816262" y="35851"/>
                </a:lnTo>
                <a:lnTo>
                  <a:pt x="816262" y="76777"/>
                </a:lnTo>
                <a:cubicBezTo>
                  <a:pt x="816262" y="80160"/>
                  <a:pt x="816471" y="82335"/>
                  <a:pt x="816888" y="83302"/>
                </a:cubicBezTo>
                <a:cubicBezTo>
                  <a:pt x="817306" y="84268"/>
                  <a:pt x="817987" y="85037"/>
                  <a:pt x="818931" y="85608"/>
                </a:cubicBezTo>
                <a:cubicBezTo>
                  <a:pt x="819876" y="86179"/>
                  <a:pt x="821227" y="86465"/>
                  <a:pt x="822984" y="86465"/>
                </a:cubicBezTo>
                <a:cubicBezTo>
                  <a:pt x="824303" y="86465"/>
                  <a:pt x="826038" y="86355"/>
                  <a:pt x="828191" y="86136"/>
                </a:cubicBezTo>
                <a:close/>
                <a:moveTo>
                  <a:pt x="839813" y="96614"/>
                </a:moveTo>
                <a:lnTo>
                  <a:pt x="839813" y="0"/>
                </a:lnTo>
                <a:lnTo>
                  <a:pt x="851675" y="0"/>
                </a:lnTo>
                <a:lnTo>
                  <a:pt x="851675" y="34665"/>
                </a:lnTo>
                <a:cubicBezTo>
                  <a:pt x="857211" y="28251"/>
                  <a:pt x="864197" y="25043"/>
                  <a:pt x="872632" y="25043"/>
                </a:cubicBezTo>
                <a:cubicBezTo>
                  <a:pt x="877817" y="25043"/>
                  <a:pt x="882320" y="26065"/>
                  <a:pt x="886143" y="28108"/>
                </a:cubicBezTo>
                <a:cubicBezTo>
                  <a:pt x="889965" y="30151"/>
                  <a:pt x="892700" y="32974"/>
                  <a:pt x="894348" y="36576"/>
                </a:cubicBezTo>
                <a:cubicBezTo>
                  <a:pt x="895995" y="40179"/>
                  <a:pt x="896819" y="45407"/>
                  <a:pt x="896819" y="52261"/>
                </a:cubicBezTo>
                <a:lnTo>
                  <a:pt x="896819" y="96614"/>
                </a:lnTo>
                <a:lnTo>
                  <a:pt x="884956" y="96614"/>
                </a:lnTo>
                <a:lnTo>
                  <a:pt x="884956" y="52261"/>
                </a:lnTo>
                <a:cubicBezTo>
                  <a:pt x="884956" y="46330"/>
                  <a:pt x="883671" y="42013"/>
                  <a:pt x="881101" y="39311"/>
                </a:cubicBezTo>
                <a:cubicBezTo>
                  <a:pt x="878531" y="36609"/>
                  <a:pt x="874895" y="35258"/>
                  <a:pt x="870194" y="35258"/>
                </a:cubicBezTo>
                <a:cubicBezTo>
                  <a:pt x="866679" y="35258"/>
                  <a:pt x="863373" y="36170"/>
                  <a:pt x="860276" y="37993"/>
                </a:cubicBezTo>
                <a:cubicBezTo>
                  <a:pt x="857178" y="39817"/>
                  <a:pt x="854970" y="42288"/>
                  <a:pt x="853652" y="45407"/>
                </a:cubicBezTo>
                <a:cubicBezTo>
                  <a:pt x="852334" y="48527"/>
                  <a:pt x="851675" y="52832"/>
                  <a:pt x="851675" y="58324"/>
                </a:cubicBezTo>
                <a:lnTo>
                  <a:pt x="851675" y="96614"/>
                </a:lnTo>
                <a:lnTo>
                  <a:pt x="839813" y="96614"/>
                </a:lnTo>
                <a:close/>
                <a:moveTo>
                  <a:pt x="962767" y="74075"/>
                </a:moveTo>
                <a:lnTo>
                  <a:pt x="975025" y="75591"/>
                </a:lnTo>
                <a:cubicBezTo>
                  <a:pt x="973092" y="82753"/>
                  <a:pt x="969511" y="88310"/>
                  <a:pt x="964283" y="92265"/>
                </a:cubicBezTo>
                <a:cubicBezTo>
                  <a:pt x="959055" y="96219"/>
                  <a:pt x="952377" y="98196"/>
                  <a:pt x="944249" y="98196"/>
                </a:cubicBezTo>
                <a:cubicBezTo>
                  <a:pt x="934012" y="98196"/>
                  <a:pt x="925895" y="95043"/>
                  <a:pt x="919897" y="88739"/>
                </a:cubicBezTo>
                <a:cubicBezTo>
                  <a:pt x="913900" y="82434"/>
                  <a:pt x="910902" y="73592"/>
                  <a:pt x="910902" y="62213"/>
                </a:cubicBezTo>
                <a:cubicBezTo>
                  <a:pt x="910902" y="50438"/>
                  <a:pt x="913933" y="41299"/>
                  <a:pt x="919996" y="34797"/>
                </a:cubicBezTo>
                <a:cubicBezTo>
                  <a:pt x="926059" y="28294"/>
                  <a:pt x="933924" y="25043"/>
                  <a:pt x="943590" y="25043"/>
                </a:cubicBezTo>
                <a:cubicBezTo>
                  <a:pt x="952948" y="25043"/>
                  <a:pt x="960593" y="28224"/>
                  <a:pt x="966524" y="34585"/>
                </a:cubicBezTo>
                <a:cubicBezTo>
                  <a:pt x="972455" y="40944"/>
                  <a:pt x="975421" y="49892"/>
                  <a:pt x="975421" y="61428"/>
                </a:cubicBezTo>
                <a:cubicBezTo>
                  <a:pt x="975421" y="62130"/>
                  <a:pt x="975399" y="63182"/>
                  <a:pt x="975355" y="64585"/>
                </a:cubicBezTo>
                <a:lnTo>
                  <a:pt x="923160" y="64585"/>
                </a:lnTo>
                <a:cubicBezTo>
                  <a:pt x="923599" y="72252"/>
                  <a:pt x="925774" y="78123"/>
                  <a:pt x="929684" y="82198"/>
                </a:cubicBezTo>
                <a:cubicBezTo>
                  <a:pt x="933594" y="86273"/>
                  <a:pt x="938471" y="88310"/>
                  <a:pt x="944314" y="88310"/>
                </a:cubicBezTo>
                <a:cubicBezTo>
                  <a:pt x="948664" y="88310"/>
                  <a:pt x="952377" y="87179"/>
                  <a:pt x="955452" y="84916"/>
                </a:cubicBezTo>
                <a:cubicBezTo>
                  <a:pt x="958528" y="82652"/>
                  <a:pt x="960966" y="79039"/>
                  <a:pt x="962767" y="74075"/>
                </a:cubicBezTo>
                <a:moveTo>
                  <a:pt x="923819" y="54700"/>
                </a:moveTo>
                <a:lnTo>
                  <a:pt x="962899" y="54700"/>
                </a:lnTo>
                <a:cubicBezTo>
                  <a:pt x="962372" y="48908"/>
                  <a:pt x="960878" y="44565"/>
                  <a:pt x="958418" y="41669"/>
                </a:cubicBezTo>
                <a:cubicBezTo>
                  <a:pt x="954639" y="37176"/>
                  <a:pt x="949741" y="34929"/>
                  <a:pt x="943721" y="34929"/>
                </a:cubicBezTo>
                <a:cubicBezTo>
                  <a:pt x="938273" y="34929"/>
                  <a:pt x="933693" y="36723"/>
                  <a:pt x="929981" y="40310"/>
                </a:cubicBezTo>
                <a:cubicBezTo>
                  <a:pt x="926268" y="43896"/>
                  <a:pt x="924214" y="48693"/>
                  <a:pt x="923819" y="54700"/>
                </a:cubicBezTo>
                <a:close/>
                <a:moveTo>
                  <a:pt x="1029595" y="96614"/>
                </a:moveTo>
                <a:lnTo>
                  <a:pt x="1029595" y="0"/>
                </a:lnTo>
                <a:lnTo>
                  <a:pt x="1094774" y="0"/>
                </a:lnTo>
                <a:lnTo>
                  <a:pt x="1094774" y="11401"/>
                </a:lnTo>
                <a:lnTo>
                  <a:pt x="1042381" y="11401"/>
                </a:lnTo>
                <a:lnTo>
                  <a:pt x="1042381" y="41255"/>
                </a:lnTo>
                <a:lnTo>
                  <a:pt x="1087722" y="41255"/>
                </a:lnTo>
                <a:lnTo>
                  <a:pt x="1087722" y="52657"/>
                </a:lnTo>
                <a:lnTo>
                  <a:pt x="1042381" y="52657"/>
                </a:lnTo>
                <a:lnTo>
                  <a:pt x="1042381" y="96614"/>
                </a:lnTo>
                <a:lnTo>
                  <a:pt x="1029595" y="96614"/>
                </a:lnTo>
                <a:close/>
                <a:moveTo>
                  <a:pt x="1109953" y="13708"/>
                </a:moveTo>
                <a:lnTo>
                  <a:pt x="1109953" y="0"/>
                </a:lnTo>
                <a:lnTo>
                  <a:pt x="1121816" y="0"/>
                </a:lnTo>
                <a:lnTo>
                  <a:pt x="1121816" y="13708"/>
                </a:lnTo>
                <a:lnTo>
                  <a:pt x="1109953" y="13708"/>
                </a:lnTo>
                <a:moveTo>
                  <a:pt x="1109953" y="96614"/>
                </a:moveTo>
                <a:lnTo>
                  <a:pt x="1109953" y="26625"/>
                </a:lnTo>
                <a:lnTo>
                  <a:pt x="1121816" y="26625"/>
                </a:lnTo>
                <a:lnTo>
                  <a:pt x="1121816" y="96614"/>
                </a:lnTo>
                <a:lnTo>
                  <a:pt x="1109953" y="96614"/>
                </a:lnTo>
                <a:close/>
                <a:moveTo>
                  <a:pt x="1139719" y="96614"/>
                </a:moveTo>
                <a:lnTo>
                  <a:pt x="1139719" y="26625"/>
                </a:lnTo>
                <a:lnTo>
                  <a:pt x="1150395" y="26625"/>
                </a:lnTo>
                <a:lnTo>
                  <a:pt x="1150395" y="37169"/>
                </a:lnTo>
                <a:cubicBezTo>
                  <a:pt x="1153119" y="32232"/>
                  <a:pt x="1155634" y="28977"/>
                  <a:pt x="1157941" y="27403"/>
                </a:cubicBezTo>
                <a:cubicBezTo>
                  <a:pt x="1160248" y="25830"/>
                  <a:pt x="1162785" y="25043"/>
                  <a:pt x="1165553" y="25043"/>
                </a:cubicBezTo>
                <a:cubicBezTo>
                  <a:pt x="1169551" y="25043"/>
                  <a:pt x="1173615" y="26312"/>
                  <a:pt x="1177745" y="28849"/>
                </a:cubicBezTo>
                <a:lnTo>
                  <a:pt x="1173659" y="39806"/>
                </a:lnTo>
                <a:cubicBezTo>
                  <a:pt x="1170759" y="38092"/>
                  <a:pt x="1167859" y="37235"/>
                  <a:pt x="1164960" y="37235"/>
                </a:cubicBezTo>
                <a:cubicBezTo>
                  <a:pt x="1162367" y="37235"/>
                  <a:pt x="1160039" y="38017"/>
                  <a:pt x="1157974" y="39579"/>
                </a:cubicBezTo>
                <a:cubicBezTo>
                  <a:pt x="1155909" y="41140"/>
                  <a:pt x="1154437" y="43306"/>
                  <a:pt x="1153558" y="46077"/>
                </a:cubicBezTo>
                <a:cubicBezTo>
                  <a:pt x="1152240" y="50299"/>
                  <a:pt x="1151581" y="54917"/>
                  <a:pt x="1151581" y="59931"/>
                </a:cubicBezTo>
                <a:lnTo>
                  <a:pt x="1151581" y="96614"/>
                </a:lnTo>
                <a:lnTo>
                  <a:pt x="1139719" y="96614"/>
                </a:lnTo>
                <a:close/>
                <a:moveTo>
                  <a:pt x="1180050" y="75657"/>
                </a:moveTo>
                <a:lnTo>
                  <a:pt x="1191781" y="73812"/>
                </a:lnTo>
                <a:cubicBezTo>
                  <a:pt x="1192440" y="78492"/>
                  <a:pt x="1194275" y="82079"/>
                  <a:pt x="1197284" y="84572"/>
                </a:cubicBezTo>
                <a:cubicBezTo>
                  <a:pt x="1200294" y="87064"/>
                  <a:pt x="1204501" y="88310"/>
                  <a:pt x="1209905" y="88310"/>
                </a:cubicBezTo>
                <a:cubicBezTo>
                  <a:pt x="1215353" y="88310"/>
                  <a:pt x="1219395" y="87210"/>
                  <a:pt x="1222031" y="85009"/>
                </a:cubicBezTo>
                <a:cubicBezTo>
                  <a:pt x="1224667" y="82807"/>
                  <a:pt x="1225985" y="80224"/>
                  <a:pt x="1225985" y="77261"/>
                </a:cubicBezTo>
                <a:cubicBezTo>
                  <a:pt x="1225985" y="74602"/>
                  <a:pt x="1224821" y="72509"/>
                  <a:pt x="1222492" y="70984"/>
                </a:cubicBezTo>
                <a:cubicBezTo>
                  <a:pt x="1220866" y="69938"/>
                  <a:pt x="1216824" y="68608"/>
                  <a:pt x="1210366" y="66995"/>
                </a:cubicBezTo>
                <a:cubicBezTo>
                  <a:pt x="1201667" y="64797"/>
                  <a:pt x="1195637" y="62895"/>
                  <a:pt x="1192275" y="61290"/>
                </a:cubicBezTo>
                <a:cubicBezTo>
                  <a:pt x="1188914" y="59685"/>
                  <a:pt x="1186366" y="57464"/>
                  <a:pt x="1184631" y="54628"/>
                </a:cubicBezTo>
                <a:cubicBezTo>
                  <a:pt x="1182895" y="51791"/>
                  <a:pt x="1182028" y="48658"/>
                  <a:pt x="1182028" y="45228"/>
                </a:cubicBezTo>
                <a:cubicBezTo>
                  <a:pt x="1182028" y="42106"/>
                  <a:pt x="1182741" y="39214"/>
                  <a:pt x="1184169" y="36554"/>
                </a:cubicBezTo>
                <a:cubicBezTo>
                  <a:pt x="1185597" y="33893"/>
                  <a:pt x="1187541" y="31683"/>
                  <a:pt x="1190002" y="29924"/>
                </a:cubicBezTo>
                <a:cubicBezTo>
                  <a:pt x="1191847" y="28561"/>
                  <a:pt x="1194362" y="27407"/>
                  <a:pt x="1197548" y="26462"/>
                </a:cubicBezTo>
                <a:cubicBezTo>
                  <a:pt x="1200733" y="25516"/>
                  <a:pt x="1204149" y="25043"/>
                  <a:pt x="1207796" y="25043"/>
                </a:cubicBezTo>
                <a:cubicBezTo>
                  <a:pt x="1213288" y="25043"/>
                  <a:pt x="1218110" y="25840"/>
                  <a:pt x="1222261" y="27432"/>
                </a:cubicBezTo>
                <a:cubicBezTo>
                  <a:pt x="1226413" y="29024"/>
                  <a:pt x="1229478" y="31180"/>
                  <a:pt x="1231455" y="33901"/>
                </a:cubicBezTo>
                <a:cubicBezTo>
                  <a:pt x="1233432" y="36621"/>
                  <a:pt x="1234794" y="40259"/>
                  <a:pt x="1235541" y="44814"/>
                </a:cubicBezTo>
                <a:lnTo>
                  <a:pt x="1223942" y="46396"/>
                </a:lnTo>
                <a:cubicBezTo>
                  <a:pt x="1223415" y="42793"/>
                  <a:pt x="1221888" y="39981"/>
                  <a:pt x="1219362" y="37960"/>
                </a:cubicBezTo>
                <a:cubicBezTo>
                  <a:pt x="1216835" y="35939"/>
                  <a:pt x="1213266" y="34929"/>
                  <a:pt x="1208652" y="34929"/>
                </a:cubicBezTo>
                <a:cubicBezTo>
                  <a:pt x="1203204" y="34929"/>
                  <a:pt x="1199316" y="35825"/>
                  <a:pt x="1196988" y="37618"/>
                </a:cubicBezTo>
                <a:cubicBezTo>
                  <a:pt x="1194659" y="39410"/>
                  <a:pt x="1193495" y="41509"/>
                  <a:pt x="1193495" y="43914"/>
                </a:cubicBezTo>
                <a:cubicBezTo>
                  <a:pt x="1193495" y="45444"/>
                  <a:pt x="1193978" y="46821"/>
                  <a:pt x="1194945" y="48046"/>
                </a:cubicBezTo>
                <a:cubicBezTo>
                  <a:pt x="1195911" y="49313"/>
                  <a:pt x="1197427" y="50362"/>
                  <a:pt x="1199492" y="51192"/>
                </a:cubicBezTo>
                <a:cubicBezTo>
                  <a:pt x="1200678" y="51630"/>
                  <a:pt x="1204171" y="52636"/>
                  <a:pt x="1209970" y="54210"/>
                </a:cubicBezTo>
                <a:cubicBezTo>
                  <a:pt x="1218362" y="56449"/>
                  <a:pt x="1224217" y="58282"/>
                  <a:pt x="1227534" y="59708"/>
                </a:cubicBezTo>
                <a:cubicBezTo>
                  <a:pt x="1230851" y="61135"/>
                  <a:pt x="1233454" y="63209"/>
                  <a:pt x="1235343" y="65932"/>
                </a:cubicBezTo>
                <a:cubicBezTo>
                  <a:pt x="1237232" y="68653"/>
                  <a:pt x="1238177" y="72033"/>
                  <a:pt x="1238177" y="76071"/>
                </a:cubicBezTo>
                <a:cubicBezTo>
                  <a:pt x="1238177" y="80022"/>
                  <a:pt x="1237024" y="83743"/>
                  <a:pt x="1234717" y="87233"/>
                </a:cubicBezTo>
                <a:cubicBezTo>
                  <a:pt x="1232411" y="90722"/>
                  <a:pt x="1229082" y="93421"/>
                  <a:pt x="1224733" y="95331"/>
                </a:cubicBezTo>
                <a:cubicBezTo>
                  <a:pt x="1220383" y="97241"/>
                  <a:pt x="1215462" y="98196"/>
                  <a:pt x="1209970" y="98196"/>
                </a:cubicBezTo>
                <a:cubicBezTo>
                  <a:pt x="1200876" y="98196"/>
                  <a:pt x="1193945" y="96301"/>
                  <a:pt x="1189178" y="92512"/>
                </a:cubicBezTo>
                <a:cubicBezTo>
                  <a:pt x="1184411" y="88722"/>
                  <a:pt x="1181368" y="83104"/>
                  <a:pt x="1180050" y="75657"/>
                </a:cubicBezTo>
                <a:close/>
                <a:moveTo>
                  <a:pt x="1278180" y="86136"/>
                </a:moveTo>
                <a:lnTo>
                  <a:pt x="1279894" y="96614"/>
                </a:lnTo>
                <a:cubicBezTo>
                  <a:pt x="1276555" y="97229"/>
                  <a:pt x="1273567" y="97537"/>
                  <a:pt x="1270931" y="97537"/>
                </a:cubicBezTo>
                <a:cubicBezTo>
                  <a:pt x="1266625" y="97537"/>
                  <a:pt x="1263286" y="96856"/>
                  <a:pt x="1260914" y="95494"/>
                </a:cubicBezTo>
                <a:cubicBezTo>
                  <a:pt x="1258541" y="94132"/>
                  <a:pt x="1256872" y="92341"/>
                  <a:pt x="1255905" y="90123"/>
                </a:cubicBezTo>
                <a:cubicBezTo>
                  <a:pt x="1254939" y="87904"/>
                  <a:pt x="1254455" y="83236"/>
                  <a:pt x="1254455" y="76118"/>
                </a:cubicBezTo>
                <a:lnTo>
                  <a:pt x="1254455" y="35851"/>
                </a:lnTo>
                <a:lnTo>
                  <a:pt x="1245756" y="35851"/>
                </a:lnTo>
                <a:lnTo>
                  <a:pt x="1245756" y="26625"/>
                </a:lnTo>
                <a:lnTo>
                  <a:pt x="1254455" y="26625"/>
                </a:lnTo>
                <a:lnTo>
                  <a:pt x="1254455" y="9245"/>
                </a:lnTo>
                <a:lnTo>
                  <a:pt x="1266252" y="2109"/>
                </a:lnTo>
                <a:lnTo>
                  <a:pt x="1266252" y="26625"/>
                </a:lnTo>
                <a:lnTo>
                  <a:pt x="1278180" y="26625"/>
                </a:lnTo>
                <a:lnTo>
                  <a:pt x="1278180" y="35851"/>
                </a:lnTo>
                <a:lnTo>
                  <a:pt x="1266252" y="35851"/>
                </a:lnTo>
                <a:lnTo>
                  <a:pt x="1266252" y="76777"/>
                </a:lnTo>
                <a:cubicBezTo>
                  <a:pt x="1266252" y="80160"/>
                  <a:pt x="1266461" y="82335"/>
                  <a:pt x="1266878" y="83302"/>
                </a:cubicBezTo>
                <a:cubicBezTo>
                  <a:pt x="1267295" y="84268"/>
                  <a:pt x="1267976" y="85037"/>
                  <a:pt x="1268921" y="85608"/>
                </a:cubicBezTo>
                <a:cubicBezTo>
                  <a:pt x="1269866" y="86179"/>
                  <a:pt x="1271217" y="86465"/>
                  <a:pt x="1272974" y="86465"/>
                </a:cubicBezTo>
                <a:cubicBezTo>
                  <a:pt x="1274292" y="86465"/>
                  <a:pt x="1276028" y="86355"/>
                  <a:pt x="1278180" y="86136"/>
                </a:cubicBezTo>
                <a:close/>
                <a:moveTo>
                  <a:pt x="1310816" y="96614"/>
                </a:moveTo>
                <a:lnTo>
                  <a:pt x="1347919" y="0"/>
                </a:lnTo>
                <a:lnTo>
                  <a:pt x="1361693" y="0"/>
                </a:lnTo>
                <a:lnTo>
                  <a:pt x="1401235" y="96614"/>
                </a:lnTo>
                <a:lnTo>
                  <a:pt x="1386670" y="96614"/>
                </a:lnTo>
                <a:lnTo>
                  <a:pt x="1375401" y="67485"/>
                </a:lnTo>
                <a:lnTo>
                  <a:pt x="1335002" y="67485"/>
                </a:lnTo>
                <a:lnTo>
                  <a:pt x="1324392" y="96614"/>
                </a:lnTo>
                <a:lnTo>
                  <a:pt x="1310816" y="96614"/>
                </a:lnTo>
                <a:moveTo>
                  <a:pt x="1338693" y="56940"/>
                </a:moveTo>
                <a:lnTo>
                  <a:pt x="1371447" y="56940"/>
                </a:lnTo>
                <a:lnTo>
                  <a:pt x="1361364" y="30184"/>
                </a:lnTo>
                <a:cubicBezTo>
                  <a:pt x="1358288" y="22056"/>
                  <a:pt x="1356003" y="15377"/>
                  <a:pt x="1354510" y="10149"/>
                </a:cubicBezTo>
                <a:cubicBezTo>
                  <a:pt x="1353279" y="16344"/>
                  <a:pt x="1351544" y="22495"/>
                  <a:pt x="1349303" y="28602"/>
                </a:cubicBezTo>
                <a:lnTo>
                  <a:pt x="1338693" y="56940"/>
                </a:lnTo>
                <a:close/>
                <a:moveTo>
                  <a:pt x="1409935" y="96614"/>
                </a:moveTo>
                <a:lnTo>
                  <a:pt x="1409935" y="26625"/>
                </a:lnTo>
                <a:lnTo>
                  <a:pt x="1420546" y="26625"/>
                </a:lnTo>
                <a:lnTo>
                  <a:pt x="1420546" y="36379"/>
                </a:lnTo>
                <a:cubicBezTo>
                  <a:pt x="1422743" y="32971"/>
                  <a:pt x="1425664" y="30230"/>
                  <a:pt x="1429311" y="28155"/>
                </a:cubicBezTo>
                <a:cubicBezTo>
                  <a:pt x="1432958" y="26081"/>
                  <a:pt x="1437109" y="25043"/>
                  <a:pt x="1441767" y="25043"/>
                </a:cubicBezTo>
                <a:cubicBezTo>
                  <a:pt x="1446951" y="25043"/>
                  <a:pt x="1451202" y="26114"/>
                  <a:pt x="1454519" y="28256"/>
                </a:cubicBezTo>
                <a:cubicBezTo>
                  <a:pt x="1457836" y="30397"/>
                  <a:pt x="1460176" y="33390"/>
                  <a:pt x="1461538" y="37235"/>
                </a:cubicBezTo>
                <a:cubicBezTo>
                  <a:pt x="1467073" y="29107"/>
                  <a:pt x="1474279" y="25043"/>
                  <a:pt x="1483154" y="25043"/>
                </a:cubicBezTo>
                <a:cubicBezTo>
                  <a:pt x="1490096" y="25043"/>
                  <a:pt x="1495434" y="26965"/>
                  <a:pt x="1499168" y="30810"/>
                </a:cubicBezTo>
                <a:cubicBezTo>
                  <a:pt x="1502903" y="34654"/>
                  <a:pt x="1504770" y="40574"/>
                  <a:pt x="1504770" y="48571"/>
                </a:cubicBezTo>
                <a:lnTo>
                  <a:pt x="1504770" y="96614"/>
                </a:lnTo>
                <a:lnTo>
                  <a:pt x="1492973" y="96614"/>
                </a:lnTo>
                <a:lnTo>
                  <a:pt x="1492973" y="52478"/>
                </a:lnTo>
                <a:cubicBezTo>
                  <a:pt x="1492973" y="47727"/>
                  <a:pt x="1492589" y="44308"/>
                  <a:pt x="1491820" y="42219"/>
                </a:cubicBezTo>
                <a:cubicBezTo>
                  <a:pt x="1491051" y="40130"/>
                  <a:pt x="1489656" y="38447"/>
                  <a:pt x="1487635" y="37171"/>
                </a:cubicBezTo>
                <a:cubicBezTo>
                  <a:pt x="1485614" y="35896"/>
                  <a:pt x="1483242" y="35258"/>
                  <a:pt x="1480518" y="35258"/>
                </a:cubicBezTo>
                <a:cubicBezTo>
                  <a:pt x="1475597" y="35258"/>
                  <a:pt x="1471511" y="36897"/>
                  <a:pt x="1468260" y="40174"/>
                </a:cubicBezTo>
                <a:cubicBezTo>
                  <a:pt x="1465009" y="43450"/>
                  <a:pt x="1463383" y="48695"/>
                  <a:pt x="1463383" y="55909"/>
                </a:cubicBezTo>
                <a:lnTo>
                  <a:pt x="1463383" y="96614"/>
                </a:lnTo>
                <a:lnTo>
                  <a:pt x="1451520" y="96614"/>
                </a:lnTo>
                <a:lnTo>
                  <a:pt x="1451520" y="51091"/>
                </a:lnTo>
                <a:cubicBezTo>
                  <a:pt x="1451520" y="45814"/>
                  <a:pt x="1450554" y="41855"/>
                  <a:pt x="1448621" y="39217"/>
                </a:cubicBezTo>
                <a:cubicBezTo>
                  <a:pt x="1446687" y="36578"/>
                  <a:pt x="1443524" y="35258"/>
                  <a:pt x="1439131" y="35258"/>
                </a:cubicBezTo>
                <a:cubicBezTo>
                  <a:pt x="1435791" y="35258"/>
                  <a:pt x="1432705" y="36138"/>
                  <a:pt x="1429871" y="37898"/>
                </a:cubicBezTo>
                <a:cubicBezTo>
                  <a:pt x="1427037" y="39657"/>
                  <a:pt x="1424983" y="42230"/>
                  <a:pt x="1423709" y="45617"/>
                </a:cubicBezTo>
                <a:cubicBezTo>
                  <a:pt x="1422435" y="49003"/>
                  <a:pt x="1421798" y="53885"/>
                  <a:pt x="1421798" y="60262"/>
                </a:cubicBezTo>
                <a:lnTo>
                  <a:pt x="1421798" y="96614"/>
                </a:lnTo>
                <a:lnTo>
                  <a:pt x="1409935" y="96614"/>
                </a:lnTo>
                <a:close/>
                <a:moveTo>
                  <a:pt x="1570277" y="74075"/>
                </a:moveTo>
                <a:lnTo>
                  <a:pt x="1582535" y="75591"/>
                </a:lnTo>
                <a:cubicBezTo>
                  <a:pt x="1580602" y="82753"/>
                  <a:pt x="1577021" y="88310"/>
                  <a:pt x="1571793" y="92265"/>
                </a:cubicBezTo>
                <a:cubicBezTo>
                  <a:pt x="1566564" y="96219"/>
                  <a:pt x="1559886" y="98196"/>
                  <a:pt x="1551758" y="98196"/>
                </a:cubicBezTo>
                <a:cubicBezTo>
                  <a:pt x="1541521" y="98196"/>
                  <a:pt x="1533404" y="95043"/>
                  <a:pt x="1527407" y="88739"/>
                </a:cubicBezTo>
                <a:cubicBezTo>
                  <a:pt x="1521410" y="82434"/>
                  <a:pt x="1518411" y="73592"/>
                  <a:pt x="1518411" y="62213"/>
                </a:cubicBezTo>
                <a:cubicBezTo>
                  <a:pt x="1518411" y="50438"/>
                  <a:pt x="1521443" y="41299"/>
                  <a:pt x="1527506" y="34797"/>
                </a:cubicBezTo>
                <a:cubicBezTo>
                  <a:pt x="1533569" y="28294"/>
                  <a:pt x="1541433" y="25043"/>
                  <a:pt x="1551099" y="25043"/>
                </a:cubicBezTo>
                <a:cubicBezTo>
                  <a:pt x="1560457" y="25043"/>
                  <a:pt x="1568102" y="28224"/>
                  <a:pt x="1574034" y="34585"/>
                </a:cubicBezTo>
                <a:cubicBezTo>
                  <a:pt x="1579965" y="40944"/>
                  <a:pt x="1582930" y="49892"/>
                  <a:pt x="1582930" y="61428"/>
                </a:cubicBezTo>
                <a:cubicBezTo>
                  <a:pt x="1582930" y="62130"/>
                  <a:pt x="1582908" y="63182"/>
                  <a:pt x="1582865" y="64585"/>
                </a:cubicBezTo>
                <a:lnTo>
                  <a:pt x="1530669" y="64585"/>
                </a:lnTo>
                <a:cubicBezTo>
                  <a:pt x="1531109" y="72252"/>
                  <a:pt x="1533283" y="78123"/>
                  <a:pt x="1537194" y="82198"/>
                </a:cubicBezTo>
                <a:cubicBezTo>
                  <a:pt x="1541104" y="86273"/>
                  <a:pt x="1545981" y="88310"/>
                  <a:pt x="1551824" y="88310"/>
                </a:cubicBezTo>
                <a:cubicBezTo>
                  <a:pt x="1556174" y="88310"/>
                  <a:pt x="1559886" y="87179"/>
                  <a:pt x="1562962" y="84916"/>
                </a:cubicBezTo>
                <a:cubicBezTo>
                  <a:pt x="1566037" y="82652"/>
                  <a:pt x="1568476" y="79039"/>
                  <a:pt x="1570277" y="74075"/>
                </a:cubicBezTo>
                <a:moveTo>
                  <a:pt x="1531328" y="54700"/>
                </a:moveTo>
                <a:lnTo>
                  <a:pt x="1570409" y="54700"/>
                </a:lnTo>
                <a:cubicBezTo>
                  <a:pt x="1569882" y="48908"/>
                  <a:pt x="1568388" y="44565"/>
                  <a:pt x="1565927" y="41669"/>
                </a:cubicBezTo>
                <a:cubicBezTo>
                  <a:pt x="1562149" y="37176"/>
                  <a:pt x="1557250" y="34929"/>
                  <a:pt x="1551231" y="34929"/>
                </a:cubicBezTo>
                <a:cubicBezTo>
                  <a:pt x="1545783" y="34929"/>
                  <a:pt x="1541203" y="36723"/>
                  <a:pt x="1537490" y="40310"/>
                </a:cubicBezTo>
                <a:cubicBezTo>
                  <a:pt x="1533778" y="43896"/>
                  <a:pt x="1531724" y="48693"/>
                  <a:pt x="1531328" y="54700"/>
                </a:cubicBezTo>
                <a:close/>
                <a:moveTo>
                  <a:pt x="1597409" y="96614"/>
                </a:moveTo>
                <a:lnTo>
                  <a:pt x="1597409" y="26625"/>
                </a:lnTo>
                <a:lnTo>
                  <a:pt x="1608085" y="26625"/>
                </a:lnTo>
                <a:lnTo>
                  <a:pt x="1608085" y="36510"/>
                </a:lnTo>
                <a:cubicBezTo>
                  <a:pt x="1613225" y="28866"/>
                  <a:pt x="1620650" y="25043"/>
                  <a:pt x="1630360" y="25043"/>
                </a:cubicBezTo>
                <a:cubicBezTo>
                  <a:pt x="1634578" y="25043"/>
                  <a:pt x="1638455" y="25801"/>
                  <a:pt x="1641992" y="27317"/>
                </a:cubicBezTo>
                <a:cubicBezTo>
                  <a:pt x="1645529" y="28833"/>
                  <a:pt x="1648176" y="30821"/>
                  <a:pt x="1649933" y="33281"/>
                </a:cubicBezTo>
                <a:cubicBezTo>
                  <a:pt x="1651691" y="35742"/>
                  <a:pt x="1652921" y="38663"/>
                  <a:pt x="1653624" y="42046"/>
                </a:cubicBezTo>
                <a:cubicBezTo>
                  <a:pt x="1654063" y="44243"/>
                  <a:pt x="1654283" y="48087"/>
                  <a:pt x="1654283" y="53579"/>
                </a:cubicBezTo>
                <a:lnTo>
                  <a:pt x="1654283" y="96614"/>
                </a:lnTo>
                <a:lnTo>
                  <a:pt x="1642420" y="96614"/>
                </a:lnTo>
                <a:lnTo>
                  <a:pt x="1642420" y="53995"/>
                </a:lnTo>
                <a:cubicBezTo>
                  <a:pt x="1642420" y="49157"/>
                  <a:pt x="1641959" y="45539"/>
                  <a:pt x="1641036" y="43142"/>
                </a:cubicBezTo>
                <a:cubicBezTo>
                  <a:pt x="1640114" y="40745"/>
                  <a:pt x="1638477" y="38831"/>
                  <a:pt x="1636127" y="37402"/>
                </a:cubicBezTo>
                <a:cubicBezTo>
                  <a:pt x="1633776" y="35973"/>
                  <a:pt x="1631019" y="35258"/>
                  <a:pt x="1627856" y="35258"/>
                </a:cubicBezTo>
                <a:cubicBezTo>
                  <a:pt x="1622803" y="35258"/>
                  <a:pt x="1618443" y="36864"/>
                  <a:pt x="1614774" y="40075"/>
                </a:cubicBezTo>
                <a:cubicBezTo>
                  <a:pt x="1611105" y="43285"/>
                  <a:pt x="1609271" y="49377"/>
                  <a:pt x="1609271" y="58349"/>
                </a:cubicBezTo>
                <a:lnTo>
                  <a:pt x="1609271" y="96614"/>
                </a:lnTo>
                <a:lnTo>
                  <a:pt x="1597409" y="96614"/>
                </a:lnTo>
                <a:close/>
                <a:moveTo>
                  <a:pt x="1717859" y="96614"/>
                </a:moveTo>
                <a:lnTo>
                  <a:pt x="1717859" y="87783"/>
                </a:lnTo>
                <a:cubicBezTo>
                  <a:pt x="1713421" y="94725"/>
                  <a:pt x="1706897" y="98196"/>
                  <a:pt x="1698286" y="98196"/>
                </a:cubicBezTo>
                <a:cubicBezTo>
                  <a:pt x="1692706" y="98196"/>
                  <a:pt x="1687576" y="96658"/>
                  <a:pt x="1682897" y="93583"/>
                </a:cubicBezTo>
                <a:cubicBezTo>
                  <a:pt x="1678218" y="90507"/>
                  <a:pt x="1674593" y="86212"/>
                  <a:pt x="1672023" y="80699"/>
                </a:cubicBezTo>
                <a:cubicBezTo>
                  <a:pt x="1669453" y="75185"/>
                  <a:pt x="1668168" y="68847"/>
                  <a:pt x="1668168" y="61685"/>
                </a:cubicBezTo>
                <a:cubicBezTo>
                  <a:pt x="1668168" y="54700"/>
                  <a:pt x="1669332" y="48362"/>
                  <a:pt x="1671661" y="42672"/>
                </a:cubicBezTo>
                <a:cubicBezTo>
                  <a:pt x="1673989" y="36983"/>
                  <a:pt x="1677482" y="32622"/>
                  <a:pt x="1682139" y="29591"/>
                </a:cubicBezTo>
                <a:cubicBezTo>
                  <a:pt x="1686797" y="26559"/>
                  <a:pt x="1692003" y="25043"/>
                  <a:pt x="1697758" y="25043"/>
                </a:cubicBezTo>
                <a:cubicBezTo>
                  <a:pt x="1701976" y="25043"/>
                  <a:pt x="1705733" y="25933"/>
                  <a:pt x="1709028" y="27712"/>
                </a:cubicBezTo>
                <a:cubicBezTo>
                  <a:pt x="1712323" y="29492"/>
                  <a:pt x="1715003" y="31809"/>
                  <a:pt x="1717068" y="34665"/>
                </a:cubicBezTo>
                <a:lnTo>
                  <a:pt x="1717068" y="0"/>
                </a:lnTo>
                <a:lnTo>
                  <a:pt x="1728865" y="0"/>
                </a:lnTo>
                <a:lnTo>
                  <a:pt x="1728865" y="96614"/>
                </a:lnTo>
                <a:lnTo>
                  <a:pt x="1717859" y="96614"/>
                </a:lnTo>
                <a:moveTo>
                  <a:pt x="1680360" y="61652"/>
                </a:moveTo>
                <a:cubicBezTo>
                  <a:pt x="1680360" y="70582"/>
                  <a:pt x="1682249" y="77258"/>
                  <a:pt x="1686028" y="81679"/>
                </a:cubicBezTo>
                <a:cubicBezTo>
                  <a:pt x="1689806" y="86100"/>
                  <a:pt x="1694266" y="88310"/>
                  <a:pt x="1699406" y="88310"/>
                </a:cubicBezTo>
                <a:cubicBezTo>
                  <a:pt x="1704590" y="88310"/>
                  <a:pt x="1708995" y="86199"/>
                  <a:pt x="1712620" y="81975"/>
                </a:cubicBezTo>
                <a:cubicBezTo>
                  <a:pt x="1716244" y="77751"/>
                  <a:pt x="1718057" y="71305"/>
                  <a:pt x="1718057" y="62637"/>
                </a:cubicBezTo>
                <a:cubicBezTo>
                  <a:pt x="1718057" y="53095"/>
                  <a:pt x="1716211" y="46091"/>
                  <a:pt x="1712521" y="41626"/>
                </a:cubicBezTo>
                <a:cubicBezTo>
                  <a:pt x="1708830" y="37161"/>
                  <a:pt x="1704283" y="34929"/>
                  <a:pt x="1698879" y="34929"/>
                </a:cubicBezTo>
                <a:cubicBezTo>
                  <a:pt x="1693607" y="34929"/>
                  <a:pt x="1689202" y="37074"/>
                  <a:pt x="1685665" y="41365"/>
                </a:cubicBezTo>
                <a:cubicBezTo>
                  <a:pt x="1682128" y="45654"/>
                  <a:pt x="1680360" y="52416"/>
                  <a:pt x="1680360" y="61652"/>
                </a:cubicBezTo>
                <a:close/>
                <a:moveTo>
                  <a:pt x="1747495" y="96614"/>
                </a:moveTo>
                <a:lnTo>
                  <a:pt x="1747495" y="26625"/>
                </a:lnTo>
                <a:lnTo>
                  <a:pt x="1758105" y="26625"/>
                </a:lnTo>
                <a:lnTo>
                  <a:pt x="1758105" y="36379"/>
                </a:lnTo>
                <a:cubicBezTo>
                  <a:pt x="1760302" y="32971"/>
                  <a:pt x="1763224" y="30230"/>
                  <a:pt x="1766870" y="28155"/>
                </a:cubicBezTo>
                <a:cubicBezTo>
                  <a:pt x="1770517" y="26081"/>
                  <a:pt x="1774669" y="25043"/>
                  <a:pt x="1779326" y="25043"/>
                </a:cubicBezTo>
                <a:cubicBezTo>
                  <a:pt x="1784510" y="25043"/>
                  <a:pt x="1788761" y="26114"/>
                  <a:pt x="1792078" y="28256"/>
                </a:cubicBezTo>
                <a:cubicBezTo>
                  <a:pt x="1795395" y="30397"/>
                  <a:pt x="1797735" y="33390"/>
                  <a:pt x="1799097" y="37235"/>
                </a:cubicBezTo>
                <a:cubicBezTo>
                  <a:pt x="1804633" y="29107"/>
                  <a:pt x="1811838" y="25043"/>
                  <a:pt x="1820713" y="25043"/>
                </a:cubicBezTo>
                <a:cubicBezTo>
                  <a:pt x="1827655" y="25043"/>
                  <a:pt x="1832993" y="26965"/>
                  <a:pt x="1836728" y="30810"/>
                </a:cubicBezTo>
                <a:cubicBezTo>
                  <a:pt x="1840462" y="34654"/>
                  <a:pt x="1842329" y="40574"/>
                  <a:pt x="1842329" y="48571"/>
                </a:cubicBezTo>
                <a:lnTo>
                  <a:pt x="1842329" y="96614"/>
                </a:lnTo>
                <a:lnTo>
                  <a:pt x="1830533" y="96614"/>
                </a:lnTo>
                <a:lnTo>
                  <a:pt x="1830533" y="52478"/>
                </a:lnTo>
                <a:cubicBezTo>
                  <a:pt x="1830533" y="47727"/>
                  <a:pt x="1830148" y="44308"/>
                  <a:pt x="1829380" y="42219"/>
                </a:cubicBezTo>
                <a:cubicBezTo>
                  <a:pt x="1828611" y="40130"/>
                  <a:pt x="1827216" y="38447"/>
                  <a:pt x="1825195" y="37171"/>
                </a:cubicBezTo>
                <a:cubicBezTo>
                  <a:pt x="1823174" y="35896"/>
                  <a:pt x="1820801" y="35258"/>
                  <a:pt x="1818077" y="35258"/>
                </a:cubicBezTo>
                <a:cubicBezTo>
                  <a:pt x="1813156" y="35258"/>
                  <a:pt x="1809070" y="36897"/>
                  <a:pt x="1805819" y="40174"/>
                </a:cubicBezTo>
                <a:cubicBezTo>
                  <a:pt x="1802568" y="43450"/>
                  <a:pt x="1800942" y="48695"/>
                  <a:pt x="1800942" y="55909"/>
                </a:cubicBezTo>
                <a:lnTo>
                  <a:pt x="1800942" y="96614"/>
                </a:lnTo>
                <a:lnTo>
                  <a:pt x="1789080" y="96614"/>
                </a:lnTo>
                <a:lnTo>
                  <a:pt x="1789080" y="51091"/>
                </a:lnTo>
                <a:cubicBezTo>
                  <a:pt x="1789080" y="45814"/>
                  <a:pt x="1788113" y="41855"/>
                  <a:pt x="1786180" y="39217"/>
                </a:cubicBezTo>
                <a:cubicBezTo>
                  <a:pt x="1784247" y="36578"/>
                  <a:pt x="1781083" y="35258"/>
                  <a:pt x="1776690" y="35258"/>
                </a:cubicBezTo>
                <a:cubicBezTo>
                  <a:pt x="1773351" y="35258"/>
                  <a:pt x="1770264" y="36138"/>
                  <a:pt x="1767430" y="37898"/>
                </a:cubicBezTo>
                <a:cubicBezTo>
                  <a:pt x="1764597" y="39657"/>
                  <a:pt x="1762543" y="42230"/>
                  <a:pt x="1761268" y="45617"/>
                </a:cubicBezTo>
                <a:cubicBezTo>
                  <a:pt x="1759994" y="49003"/>
                  <a:pt x="1759357" y="53885"/>
                  <a:pt x="1759357" y="60262"/>
                </a:cubicBezTo>
                <a:lnTo>
                  <a:pt x="1759357" y="96614"/>
                </a:lnTo>
                <a:lnTo>
                  <a:pt x="1747495" y="96614"/>
                </a:lnTo>
                <a:close/>
                <a:moveTo>
                  <a:pt x="1907836" y="74075"/>
                </a:moveTo>
                <a:lnTo>
                  <a:pt x="1920094" y="75591"/>
                </a:lnTo>
                <a:cubicBezTo>
                  <a:pt x="1918161" y="82753"/>
                  <a:pt x="1914581" y="88310"/>
                  <a:pt x="1909352" y="92265"/>
                </a:cubicBezTo>
                <a:cubicBezTo>
                  <a:pt x="1904124" y="96219"/>
                  <a:pt x="1897446" y="98196"/>
                  <a:pt x="1889318" y="98196"/>
                </a:cubicBezTo>
                <a:cubicBezTo>
                  <a:pt x="1879081" y="98196"/>
                  <a:pt x="1870964" y="95043"/>
                  <a:pt x="1864966" y="88739"/>
                </a:cubicBezTo>
                <a:cubicBezTo>
                  <a:pt x="1858969" y="82434"/>
                  <a:pt x="1855971" y="73592"/>
                  <a:pt x="1855971" y="62213"/>
                </a:cubicBezTo>
                <a:cubicBezTo>
                  <a:pt x="1855971" y="50438"/>
                  <a:pt x="1859002" y="41299"/>
                  <a:pt x="1865065" y="34797"/>
                </a:cubicBezTo>
                <a:cubicBezTo>
                  <a:pt x="1871128" y="28294"/>
                  <a:pt x="1878993" y="25043"/>
                  <a:pt x="1888659" y="25043"/>
                </a:cubicBezTo>
                <a:cubicBezTo>
                  <a:pt x="1898017" y="25043"/>
                  <a:pt x="1905662" y="28224"/>
                  <a:pt x="1911593" y="34585"/>
                </a:cubicBezTo>
                <a:cubicBezTo>
                  <a:pt x="1917524" y="40944"/>
                  <a:pt x="1920490" y="49892"/>
                  <a:pt x="1920490" y="61428"/>
                </a:cubicBezTo>
                <a:cubicBezTo>
                  <a:pt x="1920490" y="62130"/>
                  <a:pt x="1920468" y="63182"/>
                  <a:pt x="1920424" y="64585"/>
                </a:cubicBezTo>
                <a:lnTo>
                  <a:pt x="1868229" y="64585"/>
                </a:lnTo>
                <a:cubicBezTo>
                  <a:pt x="1868668" y="72252"/>
                  <a:pt x="1870843" y="78123"/>
                  <a:pt x="1874753" y="82198"/>
                </a:cubicBezTo>
                <a:cubicBezTo>
                  <a:pt x="1878663" y="86273"/>
                  <a:pt x="1883540" y="88310"/>
                  <a:pt x="1889384" y="88310"/>
                </a:cubicBezTo>
                <a:cubicBezTo>
                  <a:pt x="1893733" y="88310"/>
                  <a:pt x="1897446" y="87179"/>
                  <a:pt x="1900521" y="84916"/>
                </a:cubicBezTo>
                <a:cubicBezTo>
                  <a:pt x="1903597" y="82652"/>
                  <a:pt x="1906035" y="79039"/>
                  <a:pt x="1907836" y="74075"/>
                </a:cubicBezTo>
                <a:moveTo>
                  <a:pt x="1868888" y="54700"/>
                </a:moveTo>
                <a:lnTo>
                  <a:pt x="1907968" y="54700"/>
                </a:lnTo>
                <a:cubicBezTo>
                  <a:pt x="1907441" y="48908"/>
                  <a:pt x="1905947" y="44565"/>
                  <a:pt x="1903487" y="41669"/>
                </a:cubicBezTo>
                <a:cubicBezTo>
                  <a:pt x="1899708" y="37176"/>
                  <a:pt x="1894810" y="34929"/>
                  <a:pt x="1888790" y="34929"/>
                </a:cubicBezTo>
                <a:cubicBezTo>
                  <a:pt x="1883342" y="34929"/>
                  <a:pt x="1878762" y="36723"/>
                  <a:pt x="1875050" y="40310"/>
                </a:cubicBezTo>
                <a:cubicBezTo>
                  <a:pt x="1871337" y="43896"/>
                  <a:pt x="1869283" y="48693"/>
                  <a:pt x="1868888" y="54700"/>
                </a:cubicBezTo>
                <a:close/>
                <a:moveTo>
                  <a:pt x="1934968" y="96614"/>
                </a:moveTo>
                <a:lnTo>
                  <a:pt x="1934968" y="26625"/>
                </a:lnTo>
                <a:lnTo>
                  <a:pt x="1945644" y="26625"/>
                </a:lnTo>
                <a:lnTo>
                  <a:pt x="1945644" y="36510"/>
                </a:lnTo>
                <a:cubicBezTo>
                  <a:pt x="1950785" y="28866"/>
                  <a:pt x="1958210" y="25043"/>
                  <a:pt x="1967919" y="25043"/>
                </a:cubicBezTo>
                <a:cubicBezTo>
                  <a:pt x="1972137" y="25043"/>
                  <a:pt x="1976015" y="25801"/>
                  <a:pt x="1979551" y="27317"/>
                </a:cubicBezTo>
                <a:cubicBezTo>
                  <a:pt x="1983088" y="28833"/>
                  <a:pt x="1985735" y="30821"/>
                  <a:pt x="1987493" y="33281"/>
                </a:cubicBezTo>
                <a:cubicBezTo>
                  <a:pt x="1989250" y="35742"/>
                  <a:pt x="1990480" y="38663"/>
                  <a:pt x="1991183" y="42046"/>
                </a:cubicBezTo>
                <a:cubicBezTo>
                  <a:pt x="1991623" y="44243"/>
                  <a:pt x="1991842" y="48087"/>
                  <a:pt x="1991842" y="53579"/>
                </a:cubicBezTo>
                <a:lnTo>
                  <a:pt x="1991842" y="96614"/>
                </a:lnTo>
                <a:lnTo>
                  <a:pt x="1979980" y="96614"/>
                </a:lnTo>
                <a:lnTo>
                  <a:pt x="1979980" y="53995"/>
                </a:lnTo>
                <a:cubicBezTo>
                  <a:pt x="1979980" y="49157"/>
                  <a:pt x="1979518" y="45539"/>
                  <a:pt x="1978596" y="43142"/>
                </a:cubicBezTo>
                <a:cubicBezTo>
                  <a:pt x="1977673" y="40745"/>
                  <a:pt x="1976037" y="38831"/>
                  <a:pt x="1973686" y="37402"/>
                </a:cubicBezTo>
                <a:cubicBezTo>
                  <a:pt x="1971335" y="35973"/>
                  <a:pt x="1968579" y="35258"/>
                  <a:pt x="1965415" y="35258"/>
                </a:cubicBezTo>
                <a:cubicBezTo>
                  <a:pt x="1960363" y="35258"/>
                  <a:pt x="1956002" y="36864"/>
                  <a:pt x="1952333" y="40075"/>
                </a:cubicBezTo>
                <a:cubicBezTo>
                  <a:pt x="1948665" y="43285"/>
                  <a:pt x="1946830" y="49377"/>
                  <a:pt x="1946830" y="58349"/>
                </a:cubicBezTo>
                <a:lnTo>
                  <a:pt x="1946830" y="96614"/>
                </a:lnTo>
                <a:lnTo>
                  <a:pt x="1934968" y="96614"/>
                </a:lnTo>
                <a:close/>
                <a:moveTo>
                  <a:pt x="2035911" y="86136"/>
                </a:moveTo>
                <a:lnTo>
                  <a:pt x="2037625" y="96614"/>
                </a:lnTo>
                <a:cubicBezTo>
                  <a:pt x="2034286" y="97229"/>
                  <a:pt x="2031298" y="97537"/>
                  <a:pt x="2028662" y="97537"/>
                </a:cubicBezTo>
                <a:cubicBezTo>
                  <a:pt x="2024356" y="97537"/>
                  <a:pt x="2021017" y="96856"/>
                  <a:pt x="2018645" y="95494"/>
                </a:cubicBezTo>
                <a:cubicBezTo>
                  <a:pt x="2016272" y="94132"/>
                  <a:pt x="2014602" y="92341"/>
                  <a:pt x="2013636" y="90123"/>
                </a:cubicBezTo>
                <a:cubicBezTo>
                  <a:pt x="2012669" y="87904"/>
                  <a:pt x="2012186" y="83236"/>
                  <a:pt x="2012186" y="76118"/>
                </a:cubicBezTo>
                <a:lnTo>
                  <a:pt x="2012186" y="35851"/>
                </a:lnTo>
                <a:lnTo>
                  <a:pt x="2003487" y="35851"/>
                </a:lnTo>
                <a:lnTo>
                  <a:pt x="2003487" y="26625"/>
                </a:lnTo>
                <a:lnTo>
                  <a:pt x="2012186" y="26625"/>
                </a:lnTo>
                <a:lnTo>
                  <a:pt x="2012186" y="9245"/>
                </a:lnTo>
                <a:lnTo>
                  <a:pt x="2023983" y="2109"/>
                </a:lnTo>
                <a:lnTo>
                  <a:pt x="2023983" y="26625"/>
                </a:lnTo>
                <a:lnTo>
                  <a:pt x="2035911" y="26625"/>
                </a:lnTo>
                <a:lnTo>
                  <a:pt x="2035911" y="35851"/>
                </a:lnTo>
                <a:lnTo>
                  <a:pt x="2023983" y="35851"/>
                </a:lnTo>
                <a:lnTo>
                  <a:pt x="2023983" y="76777"/>
                </a:lnTo>
                <a:cubicBezTo>
                  <a:pt x="2023983" y="80160"/>
                  <a:pt x="2024191" y="82335"/>
                  <a:pt x="2024609" y="83302"/>
                </a:cubicBezTo>
                <a:cubicBezTo>
                  <a:pt x="2025026" y="84268"/>
                  <a:pt x="2025707" y="85037"/>
                  <a:pt x="2026652" y="85608"/>
                </a:cubicBezTo>
                <a:cubicBezTo>
                  <a:pt x="2027596" y="86179"/>
                  <a:pt x="2028947" y="86465"/>
                  <a:pt x="2030705" y="86465"/>
                </a:cubicBezTo>
                <a:cubicBezTo>
                  <a:pt x="2032023" y="86465"/>
                  <a:pt x="2033758" y="86355"/>
                  <a:pt x="2035911" y="86136"/>
                </a:cubicBezTo>
                <a:close/>
                <a:moveTo>
                  <a:pt x="2084923" y="96614"/>
                </a:moveTo>
                <a:lnTo>
                  <a:pt x="2084923" y="26625"/>
                </a:lnTo>
                <a:lnTo>
                  <a:pt x="2095599" y="26625"/>
                </a:lnTo>
                <a:lnTo>
                  <a:pt x="2095599" y="37169"/>
                </a:lnTo>
                <a:cubicBezTo>
                  <a:pt x="2098323" y="32232"/>
                  <a:pt x="2100838" y="28977"/>
                  <a:pt x="2103145" y="27403"/>
                </a:cubicBezTo>
                <a:cubicBezTo>
                  <a:pt x="2105451" y="25830"/>
                  <a:pt x="2107989" y="25043"/>
                  <a:pt x="2110757" y="25043"/>
                </a:cubicBezTo>
                <a:cubicBezTo>
                  <a:pt x="2114755" y="25043"/>
                  <a:pt x="2118819" y="26312"/>
                  <a:pt x="2122949" y="28849"/>
                </a:cubicBezTo>
                <a:lnTo>
                  <a:pt x="2118863" y="39806"/>
                </a:lnTo>
                <a:cubicBezTo>
                  <a:pt x="2115963" y="38092"/>
                  <a:pt x="2113063" y="37235"/>
                  <a:pt x="2110163" y="37235"/>
                </a:cubicBezTo>
                <a:cubicBezTo>
                  <a:pt x="2107571" y="37235"/>
                  <a:pt x="2105243" y="38017"/>
                  <a:pt x="2103178" y="39579"/>
                </a:cubicBezTo>
                <a:cubicBezTo>
                  <a:pt x="2101113" y="41140"/>
                  <a:pt x="2099641" y="43306"/>
                  <a:pt x="2098762" y="46077"/>
                </a:cubicBezTo>
                <a:cubicBezTo>
                  <a:pt x="2097444" y="50299"/>
                  <a:pt x="2096785" y="54917"/>
                  <a:pt x="2096785" y="59931"/>
                </a:cubicBezTo>
                <a:lnTo>
                  <a:pt x="2096785" y="96614"/>
                </a:lnTo>
                <a:lnTo>
                  <a:pt x="2084923" y="96614"/>
                </a:lnTo>
                <a:close/>
                <a:moveTo>
                  <a:pt x="2130065" y="13708"/>
                </a:moveTo>
                <a:lnTo>
                  <a:pt x="2130065" y="0"/>
                </a:lnTo>
                <a:lnTo>
                  <a:pt x="2141928" y="0"/>
                </a:lnTo>
                <a:lnTo>
                  <a:pt x="2141928" y="13708"/>
                </a:lnTo>
                <a:lnTo>
                  <a:pt x="2130065" y="13708"/>
                </a:lnTo>
                <a:moveTo>
                  <a:pt x="2130065" y="96614"/>
                </a:moveTo>
                <a:lnTo>
                  <a:pt x="2130065" y="26625"/>
                </a:lnTo>
                <a:lnTo>
                  <a:pt x="2141928" y="26625"/>
                </a:lnTo>
                <a:lnTo>
                  <a:pt x="2141928" y="96614"/>
                </a:lnTo>
                <a:lnTo>
                  <a:pt x="2130065" y="96614"/>
                </a:lnTo>
                <a:close/>
                <a:moveTo>
                  <a:pt x="2157788" y="102414"/>
                </a:moveTo>
                <a:lnTo>
                  <a:pt x="2169321" y="104127"/>
                </a:lnTo>
                <a:cubicBezTo>
                  <a:pt x="2169804" y="107686"/>
                  <a:pt x="2171144" y="110278"/>
                  <a:pt x="2173341" y="111904"/>
                </a:cubicBezTo>
                <a:cubicBezTo>
                  <a:pt x="2176285" y="114101"/>
                  <a:pt x="2180305" y="115199"/>
                  <a:pt x="2185401" y="115199"/>
                </a:cubicBezTo>
                <a:cubicBezTo>
                  <a:pt x="2190893" y="115199"/>
                  <a:pt x="2195133" y="114098"/>
                  <a:pt x="2198121" y="111895"/>
                </a:cubicBezTo>
                <a:cubicBezTo>
                  <a:pt x="2201108" y="109695"/>
                  <a:pt x="2203129" y="106612"/>
                  <a:pt x="2204184" y="102648"/>
                </a:cubicBezTo>
                <a:cubicBezTo>
                  <a:pt x="2204799" y="100228"/>
                  <a:pt x="2205084" y="95142"/>
                  <a:pt x="2205040" y="87392"/>
                </a:cubicBezTo>
                <a:cubicBezTo>
                  <a:pt x="2199856" y="93540"/>
                  <a:pt x="2193397" y="96614"/>
                  <a:pt x="2185665" y="96614"/>
                </a:cubicBezTo>
                <a:cubicBezTo>
                  <a:pt x="2176043" y="96614"/>
                  <a:pt x="2168596" y="93143"/>
                  <a:pt x="2163324" y="86201"/>
                </a:cubicBezTo>
                <a:cubicBezTo>
                  <a:pt x="2158051" y="79260"/>
                  <a:pt x="2155415" y="70934"/>
                  <a:pt x="2155415" y="61224"/>
                </a:cubicBezTo>
                <a:cubicBezTo>
                  <a:pt x="2155415" y="54546"/>
                  <a:pt x="2156623" y="48384"/>
                  <a:pt x="2159040" y="42738"/>
                </a:cubicBezTo>
                <a:cubicBezTo>
                  <a:pt x="2161456" y="37093"/>
                  <a:pt x="2164960" y="32732"/>
                  <a:pt x="2169551" y="29656"/>
                </a:cubicBezTo>
                <a:cubicBezTo>
                  <a:pt x="2174143" y="26581"/>
                  <a:pt x="2179536" y="25043"/>
                  <a:pt x="2185731" y="25043"/>
                </a:cubicBezTo>
                <a:cubicBezTo>
                  <a:pt x="2193991" y="25043"/>
                  <a:pt x="2200801" y="28404"/>
                  <a:pt x="2206161" y="35126"/>
                </a:cubicBezTo>
                <a:lnTo>
                  <a:pt x="2206161" y="26625"/>
                </a:lnTo>
                <a:lnTo>
                  <a:pt x="2217101" y="26625"/>
                </a:lnTo>
                <a:lnTo>
                  <a:pt x="2217101" y="87165"/>
                </a:lnTo>
                <a:cubicBezTo>
                  <a:pt x="2217101" y="98068"/>
                  <a:pt x="2215991" y="105795"/>
                  <a:pt x="2213773" y="110345"/>
                </a:cubicBezTo>
                <a:cubicBezTo>
                  <a:pt x="2211554" y="114895"/>
                  <a:pt x="2208039" y="118489"/>
                  <a:pt x="2203228" y="121126"/>
                </a:cubicBezTo>
                <a:cubicBezTo>
                  <a:pt x="2198417" y="123765"/>
                  <a:pt x="2192497" y="125084"/>
                  <a:pt x="2185467" y="125084"/>
                </a:cubicBezTo>
                <a:cubicBezTo>
                  <a:pt x="2177119" y="125084"/>
                  <a:pt x="2170375" y="123201"/>
                  <a:pt x="2165235" y="119433"/>
                </a:cubicBezTo>
                <a:cubicBezTo>
                  <a:pt x="2160094" y="115666"/>
                  <a:pt x="2157612" y="109993"/>
                  <a:pt x="2157788" y="102414"/>
                </a:cubicBezTo>
                <a:moveTo>
                  <a:pt x="2167607" y="60369"/>
                </a:moveTo>
                <a:cubicBezTo>
                  <a:pt x="2167607" y="69529"/>
                  <a:pt x="2169431" y="76212"/>
                  <a:pt x="2173077" y="80418"/>
                </a:cubicBezTo>
                <a:cubicBezTo>
                  <a:pt x="2176724" y="84625"/>
                  <a:pt x="2181293" y="86729"/>
                  <a:pt x="2186785" y="86729"/>
                </a:cubicBezTo>
                <a:cubicBezTo>
                  <a:pt x="2192233" y="86729"/>
                  <a:pt x="2196802" y="84636"/>
                  <a:pt x="2200493" y="80451"/>
                </a:cubicBezTo>
                <a:cubicBezTo>
                  <a:pt x="2204184" y="76267"/>
                  <a:pt x="2206029" y="69704"/>
                  <a:pt x="2206029" y="60763"/>
                </a:cubicBezTo>
                <a:cubicBezTo>
                  <a:pt x="2206029" y="52217"/>
                  <a:pt x="2204129" y="45775"/>
                  <a:pt x="2200328" y="41437"/>
                </a:cubicBezTo>
                <a:cubicBezTo>
                  <a:pt x="2196528" y="37098"/>
                  <a:pt x="2191948" y="34929"/>
                  <a:pt x="2186587" y="34929"/>
                </a:cubicBezTo>
                <a:cubicBezTo>
                  <a:pt x="2181315" y="34929"/>
                  <a:pt x="2176834" y="37065"/>
                  <a:pt x="2173143" y="41338"/>
                </a:cubicBezTo>
                <a:cubicBezTo>
                  <a:pt x="2169453" y="45611"/>
                  <a:pt x="2167607" y="51954"/>
                  <a:pt x="2167607" y="60369"/>
                </a:cubicBezTo>
                <a:close/>
                <a:moveTo>
                  <a:pt x="2235006" y="96614"/>
                </a:moveTo>
                <a:lnTo>
                  <a:pt x="2235006" y="0"/>
                </a:lnTo>
                <a:lnTo>
                  <a:pt x="2246868" y="0"/>
                </a:lnTo>
                <a:lnTo>
                  <a:pt x="2246868" y="34665"/>
                </a:lnTo>
                <a:cubicBezTo>
                  <a:pt x="2252404" y="28251"/>
                  <a:pt x="2259390" y="25043"/>
                  <a:pt x="2267826" y="25043"/>
                </a:cubicBezTo>
                <a:cubicBezTo>
                  <a:pt x="2273010" y="25043"/>
                  <a:pt x="2277513" y="26065"/>
                  <a:pt x="2281336" y="28108"/>
                </a:cubicBezTo>
                <a:cubicBezTo>
                  <a:pt x="2285158" y="30151"/>
                  <a:pt x="2287893" y="32974"/>
                  <a:pt x="2289541" y="36576"/>
                </a:cubicBezTo>
                <a:cubicBezTo>
                  <a:pt x="2291188" y="40179"/>
                  <a:pt x="2292012" y="45407"/>
                  <a:pt x="2292012" y="52261"/>
                </a:cubicBezTo>
                <a:lnTo>
                  <a:pt x="2292012" y="96614"/>
                </a:lnTo>
                <a:lnTo>
                  <a:pt x="2280150" y="96614"/>
                </a:lnTo>
                <a:lnTo>
                  <a:pt x="2280150" y="52261"/>
                </a:lnTo>
                <a:cubicBezTo>
                  <a:pt x="2280150" y="46330"/>
                  <a:pt x="2278865" y="42013"/>
                  <a:pt x="2276294" y="39311"/>
                </a:cubicBezTo>
                <a:cubicBezTo>
                  <a:pt x="2273724" y="36609"/>
                  <a:pt x="2270088" y="35258"/>
                  <a:pt x="2265387" y="35258"/>
                </a:cubicBezTo>
                <a:cubicBezTo>
                  <a:pt x="2261872" y="35258"/>
                  <a:pt x="2258566" y="36170"/>
                  <a:pt x="2255469" y="37993"/>
                </a:cubicBezTo>
                <a:cubicBezTo>
                  <a:pt x="2252371" y="39817"/>
                  <a:pt x="2250164" y="42288"/>
                  <a:pt x="2248846" y="45407"/>
                </a:cubicBezTo>
                <a:cubicBezTo>
                  <a:pt x="2247528" y="48527"/>
                  <a:pt x="2246868" y="52832"/>
                  <a:pt x="2246868" y="58324"/>
                </a:cubicBezTo>
                <a:lnTo>
                  <a:pt x="2246868" y="96614"/>
                </a:lnTo>
                <a:lnTo>
                  <a:pt x="2235006" y="96614"/>
                </a:lnTo>
                <a:close/>
                <a:moveTo>
                  <a:pt x="2335949" y="86136"/>
                </a:moveTo>
                <a:lnTo>
                  <a:pt x="2337663" y="96614"/>
                </a:lnTo>
                <a:cubicBezTo>
                  <a:pt x="2334324" y="97229"/>
                  <a:pt x="2331336" y="97537"/>
                  <a:pt x="2328700" y="97537"/>
                </a:cubicBezTo>
                <a:cubicBezTo>
                  <a:pt x="2324394" y="97537"/>
                  <a:pt x="2321055" y="96856"/>
                  <a:pt x="2318683" y="95494"/>
                </a:cubicBezTo>
                <a:cubicBezTo>
                  <a:pt x="2316310" y="94132"/>
                  <a:pt x="2314641" y="92341"/>
                  <a:pt x="2313674" y="90123"/>
                </a:cubicBezTo>
                <a:cubicBezTo>
                  <a:pt x="2312707" y="87904"/>
                  <a:pt x="2312224" y="83236"/>
                  <a:pt x="2312224" y="76118"/>
                </a:cubicBezTo>
                <a:lnTo>
                  <a:pt x="2312224" y="35851"/>
                </a:lnTo>
                <a:lnTo>
                  <a:pt x="2303525" y="35851"/>
                </a:lnTo>
                <a:lnTo>
                  <a:pt x="2303525" y="26625"/>
                </a:lnTo>
                <a:lnTo>
                  <a:pt x="2312224" y="26625"/>
                </a:lnTo>
                <a:lnTo>
                  <a:pt x="2312224" y="9245"/>
                </a:lnTo>
                <a:lnTo>
                  <a:pt x="2324021" y="2109"/>
                </a:lnTo>
                <a:lnTo>
                  <a:pt x="2324021" y="26625"/>
                </a:lnTo>
                <a:lnTo>
                  <a:pt x="2335949" y="26625"/>
                </a:lnTo>
                <a:lnTo>
                  <a:pt x="2335949" y="35851"/>
                </a:lnTo>
                <a:lnTo>
                  <a:pt x="2324021" y="35851"/>
                </a:lnTo>
                <a:lnTo>
                  <a:pt x="2324021" y="76777"/>
                </a:lnTo>
                <a:cubicBezTo>
                  <a:pt x="2324021" y="80160"/>
                  <a:pt x="2324229" y="82335"/>
                  <a:pt x="2324647" y="83302"/>
                </a:cubicBezTo>
                <a:cubicBezTo>
                  <a:pt x="2325064" y="84268"/>
                  <a:pt x="2325745" y="85037"/>
                  <a:pt x="2326690" y="85608"/>
                </a:cubicBezTo>
                <a:cubicBezTo>
                  <a:pt x="2327634" y="86179"/>
                  <a:pt x="2328985" y="86465"/>
                  <a:pt x="2330743" y="86465"/>
                </a:cubicBezTo>
                <a:cubicBezTo>
                  <a:pt x="2332061" y="86465"/>
                  <a:pt x="2333796" y="86355"/>
                  <a:pt x="2335949" y="86136"/>
                </a:cubicBezTo>
                <a:close/>
                <a:moveTo>
                  <a:pt x="2410992" y="86136"/>
                </a:moveTo>
                <a:lnTo>
                  <a:pt x="2412706" y="96614"/>
                </a:lnTo>
                <a:cubicBezTo>
                  <a:pt x="2409367" y="97229"/>
                  <a:pt x="2406379" y="97537"/>
                  <a:pt x="2403743" y="97537"/>
                </a:cubicBezTo>
                <a:cubicBezTo>
                  <a:pt x="2399437" y="97537"/>
                  <a:pt x="2396098" y="96856"/>
                  <a:pt x="2393726" y="95494"/>
                </a:cubicBezTo>
                <a:cubicBezTo>
                  <a:pt x="2391353" y="94132"/>
                  <a:pt x="2389684" y="92341"/>
                  <a:pt x="2388717" y="90123"/>
                </a:cubicBezTo>
                <a:cubicBezTo>
                  <a:pt x="2387750" y="87904"/>
                  <a:pt x="2387267" y="83236"/>
                  <a:pt x="2387267" y="76118"/>
                </a:cubicBezTo>
                <a:lnTo>
                  <a:pt x="2387267" y="35851"/>
                </a:lnTo>
                <a:lnTo>
                  <a:pt x="2378568" y="35851"/>
                </a:lnTo>
                <a:lnTo>
                  <a:pt x="2378568" y="26625"/>
                </a:lnTo>
                <a:lnTo>
                  <a:pt x="2387267" y="26625"/>
                </a:lnTo>
                <a:lnTo>
                  <a:pt x="2387267" y="9245"/>
                </a:lnTo>
                <a:lnTo>
                  <a:pt x="2399064" y="2109"/>
                </a:lnTo>
                <a:lnTo>
                  <a:pt x="2399064" y="26625"/>
                </a:lnTo>
                <a:lnTo>
                  <a:pt x="2410992" y="26625"/>
                </a:lnTo>
                <a:lnTo>
                  <a:pt x="2410992" y="35851"/>
                </a:lnTo>
                <a:lnTo>
                  <a:pt x="2399064" y="35851"/>
                </a:lnTo>
                <a:lnTo>
                  <a:pt x="2399064" y="76777"/>
                </a:lnTo>
                <a:cubicBezTo>
                  <a:pt x="2399064" y="80160"/>
                  <a:pt x="2399273" y="82335"/>
                  <a:pt x="2399690" y="83302"/>
                </a:cubicBezTo>
                <a:cubicBezTo>
                  <a:pt x="2400107" y="84268"/>
                  <a:pt x="2400788" y="85037"/>
                  <a:pt x="2401733" y="85608"/>
                </a:cubicBezTo>
                <a:cubicBezTo>
                  <a:pt x="2402678" y="86179"/>
                  <a:pt x="2404029" y="86465"/>
                  <a:pt x="2405786" y="86465"/>
                </a:cubicBezTo>
                <a:cubicBezTo>
                  <a:pt x="2407104" y="86465"/>
                  <a:pt x="2408840" y="86355"/>
                  <a:pt x="2410992" y="86136"/>
                </a:cubicBezTo>
                <a:close/>
                <a:moveTo>
                  <a:pt x="2418198" y="61620"/>
                </a:moveTo>
                <a:cubicBezTo>
                  <a:pt x="2418198" y="48659"/>
                  <a:pt x="2421801" y="39059"/>
                  <a:pt x="2429007" y="32820"/>
                </a:cubicBezTo>
                <a:cubicBezTo>
                  <a:pt x="2435026" y="27635"/>
                  <a:pt x="2442363" y="25043"/>
                  <a:pt x="2451018" y="25043"/>
                </a:cubicBezTo>
                <a:cubicBezTo>
                  <a:pt x="2460640" y="25043"/>
                  <a:pt x="2468505" y="28196"/>
                  <a:pt x="2474612" y="34500"/>
                </a:cubicBezTo>
                <a:cubicBezTo>
                  <a:pt x="2480719" y="40805"/>
                  <a:pt x="2483772" y="49515"/>
                  <a:pt x="2483772" y="60631"/>
                </a:cubicBezTo>
                <a:cubicBezTo>
                  <a:pt x="2483772" y="69638"/>
                  <a:pt x="2482421" y="76722"/>
                  <a:pt x="2479719" y="81885"/>
                </a:cubicBezTo>
                <a:cubicBezTo>
                  <a:pt x="2477017" y="87047"/>
                  <a:pt x="2473085" y="91056"/>
                  <a:pt x="2467922" y="93912"/>
                </a:cubicBezTo>
                <a:cubicBezTo>
                  <a:pt x="2462760" y="96768"/>
                  <a:pt x="2457125" y="98196"/>
                  <a:pt x="2451018" y="98196"/>
                </a:cubicBezTo>
                <a:cubicBezTo>
                  <a:pt x="2441221" y="98196"/>
                  <a:pt x="2433301" y="95054"/>
                  <a:pt x="2427260" y="88772"/>
                </a:cubicBezTo>
                <a:cubicBezTo>
                  <a:pt x="2421219" y="82489"/>
                  <a:pt x="2418198" y="73438"/>
                  <a:pt x="2418198" y="61620"/>
                </a:cubicBezTo>
                <a:moveTo>
                  <a:pt x="2430391" y="61587"/>
                </a:moveTo>
                <a:cubicBezTo>
                  <a:pt x="2430391" y="70516"/>
                  <a:pt x="2432346" y="77203"/>
                  <a:pt x="2436256" y="81646"/>
                </a:cubicBezTo>
                <a:cubicBezTo>
                  <a:pt x="2440166" y="86089"/>
                  <a:pt x="2445087" y="88310"/>
                  <a:pt x="2451018" y="88310"/>
                </a:cubicBezTo>
                <a:cubicBezTo>
                  <a:pt x="2456906" y="88310"/>
                  <a:pt x="2461804" y="86078"/>
                  <a:pt x="2465715" y="81613"/>
                </a:cubicBezTo>
                <a:cubicBezTo>
                  <a:pt x="2469625" y="77148"/>
                  <a:pt x="2471580" y="70341"/>
                  <a:pt x="2471580" y="61193"/>
                </a:cubicBezTo>
                <a:cubicBezTo>
                  <a:pt x="2471580" y="52570"/>
                  <a:pt x="2469614" y="46036"/>
                  <a:pt x="2465682" y="41593"/>
                </a:cubicBezTo>
                <a:cubicBezTo>
                  <a:pt x="2461749" y="37150"/>
                  <a:pt x="2456862" y="34929"/>
                  <a:pt x="2451018" y="34929"/>
                </a:cubicBezTo>
                <a:cubicBezTo>
                  <a:pt x="2445087" y="34929"/>
                  <a:pt x="2440166" y="37139"/>
                  <a:pt x="2436256" y="41560"/>
                </a:cubicBezTo>
                <a:cubicBezTo>
                  <a:pt x="2432346" y="45981"/>
                  <a:pt x="2430391" y="52657"/>
                  <a:pt x="2430391" y="61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freedomofspeechandtheFourth">
            <a:extLst xmlns:a="http://schemas.openxmlformats.org/drawingml/2006/main">
              <a:ext uri="{FF2B5EF4-FFF2-40B4-BE49-F238E27FC236}">
                <a16:creationId xmlns:a16="http://schemas.microsoft.com/office/drawing/2014/main" id="{4640E464-6558-4620-BC67-1DC2108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77" y="3475966"/>
            <a:ext cx="2022794" cy="125084"/>
          </a:xfrm>
          <a:custGeom xmlns:a="http://schemas.openxmlformats.org/drawingml/2006/main">
            <a:pathLst>
              <a:path w="2022794" h="125084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45035" y="98196"/>
                </a:moveTo>
                <a:lnTo>
                  <a:pt x="45035" y="28207"/>
                </a:lnTo>
                <a:lnTo>
                  <a:pt x="55711" y="28207"/>
                </a:lnTo>
                <a:lnTo>
                  <a:pt x="55711" y="38751"/>
                </a:lnTo>
                <a:cubicBezTo>
                  <a:pt x="58435" y="33814"/>
                  <a:pt x="60950" y="30559"/>
                  <a:pt x="63257" y="28985"/>
                </a:cubicBezTo>
                <a:cubicBezTo>
                  <a:pt x="65563" y="27412"/>
                  <a:pt x="68101" y="26625"/>
                  <a:pt x="70869" y="26625"/>
                </a:cubicBezTo>
                <a:cubicBezTo>
                  <a:pt x="74867" y="26625"/>
                  <a:pt x="78931" y="27894"/>
                  <a:pt x="83061" y="30431"/>
                </a:cubicBezTo>
                <a:lnTo>
                  <a:pt x="78975" y="41387"/>
                </a:lnTo>
                <a:cubicBezTo>
                  <a:pt x="76075" y="39674"/>
                  <a:pt x="73175" y="38817"/>
                  <a:pt x="70275" y="38817"/>
                </a:cubicBezTo>
                <a:cubicBezTo>
                  <a:pt x="67683" y="38817"/>
                  <a:pt x="65355" y="39598"/>
                  <a:pt x="63290" y="41161"/>
                </a:cubicBezTo>
                <a:cubicBezTo>
                  <a:pt x="61225" y="42722"/>
                  <a:pt x="59753" y="44888"/>
                  <a:pt x="58874" y="47658"/>
                </a:cubicBezTo>
                <a:cubicBezTo>
                  <a:pt x="57556" y="51880"/>
                  <a:pt x="56897" y="56498"/>
                  <a:pt x="56897" y="61512"/>
                </a:cubicBezTo>
                <a:lnTo>
                  <a:pt x="56897" y="98196"/>
                </a:lnTo>
                <a:lnTo>
                  <a:pt x="45035" y="98196"/>
                </a:lnTo>
                <a:close/>
                <a:moveTo>
                  <a:pt x="138023" y="75657"/>
                </a:moveTo>
                <a:lnTo>
                  <a:pt x="150281" y="77173"/>
                </a:lnTo>
                <a:cubicBezTo>
                  <a:pt x="148348" y="84334"/>
                  <a:pt x="144767" y="89892"/>
                  <a:pt x="139539" y="93846"/>
                </a:cubicBezTo>
                <a:cubicBezTo>
                  <a:pt x="134310" y="97800"/>
                  <a:pt x="127632" y="99778"/>
                  <a:pt x="119504" y="99778"/>
                </a:cubicBezTo>
                <a:cubicBezTo>
                  <a:pt x="109267" y="99778"/>
                  <a:pt x="101150" y="96625"/>
                  <a:pt x="95153" y="90320"/>
                </a:cubicBezTo>
                <a:cubicBezTo>
                  <a:pt x="89156" y="84016"/>
                  <a:pt x="86157" y="75174"/>
                  <a:pt x="86157" y="63794"/>
                </a:cubicBezTo>
                <a:cubicBezTo>
                  <a:pt x="86157" y="52020"/>
                  <a:pt x="89189" y="42881"/>
                  <a:pt x="95252" y="36379"/>
                </a:cubicBezTo>
                <a:cubicBezTo>
                  <a:pt x="101315" y="29876"/>
                  <a:pt x="109179" y="26625"/>
                  <a:pt x="118845" y="26625"/>
                </a:cubicBezTo>
                <a:cubicBezTo>
                  <a:pt x="128203" y="26625"/>
                  <a:pt x="135848" y="29805"/>
                  <a:pt x="141779" y="36166"/>
                </a:cubicBezTo>
                <a:cubicBezTo>
                  <a:pt x="147711" y="42526"/>
                  <a:pt x="150676" y="51474"/>
                  <a:pt x="150676" y="63010"/>
                </a:cubicBezTo>
                <a:cubicBezTo>
                  <a:pt x="150676" y="63711"/>
                  <a:pt x="150654" y="64764"/>
                  <a:pt x="150611" y="66167"/>
                </a:cubicBezTo>
                <a:lnTo>
                  <a:pt x="98415" y="66167"/>
                </a:lnTo>
                <a:cubicBezTo>
                  <a:pt x="98855" y="73834"/>
                  <a:pt x="101029" y="79704"/>
                  <a:pt x="104940" y="83780"/>
                </a:cubicBezTo>
                <a:cubicBezTo>
                  <a:pt x="108850" y="87855"/>
                  <a:pt x="113727" y="89892"/>
                  <a:pt x="119570" y="89892"/>
                </a:cubicBezTo>
                <a:cubicBezTo>
                  <a:pt x="123920" y="89892"/>
                  <a:pt x="127632" y="88761"/>
                  <a:pt x="130708" y="86498"/>
                </a:cubicBezTo>
                <a:cubicBezTo>
                  <a:pt x="133783" y="84234"/>
                  <a:pt x="136222" y="80620"/>
                  <a:pt x="138023" y="75657"/>
                </a:cubicBezTo>
                <a:moveTo>
                  <a:pt x="99074" y="56281"/>
                </a:moveTo>
                <a:lnTo>
                  <a:pt x="138155" y="56281"/>
                </a:lnTo>
                <a:cubicBezTo>
                  <a:pt x="137628" y="50490"/>
                  <a:pt x="136134" y="46147"/>
                  <a:pt x="133673" y="43251"/>
                </a:cubicBezTo>
                <a:cubicBezTo>
                  <a:pt x="129895" y="38757"/>
                  <a:pt x="124996" y="36510"/>
                  <a:pt x="118977" y="36510"/>
                </a:cubicBezTo>
                <a:cubicBezTo>
                  <a:pt x="113529" y="36510"/>
                  <a:pt x="108949" y="38304"/>
                  <a:pt x="105236" y="41892"/>
                </a:cubicBezTo>
                <a:cubicBezTo>
                  <a:pt x="101524" y="45478"/>
                  <a:pt x="99470" y="50275"/>
                  <a:pt x="99074" y="56281"/>
                </a:cubicBezTo>
                <a:close/>
                <a:moveTo>
                  <a:pt x="213066" y="75657"/>
                </a:moveTo>
                <a:lnTo>
                  <a:pt x="225324" y="77173"/>
                </a:lnTo>
                <a:cubicBezTo>
                  <a:pt x="223391" y="84334"/>
                  <a:pt x="219810" y="89892"/>
                  <a:pt x="214582" y="93846"/>
                </a:cubicBezTo>
                <a:cubicBezTo>
                  <a:pt x="209354" y="97800"/>
                  <a:pt x="202676" y="99778"/>
                  <a:pt x="194547" y="99778"/>
                </a:cubicBezTo>
                <a:cubicBezTo>
                  <a:pt x="184310" y="99778"/>
                  <a:pt x="176193" y="96625"/>
                  <a:pt x="170196" y="90320"/>
                </a:cubicBezTo>
                <a:cubicBezTo>
                  <a:pt x="164199" y="84016"/>
                  <a:pt x="161200" y="75174"/>
                  <a:pt x="161200" y="63794"/>
                </a:cubicBezTo>
                <a:cubicBezTo>
                  <a:pt x="161200" y="52020"/>
                  <a:pt x="164232" y="42881"/>
                  <a:pt x="170295" y="36379"/>
                </a:cubicBezTo>
                <a:cubicBezTo>
                  <a:pt x="176358" y="29876"/>
                  <a:pt x="184223" y="26625"/>
                  <a:pt x="193888" y="26625"/>
                </a:cubicBezTo>
                <a:cubicBezTo>
                  <a:pt x="203247" y="26625"/>
                  <a:pt x="210891" y="29805"/>
                  <a:pt x="216823" y="36166"/>
                </a:cubicBezTo>
                <a:cubicBezTo>
                  <a:pt x="222754" y="42526"/>
                  <a:pt x="225720" y="51474"/>
                  <a:pt x="225720" y="63010"/>
                </a:cubicBezTo>
                <a:cubicBezTo>
                  <a:pt x="225720" y="63711"/>
                  <a:pt x="225698" y="64764"/>
                  <a:pt x="225654" y="66167"/>
                </a:cubicBezTo>
                <a:lnTo>
                  <a:pt x="173458" y="66167"/>
                </a:lnTo>
                <a:cubicBezTo>
                  <a:pt x="173898" y="73834"/>
                  <a:pt x="176073" y="79704"/>
                  <a:pt x="179983" y="83780"/>
                </a:cubicBezTo>
                <a:cubicBezTo>
                  <a:pt x="183893" y="87855"/>
                  <a:pt x="188770" y="89892"/>
                  <a:pt x="194613" y="89892"/>
                </a:cubicBezTo>
                <a:cubicBezTo>
                  <a:pt x="198963" y="89892"/>
                  <a:pt x="202676" y="88761"/>
                  <a:pt x="205751" y="86498"/>
                </a:cubicBezTo>
                <a:cubicBezTo>
                  <a:pt x="208827" y="84234"/>
                  <a:pt x="211265" y="80620"/>
                  <a:pt x="213066" y="75657"/>
                </a:cubicBezTo>
                <a:moveTo>
                  <a:pt x="174117" y="56281"/>
                </a:moveTo>
                <a:lnTo>
                  <a:pt x="213198" y="56281"/>
                </a:lnTo>
                <a:cubicBezTo>
                  <a:pt x="212671" y="50490"/>
                  <a:pt x="211177" y="46147"/>
                  <a:pt x="208717" y="43251"/>
                </a:cubicBezTo>
                <a:cubicBezTo>
                  <a:pt x="204938" y="38757"/>
                  <a:pt x="200039" y="36510"/>
                  <a:pt x="194020" y="36510"/>
                </a:cubicBezTo>
                <a:cubicBezTo>
                  <a:pt x="188572" y="36510"/>
                  <a:pt x="183992" y="38304"/>
                  <a:pt x="180279" y="41892"/>
                </a:cubicBezTo>
                <a:cubicBezTo>
                  <a:pt x="176567" y="45478"/>
                  <a:pt x="174513" y="50275"/>
                  <a:pt x="174117" y="56281"/>
                </a:cubicBezTo>
                <a:close/>
                <a:moveTo>
                  <a:pt x="285605" y="98196"/>
                </a:moveTo>
                <a:lnTo>
                  <a:pt x="285605" y="89365"/>
                </a:lnTo>
                <a:cubicBezTo>
                  <a:pt x="281168" y="96307"/>
                  <a:pt x="274643" y="99778"/>
                  <a:pt x="266032" y="99778"/>
                </a:cubicBezTo>
                <a:cubicBezTo>
                  <a:pt x="260452" y="99778"/>
                  <a:pt x="255323" y="98240"/>
                  <a:pt x="250644" y="95164"/>
                </a:cubicBezTo>
                <a:cubicBezTo>
                  <a:pt x="245964" y="92089"/>
                  <a:pt x="242340" y="87794"/>
                  <a:pt x="239770" y="82280"/>
                </a:cubicBezTo>
                <a:cubicBezTo>
                  <a:pt x="237199" y="76766"/>
                  <a:pt x="235914" y="70429"/>
                  <a:pt x="235914" y="63267"/>
                </a:cubicBezTo>
                <a:cubicBezTo>
                  <a:pt x="235914" y="56281"/>
                  <a:pt x="237078" y="49944"/>
                  <a:pt x="239407" y="44254"/>
                </a:cubicBezTo>
                <a:cubicBezTo>
                  <a:pt x="241736" y="38564"/>
                  <a:pt x="245228" y="34204"/>
                  <a:pt x="249886" y="31172"/>
                </a:cubicBezTo>
                <a:cubicBezTo>
                  <a:pt x="254543" y="28141"/>
                  <a:pt x="259749" y="26625"/>
                  <a:pt x="265505" y="26625"/>
                </a:cubicBezTo>
                <a:cubicBezTo>
                  <a:pt x="269723" y="26625"/>
                  <a:pt x="273479" y="27515"/>
                  <a:pt x="276774" y="29294"/>
                </a:cubicBezTo>
                <a:cubicBezTo>
                  <a:pt x="280069" y="31073"/>
                  <a:pt x="282749" y="33391"/>
                  <a:pt x="284814" y="36247"/>
                </a:cubicBezTo>
                <a:lnTo>
                  <a:pt x="284814" y="1582"/>
                </a:lnTo>
                <a:lnTo>
                  <a:pt x="296611" y="1582"/>
                </a:lnTo>
                <a:lnTo>
                  <a:pt x="296611" y="98196"/>
                </a:lnTo>
                <a:lnTo>
                  <a:pt x="285605" y="98196"/>
                </a:lnTo>
                <a:moveTo>
                  <a:pt x="248106" y="63234"/>
                </a:moveTo>
                <a:cubicBezTo>
                  <a:pt x="248106" y="72164"/>
                  <a:pt x="249995" y="78840"/>
                  <a:pt x="253774" y="83261"/>
                </a:cubicBezTo>
                <a:cubicBezTo>
                  <a:pt x="257552" y="87682"/>
                  <a:pt x="262012" y="89892"/>
                  <a:pt x="267152" y="89892"/>
                </a:cubicBezTo>
                <a:cubicBezTo>
                  <a:pt x="272337" y="89892"/>
                  <a:pt x="276741" y="87780"/>
                  <a:pt x="280366" y="83557"/>
                </a:cubicBezTo>
                <a:cubicBezTo>
                  <a:pt x="283991" y="79332"/>
                  <a:pt x="285803" y="72886"/>
                  <a:pt x="285803" y="64219"/>
                </a:cubicBezTo>
                <a:cubicBezTo>
                  <a:pt x="285803" y="54676"/>
                  <a:pt x="283958" y="47673"/>
                  <a:pt x="280267" y="43208"/>
                </a:cubicBezTo>
                <a:cubicBezTo>
                  <a:pt x="276576" y="38743"/>
                  <a:pt x="272029" y="36510"/>
                  <a:pt x="266625" y="36510"/>
                </a:cubicBezTo>
                <a:cubicBezTo>
                  <a:pt x="261353" y="36510"/>
                  <a:pt x="256948" y="38656"/>
                  <a:pt x="253411" y="42946"/>
                </a:cubicBezTo>
                <a:cubicBezTo>
                  <a:pt x="249875" y="47235"/>
                  <a:pt x="248106" y="53998"/>
                  <a:pt x="248106" y="63234"/>
                </a:cubicBezTo>
                <a:close/>
                <a:moveTo>
                  <a:pt x="310826" y="63201"/>
                </a:moveTo>
                <a:cubicBezTo>
                  <a:pt x="310826" y="50240"/>
                  <a:pt x="314428" y="40640"/>
                  <a:pt x="321634" y="34402"/>
                </a:cubicBezTo>
                <a:cubicBezTo>
                  <a:pt x="327653" y="29217"/>
                  <a:pt x="334990" y="26625"/>
                  <a:pt x="343646" y="26625"/>
                </a:cubicBezTo>
                <a:cubicBezTo>
                  <a:pt x="353267" y="26625"/>
                  <a:pt x="361132" y="29777"/>
                  <a:pt x="367239" y="36082"/>
                </a:cubicBezTo>
                <a:cubicBezTo>
                  <a:pt x="373346" y="42387"/>
                  <a:pt x="376399" y="51097"/>
                  <a:pt x="376399" y="62213"/>
                </a:cubicBezTo>
                <a:cubicBezTo>
                  <a:pt x="376399" y="71219"/>
                  <a:pt x="375048" y="78304"/>
                  <a:pt x="372346" y="83466"/>
                </a:cubicBezTo>
                <a:cubicBezTo>
                  <a:pt x="369644" y="88629"/>
                  <a:pt x="365712" y="92638"/>
                  <a:pt x="360550" y="95494"/>
                </a:cubicBezTo>
                <a:cubicBezTo>
                  <a:pt x="355387" y="98350"/>
                  <a:pt x="349753" y="99778"/>
                  <a:pt x="343646" y="99778"/>
                </a:cubicBezTo>
                <a:cubicBezTo>
                  <a:pt x="333848" y="99778"/>
                  <a:pt x="325929" y="96636"/>
                  <a:pt x="319887" y="90353"/>
                </a:cubicBezTo>
                <a:cubicBezTo>
                  <a:pt x="313846" y="84071"/>
                  <a:pt x="310826" y="75020"/>
                  <a:pt x="310826" y="63201"/>
                </a:cubicBezTo>
                <a:moveTo>
                  <a:pt x="323018" y="63168"/>
                </a:moveTo>
                <a:cubicBezTo>
                  <a:pt x="323018" y="72098"/>
                  <a:pt x="324973" y="78785"/>
                  <a:pt x="328883" y="83228"/>
                </a:cubicBezTo>
                <a:cubicBezTo>
                  <a:pt x="332793" y="87671"/>
                  <a:pt x="337714" y="89892"/>
                  <a:pt x="343646" y="89892"/>
                </a:cubicBezTo>
                <a:cubicBezTo>
                  <a:pt x="349533" y="89892"/>
                  <a:pt x="354432" y="87660"/>
                  <a:pt x="358342" y="83195"/>
                </a:cubicBezTo>
                <a:cubicBezTo>
                  <a:pt x="362252" y="78730"/>
                  <a:pt x="364207" y="71923"/>
                  <a:pt x="364207" y="62775"/>
                </a:cubicBezTo>
                <a:cubicBezTo>
                  <a:pt x="364207" y="54151"/>
                  <a:pt x="362241" y="47618"/>
                  <a:pt x="358309" y="43175"/>
                </a:cubicBezTo>
                <a:cubicBezTo>
                  <a:pt x="354377" y="38732"/>
                  <a:pt x="349489" y="36510"/>
                  <a:pt x="343646" y="36510"/>
                </a:cubicBezTo>
                <a:cubicBezTo>
                  <a:pt x="337714" y="36510"/>
                  <a:pt x="332793" y="38721"/>
                  <a:pt x="328883" y="43142"/>
                </a:cubicBezTo>
                <a:cubicBezTo>
                  <a:pt x="324973" y="47563"/>
                  <a:pt x="323018" y="54238"/>
                  <a:pt x="323018" y="63168"/>
                </a:cubicBezTo>
                <a:close/>
                <a:moveTo>
                  <a:pt x="390284" y="98196"/>
                </a:moveTo>
                <a:lnTo>
                  <a:pt x="390284" y="28207"/>
                </a:lnTo>
                <a:lnTo>
                  <a:pt x="400895" y="28207"/>
                </a:lnTo>
                <a:lnTo>
                  <a:pt x="400895" y="37960"/>
                </a:lnTo>
                <a:cubicBezTo>
                  <a:pt x="403092" y="34553"/>
                  <a:pt x="406013" y="31811"/>
                  <a:pt x="409660" y="29737"/>
                </a:cubicBezTo>
                <a:cubicBezTo>
                  <a:pt x="413307" y="27662"/>
                  <a:pt x="417459" y="26625"/>
                  <a:pt x="422116" y="26625"/>
                </a:cubicBezTo>
                <a:cubicBezTo>
                  <a:pt x="427300" y="26625"/>
                  <a:pt x="431551" y="27696"/>
                  <a:pt x="434868" y="29838"/>
                </a:cubicBezTo>
                <a:cubicBezTo>
                  <a:pt x="438185" y="31978"/>
                  <a:pt x="440525" y="34971"/>
                  <a:pt x="441887" y="38817"/>
                </a:cubicBezTo>
                <a:cubicBezTo>
                  <a:pt x="447423" y="30689"/>
                  <a:pt x="454628" y="26625"/>
                  <a:pt x="463503" y="26625"/>
                </a:cubicBezTo>
                <a:cubicBezTo>
                  <a:pt x="470445" y="26625"/>
                  <a:pt x="475783" y="28547"/>
                  <a:pt x="479517" y="32391"/>
                </a:cubicBezTo>
                <a:cubicBezTo>
                  <a:pt x="483252" y="36236"/>
                  <a:pt x="485119" y="42156"/>
                  <a:pt x="485119" y="50152"/>
                </a:cubicBezTo>
                <a:lnTo>
                  <a:pt x="485119" y="98196"/>
                </a:lnTo>
                <a:lnTo>
                  <a:pt x="473323" y="98196"/>
                </a:lnTo>
                <a:lnTo>
                  <a:pt x="473323" y="54059"/>
                </a:lnTo>
                <a:cubicBezTo>
                  <a:pt x="473323" y="49309"/>
                  <a:pt x="472938" y="45889"/>
                  <a:pt x="472169" y="43801"/>
                </a:cubicBezTo>
                <a:cubicBezTo>
                  <a:pt x="471400" y="41711"/>
                  <a:pt x="470005" y="40029"/>
                  <a:pt x="467984" y="38753"/>
                </a:cubicBezTo>
                <a:cubicBezTo>
                  <a:pt x="465963" y="37478"/>
                  <a:pt x="463591" y="36840"/>
                  <a:pt x="460867" y="36840"/>
                </a:cubicBezTo>
                <a:cubicBezTo>
                  <a:pt x="455946" y="36840"/>
                  <a:pt x="451860" y="38479"/>
                  <a:pt x="448609" y="41756"/>
                </a:cubicBezTo>
                <a:cubicBezTo>
                  <a:pt x="445358" y="45032"/>
                  <a:pt x="443732" y="50277"/>
                  <a:pt x="443732" y="57490"/>
                </a:cubicBezTo>
                <a:lnTo>
                  <a:pt x="443732" y="98196"/>
                </a:lnTo>
                <a:lnTo>
                  <a:pt x="431869" y="98196"/>
                </a:lnTo>
                <a:lnTo>
                  <a:pt x="431869" y="52673"/>
                </a:lnTo>
                <a:cubicBezTo>
                  <a:pt x="431869" y="47395"/>
                  <a:pt x="430903" y="43437"/>
                  <a:pt x="428970" y="40798"/>
                </a:cubicBezTo>
                <a:cubicBezTo>
                  <a:pt x="427037" y="38159"/>
                  <a:pt x="423873" y="36840"/>
                  <a:pt x="419480" y="36840"/>
                </a:cubicBezTo>
                <a:cubicBezTo>
                  <a:pt x="416141" y="36840"/>
                  <a:pt x="413054" y="37720"/>
                  <a:pt x="410220" y="39480"/>
                </a:cubicBezTo>
                <a:cubicBezTo>
                  <a:pt x="407386" y="41239"/>
                  <a:pt x="405332" y="43812"/>
                  <a:pt x="404058" y="47199"/>
                </a:cubicBezTo>
                <a:cubicBezTo>
                  <a:pt x="402784" y="50585"/>
                  <a:pt x="402147" y="55467"/>
                  <a:pt x="402147" y="61844"/>
                </a:cubicBezTo>
                <a:lnTo>
                  <a:pt x="402147" y="98196"/>
                </a:lnTo>
                <a:lnTo>
                  <a:pt x="390284" y="98196"/>
                </a:lnTo>
                <a:close/>
                <a:moveTo>
                  <a:pt x="535820" y="63201"/>
                </a:moveTo>
                <a:cubicBezTo>
                  <a:pt x="535820" y="50240"/>
                  <a:pt x="539423" y="40640"/>
                  <a:pt x="546629" y="34402"/>
                </a:cubicBezTo>
                <a:cubicBezTo>
                  <a:pt x="552648" y="29217"/>
                  <a:pt x="559985" y="26625"/>
                  <a:pt x="568640" y="26625"/>
                </a:cubicBezTo>
                <a:cubicBezTo>
                  <a:pt x="578262" y="26625"/>
                  <a:pt x="586127" y="29777"/>
                  <a:pt x="592234" y="36082"/>
                </a:cubicBezTo>
                <a:cubicBezTo>
                  <a:pt x="598341" y="42387"/>
                  <a:pt x="601394" y="51097"/>
                  <a:pt x="601394" y="62213"/>
                </a:cubicBezTo>
                <a:cubicBezTo>
                  <a:pt x="601394" y="71219"/>
                  <a:pt x="600043" y="78304"/>
                  <a:pt x="597341" y="83466"/>
                </a:cubicBezTo>
                <a:cubicBezTo>
                  <a:pt x="594639" y="88629"/>
                  <a:pt x="590707" y="92638"/>
                  <a:pt x="585544" y="95494"/>
                </a:cubicBezTo>
                <a:cubicBezTo>
                  <a:pt x="580382" y="98350"/>
                  <a:pt x="574747" y="99778"/>
                  <a:pt x="568640" y="99778"/>
                </a:cubicBezTo>
                <a:cubicBezTo>
                  <a:pt x="558843" y="99778"/>
                  <a:pt x="550923" y="96636"/>
                  <a:pt x="544882" y="90353"/>
                </a:cubicBezTo>
                <a:cubicBezTo>
                  <a:pt x="538841" y="84071"/>
                  <a:pt x="535820" y="75020"/>
                  <a:pt x="535820" y="63201"/>
                </a:cubicBezTo>
                <a:moveTo>
                  <a:pt x="548013" y="63168"/>
                </a:moveTo>
                <a:cubicBezTo>
                  <a:pt x="548013" y="72098"/>
                  <a:pt x="549968" y="78785"/>
                  <a:pt x="553878" y="83228"/>
                </a:cubicBezTo>
                <a:cubicBezTo>
                  <a:pt x="557788" y="87671"/>
                  <a:pt x="562709" y="89892"/>
                  <a:pt x="568640" y="89892"/>
                </a:cubicBezTo>
                <a:cubicBezTo>
                  <a:pt x="574528" y="89892"/>
                  <a:pt x="579426" y="87660"/>
                  <a:pt x="583337" y="83195"/>
                </a:cubicBezTo>
                <a:cubicBezTo>
                  <a:pt x="587247" y="78730"/>
                  <a:pt x="589202" y="71923"/>
                  <a:pt x="589202" y="62775"/>
                </a:cubicBezTo>
                <a:cubicBezTo>
                  <a:pt x="589202" y="54151"/>
                  <a:pt x="587236" y="47618"/>
                  <a:pt x="583304" y="43175"/>
                </a:cubicBezTo>
                <a:cubicBezTo>
                  <a:pt x="579371" y="38732"/>
                  <a:pt x="574484" y="36510"/>
                  <a:pt x="568640" y="36510"/>
                </a:cubicBezTo>
                <a:cubicBezTo>
                  <a:pt x="562709" y="36510"/>
                  <a:pt x="557788" y="38721"/>
                  <a:pt x="553878" y="43142"/>
                </a:cubicBezTo>
                <a:cubicBezTo>
                  <a:pt x="549968" y="47563"/>
                  <a:pt x="548013" y="54238"/>
                  <a:pt x="548013" y="63168"/>
                </a:cubicBezTo>
                <a:close/>
                <a:moveTo>
                  <a:pt x="618113" y="98196"/>
                </a:moveTo>
                <a:lnTo>
                  <a:pt x="618113" y="37433"/>
                </a:lnTo>
                <a:lnTo>
                  <a:pt x="607634" y="37433"/>
                </a:lnTo>
                <a:lnTo>
                  <a:pt x="607634" y="28207"/>
                </a:lnTo>
                <a:lnTo>
                  <a:pt x="618113" y="28207"/>
                </a:lnTo>
                <a:lnTo>
                  <a:pt x="618113" y="20776"/>
                </a:lnTo>
                <a:cubicBezTo>
                  <a:pt x="618113" y="16086"/>
                  <a:pt x="618530" y="12601"/>
                  <a:pt x="619365" y="10322"/>
                </a:cubicBezTo>
                <a:cubicBezTo>
                  <a:pt x="620507" y="7255"/>
                  <a:pt x="622517" y="4768"/>
                  <a:pt x="625395" y="2861"/>
                </a:cubicBezTo>
                <a:cubicBezTo>
                  <a:pt x="628273" y="954"/>
                  <a:pt x="632304" y="0"/>
                  <a:pt x="637488" y="0"/>
                </a:cubicBezTo>
                <a:cubicBezTo>
                  <a:pt x="640828" y="0"/>
                  <a:pt x="644518" y="395"/>
                  <a:pt x="648560" y="1186"/>
                </a:cubicBezTo>
                <a:lnTo>
                  <a:pt x="646781" y="11533"/>
                </a:lnTo>
                <a:cubicBezTo>
                  <a:pt x="644320" y="11094"/>
                  <a:pt x="641992" y="10874"/>
                  <a:pt x="639795" y="10874"/>
                </a:cubicBezTo>
                <a:cubicBezTo>
                  <a:pt x="636192" y="10874"/>
                  <a:pt x="633644" y="11640"/>
                  <a:pt x="632150" y="13172"/>
                </a:cubicBezTo>
                <a:cubicBezTo>
                  <a:pt x="630656" y="14705"/>
                  <a:pt x="629910" y="17571"/>
                  <a:pt x="629910" y="21773"/>
                </a:cubicBezTo>
                <a:lnTo>
                  <a:pt x="629910" y="28207"/>
                </a:lnTo>
                <a:lnTo>
                  <a:pt x="643552" y="28207"/>
                </a:lnTo>
                <a:lnTo>
                  <a:pt x="643552" y="37433"/>
                </a:lnTo>
                <a:lnTo>
                  <a:pt x="629910" y="37433"/>
                </a:lnTo>
                <a:lnTo>
                  <a:pt x="629910" y="98196"/>
                </a:lnTo>
                <a:lnTo>
                  <a:pt x="618113" y="98196"/>
                </a:lnTo>
                <a:close/>
                <a:moveTo>
                  <a:pt x="685577" y="77239"/>
                </a:moveTo>
                <a:lnTo>
                  <a:pt x="697308" y="75393"/>
                </a:lnTo>
                <a:cubicBezTo>
                  <a:pt x="697967" y="80074"/>
                  <a:pt x="699802" y="83661"/>
                  <a:pt x="702811" y="86154"/>
                </a:cubicBezTo>
                <a:cubicBezTo>
                  <a:pt x="705821" y="88646"/>
                  <a:pt x="710028" y="89892"/>
                  <a:pt x="715432" y="89892"/>
                </a:cubicBezTo>
                <a:cubicBezTo>
                  <a:pt x="720880" y="89892"/>
                  <a:pt x="724922" y="88792"/>
                  <a:pt x="727558" y="86591"/>
                </a:cubicBezTo>
                <a:cubicBezTo>
                  <a:pt x="730194" y="84388"/>
                  <a:pt x="731512" y="81806"/>
                  <a:pt x="731512" y="78843"/>
                </a:cubicBezTo>
                <a:cubicBezTo>
                  <a:pt x="731512" y="76183"/>
                  <a:pt x="730348" y="74091"/>
                  <a:pt x="728019" y="72566"/>
                </a:cubicBezTo>
                <a:cubicBezTo>
                  <a:pt x="726394" y="71519"/>
                  <a:pt x="722351" y="70190"/>
                  <a:pt x="715893" y="68576"/>
                </a:cubicBezTo>
                <a:cubicBezTo>
                  <a:pt x="707194" y="66378"/>
                  <a:pt x="701164" y="64477"/>
                  <a:pt x="697803" y="62872"/>
                </a:cubicBezTo>
                <a:cubicBezTo>
                  <a:pt x="694441" y="61267"/>
                  <a:pt x="691893" y="59046"/>
                  <a:pt x="690158" y="56209"/>
                </a:cubicBezTo>
                <a:cubicBezTo>
                  <a:pt x="688422" y="53373"/>
                  <a:pt x="687555" y="50240"/>
                  <a:pt x="687555" y="46810"/>
                </a:cubicBezTo>
                <a:cubicBezTo>
                  <a:pt x="687555" y="43688"/>
                  <a:pt x="688269" y="40796"/>
                  <a:pt x="689696" y="38135"/>
                </a:cubicBezTo>
                <a:cubicBezTo>
                  <a:pt x="691124" y="35474"/>
                  <a:pt x="693068" y="33265"/>
                  <a:pt x="695529" y="31506"/>
                </a:cubicBezTo>
                <a:cubicBezTo>
                  <a:pt x="697374" y="30143"/>
                  <a:pt x="699889" y="28989"/>
                  <a:pt x="703075" y="28044"/>
                </a:cubicBezTo>
                <a:cubicBezTo>
                  <a:pt x="706260" y="27098"/>
                  <a:pt x="709676" y="26625"/>
                  <a:pt x="713323" y="26625"/>
                </a:cubicBezTo>
                <a:cubicBezTo>
                  <a:pt x="718815" y="26625"/>
                  <a:pt x="723637" y="27421"/>
                  <a:pt x="727789" y="29014"/>
                </a:cubicBezTo>
                <a:cubicBezTo>
                  <a:pt x="731940" y="30605"/>
                  <a:pt x="735005" y="32761"/>
                  <a:pt x="736982" y="35483"/>
                </a:cubicBezTo>
                <a:cubicBezTo>
                  <a:pt x="738959" y="38203"/>
                  <a:pt x="740321" y="41840"/>
                  <a:pt x="741068" y="46396"/>
                </a:cubicBezTo>
                <a:lnTo>
                  <a:pt x="729469" y="47978"/>
                </a:lnTo>
                <a:cubicBezTo>
                  <a:pt x="728942" y="44375"/>
                  <a:pt x="727415" y="41563"/>
                  <a:pt x="724889" y="39542"/>
                </a:cubicBezTo>
                <a:cubicBezTo>
                  <a:pt x="722362" y="37521"/>
                  <a:pt x="718793" y="36510"/>
                  <a:pt x="714179" y="36510"/>
                </a:cubicBezTo>
                <a:cubicBezTo>
                  <a:pt x="708731" y="36510"/>
                  <a:pt x="704843" y="37407"/>
                  <a:pt x="702515" y="39200"/>
                </a:cubicBezTo>
                <a:cubicBezTo>
                  <a:pt x="700186" y="40992"/>
                  <a:pt x="699022" y="43090"/>
                  <a:pt x="699022" y="45496"/>
                </a:cubicBezTo>
                <a:cubicBezTo>
                  <a:pt x="699022" y="47025"/>
                  <a:pt x="699505" y="48403"/>
                  <a:pt x="700472" y="49627"/>
                </a:cubicBezTo>
                <a:cubicBezTo>
                  <a:pt x="701438" y="50894"/>
                  <a:pt x="702954" y="51943"/>
                  <a:pt x="705019" y="52774"/>
                </a:cubicBezTo>
                <a:cubicBezTo>
                  <a:pt x="706205" y="53212"/>
                  <a:pt x="709698" y="54218"/>
                  <a:pt x="715498" y="55791"/>
                </a:cubicBezTo>
                <a:cubicBezTo>
                  <a:pt x="723889" y="58031"/>
                  <a:pt x="729744" y="59864"/>
                  <a:pt x="733061" y="61290"/>
                </a:cubicBezTo>
                <a:cubicBezTo>
                  <a:pt x="736378" y="62717"/>
                  <a:pt x="738981" y="64791"/>
                  <a:pt x="740870" y="67514"/>
                </a:cubicBezTo>
                <a:cubicBezTo>
                  <a:pt x="742760" y="70235"/>
                  <a:pt x="743704" y="73615"/>
                  <a:pt x="743704" y="77653"/>
                </a:cubicBezTo>
                <a:cubicBezTo>
                  <a:pt x="743704" y="81604"/>
                  <a:pt x="742551" y="85325"/>
                  <a:pt x="740244" y="88815"/>
                </a:cubicBezTo>
                <a:cubicBezTo>
                  <a:pt x="737938" y="92304"/>
                  <a:pt x="734609" y="95003"/>
                  <a:pt x="730260" y="96913"/>
                </a:cubicBezTo>
                <a:cubicBezTo>
                  <a:pt x="725910" y="98823"/>
                  <a:pt x="720989" y="99778"/>
                  <a:pt x="715498" y="99778"/>
                </a:cubicBezTo>
                <a:cubicBezTo>
                  <a:pt x="706403" y="99778"/>
                  <a:pt x="699472" y="97883"/>
                  <a:pt x="694705" y="94093"/>
                </a:cubicBezTo>
                <a:cubicBezTo>
                  <a:pt x="689938" y="90304"/>
                  <a:pt x="686896" y="84686"/>
                  <a:pt x="685577" y="77239"/>
                </a:cubicBezTo>
                <a:close/>
                <a:moveTo>
                  <a:pt x="757807" y="125084"/>
                </a:moveTo>
                <a:lnTo>
                  <a:pt x="757807" y="28207"/>
                </a:lnTo>
                <a:lnTo>
                  <a:pt x="768615" y="28207"/>
                </a:lnTo>
                <a:lnTo>
                  <a:pt x="768615" y="37235"/>
                </a:lnTo>
                <a:cubicBezTo>
                  <a:pt x="771164" y="33699"/>
                  <a:pt x="774041" y="31046"/>
                  <a:pt x="777249" y="29278"/>
                </a:cubicBezTo>
                <a:cubicBezTo>
                  <a:pt x="780456" y="27509"/>
                  <a:pt x="784344" y="26625"/>
                  <a:pt x="788914" y="26625"/>
                </a:cubicBezTo>
                <a:cubicBezTo>
                  <a:pt x="794889" y="26625"/>
                  <a:pt x="800161" y="28163"/>
                  <a:pt x="804730" y="31238"/>
                </a:cubicBezTo>
                <a:cubicBezTo>
                  <a:pt x="809300" y="34314"/>
                  <a:pt x="812749" y="38652"/>
                  <a:pt x="815077" y="44254"/>
                </a:cubicBezTo>
                <a:cubicBezTo>
                  <a:pt x="817406" y="49856"/>
                  <a:pt x="818570" y="55996"/>
                  <a:pt x="818570" y="62674"/>
                </a:cubicBezTo>
                <a:cubicBezTo>
                  <a:pt x="818570" y="69835"/>
                  <a:pt x="817285" y="76283"/>
                  <a:pt x="814715" y="82017"/>
                </a:cubicBezTo>
                <a:cubicBezTo>
                  <a:pt x="812145" y="87750"/>
                  <a:pt x="808410" y="92144"/>
                  <a:pt x="803511" y="95197"/>
                </a:cubicBezTo>
                <a:cubicBezTo>
                  <a:pt x="798612" y="98251"/>
                  <a:pt x="793461" y="99778"/>
                  <a:pt x="788057" y="99778"/>
                </a:cubicBezTo>
                <a:cubicBezTo>
                  <a:pt x="784103" y="99778"/>
                  <a:pt x="780555" y="98932"/>
                  <a:pt x="777413" y="97240"/>
                </a:cubicBezTo>
                <a:cubicBezTo>
                  <a:pt x="774272" y="95547"/>
                  <a:pt x="771691" y="93410"/>
                  <a:pt x="769670" y="90827"/>
                </a:cubicBezTo>
                <a:lnTo>
                  <a:pt x="769670" y="125084"/>
                </a:lnTo>
                <a:lnTo>
                  <a:pt x="757807" y="125084"/>
                </a:lnTo>
                <a:moveTo>
                  <a:pt x="768550" y="63498"/>
                </a:moveTo>
                <a:cubicBezTo>
                  <a:pt x="768550" y="72494"/>
                  <a:pt x="770373" y="79142"/>
                  <a:pt x="774019" y="83442"/>
                </a:cubicBezTo>
                <a:cubicBezTo>
                  <a:pt x="777666" y="87742"/>
                  <a:pt x="782082" y="89892"/>
                  <a:pt x="787266" y="89892"/>
                </a:cubicBezTo>
                <a:cubicBezTo>
                  <a:pt x="792538" y="89892"/>
                  <a:pt x="797053" y="87665"/>
                  <a:pt x="800809" y="83211"/>
                </a:cubicBezTo>
                <a:cubicBezTo>
                  <a:pt x="804566" y="78757"/>
                  <a:pt x="806444" y="71857"/>
                  <a:pt x="806444" y="62509"/>
                </a:cubicBezTo>
                <a:cubicBezTo>
                  <a:pt x="806444" y="53601"/>
                  <a:pt x="804610" y="46931"/>
                  <a:pt x="800941" y="42499"/>
                </a:cubicBezTo>
                <a:cubicBezTo>
                  <a:pt x="797272" y="38067"/>
                  <a:pt x="792890" y="35851"/>
                  <a:pt x="787793" y="35851"/>
                </a:cubicBezTo>
                <a:cubicBezTo>
                  <a:pt x="782741" y="35851"/>
                  <a:pt x="778270" y="38210"/>
                  <a:pt x="774382" y="42928"/>
                </a:cubicBezTo>
                <a:cubicBezTo>
                  <a:pt x="770494" y="47645"/>
                  <a:pt x="768550" y="54502"/>
                  <a:pt x="768550" y="63498"/>
                </a:cubicBezTo>
                <a:close/>
                <a:moveTo>
                  <a:pt x="880762" y="75657"/>
                </a:moveTo>
                <a:lnTo>
                  <a:pt x="893020" y="77173"/>
                </a:lnTo>
                <a:cubicBezTo>
                  <a:pt x="891087" y="84334"/>
                  <a:pt x="887506" y="89892"/>
                  <a:pt x="882278" y="93846"/>
                </a:cubicBezTo>
                <a:cubicBezTo>
                  <a:pt x="877050" y="97800"/>
                  <a:pt x="870372" y="99778"/>
                  <a:pt x="862244" y="99778"/>
                </a:cubicBezTo>
                <a:cubicBezTo>
                  <a:pt x="852007" y="99778"/>
                  <a:pt x="843889" y="96625"/>
                  <a:pt x="837892" y="90320"/>
                </a:cubicBezTo>
                <a:cubicBezTo>
                  <a:pt x="831895" y="84016"/>
                  <a:pt x="828896" y="75174"/>
                  <a:pt x="828896" y="63794"/>
                </a:cubicBezTo>
                <a:cubicBezTo>
                  <a:pt x="828896" y="52020"/>
                  <a:pt x="831928" y="42881"/>
                  <a:pt x="837991" y="36379"/>
                </a:cubicBezTo>
                <a:cubicBezTo>
                  <a:pt x="844054" y="29876"/>
                  <a:pt x="851919" y="26625"/>
                  <a:pt x="861584" y="26625"/>
                </a:cubicBezTo>
                <a:cubicBezTo>
                  <a:pt x="870943" y="26625"/>
                  <a:pt x="878588" y="29805"/>
                  <a:pt x="884519" y="36166"/>
                </a:cubicBezTo>
                <a:cubicBezTo>
                  <a:pt x="890450" y="42526"/>
                  <a:pt x="893416" y="51474"/>
                  <a:pt x="893416" y="63010"/>
                </a:cubicBezTo>
                <a:cubicBezTo>
                  <a:pt x="893416" y="63711"/>
                  <a:pt x="893394" y="64764"/>
                  <a:pt x="893350" y="66167"/>
                </a:cubicBezTo>
                <a:lnTo>
                  <a:pt x="841154" y="66167"/>
                </a:lnTo>
                <a:cubicBezTo>
                  <a:pt x="841594" y="73834"/>
                  <a:pt x="843769" y="79704"/>
                  <a:pt x="847679" y="83780"/>
                </a:cubicBezTo>
                <a:cubicBezTo>
                  <a:pt x="851589" y="87855"/>
                  <a:pt x="856466" y="89892"/>
                  <a:pt x="862309" y="89892"/>
                </a:cubicBezTo>
                <a:cubicBezTo>
                  <a:pt x="866659" y="89892"/>
                  <a:pt x="870372" y="88761"/>
                  <a:pt x="873447" y="86498"/>
                </a:cubicBezTo>
                <a:cubicBezTo>
                  <a:pt x="876523" y="84234"/>
                  <a:pt x="878961" y="80620"/>
                  <a:pt x="880762" y="75657"/>
                </a:cubicBezTo>
                <a:moveTo>
                  <a:pt x="841814" y="56281"/>
                </a:moveTo>
                <a:lnTo>
                  <a:pt x="880894" y="56281"/>
                </a:lnTo>
                <a:cubicBezTo>
                  <a:pt x="880367" y="50490"/>
                  <a:pt x="878873" y="46147"/>
                  <a:pt x="876413" y="43251"/>
                </a:cubicBezTo>
                <a:cubicBezTo>
                  <a:pt x="872634" y="38757"/>
                  <a:pt x="867735" y="36510"/>
                  <a:pt x="861716" y="36510"/>
                </a:cubicBezTo>
                <a:cubicBezTo>
                  <a:pt x="856268" y="36510"/>
                  <a:pt x="851688" y="38304"/>
                  <a:pt x="847975" y="41892"/>
                </a:cubicBezTo>
                <a:cubicBezTo>
                  <a:pt x="844263" y="45478"/>
                  <a:pt x="842209" y="50275"/>
                  <a:pt x="841814" y="56281"/>
                </a:cubicBezTo>
                <a:close/>
                <a:moveTo>
                  <a:pt x="955806" y="75657"/>
                </a:moveTo>
                <a:lnTo>
                  <a:pt x="968064" y="77173"/>
                </a:lnTo>
                <a:cubicBezTo>
                  <a:pt x="966130" y="84334"/>
                  <a:pt x="962550" y="89892"/>
                  <a:pt x="957321" y="93846"/>
                </a:cubicBezTo>
                <a:cubicBezTo>
                  <a:pt x="952093" y="97800"/>
                  <a:pt x="945415" y="99778"/>
                  <a:pt x="937287" y="99778"/>
                </a:cubicBezTo>
                <a:cubicBezTo>
                  <a:pt x="927050" y="99778"/>
                  <a:pt x="918933" y="96625"/>
                  <a:pt x="912935" y="90320"/>
                </a:cubicBezTo>
                <a:cubicBezTo>
                  <a:pt x="906938" y="84016"/>
                  <a:pt x="903940" y="75174"/>
                  <a:pt x="903940" y="63794"/>
                </a:cubicBezTo>
                <a:cubicBezTo>
                  <a:pt x="903940" y="52020"/>
                  <a:pt x="906971" y="42881"/>
                  <a:pt x="913034" y="36379"/>
                </a:cubicBezTo>
                <a:cubicBezTo>
                  <a:pt x="919097" y="29876"/>
                  <a:pt x="926962" y="26625"/>
                  <a:pt x="936628" y="26625"/>
                </a:cubicBezTo>
                <a:cubicBezTo>
                  <a:pt x="945986" y="26625"/>
                  <a:pt x="953631" y="29805"/>
                  <a:pt x="959562" y="36166"/>
                </a:cubicBezTo>
                <a:cubicBezTo>
                  <a:pt x="965493" y="42526"/>
                  <a:pt x="968459" y="51474"/>
                  <a:pt x="968459" y="63010"/>
                </a:cubicBezTo>
                <a:cubicBezTo>
                  <a:pt x="968459" y="63711"/>
                  <a:pt x="968437" y="64764"/>
                  <a:pt x="968393" y="66167"/>
                </a:cubicBezTo>
                <a:lnTo>
                  <a:pt x="916198" y="66167"/>
                </a:lnTo>
                <a:cubicBezTo>
                  <a:pt x="916637" y="73834"/>
                  <a:pt x="918812" y="79704"/>
                  <a:pt x="922722" y="83780"/>
                </a:cubicBezTo>
                <a:cubicBezTo>
                  <a:pt x="926632" y="87855"/>
                  <a:pt x="931509" y="89892"/>
                  <a:pt x="937353" y="89892"/>
                </a:cubicBezTo>
                <a:cubicBezTo>
                  <a:pt x="941702" y="89892"/>
                  <a:pt x="945415" y="88761"/>
                  <a:pt x="948490" y="86498"/>
                </a:cubicBezTo>
                <a:cubicBezTo>
                  <a:pt x="951566" y="84234"/>
                  <a:pt x="954004" y="80620"/>
                  <a:pt x="955806" y="75657"/>
                </a:cubicBezTo>
                <a:moveTo>
                  <a:pt x="916857" y="56281"/>
                </a:moveTo>
                <a:lnTo>
                  <a:pt x="955937" y="56281"/>
                </a:lnTo>
                <a:cubicBezTo>
                  <a:pt x="955410" y="50490"/>
                  <a:pt x="953916" y="46147"/>
                  <a:pt x="951456" y="43251"/>
                </a:cubicBezTo>
                <a:cubicBezTo>
                  <a:pt x="947677" y="38757"/>
                  <a:pt x="942779" y="36510"/>
                  <a:pt x="936759" y="36510"/>
                </a:cubicBezTo>
                <a:cubicBezTo>
                  <a:pt x="931311" y="36510"/>
                  <a:pt x="926731" y="38304"/>
                  <a:pt x="923019" y="41892"/>
                </a:cubicBezTo>
                <a:cubicBezTo>
                  <a:pt x="919306" y="45478"/>
                  <a:pt x="917252" y="50275"/>
                  <a:pt x="916857" y="56281"/>
                </a:cubicBezTo>
                <a:close/>
                <a:moveTo>
                  <a:pt x="1028608" y="72494"/>
                </a:moveTo>
                <a:lnTo>
                  <a:pt x="1040273" y="74009"/>
                </a:lnTo>
                <a:cubicBezTo>
                  <a:pt x="1038999" y="82070"/>
                  <a:pt x="1035736" y="88380"/>
                  <a:pt x="1030486" y="92940"/>
                </a:cubicBezTo>
                <a:cubicBezTo>
                  <a:pt x="1025236" y="97498"/>
                  <a:pt x="1018788" y="99778"/>
                  <a:pt x="1011144" y="99778"/>
                </a:cubicBezTo>
                <a:cubicBezTo>
                  <a:pt x="1001566" y="99778"/>
                  <a:pt x="993866" y="96647"/>
                  <a:pt x="988044" y="90386"/>
                </a:cubicBezTo>
                <a:cubicBezTo>
                  <a:pt x="982223" y="84126"/>
                  <a:pt x="979312" y="75152"/>
                  <a:pt x="979312" y="63465"/>
                </a:cubicBezTo>
                <a:cubicBezTo>
                  <a:pt x="979312" y="55908"/>
                  <a:pt x="980564" y="49296"/>
                  <a:pt x="983069" y="43628"/>
                </a:cubicBezTo>
                <a:cubicBezTo>
                  <a:pt x="985573" y="37960"/>
                  <a:pt x="989385" y="33710"/>
                  <a:pt x="994503" y="30876"/>
                </a:cubicBezTo>
                <a:cubicBezTo>
                  <a:pt x="999621" y="28042"/>
                  <a:pt x="1005190" y="26625"/>
                  <a:pt x="1011209" y="26625"/>
                </a:cubicBezTo>
                <a:cubicBezTo>
                  <a:pt x="1018810" y="26625"/>
                  <a:pt x="1025027" y="28553"/>
                  <a:pt x="1029860" y="32410"/>
                </a:cubicBezTo>
                <a:cubicBezTo>
                  <a:pt x="1034693" y="36265"/>
                  <a:pt x="1037790" y="41740"/>
                  <a:pt x="1039152" y="48834"/>
                </a:cubicBezTo>
                <a:lnTo>
                  <a:pt x="1027619" y="50614"/>
                </a:lnTo>
                <a:cubicBezTo>
                  <a:pt x="1026521" y="45935"/>
                  <a:pt x="1024577" y="42414"/>
                  <a:pt x="1021787" y="40053"/>
                </a:cubicBezTo>
                <a:cubicBezTo>
                  <a:pt x="1018997" y="37691"/>
                  <a:pt x="1015625" y="36510"/>
                  <a:pt x="1011671" y="36510"/>
                </a:cubicBezTo>
                <a:cubicBezTo>
                  <a:pt x="1005696" y="36510"/>
                  <a:pt x="1000841" y="38642"/>
                  <a:pt x="997106" y="42905"/>
                </a:cubicBezTo>
                <a:cubicBezTo>
                  <a:pt x="993372" y="47167"/>
                  <a:pt x="991504" y="53910"/>
                  <a:pt x="991504" y="63135"/>
                </a:cubicBezTo>
                <a:cubicBezTo>
                  <a:pt x="991504" y="72492"/>
                  <a:pt x="993306" y="79291"/>
                  <a:pt x="996908" y="83532"/>
                </a:cubicBezTo>
                <a:cubicBezTo>
                  <a:pt x="1000511" y="87772"/>
                  <a:pt x="1005212" y="89892"/>
                  <a:pt x="1011012" y="89892"/>
                </a:cubicBezTo>
                <a:cubicBezTo>
                  <a:pt x="1015669" y="89892"/>
                  <a:pt x="1019557" y="88470"/>
                  <a:pt x="1022677" y="85625"/>
                </a:cubicBezTo>
                <a:cubicBezTo>
                  <a:pt x="1025796" y="82780"/>
                  <a:pt x="1027773" y="78403"/>
                  <a:pt x="1028608" y="72494"/>
                </a:cubicBezTo>
                <a:close/>
                <a:moveTo>
                  <a:pt x="1050422" y="98196"/>
                </a:moveTo>
                <a:lnTo>
                  <a:pt x="1050422" y="1582"/>
                </a:lnTo>
                <a:lnTo>
                  <a:pt x="1062285" y="1582"/>
                </a:lnTo>
                <a:lnTo>
                  <a:pt x="1062285" y="36247"/>
                </a:lnTo>
                <a:cubicBezTo>
                  <a:pt x="1067820" y="29832"/>
                  <a:pt x="1074806" y="26625"/>
                  <a:pt x="1083242" y="26625"/>
                </a:cubicBezTo>
                <a:cubicBezTo>
                  <a:pt x="1088426" y="26625"/>
                  <a:pt x="1092930" y="27646"/>
                  <a:pt x="1096752" y="29689"/>
                </a:cubicBezTo>
                <a:cubicBezTo>
                  <a:pt x="1100574" y="31732"/>
                  <a:pt x="1103309" y="34555"/>
                  <a:pt x="1104957" y="38158"/>
                </a:cubicBezTo>
                <a:cubicBezTo>
                  <a:pt x="1106604" y="41761"/>
                  <a:pt x="1107428" y="46989"/>
                  <a:pt x="1107428" y="53843"/>
                </a:cubicBezTo>
                <a:lnTo>
                  <a:pt x="1107428" y="98196"/>
                </a:lnTo>
                <a:lnTo>
                  <a:pt x="1095566" y="98196"/>
                </a:lnTo>
                <a:lnTo>
                  <a:pt x="1095566" y="53843"/>
                </a:lnTo>
                <a:cubicBezTo>
                  <a:pt x="1095566" y="47912"/>
                  <a:pt x="1094281" y="43595"/>
                  <a:pt x="1091710" y="40893"/>
                </a:cubicBezTo>
                <a:cubicBezTo>
                  <a:pt x="1089140" y="38191"/>
                  <a:pt x="1085504" y="36840"/>
                  <a:pt x="1080803" y="36840"/>
                </a:cubicBezTo>
                <a:cubicBezTo>
                  <a:pt x="1077289" y="36840"/>
                  <a:pt x="1073982" y="37752"/>
                  <a:pt x="1070885" y="39575"/>
                </a:cubicBezTo>
                <a:cubicBezTo>
                  <a:pt x="1067787" y="41398"/>
                  <a:pt x="1065580" y="43870"/>
                  <a:pt x="1064262" y="46989"/>
                </a:cubicBezTo>
                <a:cubicBezTo>
                  <a:pt x="1062944" y="50108"/>
                  <a:pt x="1062285" y="54414"/>
                  <a:pt x="1062285" y="59906"/>
                </a:cubicBezTo>
                <a:lnTo>
                  <a:pt x="1062285" y="98196"/>
                </a:lnTo>
                <a:lnTo>
                  <a:pt x="1050422" y="98196"/>
                </a:lnTo>
                <a:close/>
                <a:moveTo>
                  <a:pt x="1208658" y="89554"/>
                </a:moveTo>
                <a:cubicBezTo>
                  <a:pt x="1204264" y="93292"/>
                  <a:pt x="1200035" y="95930"/>
                  <a:pt x="1195971" y="97469"/>
                </a:cubicBezTo>
                <a:cubicBezTo>
                  <a:pt x="1191907" y="99008"/>
                  <a:pt x="1187547" y="99778"/>
                  <a:pt x="1182890" y="99778"/>
                </a:cubicBezTo>
                <a:cubicBezTo>
                  <a:pt x="1175201" y="99778"/>
                  <a:pt x="1169292" y="97898"/>
                  <a:pt x="1165162" y="94139"/>
                </a:cubicBezTo>
                <a:cubicBezTo>
                  <a:pt x="1161032" y="90379"/>
                  <a:pt x="1158967" y="85576"/>
                  <a:pt x="1158967" y="79729"/>
                </a:cubicBezTo>
                <a:cubicBezTo>
                  <a:pt x="1158967" y="76300"/>
                  <a:pt x="1159747" y="73168"/>
                  <a:pt x="1161306" y="70333"/>
                </a:cubicBezTo>
                <a:cubicBezTo>
                  <a:pt x="1162866" y="67497"/>
                  <a:pt x="1164909" y="65221"/>
                  <a:pt x="1167435" y="63506"/>
                </a:cubicBezTo>
                <a:cubicBezTo>
                  <a:pt x="1169962" y="61791"/>
                  <a:pt x="1172806" y="60494"/>
                  <a:pt x="1175970" y="59616"/>
                </a:cubicBezTo>
                <a:cubicBezTo>
                  <a:pt x="1178298" y="58999"/>
                  <a:pt x="1181813" y="58405"/>
                  <a:pt x="1186514" y="57834"/>
                </a:cubicBezTo>
                <a:cubicBezTo>
                  <a:pt x="1196092" y="56700"/>
                  <a:pt x="1203144" y="55348"/>
                  <a:pt x="1207669" y="53777"/>
                </a:cubicBezTo>
                <a:cubicBezTo>
                  <a:pt x="1207713" y="52158"/>
                  <a:pt x="1207735" y="51130"/>
                  <a:pt x="1207735" y="50692"/>
                </a:cubicBezTo>
                <a:cubicBezTo>
                  <a:pt x="1207735" y="45877"/>
                  <a:pt x="1206615" y="42485"/>
                  <a:pt x="1204374" y="40516"/>
                </a:cubicBezTo>
                <a:cubicBezTo>
                  <a:pt x="1201343" y="37846"/>
                  <a:pt x="1196839" y="36510"/>
                  <a:pt x="1190864" y="36510"/>
                </a:cubicBezTo>
                <a:cubicBezTo>
                  <a:pt x="1185284" y="36510"/>
                  <a:pt x="1181165" y="37488"/>
                  <a:pt x="1178507" y="39443"/>
                </a:cubicBezTo>
                <a:cubicBezTo>
                  <a:pt x="1175849" y="41398"/>
                  <a:pt x="1173883" y="44858"/>
                  <a:pt x="1172609" y="49823"/>
                </a:cubicBezTo>
                <a:lnTo>
                  <a:pt x="1161010" y="48241"/>
                </a:lnTo>
                <a:cubicBezTo>
                  <a:pt x="1162064" y="43261"/>
                  <a:pt x="1163800" y="39240"/>
                  <a:pt x="1166216" y="36177"/>
                </a:cubicBezTo>
                <a:cubicBezTo>
                  <a:pt x="1168633" y="33114"/>
                  <a:pt x="1172125" y="30756"/>
                  <a:pt x="1176695" y="29105"/>
                </a:cubicBezTo>
                <a:cubicBezTo>
                  <a:pt x="1181264" y="27451"/>
                  <a:pt x="1186558" y="26625"/>
                  <a:pt x="1192577" y="26625"/>
                </a:cubicBezTo>
                <a:cubicBezTo>
                  <a:pt x="1198553" y="26625"/>
                  <a:pt x="1203407" y="27328"/>
                  <a:pt x="1207142" y="28734"/>
                </a:cubicBezTo>
                <a:cubicBezTo>
                  <a:pt x="1210877" y="30140"/>
                  <a:pt x="1213623" y="31908"/>
                  <a:pt x="1215380" y="34039"/>
                </a:cubicBezTo>
                <a:cubicBezTo>
                  <a:pt x="1217137" y="36170"/>
                  <a:pt x="1218368" y="38861"/>
                  <a:pt x="1219071" y="42112"/>
                </a:cubicBezTo>
                <a:cubicBezTo>
                  <a:pt x="1219466" y="44133"/>
                  <a:pt x="1219664" y="47780"/>
                  <a:pt x="1219664" y="53052"/>
                </a:cubicBezTo>
                <a:lnTo>
                  <a:pt x="1219664" y="68869"/>
                </a:lnTo>
                <a:cubicBezTo>
                  <a:pt x="1219664" y="79897"/>
                  <a:pt x="1219916" y="86871"/>
                  <a:pt x="1220422" y="89793"/>
                </a:cubicBezTo>
                <a:cubicBezTo>
                  <a:pt x="1220927" y="92715"/>
                  <a:pt x="1221926" y="95516"/>
                  <a:pt x="1223420" y="98196"/>
                </a:cubicBezTo>
                <a:lnTo>
                  <a:pt x="1211030" y="98196"/>
                </a:lnTo>
                <a:cubicBezTo>
                  <a:pt x="1209800" y="95733"/>
                  <a:pt x="1209009" y="92852"/>
                  <a:pt x="1208658" y="89554"/>
                </a:cubicBezTo>
                <a:moveTo>
                  <a:pt x="1207669" y="63004"/>
                </a:moveTo>
                <a:cubicBezTo>
                  <a:pt x="1203364" y="64776"/>
                  <a:pt x="1196905" y="66282"/>
                  <a:pt x="1188294" y="67522"/>
                </a:cubicBezTo>
                <a:cubicBezTo>
                  <a:pt x="1183417" y="68228"/>
                  <a:pt x="1179968" y="69022"/>
                  <a:pt x="1177947" y="69905"/>
                </a:cubicBezTo>
                <a:cubicBezTo>
                  <a:pt x="1175926" y="70786"/>
                  <a:pt x="1174366" y="72077"/>
                  <a:pt x="1173268" y="73777"/>
                </a:cubicBezTo>
                <a:cubicBezTo>
                  <a:pt x="1172169" y="75475"/>
                  <a:pt x="1171620" y="77361"/>
                  <a:pt x="1171620" y="79434"/>
                </a:cubicBezTo>
                <a:cubicBezTo>
                  <a:pt x="1171620" y="82610"/>
                  <a:pt x="1172817" y="85257"/>
                  <a:pt x="1175212" y="87375"/>
                </a:cubicBezTo>
                <a:cubicBezTo>
                  <a:pt x="1177606" y="89493"/>
                  <a:pt x="1181110" y="90551"/>
                  <a:pt x="1185723" y="90551"/>
                </a:cubicBezTo>
                <a:cubicBezTo>
                  <a:pt x="1190293" y="90551"/>
                  <a:pt x="1194357" y="89547"/>
                  <a:pt x="1197916" y="87538"/>
                </a:cubicBezTo>
                <a:cubicBezTo>
                  <a:pt x="1201474" y="85529"/>
                  <a:pt x="1204089" y="82781"/>
                  <a:pt x="1205758" y="79294"/>
                </a:cubicBezTo>
                <a:cubicBezTo>
                  <a:pt x="1207032" y="76600"/>
                  <a:pt x="1207669" y="72627"/>
                  <a:pt x="1207669" y="67374"/>
                </a:cubicBezTo>
                <a:lnTo>
                  <a:pt x="1207669" y="63004"/>
                </a:lnTo>
                <a:close/>
                <a:moveTo>
                  <a:pt x="1238030" y="98196"/>
                </a:moveTo>
                <a:lnTo>
                  <a:pt x="1238030" y="28207"/>
                </a:lnTo>
                <a:lnTo>
                  <a:pt x="1248706" y="28207"/>
                </a:lnTo>
                <a:lnTo>
                  <a:pt x="1248706" y="38092"/>
                </a:lnTo>
                <a:cubicBezTo>
                  <a:pt x="1253847" y="30447"/>
                  <a:pt x="1261272" y="26625"/>
                  <a:pt x="1270982" y="26625"/>
                </a:cubicBezTo>
                <a:cubicBezTo>
                  <a:pt x="1275199" y="26625"/>
                  <a:pt x="1279077" y="27383"/>
                  <a:pt x="1282614" y="28899"/>
                </a:cubicBezTo>
                <a:cubicBezTo>
                  <a:pt x="1286150" y="30414"/>
                  <a:pt x="1288797" y="32402"/>
                  <a:pt x="1290555" y="34863"/>
                </a:cubicBezTo>
                <a:cubicBezTo>
                  <a:pt x="1292312" y="37323"/>
                  <a:pt x="1293542" y="40245"/>
                  <a:pt x="1294245" y="43628"/>
                </a:cubicBezTo>
                <a:cubicBezTo>
                  <a:pt x="1294685" y="45825"/>
                  <a:pt x="1294904" y="49669"/>
                  <a:pt x="1294904" y="55161"/>
                </a:cubicBezTo>
                <a:lnTo>
                  <a:pt x="1294904" y="98196"/>
                </a:lnTo>
                <a:lnTo>
                  <a:pt x="1283042" y="98196"/>
                </a:lnTo>
                <a:lnTo>
                  <a:pt x="1283042" y="55577"/>
                </a:lnTo>
                <a:cubicBezTo>
                  <a:pt x="1283042" y="50739"/>
                  <a:pt x="1282581" y="47121"/>
                  <a:pt x="1281658" y="44724"/>
                </a:cubicBezTo>
                <a:cubicBezTo>
                  <a:pt x="1280735" y="42326"/>
                  <a:pt x="1279099" y="40413"/>
                  <a:pt x="1276748" y="38984"/>
                </a:cubicBezTo>
                <a:cubicBezTo>
                  <a:pt x="1274398" y="37555"/>
                  <a:pt x="1271641" y="36840"/>
                  <a:pt x="1268477" y="36840"/>
                </a:cubicBezTo>
                <a:cubicBezTo>
                  <a:pt x="1263425" y="36840"/>
                  <a:pt x="1259064" y="38446"/>
                  <a:pt x="1255395" y="41657"/>
                </a:cubicBezTo>
                <a:cubicBezTo>
                  <a:pt x="1251727" y="44867"/>
                  <a:pt x="1249893" y="50958"/>
                  <a:pt x="1249893" y="59931"/>
                </a:cubicBezTo>
                <a:lnTo>
                  <a:pt x="1249893" y="98196"/>
                </a:lnTo>
                <a:lnTo>
                  <a:pt x="1238030" y="98196"/>
                </a:lnTo>
                <a:close/>
                <a:moveTo>
                  <a:pt x="1358480" y="98196"/>
                </a:moveTo>
                <a:lnTo>
                  <a:pt x="1358480" y="89365"/>
                </a:lnTo>
                <a:cubicBezTo>
                  <a:pt x="1354043" y="96307"/>
                  <a:pt x="1347519" y="99778"/>
                  <a:pt x="1338907" y="99778"/>
                </a:cubicBezTo>
                <a:cubicBezTo>
                  <a:pt x="1333327" y="99778"/>
                  <a:pt x="1328198" y="98240"/>
                  <a:pt x="1323519" y="95164"/>
                </a:cubicBezTo>
                <a:cubicBezTo>
                  <a:pt x="1318840" y="92089"/>
                  <a:pt x="1315215" y="87794"/>
                  <a:pt x="1312645" y="82280"/>
                </a:cubicBezTo>
                <a:cubicBezTo>
                  <a:pt x="1310075" y="76766"/>
                  <a:pt x="1308789" y="70429"/>
                  <a:pt x="1308789" y="63267"/>
                </a:cubicBezTo>
                <a:cubicBezTo>
                  <a:pt x="1308789" y="56281"/>
                  <a:pt x="1309954" y="49944"/>
                  <a:pt x="1312282" y="44254"/>
                </a:cubicBezTo>
                <a:cubicBezTo>
                  <a:pt x="1314611" y="38564"/>
                  <a:pt x="1318104" y="34204"/>
                  <a:pt x="1322761" y="31172"/>
                </a:cubicBezTo>
                <a:cubicBezTo>
                  <a:pt x="1327418" y="28141"/>
                  <a:pt x="1332624" y="26625"/>
                  <a:pt x="1338380" y="26625"/>
                </a:cubicBezTo>
                <a:cubicBezTo>
                  <a:pt x="1342598" y="26625"/>
                  <a:pt x="1346354" y="27515"/>
                  <a:pt x="1349649" y="29294"/>
                </a:cubicBezTo>
                <a:cubicBezTo>
                  <a:pt x="1352945" y="31073"/>
                  <a:pt x="1355625" y="33391"/>
                  <a:pt x="1357690" y="36247"/>
                </a:cubicBezTo>
                <a:lnTo>
                  <a:pt x="1357690" y="1582"/>
                </a:lnTo>
                <a:lnTo>
                  <a:pt x="1369486" y="1582"/>
                </a:lnTo>
                <a:lnTo>
                  <a:pt x="1369486" y="98196"/>
                </a:lnTo>
                <a:lnTo>
                  <a:pt x="1358480" y="98196"/>
                </a:lnTo>
                <a:moveTo>
                  <a:pt x="1320981" y="63234"/>
                </a:moveTo>
                <a:cubicBezTo>
                  <a:pt x="1320981" y="72164"/>
                  <a:pt x="1322871" y="78840"/>
                  <a:pt x="1326649" y="83261"/>
                </a:cubicBezTo>
                <a:cubicBezTo>
                  <a:pt x="1330428" y="87682"/>
                  <a:pt x="1334887" y="89892"/>
                  <a:pt x="1340028" y="89892"/>
                </a:cubicBezTo>
                <a:cubicBezTo>
                  <a:pt x="1345212" y="89892"/>
                  <a:pt x="1349616" y="87780"/>
                  <a:pt x="1353241" y="83557"/>
                </a:cubicBezTo>
                <a:cubicBezTo>
                  <a:pt x="1356866" y="79332"/>
                  <a:pt x="1358678" y="72886"/>
                  <a:pt x="1358678" y="64219"/>
                </a:cubicBezTo>
                <a:cubicBezTo>
                  <a:pt x="1358678" y="54676"/>
                  <a:pt x="1356833" y="47673"/>
                  <a:pt x="1353142" y="43208"/>
                </a:cubicBezTo>
                <a:cubicBezTo>
                  <a:pt x="1349452" y="38743"/>
                  <a:pt x="1344904" y="36510"/>
                  <a:pt x="1339500" y="36510"/>
                </a:cubicBezTo>
                <a:cubicBezTo>
                  <a:pt x="1334228" y="36510"/>
                  <a:pt x="1329824" y="38656"/>
                  <a:pt x="1326287" y="42946"/>
                </a:cubicBezTo>
                <a:cubicBezTo>
                  <a:pt x="1322750" y="47235"/>
                  <a:pt x="1320981" y="53998"/>
                  <a:pt x="1320981" y="63234"/>
                </a:cubicBezTo>
                <a:close/>
                <a:moveTo>
                  <a:pt x="1451538" y="87717"/>
                </a:moveTo>
                <a:lnTo>
                  <a:pt x="1453251" y="98196"/>
                </a:lnTo>
                <a:cubicBezTo>
                  <a:pt x="1449912" y="98811"/>
                  <a:pt x="1446925" y="99119"/>
                  <a:pt x="1444289" y="99119"/>
                </a:cubicBezTo>
                <a:cubicBezTo>
                  <a:pt x="1439983" y="99119"/>
                  <a:pt x="1436644" y="98438"/>
                  <a:pt x="1434271" y="97076"/>
                </a:cubicBezTo>
                <a:cubicBezTo>
                  <a:pt x="1431899" y="95713"/>
                  <a:pt x="1430229" y="93923"/>
                  <a:pt x="1429263" y="91704"/>
                </a:cubicBezTo>
                <a:cubicBezTo>
                  <a:pt x="1428296" y="89486"/>
                  <a:pt x="1427813" y="84817"/>
                  <a:pt x="1427813" y="77700"/>
                </a:cubicBezTo>
                <a:lnTo>
                  <a:pt x="1427813" y="37433"/>
                </a:lnTo>
                <a:lnTo>
                  <a:pt x="1419114" y="37433"/>
                </a:lnTo>
                <a:lnTo>
                  <a:pt x="1419114" y="28207"/>
                </a:lnTo>
                <a:lnTo>
                  <a:pt x="1427813" y="28207"/>
                </a:lnTo>
                <a:lnTo>
                  <a:pt x="1427813" y="10827"/>
                </a:lnTo>
                <a:lnTo>
                  <a:pt x="1439610" y="3691"/>
                </a:lnTo>
                <a:lnTo>
                  <a:pt x="1439610" y="28207"/>
                </a:lnTo>
                <a:lnTo>
                  <a:pt x="1451538" y="28207"/>
                </a:lnTo>
                <a:lnTo>
                  <a:pt x="1451538" y="37433"/>
                </a:lnTo>
                <a:lnTo>
                  <a:pt x="1439610" y="37433"/>
                </a:lnTo>
                <a:lnTo>
                  <a:pt x="1439610" y="78359"/>
                </a:lnTo>
                <a:cubicBezTo>
                  <a:pt x="1439610" y="81742"/>
                  <a:pt x="1439818" y="83917"/>
                  <a:pt x="1440236" y="84883"/>
                </a:cubicBezTo>
                <a:cubicBezTo>
                  <a:pt x="1440653" y="85850"/>
                  <a:pt x="1441334" y="86619"/>
                  <a:pt x="1442279" y="87190"/>
                </a:cubicBezTo>
                <a:cubicBezTo>
                  <a:pt x="1443223" y="87761"/>
                  <a:pt x="1444574" y="88047"/>
                  <a:pt x="1446332" y="88047"/>
                </a:cubicBezTo>
                <a:cubicBezTo>
                  <a:pt x="1447650" y="88047"/>
                  <a:pt x="1449385" y="87937"/>
                  <a:pt x="1451538" y="87717"/>
                </a:cubicBezTo>
                <a:close/>
                <a:moveTo>
                  <a:pt x="1463160" y="98196"/>
                </a:moveTo>
                <a:lnTo>
                  <a:pt x="1463160" y="1582"/>
                </a:lnTo>
                <a:lnTo>
                  <a:pt x="1475022" y="1582"/>
                </a:lnTo>
                <a:lnTo>
                  <a:pt x="1475022" y="36247"/>
                </a:lnTo>
                <a:cubicBezTo>
                  <a:pt x="1480558" y="29832"/>
                  <a:pt x="1487544" y="26625"/>
                  <a:pt x="1495979" y="26625"/>
                </a:cubicBezTo>
                <a:cubicBezTo>
                  <a:pt x="1501164" y="26625"/>
                  <a:pt x="1505667" y="27646"/>
                  <a:pt x="1509490" y="29689"/>
                </a:cubicBezTo>
                <a:cubicBezTo>
                  <a:pt x="1513312" y="31732"/>
                  <a:pt x="1516047" y="34555"/>
                  <a:pt x="1517695" y="38158"/>
                </a:cubicBezTo>
                <a:cubicBezTo>
                  <a:pt x="1519342" y="41761"/>
                  <a:pt x="1520166" y="46989"/>
                  <a:pt x="1520166" y="53843"/>
                </a:cubicBezTo>
                <a:lnTo>
                  <a:pt x="1520166" y="98196"/>
                </a:lnTo>
                <a:lnTo>
                  <a:pt x="1508303" y="98196"/>
                </a:lnTo>
                <a:lnTo>
                  <a:pt x="1508303" y="53843"/>
                </a:lnTo>
                <a:cubicBezTo>
                  <a:pt x="1508303" y="47912"/>
                  <a:pt x="1507018" y="43595"/>
                  <a:pt x="1504448" y="40893"/>
                </a:cubicBezTo>
                <a:cubicBezTo>
                  <a:pt x="1501878" y="38191"/>
                  <a:pt x="1498242" y="36840"/>
                  <a:pt x="1493541" y="36840"/>
                </a:cubicBezTo>
                <a:cubicBezTo>
                  <a:pt x="1490026" y="36840"/>
                  <a:pt x="1486720" y="37752"/>
                  <a:pt x="1483623" y="39575"/>
                </a:cubicBezTo>
                <a:cubicBezTo>
                  <a:pt x="1480525" y="41398"/>
                  <a:pt x="1478317" y="43870"/>
                  <a:pt x="1476999" y="46989"/>
                </a:cubicBezTo>
                <a:cubicBezTo>
                  <a:pt x="1475681" y="50108"/>
                  <a:pt x="1475022" y="54414"/>
                  <a:pt x="1475022" y="59906"/>
                </a:cubicBezTo>
                <a:lnTo>
                  <a:pt x="1475022" y="98196"/>
                </a:lnTo>
                <a:lnTo>
                  <a:pt x="1463160" y="98196"/>
                </a:lnTo>
                <a:close/>
                <a:moveTo>
                  <a:pt x="1586115" y="75657"/>
                </a:moveTo>
                <a:lnTo>
                  <a:pt x="1598373" y="77173"/>
                </a:lnTo>
                <a:cubicBezTo>
                  <a:pt x="1596439" y="84334"/>
                  <a:pt x="1592859" y="89892"/>
                  <a:pt x="1587630" y="93846"/>
                </a:cubicBezTo>
                <a:cubicBezTo>
                  <a:pt x="1582402" y="97800"/>
                  <a:pt x="1575724" y="99778"/>
                  <a:pt x="1567596" y="99778"/>
                </a:cubicBezTo>
                <a:cubicBezTo>
                  <a:pt x="1557359" y="99778"/>
                  <a:pt x="1549242" y="96625"/>
                  <a:pt x="1543245" y="90320"/>
                </a:cubicBezTo>
                <a:cubicBezTo>
                  <a:pt x="1537247" y="84016"/>
                  <a:pt x="1534249" y="75174"/>
                  <a:pt x="1534249" y="63794"/>
                </a:cubicBezTo>
                <a:cubicBezTo>
                  <a:pt x="1534249" y="52020"/>
                  <a:pt x="1537280" y="42881"/>
                  <a:pt x="1543343" y="36379"/>
                </a:cubicBezTo>
                <a:cubicBezTo>
                  <a:pt x="1549406" y="29876"/>
                  <a:pt x="1557271" y="26625"/>
                  <a:pt x="1566937" y="26625"/>
                </a:cubicBezTo>
                <a:cubicBezTo>
                  <a:pt x="1576295" y="26625"/>
                  <a:pt x="1583940" y="29805"/>
                  <a:pt x="1589871" y="36166"/>
                </a:cubicBezTo>
                <a:cubicBezTo>
                  <a:pt x="1595802" y="42526"/>
                  <a:pt x="1598768" y="51474"/>
                  <a:pt x="1598768" y="63010"/>
                </a:cubicBezTo>
                <a:cubicBezTo>
                  <a:pt x="1598768" y="63711"/>
                  <a:pt x="1598746" y="64764"/>
                  <a:pt x="1598702" y="66167"/>
                </a:cubicBezTo>
                <a:lnTo>
                  <a:pt x="1546507" y="66167"/>
                </a:lnTo>
                <a:cubicBezTo>
                  <a:pt x="1546946" y="73834"/>
                  <a:pt x="1549121" y="79704"/>
                  <a:pt x="1553031" y="83780"/>
                </a:cubicBezTo>
                <a:cubicBezTo>
                  <a:pt x="1556941" y="87855"/>
                  <a:pt x="1561818" y="89892"/>
                  <a:pt x="1567662" y="89892"/>
                </a:cubicBezTo>
                <a:cubicBezTo>
                  <a:pt x="1572011" y="89892"/>
                  <a:pt x="1575724" y="88761"/>
                  <a:pt x="1578799" y="86498"/>
                </a:cubicBezTo>
                <a:cubicBezTo>
                  <a:pt x="1581875" y="84234"/>
                  <a:pt x="1584313" y="80620"/>
                  <a:pt x="1586115" y="75657"/>
                </a:cubicBezTo>
                <a:moveTo>
                  <a:pt x="1547166" y="56281"/>
                </a:moveTo>
                <a:lnTo>
                  <a:pt x="1586246" y="56281"/>
                </a:lnTo>
                <a:cubicBezTo>
                  <a:pt x="1585719" y="50490"/>
                  <a:pt x="1584225" y="46147"/>
                  <a:pt x="1581765" y="43251"/>
                </a:cubicBezTo>
                <a:cubicBezTo>
                  <a:pt x="1577987" y="38757"/>
                  <a:pt x="1573088" y="36510"/>
                  <a:pt x="1567069" y="36510"/>
                </a:cubicBezTo>
                <a:cubicBezTo>
                  <a:pt x="1561621" y="36510"/>
                  <a:pt x="1557040" y="38304"/>
                  <a:pt x="1553328" y="41892"/>
                </a:cubicBezTo>
                <a:cubicBezTo>
                  <a:pt x="1549615" y="45478"/>
                  <a:pt x="1547561" y="50275"/>
                  <a:pt x="1547166" y="56281"/>
                </a:cubicBezTo>
                <a:close/>
                <a:moveTo>
                  <a:pt x="1652942" y="98196"/>
                </a:moveTo>
                <a:lnTo>
                  <a:pt x="1652942" y="1582"/>
                </a:lnTo>
                <a:lnTo>
                  <a:pt x="1718121" y="1582"/>
                </a:lnTo>
                <a:lnTo>
                  <a:pt x="1718121" y="12983"/>
                </a:lnTo>
                <a:lnTo>
                  <a:pt x="1665728" y="12983"/>
                </a:lnTo>
                <a:lnTo>
                  <a:pt x="1665728" y="42837"/>
                </a:lnTo>
                <a:lnTo>
                  <a:pt x="1711069" y="42837"/>
                </a:lnTo>
                <a:lnTo>
                  <a:pt x="1711069" y="54238"/>
                </a:lnTo>
                <a:lnTo>
                  <a:pt x="1665728" y="54238"/>
                </a:lnTo>
                <a:lnTo>
                  <a:pt x="1665728" y="98196"/>
                </a:lnTo>
                <a:lnTo>
                  <a:pt x="1652942" y="98196"/>
                </a:lnTo>
                <a:close/>
                <a:moveTo>
                  <a:pt x="1728819" y="63201"/>
                </a:moveTo>
                <a:cubicBezTo>
                  <a:pt x="1728819" y="50240"/>
                  <a:pt x="1732422" y="40640"/>
                  <a:pt x="1739627" y="34402"/>
                </a:cubicBezTo>
                <a:cubicBezTo>
                  <a:pt x="1745646" y="29217"/>
                  <a:pt x="1752983" y="26625"/>
                  <a:pt x="1761639" y="26625"/>
                </a:cubicBezTo>
                <a:cubicBezTo>
                  <a:pt x="1771261" y="26625"/>
                  <a:pt x="1779125" y="29777"/>
                  <a:pt x="1785232" y="36082"/>
                </a:cubicBezTo>
                <a:cubicBezTo>
                  <a:pt x="1791339" y="42387"/>
                  <a:pt x="1794393" y="51097"/>
                  <a:pt x="1794393" y="62213"/>
                </a:cubicBezTo>
                <a:cubicBezTo>
                  <a:pt x="1794393" y="71219"/>
                  <a:pt x="1793042" y="78304"/>
                  <a:pt x="1790340" y="83466"/>
                </a:cubicBezTo>
                <a:cubicBezTo>
                  <a:pt x="1787638" y="88629"/>
                  <a:pt x="1783705" y="92638"/>
                  <a:pt x="1778543" y="95494"/>
                </a:cubicBezTo>
                <a:cubicBezTo>
                  <a:pt x="1773380" y="98350"/>
                  <a:pt x="1767746" y="99778"/>
                  <a:pt x="1761639" y="99778"/>
                </a:cubicBezTo>
                <a:cubicBezTo>
                  <a:pt x="1751841" y="99778"/>
                  <a:pt x="1743922" y="96636"/>
                  <a:pt x="1737881" y="90353"/>
                </a:cubicBezTo>
                <a:cubicBezTo>
                  <a:pt x="1731839" y="84071"/>
                  <a:pt x="1728819" y="75020"/>
                  <a:pt x="1728819" y="63201"/>
                </a:cubicBezTo>
                <a:moveTo>
                  <a:pt x="1741011" y="63168"/>
                </a:moveTo>
                <a:cubicBezTo>
                  <a:pt x="1741011" y="72098"/>
                  <a:pt x="1742966" y="78785"/>
                  <a:pt x="1746876" y="83228"/>
                </a:cubicBezTo>
                <a:cubicBezTo>
                  <a:pt x="1750787" y="87671"/>
                  <a:pt x="1755707" y="89892"/>
                  <a:pt x="1761639" y="89892"/>
                </a:cubicBezTo>
                <a:cubicBezTo>
                  <a:pt x="1767526" y="89892"/>
                  <a:pt x="1772425" y="87660"/>
                  <a:pt x="1776335" y="83195"/>
                </a:cubicBezTo>
                <a:cubicBezTo>
                  <a:pt x="1780245" y="78730"/>
                  <a:pt x="1782201" y="71923"/>
                  <a:pt x="1782201" y="62775"/>
                </a:cubicBezTo>
                <a:cubicBezTo>
                  <a:pt x="1782201" y="54151"/>
                  <a:pt x="1780234" y="47618"/>
                  <a:pt x="1776302" y="43175"/>
                </a:cubicBezTo>
                <a:cubicBezTo>
                  <a:pt x="1772370" y="38732"/>
                  <a:pt x="1767482" y="36510"/>
                  <a:pt x="1761639" y="36510"/>
                </a:cubicBezTo>
                <a:cubicBezTo>
                  <a:pt x="1755707" y="36510"/>
                  <a:pt x="1750787" y="38721"/>
                  <a:pt x="1746876" y="43142"/>
                </a:cubicBezTo>
                <a:cubicBezTo>
                  <a:pt x="1742966" y="47563"/>
                  <a:pt x="1741011" y="54238"/>
                  <a:pt x="1741011" y="63168"/>
                </a:cubicBezTo>
                <a:close/>
                <a:moveTo>
                  <a:pt x="1854146" y="98196"/>
                </a:moveTo>
                <a:lnTo>
                  <a:pt x="1854146" y="87915"/>
                </a:lnTo>
                <a:cubicBezTo>
                  <a:pt x="1848698" y="95823"/>
                  <a:pt x="1841295" y="99778"/>
                  <a:pt x="1831937" y="99778"/>
                </a:cubicBezTo>
                <a:cubicBezTo>
                  <a:pt x="1827807" y="99778"/>
                  <a:pt x="1823952" y="98987"/>
                  <a:pt x="1820371" y="97405"/>
                </a:cubicBezTo>
                <a:cubicBezTo>
                  <a:pt x="1816790" y="95823"/>
                  <a:pt x="1814132" y="93835"/>
                  <a:pt x="1812397" y="91441"/>
                </a:cubicBezTo>
                <a:cubicBezTo>
                  <a:pt x="1810661" y="89046"/>
                  <a:pt x="1809442" y="86114"/>
                  <a:pt x="1808739" y="82643"/>
                </a:cubicBezTo>
                <a:cubicBezTo>
                  <a:pt x="1808256" y="80314"/>
                  <a:pt x="1808014" y="76624"/>
                  <a:pt x="1808014" y="71571"/>
                </a:cubicBezTo>
                <a:lnTo>
                  <a:pt x="1808014" y="28207"/>
                </a:lnTo>
                <a:lnTo>
                  <a:pt x="1819877" y="28207"/>
                </a:lnTo>
                <a:lnTo>
                  <a:pt x="1819877" y="67024"/>
                </a:lnTo>
                <a:cubicBezTo>
                  <a:pt x="1819877" y="73219"/>
                  <a:pt x="1820118" y="77392"/>
                  <a:pt x="1820601" y="79545"/>
                </a:cubicBezTo>
                <a:cubicBezTo>
                  <a:pt x="1821348" y="82665"/>
                  <a:pt x="1822930" y="85114"/>
                  <a:pt x="1825347" y="86893"/>
                </a:cubicBezTo>
                <a:cubicBezTo>
                  <a:pt x="1827763" y="88673"/>
                  <a:pt x="1830751" y="89563"/>
                  <a:pt x="1834309" y="89563"/>
                </a:cubicBezTo>
                <a:cubicBezTo>
                  <a:pt x="1837868" y="89563"/>
                  <a:pt x="1841207" y="88651"/>
                  <a:pt x="1844327" y="86828"/>
                </a:cubicBezTo>
                <a:cubicBezTo>
                  <a:pt x="1847446" y="85004"/>
                  <a:pt x="1849654" y="82522"/>
                  <a:pt x="1850950" y="79380"/>
                </a:cubicBezTo>
                <a:cubicBezTo>
                  <a:pt x="1852246" y="76239"/>
                  <a:pt x="1852894" y="71681"/>
                  <a:pt x="1852894" y="65706"/>
                </a:cubicBezTo>
                <a:lnTo>
                  <a:pt x="1852894" y="28207"/>
                </a:lnTo>
                <a:lnTo>
                  <a:pt x="1864757" y="28207"/>
                </a:lnTo>
                <a:lnTo>
                  <a:pt x="1864757" y="98196"/>
                </a:lnTo>
                <a:lnTo>
                  <a:pt x="1854146" y="98196"/>
                </a:lnTo>
                <a:close/>
                <a:moveTo>
                  <a:pt x="1883189" y="98196"/>
                </a:moveTo>
                <a:lnTo>
                  <a:pt x="1883189" y="28207"/>
                </a:lnTo>
                <a:lnTo>
                  <a:pt x="1893865" y="28207"/>
                </a:lnTo>
                <a:lnTo>
                  <a:pt x="1893865" y="38751"/>
                </a:lnTo>
                <a:cubicBezTo>
                  <a:pt x="1896589" y="33814"/>
                  <a:pt x="1899104" y="30559"/>
                  <a:pt x="1901411" y="28985"/>
                </a:cubicBezTo>
                <a:cubicBezTo>
                  <a:pt x="1903718" y="27412"/>
                  <a:pt x="1906255" y="26625"/>
                  <a:pt x="1909023" y="26625"/>
                </a:cubicBezTo>
                <a:cubicBezTo>
                  <a:pt x="1913021" y="26625"/>
                  <a:pt x="1917085" y="27894"/>
                  <a:pt x="1921215" y="30431"/>
                </a:cubicBezTo>
                <a:lnTo>
                  <a:pt x="1917129" y="41387"/>
                </a:lnTo>
                <a:cubicBezTo>
                  <a:pt x="1914229" y="39674"/>
                  <a:pt x="1911330" y="38817"/>
                  <a:pt x="1908430" y="38817"/>
                </a:cubicBezTo>
                <a:cubicBezTo>
                  <a:pt x="1905838" y="38817"/>
                  <a:pt x="1903509" y="39598"/>
                  <a:pt x="1901444" y="41161"/>
                </a:cubicBezTo>
                <a:cubicBezTo>
                  <a:pt x="1899379" y="42722"/>
                  <a:pt x="1897907" y="44888"/>
                  <a:pt x="1897029" y="47658"/>
                </a:cubicBezTo>
                <a:cubicBezTo>
                  <a:pt x="1895710" y="51880"/>
                  <a:pt x="1895051" y="56498"/>
                  <a:pt x="1895051" y="61512"/>
                </a:cubicBezTo>
                <a:lnTo>
                  <a:pt x="1895051" y="98196"/>
                </a:lnTo>
                <a:lnTo>
                  <a:pt x="1883189" y="98196"/>
                </a:lnTo>
                <a:close/>
                <a:moveTo>
                  <a:pt x="1954166" y="87717"/>
                </a:moveTo>
                <a:lnTo>
                  <a:pt x="1955879" y="98196"/>
                </a:lnTo>
                <a:cubicBezTo>
                  <a:pt x="1952540" y="98811"/>
                  <a:pt x="1949552" y="99119"/>
                  <a:pt x="1946916" y="99119"/>
                </a:cubicBezTo>
                <a:cubicBezTo>
                  <a:pt x="1942611" y="99119"/>
                  <a:pt x="1939272" y="98438"/>
                  <a:pt x="1936899" y="97076"/>
                </a:cubicBezTo>
                <a:cubicBezTo>
                  <a:pt x="1934526" y="95713"/>
                  <a:pt x="1932857" y="93923"/>
                  <a:pt x="1931890" y="91704"/>
                </a:cubicBezTo>
                <a:cubicBezTo>
                  <a:pt x="1930924" y="89486"/>
                  <a:pt x="1930440" y="84817"/>
                  <a:pt x="1930440" y="77700"/>
                </a:cubicBezTo>
                <a:lnTo>
                  <a:pt x="1930440" y="37433"/>
                </a:lnTo>
                <a:lnTo>
                  <a:pt x="1921741" y="37433"/>
                </a:lnTo>
                <a:lnTo>
                  <a:pt x="1921741" y="28207"/>
                </a:lnTo>
                <a:lnTo>
                  <a:pt x="1930440" y="28207"/>
                </a:lnTo>
                <a:lnTo>
                  <a:pt x="1930440" y="10827"/>
                </a:lnTo>
                <a:lnTo>
                  <a:pt x="1942237" y="3691"/>
                </a:lnTo>
                <a:lnTo>
                  <a:pt x="1942237" y="28207"/>
                </a:lnTo>
                <a:lnTo>
                  <a:pt x="1954166" y="28207"/>
                </a:lnTo>
                <a:lnTo>
                  <a:pt x="1954166" y="37433"/>
                </a:lnTo>
                <a:lnTo>
                  <a:pt x="1942237" y="37433"/>
                </a:lnTo>
                <a:lnTo>
                  <a:pt x="1942237" y="78359"/>
                </a:lnTo>
                <a:cubicBezTo>
                  <a:pt x="1942237" y="81742"/>
                  <a:pt x="1942446" y="83917"/>
                  <a:pt x="1942863" y="84883"/>
                </a:cubicBezTo>
                <a:cubicBezTo>
                  <a:pt x="1943281" y="85850"/>
                  <a:pt x="1943962" y="86619"/>
                  <a:pt x="1944906" y="87190"/>
                </a:cubicBezTo>
                <a:cubicBezTo>
                  <a:pt x="1945851" y="87761"/>
                  <a:pt x="1947202" y="88047"/>
                  <a:pt x="1948959" y="88047"/>
                </a:cubicBezTo>
                <a:cubicBezTo>
                  <a:pt x="1950277" y="88047"/>
                  <a:pt x="1952013" y="87937"/>
                  <a:pt x="1954166" y="87717"/>
                </a:cubicBezTo>
                <a:close/>
                <a:moveTo>
                  <a:pt x="1965787" y="98196"/>
                </a:moveTo>
                <a:lnTo>
                  <a:pt x="1965787" y="1582"/>
                </a:lnTo>
                <a:lnTo>
                  <a:pt x="1977650" y="1582"/>
                </a:lnTo>
                <a:lnTo>
                  <a:pt x="1977650" y="36247"/>
                </a:lnTo>
                <a:cubicBezTo>
                  <a:pt x="1983186" y="29832"/>
                  <a:pt x="1990171" y="26625"/>
                  <a:pt x="1998607" y="26625"/>
                </a:cubicBezTo>
                <a:cubicBezTo>
                  <a:pt x="2003791" y="26625"/>
                  <a:pt x="2008295" y="27646"/>
                  <a:pt x="2012117" y="29689"/>
                </a:cubicBezTo>
                <a:cubicBezTo>
                  <a:pt x="2015940" y="31732"/>
                  <a:pt x="2018675" y="34555"/>
                  <a:pt x="2020322" y="38158"/>
                </a:cubicBezTo>
                <a:cubicBezTo>
                  <a:pt x="2021970" y="41761"/>
                  <a:pt x="2022794" y="46989"/>
                  <a:pt x="2022794" y="53843"/>
                </a:cubicBezTo>
                <a:lnTo>
                  <a:pt x="2022794" y="98196"/>
                </a:lnTo>
                <a:lnTo>
                  <a:pt x="2010931" y="98196"/>
                </a:lnTo>
                <a:lnTo>
                  <a:pt x="2010931" y="53843"/>
                </a:lnTo>
                <a:cubicBezTo>
                  <a:pt x="2010931" y="47912"/>
                  <a:pt x="2009646" y="43595"/>
                  <a:pt x="2007076" y="40893"/>
                </a:cubicBezTo>
                <a:cubicBezTo>
                  <a:pt x="2004505" y="38191"/>
                  <a:pt x="2000870" y="36840"/>
                  <a:pt x="1996169" y="36840"/>
                </a:cubicBezTo>
                <a:cubicBezTo>
                  <a:pt x="1992654" y="36840"/>
                  <a:pt x="1989348" y="37752"/>
                  <a:pt x="1986250" y="39575"/>
                </a:cubicBezTo>
                <a:cubicBezTo>
                  <a:pt x="1983153" y="41398"/>
                  <a:pt x="1980945" y="43870"/>
                  <a:pt x="1979627" y="46989"/>
                </a:cubicBezTo>
                <a:cubicBezTo>
                  <a:pt x="1978309" y="50108"/>
                  <a:pt x="1977650" y="54414"/>
                  <a:pt x="1977650" y="59906"/>
                </a:cubicBezTo>
                <a:lnTo>
                  <a:pt x="1977650" y="98196"/>
                </a:lnTo>
                <a:lnTo>
                  <a:pt x="1965787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mendmentrighttoprivacy.">
            <a:extLst xmlns:a="http://schemas.openxmlformats.org/drawingml/2006/main">
              <a:ext uri="{FF2B5EF4-FFF2-40B4-BE49-F238E27FC236}">
                <a16:creationId xmlns:a16="http://schemas.microsoft.com/office/drawing/2014/main" id="{B20ED656-0EBA-42AA-9B5E-5F24F551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27" y="3637824"/>
            <a:ext cx="1658785" cy="125084"/>
          </a:xfrm>
          <a:custGeom xmlns:a="http://schemas.openxmlformats.org/drawingml/2006/main">
            <a:pathLst>
              <a:path w="1658785" h="125084">
                <a:moveTo>
                  <a:pt x="0" y="96614"/>
                </a:moveTo>
                <a:lnTo>
                  <a:pt x="37104" y="0"/>
                </a:lnTo>
                <a:lnTo>
                  <a:pt x="50877" y="0"/>
                </a:lnTo>
                <a:lnTo>
                  <a:pt x="90419" y="96614"/>
                </a:lnTo>
                <a:lnTo>
                  <a:pt x="75855" y="96614"/>
                </a:lnTo>
                <a:lnTo>
                  <a:pt x="64585" y="67485"/>
                </a:lnTo>
                <a:lnTo>
                  <a:pt x="24186" y="67485"/>
                </a:lnTo>
                <a:lnTo>
                  <a:pt x="13576" y="96614"/>
                </a:lnTo>
                <a:lnTo>
                  <a:pt x="0" y="96614"/>
                </a:lnTo>
                <a:moveTo>
                  <a:pt x="27877" y="56940"/>
                </a:moveTo>
                <a:lnTo>
                  <a:pt x="60631" y="56940"/>
                </a:lnTo>
                <a:lnTo>
                  <a:pt x="50548" y="30184"/>
                </a:lnTo>
                <a:cubicBezTo>
                  <a:pt x="47472" y="22056"/>
                  <a:pt x="45188" y="15377"/>
                  <a:pt x="43694" y="10149"/>
                </a:cubicBezTo>
                <a:cubicBezTo>
                  <a:pt x="42464" y="16344"/>
                  <a:pt x="40728" y="22495"/>
                  <a:pt x="38488" y="28602"/>
                </a:cubicBezTo>
                <a:lnTo>
                  <a:pt x="27877" y="56940"/>
                </a:lnTo>
                <a:close/>
                <a:moveTo>
                  <a:pt x="99120" y="96614"/>
                </a:moveTo>
                <a:lnTo>
                  <a:pt x="99120" y="26625"/>
                </a:lnTo>
                <a:lnTo>
                  <a:pt x="109730" y="26625"/>
                </a:lnTo>
                <a:lnTo>
                  <a:pt x="109730" y="36379"/>
                </a:lnTo>
                <a:cubicBezTo>
                  <a:pt x="111927" y="32971"/>
                  <a:pt x="114848" y="30230"/>
                  <a:pt x="118495" y="28155"/>
                </a:cubicBezTo>
                <a:cubicBezTo>
                  <a:pt x="122142" y="26081"/>
                  <a:pt x="126294" y="25043"/>
                  <a:pt x="130951" y="25043"/>
                </a:cubicBezTo>
                <a:cubicBezTo>
                  <a:pt x="136135" y="25043"/>
                  <a:pt x="140386" y="26114"/>
                  <a:pt x="143703" y="28256"/>
                </a:cubicBezTo>
                <a:cubicBezTo>
                  <a:pt x="147020" y="30397"/>
                  <a:pt x="149360" y="33390"/>
                  <a:pt x="150722" y="37235"/>
                </a:cubicBezTo>
                <a:cubicBezTo>
                  <a:pt x="156258" y="29107"/>
                  <a:pt x="163463" y="25043"/>
                  <a:pt x="172338" y="25043"/>
                </a:cubicBezTo>
                <a:cubicBezTo>
                  <a:pt x="179280" y="25043"/>
                  <a:pt x="184618" y="26965"/>
                  <a:pt x="188353" y="30810"/>
                </a:cubicBezTo>
                <a:cubicBezTo>
                  <a:pt x="192087" y="34654"/>
                  <a:pt x="193954" y="40574"/>
                  <a:pt x="193954" y="48571"/>
                </a:cubicBezTo>
                <a:lnTo>
                  <a:pt x="193954" y="96614"/>
                </a:lnTo>
                <a:lnTo>
                  <a:pt x="182158" y="96614"/>
                </a:lnTo>
                <a:lnTo>
                  <a:pt x="182158" y="52478"/>
                </a:lnTo>
                <a:cubicBezTo>
                  <a:pt x="182158" y="47727"/>
                  <a:pt x="181773" y="44308"/>
                  <a:pt x="181004" y="42219"/>
                </a:cubicBezTo>
                <a:cubicBezTo>
                  <a:pt x="180235" y="40130"/>
                  <a:pt x="178840" y="38447"/>
                  <a:pt x="176819" y="37171"/>
                </a:cubicBezTo>
                <a:cubicBezTo>
                  <a:pt x="174798" y="35896"/>
                  <a:pt x="172426" y="35258"/>
                  <a:pt x="169702" y="35258"/>
                </a:cubicBezTo>
                <a:cubicBezTo>
                  <a:pt x="164781" y="35258"/>
                  <a:pt x="160695" y="36897"/>
                  <a:pt x="157444" y="40174"/>
                </a:cubicBezTo>
                <a:cubicBezTo>
                  <a:pt x="154193" y="43450"/>
                  <a:pt x="152567" y="48695"/>
                  <a:pt x="152567" y="55909"/>
                </a:cubicBezTo>
                <a:lnTo>
                  <a:pt x="152567" y="96614"/>
                </a:lnTo>
                <a:lnTo>
                  <a:pt x="140704" y="96614"/>
                </a:lnTo>
                <a:lnTo>
                  <a:pt x="140704" y="51091"/>
                </a:lnTo>
                <a:cubicBezTo>
                  <a:pt x="140704" y="45814"/>
                  <a:pt x="139738" y="41855"/>
                  <a:pt x="137805" y="39217"/>
                </a:cubicBezTo>
                <a:cubicBezTo>
                  <a:pt x="135872" y="36578"/>
                  <a:pt x="132708" y="35258"/>
                  <a:pt x="128315" y="35258"/>
                </a:cubicBezTo>
                <a:cubicBezTo>
                  <a:pt x="124976" y="35258"/>
                  <a:pt x="121889" y="36138"/>
                  <a:pt x="119055" y="37898"/>
                </a:cubicBezTo>
                <a:cubicBezTo>
                  <a:pt x="116221" y="39657"/>
                  <a:pt x="114167" y="42230"/>
                  <a:pt x="112893" y="45617"/>
                </a:cubicBezTo>
                <a:cubicBezTo>
                  <a:pt x="111619" y="49003"/>
                  <a:pt x="110982" y="53885"/>
                  <a:pt x="110982" y="60262"/>
                </a:cubicBezTo>
                <a:lnTo>
                  <a:pt x="110982" y="96614"/>
                </a:lnTo>
                <a:lnTo>
                  <a:pt x="99120" y="96614"/>
                </a:lnTo>
                <a:close/>
                <a:moveTo>
                  <a:pt x="259461" y="74075"/>
                </a:moveTo>
                <a:lnTo>
                  <a:pt x="271719" y="75591"/>
                </a:lnTo>
                <a:cubicBezTo>
                  <a:pt x="269786" y="82753"/>
                  <a:pt x="266205" y="88310"/>
                  <a:pt x="260977" y="92265"/>
                </a:cubicBezTo>
                <a:cubicBezTo>
                  <a:pt x="255749" y="96219"/>
                  <a:pt x="249070" y="98196"/>
                  <a:pt x="240942" y="98196"/>
                </a:cubicBezTo>
                <a:cubicBezTo>
                  <a:pt x="230705" y="98196"/>
                  <a:pt x="222588" y="95043"/>
                  <a:pt x="216591" y="88739"/>
                </a:cubicBezTo>
                <a:cubicBezTo>
                  <a:pt x="210594" y="82434"/>
                  <a:pt x="207595" y="73592"/>
                  <a:pt x="207595" y="62213"/>
                </a:cubicBezTo>
                <a:cubicBezTo>
                  <a:pt x="207595" y="50438"/>
                  <a:pt x="210627" y="41299"/>
                  <a:pt x="216690" y="34797"/>
                </a:cubicBezTo>
                <a:cubicBezTo>
                  <a:pt x="222753" y="28294"/>
                  <a:pt x="230617" y="25043"/>
                  <a:pt x="240283" y="25043"/>
                </a:cubicBezTo>
                <a:cubicBezTo>
                  <a:pt x="249641" y="25043"/>
                  <a:pt x="257286" y="28224"/>
                  <a:pt x="263218" y="34585"/>
                </a:cubicBezTo>
                <a:cubicBezTo>
                  <a:pt x="269149" y="40944"/>
                  <a:pt x="272115" y="49892"/>
                  <a:pt x="272115" y="61428"/>
                </a:cubicBezTo>
                <a:cubicBezTo>
                  <a:pt x="272115" y="62130"/>
                  <a:pt x="272093" y="63182"/>
                  <a:pt x="272049" y="64585"/>
                </a:cubicBezTo>
                <a:lnTo>
                  <a:pt x="219853" y="64585"/>
                </a:lnTo>
                <a:cubicBezTo>
                  <a:pt x="220293" y="72252"/>
                  <a:pt x="222467" y="78123"/>
                  <a:pt x="226378" y="82198"/>
                </a:cubicBezTo>
                <a:cubicBezTo>
                  <a:pt x="230288" y="86273"/>
                  <a:pt x="235165" y="88310"/>
                  <a:pt x="241008" y="88310"/>
                </a:cubicBezTo>
                <a:cubicBezTo>
                  <a:pt x="245358" y="88310"/>
                  <a:pt x="249070" y="87179"/>
                  <a:pt x="252146" y="84916"/>
                </a:cubicBezTo>
                <a:cubicBezTo>
                  <a:pt x="255221" y="82652"/>
                  <a:pt x="257660" y="79039"/>
                  <a:pt x="259461" y="74075"/>
                </a:cubicBezTo>
                <a:moveTo>
                  <a:pt x="220512" y="54700"/>
                </a:moveTo>
                <a:lnTo>
                  <a:pt x="259593" y="54700"/>
                </a:lnTo>
                <a:cubicBezTo>
                  <a:pt x="259066" y="48908"/>
                  <a:pt x="257572" y="44565"/>
                  <a:pt x="255111" y="41669"/>
                </a:cubicBezTo>
                <a:cubicBezTo>
                  <a:pt x="251333" y="37176"/>
                  <a:pt x="246434" y="34929"/>
                  <a:pt x="240415" y="34929"/>
                </a:cubicBezTo>
                <a:cubicBezTo>
                  <a:pt x="234967" y="34929"/>
                  <a:pt x="230387" y="36723"/>
                  <a:pt x="226674" y="40310"/>
                </a:cubicBezTo>
                <a:cubicBezTo>
                  <a:pt x="222962" y="43896"/>
                  <a:pt x="220908" y="48693"/>
                  <a:pt x="220512" y="54700"/>
                </a:cubicBezTo>
                <a:close/>
                <a:moveTo>
                  <a:pt x="286593" y="96614"/>
                </a:moveTo>
                <a:lnTo>
                  <a:pt x="286593" y="26625"/>
                </a:lnTo>
                <a:lnTo>
                  <a:pt x="297269" y="26625"/>
                </a:lnTo>
                <a:lnTo>
                  <a:pt x="297269" y="36510"/>
                </a:lnTo>
                <a:cubicBezTo>
                  <a:pt x="302410" y="28866"/>
                  <a:pt x="309835" y="25043"/>
                  <a:pt x="319544" y="25043"/>
                </a:cubicBezTo>
                <a:cubicBezTo>
                  <a:pt x="323762" y="25043"/>
                  <a:pt x="327640" y="25801"/>
                  <a:pt x="331176" y="27317"/>
                </a:cubicBezTo>
                <a:cubicBezTo>
                  <a:pt x="334713" y="28833"/>
                  <a:pt x="337360" y="30821"/>
                  <a:pt x="339118" y="33281"/>
                </a:cubicBezTo>
                <a:cubicBezTo>
                  <a:pt x="340875" y="35742"/>
                  <a:pt x="342105" y="38663"/>
                  <a:pt x="342808" y="42046"/>
                </a:cubicBezTo>
                <a:cubicBezTo>
                  <a:pt x="343248" y="44243"/>
                  <a:pt x="343467" y="48087"/>
                  <a:pt x="343467" y="53579"/>
                </a:cubicBezTo>
                <a:lnTo>
                  <a:pt x="343467" y="96614"/>
                </a:lnTo>
                <a:lnTo>
                  <a:pt x="331605" y="96614"/>
                </a:lnTo>
                <a:lnTo>
                  <a:pt x="331605" y="53995"/>
                </a:lnTo>
                <a:cubicBezTo>
                  <a:pt x="331605" y="49157"/>
                  <a:pt x="331143" y="45539"/>
                  <a:pt x="330221" y="43142"/>
                </a:cubicBezTo>
                <a:cubicBezTo>
                  <a:pt x="329298" y="40745"/>
                  <a:pt x="327661" y="38831"/>
                  <a:pt x="325311" y="37402"/>
                </a:cubicBezTo>
                <a:cubicBezTo>
                  <a:pt x="322960" y="35973"/>
                  <a:pt x="320203" y="35258"/>
                  <a:pt x="317040" y="35258"/>
                </a:cubicBezTo>
                <a:cubicBezTo>
                  <a:pt x="311987" y="35258"/>
                  <a:pt x="307627" y="36864"/>
                  <a:pt x="303958" y="40075"/>
                </a:cubicBezTo>
                <a:cubicBezTo>
                  <a:pt x="300290" y="43285"/>
                  <a:pt x="298455" y="49377"/>
                  <a:pt x="298455" y="58349"/>
                </a:cubicBezTo>
                <a:lnTo>
                  <a:pt x="298455" y="96614"/>
                </a:lnTo>
                <a:lnTo>
                  <a:pt x="286593" y="96614"/>
                </a:lnTo>
                <a:close/>
                <a:moveTo>
                  <a:pt x="407043" y="96614"/>
                </a:moveTo>
                <a:lnTo>
                  <a:pt x="407043" y="87783"/>
                </a:lnTo>
                <a:cubicBezTo>
                  <a:pt x="402606" y="94725"/>
                  <a:pt x="396081" y="98196"/>
                  <a:pt x="387470" y="98196"/>
                </a:cubicBezTo>
                <a:cubicBezTo>
                  <a:pt x="381890" y="98196"/>
                  <a:pt x="376761" y="96658"/>
                  <a:pt x="372082" y="93583"/>
                </a:cubicBezTo>
                <a:cubicBezTo>
                  <a:pt x="367403" y="90507"/>
                  <a:pt x="363778" y="86212"/>
                  <a:pt x="361208" y="80699"/>
                </a:cubicBezTo>
                <a:cubicBezTo>
                  <a:pt x="358637" y="75185"/>
                  <a:pt x="357352" y="68847"/>
                  <a:pt x="357352" y="61685"/>
                </a:cubicBezTo>
                <a:cubicBezTo>
                  <a:pt x="357352" y="54700"/>
                  <a:pt x="358517" y="48362"/>
                  <a:pt x="360845" y="42672"/>
                </a:cubicBezTo>
                <a:cubicBezTo>
                  <a:pt x="363174" y="36983"/>
                  <a:pt x="366667" y="32622"/>
                  <a:pt x="371324" y="29591"/>
                </a:cubicBezTo>
                <a:cubicBezTo>
                  <a:pt x="375981" y="26559"/>
                  <a:pt x="381187" y="25043"/>
                  <a:pt x="386943" y="25043"/>
                </a:cubicBezTo>
                <a:cubicBezTo>
                  <a:pt x="391161" y="25043"/>
                  <a:pt x="394917" y="25933"/>
                  <a:pt x="398212" y="27712"/>
                </a:cubicBezTo>
                <a:cubicBezTo>
                  <a:pt x="401507" y="29492"/>
                  <a:pt x="404188" y="31809"/>
                  <a:pt x="406253" y="34665"/>
                </a:cubicBezTo>
                <a:lnTo>
                  <a:pt x="406253" y="0"/>
                </a:lnTo>
                <a:lnTo>
                  <a:pt x="418049" y="0"/>
                </a:lnTo>
                <a:lnTo>
                  <a:pt x="418049" y="96614"/>
                </a:lnTo>
                <a:lnTo>
                  <a:pt x="407043" y="96614"/>
                </a:lnTo>
                <a:moveTo>
                  <a:pt x="369544" y="61652"/>
                </a:moveTo>
                <a:cubicBezTo>
                  <a:pt x="369544" y="70582"/>
                  <a:pt x="371434" y="77258"/>
                  <a:pt x="375212" y="81679"/>
                </a:cubicBezTo>
                <a:cubicBezTo>
                  <a:pt x="378991" y="86100"/>
                  <a:pt x="383450" y="88310"/>
                  <a:pt x="388590" y="88310"/>
                </a:cubicBezTo>
                <a:cubicBezTo>
                  <a:pt x="393775" y="88310"/>
                  <a:pt x="398179" y="86199"/>
                  <a:pt x="401804" y="81975"/>
                </a:cubicBezTo>
                <a:cubicBezTo>
                  <a:pt x="405429" y="77751"/>
                  <a:pt x="407241" y="71305"/>
                  <a:pt x="407241" y="62637"/>
                </a:cubicBezTo>
                <a:cubicBezTo>
                  <a:pt x="407241" y="53095"/>
                  <a:pt x="405396" y="46091"/>
                  <a:pt x="401705" y="41626"/>
                </a:cubicBezTo>
                <a:cubicBezTo>
                  <a:pt x="398015" y="37161"/>
                  <a:pt x="393467" y="34929"/>
                  <a:pt x="388063" y="34929"/>
                </a:cubicBezTo>
                <a:cubicBezTo>
                  <a:pt x="382791" y="34929"/>
                  <a:pt x="378386" y="37074"/>
                  <a:pt x="374850" y="41365"/>
                </a:cubicBezTo>
                <a:cubicBezTo>
                  <a:pt x="371313" y="45654"/>
                  <a:pt x="369544" y="52416"/>
                  <a:pt x="369544" y="61652"/>
                </a:cubicBezTo>
                <a:close/>
                <a:moveTo>
                  <a:pt x="436679" y="96614"/>
                </a:moveTo>
                <a:lnTo>
                  <a:pt x="436679" y="26625"/>
                </a:lnTo>
                <a:lnTo>
                  <a:pt x="447290" y="26625"/>
                </a:lnTo>
                <a:lnTo>
                  <a:pt x="447290" y="36379"/>
                </a:lnTo>
                <a:cubicBezTo>
                  <a:pt x="449487" y="32971"/>
                  <a:pt x="452408" y="30230"/>
                  <a:pt x="456055" y="28155"/>
                </a:cubicBezTo>
                <a:cubicBezTo>
                  <a:pt x="459702" y="26081"/>
                  <a:pt x="463853" y="25043"/>
                  <a:pt x="468511" y="25043"/>
                </a:cubicBezTo>
                <a:cubicBezTo>
                  <a:pt x="473695" y="25043"/>
                  <a:pt x="477946" y="26114"/>
                  <a:pt x="481263" y="28256"/>
                </a:cubicBezTo>
                <a:cubicBezTo>
                  <a:pt x="484580" y="30397"/>
                  <a:pt x="486920" y="33390"/>
                  <a:pt x="488282" y="37235"/>
                </a:cubicBezTo>
                <a:cubicBezTo>
                  <a:pt x="493817" y="29107"/>
                  <a:pt x="501023" y="25043"/>
                  <a:pt x="509898" y="25043"/>
                </a:cubicBezTo>
                <a:cubicBezTo>
                  <a:pt x="516840" y="25043"/>
                  <a:pt x="522178" y="26965"/>
                  <a:pt x="525912" y="30810"/>
                </a:cubicBezTo>
                <a:cubicBezTo>
                  <a:pt x="529647" y="34654"/>
                  <a:pt x="531514" y="40574"/>
                  <a:pt x="531514" y="48571"/>
                </a:cubicBezTo>
                <a:lnTo>
                  <a:pt x="531514" y="96614"/>
                </a:lnTo>
                <a:lnTo>
                  <a:pt x="519717" y="96614"/>
                </a:lnTo>
                <a:lnTo>
                  <a:pt x="519717" y="52478"/>
                </a:lnTo>
                <a:cubicBezTo>
                  <a:pt x="519717" y="47727"/>
                  <a:pt x="519333" y="44308"/>
                  <a:pt x="518564" y="42219"/>
                </a:cubicBezTo>
                <a:cubicBezTo>
                  <a:pt x="517795" y="40130"/>
                  <a:pt x="516400" y="38447"/>
                  <a:pt x="514379" y="37171"/>
                </a:cubicBezTo>
                <a:cubicBezTo>
                  <a:pt x="512358" y="35896"/>
                  <a:pt x="509986" y="35258"/>
                  <a:pt x="507262" y="35258"/>
                </a:cubicBezTo>
                <a:cubicBezTo>
                  <a:pt x="502341" y="35258"/>
                  <a:pt x="498255" y="36897"/>
                  <a:pt x="495004" y="40174"/>
                </a:cubicBezTo>
                <a:cubicBezTo>
                  <a:pt x="491753" y="43450"/>
                  <a:pt x="490127" y="48695"/>
                  <a:pt x="490127" y="55909"/>
                </a:cubicBezTo>
                <a:lnTo>
                  <a:pt x="490127" y="96614"/>
                </a:lnTo>
                <a:lnTo>
                  <a:pt x="478264" y="96614"/>
                </a:lnTo>
                <a:lnTo>
                  <a:pt x="478264" y="51091"/>
                </a:lnTo>
                <a:cubicBezTo>
                  <a:pt x="478264" y="45814"/>
                  <a:pt x="477298" y="41855"/>
                  <a:pt x="475365" y="39217"/>
                </a:cubicBezTo>
                <a:cubicBezTo>
                  <a:pt x="473431" y="36578"/>
                  <a:pt x="470268" y="35258"/>
                  <a:pt x="465875" y="35258"/>
                </a:cubicBezTo>
                <a:cubicBezTo>
                  <a:pt x="462535" y="35258"/>
                  <a:pt x="459449" y="36138"/>
                  <a:pt x="456615" y="37898"/>
                </a:cubicBezTo>
                <a:cubicBezTo>
                  <a:pt x="453781" y="39657"/>
                  <a:pt x="451727" y="42230"/>
                  <a:pt x="450453" y="45617"/>
                </a:cubicBezTo>
                <a:cubicBezTo>
                  <a:pt x="449179" y="49003"/>
                  <a:pt x="448542" y="53885"/>
                  <a:pt x="448542" y="60262"/>
                </a:cubicBezTo>
                <a:lnTo>
                  <a:pt x="448542" y="96614"/>
                </a:lnTo>
                <a:lnTo>
                  <a:pt x="436679" y="96614"/>
                </a:lnTo>
                <a:close/>
                <a:moveTo>
                  <a:pt x="597021" y="74075"/>
                </a:moveTo>
                <a:lnTo>
                  <a:pt x="609279" y="75591"/>
                </a:lnTo>
                <a:cubicBezTo>
                  <a:pt x="607346" y="82753"/>
                  <a:pt x="603765" y="88310"/>
                  <a:pt x="598536" y="92265"/>
                </a:cubicBezTo>
                <a:cubicBezTo>
                  <a:pt x="593308" y="96219"/>
                  <a:pt x="586630" y="98196"/>
                  <a:pt x="578502" y="98196"/>
                </a:cubicBezTo>
                <a:cubicBezTo>
                  <a:pt x="568265" y="98196"/>
                  <a:pt x="560148" y="95043"/>
                  <a:pt x="554151" y="88739"/>
                </a:cubicBezTo>
                <a:cubicBezTo>
                  <a:pt x="548153" y="82434"/>
                  <a:pt x="545155" y="73592"/>
                  <a:pt x="545155" y="62213"/>
                </a:cubicBezTo>
                <a:cubicBezTo>
                  <a:pt x="545155" y="50438"/>
                  <a:pt x="548186" y="41299"/>
                  <a:pt x="554249" y="34797"/>
                </a:cubicBezTo>
                <a:cubicBezTo>
                  <a:pt x="560313" y="28294"/>
                  <a:pt x="568177" y="25043"/>
                  <a:pt x="577843" y="25043"/>
                </a:cubicBezTo>
                <a:cubicBezTo>
                  <a:pt x="587201" y="25043"/>
                  <a:pt x="594846" y="28224"/>
                  <a:pt x="600777" y="34585"/>
                </a:cubicBezTo>
                <a:cubicBezTo>
                  <a:pt x="606708" y="40944"/>
                  <a:pt x="609674" y="49892"/>
                  <a:pt x="609674" y="61428"/>
                </a:cubicBezTo>
                <a:cubicBezTo>
                  <a:pt x="609674" y="62130"/>
                  <a:pt x="609652" y="63182"/>
                  <a:pt x="609608" y="64585"/>
                </a:cubicBezTo>
                <a:lnTo>
                  <a:pt x="557413" y="64585"/>
                </a:lnTo>
                <a:cubicBezTo>
                  <a:pt x="557852" y="72252"/>
                  <a:pt x="560027" y="78123"/>
                  <a:pt x="563937" y="82198"/>
                </a:cubicBezTo>
                <a:cubicBezTo>
                  <a:pt x="567848" y="86273"/>
                  <a:pt x="572724" y="88310"/>
                  <a:pt x="578568" y="88310"/>
                </a:cubicBezTo>
                <a:cubicBezTo>
                  <a:pt x="582917" y="88310"/>
                  <a:pt x="586630" y="87179"/>
                  <a:pt x="589705" y="84916"/>
                </a:cubicBezTo>
                <a:cubicBezTo>
                  <a:pt x="592781" y="82652"/>
                  <a:pt x="595219" y="79039"/>
                  <a:pt x="597021" y="74075"/>
                </a:cubicBezTo>
                <a:moveTo>
                  <a:pt x="558072" y="54700"/>
                </a:moveTo>
                <a:lnTo>
                  <a:pt x="597153" y="54700"/>
                </a:lnTo>
                <a:cubicBezTo>
                  <a:pt x="596625" y="48908"/>
                  <a:pt x="595131" y="44565"/>
                  <a:pt x="592671" y="41669"/>
                </a:cubicBezTo>
                <a:cubicBezTo>
                  <a:pt x="588893" y="37176"/>
                  <a:pt x="583994" y="34929"/>
                  <a:pt x="577975" y="34929"/>
                </a:cubicBezTo>
                <a:cubicBezTo>
                  <a:pt x="572527" y="34929"/>
                  <a:pt x="567946" y="36723"/>
                  <a:pt x="564234" y="40310"/>
                </a:cubicBezTo>
                <a:cubicBezTo>
                  <a:pt x="560521" y="43896"/>
                  <a:pt x="558467" y="48693"/>
                  <a:pt x="558072" y="54700"/>
                </a:cubicBezTo>
                <a:close/>
                <a:moveTo>
                  <a:pt x="624152" y="96614"/>
                </a:moveTo>
                <a:lnTo>
                  <a:pt x="624152" y="26625"/>
                </a:lnTo>
                <a:lnTo>
                  <a:pt x="634829" y="26625"/>
                </a:lnTo>
                <a:lnTo>
                  <a:pt x="634829" y="36510"/>
                </a:lnTo>
                <a:cubicBezTo>
                  <a:pt x="639969" y="28866"/>
                  <a:pt x="647394" y="25043"/>
                  <a:pt x="657104" y="25043"/>
                </a:cubicBezTo>
                <a:cubicBezTo>
                  <a:pt x="661322" y="25043"/>
                  <a:pt x="665199" y="25801"/>
                  <a:pt x="668736" y="27317"/>
                </a:cubicBezTo>
                <a:cubicBezTo>
                  <a:pt x="672273" y="28833"/>
                  <a:pt x="674920" y="30821"/>
                  <a:pt x="676677" y="33281"/>
                </a:cubicBezTo>
                <a:cubicBezTo>
                  <a:pt x="678435" y="35742"/>
                  <a:pt x="679665" y="38663"/>
                  <a:pt x="680368" y="42046"/>
                </a:cubicBezTo>
                <a:cubicBezTo>
                  <a:pt x="680807" y="44243"/>
                  <a:pt x="681027" y="48087"/>
                  <a:pt x="681027" y="53579"/>
                </a:cubicBezTo>
                <a:lnTo>
                  <a:pt x="681027" y="96614"/>
                </a:lnTo>
                <a:lnTo>
                  <a:pt x="669164" y="96614"/>
                </a:lnTo>
                <a:lnTo>
                  <a:pt x="669164" y="53995"/>
                </a:lnTo>
                <a:cubicBezTo>
                  <a:pt x="669164" y="49157"/>
                  <a:pt x="668703" y="45539"/>
                  <a:pt x="667780" y="43142"/>
                </a:cubicBezTo>
                <a:cubicBezTo>
                  <a:pt x="666858" y="40745"/>
                  <a:pt x="665221" y="38831"/>
                  <a:pt x="662870" y="37402"/>
                </a:cubicBezTo>
                <a:cubicBezTo>
                  <a:pt x="660520" y="35973"/>
                  <a:pt x="657763" y="35258"/>
                  <a:pt x="654600" y="35258"/>
                </a:cubicBezTo>
                <a:cubicBezTo>
                  <a:pt x="649547" y="35258"/>
                  <a:pt x="645186" y="36864"/>
                  <a:pt x="641518" y="40075"/>
                </a:cubicBezTo>
                <a:cubicBezTo>
                  <a:pt x="637849" y="43285"/>
                  <a:pt x="636015" y="49377"/>
                  <a:pt x="636015" y="58349"/>
                </a:cubicBezTo>
                <a:lnTo>
                  <a:pt x="636015" y="96614"/>
                </a:lnTo>
                <a:lnTo>
                  <a:pt x="624152" y="96614"/>
                </a:lnTo>
                <a:close/>
                <a:moveTo>
                  <a:pt x="725096" y="86136"/>
                </a:moveTo>
                <a:lnTo>
                  <a:pt x="726809" y="96614"/>
                </a:lnTo>
                <a:cubicBezTo>
                  <a:pt x="723470" y="97229"/>
                  <a:pt x="720482" y="97537"/>
                  <a:pt x="717846" y="97537"/>
                </a:cubicBezTo>
                <a:cubicBezTo>
                  <a:pt x="713541" y="97537"/>
                  <a:pt x="710201" y="96856"/>
                  <a:pt x="707829" y="95494"/>
                </a:cubicBezTo>
                <a:cubicBezTo>
                  <a:pt x="705456" y="94132"/>
                  <a:pt x="703787" y="92341"/>
                  <a:pt x="702820" y="90123"/>
                </a:cubicBezTo>
                <a:cubicBezTo>
                  <a:pt x="701854" y="87904"/>
                  <a:pt x="701370" y="83236"/>
                  <a:pt x="701370" y="76118"/>
                </a:cubicBezTo>
                <a:lnTo>
                  <a:pt x="701370" y="35851"/>
                </a:lnTo>
                <a:lnTo>
                  <a:pt x="692671" y="35851"/>
                </a:lnTo>
                <a:lnTo>
                  <a:pt x="692671" y="26625"/>
                </a:lnTo>
                <a:lnTo>
                  <a:pt x="701370" y="26625"/>
                </a:lnTo>
                <a:lnTo>
                  <a:pt x="701370" y="9245"/>
                </a:lnTo>
                <a:lnTo>
                  <a:pt x="713167" y="2109"/>
                </a:lnTo>
                <a:lnTo>
                  <a:pt x="713167" y="26625"/>
                </a:lnTo>
                <a:lnTo>
                  <a:pt x="725096" y="26625"/>
                </a:lnTo>
                <a:lnTo>
                  <a:pt x="725096" y="35851"/>
                </a:lnTo>
                <a:lnTo>
                  <a:pt x="713167" y="35851"/>
                </a:lnTo>
                <a:lnTo>
                  <a:pt x="713167" y="76777"/>
                </a:lnTo>
                <a:cubicBezTo>
                  <a:pt x="713167" y="80160"/>
                  <a:pt x="713376" y="82335"/>
                  <a:pt x="713793" y="83302"/>
                </a:cubicBezTo>
                <a:cubicBezTo>
                  <a:pt x="714211" y="84268"/>
                  <a:pt x="714892" y="85037"/>
                  <a:pt x="715836" y="85608"/>
                </a:cubicBezTo>
                <a:cubicBezTo>
                  <a:pt x="716781" y="86179"/>
                  <a:pt x="718132" y="86465"/>
                  <a:pt x="719889" y="86465"/>
                </a:cubicBezTo>
                <a:cubicBezTo>
                  <a:pt x="721207" y="86465"/>
                  <a:pt x="722943" y="86355"/>
                  <a:pt x="725096" y="86136"/>
                </a:cubicBezTo>
                <a:close/>
                <a:moveTo>
                  <a:pt x="774107" y="96614"/>
                </a:moveTo>
                <a:lnTo>
                  <a:pt x="774107" y="26625"/>
                </a:lnTo>
                <a:lnTo>
                  <a:pt x="784783" y="26625"/>
                </a:lnTo>
                <a:lnTo>
                  <a:pt x="784783" y="37169"/>
                </a:lnTo>
                <a:cubicBezTo>
                  <a:pt x="787507" y="32232"/>
                  <a:pt x="790023" y="28977"/>
                  <a:pt x="792329" y="27403"/>
                </a:cubicBezTo>
                <a:cubicBezTo>
                  <a:pt x="794636" y="25830"/>
                  <a:pt x="797173" y="25043"/>
                  <a:pt x="799941" y="25043"/>
                </a:cubicBezTo>
                <a:cubicBezTo>
                  <a:pt x="803939" y="25043"/>
                  <a:pt x="808003" y="26312"/>
                  <a:pt x="812133" y="28849"/>
                </a:cubicBezTo>
                <a:lnTo>
                  <a:pt x="808047" y="39806"/>
                </a:lnTo>
                <a:cubicBezTo>
                  <a:pt x="805147" y="38092"/>
                  <a:pt x="802248" y="37235"/>
                  <a:pt x="799348" y="37235"/>
                </a:cubicBezTo>
                <a:cubicBezTo>
                  <a:pt x="796756" y="37235"/>
                  <a:pt x="794427" y="38017"/>
                  <a:pt x="792362" y="39579"/>
                </a:cubicBezTo>
                <a:cubicBezTo>
                  <a:pt x="790297" y="41140"/>
                  <a:pt x="788825" y="43306"/>
                  <a:pt x="787947" y="46077"/>
                </a:cubicBezTo>
                <a:cubicBezTo>
                  <a:pt x="786629" y="50299"/>
                  <a:pt x="785970" y="54917"/>
                  <a:pt x="785970" y="59931"/>
                </a:cubicBezTo>
                <a:lnTo>
                  <a:pt x="785970" y="96614"/>
                </a:lnTo>
                <a:lnTo>
                  <a:pt x="774107" y="96614"/>
                </a:lnTo>
                <a:close/>
                <a:moveTo>
                  <a:pt x="819250" y="13708"/>
                </a:moveTo>
                <a:lnTo>
                  <a:pt x="819250" y="0"/>
                </a:lnTo>
                <a:lnTo>
                  <a:pt x="831112" y="0"/>
                </a:lnTo>
                <a:lnTo>
                  <a:pt x="831112" y="13708"/>
                </a:lnTo>
                <a:lnTo>
                  <a:pt x="819250" y="13708"/>
                </a:lnTo>
                <a:moveTo>
                  <a:pt x="819250" y="96614"/>
                </a:moveTo>
                <a:lnTo>
                  <a:pt x="819250" y="26625"/>
                </a:lnTo>
                <a:lnTo>
                  <a:pt x="831112" y="26625"/>
                </a:lnTo>
                <a:lnTo>
                  <a:pt x="831112" y="96614"/>
                </a:lnTo>
                <a:lnTo>
                  <a:pt x="819250" y="96614"/>
                </a:lnTo>
                <a:close/>
                <a:moveTo>
                  <a:pt x="846972" y="102414"/>
                </a:moveTo>
                <a:lnTo>
                  <a:pt x="858505" y="104127"/>
                </a:lnTo>
                <a:cubicBezTo>
                  <a:pt x="858989" y="107686"/>
                  <a:pt x="860329" y="110278"/>
                  <a:pt x="862525" y="111904"/>
                </a:cubicBezTo>
                <a:cubicBezTo>
                  <a:pt x="865469" y="114101"/>
                  <a:pt x="869489" y="115199"/>
                  <a:pt x="874586" y="115199"/>
                </a:cubicBezTo>
                <a:cubicBezTo>
                  <a:pt x="880078" y="115199"/>
                  <a:pt x="884317" y="114098"/>
                  <a:pt x="887305" y="111895"/>
                </a:cubicBezTo>
                <a:cubicBezTo>
                  <a:pt x="890293" y="109695"/>
                  <a:pt x="892314" y="106612"/>
                  <a:pt x="893368" y="102648"/>
                </a:cubicBezTo>
                <a:cubicBezTo>
                  <a:pt x="893983" y="100228"/>
                  <a:pt x="894269" y="95142"/>
                  <a:pt x="894225" y="87392"/>
                </a:cubicBezTo>
                <a:cubicBezTo>
                  <a:pt x="889040" y="93540"/>
                  <a:pt x="882582" y="96614"/>
                  <a:pt x="874849" y="96614"/>
                </a:cubicBezTo>
                <a:cubicBezTo>
                  <a:pt x="865227" y="96614"/>
                  <a:pt x="857780" y="93143"/>
                  <a:pt x="852508" y="86201"/>
                </a:cubicBezTo>
                <a:cubicBezTo>
                  <a:pt x="847236" y="79260"/>
                  <a:pt x="844600" y="70934"/>
                  <a:pt x="844600" y="61224"/>
                </a:cubicBezTo>
                <a:cubicBezTo>
                  <a:pt x="844600" y="54546"/>
                  <a:pt x="845808" y="48384"/>
                  <a:pt x="848224" y="42738"/>
                </a:cubicBezTo>
                <a:cubicBezTo>
                  <a:pt x="850641" y="37093"/>
                  <a:pt x="854145" y="32732"/>
                  <a:pt x="858736" y="29656"/>
                </a:cubicBezTo>
                <a:cubicBezTo>
                  <a:pt x="863327" y="26581"/>
                  <a:pt x="868720" y="25043"/>
                  <a:pt x="874915" y="25043"/>
                </a:cubicBezTo>
                <a:cubicBezTo>
                  <a:pt x="883175" y="25043"/>
                  <a:pt x="889985" y="28404"/>
                  <a:pt x="895345" y="35126"/>
                </a:cubicBezTo>
                <a:lnTo>
                  <a:pt x="895345" y="26625"/>
                </a:lnTo>
                <a:lnTo>
                  <a:pt x="906285" y="26625"/>
                </a:lnTo>
                <a:lnTo>
                  <a:pt x="906285" y="87165"/>
                </a:lnTo>
                <a:cubicBezTo>
                  <a:pt x="906285" y="98068"/>
                  <a:pt x="905176" y="105795"/>
                  <a:pt x="902957" y="110345"/>
                </a:cubicBezTo>
                <a:cubicBezTo>
                  <a:pt x="900738" y="114895"/>
                  <a:pt x="897223" y="118489"/>
                  <a:pt x="892413" y="121126"/>
                </a:cubicBezTo>
                <a:cubicBezTo>
                  <a:pt x="887602" y="123765"/>
                  <a:pt x="881681" y="125084"/>
                  <a:pt x="874652" y="125084"/>
                </a:cubicBezTo>
                <a:cubicBezTo>
                  <a:pt x="866304" y="125084"/>
                  <a:pt x="859560" y="123201"/>
                  <a:pt x="854419" y="119433"/>
                </a:cubicBezTo>
                <a:cubicBezTo>
                  <a:pt x="849279" y="115666"/>
                  <a:pt x="846796" y="109993"/>
                  <a:pt x="846972" y="102414"/>
                </a:cubicBezTo>
                <a:moveTo>
                  <a:pt x="856792" y="60369"/>
                </a:moveTo>
                <a:cubicBezTo>
                  <a:pt x="856792" y="69529"/>
                  <a:pt x="858615" y="76212"/>
                  <a:pt x="862262" y="80418"/>
                </a:cubicBezTo>
                <a:cubicBezTo>
                  <a:pt x="865908" y="84625"/>
                  <a:pt x="870478" y="86729"/>
                  <a:pt x="875970" y="86729"/>
                </a:cubicBezTo>
                <a:cubicBezTo>
                  <a:pt x="881418" y="86729"/>
                  <a:pt x="885987" y="84636"/>
                  <a:pt x="889678" y="80451"/>
                </a:cubicBezTo>
                <a:cubicBezTo>
                  <a:pt x="893368" y="76267"/>
                  <a:pt x="895213" y="69704"/>
                  <a:pt x="895213" y="60763"/>
                </a:cubicBezTo>
                <a:cubicBezTo>
                  <a:pt x="895213" y="52217"/>
                  <a:pt x="893313" y="45775"/>
                  <a:pt x="889513" y="41437"/>
                </a:cubicBezTo>
                <a:cubicBezTo>
                  <a:pt x="885712" y="37098"/>
                  <a:pt x="881132" y="34929"/>
                  <a:pt x="875772" y="34929"/>
                </a:cubicBezTo>
                <a:cubicBezTo>
                  <a:pt x="870500" y="34929"/>
                  <a:pt x="866018" y="37065"/>
                  <a:pt x="862328" y="41338"/>
                </a:cubicBezTo>
                <a:cubicBezTo>
                  <a:pt x="858637" y="45611"/>
                  <a:pt x="856792" y="51954"/>
                  <a:pt x="856792" y="60369"/>
                </a:cubicBezTo>
                <a:close/>
                <a:moveTo>
                  <a:pt x="924190" y="96614"/>
                </a:moveTo>
                <a:lnTo>
                  <a:pt x="924190" y="0"/>
                </a:lnTo>
                <a:lnTo>
                  <a:pt x="936053" y="0"/>
                </a:lnTo>
                <a:lnTo>
                  <a:pt x="936053" y="34665"/>
                </a:lnTo>
                <a:cubicBezTo>
                  <a:pt x="941589" y="28251"/>
                  <a:pt x="948575" y="25043"/>
                  <a:pt x="957010" y="25043"/>
                </a:cubicBezTo>
                <a:cubicBezTo>
                  <a:pt x="962195" y="25043"/>
                  <a:pt x="966698" y="26065"/>
                  <a:pt x="970520" y="28108"/>
                </a:cubicBezTo>
                <a:cubicBezTo>
                  <a:pt x="974343" y="30151"/>
                  <a:pt x="977078" y="32974"/>
                  <a:pt x="978725" y="36576"/>
                </a:cubicBezTo>
                <a:cubicBezTo>
                  <a:pt x="980373" y="40179"/>
                  <a:pt x="981197" y="45407"/>
                  <a:pt x="981197" y="52261"/>
                </a:cubicBezTo>
                <a:lnTo>
                  <a:pt x="981197" y="96614"/>
                </a:lnTo>
                <a:lnTo>
                  <a:pt x="969334" y="96614"/>
                </a:lnTo>
                <a:lnTo>
                  <a:pt x="969334" y="52261"/>
                </a:lnTo>
                <a:cubicBezTo>
                  <a:pt x="969334" y="46330"/>
                  <a:pt x="968049" y="42013"/>
                  <a:pt x="965479" y="39311"/>
                </a:cubicBezTo>
                <a:cubicBezTo>
                  <a:pt x="962909" y="36609"/>
                  <a:pt x="959273" y="35258"/>
                  <a:pt x="954572" y="35258"/>
                </a:cubicBezTo>
                <a:cubicBezTo>
                  <a:pt x="951057" y="35258"/>
                  <a:pt x="947751" y="36170"/>
                  <a:pt x="944653" y="37993"/>
                </a:cubicBezTo>
                <a:cubicBezTo>
                  <a:pt x="941556" y="39817"/>
                  <a:pt x="939348" y="42288"/>
                  <a:pt x="938030" y="45407"/>
                </a:cubicBezTo>
                <a:cubicBezTo>
                  <a:pt x="936712" y="48527"/>
                  <a:pt x="936053" y="52832"/>
                  <a:pt x="936053" y="58324"/>
                </a:cubicBezTo>
                <a:lnTo>
                  <a:pt x="936053" y="96614"/>
                </a:lnTo>
                <a:lnTo>
                  <a:pt x="924190" y="96614"/>
                </a:lnTo>
                <a:close/>
                <a:moveTo>
                  <a:pt x="1025134" y="86136"/>
                </a:moveTo>
                <a:lnTo>
                  <a:pt x="1026847" y="96614"/>
                </a:lnTo>
                <a:cubicBezTo>
                  <a:pt x="1023508" y="97229"/>
                  <a:pt x="1020520" y="97537"/>
                  <a:pt x="1017884" y="97537"/>
                </a:cubicBezTo>
                <a:cubicBezTo>
                  <a:pt x="1013579" y="97537"/>
                  <a:pt x="1010239" y="96856"/>
                  <a:pt x="1007867" y="95494"/>
                </a:cubicBezTo>
                <a:cubicBezTo>
                  <a:pt x="1005494" y="94132"/>
                  <a:pt x="1003825" y="92341"/>
                  <a:pt x="1002858" y="90123"/>
                </a:cubicBezTo>
                <a:cubicBezTo>
                  <a:pt x="1001892" y="87904"/>
                  <a:pt x="1001408" y="83236"/>
                  <a:pt x="1001408" y="76118"/>
                </a:cubicBezTo>
                <a:lnTo>
                  <a:pt x="1001408" y="35851"/>
                </a:lnTo>
                <a:lnTo>
                  <a:pt x="992709" y="35851"/>
                </a:lnTo>
                <a:lnTo>
                  <a:pt x="992709" y="26625"/>
                </a:lnTo>
                <a:lnTo>
                  <a:pt x="1001408" y="26625"/>
                </a:lnTo>
                <a:lnTo>
                  <a:pt x="1001408" y="9245"/>
                </a:lnTo>
                <a:lnTo>
                  <a:pt x="1013205" y="2109"/>
                </a:lnTo>
                <a:lnTo>
                  <a:pt x="1013205" y="26625"/>
                </a:lnTo>
                <a:lnTo>
                  <a:pt x="1025134" y="26625"/>
                </a:lnTo>
                <a:lnTo>
                  <a:pt x="1025134" y="35851"/>
                </a:lnTo>
                <a:lnTo>
                  <a:pt x="1013205" y="35851"/>
                </a:lnTo>
                <a:lnTo>
                  <a:pt x="1013205" y="76777"/>
                </a:lnTo>
                <a:cubicBezTo>
                  <a:pt x="1013205" y="80160"/>
                  <a:pt x="1013414" y="82335"/>
                  <a:pt x="1013831" y="83302"/>
                </a:cubicBezTo>
                <a:cubicBezTo>
                  <a:pt x="1014249" y="84268"/>
                  <a:pt x="1014930" y="85037"/>
                  <a:pt x="1015874" y="85608"/>
                </a:cubicBezTo>
                <a:cubicBezTo>
                  <a:pt x="1016819" y="86179"/>
                  <a:pt x="1018170" y="86465"/>
                  <a:pt x="1019927" y="86465"/>
                </a:cubicBezTo>
                <a:cubicBezTo>
                  <a:pt x="1021245" y="86465"/>
                  <a:pt x="1022981" y="86355"/>
                  <a:pt x="1025134" y="86136"/>
                </a:cubicBezTo>
                <a:close/>
                <a:moveTo>
                  <a:pt x="1100177" y="86136"/>
                </a:moveTo>
                <a:lnTo>
                  <a:pt x="1101890" y="96614"/>
                </a:lnTo>
                <a:cubicBezTo>
                  <a:pt x="1098551" y="97229"/>
                  <a:pt x="1095563" y="97537"/>
                  <a:pt x="1092927" y="97537"/>
                </a:cubicBezTo>
                <a:cubicBezTo>
                  <a:pt x="1088622" y="97537"/>
                  <a:pt x="1085283" y="96856"/>
                  <a:pt x="1082910" y="95494"/>
                </a:cubicBezTo>
                <a:cubicBezTo>
                  <a:pt x="1080537" y="94132"/>
                  <a:pt x="1078868" y="92341"/>
                  <a:pt x="1077901" y="90123"/>
                </a:cubicBezTo>
                <a:cubicBezTo>
                  <a:pt x="1076935" y="87904"/>
                  <a:pt x="1076451" y="83236"/>
                  <a:pt x="1076451" y="76118"/>
                </a:cubicBezTo>
                <a:lnTo>
                  <a:pt x="1076451" y="35851"/>
                </a:lnTo>
                <a:lnTo>
                  <a:pt x="1067752" y="35851"/>
                </a:lnTo>
                <a:lnTo>
                  <a:pt x="1067752" y="26625"/>
                </a:lnTo>
                <a:lnTo>
                  <a:pt x="1076451" y="26625"/>
                </a:lnTo>
                <a:lnTo>
                  <a:pt x="1076451" y="9245"/>
                </a:lnTo>
                <a:lnTo>
                  <a:pt x="1088248" y="2109"/>
                </a:lnTo>
                <a:lnTo>
                  <a:pt x="1088248" y="26625"/>
                </a:lnTo>
                <a:lnTo>
                  <a:pt x="1100177" y="26625"/>
                </a:lnTo>
                <a:lnTo>
                  <a:pt x="1100177" y="35851"/>
                </a:lnTo>
                <a:lnTo>
                  <a:pt x="1088248" y="35851"/>
                </a:lnTo>
                <a:lnTo>
                  <a:pt x="1088248" y="76777"/>
                </a:lnTo>
                <a:cubicBezTo>
                  <a:pt x="1088248" y="80160"/>
                  <a:pt x="1088457" y="82335"/>
                  <a:pt x="1088874" y="83302"/>
                </a:cubicBezTo>
                <a:cubicBezTo>
                  <a:pt x="1089292" y="84268"/>
                  <a:pt x="1089973" y="85037"/>
                  <a:pt x="1090917" y="85608"/>
                </a:cubicBezTo>
                <a:cubicBezTo>
                  <a:pt x="1091862" y="86179"/>
                  <a:pt x="1093213" y="86465"/>
                  <a:pt x="1094970" y="86465"/>
                </a:cubicBezTo>
                <a:cubicBezTo>
                  <a:pt x="1096288" y="86465"/>
                  <a:pt x="1098024" y="86355"/>
                  <a:pt x="1100177" y="86136"/>
                </a:cubicBezTo>
                <a:close/>
                <a:moveTo>
                  <a:pt x="1107383" y="61620"/>
                </a:moveTo>
                <a:cubicBezTo>
                  <a:pt x="1107383" y="48659"/>
                  <a:pt x="1110986" y="39059"/>
                  <a:pt x="1118191" y="32820"/>
                </a:cubicBezTo>
                <a:cubicBezTo>
                  <a:pt x="1124210" y="27635"/>
                  <a:pt x="1131547" y="25043"/>
                  <a:pt x="1140203" y="25043"/>
                </a:cubicBezTo>
                <a:cubicBezTo>
                  <a:pt x="1149825" y="25043"/>
                  <a:pt x="1157689" y="28196"/>
                  <a:pt x="1163796" y="34500"/>
                </a:cubicBezTo>
                <a:cubicBezTo>
                  <a:pt x="1169903" y="40805"/>
                  <a:pt x="1172957" y="49515"/>
                  <a:pt x="1172957" y="60631"/>
                </a:cubicBezTo>
                <a:cubicBezTo>
                  <a:pt x="1172957" y="69638"/>
                  <a:pt x="1171606" y="76722"/>
                  <a:pt x="1168904" y="81885"/>
                </a:cubicBezTo>
                <a:cubicBezTo>
                  <a:pt x="1166202" y="87047"/>
                  <a:pt x="1162269" y="91056"/>
                  <a:pt x="1157107" y="93912"/>
                </a:cubicBezTo>
                <a:cubicBezTo>
                  <a:pt x="1151944" y="96768"/>
                  <a:pt x="1146310" y="98196"/>
                  <a:pt x="1140203" y="98196"/>
                </a:cubicBezTo>
                <a:cubicBezTo>
                  <a:pt x="1130405" y="98196"/>
                  <a:pt x="1122486" y="95054"/>
                  <a:pt x="1116445" y="88772"/>
                </a:cubicBezTo>
                <a:cubicBezTo>
                  <a:pt x="1110403" y="82489"/>
                  <a:pt x="1107383" y="73438"/>
                  <a:pt x="1107383" y="61620"/>
                </a:cubicBezTo>
                <a:moveTo>
                  <a:pt x="1119575" y="61587"/>
                </a:moveTo>
                <a:cubicBezTo>
                  <a:pt x="1119575" y="70516"/>
                  <a:pt x="1121530" y="77203"/>
                  <a:pt x="1125440" y="81646"/>
                </a:cubicBezTo>
                <a:cubicBezTo>
                  <a:pt x="1129351" y="86089"/>
                  <a:pt x="1134271" y="88310"/>
                  <a:pt x="1140203" y="88310"/>
                </a:cubicBezTo>
                <a:cubicBezTo>
                  <a:pt x="1146090" y="88310"/>
                  <a:pt x="1150989" y="86078"/>
                  <a:pt x="1154899" y="81613"/>
                </a:cubicBezTo>
                <a:cubicBezTo>
                  <a:pt x="1158809" y="77148"/>
                  <a:pt x="1160765" y="70341"/>
                  <a:pt x="1160765" y="61193"/>
                </a:cubicBezTo>
                <a:cubicBezTo>
                  <a:pt x="1160765" y="52570"/>
                  <a:pt x="1158798" y="46036"/>
                  <a:pt x="1154866" y="41593"/>
                </a:cubicBezTo>
                <a:cubicBezTo>
                  <a:pt x="1150934" y="37150"/>
                  <a:pt x="1146046" y="34929"/>
                  <a:pt x="1140203" y="34929"/>
                </a:cubicBezTo>
                <a:cubicBezTo>
                  <a:pt x="1134271" y="34929"/>
                  <a:pt x="1129351" y="37139"/>
                  <a:pt x="1125440" y="41560"/>
                </a:cubicBezTo>
                <a:cubicBezTo>
                  <a:pt x="1121530" y="45981"/>
                  <a:pt x="1119575" y="52657"/>
                  <a:pt x="1119575" y="61587"/>
                </a:cubicBezTo>
                <a:close/>
                <a:moveTo>
                  <a:pt x="1224363" y="123503"/>
                </a:moveTo>
                <a:lnTo>
                  <a:pt x="1224363" y="26625"/>
                </a:lnTo>
                <a:lnTo>
                  <a:pt x="1235171" y="26625"/>
                </a:lnTo>
                <a:lnTo>
                  <a:pt x="1235171" y="35654"/>
                </a:lnTo>
                <a:cubicBezTo>
                  <a:pt x="1237720" y="32117"/>
                  <a:pt x="1240597" y="29464"/>
                  <a:pt x="1243805" y="27696"/>
                </a:cubicBezTo>
                <a:cubicBezTo>
                  <a:pt x="1247012" y="25927"/>
                  <a:pt x="1250900" y="25043"/>
                  <a:pt x="1255470" y="25043"/>
                </a:cubicBezTo>
                <a:cubicBezTo>
                  <a:pt x="1261445" y="25043"/>
                  <a:pt x="1266717" y="26581"/>
                  <a:pt x="1271286" y="29656"/>
                </a:cubicBezTo>
                <a:cubicBezTo>
                  <a:pt x="1275856" y="32732"/>
                  <a:pt x="1279305" y="37071"/>
                  <a:pt x="1281633" y="42672"/>
                </a:cubicBezTo>
                <a:cubicBezTo>
                  <a:pt x="1283962" y="48274"/>
                  <a:pt x="1285126" y="54414"/>
                  <a:pt x="1285126" y="61092"/>
                </a:cubicBezTo>
                <a:cubicBezTo>
                  <a:pt x="1285126" y="68254"/>
                  <a:pt x="1283841" y="74701"/>
                  <a:pt x="1281271" y="80435"/>
                </a:cubicBezTo>
                <a:cubicBezTo>
                  <a:pt x="1278701" y="86169"/>
                  <a:pt x="1274966" y="90562"/>
                  <a:pt x="1270067" y="93616"/>
                </a:cubicBezTo>
                <a:cubicBezTo>
                  <a:pt x="1265168" y="96669"/>
                  <a:pt x="1260017" y="98196"/>
                  <a:pt x="1254613" y="98196"/>
                </a:cubicBezTo>
                <a:cubicBezTo>
                  <a:pt x="1250659" y="98196"/>
                  <a:pt x="1247111" y="97350"/>
                  <a:pt x="1243970" y="95659"/>
                </a:cubicBezTo>
                <a:cubicBezTo>
                  <a:pt x="1240828" y="93966"/>
                  <a:pt x="1238247" y="91828"/>
                  <a:pt x="1236226" y="89245"/>
                </a:cubicBezTo>
                <a:lnTo>
                  <a:pt x="1236226" y="123503"/>
                </a:lnTo>
                <a:lnTo>
                  <a:pt x="1224363" y="123503"/>
                </a:lnTo>
                <a:moveTo>
                  <a:pt x="1235106" y="61916"/>
                </a:moveTo>
                <a:cubicBezTo>
                  <a:pt x="1235106" y="70912"/>
                  <a:pt x="1236929" y="77560"/>
                  <a:pt x="1240575" y="81860"/>
                </a:cubicBezTo>
                <a:cubicBezTo>
                  <a:pt x="1244222" y="86160"/>
                  <a:pt x="1248638" y="88310"/>
                  <a:pt x="1253822" y="88310"/>
                </a:cubicBezTo>
                <a:cubicBezTo>
                  <a:pt x="1259094" y="88310"/>
                  <a:pt x="1263609" y="86083"/>
                  <a:pt x="1267365" y="81629"/>
                </a:cubicBezTo>
                <a:cubicBezTo>
                  <a:pt x="1271122" y="77175"/>
                  <a:pt x="1273000" y="70275"/>
                  <a:pt x="1273000" y="60928"/>
                </a:cubicBezTo>
                <a:cubicBezTo>
                  <a:pt x="1273000" y="52020"/>
                  <a:pt x="1271166" y="45350"/>
                  <a:pt x="1267497" y="40918"/>
                </a:cubicBezTo>
                <a:cubicBezTo>
                  <a:pt x="1263828" y="36486"/>
                  <a:pt x="1259446" y="34270"/>
                  <a:pt x="1254349" y="34270"/>
                </a:cubicBezTo>
                <a:cubicBezTo>
                  <a:pt x="1249297" y="34270"/>
                  <a:pt x="1244826" y="36628"/>
                  <a:pt x="1240938" y="41346"/>
                </a:cubicBezTo>
                <a:cubicBezTo>
                  <a:pt x="1237050" y="46064"/>
                  <a:pt x="1235106" y="52920"/>
                  <a:pt x="1235106" y="61916"/>
                </a:cubicBezTo>
                <a:close/>
                <a:moveTo>
                  <a:pt x="1299275" y="96614"/>
                </a:moveTo>
                <a:lnTo>
                  <a:pt x="1299275" y="26625"/>
                </a:lnTo>
                <a:lnTo>
                  <a:pt x="1309951" y="26625"/>
                </a:lnTo>
                <a:lnTo>
                  <a:pt x="1309951" y="37169"/>
                </a:lnTo>
                <a:cubicBezTo>
                  <a:pt x="1312675" y="32232"/>
                  <a:pt x="1315190" y="28977"/>
                  <a:pt x="1317497" y="27403"/>
                </a:cubicBezTo>
                <a:cubicBezTo>
                  <a:pt x="1319803" y="25830"/>
                  <a:pt x="1322341" y="25043"/>
                  <a:pt x="1325109" y="25043"/>
                </a:cubicBezTo>
                <a:cubicBezTo>
                  <a:pt x="1329107" y="25043"/>
                  <a:pt x="1333171" y="26312"/>
                  <a:pt x="1337301" y="28849"/>
                </a:cubicBezTo>
                <a:lnTo>
                  <a:pt x="1333215" y="39806"/>
                </a:lnTo>
                <a:cubicBezTo>
                  <a:pt x="1330315" y="38092"/>
                  <a:pt x="1327415" y="37235"/>
                  <a:pt x="1324516" y="37235"/>
                </a:cubicBezTo>
                <a:cubicBezTo>
                  <a:pt x="1321923" y="37235"/>
                  <a:pt x="1319595" y="38017"/>
                  <a:pt x="1317530" y="39579"/>
                </a:cubicBezTo>
                <a:cubicBezTo>
                  <a:pt x="1315465" y="41140"/>
                  <a:pt x="1313993" y="43306"/>
                  <a:pt x="1313114" y="46077"/>
                </a:cubicBezTo>
                <a:cubicBezTo>
                  <a:pt x="1311796" y="50299"/>
                  <a:pt x="1311137" y="54917"/>
                  <a:pt x="1311137" y="59931"/>
                </a:cubicBezTo>
                <a:lnTo>
                  <a:pt x="1311137" y="96614"/>
                </a:lnTo>
                <a:lnTo>
                  <a:pt x="1299275" y="96614"/>
                </a:lnTo>
                <a:close/>
                <a:moveTo>
                  <a:pt x="1344417" y="13708"/>
                </a:moveTo>
                <a:lnTo>
                  <a:pt x="1344417" y="0"/>
                </a:lnTo>
                <a:lnTo>
                  <a:pt x="1356280" y="0"/>
                </a:lnTo>
                <a:lnTo>
                  <a:pt x="1356280" y="13708"/>
                </a:lnTo>
                <a:lnTo>
                  <a:pt x="1344417" y="13708"/>
                </a:lnTo>
                <a:moveTo>
                  <a:pt x="1344417" y="96614"/>
                </a:moveTo>
                <a:lnTo>
                  <a:pt x="1344417" y="26625"/>
                </a:lnTo>
                <a:lnTo>
                  <a:pt x="1356280" y="26625"/>
                </a:lnTo>
                <a:lnTo>
                  <a:pt x="1356280" y="96614"/>
                </a:lnTo>
                <a:lnTo>
                  <a:pt x="1344417" y="96614"/>
                </a:lnTo>
                <a:close/>
                <a:moveTo>
                  <a:pt x="1393756" y="96614"/>
                </a:moveTo>
                <a:lnTo>
                  <a:pt x="1367131" y="26625"/>
                </a:lnTo>
                <a:lnTo>
                  <a:pt x="1379653" y="26625"/>
                </a:lnTo>
                <a:lnTo>
                  <a:pt x="1394679" y="68539"/>
                </a:lnTo>
                <a:cubicBezTo>
                  <a:pt x="1396304" y="73065"/>
                  <a:pt x="1397798" y="77766"/>
                  <a:pt x="1399160" y="82643"/>
                </a:cubicBezTo>
                <a:cubicBezTo>
                  <a:pt x="1400215" y="78952"/>
                  <a:pt x="1401687" y="74515"/>
                  <a:pt x="1403576" y="69330"/>
                </a:cubicBezTo>
                <a:lnTo>
                  <a:pt x="1419129" y="26625"/>
                </a:lnTo>
                <a:lnTo>
                  <a:pt x="1431321" y="26625"/>
                </a:lnTo>
                <a:lnTo>
                  <a:pt x="1404828" y="96614"/>
                </a:lnTo>
                <a:lnTo>
                  <a:pt x="1393756" y="96614"/>
                </a:lnTo>
                <a:close/>
                <a:moveTo>
                  <a:pt x="1487471" y="87973"/>
                </a:moveTo>
                <a:cubicBezTo>
                  <a:pt x="1483077" y="91710"/>
                  <a:pt x="1478848" y="94348"/>
                  <a:pt x="1474784" y="95887"/>
                </a:cubicBezTo>
                <a:cubicBezTo>
                  <a:pt x="1470720" y="97426"/>
                  <a:pt x="1466360" y="98196"/>
                  <a:pt x="1461702" y="98196"/>
                </a:cubicBezTo>
                <a:cubicBezTo>
                  <a:pt x="1454014" y="98196"/>
                  <a:pt x="1448104" y="96316"/>
                  <a:pt x="1443974" y="92557"/>
                </a:cubicBezTo>
                <a:cubicBezTo>
                  <a:pt x="1439845" y="88798"/>
                  <a:pt x="1437780" y="83994"/>
                  <a:pt x="1437780" y="78147"/>
                </a:cubicBezTo>
                <a:cubicBezTo>
                  <a:pt x="1437780" y="74719"/>
                  <a:pt x="1438559" y="71587"/>
                  <a:pt x="1440119" y="68752"/>
                </a:cubicBezTo>
                <a:cubicBezTo>
                  <a:pt x="1441679" y="65915"/>
                  <a:pt x="1443722" y="63639"/>
                  <a:pt x="1446248" y="61924"/>
                </a:cubicBezTo>
                <a:cubicBezTo>
                  <a:pt x="1448774" y="60209"/>
                  <a:pt x="1451619" y="58913"/>
                  <a:pt x="1454783" y="58034"/>
                </a:cubicBezTo>
                <a:cubicBezTo>
                  <a:pt x="1457111" y="57418"/>
                  <a:pt x="1460626" y="56824"/>
                  <a:pt x="1465327" y="56253"/>
                </a:cubicBezTo>
                <a:cubicBezTo>
                  <a:pt x="1474905" y="55118"/>
                  <a:pt x="1481957" y="53766"/>
                  <a:pt x="1486482" y="52195"/>
                </a:cubicBezTo>
                <a:cubicBezTo>
                  <a:pt x="1486526" y="50577"/>
                  <a:pt x="1486548" y="49548"/>
                  <a:pt x="1486548" y="49110"/>
                </a:cubicBezTo>
                <a:cubicBezTo>
                  <a:pt x="1486548" y="44295"/>
                  <a:pt x="1485428" y="40903"/>
                  <a:pt x="1483187" y="38934"/>
                </a:cubicBezTo>
                <a:cubicBezTo>
                  <a:pt x="1480155" y="36264"/>
                  <a:pt x="1475652" y="34929"/>
                  <a:pt x="1469677" y="34929"/>
                </a:cubicBezTo>
                <a:cubicBezTo>
                  <a:pt x="1464097" y="34929"/>
                  <a:pt x="1459978" y="35906"/>
                  <a:pt x="1457320" y="37861"/>
                </a:cubicBezTo>
                <a:cubicBezTo>
                  <a:pt x="1454662" y="39817"/>
                  <a:pt x="1452696" y="43276"/>
                  <a:pt x="1451422" y="48241"/>
                </a:cubicBezTo>
                <a:lnTo>
                  <a:pt x="1439823" y="46660"/>
                </a:lnTo>
                <a:cubicBezTo>
                  <a:pt x="1440877" y="41680"/>
                  <a:pt x="1442612" y="37658"/>
                  <a:pt x="1445029" y="34595"/>
                </a:cubicBezTo>
                <a:cubicBezTo>
                  <a:pt x="1447445" y="31532"/>
                  <a:pt x="1450938" y="29175"/>
                  <a:pt x="1455508" y="27523"/>
                </a:cubicBezTo>
                <a:cubicBezTo>
                  <a:pt x="1460077" y="25870"/>
                  <a:pt x="1465371" y="25043"/>
                  <a:pt x="1471390" y="25043"/>
                </a:cubicBezTo>
                <a:cubicBezTo>
                  <a:pt x="1477365" y="25043"/>
                  <a:pt x="1482220" y="25746"/>
                  <a:pt x="1485955" y="27152"/>
                </a:cubicBezTo>
                <a:cubicBezTo>
                  <a:pt x="1489689" y="28558"/>
                  <a:pt x="1492435" y="30326"/>
                  <a:pt x="1494193" y="32457"/>
                </a:cubicBezTo>
                <a:cubicBezTo>
                  <a:pt x="1495950" y="34588"/>
                  <a:pt x="1497180" y="37279"/>
                  <a:pt x="1497883" y="40531"/>
                </a:cubicBezTo>
                <a:cubicBezTo>
                  <a:pt x="1498279" y="42552"/>
                  <a:pt x="1498476" y="46198"/>
                  <a:pt x="1498476" y="51470"/>
                </a:cubicBezTo>
                <a:lnTo>
                  <a:pt x="1498476" y="67287"/>
                </a:lnTo>
                <a:cubicBezTo>
                  <a:pt x="1498476" y="78315"/>
                  <a:pt x="1498729" y="85290"/>
                  <a:pt x="1499234" y="88212"/>
                </a:cubicBezTo>
                <a:cubicBezTo>
                  <a:pt x="1499740" y="91133"/>
                  <a:pt x="1500739" y="93934"/>
                  <a:pt x="1502233" y="96614"/>
                </a:cubicBezTo>
                <a:lnTo>
                  <a:pt x="1489843" y="96614"/>
                </a:lnTo>
                <a:cubicBezTo>
                  <a:pt x="1488613" y="94151"/>
                  <a:pt x="1487822" y="91271"/>
                  <a:pt x="1487471" y="87973"/>
                </a:cubicBezTo>
                <a:moveTo>
                  <a:pt x="1486482" y="61422"/>
                </a:moveTo>
                <a:cubicBezTo>
                  <a:pt x="1482176" y="63194"/>
                  <a:pt x="1475718" y="64701"/>
                  <a:pt x="1467107" y="65940"/>
                </a:cubicBezTo>
                <a:cubicBezTo>
                  <a:pt x="1462230" y="66646"/>
                  <a:pt x="1458781" y="67440"/>
                  <a:pt x="1456760" y="68323"/>
                </a:cubicBezTo>
                <a:cubicBezTo>
                  <a:pt x="1454739" y="69205"/>
                  <a:pt x="1453179" y="70495"/>
                  <a:pt x="1452081" y="72195"/>
                </a:cubicBezTo>
                <a:cubicBezTo>
                  <a:pt x="1450982" y="73893"/>
                  <a:pt x="1450433" y="75779"/>
                  <a:pt x="1450433" y="77852"/>
                </a:cubicBezTo>
                <a:cubicBezTo>
                  <a:pt x="1450433" y="81028"/>
                  <a:pt x="1451630" y="83675"/>
                  <a:pt x="1454025" y="85794"/>
                </a:cubicBezTo>
                <a:cubicBezTo>
                  <a:pt x="1456419" y="87911"/>
                  <a:pt x="1459923" y="88969"/>
                  <a:pt x="1464536" y="88969"/>
                </a:cubicBezTo>
                <a:cubicBezTo>
                  <a:pt x="1469106" y="88969"/>
                  <a:pt x="1473170" y="87965"/>
                  <a:pt x="1476728" y="85956"/>
                </a:cubicBezTo>
                <a:cubicBezTo>
                  <a:pt x="1480287" y="83948"/>
                  <a:pt x="1482901" y="81200"/>
                  <a:pt x="1484571" y="77712"/>
                </a:cubicBezTo>
                <a:cubicBezTo>
                  <a:pt x="1485845" y="75018"/>
                  <a:pt x="1486482" y="71045"/>
                  <a:pt x="1486482" y="65792"/>
                </a:cubicBezTo>
                <a:lnTo>
                  <a:pt x="1486482" y="61422"/>
                </a:lnTo>
                <a:close/>
                <a:moveTo>
                  <a:pt x="1562514" y="70912"/>
                </a:moveTo>
                <a:lnTo>
                  <a:pt x="1574179" y="72428"/>
                </a:lnTo>
                <a:cubicBezTo>
                  <a:pt x="1572905" y="80488"/>
                  <a:pt x="1569642" y="86799"/>
                  <a:pt x="1564392" y="91358"/>
                </a:cubicBezTo>
                <a:cubicBezTo>
                  <a:pt x="1559142" y="95917"/>
                  <a:pt x="1552694" y="98196"/>
                  <a:pt x="1545049" y="98196"/>
                </a:cubicBezTo>
                <a:cubicBezTo>
                  <a:pt x="1535471" y="98196"/>
                  <a:pt x="1527772" y="95065"/>
                  <a:pt x="1521950" y="88805"/>
                </a:cubicBezTo>
                <a:cubicBezTo>
                  <a:pt x="1516129" y="82544"/>
                  <a:pt x="1513218" y="73570"/>
                  <a:pt x="1513218" y="61883"/>
                </a:cubicBezTo>
                <a:cubicBezTo>
                  <a:pt x="1513218" y="54326"/>
                  <a:pt x="1514470" y="47714"/>
                  <a:pt x="1516975" y="42046"/>
                </a:cubicBezTo>
                <a:cubicBezTo>
                  <a:pt x="1519479" y="36379"/>
                  <a:pt x="1523290" y="32128"/>
                  <a:pt x="1528409" y="29294"/>
                </a:cubicBezTo>
                <a:cubicBezTo>
                  <a:pt x="1533527" y="26460"/>
                  <a:pt x="1539096" y="25043"/>
                  <a:pt x="1545115" y="25043"/>
                </a:cubicBezTo>
                <a:cubicBezTo>
                  <a:pt x="1552716" y="25043"/>
                  <a:pt x="1558933" y="26972"/>
                  <a:pt x="1563766" y="30828"/>
                </a:cubicBezTo>
                <a:cubicBezTo>
                  <a:pt x="1568599" y="34684"/>
                  <a:pt x="1571696" y="40158"/>
                  <a:pt x="1573058" y="47253"/>
                </a:cubicBezTo>
                <a:lnTo>
                  <a:pt x="1561525" y="49032"/>
                </a:lnTo>
                <a:cubicBezTo>
                  <a:pt x="1560427" y="44353"/>
                  <a:pt x="1558483" y="40833"/>
                  <a:pt x="1555693" y="38471"/>
                </a:cubicBezTo>
                <a:cubicBezTo>
                  <a:pt x="1552903" y="36109"/>
                  <a:pt x="1549531" y="34929"/>
                  <a:pt x="1545577" y="34929"/>
                </a:cubicBezTo>
                <a:cubicBezTo>
                  <a:pt x="1539601" y="34929"/>
                  <a:pt x="1534747" y="37060"/>
                  <a:pt x="1531012" y="41323"/>
                </a:cubicBezTo>
                <a:cubicBezTo>
                  <a:pt x="1527278" y="45585"/>
                  <a:pt x="1525410" y="52329"/>
                  <a:pt x="1525410" y="61554"/>
                </a:cubicBezTo>
                <a:cubicBezTo>
                  <a:pt x="1525410" y="70911"/>
                  <a:pt x="1527212" y="77710"/>
                  <a:pt x="1530814" y="81951"/>
                </a:cubicBezTo>
                <a:cubicBezTo>
                  <a:pt x="1534417" y="86190"/>
                  <a:pt x="1539118" y="88310"/>
                  <a:pt x="1544918" y="88310"/>
                </a:cubicBezTo>
                <a:cubicBezTo>
                  <a:pt x="1549575" y="88310"/>
                  <a:pt x="1553463" y="86888"/>
                  <a:pt x="1556583" y="84043"/>
                </a:cubicBezTo>
                <a:cubicBezTo>
                  <a:pt x="1559702" y="81198"/>
                  <a:pt x="1561679" y="76821"/>
                  <a:pt x="1562514" y="70912"/>
                </a:cubicBezTo>
                <a:close/>
                <a:moveTo>
                  <a:pt x="1583800" y="123635"/>
                </a:moveTo>
                <a:lnTo>
                  <a:pt x="1582482" y="112497"/>
                </a:lnTo>
                <a:cubicBezTo>
                  <a:pt x="1585074" y="113200"/>
                  <a:pt x="1587337" y="113551"/>
                  <a:pt x="1589270" y="113551"/>
                </a:cubicBezTo>
                <a:cubicBezTo>
                  <a:pt x="1591906" y="113551"/>
                  <a:pt x="1594015" y="113106"/>
                  <a:pt x="1595597" y="112217"/>
                </a:cubicBezTo>
                <a:cubicBezTo>
                  <a:pt x="1597179" y="111328"/>
                  <a:pt x="1598475" y="110084"/>
                  <a:pt x="1599485" y="108483"/>
                </a:cubicBezTo>
                <a:cubicBezTo>
                  <a:pt x="1600232" y="107283"/>
                  <a:pt x="1601440" y="104305"/>
                  <a:pt x="1603110" y="99549"/>
                </a:cubicBezTo>
                <a:cubicBezTo>
                  <a:pt x="1603330" y="98882"/>
                  <a:pt x="1603681" y="97903"/>
                  <a:pt x="1604164" y="96614"/>
                </a:cubicBezTo>
                <a:lnTo>
                  <a:pt x="1577605" y="26625"/>
                </a:lnTo>
                <a:lnTo>
                  <a:pt x="1590391" y="26625"/>
                </a:lnTo>
                <a:lnTo>
                  <a:pt x="1604955" y="67061"/>
                </a:lnTo>
                <a:cubicBezTo>
                  <a:pt x="1606845" y="72190"/>
                  <a:pt x="1608536" y="77582"/>
                  <a:pt x="1610030" y="83236"/>
                </a:cubicBezTo>
                <a:cubicBezTo>
                  <a:pt x="1611392" y="77800"/>
                  <a:pt x="1613017" y="72496"/>
                  <a:pt x="1614907" y="67324"/>
                </a:cubicBezTo>
                <a:lnTo>
                  <a:pt x="1629867" y="26625"/>
                </a:lnTo>
                <a:lnTo>
                  <a:pt x="1641729" y="26625"/>
                </a:lnTo>
                <a:lnTo>
                  <a:pt x="1615104" y="97848"/>
                </a:lnTo>
                <a:cubicBezTo>
                  <a:pt x="1612249" y="105542"/>
                  <a:pt x="1610030" y="110840"/>
                  <a:pt x="1608448" y="113741"/>
                </a:cubicBezTo>
                <a:cubicBezTo>
                  <a:pt x="1606339" y="117654"/>
                  <a:pt x="1603923" y="120523"/>
                  <a:pt x="1601199" y="122347"/>
                </a:cubicBezTo>
                <a:cubicBezTo>
                  <a:pt x="1598475" y="124172"/>
                  <a:pt x="1595224" y="125084"/>
                  <a:pt x="1591445" y="125084"/>
                </a:cubicBezTo>
                <a:cubicBezTo>
                  <a:pt x="1589160" y="125084"/>
                  <a:pt x="1586612" y="124601"/>
                  <a:pt x="1583800" y="123635"/>
                </a:cubicBezTo>
                <a:close/>
                <a:moveTo>
                  <a:pt x="1645275" y="96614"/>
                </a:moveTo>
                <a:lnTo>
                  <a:pt x="1645275" y="83038"/>
                </a:lnTo>
                <a:lnTo>
                  <a:pt x="1658785" y="83038"/>
                </a:lnTo>
                <a:lnTo>
                  <a:pt x="1658785" y="96614"/>
                </a:lnTo>
                <a:lnTo>
                  <a:pt x="1645275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....">
            <a:extLst xmlns:a="http://schemas.openxmlformats.org/drawingml/2006/main">
              <a:ext uri="{FF2B5EF4-FFF2-40B4-BE49-F238E27FC236}">
                <a16:creationId xmlns:a16="http://schemas.microsoft.com/office/drawing/2014/main" id="{68184806-E149-4E3F-AA89-C841CAA8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79" y="4748788"/>
            <a:ext cx="163855" cy="23231"/>
          </a:xfrm>
          <a:custGeom xmlns:a="http://schemas.openxmlformats.org/drawingml/2006/main">
            <a:pathLst>
              <a:path w="163855" h="23231">
                <a:moveTo>
                  <a:pt x="0" y="23231"/>
                </a:moveTo>
                <a:lnTo>
                  <a:pt x="0" y="0"/>
                </a:lnTo>
                <a:lnTo>
                  <a:pt x="23149" y="0"/>
                </a:lnTo>
                <a:lnTo>
                  <a:pt x="23149" y="23231"/>
                </a:lnTo>
                <a:lnTo>
                  <a:pt x="0" y="23231"/>
                </a:lnTo>
                <a:close/>
                <a:moveTo>
                  <a:pt x="46902" y="23231"/>
                </a:moveTo>
                <a:lnTo>
                  <a:pt x="46902" y="0"/>
                </a:lnTo>
                <a:lnTo>
                  <a:pt x="70050" y="0"/>
                </a:lnTo>
                <a:lnTo>
                  <a:pt x="70050" y="23231"/>
                </a:lnTo>
                <a:lnTo>
                  <a:pt x="46902" y="23231"/>
                </a:lnTo>
                <a:close/>
                <a:moveTo>
                  <a:pt x="93804" y="23231"/>
                </a:moveTo>
                <a:lnTo>
                  <a:pt x="93804" y="0"/>
                </a:lnTo>
                <a:lnTo>
                  <a:pt x="116953" y="0"/>
                </a:lnTo>
                <a:lnTo>
                  <a:pt x="116953" y="23231"/>
                </a:lnTo>
                <a:lnTo>
                  <a:pt x="93804" y="23231"/>
                </a:lnTo>
                <a:close/>
                <a:moveTo>
                  <a:pt x="140706" y="23231"/>
                </a:moveTo>
                <a:lnTo>
                  <a:pt x="140706" y="0"/>
                </a:lnTo>
                <a:lnTo>
                  <a:pt x="163855" y="0"/>
                </a:lnTo>
                <a:lnTo>
                  <a:pt x="163855" y="23231"/>
                </a:lnTo>
                <a:lnTo>
                  <a:pt x="140706" y="23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A2BB6-61F8-433D-9DF8-905CDDD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155" y="6615201"/>
            <a:ext cx="261504" cy="328989"/>
          </a:xfrm>
          <a:custGeom xmlns:a="http://schemas.openxmlformats.org/drawingml/2006/main">
            <a:pathLst>
              <a:path w="261504" h="328989" fill="none">
                <a:moveTo>
                  <a:pt x="88574" y="0"/>
                </a:moveTo>
                <a:lnTo>
                  <a:pt x="172930" y="0"/>
                </a:lnTo>
                <a:lnTo>
                  <a:pt x="172930" y="168712"/>
                </a:lnTo>
                <a:lnTo>
                  <a:pt x="261504" y="168712"/>
                </a:lnTo>
                <a:lnTo>
                  <a:pt x="130752" y="328989"/>
                </a:lnTo>
                <a:lnTo>
                  <a:pt x="0" y="168712"/>
                </a:lnTo>
                <a:lnTo>
                  <a:pt x="88574" y="168712"/>
                </a:lnTo>
                <a:lnTo>
                  <a:pt x="8857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7CE75-C906-43A5-8D61-3DDA7E0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7" y="7015893"/>
            <a:ext cx="2193260" cy="337425"/>
          </a:xfrm>
          <a:custGeom xmlns:a="http://schemas.openxmlformats.org/drawingml/2006/main">
            <a:pathLst>
              <a:path w="2193260" h="337425">
                <a:moveTo>
                  <a:pt x="50614" y="0"/>
                </a:moveTo>
                <a:lnTo>
                  <a:pt x="2142647" y="0"/>
                </a:lnTo>
                <a:cubicBezTo>
                  <a:pt x="2145970" y="0"/>
                  <a:pt x="2149261" y="324"/>
                  <a:pt x="2152520" y="973"/>
                </a:cubicBezTo>
                <a:cubicBezTo>
                  <a:pt x="2155780" y="1621"/>
                  <a:pt x="2158945" y="2581"/>
                  <a:pt x="2162016" y="3853"/>
                </a:cubicBezTo>
                <a:cubicBezTo>
                  <a:pt x="2165086" y="5125"/>
                  <a:pt x="2168003" y="6684"/>
                  <a:pt x="2170766" y="8530"/>
                </a:cubicBezTo>
                <a:cubicBezTo>
                  <a:pt x="2173529" y="10376"/>
                  <a:pt x="2176086" y="12475"/>
                  <a:pt x="2178436" y="14825"/>
                </a:cubicBezTo>
                <a:cubicBezTo>
                  <a:pt x="2180786" y="17174"/>
                  <a:pt x="2182884" y="19731"/>
                  <a:pt x="2184730" y="22494"/>
                </a:cubicBezTo>
                <a:cubicBezTo>
                  <a:pt x="2186576" y="25258"/>
                  <a:pt x="2188136" y="28175"/>
                  <a:pt x="2189407" y="31245"/>
                </a:cubicBezTo>
                <a:cubicBezTo>
                  <a:pt x="2190679" y="34315"/>
                  <a:pt x="2191639" y="37480"/>
                  <a:pt x="2192288" y="40740"/>
                </a:cubicBezTo>
                <a:cubicBezTo>
                  <a:pt x="2192936" y="43999"/>
                  <a:pt x="2193260" y="47290"/>
                  <a:pt x="2193260" y="50614"/>
                </a:cubicBezTo>
                <a:lnTo>
                  <a:pt x="2193260" y="286811"/>
                </a:lnTo>
                <a:cubicBezTo>
                  <a:pt x="2193260" y="290134"/>
                  <a:pt x="2192936" y="293426"/>
                  <a:pt x="2192288" y="296685"/>
                </a:cubicBezTo>
                <a:cubicBezTo>
                  <a:pt x="2191639" y="299945"/>
                  <a:pt x="2190679" y="303110"/>
                  <a:pt x="2189407" y="306180"/>
                </a:cubicBezTo>
                <a:cubicBezTo>
                  <a:pt x="2188136" y="309251"/>
                  <a:pt x="2186576" y="312167"/>
                  <a:pt x="2184730" y="314931"/>
                </a:cubicBezTo>
                <a:cubicBezTo>
                  <a:pt x="2182884" y="317694"/>
                  <a:pt x="2180786" y="320250"/>
                  <a:pt x="2178436" y="322600"/>
                </a:cubicBezTo>
                <a:cubicBezTo>
                  <a:pt x="2176086" y="324950"/>
                  <a:pt x="2173529" y="327049"/>
                  <a:pt x="2170766" y="328895"/>
                </a:cubicBezTo>
                <a:cubicBezTo>
                  <a:pt x="2168003" y="330741"/>
                  <a:pt x="2165086" y="332300"/>
                  <a:pt x="2162016" y="333572"/>
                </a:cubicBezTo>
                <a:cubicBezTo>
                  <a:pt x="2158945" y="334844"/>
                  <a:pt x="2155780" y="335804"/>
                  <a:pt x="2152520" y="336452"/>
                </a:cubicBezTo>
                <a:cubicBezTo>
                  <a:pt x="2149261" y="337100"/>
                  <a:pt x="2145970" y="337425"/>
                  <a:pt x="2142647" y="337425"/>
                </a:cubicBezTo>
                <a:lnTo>
                  <a:pt x="50614" y="337425"/>
                </a:lnTo>
                <a:cubicBezTo>
                  <a:pt x="47290" y="337425"/>
                  <a:pt x="43999" y="337100"/>
                  <a:pt x="40739" y="336452"/>
                </a:cubicBezTo>
                <a:cubicBezTo>
                  <a:pt x="37480" y="335804"/>
                  <a:pt x="34315" y="334844"/>
                  <a:pt x="31245" y="333572"/>
                </a:cubicBezTo>
                <a:cubicBezTo>
                  <a:pt x="28174" y="332300"/>
                  <a:pt x="25257" y="330741"/>
                  <a:pt x="22494" y="328895"/>
                </a:cubicBezTo>
                <a:cubicBezTo>
                  <a:pt x="19731" y="327049"/>
                  <a:pt x="17174" y="324950"/>
                  <a:pt x="14824" y="322600"/>
                </a:cubicBezTo>
                <a:cubicBezTo>
                  <a:pt x="12474" y="320250"/>
                  <a:pt x="10376" y="317694"/>
                  <a:pt x="8530" y="314931"/>
                </a:cubicBezTo>
                <a:cubicBezTo>
                  <a:pt x="6684" y="312167"/>
                  <a:pt x="5124" y="309251"/>
                  <a:pt x="3853" y="306180"/>
                </a:cubicBezTo>
                <a:cubicBezTo>
                  <a:pt x="2581" y="303110"/>
                  <a:pt x="1621" y="299945"/>
                  <a:pt x="973" y="296685"/>
                </a:cubicBezTo>
                <a:cubicBezTo>
                  <a:pt x="324" y="293426"/>
                  <a:pt x="0" y="290134"/>
                  <a:pt x="0" y="286811"/>
                </a:cubicBezTo>
                <a:lnTo>
                  <a:pt x="0" y="50614"/>
                </a:lnTo>
                <a:cubicBezTo>
                  <a:pt x="0" y="47290"/>
                  <a:pt x="324" y="43999"/>
                  <a:pt x="973" y="40740"/>
                </a:cubicBezTo>
                <a:cubicBezTo>
                  <a:pt x="1621" y="37480"/>
                  <a:pt x="2581" y="34315"/>
                  <a:pt x="3853" y="31245"/>
                </a:cubicBezTo>
                <a:cubicBezTo>
                  <a:pt x="5124" y="28175"/>
                  <a:pt x="6684" y="25258"/>
                  <a:pt x="8530" y="22494"/>
                </a:cubicBezTo>
                <a:cubicBezTo>
                  <a:pt x="10376" y="19731"/>
                  <a:pt x="12474" y="17174"/>
                  <a:pt x="14824" y="14825"/>
                </a:cubicBezTo>
                <a:cubicBezTo>
                  <a:pt x="17174" y="12475"/>
                  <a:pt x="19731" y="10376"/>
                  <a:pt x="22494" y="8530"/>
                </a:cubicBezTo>
                <a:cubicBezTo>
                  <a:pt x="25257" y="6684"/>
                  <a:pt x="28174" y="5125"/>
                  <a:pt x="31245" y="3853"/>
                </a:cubicBezTo>
                <a:cubicBezTo>
                  <a:pt x="34315" y="2581"/>
                  <a:pt x="37480" y="1621"/>
                  <a:pt x="40739" y="973"/>
                </a:cubicBezTo>
                <a:cubicBezTo>
                  <a:pt x="43999" y="324"/>
                  <a:pt x="47290" y="0"/>
                  <a:pt x="50614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E9C06-C882-44B2-9FC5-0BC3351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7" y="7015893"/>
            <a:ext cx="2193260" cy="337425"/>
          </a:xfrm>
          <a:custGeom xmlns:a="http://schemas.openxmlformats.org/drawingml/2006/main">
            <a:pathLst>
              <a:path w="2193260" h="337425" fill="none">
                <a:moveTo>
                  <a:pt x="50614" y="0"/>
                </a:moveTo>
                <a:lnTo>
                  <a:pt x="2142647" y="0"/>
                </a:lnTo>
                <a:cubicBezTo>
                  <a:pt x="2145970" y="0"/>
                  <a:pt x="2149261" y="324"/>
                  <a:pt x="2152520" y="973"/>
                </a:cubicBezTo>
                <a:cubicBezTo>
                  <a:pt x="2155780" y="1621"/>
                  <a:pt x="2158945" y="2581"/>
                  <a:pt x="2162016" y="3853"/>
                </a:cubicBezTo>
                <a:cubicBezTo>
                  <a:pt x="2165086" y="5125"/>
                  <a:pt x="2168003" y="6684"/>
                  <a:pt x="2170766" y="8530"/>
                </a:cubicBezTo>
                <a:cubicBezTo>
                  <a:pt x="2173529" y="10376"/>
                  <a:pt x="2176086" y="12475"/>
                  <a:pt x="2178436" y="14825"/>
                </a:cubicBezTo>
                <a:cubicBezTo>
                  <a:pt x="2180786" y="17174"/>
                  <a:pt x="2182884" y="19731"/>
                  <a:pt x="2184730" y="22494"/>
                </a:cubicBezTo>
                <a:cubicBezTo>
                  <a:pt x="2186576" y="25258"/>
                  <a:pt x="2188136" y="28175"/>
                  <a:pt x="2189407" y="31245"/>
                </a:cubicBezTo>
                <a:cubicBezTo>
                  <a:pt x="2190679" y="34315"/>
                  <a:pt x="2191639" y="37480"/>
                  <a:pt x="2192288" y="40740"/>
                </a:cubicBezTo>
                <a:cubicBezTo>
                  <a:pt x="2192936" y="43999"/>
                  <a:pt x="2193260" y="47290"/>
                  <a:pt x="2193260" y="50614"/>
                </a:cubicBezTo>
                <a:lnTo>
                  <a:pt x="2193260" y="286811"/>
                </a:lnTo>
                <a:cubicBezTo>
                  <a:pt x="2193260" y="290134"/>
                  <a:pt x="2192936" y="293426"/>
                  <a:pt x="2192288" y="296685"/>
                </a:cubicBezTo>
                <a:cubicBezTo>
                  <a:pt x="2191639" y="299945"/>
                  <a:pt x="2190679" y="303110"/>
                  <a:pt x="2189407" y="306180"/>
                </a:cubicBezTo>
                <a:cubicBezTo>
                  <a:pt x="2188136" y="309251"/>
                  <a:pt x="2186576" y="312167"/>
                  <a:pt x="2184730" y="314931"/>
                </a:cubicBezTo>
                <a:cubicBezTo>
                  <a:pt x="2182884" y="317694"/>
                  <a:pt x="2180786" y="320250"/>
                  <a:pt x="2178436" y="322600"/>
                </a:cubicBezTo>
                <a:cubicBezTo>
                  <a:pt x="2176086" y="324950"/>
                  <a:pt x="2173529" y="327049"/>
                  <a:pt x="2170766" y="328895"/>
                </a:cubicBezTo>
                <a:cubicBezTo>
                  <a:pt x="2168003" y="330741"/>
                  <a:pt x="2165086" y="332300"/>
                  <a:pt x="2162016" y="333572"/>
                </a:cubicBezTo>
                <a:cubicBezTo>
                  <a:pt x="2158945" y="334844"/>
                  <a:pt x="2155780" y="335804"/>
                  <a:pt x="2152520" y="336452"/>
                </a:cubicBezTo>
                <a:cubicBezTo>
                  <a:pt x="2149261" y="337100"/>
                  <a:pt x="2145970" y="337425"/>
                  <a:pt x="2142647" y="337425"/>
                </a:cubicBezTo>
                <a:lnTo>
                  <a:pt x="50614" y="337425"/>
                </a:lnTo>
                <a:cubicBezTo>
                  <a:pt x="47290" y="337425"/>
                  <a:pt x="43999" y="337100"/>
                  <a:pt x="40739" y="336452"/>
                </a:cubicBezTo>
                <a:cubicBezTo>
                  <a:pt x="37480" y="335804"/>
                  <a:pt x="34315" y="334844"/>
                  <a:pt x="31245" y="333572"/>
                </a:cubicBezTo>
                <a:cubicBezTo>
                  <a:pt x="28174" y="332300"/>
                  <a:pt x="25257" y="330741"/>
                  <a:pt x="22494" y="328895"/>
                </a:cubicBezTo>
                <a:cubicBezTo>
                  <a:pt x="19731" y="327049"/>
                  <a:pt x="17174" y="324950"/>
                  <a:pt x="14824" y="322600"/>
                </a:cubicBezTo>
                <a:cubicBezTo>
                  <a:pt x="12474" y="320250"/>
                  <a:pt x="10376" y="317694"/>
                  <a:pt x="8530" y="314931"/>
                </a:cubicBezTo>
                <a:cubicBezTo>
                  <a:pt x="6684" y="312167"/>
                  <a:pt x="5124" y="309251"/>
                  <a:pt x="3853" y="306180"/>
                </a:cubicBezTo>
                <a:cubicBezTo>
                  <a:pt x="2581" y="303110"/>
                  <a:pt x="1621" y="299945"/>
                  <a:pt x="973" y="296685"/>
                </a:cubicBezTo>
                <a:cubicBezTo>
                  <a:pt x="324" y="293426"/>
                  <a:pt x="0" y="290134"/>
                  <a:pt x="0" y="286811"/>
                </a:cubicBezTo>
                <a:lnTo>
                  <a:pt x="0" y="50614"/>
                </a:lnTo>
                <a:cubicBezTo>
                  <a:pt x="0" y="47290"/>
                  <a:pt x="324" y="43999"/>
                  <a:pt x="973" y="40740"/>
                </a:cubicBezTo>
                <a:cubicBezTo>
                  <a:pt x="1621" y="37480"/>
                  <a:pt x="2581" y="34315"/>
                  <a:pt x="3853" y="31245"/>
                </a:cubicBezTo>
                <a:cubicBezTo>
                  <a:pt x="5124" y="28175"/>
                  <a:pt x="6684" y="25258"/>
                  <a:pt x="8530" y="22494"/>
                </a:cubicBezTo>
                <a:cubicBezTo>
                  <a:pt x="10376" y="19731"/>
                  <a:pt x="12474" y="17174"/>
                  <a:pt x="14824" y="14825"/>
                </a:cubicBezTo>
                <a:cubicBezTo>
                  <a:pt x="17174" y="12475"/>
                  <a:pt x="19731" y="10376"/>
                  <a:pt x="22494" y="8530"/>
                </a:cubicBezTo>
                <a:cubicBezTo>
                  <a:pt x="25257" y="6684"/>
                  <a:pt x="28174" y="5125"/>
                  <a:pt x="31245" y="3853"/>
                </a:cubicBezTo>
                <a:cubicBezTo>
                  <a:pt x="34315" y="2581"/>
                  <a:pt x="37480" y="1621"/>
                  <a:pt x="40739" y="973"/>
                </a:cubicBezTo>
                <a:cubicBezTo>
                  <a:pt x="43999" y="324"/>
                  <a:pt x="47290" y="0"/>
                  <a:pt x="506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6C8EBF"/>
            </a:solidFill>
            <a:miter/>
          </a:ln>
        </p:spPr>
      </p:sp>
      <p:sp>
        <p:nvSpPr>
          <p:cNvPr id="43" name="Text HallucinationScore=0.1">
            <a:extLst xmlns:a="http://schemas.openxmlformats.org/drawingml/2006/main">
              <a:ext uri="{FF2B5EF4-FFF2-40B4-BE49-F238E27FC236}">
                <a16:creationId xmlns:a16="http://schemas.microsoft.com/office/drawing/2014/main" id="{357602EC-5649-491D-9CF4-40AC88F7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43" y="7120746"/>
            <a:ext cx="1962177" cy="125216"/>
          </a:xfrm>
          <a:custGeom xmlns:a="http://schemas.openxmlformats.org/drawingml/2006/main">
            <a:pathLst>
              <a:path w="1962177" h="125216">
                <a:moveTo>
                  <a:pt x="0" y="122910"/>
                </a:moveTo>
                <a:lnTo>
                  <a:pt x="0" y="2142"/>
                </a:lnTo>
                <a:lnTo>
                  <a:pt x="24384" y="2142"/>
                </a:lnTo>
                <a:lnTo>
                  <a:pt x="24384" y="49592"/>
                </a:lnTo>
                <a:lnTo>
                  <a:pt x="72164" y="49592"/>
                </a:lnTo>
                <a:lnTo>
                  <a:pt x="72164" y="2142"/>
                </a:lnTo>
                <a:lnTo>
                  <a:pt x="96548" y="2142"/>
                </a:lnTo>
                <a:lnTo>
                  <a:pt x="96548" y="122910"/>
                </a:lnTo>
                <a:lnTo>
                  <a:pt x="72164" y="122910"/>
                </a:lnTo>
                <a:lnTo>
                  <a:pt x="72164" y="70022"/>
                </a:lnTo>
                <a:lnTo>
                  <a:pt x="24384" y="70022"/>
                </a:lnTo>
                <a:lnTo>
                  <a:pt x="24384" y="122910"/>
                </a:lnTo>
                <a:lnTo>
                  <a:pt x="0" y="122910"/>
                </a:lnTo>
                <a:close/>
                <a:moveTo>
                  <a:pt x="138863" y="62443"/>
                </a:moveTo>
                <a:lnTo>
                  <a:pt x="117856" y="58654"/>
                </a:lnTo>
                <a:cubicBezTo>
                  <a:pt x="120218" y="50085"/>
                  <a:pt x="124282" y="43742"/>
                  <a:pt x="130048" y="39624"/>
                </a:cubicBezTo>
                <a:cubicBezTo>
                  <a:pt x="135815" y="35505"/>
                  <a:pt x="144382" y="33446"/>
                  <a:pt x="155751" y="33446"/>
                </a:cubicBezTo>
                <a:cubicBezTo>
                  <a:pt x="166075" y="33446"/>
                  <a:pt x="173764" y="34668"/>
                  <a:pt x="178817" y="37112"/>
                </a:cubicBezTo>
                <a:cubicBezTo>
                  <a:pt x="183869" y="39556"/>
                  <a:pt x="187425" y="42659"/>
                  <a:pt x="189485" y="46421"/>
                </a:cubicBezTo>
                <a:cubicBezTo>
                  <a:pt x="191544" y="50183"/>
                  <a:pt x="192574" y="57089"/>
                  <a:pt x="192574" y="67139"/>
                </a:cubicBezTo>
                <a:lnTo>
                  <a:pt x="192327" y="94159"/>
                </a:lnTo>
                <a:cubicBezTo>
                  <a:pt x="192327" y="101848"/>
                  <a:pt x="192698" y="107518"/>
                  <a:pt x="193439" y="111171"/>
                </a:cubicBezTo>
                <a:cubicBezTo>
                  <a:pt x="194180" y="114823"/>
                  <a:pt x="195567" y="118736"/>
                  <a:pt x="197599" y="122910"/>
                </a:cubicBezTo>
                <a:lnTo>
                  <a:pt x="174698" y="122910"/>
                </a:lnTo>
                <a:cubicBezTo>
                  <a:pt x="174094" y="121372"/>
                  <a:pt x="173352" y="119093"/>
                  <a:pt x="172473" y="116072"/>
                </a:cubicBezTo>
                <a:cubicBezTo>
                  <a:pt x="172089" y="114699"/>
                  <a:pt x="171814" y="113793"/>
                  <a:pt x="171650" y="113354"/>
                </a:cubicBezTo>
                <a:cubicBezTo>
                  <a:pt x="167695" y="117198"/>
                  <a:pt x="163467" y="120081"/>
                  <a:pt x="158963" y="122003"/>
                </a:cubicBezTo>
                <a:cubicBezTo>
                  <a:pt x="154460" y="123926"/>
                  <a:pt x="149654" y="124887"/>
                  <a:pt x="144547" y="124887"/>
                </a:cubicBezTo>
                <a:cubicBezTo>
                  <a:pt x="135540" y="124887"/>
                  <a:pt x="128442" y="122453"/>
                  <a:pt x="123252" y="117586"/>
                </a:cubicBezTo>
                <a:cubicBezTo>
                  <a:pt x="118062" y="112719"/>
                  <a:pt x="115467" y="106566"/>
                  <a:pt x="115467" y="99128"/>
                </a:cubicBezTo>
                <a:cubicBezTo>
                  <a:pt x="115467" y="94206"/>
                  <a:pt x="116648" y="89817"/>
                  <a:pt x="119009" y="85963"/>
                </a:cubicBezTo>
                <a:cubicBezTo>
                  <a:pt x="121371" y="82106"/>
                  <a:pt x="124680" y="79153"/>
                  <a:pt x="128936" y="77102"/>
                </a:cubicBezTo>
                <a:cubicBezTo>
                  <a:pt x="133192" y="75051"/>
                  <a:pt x="139330" y="73260"/>
                  <a:pt x="147348" y="71729"/>
                </a:cubicBezTo>
                <a:cubicBezTo>
                  <a:pt x="158167" y="69706"/>
                  <a:pt x="165663" y="67819"/>
                  <a:pt x="169837" y="66068"/>
                </a:cubicBezTo>
                <a:lnTo>
                  <a:pt x="169837" y="63736"/>
                </a:lnTo>
                <a:cubicBezTo>
                  <a:pt x="169837" y="59237"/>
                  <a:pt x="168739" y="56031"/>
                  <a:pt x="166542" y="54115"/>
                </a:cubicBezTo>
                <a:cubicBezTo>
                  <a:pt x="164345" y="52198"/>
                  <a:pt x="160199" y="51240"/>
                  <a:pt x="154103" y="51240"/>
                </a:cubicBezTo>
                <a:cubicBezTo>
                  <a:pt x="149984" y="51240"/>
                  <a:pt x="146771" y="52069"/>
                  <a:pt x="144465" y="53727"/>
                </a:cubicBezTo>
                <a:cubicBezTo>
                  <a:pt x="142158" y="55383"/>
                  <a:pt x="140291" y="58288"/>
                  <a:pt x="138863" y="62443"/>
                </a:cubicBezTo>
                <a:moveTo>
                  <a:pt x="169837" y="81226"/>
                </a:moveTo>
                <a:cubicBezTo>
                  <a:pt x="166872" y="82202"/>
                  <a:pt x="162176" y="83369"/>
                  <a:pt x="155751" y="84727"/>
                </a:cubicBezTo>
                <a:cubicBezTo>
                  <a:pt x="149325" y="86083"/>
                  <a:pt x="145124" y="87412"/>
                  <a:pt x="143147" y="88715"/>
                </a:cubicBezTo>
                <a:cubicBezTo>
                  <a:pt x="140126" y="90831"/>
                  <a:pt x="138616" y="93517"/>
                  <a:pt x="138616" y="96772"/>
                </a:cubicBezTo>
                <a:cubicBezTo>
                  <a:pt x="138616" y="99975"/>
                  <a:pt x="139824" y="102743"/>
                  <a:pt x="142240" y="105077"/>
                </a:cubicBezTo>
                <a:cubicBezTo>
                  <a:pt x="144657" y="107409"/>
                  <a:pt x="147732" y="108576"/>
                  <a:pt x="151467" y="108576"/>
                </a:cubicBezTo>
                <a:cubicBezTo>
                  <a:pt x="155641" y="108576"/>
                  <a:pt x="159622" y="107219"/>
                  <a:pt x="163412" y="104506"/>
                </a:cubicBezTo>
                <a:cubicBezTo>
                  <a:pt x="166213" y="102444"/>
                  <a:pt x="168052" y="99921"/>
                  <a:pt x="168931" y="96934"/>
                </a:cubicBezTo>
                <a:cubicBezTo>
                  <a:pt x="169535" y="94981"/>
                  <a:pt x="169837" y="91265"/>
                  <a:pt x="169837" y="85785"/>
                </a:cubicBezTo>
                <a:lnTo>
                  <a:pt x="169837" y="81226"/>
                </a:lnTo>
                <a:close/>
                <a:moveTo>
                  <a:pt x="215367" y="122910"/>
                </a:moveTo>
                <a:lnTo>
                  <a:pt x="215367" y="2142"/>
                </a:lnTo>
                <a:lnTo>
                  <a:pt x="238516" y="2142"/>
                </a:lnTo>
                <a:lnTo>
                  <a:pt x="238516" y="122910"/>
                </a:lnTo>
                <a:lnTo>
                  <a:pt x="215367" y="122910"/>
                </a:lnTo>
                <a:close/>
                <a:moveTo>
                  <a:pt x="262269" y="122910"/>
                </a:moveTo>
                <a:lnTo>
                  <a:pt x="262269" y="2142"/>
                </a:lnTo>
                <a:lnTo>
                  <a:pt x="285418" y="2142"/>
                </a:lnTo>
                <a:lnTo>
                  <a:pt x="285418" y="122910"/>
                </a:lnTo>
                <a:lnTo>
                  <a:pt x="262269" y="122910"/>
                </a:lnTo>
                <a:close/>
                <a:moveTo>
                  <a:pt x="366754" y="122910"/>
                </a:moveTo>
                <a:lnTo>
                  <a:pt x="366754" y="109811"/>
                </a:lnTo>
                <a:cubicBezTo>
                  <a:pt x="363569" y="114479"/>
                  <a:pt x="359381" y="118159"/>
                  <a:pt x="354191" y="120850"/>
                </a:cubicBezTo>
                <a:cubicBezTo>
                  <a:pt x="349002" y="123541"/>
                  <a:pt x="343523" y="124887"/>
                  <a:pt x="337757" y="124887"/>
                </a:cubicBezTo>
                <a:cubicBezTo>
                  <a:pt x="331880" y="124887"/>
                  <a:pt x="326608" y="123596"/>
                  <a:pt x="321940" y="121015"/>
                </a:cubicBezTo>
                <a:cubicBezTo>
                  <a:pt x="317272" y="118434"/>
                  <a:pt x="313894" y="114809"/>
                  <a:pt x="311807" y="110141"/>
                </a:cubicBezTo>
                <a:cubicBezTo>
                  <a:pt x="309721" y="105473"/>
                  <a:pt x="308677" y="99020"/>
                  <a:pt x="308677" y="90782"/>
                </a:cubicBezTo>
                <a:lnTo>
                  <a:pt x="308677" y="35423"/>
                </a:lnTo>
                <a:lnTo>
                  <a:pt x="331826" y="35423"/>
                </a:lnTo>
                <a:lnTo>
                  <a:pt x="331826" y="75531"/>
                </a:lnTo>
                <a:cubicBezTo>
                  <a:pt x="331826" y="87806"/>
                  <a:pt x="332251" y="95326"/>
                  <a:pt x="333102" y="98093"/>
                </a:cubicBezTo>
                <a:cubicBezTo>
                  <a:pt x="333954" y="100859"/>
                  <a:pt x="335505" y="103051"/>
                  <a:pt x="337757" y="104668"/>
                </a:cubicBezTo>
                <a:cubicBezTo>
                  <a:pt x="340009" y="106284"/>
                  <a:pt x="342864" y="107093"/>
                  <a:pt x="346324" y="107093"/>
                </a:cubicBezTo>
                <a:cubicBezTo>
                  <a:pt x="350278" y="107093"/>
                  <a:pt x="353821" y="106011"/>
                  <a:pt x="356951" y="103847"/>
                </a:cubicBezTo>
                <a:cubicBezTo>
                  <a:pt x="360082" y="101682"/>
                  <a:pt x="362223" y="98997"/>
                  <a:pt x="363377" y="95791"/>
                </a:cubicBezTo>
                <a:cubicBezTo>
                  <a:pt x="364530" y="92585"/>
                  <a:pt x="365107" y="84736"/>
                  <a:pt x="365107" y="72244"/>
                </a:cubicBezTo>
                <a:lnTo>
                  <a:pt x="365107" y="35423"/>
                </a:lnTo>
                <a:lnTo>
                  <a:pt x="388255" y="35423"/>
                </a:lnTo>
                <a:lnTo>
                  <a:pt x="388255" y="122910"/>
                </a:lnTo>
                <a:lnTo>
                  <a:pt x="366754" y="122910"/>
                </a:lnTo>
                <a:close/>
                <a:moveTo>
                  <a:pt x="488537" y="61290"/>
                </a:moveTo>
                <a:lnTo>
                  <a:pt x="465718" y="65409"/>
                </a:lnTo>
                <a:cubicBezTo>
                  <a:pt x="464950" y="60878"/>
                  <a:pt x="463206" y="57466"/>
                  <a:pt x="460487" y="55173"/>
                </a:cubicBezTo>
                <a:cubicBezTo>
                  <a:pt x="457769" y="52880"/>
                  <a:pt x="454240" y="51734"/>
                  <a:pt x="449902" y="51734"/>
                </a:cubicBezTo>
                <a:cubicBezTo>
                  <a:pt x="444135" y="51734"/>
                  <a:pt x="439536" y="53719"/>
                  <a:pt x="436103" y="57689"/>
                </a:cubicBezTo>
                <a:cubicBezTo>
                  <a:pt x="432671" y="61658"/>
                  <a:pt x="430955" y="68297"/>
                  <a:pt x="430955" y="77604"/>
                </a:cubicBezTo>
                <a:cubicBezTo>
                  <a:pt x="430955" y="87953"/>
                  <a:pt x="432698" y="95263"/>
                  <a:pt x="436186" y="99535"/>
                </a:cubicBezTo>
                <a:cubicBezTo>
                  <a:pt x="439673" y="103804"/>
                  <a:pt x="444355" y="105939"/>
                  <a:pt x="450231" y="105939"/>
                </a:cubicBezTo>
                <a:cubicBezTo>
                  <a:pt x="454625" y="105939"/>
                  <a:pt x="458222" y="104690"/>
                  <a:pt x="461023" y="102191"/>
                </a:cubicBezTo>
                <a:cubicBezTo>
                  <a:pt x="463824" y="99692"/>
                  <a:pt x="465801" y="95395"/>
                  <a:pt x="466954" y="89299"/>
                </a:cubicBezTo>
                <a:lnTo>
                  <a:pt x="489691" y="93253"/>
                </a:lnTo>
                <a:cubicBezTo>
                  <a:pt x="487329" y="103688"/>
                  <a:pt x="482798" y="111569"/>
                  <a:pt x="476098" y="116896"/>
                </a:cubicBezTo>
                <a:cubicBezTo>
                  <a:pt x="469398" y="122223"/>
                  <a:pt x="460419" y="124887"/>
                  <a:pt x="449160" y="124887"/>
                </a:cubicBezTo>
                <a:cubicBezTo>
                  <a:pt x="436364" y="124887"/>
                  <a:pt x="426163" y="120850"/>
                  <a:pt x="418556" y="112777"/>
                </a:cubicBezTo>
                <a:cubicBezTo>
                  <a:pt x="410950" y="104704"/>
                  <a:pt x="407147" y="93528"/>
                  <a:pt x="407147" y="79249"/>
                </a:cubicBezTo>
                <a:cubicBezTo>
                  <a:pt x="407147" y="64805"/>
                  <a:pt x="410964" y="53560"/>
                  <a:pt x="418598" y="45514"/>
                </a:cubicBezTo>
                <a:cubicBezTo>
                  <a:pt x="426231" y="37469"/>
                  <a:pt x="436556" y="33446"/>
                  <a:pt x="449572" y="33446"/>
                </a:cubicBezTo>
                <a:cubicBezTo>
                  <a:pt x="460227" y="33446"/>
                  <a:pt x="468698" y="35739"/>
                  <a:pt x="474986" y="40325"/>
                </a:cubicBezTo>
                <a:cubicBezTo>
                  <a:pt x="481274" y="44910"/>
                  <a:pt x="485792" y="51899"/>
                  <a:pt x="488537" y="61290"/>
                </a:cubicBezTo>
                <a:close/>
                <a:moveTo>
                  <a:pt x="506058" y="23560"/>
                </a:moveTo>
                <a:lnTo>
                  <a:pt x="506058" y="2142"/>
                </a:lnTo>
                <a:lnTo>
                  <a:pt x="529207" y="2142"/>
                </a:lnTo>
                <a:lnTo>
                  <a:pt x="529207" y="23560"/>
                </a:lnTo>
                <a:lnTo>
                  <a:pt x="506058" y="23560"/>
                </a:lnTo>
                <a:moveTo>
                  <a:pt x="506058" y="122910"/>
                </a:moveTo>
                <a:lnTo>
                  <a:pt x="506058" y="35423"/>
                </a:lnTo>
                <a:lnTo>
                  <a:pt x="529207" y="35423"/>
                </a:lnTo>
                <a:lnTo>
                  <a:pt x="529207" y="122910"/>
                </a:lnTo>
                <a:lnTo>
                  <a:pt x="506058" y="122910"/>
                </a:lnTo>
                <a:close/>
                <a:moveTo>
                  <a:pt x="632539" y="122910"/>
                </a:moveTo>
                <a:lnTo>
                  <a:pt x="609390" y="122910"/>
                </a:lnTo>
                <a:lnTo>
                  <a:pt x="609390" y="78312"/>
                </a:lnTo>
                <a:cubicBezTo>
                  <a:pt x="609390" y="68876"/>
                  <a:pt x="608896" y="62773"/>
                  <a:pt x="607907" y="60003"/>
                </a:cubicBezTo>
                <a:cubicBezTo>
                  <a:pt x="606919" y="57233"/>
                  <a:pt x="605312" y="55080"/>
                  <a:pt x="603088" y="53544"/>
                </a:cubicBezTo>
                <a:cubicBezTo>
                  <a:pt x="600864" y="52008"/>
                  <a:pt x="598187" y="51240"/>
                  <a:pt x="595056" y="51240"/>
                </a:cubicBezTo>
                <a:cubicBezTo>
                  <a:pt x="591047" y="51240"/>
                  <a:pt x="587450" y="52337"/>
                  <a:pt x="584265" y="54532"/>
                </a:cubicBezTo>
                <a:cubicBezTo>
                  <a:pt x="581079" y="56726"/>
                  <a:pt x="578896" y="59633"/>
                  <a:pt x="577715" y="63254"/>
                </a:cubicBezTo>
                <a:cubicBezTo>
                  <a:pt x="576535" y="66874"/>
                  <a:pt x="575944" y="73566"/>
                  <a:pt x="575944" y="83332"/>
                </a:cubicBezTo>
                <a:lnTo>
                  <a:pt x="575944" y="122910"/>
                </a:lnTo>
                <a:lnTo>
                  <a:pt x="552796" y="122910"/>
                </a:lnTo>
                <a:lnTo>
                  <a:pt x="552796" y="35423"/>
                </a:lnTo>
                <a:lnTo>
                  <a:pt x="574297" y="35423"/>
                </a:lnTo>
                <a:lnTo>
                  <a:pt x="574297" y="48274"/>
                </a:lnTo>
                <a:cubicBezTo>
                  <a:pt x="581930" y="38389"/>
                  <a:pt x="591541" y="33446"/>
                  <a:pt x="603129" y="33446"/>
                </a:cubicBezTo>
                <a:cubicBezTo>
                  <a:pt x="608237" y="33446"/>
                  <a:pt x="612905" y="34366"/>
                  <a:pt x="617134" y="36206"/>
                </a:cubicBezTo>
                <a:cubicBezTo>
                  <a:pt x="621363" y="38045"/>
                  <a:pt x="624562" y="40393"/>
                  <a:pt x="626731" y="43249"/>
                </a:cubicBezTo>
                <a:cubicBezTo>
                  <a:pt x="628900" y="46105"/>
                  <a:pt x="630411" y="49345"/>
                  <a:pt x="631262" y="52970"/>
                </a:cubicBezTo>
                <a:cubicBezTo>
                  <a:pt x="632113" y="56594"/>
                  <a:pt x="632539" y="61784"/>
                  <a:pt x="632539" y="68539"/>
                </a:cubicBezTo>
                <a:lnTo>
                  <a:pt x="632539" y="122910"/>
                </a:lnTo>
                <a:close/>
                <a:moveTo>
                  <a:pt x="673343" y="62443"/>
                </a:moveTo>
                <a:lnTo>
                  <a:pt x="652337" y="58654"/>
                </a:lnTo>
                <a:cubicBezTo>
                  <a:pt x="654698" y="50085"/>
                  <a:pt x="658762" y="43742"/>
                  <a:pt x="664529" y="39624"/>
                </a:cubicBezTo>
                <a:cubicBezTo>
                  <a:pt x="670295" y="35505"/>
                  <a:pt x="678863" y="33446"/>
                  <a:pt x="690231" y="33446"/>
                </a:cubicBezTo>
                <a:cubicBezTo>
                  <a:pt x="700556" y="33446"/>
                  <a:pt x="708245" y="34668"/>
                  <a:pt x="713297" y="37112"/>
                </a:cubicBezTo>
                <a:cubicBezTo>
                  <a:pt x="718350" y="39556"/>
                  <a:pt x="721906" y="42659"/>
                  <a:pt x="723965" y="46421"/>
                </a:cubicBezTo>
                <a:cubicBezTo>
                  <a:pt x="726025" y="50183"/>
                  <a:pt x="727054" y="57089"/>
                  <a:pt x="727054" y="67139"/>
                </a:cubicBezTo>
                <a:lnTo>
                  <a:pt x="726807" y="94159"/>
                </a:lnTo>
                <a:cubicBezTo>
                  <a:pt x="726807" y="101848"/>
                  <a:pt x="727178" y="107518"/>
                  <a:pt x="727919" y="111171"/>
                </a:cubicBezTo>
                <a:cubicBezTo>
                  <a:pt x="728661" y="114823"/>
                  <a:pt x="730048" y="118736"/>
                  <a:pt x="732080" y="122910"/>
                </a:cubicBezTo>
                <a:lnTo>
                  <a:pt x="709178" y="122910"/>
                </a:lnTo>
                <a:cubicBezTo>
                  <a:pt x="708574" y="121372"/>
                  <a:pt x="707833" y="119093"/>
                  <a:pt x="706954" y="116072"/>
                </a:cubicBezTo>
                <a:cubicBezTo>
                  <a:pt x="706570" y="114699"/>
                  <a:pt x="706295" y="113793"/>
                  <a:pt x="706130" y="113354"/>
                </a:cubicBezTo>
                <a:cubicBezTo>
                  <a:pt x="702176" y="117198"/>
                  <a:pt x="697947" y="120081"/>
                  <a:pt x="693444" y="122003"/>
                </a:cubicBezTo>
                <a:cubicBezTo>
                  <a:pt x="688940" y="123926"/>
                  <a:pt x="684135" y="124887"/>
                  <a:pt x="679027" y="124887"/>
                </a:cubicBezTo>
                <a:cubicBezTo>
                  <a:pt x="670021" y="124887"/>
                  <a:pt x="662922" y="122453"/>
                  <a:pt x="657732" y="117586"/>
                </a:cubicBezTo>
                <a:cubicBezTo>
                  <a:pt x="652543" y="112719"/>
                  <a:pt x="649948" y="106566"/>
                  <a:pt x="649948" y="99128"/>
                </a:cubicBezTo>
                <a:cubicBezTo>
                  <a:pt x="649948" y="94206"/>
                  <a:pt x="651128" y="89817"/>
                  <a:pt x="653490" y="85963"/>
                </a:cubicBezTo>
                <a:cubicBezTo>
                  <a:pt x="655851" y="82106"/>
                  <a:pt x="659160" y="79153"/>
                  <a:pt x="663417" y="77102"/>
                </a:cubicBezTo>
                <a:cubicBezTo>
                  <a:pt x="667673" y="75051"/>
                  <a:pt x="673810" y="73260"/>
                  <a:pt x="681828" y="71729"/>
                </a:cubicBezTo>
                <a:cubicBezTo>
                  <a:pt x="692647" y="69706"/>
                  <a:pt x="700144" y="67819"/>
                  <a:pt x="704318" y="66068"/>
                </a:cubicBezTo>
                <a:lnTo>
                  <a:pt x="704318" y="63736"/>
                </a:lnTo>
                <a:cubicBezTo>
                  <a:pt x="704318" y="59237"/>
                  <a:pt x="703219" y="56031"/>
                  <a:pt x="701023" y="54115"/>
                </a:cubicBezTo>
                <a:cubicBezTo>
                  <a:pt x="698826" y="52198"/>
                  <a:pt x="694679" y="51240"/>
                  <a:pt x="688583" y="51240"/>
                </a:cubicBezTo>
                <a:cubicBezTo>
                  <a:pt x="684464" y="51240"/>
                  <a:pt x="681252" y="52069"/>
                  <a:pt x="678945" y="53727"/>
                </a:cubicBezTo>
                <a:cubicBezTo>
                  <a:pt x="676638" y="55383"/>
                  <a:pt x="674771" y="58288"/>
                  <a:pt x="673343" y="62443"/>
                </a:cubicBezTo>
                <a:moveTo>
                  <a:pt x="704318" y="81226"/>
                </a:moveTo>
                <a:cubicBezTo>
                  <a:pt x="701352" y="82202"/>
                  <a:pt x="696657" y="83369"/>
                  <a:pt x="690231" y="84727"/>
                </a:cubicBezTo>
                <a:cubicBezTo>
                  <a:pt x="683805" y="86083"/>
                  <a:pt x="679604" y="87412"/>
                  <a:pt x="677627" y="88715"/>
                </a:cubicBezTo>
                <a:cubicBezTo>
                  <a:pt x="674606" y="90831"/>
                  <a:pt x="673096" y="93517"/>
                  <a:pt x="673096" y="96772"/>
                </a:cubicBezTo>
                <a:cubicBezTo>
                  <a:pt x="673096" y="99975"/>
                  <a:pt x="674304" y="102743"/>
                  <a:pt x="676721" y="105077"/>
                </a:cubicBezTo>
                <a:cubicBezTo>
                  <a:pt x="679137" y="107409"/>
                  <a:pt x="682213" y="108576"/>
                  <a:pt x="685947" y="108576"/>
                </a:cubicBezTo>
                <a:cubicBezTo>
                  <a:pt x="690121" y="108576"/>
                  <a:pt x="694103" y="107219"/>
                  <a:pt x="697892" y="104506"/>
                </a:cubicBezTo>
                <a:cubicBezTo>
                  <a:pt x="700693" y="102444"/>
                  <a:pt x="702533" y="99921"/>
                  <a:pt x="703412" y="96934"/>
                </a:cubicBezTo>
                <a:cubicBezTo>
                  <a:pt x="704016" y="94981"/>
                  <a:pt x="704318" y="91265"/>
                  <a:pt x="704318" y="85785"/>
                </a:cubicBezTo>
                <a:lnTo>
                  <a:pt x="704318" y="81226"/>
                </a:lnTo>
                <a:close/>
                <a:moveTo>
                  <a:pt x="789966" y="35423"/>
                </a:moveTo>
                <a:lnTo>
                  <a:pt x="789966" y="53876"/>
                </a:lnTo>
                <a:lnTo>
                  <a:pt x="774150" y="53876"/>
                </a:lnTo>
                <a:lnTo>
                  <a:pt x="774150" y="89078"/>
                </a:lnTo>
                <a:cubicBezTo>
                  <a:pt x="774150" y="96207"/>
                  <a:pt x="774301" y="100361"/>
                  <a:pt x="774603" y="101540"/>
                </a:cubicBezTo>
                <a:cubicBezTo>
                  <a:pt x="774905" y="102717"/>
                  <a:pt x="775591" y="103690"/>
                  <a:pt x="776662" y="104459"/>
                </a:cubicBezTo>
                <a:cubicBezTo>
                  <a:pt x="777733" y="105226"/>
                  <a:pt x="779037" y="105610"/>
                  <a:pt x="780575" y="105610"/>
                </a:cubicBezTo>
                <a:cubicBezTo>
                  <a:pt x="782717" y="105610"/>
                  <a:pt x="785820" y="104869"/>
                  <a:pt x="789884" y="103386"/>
                </a:cubicBezTo>
                <a:lnTo>
                  <a:pt x="791861" y="121411"/>
                </a:lnTo>
                <a:cubicBezTo>
                  <a:pt x="786479" y="123728"/>
                  <a:pt x="780383" y="124887"/>
                  <a:pt x="773573" y="124887"/>
                </a:cubicBezTo>
                <a:cubicBezTo>
                  <a:pt x="769399" y="124887"/>
                  <a:pt x="765637" y="124186"/>
                  <a:pt x="762287" y="122786"/>
                </a:cubicBezTo>
                <a:cubicBezTo>
                  <a:pt x="758937" y="121386"/>
                  <a:pt x="756479" y="119573"/>
                  <a:pt x="754914" y="117349"/>
                </a:cubicBezTo>
                <a:cubicBezTo>
                  <a:pt x="753349" y="115125"/>
                  <a:pt x="752264" y="112118"/>
                  <a:pt x="751660" y="108328"/>
                </a:cubicBezTo>
                <a:cubicBezTo>
                  <a:pt x="751166" y="105637"/>
                  <a:pt x="750919" y="100200"/>
                  <a:pt x="750919" y="92017"/>
                </a:cubicBezTo>
                <a:lnTo>
                  <a:pt x="750919" y="53876"/>
                </a:lnTo>
                <a:lnTo>
                  <a:pt x="740292" y="53876"/>
                </a:lnTo>
                <a:lnTo>
                  <a:pt x="740292" y="35423"/>
                </a:lnTo>
                <a:lnTo>
                  <a:pt x="750919" y="35423"/>
                </a:lnTo>
                <a:lnTo>
                  <a:pt x="750919" y="17959"/>
                </a:lnTo>
                <a:lnTo>
                  <a:pt x="774150" y="4284"/>
                </a:lnTo>
                <a:lnTo>
                  <a:pt x="774150" y="35423"/>
                </a:lnTo>
                <a:lnTo>
                  <a:pt x="789966" y="35423"/>
                </a:lnTo>
                <a:close/>
                <a:moveTo>
                  <a:pt x="806029" y="23560"/>
                </a:moveTo>
                <a:lnTo>
                  <a:pt x="806029" y="2142"/>
                </a:lnTo>
                <a:lnTo>
                  <a:pt x="829178" y="2142"/>
                </a:lnTo>
                <a:lnTo>
                  <a:pt x="829178" y="23560"/>
                </a:lnTo>
                <a:lnTo>
                  <a:pt x="806029" y="23560"/>
                </a:lnTo>
                <a:moveTo>
                  <a:pt x="806029" y="122910"/>
                </a:moveTo>
                <a:lnTo>
                  <a:pt x="806029" y="35423"/>
                </a:lnTo>
                <a:lnTo>
                  <a:pt x="829178" y="35423"/>
                </a:lnTo>
                <a:lnTo>
                  <a:pt x="829178" y="122910"/>
                </a:lnTo>
                <a:lnTo>
                  <a:pt x="806029" y="122910"/>
                </a:lnTo>
                <a:close/>
                <a:moveTo>
                  <a:pt x="847576" y="77931"/>
                </a:moveTo>
                <a:cubicBezTo>
                  <a:pt x="847576" y="70242"/>
                  <a:pt x="849471" y="62800"/>
                  <a:pt x="853261" y="55606"/>
                </a:cubicBezTo>
                <a:cubicBezTo>
                  <a:pt x="857050" y="48411"/>
                  <a:pt x="862418" y="42919"/>
                  <a:pt x="869366" y="39130"/>
                </a:cubicBezTo>
                <a:cubicBezTo>
                  <a:pt x="876313" y="35341"/>
                  <a:pt x="884070" y="33446"/>
                  <a:pt x="892638" y="33446"/>
                </a:cubicBezTo>
                <a:cubicBezTo>
                  <a:pt x="905873" y="33446"/>
                  <a:pt x="916720" y="37743"/>
                  <a:pt x="925178" y="46338"/>
                </a:cubicBezTo>
                <a:cubicBezTo>
                  <a:pt x="933635" y="54933"/>
                  <a:pt x="937864" y="65793"/>
                  <a:pt x="937864" y="78919"/>
                </a:cubicBezTo>
                <a:cubicBezTo>
                  <a:pt x="937864" y="92155"/>
                  <a:pt x="933594" y="103125"/>
                  <a:pt x="925054" y="111830"/>
                </a:cubicBezTo>
                <a:cubicBezTo>
                  <a:pt x="916514" y="120534"/>
                  <a:pt x="905764" y="124887"/>
                  <a:pt x="892803" y="124887"/>
                </a:cubicBezTo>
                <a:cubicBezTo>
                  <a:pt x="884784" y="124887"/>
                  <a:pt x="877137" y="123074"/>
                  <a:pt x="869860" y="119450"/>
                </a:cubicBezTo>
                <a:cubicBezTo>
                  <a:pt x="862583" y="115825"/>
                  <a:pt x="857050" y="110512"/>
                  <a:pt x="853261" y="103509"/>
                </a:cubicBezTo>
                <a:cubicBezTo>
                  <a:pt x="849471" y="96507"/>
                  <a:pt x="847576" y="87981"/>
                  <a:pt x="847576" y="77931"/>
                </a:cubicBezTo>
                <a:moveTo>
                  <a:pt x="871302" y="79166"/>
                </a:moveTo>
                <a:cubicBezTo>
                  <a:pt x="871302" y="87816"/>
                  <a:pt x="873361" y="94441"/>
                  <a:pt x="877480" y="99040"/>
                </a:cubicBezTo>
                <a:cubicBezTo>
                  <a:pt x="881599" y="103640"/>
                  <a:pt x="886679" y="105939"/>
                  <a:pt x="892720" y="105939"/>
                </a:cubicBezTo>
                <a:cubicBezTo>
                  <a:pt x="898761" y="105939"/>
                  <a:pt x="903828" y="103640"/>
                  <a:pt x="907919" y="99040"/>
                </a:cubicBezTo>
                <a:cubicBezTo>
                  <a:pt x="912011" y="94441"/>
                  <a:pt x="914056" y="87761"/>
                  <a:pt x="914056" y="79002"/>
                </a:cubicBezTo>
                <a:cubicBezTo>
                  <a:pt x="914056" y="70462"/>
                  <a:pt x="912011" y="63892"/>
                  <a:pt x="907919" y="59292"/>
                </a:cubicBezTo>
                <a:cubicBezTo>
                  <a:pt x="903828" y="54693"/>
                  <a:pt x="898761" y="52393"/>
                  <a:pt x="892720" y="52393"/>
                </a:cubicBezTo>
                <a:cubicBezTo>
                  <a:pt x="886679" y="52393"/>
                  <a:pt x="881599" y="54693"/>
                  <a:pt x="877480" y="59292"/>
                </a:cubicBezTo>
                <a:cubicBezTo>
                  <a:pt x="873361" y="63892"/>
                  <a:pt x="871302" y="70516"/>
                  <a:pt x="871302" y="79166"/>
                </a:cubicBezTo>
                <a:close/>
                <a:moveTo>
                  <a:pt x="1035592" y="122910"/>
                </a:moveTo>
                <a:lnTo>
                  <a:pt x="1012444" y="122910"/>
                </a:lnTo>
                <a:lnTo>
                  <a:pt x="1012444" y="78312"/>
                </a:lnTo>
                <a:cubicBezTo>
                  <a:pt x="1012444" y="68876"/>
                  <a:pt x="1011950" y="62773"/>
                  <a:pt x="1010961" y="60003"/>
                </a:cubicBezTo>
                <a:cubicBezTo>
                  <a:pt x="1009973" y="57233"/>
                  <a:pt x="1008366" y="55080"/>
                  <a:pt x="1006142" y="53544"/>
                </a:cubicBezTo>
                <a:cubicBezTo>
                  <a:pt x="1003918" y="52008"/>
                  <a:pt x="1001240" y="51240"/>
                  <a:pt x="998110" y="51240"/>
                </a:cubicBezTo>
                <a:cubicBezTo>
                  <a:pt x="994101" y="51240"/>
                  <a:pt x="990504" y="52337"/>
                  <a:pt x="987318" y="54532"/>
                </a:cubicBezTo>
                <a:cubicBezTo>
                  <a:pt x="984133" y="56726"/>
                  <a:pt x="981950" y="59633"/>
                  <a:pt x="980769" y="63254"/>
                </a:cubicBezTo>
                <a:cubicBezTo>
                  <a:pt x="979588" y="66874"/>
                  <a:pt x="978998" y="73566"/>
                  <a:pt x="978998" y="83332"/>
                </a:cubicBezTo>
                <a:lnTo>
                  <a:pt x="978998" y="122910"/>
                </a:lnTo>
                <a:lnTo>
                  <a:pt x="955849" y="122910"/>
                </a:lnTo>
                <a:lnTo>
                  <a:pt x="955849" y="35423"/>
                </a:lnTo>
                <a:lnTo>
                  <a:pt x="977350" y="35423"/>
                </a:lnTo>
                <a:lnTo>
                  <a:pt x="977350" y="48274"/>
                </a:lnTo>
                <a:cubicBezTo>
                  <a:pt x="984984" y="38389"/>
                  <a:pt x="994595" y="33446"/>
                  <a:pt x="1006183" y="33446"/>
                </a:cubicBezTo>
                <a:cubicBezTo>
                  <a:pt x="1011291" y="33446"/>
                  <a:pt x="1015959" y="34366"/>
                  <a:pt x="1020188" y="36206"/>
                </a:cubicBezTo>
                <a:cubicBezTo>
                  <a:pt x="1024416" y="38045"/>
                  <a:pt x="1027615" y="40393"/>
                  <a:pt x="1029785" y="43249"/>
                </a:cubicBezTo>
                <a:cubicBezTo>
                  <a:pt x="1031954" y="46105"/>
                  <a:pt x="1033464" y="49345"/>
                  <a:pt x="1034316" y="52970"/>
                </a:cubicBezTo>
                <a:cubicBezTo>
                  <a:pt x="1035167" y="56594"/>
                  <a:pt x="1035592" y="61784"/>
                  <a:pt x="1035592" y="68539"/>
                </a:cubicBezTo>
                <a:lnTo>
                  <a:pt x="1035592" y="122910"/>
                </a:lnTo>
                <a:close/>
                <a:moveTo>
                  <a:pt x="1099986" y="83697"/>
                </a:moveTo>
                <a:lnTo>
                  <a:pt x="1123711" y="81391"/>
                </a:lnTo>
                <a:cubicBezTo>
                  <a:pt x="1125139" y="89383"/>
                  <a:pt x="1128036" y="95253"/>
                  <a:pt x="1132402" y="99002"/>
                </a:cubicBezTo>
                <a:cubicBezTo>
                  <a:pt x="1136768" y="102748"/>
                  <a:pt x="1142658" y="104621"/>
                  <a:pt x="1150072" y="104621"/>
                </a:cubicBezTo>
                <a:cubicBezTo>
                  <a:pt x="1157926" y="104621"/>
                  <a:pt x="1163844" y="102955"/>
                  <a:pt x="1167825" y="99622"/>
                </a:cubicBezTo>
                <a:cubicBezTo>
                  <a:pt x="1171807" y="96289"/>
                  <a:pt x="1173798" y="92391"/>
                  <a:pt x="1173798" y="87927"/>
                </a:cubicBezTo>
                <a:cubicBezTo>
                  <a:pt x="1173798" y="85062"/>
                  <a:pt x="1172960" y="82625"/>
                  <a:pt x="1171285" y="80616"/>
                </a:cubicBezTo>
                <a:cubicBezTo>
                  <a:pt x="1169610" y="78604"/>
                  <a:pt x="1166686" y="76855"/>
                  <a:pt x="1162512" y="75367"/>
                </a:cubicBezTo>
                <a:cubicBezTo>
                  <a:pt x="1159656" y="74376"/>
                  <a:pt x="1153148" y="72615"/>
                  <a:pt x="1142988" y="70084"/>
                </a:cubicBezTo>
                <a:cubicBezTo>
                  <a:pt x="1129917" y="66837"/>
                  <a:pt x="1120746" y="62847"/>
                  <a:pt x="1115473" y="58113"/>
                </a:cubicBezTo>
                <a:cubicBezTo>
                  <a:pt x="1108059" y="51454"/>
                  <a:pt x="1104352" y="43337"/>
                  <a:pt x="1104352" y="33763"/>
                </a:cubicBezTo>
                <a:cubicBezTo>
                  <a:pt x="1104352" y="27600"/>
                  <a:pt x="1106096" y="21836"/>
                  <a:pt x="1109583" y="16471"/>
                </a:cubicBezTo>
                <a:cubicBezTo>
                  <a:pt x="1113071" y="11104"/>
                  <a:pt x="1118096" y="7018"/>
                  <a:pt x="1124659" y="4212"/>
                </a:cubicBezTo>
                <a:cubicBezTo>
                  <a:pt x="1131221" y="1404"/>
                  <a:pt x="1139144" y="0"/>
                  <a:pt x="1148425" y="0"/>
                </a:cubicBezTo>
                <a:cubicBezTo>
                  <a:pt x="1163583" y="0"/>
                  <a:pt x="1174992" y="3338"/>
                  <a:pt x="1182653" y="10014"/>
                </a:cubicBezTo>
                <a:cubicBezTo>
                  <a:pt x="1190315" y="16689"/>
                  <a:pt x="1194338" y="25598"/>
                  <a:pt x="1194722" y="36741"/>
                </a:cubicBezTo>
                <a:lnTo>
                  <a:pt x="1170338" y="37730"/>
                </a:lnTo>
                <a:cubicBezTo>
                  <a:pt x="1169294" y="31524"/>
                  <a:pt x="1167056" y="27062"/>
                  <a:pt x="1163624" y="24343"/>
                </a:cubicBezTo>
                <a:cubicBezTo>
                  <a:pt x="1160191" y="21625"/>
                  <a:pt x="1155043" y="20265"/>
                  <a:pt x="1148178" y="20265"/>
                </a:cubicBezTo>
                <a:cubicBezTo>
                  <a:pt x="1141093" y="20265"/>
                  <a:pt x="1135546" y="21721"/>
                  <a:pt x="1131537" y="24634"/>
                </a:cubicBezTo>
                <a:cubicBezTo>
                  <a:pt x="1128956" y="26501"/>
                  <a:pt x="1127665" y="29001"/>
                  <a:pt x="1127665" y="32133"/>
                </a:cubicBezTo>
                <a:cubicBezTo>
                  <a:pt x="1127665" y="34991"/>
                  <a:pt x="1128874" y="37435"/>
                  <a:pt x="1131290" y="39467"/>
                </a:cubicBezTo>
                <a:cubicBezTo>
                  <a:pt x="1134366" y="42050"/>
                  <a:pt x="1141835" y="44745"/>
                  <a:pt x="1153697" y="47551"/>
                </a:cubicBezTo>
                <a:cubicBezTo>
                  <a:pt x="1165560" y="50357"/>
                  <a:pt x="1174333" y="53260"/>
                  <a:pt x="1180017" y="56260"/>
                </a:cubicBezTo>
                <a:cubicBezTo>
                  <a:pt x="1185701" y="59258"/>
                  <a:pt x="1190150" y="63357"/>
                  <a:pt x="1193363" y="68557"/>
                </a:cubicBezTo>
                <a:cubicBezTo>
                  <a:pt x="1196575" y="73756"/>
                  <a:pt x="1198182" y="80180"/>
                  <a:pt x="1198182" y="87829"/>
                </a:cubicBezTo>
                <a:cubicBezTo>
                  <a:pt x="1198182" y="94761"/>
                  <a:pt x="1196260" y="101253"/>
                  <a:pt x="1192415" y="107306"/>
                </a:cubicBezTo>
                <a:cubicBezTo>
                  <a:pt x="1188571" y="113360"/>
                  <a:pt x="1183134" y="117858"/>
                  <a:pt x="1176104" y="120801"/>
                </a:cubicBezTo>
                <a:cubicBezTo>
                  <a:pt x="1169075" y="123745"/>
                  <a:pt x="1160315" y="125216"/>
                  <a:pt x="1149825" y="125216"/>
                </a:cubicBezTo>
                <a:cubicBezTo>
                  <a:pt x="1134558" y="125216"/>
                  <a:pt x="1122832" y="121681"/>
                  <a:pt x="1114650" y="114610"/>
                </a:cubicBezTo>
                <a:cubicBezTo>
                  <a:pt x="1106467" y="107539"/>
                  <a:pt x="1101579" y="97235"/>
                  <a:pt x="1099986" y="83697"/>
                </a:cubicBezTo>
                <a:close/>
                <a:moveTo>
                  <a:pt x="1294814" y="61290"/>
                </a:moveTo>
                <a:lnTo>
                  <a:pt x="1271995" y="65409"/>
                </a:lnTo>
                <a:cubicBezTo>
                  <a:pt x="1271226" y="60878"/>
                  <a:pt x="1269482" y="57466"/>
                  <a:pt x="1266764" y="55173"/>
                </a:cubicBezTo>
                <a:cubicBezTo>
                  <a:pt x="1264045" y="52880"/>
                  <a:pt x="1260517" y="51734"/>
                  <a:pt x="1256178" y="51734"/>
                </a:cubicBezTo>
                <a:cubicBezTo>
                  <a:pt x="1250411" y="51734"/>
                  <a:pt x="1245812" y="53719"/>
                  <a:pt x="1242379" y="57689"/>
                </a:cubicBezTo>
                <a:cubicBezTo>
                  <a:pt x="1238947" y="61658"/>
                  <a:pt x="1237231" y="68297"/>
                  <a:pt x="1237231" y="77604"/>
                </a:cubicBezTo>
                <a:cubicBezTo>
                  <a:pt x="1237231" y="87953"/>
                  <a:pt x="1238974" y="95263"/>
                  <a:pt x="1242462" y="99535"/>
                </a:cubicBezTo>
                <a:cubicBezTo>
                  <a:pt x="1245949" y="103804"/>
                  <a:pt x="1250631" y="105939"/>
                  <a:pt x="1256507" y="105939"/>
                </a:cubicBezTo>
                <a:cubicBezTo>
                  <a:pt x="1260901" y="105939"/>
                  <a:pt x="1264498" y="104690"/>
                  <a:pt x="1267299" y="102191"/>
                </a:cubicBezTo>
                <a:cubicBezTo>
                  <a:pt x="1270100" y="99692"/>
                  <a:pt x="1272077" y="95395"/>
                  <a:pt x="1273230" y="89299"/>
                </a:cubicBezTo>
                <a:lnTo>
                  <a:pt x="1295967" y="93253"/>
                </a:lnTo>
                <a:cubicBezTo>
                  <a:pt x="1293605" y="103688"/>
                  <a:pt x="1289075" y="111569"/>
                  <a:pt x="1282374" y="116896"/>
                </a:cubicBezTo>
                <a:cubicBezTo>
                  <a:pt x="1275674" y="122223"/>
                  <a:pt x="1266695" y="124887"/>
                  <a:pt x="1255436" y="124887"/>
                </a:cubicBezTo>
                <a:cubicBezTo>
                  <a:pt x="1242640" y="124887"/>
                  <a:pt x="1232439" y="120850"/>
                  <a:pt x="1224833" y="112777"/>
                </a:cubicBezTo>
                <a:cubicBezTo>
                  <a:pt x="1217226" y="104704"/>
                  <a:pt x="1213423" y="93528"/>
                  <a:pt x="1213423" y="79249"/>
                </a:cubicBezTo>
                <a:cubicBezTo>
                  <a:pt x="1213423" y="64805"/>
                  <a:pt x="1217240" y="53560"/>
                  <a:pt x="1224874" y="45514"/>
                </a:cubicBezTo>
                <a:cubicBezTo>
                  <a:pt x="1232508" y="37469"/>
                  <a:pt x="1242833" y="33446"/>
                  <a:pt x="1255848" y="33446"/>
                </a:cubicBezTo>
                <a:cubicBezTo>
                  <a:pt x="1266503" y="33446"/>
                  <a:pt x="1274974" y="35739"/>
                  <a:pt x="1281262" y="40325"/>
                </a:cubicBezTo>
                <a:cubicBezTo>
                  <a:pt x="1287551" y="44910"/>
                  <a:pt x="1292068" y="51899"/>
                  <a:pt x="1294814" y="61290"/>
                </a:cubicBezTo>
                <a:close/>
                <a:moveTo>
                  <a:pt x="1306980" y="77931"/>
                </a:moveTo>
                <a:cubicBezTo>
                  <a:pt x="1306980" y="70242"/>
                  <a:pt x="1308875" y="62800"/>
                  <a:pt x="1312664" y="55606"/>
                </a:cubicBezTo>
                <a:cubicBezTo>
                  <a:pt x="1316454" y="48411"/>
                  <a:pt x="1321822" y="42919"/>
                  <a:pt x="1328769" y="39130"/>
                </a:cubicBezTo>
                <a:cubicBezTo>
                  <a:pt x="1335717" y="35341"/>
                  <a:pt x="1343474" y="33446"/>
                  <a:pt x="1352041" y="33446"/>
                </a:cubicBezTo>
                <a:cubicBezTo>
                  <a:pt x="1365277" y="33446"/>
                  <a:pt x="1376124" y="37743"/>
                  <a:pt x="1384581" y="46338"/>
                </a:cubicBezTo>
                <a:cubicBezTo>
                  <a:pt x="1393039" y="54933"/>
                  <a:pt x="1397268" y="65793"/>
                  <a:pt x="1397268" y="78919"/>
                </a:cubicBezTo>
                <a:cubicBezTo>
                  <a:pt x="1397268" y="92155"/>
                  <a:pt x="1392998" y="103125"/>
                  <a:pt x="1384458" y="111830"/>
                </a:cubicBezTo>
                <a:cubicBezTo>
                  <a:pt x="1375918" y="120534"/>
                  <a:pt x="1365167" y="124887"/>
                  <a:pt x="1352206" y="124887"/>
                </a:cubicBezTo>
                <a:cubicBezTo>
                  <a:pt x="1344188" y="124887"/>
                  <a:pt x="1336540" y="123074"/>
                  <a:pt x="1329264" y="119450"/>
                </a:cubicBezTo>
                <a:cubicBezTo>
                  <a:pt x="1321987" y="115825"/>
                  <a:pt x="1316454" y="110512"/>
                  <a:pt x="1312664" y="103509"/>
                </a:cubicBezTo>
                <a:cubicBezTo>
                  <a:pt x="1308875" y="96507"/>
                  <a:pt x="1306980" y="87981"/>
                  <a:pt x="1306980" y="77931"/>
                </a:cubicBezTo>
                <a:moveTo>
                  <a:pt x="1330705" y="79166"/>
                </a:moveTo>
                <a:cubicBezTo>
                  <a:pt x="1330705" y="87816"/>
                  <a:pt x="1332765" y="94441"/>
                  <a:pt x="1336884" y="99040"/>
                </a:cubicBezTo>
                <a:cubicBezTo>
                  <a:pt x="1341003" y="103640"/>
                  <a:pt x="1346083" y="105939"/>
                  <a:pt x="1352124" y="105939"/>
                </a:cubicBezTo>
                <a:cubicBezTo>
                  <a:pt x="1358165" y="105939"/>
                  <a:pt x="1363231" y="103640"/>
                  <a:pt x="1367323" y="99040"/>
                </a:cubicBezTo>
                <a:cubicBezTo>
                  <a:pt x="1371414" y="94441"/>
                  <a:pt x="1373460" y="87761"/>
                  <a:pt x="1373460" y="79002"/>
                </a:cubicBezTo>
                <a:cubicBezTo>
                  <a:pt x="1373460" y="70462"/>
                  <a:pt x="1371414" y="63892"/>
                  <a:pt x="1367323" y="59292"/>
                </a:cubicBezTo>
                <a:cubicBezTo>
                  <a:pt x="1363231" y="54693"/>
                  <a:pt x="1358165" y="52393"/>
                  <a:pt x="1352124" y="52393"/>
                </a:cubicBezTo>
                <a:cubicBezTo>
                  <a:pt x="1346083" y="52393"/>
                  <a:pt x="1341003" y="54693"/>
                  <a:pt x="1336884" y="59292"/>
                </a:cubicBezTo>
                <a:cubicBezTo>
                  <a:pt x="1332765" y="63892"/>
                  <a:pt x="1330705" y="70516"/>
                  <a:pt x="1330705" y="79166"/>
                </a:cubicBezTo>
                <a:close/>
                <a:moveTo>
                  <a:pt x="1437578" y="122910"/>
                </a:moveTo>
                <a:lnTo>
                  <a:pt x="1414429" y="122910"/>
                </a:lnTo>
                <a:lnTo>
                  <a:pt x="1414429" y="35423"/>
                </a:lnTo>
                <a:lnTo>
                  <a:pt x="1435930" y="35423"/>
                </a:lnTo>
                <a:lnTo>
                  <a:pt x="1435930" y="47862"/>
                </a:lnTo>
                <a:cubicBezTo>
                  <a:pt x="1439610" y="41986"/>
                  <a:pt x="1442919" y="38114"/>
                  <a:pt x="1445857" y="36247"/>
                </a:cubicBezTo>
                <a:cubicBezTo>
                  <a:pt x="1448795" y="34380"/>
                  <a:pt x="1452131" y="33446"/>
                  <a:pt x="1455866" y="33446"/>
                </a:cubicBezTo>
                <a:cubicBezTo>
                  <a:pt x="1461138" y="33446"/>
                  <a:pt x="1466218" y="34901"/>
                  <a:pt x="1471106" y="37812"/>
                </a:cubicBezTo>
                <a:lnTo>
                  <a:pt x="1463939" y="57995"/>
                </a:lnTo>
                <a:cubicBezTo>
                  <a:pt x="1460040" y="55469"/>
                  <a:pt x="1456415" y="54205"/>
                  <a:pt x="1453065" y="54205"/>
                </a:cubicBezTo>
                <a:cubicBezTo>
                  <a:pt x="1449825" y="54205"/>
                  <a:pt x="1447079" y="55098"/>
                  <a:pt x="1444827" y="56883"/>
                </a:cubicBezTo>
                <a:cubicBezTo>
                  <a:pt x="1442575" y="58668"/>
                  <a:pt x="1440804" y="61894"/>
                  <a:pt x="1439514" y="66562"/>
                </a:cubicBezTo>
                <a:cubicBezTo>
                  <a:pt x="1438223" y="71230"/>
                  <a:pt x="1437578" y="81006"/>
                  <a:pt x="1437578" y="95889"/>
                </a:cubicBezTo>
                <a:lnTo>
                  <a:pt x="1437578" y="122910"/>
                </a:lnTo>
                <a:close/>
                <a:moveTo>
                  <a:pt x="1531710" y="95065"/>
                </a:moveTo>
                <a:lnTo>
                  <a:pt x="1554776" y="99020"/>
                </a:lnTo>
                <a:cubicBezTo>
                  <a:pt x="1551811" y="107450"/>
                  <a:pt x="1547129" y="113868"/>
                  <a:pt x="1540731" y="118276"/>
                </a:cubicBezTo>
                <a:cubicBezTo>
                  <a:pt x="1534332" y="122683"/>
                  <a:pt x="1526328" y="124887"/>
                  <a:pt x="1516717" y="124887"/>
                </a:cubicBezTo>
                <a:cubicBezTo>
                  <a:pt x="1501504" y="124887"/>
                  <a:pt x="1490246" y="119916"/>
                  <a:pt x="1482942" y="109976"/>
                </a:cubicBezTo>
                <a:cubicBezTo>
                  <a:pt x="1477175" y="102013"/>
                  <a:pt x="1474292" y="91962"/>
                  <a:pt x="1474292" y="79825"/>
                </a:cubicBezTo>
                <a:cubicBezTo>
                  <a:pt x="1474292" y="65327"/>
                  <a:pt x="1478081" y="53972"/>
                  <a:pt x="1485660" y="45762"/>
                </a:cubicBezTo>
                <a:cubicBezTo>
                  <a:pt x="1493239" y="37551"/>
                  <a:pt x="1502822" y="33446"/>
                  <a:pt x="1514410" y="33446"/>
                </a:cubicBezTo>
                <a:cubicBezTo>
                  <a:pt x="1527426" y="33446"/>
                  <a:pt x="1537696" y="37743"/>
                  <a:pt x="1545220" y="46338"/>
                </a:cubicBezTo>
                <a:cubicBezTo>
                  <a:pt x="1552744" y="54933"/>
                  <a:pt x="1556341" y="68100"/>
                  <a:pt x="1556012" y="85839"/>
                </a:cubicBezTo>
                <a:lnTo>
                  <a:pt x="1498017" y="85839"/>
                </a:lnTo>
                <a:cubicBezTo>
                  <a:pt x="1498182" y="92704"/>
                  <a:pt x="1500049" y="98045"/>
                  <a:pt x="1503619" y="101862"/>
                </a:cubicBezTo>
                <a:cubicBezTo>
                  <a:pt x="1507189" y="105679"/>
                  <a:pt x="1511637" y="107587"/>
                  <a:pt x="1516964" y="107587"/>
                </a:cubicBezTo>
                <a:cubicBezTo>
                  <a:pt x="1520589" y="107587"/>
                  <a:pt x="1523637" y="106599"/>
                  <a:pt x="1526108" y="104621"/>
                </a:cubicBezTo>
                <a:cubicBezTo>
                  <a:pt x="1528580" y="102644"/>
                  <a:pt x="1530447" y="99459"/>
                  <a:pt x="1531710" y="95065"/>
                </a:cubicBezTo>
                <a:moveTo>
                  <a:pt x="1533028" y="71670"/>
                </a:moveTo>
                <a:cubicBezTo>
                  <a:pt x="1532863" y="64997"/>
                  <a:pt x="1531133" y="59924"/>
                  <a:pt x="1527838" y="56450"/>
                </a:cubicBezTo>
                <a:cubicBezTo>
                  <a:pt x="1524543" y="52977"/>
                  <a:pt x="1520534" y="51240"/>
                  <a:pt x="1515811" y="51240"/>
                </a:cubicBezTo>
                <a:cubicBezTo>
                  <a:pt x="1510758" y="51240"/>
                  <a:pt x="1506584" y="53072"/>
                  <a:pt x="1503289" y="56736"/>
                </a:cubicBezTo>
                <a:cubicBezTo>
                  <a:pt x="1499994" y="60402"/>
                  <a:pt x="1498374" y="65380"/>
                  <a:pt x="1498429" y="71670"/>
                </a:cubicBezTo>
                <a:lnTo>
                  <a:pt x="1533028" y="71670"/>
                </a:lnTo>
                <a:close/>
                <a:moveTo>
                  <a:pt x="1616646" y="55853"/>
                </a:moveTo>
                <a:lnTo>
                  <a:pt x="1616646" y="34434"/>
                </a:lnTo>
                <a:lnTo>
                  <a:pt x="1701084" y="34434"/>
                </a:lnTo>
                <a:lnTo>
                  <a:pt x="1701084" y="55853"/>
                </a:lnTo>
                <a:lnTo>
                  <a:pt x="1616646" y="55853"/>
                </a:lnTo>
                <a:moveTo>
                  <a:pt x="1616646" y="92594"/>
                </a:moveTo>
                <a:lnTo>
                  <a:pt x="1616646" y="71176"/>
                </a:lnTo>
                <a:lnTo>
                  <a:pt x="1701084" y="71176"/>
                </a:lnTo>
                <a:lnTo>
                  <a:pt x="1701084" y="92594"/>
                </a:lnTo>
                <a:lnTo>
                  <a:pt x="1616646" y="92594"/>
                </a:lnTo>
                <a:close/>
                <a:moveTo>
                  <a:pt x="1801370" y="1648"/>
                </a:moveTo>
                <a:cubicBezTo>
                  <a:pt x="1813068" y="1648"/>
                  <a:pt x="1822212" y="5824"/>
                  <a:pt x="1828803" y="14177"/>
                </a:cubicBezTo>
                <a:cubicBezTo>
                  <a:pt x="1836656" y="24069"/>
                  <a:pt x="1840583" y="40474"/>
                  <a:pt x="1840583" y="63391"/>
                </a:cubicBezTo>
                <a:cubicBezTo>
                  <a:pt x="1840583" y="86253"/>
                  <a:pt x="1836629" y="102685"/>
                  <a:pt x="1828720" y="112687"/>
                </a:cubicBezTo>
                <a:cubicBezTo>
                  <a:pt x="1822185" y="120930"/>
                  <a:pt x="1813068" y="125051"/>
                  <a:pt x="1801370" y="125051"/>
                </a:cubicBezTo>
                <a:cubicBezTo>
                  <a:pt x="1789618" y="125051"/>
                  <a:pt x="1780144" y="120532"/>
                  <a:pt x="1772949" y="111492"/>
                </a:cubicBezTo>
                <a:cubicBezTo>
                  <a:pt x="1765755" y="102451"/>
                  <a:pt x="1762158" y="86335"/>
                  <a:pt x="1762158" y="63144"/>
                </a:cubicBezTo>
                <a:cubicBezTo>
                  <a:pt x="1762158" y="40391"/>
                  <a:pt x="1766112" y="24014"/>
                  <a:pt x="1774020" y="14012"/>
                </a:cubicBezTo>
                <a:cubicBezTo>
                  <a:pt x="1780556" y="5769"/>
                  <a:pt x="1789672" y="1648"/>
                  <a:pt x="1801370" y="1648"/>
                </a:cubicBezTo>
                <a:moveTo>
                  <a:pt x="1801370" y="20924"/>
                </a:moveTo>
                <a:cubicBezTo>
                  <a:pt x="1798569" y="20924"/>
                  <a:pt x="1796071" y="21816"/>
                  <a:pt x="1793874" y="23599"/>
                </a:cubicBezTo>
                <a:cubicBezTo>
                  <a:pt x="1791677" y="25382"/>
                  <a:pt x="1789975" y="28578"/>
                  <a:pt x="1788766" y="33186"/>
                </a:cubicBezTo>
                <a:cubicBezTo>
                  <a:pt x="1787174" y="39167"/>
                  <a:pt x="1786377" y="49235"/>
                  <a:pt x="1786377" y="63391"/>
                </a:cubicBezTo>
                <a:cubicBezTo>
                  <a:pt x="1786377" y="77546"/>
                  <a:pt x="1787091" y="87271"/>
                  <a:pt x="1788519" y="92566"/>
                </a:cubicBezTo>
                <a:cubicBezTo>
                  <a:pt x="1789947" y="97860"/>
                  <a:pt x="1791746" y="101385"/>
                  <a:pt x="1793915" y="103141"/>
                </a:cubicBezTo>
                <a:cubicBezTo>
                  <a:pt x="1796084" y="104897"/>
                  <a:pt x="1798569" y="105775"/>
                  <a:pt x="1801370" y="105775"/>
                </a:cubicBezTo>
                <a:cubicBezTo>
                  <a:pt x="1804171" y="105775"/>
                  <a:pt x="1806670" y="104883"/>
                  <a:pt x="1808867" y="103100"/>
                </a:cubicBezTo>
                <a:cubicBezTo>
                  <a:pt x="1811064" y="101317"/>
                  <a:pt x="1812766" y="98121"/>
                  <a:pt x="1813974" y="93513"/>
                </a:cubicBezTo>
                <a:cubicBezTo>
                  <a:pt x="1815567" y="87587"/>
                  <a:pt x="1816363" y="77546"/>
                  <a:pt x="1816363" y="63391"/>
                </a:cubicBezTo>
                <a:cubicBezTo>
                  <a:pt x="1816363" y="49235"/>
                  <a:pt x="1815649" y="39510"/>
                  <a:pt x="1814221" y="34216"/>
                </a:cubicBezTo>
                <a:cubicBezTo>
                  <a:pt x="1812794" y="28921"/>
                  <a:pt x="1810995" y="25382"/>
                  <a:pt x="1808826" y="23599"/>
                </a:cubicBezTo>
                <a:cubicBezTo>
                  <a:pt x="1806656" y="21816"/>
                  <a:pt x="1804171" y="20924"/>
                  <a:pt x="1801370" y="20924"/>
                </a:cubicBezTo>
                <a:close/>
                <a:moveTo>
                  <a:pt x="1860987" y="122910"/>
                </a:moveTo>
                <a:lnTo>
                  <a:pt x="1860987" y="99679"/>
                </a:lnTo>
                <a:lnTo>
                  <a:pt x="1884135" y="99679"/>
                </a:lnTo>
                <a:lnTo>
                  <a:pt x="1884135" y="122910"/>
                </a:lnTo>
                <a:lnTo>
                  <a:pt x="1860987" y="122910"/>
                </a:lnTo>
                <a:close/>
                <a:moveTo>
                  <a:pt x="1962177" y="122910"/>
                </a:moveTo>
                <a:lnTo>
                  <a:pt x="1939028" y="122910"/>
                </a:lnTo>
                <a:lnTo>
                  <a:pt x="1939028" y="35765"/>
                </a:lnTo>
                <a:cubicBezTo>
                  <a:pt x="1930571" y="43705"/>
                  <a:pt x="1920603" y="49577"/>
                  <a:pt x="1909125" y="53382"/>
                </a:cubicBezTo>
                <a:lnTo>
                  <a:pt x="1909125" y="32293"/>
                </a:lnTo>
                <a:cubicBezTo>
                  <a:pt x="1915166" y="30310"/>
                  <a:pt x="1921729" y="26553"/>
                  <a:pt x="1928813" y="21020"/>
                </a:cubicBezTo>
                <a:cubicBezTo>
                  <a:pt x="1935898" y="15485"/>
                  <a:pt x="1940758" y="9027"/>
                  <a:pt x="1943395" y="1648"/>
                </a:cubicBezTo>
                <a:lnTo>
                  <a:pt x="1962177" y="1648"/>
                </a:lnTo>
                <a:lnTo>
                  <a:pt x="1962177" y="122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67FD6-BC7F-4A8F-B331-72CC0CB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1" y="3852537"/>
            <a:ext cx="2699397" cy="683285"/>
          </a:xfrm>
          <a:custGeom xmlns:a="http://schemas.openxmlformats.org/drawingml/2006/main">
            <a:pathLst>
              <a:path w="2699397" h="683285">
                <a:moveTo>
                  <a:pt x="0" y="0"/>
                </a:moveTo>
                <a:lnTo>
                  <a:pt x="2699397" y="0"/>
                </a:lnTo>
                <a:lnTo>
                  <a:pt x="2699397" y="683285"/>
                </a:lnTo>
                <a:lnTo>
                  <a:pt x="0" y="6832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D45E8-0292-4907-A7D9-D158FB4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1" y="3852537"/>
            <a:ext cx="2699397" cy="683285"/>
          </a:xfrm>
          <a:custGeom xmlns:a="http://schemas.openxmlformats.org/drawingml/2006/main">
            <a:pathLst>
              <a:path w="2699397" h="683285" fill="none">
                <a:moveTo>
                  <a:pt x="0" y="0"/>
                </a:moveTo>
                <a:lnTo>
                  <a:pt x="2699397" y="0"/>
                </a:lnTo>
                <a:lnTo>
                  <a:pt x="2699397" y="683285"/>
                </a:lnTo>
                <a:lnTo>
                  <a:pt x="0" y="6832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82B366"/>
            </a:solidFill>
            <a:miter/>
          </a:ln>
        </p:spPr>
      </p:sp>
      <p:sp>
        <p:nvSpPr>
          <p:cNvPr id="46" name="Text Sample">
            <a:extLst xmlns:a="http://schemas.openxmlformats.org/drawingml/2006/main">
              <a:ext uri="{FF2B5EF4-FFF2-40B4-BE49-F238E27FC236}">
                <a16:creationId xmlns:a16="http://schemas.microsoft.com/office/drawing/2014/main" id="{32A8A1F8-1A8F-4EFE-8222-0CCE8A2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1" y="3880744"/>
            <a:ext cx="470091" cy="124953"/>
          </a:xfrm>
          <a:custGeom xmlns:a="http://schemas.openxmlformats.org/drawingml/2006/main">
            <a:pathLst>
              <a:path w="470091" h="124953">
                <a:moveTo>
                  <a:pt x="0" y="66958"/>
                </a:moveTo>
                <a:lnTo>
                  <a:pt x="18980" y="65112"/>
                </a:lnTo>
                <a:cubicBezTo>
                  <a:pt x="20122" y="71506"/>
                  <a:pt x="22440" y="76203"/>
                  <a:pt x="25933" y="79201"/>
                </a:cubicBezTo>
                <a:cubicBezTo>
                  <a:pt x="29426" y="82199"/>
                  <a:pt x="34138" y="83697"/>
                  <a:pt x="40069" y="83697"/>
                </a:cubicBezTo>
                <a:cubicBezTo>
                  <a:pt x="46352" y="83697"/>
                  <a:pt x="51086" y="82364"/>
                  <a:pt x="54271" y="79698"/>
                </a:cubicBezTo>
                <a:cubicBezTo>
                  <a:pt x="57457" y="77031"/>
                  <a:pt x="59049" y="73913"/>
                  <a:pt x="59049" y="70341"/>
                </a:cubicBezTo>
                <a:cubicBezTo>
                  <a:pt x="59049" y="68050"/>
                  <a:pt x="58379" y="66100"/>
                  <a:pt x="57039" y="64493"/>
                </a:cubicBezTo>
                <a:cubicBezTo>
                  <a:pt x="55699" y="62883"/>
                  <a:pt x="53360" y="61484"/>
                  <a:pt x="50021" y="60293"/>
                </a:cubicBezTo>
                <a:cubicBezTo>
                  <a:pt x="47736" y="59501"/>
                  <a:pt x="42530" y="58092"/>
                  <a:pt x="34402" y="56067"/>
                </a:cubicBezTo>
                <a:cubicBezTo>
                  <a:pt x="23945" y="53470"/>
                  <a:pt x="16608" y="50277"/>
                  <a:pt x="12390" y="46491"/>
                </a:cubicBezTo>
                <a:cubicBezTo>
                  <a:pt x="6459" y="41163"/>
                  <a:pt x="3493" y="34670"/>
                  <a:pt x="3493" y="27010"/>
                </a:cubicBezTo>
                <a:cubicBezTo>
                  <a:pt x="3493" y="22080"/>
                  <a:pt x="4888" y="17468"/>
                  <a:pt x="7678" y="13177"/>
                </a:cubicBezTo>
                <a:cubicBezTo>
                  <a:pt x="10468" y="8883"/>
                  <a:pt x="14488" y="5614"/>
                  <a:pt x="19738" y="3369"/>
                </a:cubicBezTo>
                <a:cubicBezTo>
                  <a:pt x="24988" y="1123"/>
                  <a:pt x="31326" y="0"/>
                  <a:pt x="38751" y="0"/>
                </a:cubicBezTo>
                <a:cubicBezTo>
                  <a:pt x="50877" y="0"/>
                  <a:pt x="60005" y="2670"/>
                  <a:pt x="66134" y="8011"/>
                </a:cubicBezTo>
                <a:cubicBezTo>
                  <a:pt x="72263" y="13351"/>
                  <a:pt x="75481" y="20478"/>
                  <a:pt x="75789" y="29393"/>
                </a:cubicBezTo>
                <a:lnTo>
                  <a:pt x="56281" y="30184"/>
                </a:lnTo>
                <a:cubicBezTo>
                  <a:pt x="55447" y="25219"/>
                  <a:pt x="53656" y="21649"/>
                  <a:pt x="50910" y="19474"/>
                </a:cubicBezTo>
                <a:cubicBezTo>
                  <a:pt x="48164" y="17300"/>
                  <a:pt x="44045" y="16212"/>
                  <a:pt x="38553" y="16212"/>
                </a:cubicBezTo>
                <a:cubicBezTo>
                  <a:pt x="32886" y="16212"/>
                  <a:pt x="28448" y="17377"/>
                  <a:pt x="25241" y="19707"/>
                </a:cubicBezTo>
                <a:cubicBezTo>
                  <a:pt x="23176" y="21201"/>
                  <a:pt x="22143" y="23201"/>
                  <a:pt x="22143" y="25706"/>
                </a:cubicBezTo>
                <a:cubicBezTo>
                  <a:pt x="22143" y="27992"/>
                  <a:pt x="23110" y="29948"/>
                  <a:pt x="25043" y="31574"/>
                </a:cubicBezTo>
                <a:cubicBezTo>
                  <a:pt x="27504" y="33640"/>
                  <a:pt x="33479" y="35796"/>
                  <a:pt x="42969" y="38041"/>
                </a:cubicBezTo>
                <a:cubicBezTo>
                  <a:pt x="52459" y="40285"/>
                  <a:pt x="59478" y="42608"/>
                  <a:pt x="64025" y="45008"/>
                </a:cubicBezTo>
                <a:cubicBezTo>
                  <a:pt x="68572" y="47406"/>
                  <a:pt x="72131" y="50686"/>
                  <a:pt x="74701" y="54846"/>
                </a:cubicBezTo>
                <a:cubicBezTo>
                  <a:pt x="77272" y="59005"/>
                  <a:pt x="78557" y="64144"/>
                  <a:pt x="78557" y="70263"/>
                </a:cubicBezTo>
                <a:cubicBezTo>
                  <a:pt x="78557" y="75809"/>
                  <a:pt x="77019" y="81003"/>
                  <a:pt x="73943" y="85845"/>
                </a:cubicBezTo>
                <a:cubicBezTo>
                  <a:pt x="70868" y="90688"/>
                  <a:pt x="66518" y="94286"/>
                  <a:pt x="60895" y="96641"/>
                </a:cubicBezTo>
                <a:cubicBezTo>
                  <a:pt x="55271" y="98996"/>
                  <a:pt x="48263" y="100173"/>
                  <a:pt x="39871" y="100173"/>
                </a:cubicBezTo>
                <a:cubicBezTo>
                  <a:pt x="27657" y="100173"/>
                  <a:pt x="18277" y="97345"/>
                  <a:pt x="11731" y="91688"/>
                </a:cubicBezTo>
                <a:cubicBezTo>
                  <a:pt x="5184" y="86031"/>
                  <a:pt x="1274" y="77788"/>
                  <a:pt x="0" y="66958"/>
                </a:cubicBezTo>
                <a:close/>
                <a:moveTo>
                  <a:pt x="108675" y="49955"/>
                </a:moveTo>
                <a:lnTo>
                  <a:pt x="91870" y="46923"/>
                </a:lnTo>
                <a:cubicBezTo>
                  <a:pt x="93759" y="40068"/>
                  <a:pt x="97011" y="34993"/>
                  <a:pt x="101624" y="31699"/>
                </a:cubicBezTo>
                <a:cubicBezTo>
                  <a:pt x="106237" y="28404"/>
                  <a:pt x="113091" y="26757"/>
                  <a:pt x="122186" y="26757"/>
                </a:cubicBezTo>
                <a:cubicBezTo>
                  <a:pt x="130446" y="26757"/>
                  <a:pt x="136596" y="27734"/>
                  <a:pt x="140639" y="29689"/>
                </a:cubicBezTo>
                <a:cubicBezTo>
                  <a:pt x="144681" y="31645"/>
                  <a:pt x="147525" y="34127"/>
                  <a:pt x="149173" y="37136"/>
                </a:cubicBezTo>
                <a:cubicBezTo>
                  <a:pt x="150821" y="40146"/>
                  <a:pt x="151644" y="45671"/>
                  <a:pt x="151644" y="53711"/>
                </a:cubicBezTo>
                <a:lnTo>
                  <a:pt x="151447" y="75327"/>
                </a:lnTo>
                <a:cubicBezTo>
                  <a:pt x="151447" y="81478"/>
                  <a:pt x="151743" y="86015"/>
                  <a:pt x="152336" y="88936"/>
                </a:cubicBezTo>
                <a:cubicBezTo>
                  <a:pt x="152930" y="91858"/>
                  <a:pt x="154039" y="94989"/>
                  <a:pt x="155664" y="98328"/>
                </a:cubicBezTo>
                <a:lnTo>
                  <a:pt x="137343" y="98328"/>
                </a:lnTo>
                <a:cubicBezTo>
                  <a:pt x="136860" y="97097"/>
                  <a:pt x="136267" y="95274"/>
                  <a:pt x="135564" y="92858"/>
                </a:cubicBezTo>
                <a:cubicBezTo>
                  <a:pt x="135256" y="91759"/>
                  <a:pt x="135037" y="91034"/>
                  <a:pt x="134905" y="90683"/>
                </a:cubicBezTo>
                <a:cubicBezTo>
                  <a:pt x="131742" y="93758"/>
                  <a:pt x="128359" y="96065"/>
                  <a:pt x="124756" y="97603"/>
                </a:cubicBezTo>
                <a:cubicBezTo>
                  <a:pt x="121153" y="99140"/>
                  <a:pt x="117309" y="99909"/>
                  <a:pt x="113223" y="99909"/>
                </a:cubicBezTo>
                <a:cubicBezTo>
                  <a:pt x="106017" y="99909"/>
                  <a:pt x="100339" y="97962"/>
                  <a:pt x="96187" y="94069"/>
                </a:cubicBezTo>
                <a:cubicBezTo>
                  <a:pt x="92035" y="90175"/>
                  <a:pt x="89959" y="85253"/>
                  <a:pt x="89959" y="79302"/>
                </a:cubicBezTo>
                <a:cubicBezTo>
                  <a:pt x="89959" y="75364"/>
                  <a:pt x="90904" y="71854"/>
                  <a:pt x="92793" y="68770"/>
                </a:cubicBezTo>
                <a:cubicBezTo>
                  <a:pt x="94682" y="65685"/>
                  <a:pt x="97329" y="63322"/>
                  <a:pt x="100734" y="61681"/>
                </a:cubicBezTo>
                <a:cubicBezTo>
                  <a:pt x="104139" y="60041"/>
                  <a:pt x="109049" y="58608"/>
                  <a:pt x="115464" y="57383"/>
                </a:cubicBezTo>
                <a:cubicBezTo>
                  <a:pt x="124119" y="55764"/>
                  <a:pt x="130116" y="54255"/>
                  <a:pt x="133455" y="52854"/>
                </a:cubicBezTo>
                <a:lnTo>
                  <a:pt x="133455" y="50989"/>
                </a:lnTo>
                <a:cubicBezTo>
                  <a:pt x="133455" y="47390"/>
                  <a:pt x="132576" y="44825"/>
                  <a:pt x="130819" y="43292"/>
                </a:cubicBezTo>
                <a:cubicBezTo>
                  <a:pt x="129062" y="41759"/>
                  <a:pt x="125744" y="40992"/>
                  <a:pt x="120868" y="40992"/>
                </a:cubicBezTo>
                <a:cubicBezTo>
                  <a:pt x="117572" y="40992"/>
                  <a:pt x="115002" y="41655"/>
                  <a:pt x="113157" y="42981"/>
                </a:cubicBezTo>
                <a:cubicBezTo>
                  <a:pt x="111312" y="44306"/>
                  <a:pt x="109818" y="46631"/>
                  <a:pt x="108675" y="49955"/>
                </a:cubicBezTo>
                <a:moveTo>
                  <a:pt x="133455" y="64981"/>
                </a:moveTo>
                <a:cubicBezTo>
                  <a:pt x="131083" y="65762"/>
                  <a:pt x="127326" y="66695"/>
                  <a:pt x="122186" y="67781"/>
                </a:cubicBezTo>
                <a:cubicBezTo>
                  <a:pt x="117045" y="68866"/>
                  <a:pt x="113684" y="69930"/>
                  <a:pt x="112102" y="70972"/>
                </a:cubicBezTo>
                <a:cubicBezTo>
                  <a:pt x="109686" y="72665"/>
                  <a:pt x="108478" y="74813"/>
                  <a:pt x="108478" y="77418"/>
                </a:cubicBezTo>
                <a:cubicBezTo>
                  <a:pt x="108478" y="79980"/>
                  <a:pt x="109444" y="82194"/>
                  <a:pt x="111378" y="84062"/>
                </a:cubicBezTo>
                <a:cubicBezTo>
                  <a:pt x="113311" y="85928"/>
                  <a:pt x="115771" y="86860"/>
                  <a:pt x="118759" y="86860"/>
                </a:cubicBezTo>
                <a:cubicBezTo>
                  <a:pt x="122098" y="86860"/>
                  <a:pt x="125283" y="85775"/>
                  <a:pt x="128315" y="83604"/>
                </a:cubicBezTo>
                <a:cubicBezTo>
                  <a:pt x="130555" y="81956"/>
                  <a:pt x="132027" y="79937"/>
                  <a:pt x="132730" y="77548"/>
                </a:cubicBezTo>
                <a:cubicBezTo>
                  <a:pt x="133213" y="75985"/>
                  <a:pt x="133455" y="73012"/>
                  <a:pt x="133455" y="68628"/>
                </a:cubicBezTo>
                <a:lnTo>
                  <a:pt x="133455" y="64981"/>
                </a:lnTo>
                <a:close/>
                <a:moveTo>
                  <a:pt x="168495" y="28338"/>
                </a:moveTo>
                <a:lnTo>
                  <a:pt x="185564" y="28338"/>
                </a:lnTo>
                <a:lnTo>
                  <a:pt x="185564" y="37894"/>
                </a:lnTo>
                <a:cubicBezTo>
                  <a:pt x="191671" y="30469"/>
                  <a:pt x="198942" y="26757"/>
                  <a:pt x="207378" y="26757"/>
                </a:cubicBezTo>
                <a:cubicBezTo>
                  <a:pt x="211859" y="26757"/>
                  <a:pt x="215748" y="27683"/>
                  <a:pt x="219043" y="29537"/>
                </a:cubicBezTo>
                <a:cubicBezTo>
                  <a:pt x="222338" y="31391"/>
                  <a:pt x="225040" y="34193"/>
                  <a:pt x="227149" y="37946"/>
                </a:cubicBezTo>
                <a:cubicBezTo>
                  <a:pt x="230224" y="34193"/>
                  <a:pt x="233542" y="31391"/>
                  <a:pt x="237100" y="29537"/>
                </a:cubicBezTo>
                <a:cubicBezTo>
                  <a:pt x="240659" y="27683"/>
                  <a:pt x="244460" y="26757"/>
                  <a:pt x="248502" y="26757"/>
                </a:cubicBezTo>
                <a:cubicBezTo>
                  <a:pt x="253642" y="26757"/>
                  <a:pt x="257992" y="27800"/>
                  <a:pt x="261551" y="29887"/>
                </a:cubicBezTo>
                <a:cubicBezTo>
                  <a:pt x="265109" y="31974"/>
                  <a:pt x="267767" y="35039"/>
                  <a:pt x="269525" y="39081"/>
                </a:cubicBezTo>
                <a:cubicBezTo>
                  <a:pt x="270799" y="42068"/>
                  <a:pt x="271436" y="46901"/>
                  <a:pt x="271436" y="53579"/>
                </a:cubicBezTo>
                <a:lnTo>
                  <a:pt x="271436" y="98328"/>
                </a:lnTo>
                <a:lnTo>
                  <a:pt x="252917" y="98328"/>
                </a:lnTo>
                <a:lnTo>
                  <a:pt x="252917" y="58370"/>
                </a:lnTo>
                <a:cubicBezTo>
                  <a:pt x="252917" y="51436"/>
                  <a:pt x="252280" y="46960"/>
                  <a:pt x="251006" y="44942"/>
                </a:cubicBezTo>
                <a:cubicBezTo>
                  <a:pt x="249293" y="42309"/>
                  <a:pt x="246656" y="40992"/>
                  <a:pt x="243098" y="40992"/>
                </a:cubicBezTo>
                <a:cubicBezTo>
                  <a:pt x="240505" y="40992"/>
                  <a:pt x="238067" y="41782"/>
                  <a:pt x="235782" y="43362"/>
                </a:cubicBezTo>
                <a:cubicBezTo>
                  <a:pt x="233498" y="44941"/>
                  <a:pt x="231850" y="47256"/>
                  <a:pt x="230840" y="50307"/>
                </a:cubicBezTo>
                <a:cubicBezTo>
                  <a:pt x="229829" y="53356"/>
                  <a:pt x="229324" y="58173"/>
                  <a:pt x="229324" y="64756"/>
                </a:cubicBezTo>
                <a:lnTo>
                  <a:pt x="229324" y="98328"/>
                </a:lnTo>
                <a:lnTo>
                  <a:pt x="210805" y="98328"/>
                </a:lnTo>
                <a:lnTo>
                  <a:pt x="210805" y="60015"/>
                </a:lnTo>
                <a:cubicBezTo>
                  <a:pt x="210805" y="53213"/>
                  <a:pt x="210475" y="48825"/>
                  <a:pt x="209816" y="46851"/>
                </a:cubicBezTo>
                <a:cubicBezTo>
                  <a:pt x="209157" y="44875"/>
                  <a:pt x="208136" y="43405"/>
                  <a:pt x="206752" y="42440"/>
                </a:cubicBezTo>
                <a:cubicBezTo>
                  <a:pt x="205368" y="41474"/>
                  <a:pt x="203490" y="40992"/>
                  <a:pt x="201117" y="40992"/>
                </a:cubicBezTo>
                <a:cubicBezTo>
                  <a:pt x="198261" y="40992"/>
                  <a:pt x="195691" y="41760"/>
                  <a:pt x="193407" y="43296"/>
                </a:cubicBezTo>
                <a:cubicBezTo>
                  <a:pt x="191122" y="44831"/>
                  <a:pt x="189485" y="47047"/>
                  <a:pt x="188497" y="49944"/>
                </a:cubicBezTo>
                <a:cubicBezTo>
                  <a:pt x="187508" y="52841"/>
                  <a:pt x="187014" y="57647"/>
                  <a:pt x="187014" y="64361"/>
                </a:cubicBezTo>
                <a:lnTo>
                  <a:pt x="187014" y="98328"/>
                </a:lnTo>
                <a:lnTo>
                  <a:pt x="168495" y="98328"/>
                </a:lnTo>
                <a:lnTo>
                  <a:pt x="168495" y="28338"/>
                </a:lnTo>
                <a:close/>
                <a:moveTo>
                  <a:pt x="289340" y="28338"/>
                </a:moveTo>
                <a:lnTo>
                  <a:pt x="306607" y="28338"/>
                </a:lnTo>
                <a:lnTo>
                  <a:pt x="306607" y="38619"/>
                </a:lnTo>
                <a:cubicBezTo>
                  <a:pt x="308847" y="35104"/>
                  <a:pt x="311879" y="32249"/>
                  <a:pt x="315701" y="30052"/>
                </a:cubicBezTo>
                <a:cubicBezTo>
                  <a:pt x="319524" y="27855"/>
                  <a:pt x="323763" y="26757"/>
                  <a:pt x="328421" y="26757"/>
                </a:cubicBezTo>
                <a:cubicBezTo>
                  <a:pt x="336549" y="26757"/>
                  <a:pt x="343447" y="29942"/>
                  <a:pt x="349114" y="36313"/>
                </a:cubicBezTo>
                <a:cubicBezTo>
                  <a:pt x="354782" y="42683"/>
                  <a:pt x="357616" y="51558"/>
                  <a:pt x="357616" y="62938"/>
                </a:cubicBezTo>
                <a:cubicBezTo>
                  <a:pt x="357616" y="74624"/>
                  <a:pt x="354760" y="83708"/>
                  <a:pt x="349048" y="90189"/>
                </a:cubicBezTo>
                <a:cubicBezTo>
                  <a:pt x="343337" y="96669"/>
                  <a:pt x="336417" y="99909"/>
                  <a:pt x="328289" y="99909"/>
                </a:cubicBezTo>
                <a:cubicBezTo>
                  <a:pt x="324422" y="99909"/>
                  <a:pt x="320919" y="99140"/>
                  <a:pt x="317777" y="97603"/>
                </a:cubicBezTo>
                <a:cubicBezTo>
                  <a:pt x="314636" y="96065"/>
                  <a:pt x="311330" y="93429"/>
                  <a:pt x="307859" y="89694"/>
                </a:cubicBezTo>
                <a:lnTo>
                  <a:pt x="307859" y="124953"/>
                </a:lnTo>
                <a:lnTo>
                  <a:pt x="289340" y="124953"/>
                </a:lnTo>
                <a:lnTo>
                  <a:pt x="289340" y="28338"/>
                </a:lnTo>
                <a:moveTo>
                  <a:pt x="307661" y="62116"/>
                </a:moveTo>
                <a:cubicBezTo>
                  <a:pt x="307661" y="69968"/>
                  <a:pt x="309221" y="75770"/>
                  <a:pt x="312340" y="79521"/>
                </a:cubicBezTo>
                <a:cubicBezTo>
                  <a:pt x="315460" y="83272"/>
                  <a:pt x="319260" y="85147"/>
                  <a:pt x="323741" y="85147"/>
                </a:cubicBezTo>
                <a:cubicBezTo>
                  <a:pt x="328047" y="85147"/>
                  <a:pt x="331628" y="83425"/>
                  <a:pt x="334484" y="79982"/>
                </a:cubicBezTo>
                <a:cubicBezTo>
                  <a:pt x="337340" y="76538"/>
                  <a:pt x="338767" y="70890"/>
                  <a:pt x="338767" y="63036"/>
                </a:cubicBezTo>
                <a:cubicBezTo>
                  <a:pt x="338767" y="55710"/>
                  <a:pt x="337296" y="50270"/>
                  <a:pt x="334352" y="46717"/>
                </a:cubicBezTo>
                <a:cubicBezTo>
                  <a:pt x="331408" y="43164"/>
                  <a:pt x="327762" y="41387"/>
                  <a:pt x="323412" y="41387"/>
                </a:cubicBezTo>
                <a:cubicBezTo>
                  <a:pt x="318887" y="41387"/>
                  <a:pt x="315130" y="43131"/>
                  <a:pt x="312143" y="46618"/>
                </a:cubicBezTo>
                <a:cubicBezTo>
                  <a:pt x="309155" y="50106"/>
                  <a:pt x="307661" y="55272"/>
                  <a:pt x="307661" y="62116"/>
                </a:cubicBezTo>
                <a:close/>
                <a:moveTo>
                  <a:pt x="372334" y="98328"/>
                </a:moveTo>
                <a:lnTo>
                  <a:pt x="372334" y="1713"/>
                </a:lnTo>
                <a:lnTo>
                  <a:pt x="390853" y="1713"/>
                </a:lnTo>
                <a:lnTo>
                  <a:pt x="390853" y="98328"/>
                </a:lnTo>
                <a:lnTo>
                  <a:pt x="372334" y="98328"/>
                </a:lnTo>
                <a:close/>
                <a:moveTo>
                  <a:pt x="450386" y="76052"/>
                </a:moveTo>
                <a:lnTo>
                  <a:pt x="468839" y="79216"/>
                </a:lnTo>
                <a:cubicBezTo>
                  <a:pt x="466466" y="85960"/>
                  <a:pt x="462721" y="91095"/>
                  <a:pt x="457602" y="94621"/>
                </a:cubicBezTo>
                <a:cubicBezTo>
                  <a:pt x="452484" y="98146"/>
                  <a:pt x="446080" y="99909"/>
                  <a:pt x="438392" y="99909"/>
                </a:cubicBezTo>
                <a:cubicBezTo>
                  <a:pt x="426221" y="99909"/>
                  <a:pt x="417215" y="95933"/>
                  <a:pt x="411371" y="87981"/>
                </a:cubicBezTo>
                <a:cubicBezTo>
                  <a:pt x="406758" y="81610"/>
                  <a:pt x="404451" y="73570"/>
                  <a:pt x="404451" y="63860"/>
                </a:cubicBezTo>
                <a:cubicBezTo>
                  <a:pt x="404451" y="52261"/>
                  <a:pt x="407483" y="43178"/>
                  <a:pt x="413546" y="36609"/>
                </a:cubicBezTo>
                <a:cubicBezTo>
                  <a:pt x="419609" y="30041"/>
                  <a:pt x="427276" y="26757"/>
                  <a:pt x="436546" y="26757"/>
                </a:cubicBezTo>
                <a:cubicBezTo>
                  <a:pt x="446959" y="26757"/>
                  <a:pt x="455175" y="30195"/>
                  <a:pt x="461194" y="37071"/>
                </a:cubicBezTo>
                <a:cubicBezTo>
                  <a:pt x="467213" y="43946"/>
                  <a:pt x="470091" y="54480"/>
                  <a:pt x="469827" y="68671"/>
                </a:cubicBezTo>
                <a:lnTo>
                  <a:pt x="423431" y="68671"/>
                </a:lnTo>
                <a:cubicBezTo>
                  <a:pt x="423563" y="74163"/>
                  <a:pt x="425057" y="78436"/>
                  <a:pt x="427913" y="81489"/>
                </a:cubicBezTo>
                <a:cubicBezTo>
                  <a:pt x="430769" y="84543"/>
                  <a:pt x="434327" y="86070"/>
                  <a:pt x="438589" y="86070"/>
                </a:cubicBezTo>
                <a:cubicBezTo>
                  <a:pt x="441489" y="86070"/>
                  <a:pt x="443927" y="85279"/>
                  <a:pt x="445905" y="83697"/>
                </a:cubicBezTo>
                <a:cubicBezTo>
                  <a:pt x="447882" y="82115"/>
                  <a:pt x="449375" y="79567"/>
                  <a:pt x="450386" y="76052"/>
                </a:cubicBezTo>
                <a:moveTo>
                  <a:pt x="451440" y="57336"/>
                </a:moveTo>
                <a:cubicBezTo>
                  <a:pt x="451309" y="51998"/>
                  <a:pt x="449925" y="47939"/>
                  <a:pt x="447288" y="45160"/>
                </a:cubicBezTo>
                <a:cubicBezTo>
                  <a:pt x="444652" y="42381"/>
                  <a:pt x="441445" y="40992"/>
                  <a:pt x="437667" y="40992"/>
                </a:cubicBezTo>
                <a:cubicBezTo>
                  <a:pt x="433625" y="40992"/>
                  <a:pt x="430285" y="42457"/>
                  <a:pt x="427649" y="45389"/>
                </a:cubicBezTo>
                <a:cubicBezTo>
                  <a:pt x="425013" y="48321"/>
                  <a:pt x="423717" y="52304"/>
                  <a:pt x="423761" y="57336"/>
                </a:cubicBezTo>
                <a:lnTo>
                  <a:pt x="451440" y="57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2">
            <a:extLst xmlns:a="http://schemas.openxmlformats.org/drawingml/2006/main">
              <a:ext uri="{FF2B5EF4-FFF2-40B4-BE49-F238E27FC236}">
                <a16:creationId xmlns:a16="http://schemas.microsoft.com/office/drawing/2014/main" id="{287F38BC-E66B-4654-BE6C-77772F9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96" y="3933574"/>
            <a:ext cx="54082" cy="80821"/>
          </a:xfrm>
          <a:custGeom xmlns:a="http://schemas.openxmlformats.org/drawingml/2006/main">
            <a:pathLst>
              <a:path w="54082" h="80821">
                <a:moveTo>
                  <a:pt x="54082" y="66436"/>
                </a:moveTo>
                <a:lnTo>
                  <a:pt x="54082" y="80821"/>
                </a:lnTo>
                <a:lnTo>
                  <a:pt x="0" y="80821"/>
                </a:lnTo>
                <a:cubicBezTo>
                  <a:pt x="586" y="75408"/>
                  <a:pt x="2343" y="70279"/>
                  <a:pt x="5271" y="65434"/>
                </a:cubicBezTo>
                <a:cubicBezTo>
                  <a:pt x="8199" y="60587"/>
                  <a:pt x="13983" y="54159"/>
                  <a:pt x="22621" y="46148"/>
                </a:cubicBezTo>
                <a:cubicBezTo>
                  <a:pt x="29576" y="39675"/>
                  <a:pt x="33840" y="35287"/>
                  <a:pt x="35414" y="32983"/>
                </a:cubicBezTo>
                <a:cubicBezTo>
                  <a:pt x="37537" y="29801"/>
                  <a:pt x="38599" y="26655"/>
                  <a:pt x="38599" y="23546"/>
                </a:cubicBezTo>
                <a:cubicBezTo>
                  <a:pt x="38599" y="20107"/>
                  <a:pt x="37674" y="17465"/>
                  <a:pt x="35826" y="15619"/>
                </a:cubicBezTo>
                <a:cubicBezTo>
                  <a:pt x="33977" y="13772"/>
                  <a:pt x="31424" y="12848"/>
                  <a:pt x="28167" y="12848"/>
                </a:cubicBezTo>
                <a:cubicBezTo>
                  <a:pt x="24945" y="12848"/>
                  <a:pt x="22383" y="13822"/>
                  <a:pt x="20480" y="15772"/>
                </a:cubicBezTo>
                <a:cubicBezTo>
                  <a:pt x="18576" y="17720"/>
                  <a:pt x="17478" y="20955"/>
                  <a:pt x="17185" y="25476"/>
                </a:cubicBezTo>
                <a:lnTo>
                  <a:pt x="1812" y="23932"/>
                </a:lnTo>
                <a:cubicBezTo>
                  <a:pt x="2727" y="15403"/>
                  <a:pt x="5600" y="9282"/>
                  <a:pt x="10432" y="5569"/>
                </a:cubicBezTo>
                <a:cubicBezTo>
                  <a:pt x="15264" y="1856"/>
                  <a:pt x="21303" y="0"/>
                  <a:pt x="28551" y="0"/>
                </a:cubicBezTo>
                <a:cubicBezTo>
                  <a:pt x="36494" y="0"/>
                  <a:pt x="42735" y="2140"/>
                  <a:pt x="47274" y="6419"/>
                </a:cubicBezTo>
                <a:cubicBezTo>
                  <a:pt x="51813" y="10698"/>
                  <a:pt x="54082" y="16019"/>
                  <a:pt x="54082" y="22383"/>
                </a:cubicBezTo>
                <a:cubicBezTo>
                  <a:pt x="54082" y="26004"/>
                  <a:pt x="53432" y="29452"/>
                  <a:pt x="52133" y="32725"/>
                </a:cubicBezTo>
                <a:cubicBezTo>
                  <a:pt x="50833" y="35998"/>
                  <a:pt x="48775" y="39426"/>
                  <a:pt x="45956" y="43010"/>
                </a:cubicBezTo>
                <a:cubicBezTo>
                  <a:pt x="44089" y="45388"/>
                  <a:pt x="40722" y="48808"/>
                  <a:pt x="35853" y="53270"/>
                </a:cubicBezTo>
                <a:cubicBezTo>
                  <a:pt x="30985" y="57732"/>
                  <a:pt x="27901" y="60694"/>
                  <a:pt x="26602" y="62157"/>
                </a:cubicBezTo>
                <a:cubicBezTo>
                  <a:pt x="25302" y="63620"/>
                  <a:pt x="24250" y="65046"/>
                  <a:pt x="23445" y="66436"/>
                </a:cubicBezTo>
                <a:lnTo>
                  <a:pt x="54082" y="66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:Ifaprivateemployerfiresyoufor">
            <a:extLst xmlns:a="http://schemas.openxmlformats.org/drawingml/2006/main">
              <a:ext uri="{FF2B5EF4-FFF2-40B4-BE49-F238E27FC236}">
                <a16:creationId xmlns:a16="http://schemas.microsoft.com/office/drawing/2014/main" id="{5043AD4C-BF47-4D45-805C-48E44D54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50" y="3880875"/>
            <a:ext cx="2036407" cy="126666"/>
          </a:xfrm>
          <a:custGeom xmlns:a="http://schemas.openxmlformats.org/drawingml/2006/main">
            <a:pathLst>
              <a:path w="2036407" h="126666">
                <a:moveTo>
                  <a:pt x="0" y="46791"/>
                </a:moveTo>
                <a:lnTo>
                  <a:pt x="0" y="28207"/>
                </a:lnTo>
                <a:lnTo>
                  <a:pt x="18519" y="28207"/>
                </a:lnTo>
                <a:lnTo>
                  <a:pt x="18519" y="46791"/>
                </a:lnTo>
                <a:lnTo>
                  <a:pt x="0" y="46791"/>
                </a:lnTo>
                <a:moveTo>
                  <a:pt x="0" y="98196"/>
                </a:moveTo>
                <a:lnTo>
                  <a:pt x="0" y="79611"/>
                </a:lnTo>
                <a:lnTo>
                  <a:pt x="18519" y="79611"/>
                </a:lnTo>
                <a:lnTo>
                  <a:pt x="18519" y="98196"/>
                </a:lnTo>
                <a:lnTo>
                  <a:pt x="0" y="98196"/>
                </a:lnTo>
                <a:close/>
                <a:moveTo>
                  <a:pt x="81852" y="98196"/>
                </a:moveTo>
                <a:lnTo>
                  <a:pt x="81852" y="1582"/>
                </a:lnTo>
                <a:lnTo>
                  <a:pt x="94637" y="1582"/>
                </a:lnTo>
                <a:lnTo>
                  <a:pt x="94637" y="98196"/>
                </a:lnTo>
                <a:lnTo>
                  <a:pt x="81852" y="98196"/>
                </a:lnTo>
                <a:close/>
                <a:moveTo>
                  <a:pt x="118517" y="98196"/>
                </a:moveTo>
                <a:lnTo>
                  <a:pt x="118517" y="37433"/>
                </a:lnTo>
                <a:lnTo>
                  <a:pt x="108038" y="37433"/>
                </a:lnTo>
                <a:lnTo>
                  <a:pt x="108038" y="28207"/>
                </a:lnTo>
                <a:lnTo>
                  <a:pt x="118517" y="28207"/>
                </a:lnTo>
                <a:lnTo>
                  <a:pt x="118517" y="20776"/>
                </a:lnTo>
                <a:cubicBezTo>
                  <a:pt x="118517" y="16086"/>
                  <a:pt x="118934" y="12601"/>
                  <a:pt x="119769" y="10322"/>
                </a:cubicBezTo>
                <a:cubicBezTo>
                  <a:pt x="120911" y="7255"/>
                  <a:pt x="122921" y="4768"/>
                  <a:pt x="125799" y="2861"/>
                </a:cubicBezTo>
                <a:cubicBezTo>
                  <a:pt x="128677" y="954"/>
                  <a:pt x="132708" y="0"/>
                  <a:pt x="137892" y="0"/>
                </a:cubicBezTo>
                <a:cubicBezTo>
                  <a:pt x="141231" y="0"/>
                  <a:pt x="144922" y="395"/>
                  <a:pt x="148964" y="1186"/>
                </a:cubicBezTo>
                <a:lnTo>
                  <a:pt x="147184" y="11533"/>
                </a:lnTo>
                <a:cubicBezTo>
                  <a:pt x="144724" y="11094"/>
                  <a:pt x="142396" y="10874"/>
                  <a:pt x="140199" y="10874"/>
                </a:cubicBezTo>
                <a:cubicBezTo>
                  <a:pt x="136596" y="10874"/>
                  <a:pt x="134048" y="11640"/>
                  <a:pt x="132554" y="13172"/>
                </a:cubicBezTo>
                <a:cubicBezTo>
                  <a:pt x="131060" y="14705"/>
                  <a:pt x="130313" y="17571"/>
                  <a:pt x="130313" y="21773"/>
                </a:cubicBezTo>
                <a:lnTo>
                  <a:pt x="130313" y="28207"/>
                </a:lnTo>
                <a:lnTo>
                  <a:pt x="143955" y="28207"/>
                </a:lnTo>
                <a:lnTo>
                  <a:pt x="143955" y="37433"/>
                </a:lnTo>
                <a:lnTo>
                  <a:pt x="130313" y="37433"/>
                </a:lnTo>
                <a:lnTo>
                  <a:pt x="130313" y="98196"/>
                </a:lnTo>
                <a:lnTo>
                  <a:pt x="118517" y="98196"/>
                </a:lnTo>
                <a:close/>
                <a:moveTo>
                  <a:pt x="236397" y="89554"/>
                </a:moveTo>
                <a:cubicBezTo>
                  <a:pt x="232004" y="93292"/>
                  <a:pt x="227775" y="95930"/>
                  <a:pt x="223711" y="97469"/>
                </a:cubicBezTo>
                <a:cubicBezTo>
                  <a:pt x="219647" y="99008"/>
                  <a:pt x="215286" y="99778"/>
                  <a:pt x="210629" y="99778"/>
                </a:cubicBezTo>
                <a:cubicBezTo>
                  <a:pt x="202940" y="99778"/>
                  <a:pt x="197031" y="97898"/>
                  <a:pt x="192901" y="94139"/>
                </a:cubicBezTo>
                <a:cubicBezTo>
                  <a:pt x="188771" y="90379"/>
                  <a:pt x="186706" y="85576"/>
                  <a:pt x="186706" y="79729"/>
                </a:cubicBezTo>
                <a:cubicBezTo>
                  <a:pt x="186706" y="76300"/>
                  <a:pt x="187486" y="73168"/>
                  <a:pt x="189046" y="70333"/>
                </a:cubicBezTo>
                <a:cubicBezTo>
                  <a:pt x="190605" y="67497"/>
                  <a:pt x="192648" y="65221"/>
                  <a:pt x="195175" y="63506"/>
                </a:cubicBezTo>
                <a:cubicBezTo>
                  <a:pt x="197701" y="61791"/>
                  <a:pt x="200546" y="60494"/>
                  <a:pt x="203709" y="59616"/>
                </a:cubicBezTo>
                <a:cubicBezTo>
                  <a:pt x="206038" y="58999"/>
                  <a:pt x="209552" y="58405"/>
                  <a:pt x="214254" y="57834"/>
                </a:cubicBezTo>
                <a:cubicBezTo>
                  <a:pt x="223832" y="56700"/>
                  <a:pt x="230883" y="55348"/>
                  <a:pt x="235409" y="53777"/>
                </a:cubicBezTo>
                <a:cubicBezTo>
                  <a:pt x="235452" y="52158"/>
                  <a:pt x="235474" y="51130"/>
                  <a:pt x="235474" y="50692"/>
                </a:cubicBezTo>
                <a:cubicBezTo>
                  <a:pt x="235474" y="45877"/>
                  <a:pt x="234354" y="42485"/>
                  <a:pt x="232113" y="40516"/>
                </a:cubicBezTo>
                <a:cubicBezTo>
                  <a:pt x="229082" y="37846"/>
                  <a:pt x="224578" y="36510"/>
                  <a:pt x="218603" y="36510"/>
                </a:cubicBezTo>
                <a:cubicBezTo>
                  <a:pt x="213023" y="36510"/>
                  <a:pt x="208904" y="37488"/>
                  <a:pt x="206246" y="39443"/>
                </a:cubicBezTo>
                <a:cubicBezTo>
                  <a:pt x="203588" y="41398"/>
                  <a:pt x="201622" y="44858"/>
                  <a:pt x="200348" y="49823"/>
                </a:cubicBezTo>
                <a:lnTo>
                  <a:pt x="188749" y="48241"/>
                </a:lnTo>
                <a:cubicBezTo>
                  <a:pt x="189803" y="43261"/>
                  <a:pt x="191539" y="39240"/>
                  <a:pt x="193955" y="36177"/>
                </a:cubicBezTo>
                <a:cubicBezTo>
                  <a:pt x="196372" y="33114"/>
                  <a:pt x="199865" y="30756"/>
                  <a:pt x="204434" y="29105"/>
                </a:cubicBezTo>
                <a:cubicBezTo>
                  <a:pt x="209003" y="27451"/>
                  <a:pt x="214298" y="26625"/>
                  <a:pt x="220317" y="26625"/>
                </a:cubicBezTo>
                <a:cubicBezTo>
                  <a:pt x="226292" y="26625"/>
                  <a:pt x="231147" y="27328"/>
                  <a:pt x="234881" y="28734"/>
                </a:cubicBezTo>
                <a:cubicBezTo>
                  <a:pt x="238616" y="30140"/>
                  <a:pt x="241362" y="31908"/>
                  <a:pt x="243119" y="34039"/>
                </a:cubicBezTo>
                <a:cubicBezTo>
                  <a:pt x="244877" y="36170"/>
                  <a:pt x="246107" y="38861"/>
                  <a:pt x="246810" y="42112"/>
                </a:cubicBezTo>
                <a:cubicBezTo>
                  <a:pt x="247205" y="44133"/>
                  <a:pt x="247403" y="47780"/>
                  <a:pt x="247403" y="53052"/>
                </a:cubicBezTo>
                <a:lnTo>
                  <a:pt x="247403" y="68869"/>
                </a:lnTo>
                <a:cubicBezTo>
                  <a:pt x="247403" y="79897"/>
                  <a:pt x="247656" y="86871"/>
                  <a:pt x="248161" y="89793"/>
                </a:cubicBezTo>
                <a:cubicBezTo>
                  <a:pt x="248666" y="92715"/>
                  <a:pt x="249666" y="95516"/>
                  <a:pt x="251159" y="98196"/>
                </a:cubicBezTo>
                <a:lnTo>
                  <a:pt x="238770" y="98196"/>
                </a:lnTo>
                <a:cubicBezTo>
                  <a:pt x="237539" y="95733"/>
                  <a:pt x="236749" y="92852"/>
                  <a:pt x="236397" y="89554"/>
                </a:cubicBezTo>
                <a:moveTo>
                  <a:pt x="235409" y="63004"/>
                </a:moveTo>
                <a:cubicBezTo>
                  <a:pt x="231103" y="64776"/>
                  <a:pt x="224644" y="66282"/>
                  <a:pt x="216033" y="67522"/>
                </a:cubicBezTo>
                <a:cubicBezTo>
                  <a:pt x="211156" y="68228"/>
                  <a:pt x="207707" y="69022"/>
                  <a:pt x="205686" y="69905"/>
                </a:cubicBezTo>
                <a:cubicBezTo>
                  <a:pt x="203665" y="70786"/>
                  <a:pt x="202105" y="72077"/>
                  <a:pt x="201007" y="73777"/>
                </a:cubicBezTo>
                <a:cubicBezTo>
                  <a:pt x="199909" y="75475"/>
                  <a:pt x="199359" y="77361"/>
                  <a:pt x="199359" y="79434"/>
                </a:cubicBezTo>
                <a:cubicBezTo>
                  <a:pt x="199359" y="82610"/>
                  <a:pt x="200557" y="85257"/>
                  <a:pt x="202951" y="87375"/>
                </a:cubicBezTo>
                <a:cubicBezTo>
                  <a:pt x="205346" y="89493"/>
                  <a:pt x="208850" y="90551"/>
                  <a:pt x="213463" y="90551"/>
                </a:cubicBezTo>
                <a:cubicBezTo>
                  <a:pt x="218032" y="90551"/>
                  <a:pt x="222096" y="89547"/>
                  <a:pt x="225655" y="87538"/>
                </a:cubicBezTo>
                <a:cubicBezTo>
                  <a:pt x="229214" y="85529"/>
                  <a:pt x="231828" y="82781"/>
                  <a:pt x="233497" y="79294"/>
                </a:cubicBezTo>
                <a:cubicBezTo>
                  <a:pt x="234771" y="76600"/>
                  <a:pt x="235409" y="72627"/>
                  <a:pt x="235409" y="67374"/>
                </a:cubicBezTo>
                <a:lnTo>
                  <a:pt x="235409" y="63004"/>
                </a:lnTo>
                <a:close/>
                <a:moveTo>
                  <a:pt x="303291" y="125084"/>
                </a:moveTo>
                <a:lnTo>
                  <a:pt x="303291" y="28207"/>
                </a:lnTo>
                <a:lnTo>
                  <a:pt x="314099" y="28207"/>
                </a:lnTo>
                <a:lnTo>
                  <a:pt x="314099" y="37235"/>
                </a:lnTo>
                <a:cubicBezTo>
                  <a:pt x="316647" y="33699"/>
                  <a:pt x="319525" y="31046"/>
                  <a:pt x="322732" y="29278"/>
                </a:cubicBezTo>
                <a:cubicBezTo>
                  <a:pt x="325940" y="27509"/>
                  <a:pt x="329828" y="26625"/>
                  <a:pt x="334397" y="26625"/>
                </a:cubicBezTo>
                <a:cubicBezTo>
                  <a:pt x="340372" y="26625"/>
                  <a:pt x="345645" y="28163"/>
                  <a:pt x="350214" y="31238"/>
                </a:cubicBezTo>
                <a:cubicBezTo>
                  <a:pt x="354783" y="34314"/>
                  <a:pt x="358232" y="38652"/>
                  <a:pt x="360561" y="44254"/>
                </a:cubicBezTo>
                <a:cubicBezTo>
                  <a:pt x="362889" y="49856"/>
                  <a:pt x="364054" y="55996"/>
                  <a:pt x="364054" y="62674"/>
                </a:cubicBezTo>
                <a:cubicBezTo>
                  <a:pt x="364054" y="69835"/>
                  <a:pt x="362768" y="76283"/>
                  <a:pt x="360198" y="82017"/>
                </a:cubicBezTo>
                <a:cubicBezTo>
                  <a:pt x="357628" y="87750"/>
                  <a:pt x="353893" y="92144"/>
                  <a:pt x="348995" y="95197"/>
                </a:cubicBezTo>
                <a:cubicBezTo>
                  <a:pt x="344096" y="98251"/>
                  <a:pt x="338944" y="99778"/>
                  <a:pt x="333540" y="99778"/>
                </a:cubicBezTo>
                <a:cubicBezTo>
                  <a:pt x="329586" y="99778"/>
                  <a:pt x="326038" y="98932"/>
                  <a:pt x="322897" y="97240"/>
                </a:cubicBezTo>
                <a:cubicBezTo>
                  <a:pt x="319756" y="95547"/>
                  <a:pt x="317174" y="93410"/>
                  <a:pt x="315153" y="90827"/>
                </a:cubicBezTo>
                <a:lnTo>
                  <a:pt x="315153" y="125084"/>
                </a:lnTo>
                <a:lnTo>
                  <a:pt x="303291" y="125084"/>
                </a:lnTo>
                <a:moveTo>
                  <a:pt x="314033" y="63498"/>
                </a:moveTo>
                <a:cubicBezTo>
                  <a:pt x="314033" y="72494"/>
                  <a:pt x="315856" y="79142"/>
                  <a:pt x="319503" y="83442"/>
                </a:cubicBezTo>
                <a:cubicBezTo>
                  <a:pt x="323150" y="87742"/>
                  <a:pt x="327565" y="89892"/>
                  <a:pt x="332750" y="89892"/>
                </a:cubicBezTo>
                <a:cubicBezTo>
                  <a:pt x="338022" y="89892"/>
                  <a:pt x="342536" y="87665"/>
                  <a:pt x="346293" y="83211"/>
                </a:cubicBezTo>
                <a:cubicBezTo>
                  <a:pt x="350049" y="78757"/>
                  <a:pt x="351927" y="71857"/>
                  <a:pt x="351927" y="62509"/>
                </a:cubicBezTo>
                <a:cubicBezTo>
                  <a:pt x="351927" y="53601"/>
                  <a:pt x="350093" y="46931"/>
                  <a:pt x="346424" y="42499"/>
                </a:cubicBezTo>
                <a:cubicBezTo>
                  <a:pt x="342756" y="38067"/>
                  <a:pt x="338373" y="35851"/>
                  <a:pt x="333277" y="35851"/>
                </a:cubicBezTo>
                <a:cubicBezTo>
                  <a:pt x="328224" y="35851"/>
                  <a:pt x="323754" y="38210"/>
                  <a:pt x="319865" y="42928"/>
                </a:cubicBezTo>
                <a:cubicBezTo>
                  <a:pt x="315977" y="47645"/>
                  <a:pt x="314033" y="54502"/>
                  <a:pt x="314033" y="63498"/>
                </a:cubicBezTo>
                <a:close/>
                <a:moveTo>
                  <a:pt x="378202" y="98196"/>
                </a:moveTo>
                <a:lnTo>
                  <a:pt x="378202" y="28207"/>
                </a:lnTo>
                <a:lnTo>
                  <a:pt x="388879" y="28207"/>
                </a:lnTo>
                <a:lnTo>
                  <a:pt x="388879" y="38751"/>
                </a:lnTo>
                <a:cubicBezTo>
                  <a:pt x="391603" y="33814"/>
                  <a:pt x="394118" y="30559"/>
                  <a:pt x="396425" y="28985"/>
                </a:cubicBezTo>
                <a:cubicBezTo>
                  <a:pt x="398731" y="27412"/>
                  <a:pt x="401268" y="26625"/>
                  <a:pt x="404036" y="26625"/>
                </a:cubicBezTo>
                <a:cubicBezTo>
                  <a:pt x="408035" y="26625"/>
                  <a:pt x="412099" y="27894"/>
                  <a:pt x="416229" y="30431"/>
                </a:cubicBezTo>
                <a:lnTo>
                  <a:pt x="412143" y="41387"/>
                </a:lnTo>
                <a:cubicBezTo>
                  <a:pt x="409243" y="39674"/>
                  <a:pt x="406343" y="38817"/>
                  <a:pt x="403443" y="38817"/>
                </a:cubicBezTo>
                <a:cubicBezTo>
                  <a:pt x="400851" y="38817"/>
                  <a:pt x="398522" y="39598"/>
                  <a:pt x="396458" y="41161"/>
                </a:cubicBezTo>
                <a:cubicBezTo>
                  <a:pt x="394393" y="42722"/>
                  <a:pt x="392921" y="44888"/>
                  <a:pt x="392042" y="47658"/>
                </a:cubicBezTo>
                <a:cubicBezTo>
                  <a:pt x="390724" y="51880"/>
                  <a:pt x="390065" y="56498"/>
                  <a:pt x="390065" y="61512"/>
                </a:cubicBezTo>
                <a:lnTo>
                  <a:pt x="390065" y="98196"/>
                </a:lnTo>
                <a:lnTo>
                  <a:pt x="378202" y="98196"/>
                </a:lnTo>
                <a:close/>
                <a:moveTo>
                  <a:pt x="423345" y="15290"/>
                </a:moveTo>
                <a:lnTo>
                  <a:pt x="423345" y="1582"/>
                </a:lnTo>
                <a:lnTo>
                  <a:pt x="435208" y="1582"/>
                </a:lnTo>
                <a:lnTo>
                  <a:pt x="435208" y="15290"/>
                </a:lnTo>
                <a:lnTo>
                  <a:pt x="423345" y="15290"/>
                </a:lnTo>
                <a:moveTo>
                  <a:pt x="423345" y="98196"/>
                </a:moveTo>
                <a:lnTo>
                  <a:pt x="423345" y="28207"/>
                </a:lnTo>
                <a:lnTo>
                  <a:pt x="435208" y="28207"/>
                </a:lnTo>
                <a:lnTo>
                  <a:pt x="435208" y="98196"/>
                </a:lnTo>
                <a:lnTo>
                  <a:pt x="423345" y="98196"/>
                </a:lnTo>
                <a:close/>
                <a:moveTo>
                  <a:pt x="472684" y="98196"/>
                </a:moveTo>
                <a:lnTo>
                  <a:pt x="446059" y="28207"/>
                </a:lnTo>
                <a:lnTo>
                  <a:pt x="458581" y="28207"/>
                </a:lnTo>
                <a:lnTo>
                  <a:pt x="473606" y="70121"/>
                </a:lnTo>
                <a:cubicBezTo>
                  <a:pt x="475232" y="74646"/>
                  <a:pt x="476726" y="79348"/>
                  <a:pt x="478088" y="84224"/>
                </a:cubicBezTo>
                <a:cubicBezTo>
                  <a:pt x="479142" y="80534"/>
                  <a:pt x="480614" y="76096"/>
                  <a:pt x="482503" y="70912"/>
                </a:cubicBezTo>
                <a:lnTo>
                  <a:pt x="498057" y="28207"/>
                </a:lnTo>
                <a:lnTo>
                  <a:pt x="510249" y="28207"/>
                </a:lnTo>
                <a:lnTo>
                  <a:pt x="483756" y="98196"/>
                </a:lnTo>
                <a:lnTo>
                  <a:pt x="472684" y="98196"/>
                </a:lnTo>
                <a:close/>
                <a:moveTo>
                  <a:pt x="566398" y="89554"/>
                </a:moveTo>
                <a:cubicBezTo>
                  <a:pt x="562005" y="93292"/>
                  <a:pt x="557776" y="95930"/>
                  <a:pt x="553712" y="97469"/>
                </a:cubicBezTo>
                <a:cubicBezTo>
                  <a:pt x="549648" y="99008"/>
                  <a:pt x="545287" y="99778"/>
                  <a:pt x="540630" y="99778"/>
                </a:cubicBezTo>
                <a:cubicBezTo>
                  <a:pt x="532941" y="99778"/>
                  <a:pt x="527032" y="97898"/>
                  <a:pt x="522902" y="94139"/>
                </a:cubicBezTo>
                <a:cubicBezTo>
                  <a:pt x="518772" y="90379"/>
                  <a:pt x="516707" y="85576"/>
                  <a:pt x="516707" y="79729"/>
                </a:cubicBezTo>
                <a:cubicBezTo>
                  <a:pt x="516707" y="76300"/>
                  <a:pt x="517487" y="73168"/>
                  <a:pt x="519047" y="70333"/>
                </a:cubicBezTo>
                <a:cubicBezTo>
                  <a:pt x="520607" y="67497"/>
                  <a:pt x="522650" y="65221"/>
                  <a:pt x="525176" y="63506"/>
                </a:cubicBezTo>
                <a:cubicBezTo>
                  <a:pt x="527702" y="61791"/>
                  <a:pt x="530547" y="60494"/>
                  <a:pt x="533710" y="59616"/>
                </a:cubicBezTo>
                <a:cubicBezTo>
                  <a:pt x="536039" y="58999"/>
                  <a:pt x="539554" y="58405"/>
                  <a:pt x="544255" y="57834"/>
                </a:cubicBezTo>
                <a:cubicBezTo>
                  <a:pt x="553833" y="56700"/>
                  <a:pt x="560884" y="55348"/>
                  <a:pt x="565410" y="53777"/>
                </a:cubicBezTo>
                <a:cubicBezTo>
                  <a:pt x="565454" y="52158"/>
                  <a:pt x="565476" y="51130"/>
                  <a:pt x="565476" y="50692"/>
                </a:cubicBezTo>
                <a:cubicBezTo>
                  <a:pt x="565476" y="45877"/>
                  <a:pt x="564355" y="42485"/>
                  <a:pt x="562115" y="40516"/>
                </a:cubicBezTo>
                <a:cubicBezTo>
                  <a:pt x="559083" y="37846"/>
                  <a:pt x="554580" y="36510"/>
                  <a:pt x="548604" y="36510"/>
                </a:cubicBezTo>
                <a:cubicBezTo>
                  <a:pt x="543025" y="36510"/>
                  <a:pt x="538906" y="37488"/>
                  <a:pt x="536248" y="39443"/>
                </a:cubicBezTo>
                <a:cubicBezTo>
                  <a:pt x="533589" y="41398"/>
                  <a:pt x="531623" y="44858"/>
                  <a:pt x="530349" y="49823"/>
                </a:cubicBezTo>
                <a:lnTo>
                  <a:pt x="518750" y="48241"/>
                </a:lnTo>
                <a:cubicBezTo>
                  <a:pt x="519805" y="43261"/>
                  <a:pt x="521540" y="39240"/>
                  <a:pt x="523957" y="36177"/>
                </a:cubicBezTo>
                <a:cubicBezTo>
                  <a:pt x="526373" y="33114"/>
                  <a:pt x="529866" y="30756"/>
                  <a:pt x="534435" y="29105"/>
                </a:cubicBezTo>
                <a:cubicBezTo>
                  <a:pt x="539004" y="27451"/>
                  <a:pt x="544299" y="26625"/>
                  <a:pt x="550318" y="26625"/>
                </a:cubicBezTo>
                <a:cubicBezTo>
                  <a:pt x="556293" y="26625"/>
                  <a:pt x="561148" y="27328"/>
                  <a:pt x="564883" y="28734"/>
                </a:cubicBezTo>
                <a:cubicBezTo>
                  <a:pt x="568617" y="30140"/>
                  <a:pt x="571363" y="31908"/>
                  <a:pt x="573120" y="34039"/>
                </a:cubicBezTo>
                <a:cubicBezTo>
                  <a:pt x="574878" y="36170"/>
                  <a:pt x="576108" y="38861"/>
                  <a:pt x="576811" y="42112"/>
                </a:cubicBezTo>
                <a:cubicBezTo>
                  <a:pt x="577206" y="44133"/>
                  <a:pt x="577404" y="47780"/>
                  <a:pt x="577404" y="53052"/>
                </a:cubicBezTo>
                <a:lnTo>
                  <a:pt x="577404" y="68869"/>
                </a:lnTo>
                <a:cubicBezTo>
                  <a:pt x="577404" y="79897"/>
                  <a:pt x="577657" y="86871"/>
                  <a:pt x="578162" y="89793"/>
                </a:cubicBezTo>
                <a:cubicBezTo>
                  <a:pt x="578667" y="92715"/>
                  <a:pt x="579667" y="95516"/>
                  <a:pt x="581161" y="98196"/>
                </a:cubicBezTo>
                <a:lnTo>
                  <a:pt x="568771" y="98196"/>
                </a:lnTo>
                <a:cubicBezTo>
                  <a:pt x="567541" y="95733"/>
                  <a:pt x="566750" y="92852"/>
                  <a:pt x="566398" y="89554"/>
                </a:cubicBezTo>
                <a:moveTo>
                  <a:pt x="565410" y="63004"/>
                </a:moveTo>
                <a:cubicBezTo>
                  <a:pt x="561104" y="64776"/>
                  <a:pt x="554646" y="66282"/>
                  <a:pt x="546034" y="67522"/>
                </a:cubicBezTo>
                <a:cubicBezTo>
                  <a:pt x="541157" y="68228"/>
                  <a:pt x="537708" y="69022"/>
                  <a:pt x="535687" y="69905"/>
                </a:cubicBezTo>
                <a:cubicBezTo>
                  <a:pt x="533666" y="70786"/>
                  <a:pt x="532107" y="72077"/>
                  <a:pt x="531008" y="73777"/>
                </a:cubicBezTo>
                <a:cubicBezTo>
                  <a:pt x="529910" y="75475"/>
                  <a:pt x="529361" y="77361"/>
                  <a:pt x="529361" y="79434"/>
                </a:cubicBezTo>
                <a:cubicBezTo>
                  <a:pt x="529361" y="82610"/>
                  <a:pt x="530558" y="85257"/>
                  <a:pt x="532952" y="87375"/>
                </a:cubicBezTo>
                <a:cubicBezTo>
                  <a:pt x="535347" y="89493"/>
                  <a:pt x="538851" y="90551"/>
                  <a:pt x="543464" y="90551"/>
                </a:cubicBezTo>
                <a:cubicBezTo>
                  <a:pt x="548033" y="90551"/>
                  <a:pt x="552097" y="89547"/>
                  <a:pt x="555656" y="87538"/>
                </a:cubicBezTo>
                <a:cubicBezTo>
                  <a:pt x="559215" y="85529"/>
                  <a:pt x="561829" y="82781"/>
                  <a:pt x="563499" y="79294"/>
                </a:cubicBezTo>
                <a:cubicBezTo>
                  <a:pt x="564773" y="76600"/>
                  <a:pt x="565410" y="72627"/>
                  <a:pt x="565410" y="67374"/>
                </a:cubicBezTo>
                <a:lnTo>
                  <a:pt x="565410" y="63004"/>
                </a:lnTo>
                <a:close/>
                <a:moveTo>
                  <a:pt x="621670" y="87717"/>
                </a:moveTo>
                <a:lnTo>
                  <a:pt x="623384" y="98196"/>
                </a:lnTo>
                <a:cubicBezTo>
                  <a:pt x="620045" y="98811"/>
                  <a:pt x="617057" y="99119"/>
                  <a:pt x="614421" y="99119"/>
                </a:cubicBezTo>
                <a:cubicBezTo>
                  <a:pt x="610115" y="99119"/>
                  <a:pt x="606776" y="98438"/>
                  <a:pt x="604404" y="97076"/>
                </a:cubicBezTo>
                <a:cubicBezTo>
                  <a:pt x="602031" y="95713"/>
                  <a:pt x="600362" y="93923"/>
                  <a:pt x="599395" y="91704"/>
                </a:cubicBezTo>
                <a:cubicBezTo>
                  <a:pt x="598429" y="89486"/>
                  <a:pt x="597945" y="84817"/>
                  <a:pt x="597945" y="77700"/>
                </a:cubicBezTo>
                <a:lnTo>
                  <a:pt x="597945" y="37433"/>
                </a:lnTo>
                <a:lnTo>
                  <a:pt x="589246" y="37433"/>
                </a:lnTo>
                <a:lnTo>
                  <a:pt x="589246" y="28207"/>
                </a:lnTo>
                <a:lnTo>
                  <a:pt x="597945" y="28207"/>
                </a:lnTo>
                <a:lnTo>
                  <a:pt x="597945" y="10827"/>
                </a:lnTo>
                <a:lnTo>
                  <a:pt x="609742" y="3691"/>
                </a:lnTo>
                <a:lnTo>
                  <a:pt x="609742" y="28207"/>
                </a:lnTo>
                <a:lnTo>
                  <a:pt x="621670" y="28207"/>
                </a:lnTo>
                <a:lnTo>
                  <a:pt x="621670" y="37433"/>
                </a:lnTo>
                <a:lnTo>
                  <a:pt x="609742" y="37433"/>
                </a:lnTo>
                <a:lnTo>
                  <a:pt x="609742" y="78359"/>
                </a:lnTo>
                <a:cubicBezTo>
                  <a:pt x="609742" y="81742"/>
                  <a:pt x="609951" y="83917"/>
                  <a:pt x="610368" y="84883"/>
                </a:cubicBezTo>
                <a:cubicBezTo>
                  <a:pt x="610785" y="85850"/>
                  <a:pt x="611466" y="86619"/>
                  <a:pt x="612411" y="87190"/>
                </a:cubicBezTo>
                <a:cubicBezTo>
                  <a:pt x="613356" y="87761"/>
                  <a:pt x="614707" y="88047"/>
                  <a:pt x="616464" y="88047"/>
                </a:cubicBezTo>
                <a:cubicBezTo>
                  <a:pt x="617782" y="88047"/>
                  <a:pt x="619518" y="87937"/>
                  <a:pt x="621670" y="87717"/>
                </a:cubicBezTo>
                <a:close/>
                <a:moveTo>
                  <a:pt x="681204" y="75657"/>
                </a:moveTo>
                <a:lnTo>
                  <a:pt x="693462" y="77173"/>
                </a:lnTo>
                <a:cubicBezTo>
                  <a:pt x="691529" y="84334"/>
                  <a:pt x="687948" y="89892"/>
                  <a:pt x="682720" y="93846"/>
                </a:cubicBezTo>
                <a:cubicBezTo>
                  <a:pt x="677491" y="97800"/>
                  <a:pt x="670813" y="99778"/>
                  <a:pt x="662685" y="99778"/>
                </a:cubicBezTo>
                <a:cubicBezTo>
                  <a:pt x="652448" y="99778"/>
                  <a:pt x="644331" y="96625"/>
                  <a:pt x="638334" y="90320"/>
                </a:cubicBezTo>
                <a:cubicBezTo>
                  <a:pt x="632337" y="84016"/>
                  <a:pt x="629338" y="75174"/>
                  <a:pt x="629338" y="63794"/>
                </a:cubicBezTo>
                <a:cubicBezTo>
                  <a:pt x="629338" y="52020"/>
                  <a:pt x="632369" y="42881"/>
                  <a:pt x="638433" y="36379"/>
                </a:cubicBezTo>
                <a:cubicBezTo>
                  <a:pt x="644496" y="29876"/>
                  <a:pt x="652360" y="26625"/>
                  <a:pt x="662026" y="26625"/>
                </a:cubicBezTo>
                <a:cubicBezTo>
                  <a:pt x="671384" y="26625"/>
                  <a:pt x="679029" y="29805"/>
                  <a:pt x="684960" y="36166"/>
                </a:cubicBezTo>
                <a:cubicBezTo>
                  <a:pt x="690892" y="42526"/>
                  <a:pt x="693857" y="51474"/>
                  <a:pt x="693857" y="63010"/>
                </a:cubicBezTo>
                <a:cubicBezTo>
                  <a:pt x="693857" y="63711"/>
                  <a:pt x="693835" y="64764"/>
                  <a:pt x="693791" y="66167"/>
                </a:cubicBezTo>
                <a:lnTo>
                  <a:pt x="641596" y="66167"/>
                </a:lnTo>
                <a:cubicBezTo>
                  <a:pt x="642035" y="73834"/>
                  <a:pt x="644210" y="79704"/>
                  <a:pt x="648120" y="83780"/>
                </a:cubicBezTo>
                <a:cubicBezTo>
                  <a:pt x="652031" y="87855"/>
                  <a:pt x="656907" y="89892"/>
                  <a:pt x="662751" y="89892"/>
                </a:cubicBezTo>
                <a:cubicBezTo>
                  <a:pt x="667101" y="89892"/>
                  <a:pt x="670813" y="88761"/>
                  <a:pt x="673889" y="86498"/>
                </a:cubicBezTo>
                <a:cubicBezTo>
                  <a:pt x="676964" y="84234"/>
                  <a:pt x="679402" y="80620"/>
                  <a:pt x="681204" y="75657"/>
                </a:cubicBezTo>
                <a:moveTo>
                  <a:pt x="642255" y="56281"/>
                </a:moveTo>
                <a:lnTo>
                  <a:pt x="681336" y="56281"/>
                </a:lnTo>
                <a:cubicBezTo>
                  <a:pt x="680808" y="50490"/>
                  <a:pt x="679315" y="46147"/>
                  <a:pt x="676854" y="43251"/>
                </a:cubicBezTo>
                <a:cubicBezTo>
                  <a:pt x="673076" y="38757"/>
                  <a:pt x="668177" y="36510"/>
                  <a:pt x="662158" y="36510"/>
                </a:cubicBezTo>
                <a:cubicBezTo>
                  <a:pt x="656710" y="36510"/>
                  <a:pt x="652129" y="38304"/>
                  <a:pt x="648417" y="41892"/>
                </a:cubicBezTo>
                <a:cubicBezTo>
                  <a:pt x="644704" y="45478"/>
                  <a:pt x="642650" y="50275"/>
                  <a:pt x="642255" y="56281"/>
                </a:cubicBezTo>
                <a:close/>
                <a:moveTo>
                  <a:pt x="793769" y="75657"/>
                </a:moveTo>
                <a:lnTo>
                  <a:pt x="806027" y="77173"/>
                </a:lnTo>
                <a:cubicBezTo>
                  <a:pt x="804094" y="84334"/>
                  <a:pt x="800513" y="89892"/>
                  <a:pt x="795285" y="93846"/>
                </a:cubicBezTo>
                <a:cubicBezTo>
                  <a:pt x="790056" y="97800"/>
                  <a:pt x="783378" y="99778"/>
                  <a:pt x="775250" y="99778"/>
                </a:cubicBezTo>
                <a:cubicBezTo>
                  <a:pt x="765013" y="99778"/>
                  <a:pt x="756896" y="96625"/>
                  <a:pt x="750899" y="90320"/>
                </a:cubicBezTo>
                <a:cubicBezTo>
                  <a:pt x="744901" y="84016"/>
                  <a:pt x="741903" y="75174"/>
                  <a:pt x="741903" y="63794"/>
                </a:cubicBezTo>
                <a:cubicBezTo>
                  <a:pt x="741903" y="52020"/>
                  <a:pt x="744934" y="42881"/>
                  <a:pt x="750998" y="36379"/>
                </a:cubicBezTo>
                <a:cubicBezTo>
                  <a:pt x="757061" y="29876"/>
                  <a:pt x="764925" y="26625"/>
                  <a:pt x="774591" y="26625"/>
                </a:cubicBezTo>
                <a:cubicBezTo>
                  <a:pt x="783949" y="26625"/>
                  <a:pt x="791594" y="29805"/>
                  <a:pt x="797525" y="36166"/>
                </a:cubicBezTo>
                <a:cubicBezTo>
                  <a:pt x="803457" y="42526"/>
                  <a:pt x="806422" y="51474"/>
                  <a:pt x="806422" y="63010"/>
                </a:cubicBezTo>
                <a:cubicBezTo>
                  <a:pt x="806422" y="63711"/>
                  <a:pt x="806400" y="64764"/>
                  <a:pt x="806356" y="66167"/>
                </a:cubicBezTo>
                <a:lnTo>
                  <a:pt x="754161" y="66167"/>
                </a:lnTo>
                <a:cubicBezTo>
                  <a:pt x="754600" y="73834"/>
                  <a:pt x="756775" y="79704"/>
                  <a:pt x="760685" y="83780"/>
                </a:cubicBezTo>
                <a:cubicBezTo>
                  <a:pt x="764596" y="87855"/>
                  <a:pt x="769472" y="89892"/>
                  <a:pt x="775316" y="89892"/>
                </a:cubicBezTo>
                <a:cubicBezTo>
                  <a:pt x="779665" y="89892"/>
                  <a:pt x="783378" y="88761"/>
                  <a:pt x="786453" y="86498"/>
                </a:cubicBezTo>
                <a:cubicBezTo>
                  <a:pt x="789529" y="84234"/>
                  <a:pt x="791967" y="80620"/>
                  <a:pt x="793769" y="75657"/>
                </a:cubicBezTo>
                <a:moveTo>
                  <a:pt x="754820" y="56281"/>
                </a:moveTo>
                <a:lnTo>
                  <a:pt x="793901" y="56281"/>
                </a:lnTo>
                <a:cubicBezTo>
                  <a:pt x="793373" y="50490"/>
                  <a:pt x="791880" y="46147"/>
                  <a:pt x="789419" y="43251"/>
                </a:cubicBezTo>
                <a:cubicBezTo>
                  <a:pt x="785641" y="38757"/>
                  <a:pt x="780742" y="36510"/>
                  <a:pt x="774723" y="36510"/>
                </a:cubicBezTo>
                <a:cubicBezTo>
                  <a:pt x="769275" y="36510"/>
                  <a:pt x="764694" y="38304"/>
                  <a:pt x="760982" y="41892"/>
                </a:cubicBezTo>
                <a:cubicBezTo>
                  <a:pt x="757269" y="45478"/>
                  <a:pt x="755215" y="50275"/>
                  <a:pt x="754820" y="56281"/>
                </a:cubicBezTo>
                <a:close/>
                <a:moveTo>
                  <a:pt x="820900" y="98196"/>
                </a:moveTo>
                <a:lnTo>
                  <a:pt x="820900" y="28207"/>
                </a:lnTo>
                <a:lnTo>
                  <a:pt x="831511" y="28207"/>
                </a:lnTo>
                <a:lnTo>
                  <a:pt x="831511" y="37960"/>
                </a:lnTo>
                <a:cubicBezTo>
                  <a:pt x="833707" y="34553"/>
                  <a:pt x="836629" y="31811"/>
                  <a:pt x="840276" y="29737"/>
                </a:cubicBezTo>
                <a:cubicBezTo>
                  <a:pt x="843922" y="27662"/>
                  <a:pt x="848074" y="26625"/>
                  <a:pt x="852731" y="26625"/>
                </a:cubicBezTo>
                <a:cubicBezTo>
                  <a:pt x="857916" y="26625"/>
                  <a:pt x="862167" y="27696"/>
                  <a:pt x="865484" y="29838"/>
                </a:cubicBezTo>
                <a:cubicBezTo>
                  <a:pt x="868801" y="31978"/>
                  <a:pt x="871140" y="34971"/>
                  <a:pt x="872502" y="38817"/>
                </a:cubicBezTo>
                <a:cubicBezTo>
                  <a:pt x="878038" y="30689"/>
                  <a:pt x="885244" y="26625"/>
                  <a:pt x="894119" y="26625"/>
                </a:cubicBezTo>
                <a:cubicBezTo>
                  <a:pt x="901060" y="26625"/>
                  <a:pt x="906399" y="28547"/>
                  <a:pt x="910133" y="32391"/>
                </a:cubicBezTo>
                <a:cubicBezTo>
                  <a:pt x="913868" y="36236"/>
                  <a:pt x="915735" y="42156"/>
                  <a:pt x="915735" y="50152"/>
                </a:cubicBezTo>
                <a:lnTo>
                  <a:pt x="915735" y="98196"/>
                </a:lnTo>
                <a:lnTo>
                  <a:pt x="903938" y="98196"/>
                </a:lnTo>
                <a:lnTo>
                  <a:pt x="903938" y="54059"/>
                </a:lnTo>
                <a:cubicBezTo>
                  <a:pt x="903938" y="49309"/>
                  <a:pt x="903554" y="45889"/>
                  <a:pt x="902785" y="43801"/>
                </a:cubicBezTo>
                <a:cubicBezTo>
                  <a:pt x="902016" y="41711"/>
                  <a:pt x="900621" y="40029"/>
                  <a:pt x="898600" y="38753"/>
                </a:cubicBezTo>
                <a:cubicBezTo>
                  <a:pt x="896579" y="37478"/>
                  <a:pt x="894207" y="36840"/>
                  <a:pt x="891483" y="36840"/>
                </a:cubicBezTo>
                <a:cubicBezTo>
                  <a:pt x="886562" y="36840"/>
                  <a:pt x="882476" y="38479"/>
                  <a:pt x="879225" y="41756"/>
                </a:cubicBezTo>
                <a:cubicBezTo>
                  <a:pt x="875973" y="45032"/>
                  <a:pt x="874348" y="50277"/>
                  <a:pt x="874348" y="57490"/>
                </a:cubicBezTo>
                <a:lnTo>
                  <a:pt x="874348" y="98196"/>
                </a:lnTo>
                <a:lnTo>
                  <a:pt x="862485" y="98196"/>
                </a:lnTo>
                <a:lnTo>
                  <a:pt x="862485" y="52673"/>
                </a:lnTo>
                <a:cubicBezTo>
                  <a:pt x="862485" y="47395"/>
                  <a:pt x="861519" y="43437"/>
                  <a:pt x="859585" y="40798"/>
                </a:cubicBezTo>
                <a:cubicBezTo>
                  <a:pt x="857652" y="38159"/>
                  <a:pt x="854489" y="36840"/>
                  <a:pt x="850095" y="36840"/>
                </a:cubicBezTo>
                <a:cubicBezTo>
                  <a:pt x="846756" y="36840"/>
                  <a:pt x="843670" y="37720"/>
                  <a:pt x="840836" y="39480"/>
                </a:cubicBezTo>
                <a:cubicBezTo>
                  <a:pt x="838002" y="41239"/>
                  <a:pt x="835948" y="43812"/>
                  <a:pt x="834674" y="47199"/>
                </a:cubicBezTo>
                <a:cubicBezTo>
                  <a:pt x="833400" y="50585"/>
                  <a:pt x="832763" y="55467"/>
                  <a:pt x="832763" y="61844"/>
                </a:cubicBezTo>
                <a:lnTo>
                  <a:pt x="832763" y="98196"/>
                </a:lnTo>
                <a:lnTo>
                  <a:pt x="820900" y="98196"/>
                </a:lnTo>
                <a:close/>
                <a:moveTo>
                  <a:pt x="933330" y="125084"/>
                </a:moveTo>
                <a:lnTo>
                  <a:pt x="933330" y="28207"/>
                </a:lnTo>
                <a:lnTo>
                  <a:pt x="944138" y="28207"/>
                </a:lnTo>
                <a:lnTo>
                  <a:pt x="944138" y="37235"/>
                </a:lnTo>
                <a:cubicBezTo>
                  <a:pt x="946687" y="33699"/>
                  <a:pt x="949564" y="31046"/>
                  <a:pt x="952772" y="29278"/>
                </a:cubicBezTo>
                <a:cubicBezTo>
                  <a:pt x="955979" y="27509"/>
                  <a:pt x="959867" y="26625"/>
                  <a:pt x="964437" y="26625"/>
                </a:cubicBezTo>
                <a:cubicBezTo>
                  <a:pt x="970412" y="26625"/>
                  <a:pt x="975684" y="28163"/>
                  <a:pt x="980253" y="31238"/>
                </a:cubicBezTo>
                <a:cubicBezTo>
                  <a:pt x="984823" y="34314"/>
                  <a:pt x="988272" y="38652"/>
                  <a:pt x="990600" y="44254"/>
                </a:cubicBezTo>
                <a:cubicBezTo>
                  <a:pt x="992929" y="49856"/>
                  <a:pt x="994093" y="55996"/>
                  <a:pt x="994093" y="62674"/>
                </a:cubicBezTo>
                <a:cubicBezTo>
                  <a:pt x="994093" y="69835"/>
                  <a:pt x="992808" y="76283"/>
                  <a:pt x="990238" y="82017"/>
                </a:cubicBezTo>
                <a:cubicBezTo>
                  <a:pt x="987667" y="87750"/>
                  <a:pt x="983933" y="92144"/>
                  <a:pt x="979034" y="95197"/>
                </a:cubicBezTo>
                <a:cubicBezTo>
                  <a:pt x="974135" y="98251"/>
                  <a:pt x="968984" y="99778"/>
                  <a:pt x="963580" y="99778"/>
                </a:cubicBezTo>
                <a:cubicBezTo>
                  <a:pt x="959626" y="99778"/>
                  <a:pt x="956078" y="98932"/>
                  <a:pt x="952936" y="97240"/>
                </a:cubicBezTo>
                <a:cubicBezTo>
                  <a:pt x="949795" y="95547"/>
                  <a:pt x="947214" y="93410"/>
                  <a:pt x="945193" y="90827"/>
                </a:cubicBezTo>
                <a:lnTo>
                  <a:pt x="945193" y="125084"/>
                </a:lnTo>
                <a:lnTo>
                  <a:pt x="933330" y="125084"/>
                </a:lnTo>
                <a:moveTo>
                  <a:pt x="944072" y="63498"/>
                </a:moveTo>
                <a:cubicBezTo>
                  <a:pt x="944072" y="72494"/>
                  <a:pt x="945896" y="79142"/>
                  <a:pt x="949542" y="83442"/>
                </a:cubicBezTo>
                <a:cubicBezTo>
                  <a:pt x="953189" y="87742"/>
                  <a:pt x="957605" y="89892"/>
                  <a:pt x="962789" y="89892"/>
                </a:cubicBezTo>
                <a:cubicBezTo>
                  <a:pt x="968061" y="89892"/>
                  <a:pt x="972576" y="87665"/>
                  <a:pt x="976332" y="83211"/>
                </a:cubicBezTo>
                <a:cubicBezTo>
                  <a:pt x="980089" y="78757"/>
                  <a:pt x="981967" y="71857"/>
                  <a:pt x="981967" y="62509"/>
                </a:cubicBezTo>
                <a:cubicBezTo>
                  <a:pt x="981967" y="53601"/>
                  <a:pt x="980132" y="46931"/>
                  <a:pt x="976464" y="42499"/>
                </a:cubicBezTo>
                <a:cubicBezTo>
                  <a:pt x="972795" y="38067"/>
                  <a:pt x="968413" y="35851"/>
                  <a:pt x="963316" y="35851"/>
                </a:cubicBezTo>
                <a:cubicBezTo>
                  <a:pt x="958264" y="35851"/>
                  <a:pt x="953793" y="38210"/>
                  <a:pt x="949905" y="42928"/>
                </a:cubicBezTo>
                <a:cubicBezTo>
                  <a:pt x="946017" y="47645"/>
                  <a:pt x="944072" y="54502"/>
                  <a:pt x="944072" y="63498"/>
                </a:cubicBezTo>
                <a:close/>
                <a:moveTo>
                  <a:pt x="1008110" y="98196"/>
                </a:moveTo>
                <a:lnTo>
                  <a:pt x="1008110" y="1582"/>
                </a:lnTo>
                <a:lnTo>
                  <a:pt x="1019972" y="1582"/>
                </a:lnTo>
                <a:lnTo>
                  <a:pt x="1019972" y="98196"/>
                </a:lnTo>
                <a:lnTo>
                  <a:pt x="1008110" y="98196"/>
                </a:lnTo>
                <a:close/>
                <a:moveTo>
                  <a:pt x="1033921" y="63201"/>
                </a:moveTo>
                <a:cubicBezTo>
                  <a:pt x="1033921" y="50240"/>
                  <a:pt x="1037524" y="40640"/>
                  <a:pt x="1044729" y="34402"/>
                </a:cubicBezTo>
                <a:cubicBezTo>
                  <a:pt x="1050748" y="29217"/>
                  <a:pt x="1058085" y="26625"/>
                  <a:pt x="1066741" y="26625"/>
                </a:cubicBezTo>
                <a:cubicBezTo>
                  <a:pt x="1076363" y="26625"/>
                  <a:pt x="1084227" y="29777"/>
                  <a:pt x="1090334" y="36082"/>
                </a:cubicBezTo>
                <a:cubicBezTo>
                  <a:pt x="1096441" y="42387"/>
                  <a:pt x="1099495" y="51097"/>
                  <a:pt x="1099495" y="62213"/>
                </a:cubicBezTo>
                <a:cubicBezTo>
                  <a:pt x="1099495" y="71219"/>
                  <a:pt x="1098144" y="78304"/>
                  <a:pt x="1095442" y="83466"/>
                </a:cubicBezTo>
                <a:cubicBezTo>
                  <a:pt x="1092740" y="88629"/>
                  <a:pt x="1088807" y="92638"/>
                  <a:pt x="1083645" y="95494"/>
                </a:cubicBezTo>
                <a:cubicBezTo>
                  <a:pt x="1078483" y="98350"/>
                  <a:pt x="1072848" y="99778"/>
                  <a:pt x="1066741" y="99778"/>
                </a:cubicBezTo>
                <a:cubicBezTo>
                  <a:pt x="1056943" y="99778"/>
                  <a:pt x="1049024" y="96636"/>
                  <a:pt x="1042983" y="90353"/>
                </a:cubicBezTo>
                <a:cubicBezTo>
                  <a:pt x="1036942" y="84071"/>
                  <a:pt x="1033921" y="75020"/>
                  <a:pt x="1033921" y="63201"/>
                </a:cubicBezTo>
                <a:moveTo>
                  <a:pt x="1046113" y="63168"/>
                </a:moveTo>
                <a:cubicBezTo>
                  <a:pt x="1046113" y="72098"/>
                  <a:pt x="1048068" y="78785"/>
                  <a:pt x="1051978" y="83228"/>
                </a:cubicBezTo>
                <a:cubicBezTo>
                  <a:pt x="1055889" y="87671"/>
                  <a:pt x="1060809" y="89892"/>
                  <a:pt x="1066741" y="89892"/>
                </a:cubicBezTo>
                <a:cubicBezTo>
                  <a:pt x="1072628" y="89892"/>
                  <a:pt x="1077527" y="87660"/>
                  <a:pt x="1081437" y="83195"/>
                </a:cubicBezTo>
                <a:cubicBezTo>
                  <a:pt x="1085347" y="78730"/>
                  <a:pt x="1087303" y="71923"/>
                  <a:pt x="1087303" y="62775"/>
                </a:cubicBezTo>
                <a:cubicBezTo>
                  <a:pt x="1087303" y="54151"/>
                  <a:pt x="1085336" y="47618"/>
                  <a:pt x="1081404" y="43175"/>
                </a:cubicBezTo>
                <a:cubicBezTo>
                  <a:pt x="1077472" y="38732"/>
                  <a:pt x="1072584" y="36510"/>
                  <a:pt x="1066741" y="36510"/>
                </a:cubicBezTo>
                <a:cubicBezTo>
                  <a:pt x="1060809" y="36510"/>
                  <a:pt x="1055889" y="38721"/>
                  <a:pt x="1051978" y="43142"/>
                </a:cubicBezTo>
                <a:cubicBezTo>
                  <a:pt x="1048068" y="47563"/>
                  <a:pt x="1046113" y="54238"/>
                  <a:pt x="1046113" y="63168"/>
                </a:cubicBezTo>
                <a:close/>
                <a:moveTo>
                  <a:pt x="1112853" y="125216"/>
                </a:moveTo>
                <a:lnTo>
                  <a:pt x="1111535" y="114079"/>
                </a:lnTo>
                <a:cubicBezTo>
                  <a:pt x="1114127" y="114782"/>
                  <a:pt x="1116389" y="115133"/>
                  <a:pt x="1118323" y="115133"/>
                </a:cubicBezTo>
                <a:cubicBezTo>
                  <a:pt x="1120959" y="115133"/>
                  <a:pt x="1123068" y="114688"/>
                  <a:pt x="1124649" y="113798"/>
                </a:cubicBezTo>
                <a:cubicBezTo>
                  <a:pt x="1126231" y="112910"/>
                  <a:pt x="1127527" y="111666"/>
                  <a:pt x="1128538" y="110065"/>
                </a:cubicBezTo>
                <a:cubicBezTo>
                  <a:pt x="1129285" y="108865"/>
                  <a:pt x="1130493" y="105887"/>
                  <a:pt x="1132162" y="101131"/>
                </a:cubicBezTo>
                <a:cubicBezTo>
                  <a:pt x="1132382" y="100463"/>
                  <a:pt x="1132733" y="99485"/>
                  <a:pt x="1133217" y="98196"/>
                </a:cubicBezTo>
                <a:lnTo>
                  <a:pt x="1106658" y="28207"/>
                </a:lnTo>
                <a:lnTo>
                  <a:pt x="1119443" y="28207"/>
                </a:lnTo>
                <a:lnTo>
                  <a:pt x="1134008" y="68642"/>
                </a:lnTo>
                <a:cubicBezTo>
                  <a:pt x="1135897" y="73772"/>
                  <a:pt x="1137588" y="79164"/>
                  <a:pt x="1139082" y="84817"/>
                </a:cubicBezTo>
                <a:cubicBezTo>
                  <a:pt x="1140444" y="79382"/>
                  <a:pt x="1142070" y="74078"/>
                  <a:pt x="1143959" y="68906"/>
                </a:cubicBezTo>
                <a:lnTo>
                  <a:pt x="1158919" y="28207"/>
                </a:lnTo>
                <a:lnTo>
                  <a:pt x="1170782" y="28207"/>
                </a:lnTo>
                <a:lnTo>
                  <a:pt x="1144157" y="99429"/>
                </a:lnTo>
                <a:cubicBezTo>
                  <a:pt x="1141301" y="107124"/>
                  <a:pt x="1139082" y="112421"/>
                  <a:pt x="1137500" y="115322"/>
                </a:cubicBezTo>
                <a:cubicBezTo>
                  <a:pt x="1135392" y="119235"/>
                  <a:pt x="1132975" y="122104"/>
                  <a:pt x="1130251" y="123929"/>
                </a:cubicBezTo>
                <a:cubicBezTo>
                  <a:pt x="1127527" y="125754"/>
                  <a:pt x="1124276" y="126666"/>
                  <a:pt x="1120497" y="126666"/>
                </a:cubicBezTo>
                <a:cubicBezTo>
                  <a:pt x="1118213" y="126666"/>
                  <a:pt x="1115665" y="126183"/>
                  <a:pt x="1112853" y="125216"/>
                </a:cubicBezTo>
                <a:close/>
                <a:moveTo>
                  <a:pt x="1228776" y="75657"/>
                </a:moveTo>
                <a:lnTo>
                  <a:pt x="1241034" y="77173"/>
                </a:lnTo>
                <a:cubicBezTo>
                  <a:pt x="1239101" y="84334"/>
                  <a:pt x="1235521" y="89892"/>
                  <a:pt x="1230292" y="93846"/>
                </a:cubicBezTo>
                <a:cubicBezTo>
                  <a:pt x="1225064" y="97800"/>
                  <a:pt x="1218386" y="99778"/>
                  <a:pt x="1210258" y="99778"/>
                </a:cubicBezTo>
                <a:cubicBezTo>
                  <a:pt x="1200021" y="99778"/>
                  <a:pt x="1191904" y="96625"/>
                  <a:pt x="1185906" y="90320"/>
                </a:cubicBezTo>
                <a:cubicBezTo>
                  <a:pt x="1179909" y="84016"/>
                  <a:pt x="1176911" y="75174"/>
                  <a:pt x="1176911" y="63794"/>
                </a:cubicBezTo>
                <a:cubicBezTo>
                  <a:pt x="1176911" y="52020"/>
                  <a:pt x="1179942" y="42881"/>
                  <a:pt x="1186005" y="36379"/>
                </a:cubicBezTo>
                <a:cubicBezTo>
                  <a:pt x="1192068" y="29876"/>
                  <a:pt x="1199933" y="26625"/>
                  <a:pt x="1209599" y="26625"/>
                </a:cubicBezTo>
                <a:cubicBezTo>
                  <a:pt x="1218957" y="26625"/>
                  <a:pt x="1226602" y="29805"/>
                  <a:pt x="1232533" y="36166"/>
                </a:cubicBezTo>
                <a:cubicBezTo>
                  <a:pt x="1238464" y="42526"/>
                  <a:pt x="1241430" y="51474"/>
                  <a:pt x="1241430" y="63010"/>
                </a:cubicBezTo>
                <a:cubicBezTo>
                  <a:pt x="1241430" y="63711"/>
                  <a:pt x="1241408" y="64764"/>
                  <a:pt x="1241364" y="66167"/>
                </a:cubicBezTo>
                <a:lnTo>
                  <a:pt x="1189169" y="66167"/>
                </a:lnTo>
                <a:cubicBezTo>
                  <a:pt x="1189608" y="73834"/>
                  <a:pt x="1191783" y="79704"/>
                  <a:pt x="1195693" y="83780"/>
                </a:cubicBezTo>
                <a:cubicBezTo>
                  <a:pt x="1199603" y="87855"/>
                  <a:pt x="1204480" y="89892"/>
                  <a:pt x="1210324" y="89892"/>
                </a:cubicBezTo>
                <a:cubicBezTo>
                  <a:pt x="1214673" y="89892"/>
                  <a:pt x="1218386" y="88761"/>
                  <a:pt x="1221461" y="86498"/>
                </a:cubicBezTo>
                <a:cubicBezTo>
                  <a:pt x="1224537" y="84234"/>
                  <a:pt x="1226975" y="80620"/>
                  <a:pt x="1228776" y="75657"/>
                </a:cubicBezTo>
                <a:moveTo>
                  <a:pt x="1189828" y="56281"/>
                </a:moveTo>
                <a:lnTo>
                  <a:pt x="1228908" y="56281"/>
                </a:lnTo>
                <a:cubicBezTo>
                  <a:pt x="1228381" y="50490"/>
                  <a:pt x="1226887" y="46147"/>
                  <a:pt x="1224427" y="43251"/>
                </a:cubicBezTo>
                <a:cubicBezTo>
                  <a:pt x="1220648" y="38757"/>
                  <a:pt x="1215750" y="36510"/>
                  <a:pt x="1209730" y="36510"/>
                </a:cubicBezTo>
                <a:cubicBezTo>
                  <a:pt x="1204282" y="36510"/>
                  <a:pt x="1199702" y="38304"/>
                  <a:pt x="1195990" y="41892"/>
                </a:cubicBezTo>
                <a:cubicBezTo>
                  <a:pt x="1192277" y="45478"/>
                  <a:pt x="1190223" y="50275"/>
                  <a:pt x="1189828" y="56281"/>
                </a:cubicBezTo>
                <a:close/>
                <a:moveTo>
                  <a:pt x="1255776" y="98196"/>
                </a:moveTo>
                <a:lnTo>
                  <a:pt x="1255776" y="28207"/>
                </a:lnTo>
                <a:lnTo>
                  <a:pt x="1266453" y="28207"/>
                </a:lnTo>
                <a:lnTo>
                  <a:pt x="1266453" y="38751"/>
                </a:lnTo>
                <a:cubicBezTo>
                  <a:pt x="1269177" y="33814"/>
                  <a:pt x="1271692" y="30559"/>
                  <a:pt x="1273999" y="28985"/>
                </a:cubicBezTo>
                <a:cubicBezTo>
                  <a:pt x="1276305" y="27412"/>
                  <a:pt x="1278842" y="26625"/>
                  <a:pt x="1281610" y="26625"/>
                </a:cubicBezTo>
                <a:cubicBezTo>
                  <a:pt x="1285609" y="26625"/>
                  <a:pt x="1289673" y="27894"/>
                  <a:pt x="1293803" y="30431"/>
                </a:cubicBezTo>
                <a:lnTo>
                  <a:pt x="1289717" y="41387"/>
                </a:lnTo>
                <a:cubicBezTo>
                  <a:pt x="1286817" y="39674"/>
                  <a:pt x="1283917" y="38817"/>
                  <a:pt x="1281017" y="38817"/>
                </a:cubicBezTo>
                <a:cubicBezTo>
                  <a:pt x="1278425" y="38817"/>
                  <a:pt x="1276097" y="39598"/>
                  <a:pt x="1274032" y="41161"/>
                </a:cubicBezTo>
                <a:cubicBezTo>
                  <a:pt x="1271967" y="42722"/>
                  <a:pt x="1270495" y="44888"/>
                  <a:pt x="1269616" y="47658"/>
                </a:cubicBezTo>
                <a:cubicBezTo>
                  <a:pt x="1268298" y="51880"/>
                  <a:pt x="1267639" y="56498"/>
                  <a:pt x="1267639" y="61512"/>
                </a:cubicBezTo>
                <a:lnTo>
                  <a:pt x="1267639" y="98196"/>
                </a:lnTo>
                <a:lnTo>
                  <a:pt x="1255776" y="98196"/>
                </a:lnTo>
                <a:close/>
                <a:moveTo>
                  <a:pt x="1341208" y="98196"/>
                </a:moveTo>
                <a:lnTo>
                  <a:pt x="1341208" y="37433"/>
                </a:lnTo>
                <a:lnTo>
                  <a:pt x="1330730" y="37433"/>
                </a:lnTo>
                <a:lnTo>
                  <a:pt x="1330730" y="28207"/>
                </a:lnTo>
                <a:lnTo>
                  <a:pt x="1341208" y="28207"/>
                </a:lnTo>
                <a:lnTo>
                  <a:pt x="1341208" y="20776"/>
                </a:lnTo>
                <a:cubicBezTo>
                  <a:pt x="1341208" y="16086"/>
                  <a:pt x="1341626" y="12601"/>
                  <a:pt x="1342461" y="10322"/>
                </a:cubicBezTo>
                <a:cubicBezTo>
                  <a:pt x="1343603" y="7255"/>
                  <a:pt x="1345613" y="4768"/>
                  <a:pt x="1348491" y="2861"/>
                </a:cubicBezTo>
                <a:cubicBezTo>
                  <a:pt x="1351368" y="954"/>
                  <a:pt x="1355400" y="0"/>
                  <a:pt x="1360584" y="0"/>
                </a:cubicBezTo>
                <a:cubicBezTo>
                  <a:pt x="1363923" y="0"/>
                  <a:pt x="1367614" y="395"/>
                  <a:pt x="1371656" y="1186"/>
                </a:cubicBezTo>
                <a:lnTo>
                  <a:pt x="1369876" y="11533"/>
                </a:lnTo>
                <a:cubicBezTo>
                  <a:pt x="1367416" y="11094"/>
                  <a:pt x="1365087" y="10874"/>
                  <a:pt x="1362891" y="10874"/>
                </a:cubicBezTo>
                <a:cubicBezTo>
                  <a:pt x="1359288" y="10874"/>
                  <a:pt x="1356740" y="11640"/>
                  <a:pt x="1355246" y="13172"/>
                </a:cubicBezTo>
                <a:cubicBezTo>
                  <a:pt x="1353752" y="14705"/>
                  <a:pt x="1353005" y="17571"/>
                  <a:pt x="1353005" y="21773"/>
                </a:cubicBezTo>
                <a:lnTo>
                  <a:pt x="1353005" y="28207"/>
                </a:lnTo>
                <a:lnTo>
                  <a:pt x="1366647" y="28207"/>
                </a:lnTo>
                <a:lnTo>
                  <a:pt x="1366647" y="37433"/>
                </a:lnTo>
                <a:lnTo>
                  <a:pt x="1353005" y="37433"/>
                </a:lnTo>
                <a:lnTo>
                  <a:pt x="1353005" y="98196"/>
                </a:lnTo>
                <a:lnTo>
                  <a:pt x="1341208" y="98196"/>
                </a:lnTo>
                <a:close/>
                <a:moveTo>
                  <a:pt x="1375962" y="15290"/>
                </a:moveTo>
                <a:lnTo>
                  <a:pt x="1375962" y="1582"/>
                </a:lnTo>
                <a:lnTo>
                  <a:pt x="1387825" y="1582"/>
                </a:lnTo>
                <a:lnTo>
                  <a:pt x="1387825" y="15290"/>
                </a:lnTo>
                <a:lnTo>
                  <a:pt x="1375962" y="15290"/>
                </a:lnTo>
                <a:moveTo>
                  <a:pt x="1375962" y="98196"/>
                </a:moveTo>
                <a:lnTo>
                  <a:pt x="1375962" y="28207"/>
                </a:lnTo>
                <a:lnTo>
                  <a:pt x="1387825" y="28207"/>
                </a:lnTo>
                <a:lnTo>
                  <a:pt x="1387825" y="98196"/>
                </a:lnTo>
                <a:lnTo>
                  <a:pt x="1375962" y="98196"/>
                </a:lnTo>
                <a:close/>
                <a:moveTo>
                  <a:pt x="1405728" y="98196"/>
                </a:moveTo>
                <a:lnTo>
                  <a:pt x="1405728" y="28207"/>
                </a:lnTo>
                <a:lnTo>
                  <a:pt x="1416404" y="28207"/>
                </a:lnTo>
                <a:lnTo>
                  <a:pt x="1416404" y="38751"/>
                </a:lnTo>
                <a:cubicBezTo>
                  <a:pt x="1419128" y="33814"/>
                  <a:pt x="1421643" y="30559"/>
                  <a:pt x="1423950" y="28985"/>
                </a:cubicBezTo>
                <a:cubicBezTo>
                  <a:pt x="1426257" y="27412"/>
                  <a:pt x="1428794" y="26625"/>
                  <a:pt x="1431562" y="26625"/>
                </a:cubicBezTo>
                <a:cubicBezTo>
                  <a:pt x="1435560" y="26625"/>
                  <a:pt x="1439624" y="27894"/>
                  <a:pt x="1443754" y="30431"/>
                </a:cubicBezTo>
                <a:lnTo>
                  <a:pt x="1439668" y="41387"/>
                </a:lnTo>
                <a:cubicBezTo>
                  <a:pt x="1436768" y="39674"/>
                  <a:pt x="1433868" y="38817"/>
                  <a:pt x="1430969" y="38817"/>
                </a:cubicBezTo>
                <a:cubicBezTo>
                  <a:pt x="1428376" y="38817"/>
                  <a:pt x="1426048" y="39598"/>
                  <a:pt x="1423983" y="41161"/>
                </a:cubicBezTo>
                <a:cubicBezTo>
                  <a:pt x="1421918" y="42722"/>
                  <a:pt x="1420446" y="44888"/>
                  <a:pt x="1419567" y="47658"/>
                </a:cubicBezTo>
                <a:cubicBezTo>
                  <a:pt x="1418249" y="51880"/>
                  <a:pt x="1417590" y="56498"/>
                  <a:pt x="1417590" y="61512"/>
                </a:cubicBezTo>
                <a:lnTo>
                  <a:pt x="1417590" y="98196"/>
                </a:lnTo>
                <a:lnTo>
                  <a:pt x="1405728" y="98196"/>
                </a:lnTo>
                <a:close/>
                <a:moveTo>
                  <a:pt x="1498716" y="75657"/>
                </a:moveTo>
                <a:lnTo>
                  <a:pt x="1510974" y="77173"/>
                </a:lnTo>
                <a:cubicBezTo>
                  <a:pt x="1509041" y="84334"/>
                  <a:pt x="1505460" y="89892"/>
                  <a:pt x="1500232" y="93846"/>
                </a:cubicBezTo>
                <a:cubicBezTo>
                  <a:pt x="1495004" y="97800"/>
                  <a:pt x="1488326" y="99778"/>
                  <a:pt x="1480197" y="99778"/>
                </a:cubicBezTo>
                <a:cubicBezTo>
                  <a:pt x="1469960" y="99778"/>
                  <a:pt x="1461843" y="96625"/>
                  <a:pt x="1455846" y="90320"/>
                </a:cubicBezTo>
                <a:cubicBezTo>
                  <a:pt x="1449849" y="84016"/>
                  <a:pt x="1446850" y="75174"/>
                  <a:pt x="1446850" y="63794"/>
                </a:cubicBezTo>
                <a:cubicBezTo>
                  <a:pt x="1446850" y="52020"/>
                  <a:pt x="1449882" y="42881"/>
                  <a:pt x="1455945" y="36379"/>
                </a:cubicBezTo>
                <a:cubicBezTo>
                  <a:pt x="1462008" y="29876"/>
                  <a:pt x="1469873" y="26625"/>
                  <a:pt x="1479538" y="26625"/>
                </a:cubicBezTo>
                <a:cubicBezTo>
                  <a:pt x="1488897" y="26625"/>
                  <a:pt x="1496541" y="29805"/>
                  <a:pt x="1502473" y="36166"/>
                </a:cubicBezTo>
                <a:cubicBezTo>
                  <a:pt x="1508404" y="42526"/>
                  <a:pt x="1511370" y="51474"/>
                  <a:pt x="1511370" y="63010"/>
                </a:cubicBezTo>
                <a:cubicBezTo>
                  <a:pt x="1511370" y="63711"/>
                  <a:pt x="1511348" y="64764"/>
                  <a:pt x="1511304" y="66167"/>
                </a:cubicBezTo>
                <a:lnTo>
                  <a:pt x="1459108" y="66167"/>
                </a:lnTo>
                <a:cubicBezTo>
                  <a:pt x="1459548" y="73834"/>
                  <a:pt x="1461723" y="79704"/>
                  <a:pt x="1465633" y="83780"/>
                </a:cubicBezTo>
                <a:cubicBezTo>
                  <a:pt x="1469543" y="87855"/>
                  <a:pt x="1474420" y="89892"/>
                  <a:pt x="1480263" y="89892"/>
                </a:cubicBezTo>
                <a:cubicBezTo>
                  <a:pt x="1484613" y="89892"/>
                  <a:pt x="1488326" y="88761"/>
                  <a:pt x="1491401" y="86498"/>
                </a:cubicBezTo>
                <a:cubicBezTo>
                  <a:pt x="1494476" y="84234"/>
                  <a:pt x="1496915" y="80620"/>
                  <a:pt x="1498716" y="75657"/>
                </a:cubicBezTo>
                <a:moveTo>
                  <a:pt x="1459767" y="56281"/>
                </a:moveTo>
                <a:lnTo>
                  <a:pt x="1498848" y="56281"/>
                </a:lnTo>
                <a:cubicBezTo>
                  <a:pt x="1498321" y="50490"/>
                  <a:pt x="1496827" y="46147"/>
                  <a:pt x="1494367" y="43251"/>
                </a:cubicBezTo>
                <a:cubicBezTo>
                  <a:pt x="1490588" y="38757"/>
                  <a:pt x="1485689" y="36510"/>
                  <a:pt x="1479670" y="36510"/>
                </a:cubicBezTo>
                <a:cubicBezTo>
                  <a:pt x="1474222" y="36510"/>
                  <a:pt x="1469642" y="38304"/>
                  <a:pt x="1465929" y="41892"/>
                </a:cubicBezTo>
                <a:cubicBezTo>
                  <a:pt x="1462217" y="45478"/>
                  <a:pt x="1460163" y="50275"/>
                  <a:pt x="1459767" y="56281"/>
                </a:cubicBezTo>
                <a:close/>
                <a:moveTo>
                  <a:pt x="1521103" y="77239"/>
                </a:moveTo>
                <a:lnTo>
                  <a:pt x="1532833" y="75393"/>
                </a:lnTo>
                <a:cubicBezTo>
                  <a:pt x="1533492" y="80074"/>
                  <a:pt x="1535327" y="83661"/>
                  <a:pt x="1538336" y="86154"/>
                </a:cubicBezTo>
                <a:cubicBezTo>
                  <a:pt x="1541346" y="88646"/>
                  <a:pt x="1545553" y="89892"/>
                  <a:pt x="1550957" y="89892"/>
                </a:cubicBezTo>
                <a:cubicBezTo>
                  <a:pt x="1556405" y="89892"/>
                  <a:pt x="1560447" y="88792"/>
                  <a:pt x="1563083" y="86591"/>
                </a:cubicBezTo>
                <a:cubicBezTo>
                  <a:pt x="1565719" y="84388"/>
                  <a:pt x="1567037" y="81806"/>
                  <a:pt x="1567037" y="78843"/>
                </a:cubicBezTo>
                <a:cubicBezTo>
                  <a:pt x="1567037" y="76183"/>
                  <a:pt x="1565873" y="74091"/>
                  <a:pt x="1563544" y="72566"/>
                </a:cubicBezTo>
                <a:cubicBezTo>
                  <a:pt x="1561919" y="71519"/>
                  <a:pt x="1557877" y="70190"/>
                  <a:pt x="1551418" y="68576"/>
                </a:cubicBezTo>
                <a:cubicBezTo>
                  <a:pt x="1542719" y="66378"/>
                  <a:pt x="1536689" y="64477"/>
                  <a:pt x="1533328" y="62872"/>
                </a:cubicBezTo>
                <a:cubicBezTo>
                  <a:pt x="1529967" y="61267"/>
                  <a:pt x="1527418" y="59046"/>
                  <a:pt x="1525683" y="56209"/>
                </a:cubicBezTo>
                <a:cubicBezTo>
                  <a:pt x="1523947" y="53373"/>
                  <a:pt x="1523080" y="50240"/>
                  <a:pt x="1523080" y="46810"/>
                </a:cubicBezTo>
                <a:cubicBezTo>
                  <a:pt x="1523080" y="43688"/>
                  <a:pt x="1523794" y="40796"/>
                  <a:pt x="1525222" y="38135"/>
                </a:cubicBezTo>
                <a:cubicBezTo>
                  <a:pt x="1526650" y="35474"/>
                  <a:pt x="1528594" y="33265"/>
                  <a:pt x="1531054" y="31506"/>
                </a:cubicBezTo>
                <a:cubicBezTo>
                  <a:pt x="1532899" y="30143"/>
                  <a:pt x="1535415" y="28989"/>
                  <a:pt x="1538600" y="28044"/>
                </a:cubicBezTo>
                <a:cubicBezTo>
                  <a:pt x="1541785" y="27098"/>
                  <a:pt x="1545201" y="26625"/>
                  <a:pt x="1548848" y="26625"/>
                </a:cubicBezTo>
                <a:cubicBezTo>
                  <a:pt x="1554340" y="26625"/>
                  <a:pt x="1559162" y="27421"/>
                  <a:pt x="1563314" y="29014"/>
                </a:cubicBezTo>
                <a:cubicBezTo>
                  <a:pt x="1567466" y="30605"/>
                  <a:pt x="1570530" y="32761"/>
                  <a:pt x="1572507" y="35483"/>
                </a:cubicBezTo>
                <a:cubicBezTo>
                  <a:pt x="1574484" y="38203"/>
                  <a:pt x="1575846" y="41840"/>
                  <a:pt x="1576593" y="46396"/>
                </a:cubicBezTo>
                <a:lnTo>
                  <a:pt x="1564994" y="47978"/>
                </a:lnTo>
                <a:cubicBezTo>
                  <a:pt x="1564467" y="44375"/>
                  <a:pt x="1562940" y="41563"/>
                  <a:pt x="1560414" y="39542"/>
                </a:cubicBezTo>
                <a:cubicBezTo>
                  <a:pt x="1557888" y="37521"/>
                  <a:pt x="1554318" y="36510"/>
                  <a:pt x="1549705" y="36510"/>
                </a:cubicBezTo>
                <a:cubicBezTo>
                  <a:pt x="1544257" y="36510"/>
                  <a:pt x="1540368" y="37407"/>
                  <a:pt x="1538040" y="39200"/>
                </a:cubicBezTo>
                <a:cubicBezTo>
                  <a:pt x="1535711" y="40992"/>
                  <a:pt x="1534547" y="43090"/>
                  <a:pt x="1534547" y="45496"/>
                </a:cubicBezTo>
                <a:cubicBezTo>
                  <a:pt x="1534547" y="47025"/>
                  <a:pt x="1535030" y="48403"/>
                  <a:pt x="1535997" y="49627"/>
                </a:cubicBezTo>
                <a:cubicBezTo>
                  <a:pt x="1536963" y="50894"/>
                  <a:pt x="1538479" y="51943"/>
                  <a:pt x="1540544" y="52774"/>
                </a:cubicBezTo>
                <a:cubicBezTo>
                  <a:pt x="1541730" y="53212"/>
                  <a:pt x="1545223" y="54218"/>
                  <a:pt x="1551023" y="55791"/>
                </a:cubicBezTo>
                <a:cubicBezTo>
                  <a:pt x="1559414" y="58031"/>
                  <a:pt x="1565269" y="59864"/>
                  <a:pt x="1568586" y="61290"/>
                </a:cubicBezTo>
                <a:cubicBezTo>
                  <a:pt x="1571903" y="62717"/>
                  <a:pt x="1574506" y="64791"/>
                  <a:pt x="1576395" y="67514"/>
                </a:cubicBezTo>
                <a:cubicBezTo>
                  <a:pt x="1578285" y="70235"/>
                  <a:pt x="1579229" y="73615"/>
                  <a:pt x="1579229" y="77653"/>
                </a:cubicBezTo>
                <a:cubicBezTo>
                  <a:pt x="1579229" y="81604"/>
                  <a:pt x="1578076" y="85325"/>
                  <a:pt x="1575769" y="88815"/>
                </a:cubicBezTo>
                <a:cubicBezTo>
                  <a:pt x="1573463" y="92304"/>
                  <a:pt x="1570135" y="95003"/>
                  <a:pt x="1565785" y="96913"/>
                </a:cubicBezTo>
                <a:cubicBezTo>
                  <a:pt x="1561435" y="98823"/>
                  <a:pt x="1556515" y="99778"/>
                  <a:pt x="1551023" y="99778"/>
                </a:cubicBezTo>
                <a:cubicBezTo>
                  <a:pt x="1541928" y="99778"/>
                  <a:pt x="1534997" y="97883"/>
                  <a:pt x="1530230" y="94093"/>
                </a:cubicBezTo>
                <a:cubicBezTo>
                  <a:pt x="1525463" y="90304"/>
                  <a:pt x="1522421" y="84686"/>
                  <a:pt x="1521103" y="77239"/>
                </a:cubicBezTo>
                <a:close/>
                <a:moveTo>
                  <a:pt x="1630327" y="125216"/>
                </a:moveTo>
                <a:lnTo>
                  <a:pt x="1629009" y="114079"/>
                </a:lnTo>
                <a:cubicBezTo>
                  <a:pt x="1631601" y="114782"/>
                  <a:pt x="1633864" y="115133"/>
                  <a:pt x="1635797" y="115133"/>
                </a:cubicBezTo>
                <a:cubicBezTo>
                  <a:pt x="1638433" y="115133"/>
                  <a:pt x="1640542" y="114688"/>
                  <a:pt x="1642124" y="113798"/>
                </a:cubicBezTo>
                <a:cubicBezTo>
                  <a:pt x="1643705" y="112910"/>
                  <a:pt x="1645001" y="111666"/>
                  <a:pt x="1646012" y="110065"/>
                </a:cubicBezTo>
                <a:cubicBezTo>
                  <a:pt x="1646759" y="108865"/>
                  <a:pt x="1647967" y="105887"/>
                  <a:pt x="1649637" y="101131"/>
                </a:cubicBezTo>
                <a:cubicBezTo>
                  <a:pt x="1649856" y="100463"/>
                  <a:pt x="1650208" y="99485"/>
                  <a:pt x="1650691" y="98196"/>
                </a:cubicBezTo>
                <a:lnTo>
                  <a:pt x="1624132" y="28207"/>
                </a:lnTo>
                <a:lnTo>
                  <a:pt x="1636917" y="28207"/>
                </a:lnTo>
                <a:lnTo>
                  <a:pt x="1651482" y="68642"/>
                </a:lnTo>
                <a:cubicBezTo>
                  <a:pt x="1653371" y="73772"/>
                  <a:pt x="1655063" y="79164"/>
                  <a:pt x="1656557" y="84817"/>
                </a:cubicBezTo>
                <a:cubicBezTo>
                  <a:pt x="1657919" y="79382"/>
                  <a:pt x="1659544" y="74078"/>
                  <a:pt x="1661433" y="68906"/>
                </a:cubicBezTo>
                <a:lnTo>
                  <a:pt x="1676393" y="28207"/>
                </a:lnTo>
                <a:lnTo>
                  <a:pt x="1688256" y="28207"/>
                </a:lnTo>
                <a:lnTo>
                  <a:pt x="1661631" y="99429"/>
                </a:lnTo>
                <a:cubicBezTo>
                  <a:pt x="1658775" y="107124"/>
                  <a:pt x="1656557" y="112421"/>
                  <a:pt x="1654975" y="115322"/>
                </a:cubicBezTo>
                <a:cubicBezTo>
                  <a:pt x="1652866" y="119235"/>
                  <a:pt x="1650449" y="122104"/>
                  <a:pt x="1647725" y="123929"/>
                </a:cubicBezTo>
                <a:cubicBezTo>
                  <a:pt x="1645001" y="125754"/>
                  <a:pt x="1641750" y="126666"/>
                  <a:pt x="1637972" y="126666"/>
                </a:cubicBezTo>
                <a:cubicBezTo>
                  <a:pt x="1635687" y="126666"/>
                  <a:pt x="1633139" y="126183"/>
                  <a:pt x="1630327" y="125216"/>
                </a:cubicBezTo>
                <a:close/>
                <a:moveTo>
                  <a:pt x="1693924" y="63201"/>
                </a:moveTo>
                <a:cubicBezTo>
                  <a:pt x="1693924" y="50240"/>
                  <a:pt x="1697526" y="40640"/>
                  <a:pt x="1704732" y="34402"/>
                </a:cubicBezTo>
                <a:cubicBezTo>
                  <a:pt x="1710751" y="29217"/>
                  <a:pt x="1718088" y="26625"/>
                  <a:pt x="1726744" y="26625"/>
                </a:cubicBezTo>
                <a:cubicBezTo>
                  <a:pt x="1736365" y="26625"/>
                  <a:pt x="1744230" y="29777"/>
                  <a:pt x="1750337" y="36082"/>
                </a:cubicBezTo>
                <a:cubicBezTo>
                  <a:pt x="1756444" y="42387"/>
                  <a:pt x="1759497" y="51097"/>
                  <a:pt x="1759497" y="62213"/>
                </a:cubicBezTo>
                <a:cubicBezTo>
                  <a:pt x="1759497" y="71219"/>
                  <a:pt x="1758146" y="78304"/>
                  <a:pt x="1755444" y="83466"/>
                </a:cubicBezTo>
                <a:cubicBezTo>
                  <a:pt x="1752742" y="88629"/>
                  <a:pt x="1748810" y="92638"/>
                  <a:pt x="1743648" y="95494"/>
                </a:cubicBezTo>
                <a:cubicBezTo>
                  <a:pt x="1738485" y="98350"/>
                  <a:pt x="1732851" y="99778"/>
                  <a:pt x="1726744" y="99778"/>
                </a:cubicBezTo>
                <a:cubicBezTo>
                  <a:pt x="1716946" y="99778"/>
                  <a:pt x="1709027" y="96636"/>
                  <a:pt x="1702985" y="90353"/>
                </a:cubicBezTo>
                <a:cubicBezTo>
                  <a:pt x="1696944" y="84071"/>
                  <a:pt x="1693924" y="75020"/>
                  <a:pt x="1693924" y="63201"/>
                </a:cubicBezTo>
                <a:moveTo>
                  <a:pt x="1706116" y="63168"/>
                </a:moveTo>
                <a:cubicBezTo>
                  <a:pt x="1706116" y="72098"/>
                  <a:pt x="1708071" y="78785"/>
                  <a:pt x="1711981" y="83228"/>
                </a:cubicBezTo>
                <a:cubicBezTo>
                  <a:pt x="1715891" y="87671"/>
                  <a:pt x="1720812" y="89892"/>
                  <a:pt x="1726744" y="89892"/>
                </a:cubicBezTo>
                <a:cubicBezTo>
                  <a:pt x="1732631" y="89892"/>
                  <a:pt x="1737530" y="87660"/>
                  <a:pt x="1741440" y="83195"/>
                </a:cubicBezTo>
                <a:cubicBezTo>
                  <a:pt x="1745350" y="78730"/>
                  <a:pt x="1747305" y="71923"/>
                  <a:pt x="1747305" y="62775"/>
                </a:cubicBezTo>
                <a:cubicBezTo>
                  <a:pt x="1747305" y="54151"/>
                  <a:pt x="1745339" y="47618"/>
                  <a:pt x="1741407" y="43175"/>
                </a:cubicBezTo>
                <a:cubicBezTo>
                  <a:pt x="1737475" y="38732"/>
                  <a:pt x="1732587" y="36510"/>
                  <a:pt x="1726744" y="36510"/>
                </a:cubicBezTo>
                <a:cubicBezTo>
                  <a:pt x="1720812" y="36510"/>
                  <a:pt x="1715891" y="38721"/>
                  <a:pt x="1711981" y="43142"/>
                </a:cubicBezTo>
                <a:cubicBezTo>
                  <a:pt x="1708071" y="47563"/>
                  <a:pt x="1706116" y="54238"/>
                  <a:pt x="1706116" y="63168"/>
                </a:cubicBezTo>
                <a:close/>
                <a:moveTo>
                  <a:pt x="1819251" y="98196"/>
                </a:moveTo>
                <a:lnTo>
                  <a:pt x="1819251" y="87915"/>
                </a:lnTo>
                <a:cubicBezTo>
                  <a:pt x="1813803" y="95823"/>
                  <a:pt x="1806400" y="99778"/>
                  <a:pt x="1797042" y="99778"/>
                </a:cubicBezTo>
                <a:cubicBezTo>
                  <a:pt x="1792912" y="99778"/>
                  <a:pt x="1789056" y="98987"/>
                  <a:pt x="1785476" y="97405"/>
                </a:cubicBezTo>
                <a:cubicBezTo>
                  <a:pt x="1781895" y="95823"/>
                  <a:pt x="1779237" y="93835"/>
                  <a:pt x="1777501" y="91441"/>
                </a:cubicBezTo>
                <a:cubicBezTo>
                  <a:pt x="1775766" y="89046"/>
                  <a:pt x="1774547" y="86114"/>
                  <a:pt x="1773844" y="82643"/>
                </a:cubicBezTo>
                <a:cubicBezTo>
                  <a:pt x="1773360" y="80314"/>
                  <a:pt x="1773119" y="76624"/>
                  <a:pt x="1773119" y="71571"/>
                </a:cubicBezTo>
                <a:lnTo>
                  <a:pt x="1773119" y="28207"/>
                </a:lnTo>
                <a:lnTo>
                  <a:pt x="1784981" y="28207"/>
                </a:lnTo>
                <a:lnTo>
                  <a:pt x="1784981" y="67024"/>
                </a:lnTo>
                <a:cubicBezTo>
                  <a:pt x="1784981" y="73219"/>
                  <a:pt x="1785223" y="77392"/>
                  <a:pt x="1785706" y="79545"/>
                </a:cubicBezTo>
                <a:cubicBezTo>
                  <a:pt x="1786453" y="82665"/>
                  <a:pt x="1788035" y="85114"/>
                  <a:pt x="1790451" y="86893"/>
                </a:cubicBezTo>
                <a:cubicBezTo>
                  <a:pt x="1792868" y="88673"/>
                  <a:pt x="1795855" y="89563"/>
                  <a:pt x="1799414" y="89563"/>
                </a:cubicBezTo>
                <a:cubicBezTo>
                  <a:pt x="1802973" y="89563"/>
                  <a:pt x="1806312" y="88651"/>
                  <a:pt x="1809431" y="86828"/>
                </a:cubicBezTo>
                <a:cubicBezTo>
                  <a:pt x="1812551" y="85004"/>
                  <a:pt x="1814759" y="82522"/>
                  <a:pt x="1816055" y="79380"/>
                </a:cubicBezTo>
                <a:cubicBezTo>
                  <a:pt x="1817351" y="76239"/>
                  <a:pt x="1817999" y="71681"/>
                  <a:pt x="1817999" y="65706"/>
                </a:cubicBezTo>
                <a:lnTo>
                  <a:pt x="1817999" y="28207"/>
                </a:lnTo>
                <a:lnTo>
                  <a:pt x="1829861" y="28207"/>
                </a:lnTo>
                <a:lnTo>
                  <a:pt x="1829861" y="98196"/>
                </a:lnTo>
                <a:lnTo>
                  <a:pt x="1819251" y="98196"/>
                </a:lnTo>
                <a:close/>
                <a:moveTo>
                  <a:pt x="1888781" y="98196"/>
                </a:moveTo>
                <a:lnTo>
                  <a:pt x="1888781" y="37433"/>
                </a:lnTo>
                <a:lnTo>
                  <a:pt x="1878302" y="37433"/>
                </a:lnTo>
                <a:lnTo>
                  <a:pt x="1878302" y="28207"/>
                </a:lnTo>
                <a:lnTo>
                  <a:pt x="1888781" y="28207"/>
                </a:lnTo>
                <a:lnTo>
                  <a:pt x="1888781" y="20776"/>
                </a:lnTo>
                <a:cubicBezTo>
                  <a:pt x="1888781" y="16086"/>
                  <a:pt x="1889198" y="12601"/>
                  <a:pt x="1890033" y="10322"/>
                </a:cubicBezTo>
                <a:cubicBezTo>
                  <a:pt x="1891176" y="7255"/>
                  <a:pt x="1893186" y="4768"/>
                  <a:pt x="1896063" y="2861"/>
                </a:cubicBezTo>
                <a:cubicBezTo>
                  <a:pt x="1898941" y="954"/>
                  <a:pt x="1902972" y="0"/>
                  <a:pt x="1908157" y="0"/>
                </a:cubicBezTo>
                <a:cubicBezTo>
                  <a:pt x="1911496" y="0"/>
                  <a:pt x="1915186" y="395"/>
                  <a:pt x="1919228" y="1186"/>
                </a:cubicBezTo>
                <a:lnTo>
                  <a:pt x="1917449" y="11533"/>
                </a:lnTo>
                <a:cubicBezTo>
                  <a:pt x="1914989" y="11094"/>
                  <a:pt x="1912660" y="10874"/>
                  <a:pt x="1910463" y="10874"/>
                </a:cubicBezTo>
                <a:cubicBezTo>
                  <a:pt x="1906861" y="10874"/>
                  <a:pt x="1904312" y="11640"/>
                  <a:pt x="1902819" y="13172"/>
                </a:cubicBezTo>
                <a:cubicBezTo>
                  <a:pt x="1901325" y="14705"/>
                  <a:pt x="1900578" y="17571"/>
                  <a:pt x="1900578" y="21773"/>
                </a:cubicBezTo>
                <a:lnTo>
                  <a:pt x="1900578" y="28207"/>
                </a:lnTo>
                <a:lnTo>
                  <a:pt x="1914220" y="28207"/>
                </a:lnTo>
                <a:lnTo>
                  <a:pt x="1914220" y="37433"/>
                </a:lnTo>
                <a:lnTo>
                  <a:pt x="1900578" y="37433"/>
                </a:lnTo>
                <a:lnTo>
                  <a:pt x="1900578" y="98196"/>
                </a:lnTo>
                <a:lnTo>
                  <a:pt x="1888781" y="98196"/>
                </a:lnTo>
                <a:close/>
                <a:moveTo>
                  <a:pt x="1919053" y="63201"/>
                </a:moveTo>
                <a:cubicBezTo>
                  <a:pt x="1919053" y="50240"/>
                  <a:pt x="1922656" y="40640"/>
                  <a:pt x="1929861" y="34402"/>
                </a:cubicBezTo>
                <a:cubicBezTo>
                  <a:pt x="1935881" y="29217"/>
                  <a:pt x="1943218" y="26625"/>
                  <a:pt x="1951873" y="26625"/>
                </a:cubicBezTo>
                <a:cubicBezTo>
                  <a:pt x="1961495" y="26625"/>
                  <a:pt x="1969359" y="29777"/>
                  <a:pt x="1975466" y="36082"/>
                </a:cubicBezTo>
                <a:cubicBezTo>
                  <a:pt x="1981574" y="42387"/>
                  <a:pt x="1984627" y="51097"/>
                  <a:pt x="1984627" y="62213"/>
                </a:cubicBezTo>
                <a:cubicBezTo>
                  <a:pt x="1984627" y="71219"/>
                  <a:pt x="1983276" y="78304"/>
                  <a:pt x="1980574" y="83466"/>
                </a:cubicBezTo>
                <a:cubicBezTo>
                  <a:pt x="1977872" y="88629"/>
                  <a:pt x="1973940" y="92638"/>
                  <a:pt x="1968777" y="95494"/>
                </a:cubicBezTo>
                <a:cubicBezTo>
                  <a:pt x="1963615" y="98350"/>
                  <a:pt x="1957980" y="99778"/>
                  <a:pt x="1951873" y="99778"/>
                </a:cubicBezTo>
                <a:cubicBezTo>
                  <a:pt x="1942076" y="99778"/>
                  <a:pt x="1934156" y="96636"/>
                  <a:pt x="1928115" y="90353"/>
                </a:cubicBezTo>
                <a:cubicBezTo>
                  <a:pt x="1922074" y="84071"/>
                  <a:pt x="1919053" y="75020"/>
                  <a:pt x="1919053" y="63201"/>
                </a:cubicBezTo>
                <a:moveTo>
                  <a:pt x="1931245" y="63168"/>
                </a:moveTo>
                <a:cubicBezTo>
                  <a:pt x="1931245" y="72098"/>
                  <a:pt x="1933201" y="78785"/>
                  <a:pt x="1937111" y="83228"/>
                </a:cubicBezTo>
                <a:cubicBezTo>
                  <a:pt x="1941021" y="87671"/>
                  <a:pt x="1945942" y="89892"/>
                  <a:pt x="1951873" y="89892"/>
                </a:cubicBezTo>
                <a:cubicBezTo>
                  <a:pt x="1957760" y="89892"/>
                  <a:pt x="1962659" y="87660"/>
                  <a:pt x="1966570" y="83195"/>
                </a:cubicBezTo>
                <a:cubicBezTo>
                  <a:pt x="1970480" y="78730"/>
                  <a:pt x="1972435" y="71923"/>
                  <a:pt x="1972435" y="62775"/>
                </a:cubicBezTo>
                <a:cubicBezTo>
                  <a:pt x="1972435" y="54151"/>
                  <a:pt x="1970469" y="47618"/>
                  <a:pt x="1966537" y="43175"/>
                </a:cubicBezTo>
                <a:cubicBezTo>
                  <a:pt x="1962604" y="38732"/>
                  <a:pt x="1957717" y="36510"/>
                  <a:pt x="1951873" y="36510"/>
                </a:cubicBezTo>
                <a:cubicBezTo>
                  <a:pt x="1945942" y="36510"/>
                  <a:pt x="1941021" y="38721"/>
                  <a:pt x="1937111" y="43142"/>
                </a:cubicBezTo>
                <a:cubicBezTo>
                  <a:pt x="1933201" y="47563"/>
                  <a:pt x="1931245" y="54238"/>
                  <a:pt x="1931245" y="63168"/>
                </a:cubicBezTo>
                <a:close/>
                <a:moveTo>
                  <a:pt x="1998380" y="98196"/>
                </a:moveTo>
                <a:lnTo>
                  <a:pt x="1998380" y="28207"/>
                </a:lnTo>
                <a:lnTo>
                  <a:pt x="2009057" y="28207"/>
                </a:lnTo>
                <a:lnTo>
                  <a:pt x="2009057" y="38751"/>
                </a:lnTo>
                <a:cubicBezTo>
                  <a:pt x="2011781" y="33814"/>
                  <a:pt x="2014296" y="30559"/>
                  <a:pt x="2016603" y="28985"/>
                </a:cubicBezTo>
                <a:cubicBezTo>
                  <a:pt x="2018909" y="27412"/>
                  <a:pt x="2021447" y="26625"/>
                  <a:pt x="2024214" y="26625"/>
                </a:cubicBezTo>
                <a:cubicBezTo>
                  <a:pt x="2028213" y="26625"/>
                  <a:pt x="2032277" y="27894"/>
                  <a:pt x="2036407" y="30431"/>
                </a:cubicBezTo>
                <a:lnTo>
                  <a:pt x="2032321" y="41387"/>
                </a:lnTo>
                <a:cubicBezTo>
                  <a:pt x="2029421" y="39674"/>
                  <a:pt x="2026521" y="38817"/>
                  <a:pt x="2023621" y="38817"/>
                </a:cubicBezTo>
                <a:cubicBezTo>
                  <a:pt x="2021029" y="38817"/>
                  <a:pt x="2018701" y="39598"/>
                  <a:pt x="2016636" y="41161"/>
                </a:cubicBezTo>
                <a:cubicBezTo>
                  <a:pt x="2014571" y="42722"/>
                  <a:pt x="2013099" y="44888"/>
                  <a:pt x="2012220" y="47658"/>
                </a:cubicBezTo>
                <a:cubicBezTo>
                  <a:pt x="2010902" y="51880"/>
                  <a:pt x="2010243" y="56498"/>
                  <a:pt x="2010243" y="61512"/>
                </a:cubicBezTo>
                <a:lnTo>
                  <a:pt x="2010243" y="98196"/>
                </a:lnTo>
                <a:lnTo>
                  <a:pt x="1998380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aFacebookpostaboutvaccines,itdoesnot">
            <a:extLst xmlns:a="http://schemas.openxmlformats.org/drawingml/2006/main">
              <a:ext uri="{FF2B5EF4-FFF2-40B4-BE49-F238E27FC236}">
                <a16:creationId xmlns:a16="http://schemas.microsoft.com/office/drawing/2014/main" id="{06762932-85B9-4F03-ADA7-A4B0221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1" y="4076477"/>
            <a:ext cx="2589987" cy="123503"/>
          </a:xfrm>
          <a:custGeom xmlns:a="http://schemas.openxmlformats.org/drawingml/2006/main">
            <a:pathLst>
              <a:path w="2589987" h="123503">
                <a:moveTo>
                  <a:pt x="49691" y="87973"/>
                </a:moveTo>
                <a:cubicBezTo>
                  <a:pt x="45298" y="91710"/>
                  <a:pt x="41069" y="94348"/>
                  <a:pt x="37005" y="95887"/>
                </a:cubicBezTo>
                <a:cubicBezTo>
                  <a:pt x="32941" y="97426"/>
                  <a:pt x="28580" y="98196"/>
                  <a:pt x="23923" y="98196"/>
                </a:cubicBezTo>
                <a:cubicBezTo>
                  <a:pt x="16234" y="98196"/>
                  <a:pt x="10325" y="96316"/>
                  <a:pt x="6195" y="92557"/>
                </a:cubicBezTo>
                <a:cubicBezTo>
                  <a:pt x="2065" y="88798"/>
                  <a:pt x="0" y="83994"/>
                  <a:pt x="0" y="78147"/>
                </a:cubicBezTo>
                <a:cubicBezTo>
                  <a:pt x="0" y="74719"/>
                  <a:pt x="780" y="71587"/>
                  <a:pt x="2340" y="68752"/>
                </a:cubicBezTo>
                <a:cubicBezTo>
                  <a:pt x="3899" y="65915"/>
                  <a:pt x="5942" y="63639"/>
                  <a:pt x="8469" y="61924"/>
                </a:cubicBezTo>
                <a:cubicBezTo>
                  <a:pt x="10995" y="60209"/>
                  <a:pt x="13840" y="58913"/>
                  <a:pt x="17003" y="58034"/>
                </a:cubicBezTo>
                <a:cubicBezTo>
                  <a:pt x="19332" y="57418"/>
                  <a:pt x="22846" y="56824"/>
                  <a:pt x="27548" y="56253"/>
                </a:cubicBezTo>
                <a:cubicBezTo>
                  <a:pt x="37125" y="55118"/>
                  <a:pt x="44177" y="53766"/>
                  <a:pt x="48703" y="52195"/>
                </a:cubicBezTo>
                <a:cubicBezTo>
                  <a:pt x="48746" y="50577"/>
                  <a:pt x="48768" y="49548"/>
                  <a:pt x="48768" y="49110"/>
                </a:cubicBezTo>
                <a:cubicBezTo>
                  <a:pt x="48768" y="44295"/>
                  <a:pt x="47648" y="40903"/>
                  <a:pt x="45407" y="38934"/>
                </a:cubicBezTo>
                <a:cubicBezTo>
                  <a:pt x="42376" y="36264"/>
                  <a:pt x="37872" y="34929"/>
                  <a:pt x="31897" y="34929"/>
                </a:cubicBezTo>
                <a:cubicBezTo>
                  <a:pt x="26317" y="34929"/>
                  <a:pt x="22198" y="35906"/>
                  <a:pt x="19540" y="37861"/>
                </a:cubicBezTo>
                <a:cubicBezTo>
                  <a:pt x="16882" y="39817"/>
                  <a:pt x="14916" y="43276"/>
                  <a:pt x="13642" y="48241"/>
                </a:cubicBezTo>
                <a:lnTo>
                  <a:pt x="2043" y="46660"/>
                </a:lnTo>
                <a:cubicBezTo>
                  <a:pt x="3097" y="41680"/>
                  <a:pt x="4833" y="37658"/>
                  <a:pt x="7249" y="34595"/>
                </a:cubicBezTo>
                <a:cubicBezTo>
                  <a:pt x="9666" y="31532"/>
                  <a:pt x="13159" y="29175"/>
                  <a:pt x="17728" y="27523"/>
                </a:cubicBezTo>
                <a:cubicBezTo>
                  <a:pt x="22297" y="25870"/>
                  <a:pt x="27591" y="25043"/>
                  <a:pt x="33611" y="25043"/>
                </a:cubicBezTo>
                <a:cubicBezTo>
                  <a:pt x="39586" y="25043"/>
                  <a:pt x="44441" y="25746"/>
                  <a:pt x="48175" y="27152"/>
                </a:cubicBezTo>
                <a:cubicBezTo>
                  <a:pt x="51910" y="28558"/>
                  <a:pt x="54656" y="30326"/>
                  <a:pt x="56413" y="32457"/>
                </a:cubicBezTo>
                <a:cubicBezTo>
                  <a:pt x="58171" y="34588"/>
                  <a:pt x="59401" y="37279"/>
                  <a:pt x="60104" y="40531"/>
                </a:cubicBezTo>
                <a:cubicBezTo>
                  <a:pt x="60499" y="42552"/>
                  <a:pt x="60697" y="46198"/>
                  <a:pt x="60697" y="51470"/>
                </a:cubicBezTo>
                <a:lnTo>
                  <a:pt x="60697" y="67287"/>
                </a:lnTo>
                <a:cubicBezTo>
                  <a:pt x="60697" y="78315"/>
                  <a:pt x="60950" y="85290"/>
                  <a:pt x="61455" y="88212"/>
                </a:cubicBezTo>
                <a:cubicBezTo>
                  <a:pt x="61960" y="91133"/>
                  <a:pt x="62960" y="93934"/>
                  <a:pt x="64453" y="96614"/>
                </a:cubicBezTo>
                <a:lnTo>
                  <a:pt x="52064" y="96614"/>
                </a:lnTo>
                <a:cubicBezTo>
                  <a:pt x="50833" y="94151"/>
                  <a:pt x="50043" y="91271"/>
                  <a:pt x="49691" y="87973"/>
                </a:cubicBezTo>
                <a:moveTo>
                  <a:pt x="48703" y="61422"/>
                </a:moveTo>
                <a:cubicBezTo>
                  <a:pt x="44397" y="63194"/>
                  <a:pt x="37938" y="64701"/>
                  <a:pt x="29327" y="65940"/>
                </a:cubicBezTo>
                <a:cubicBezTo>
                  <a:pt x="24450" y="66646"/>
                  <a:pt x="21001" y="67440"/>
                  <a:pt x="18980" y="68323"/>
                </a:cubicBezTo>
                <a:cubicBezTo>
                  <a:pt x="16959" y="69205"/>
                  <a:pt x="15399" y="70495"/>
                  <a:pt x="14301" y="72195"/>
                </a:cubicBezTo>
                <a:cubicBezTo>
                  <a:pt x="13203" y="73893"/>
                  <a:pt x="12653" y="75779"/>
                  <a:pt x="12653" y="77852"/>
                </a:cubicBezTo>
                <a:cubicBezTo>
                  <a:pt x="12653" y="81028"/>
                  <a:pt x="13851" y="83675"/>
                  <a:pt x="16245" y="85794"/>
                </a:cubicBezTo>
                <a:cubicBezTo>
                  <a:pt x="18640" y="87911"/>
                  <a:pt x="22143" y="88969"/>
                  <a:pt x="26757" y="88969"/>
                </a:cubicBezTo>
                <a:cubicBezTo>
                  <a:pt x="31326" y="88969"/>
                  <a:pt x="35390" y="87965"/>
                  <a:pt x="38949" y="85956"/>
                </a:cubicBezTo>
                <a:cubicBezTo>
                  <a:pt x="42508" y="83948"/>
                  <a:pt x="45122" y="81200"/>
                  <a:pt x="46791" y="77712"/>
                </a:cubicBezTo>
                <a:cubicBezTo>
                  <a:pt x="48065" y="75018"/>
                  <a:pt x="48703" y="71045"/>
                  <a:pt x="48703" y="65792"/>
                </a:cubicBezTo>
                <a:lnTo>
                  <a:pt x="48703" y="61422"/>
                </a:lnTo>
                <a:close/>
                <a:moveTo>
                  <a:pt x="118760" y="96614"/>
                </a:moveTo>
                <a:lnTo>
                  <a:pt x="118760" y="0"/>
                </a:lnTo>
                <a:lnTo>
                  <a:pt x="183938" y="0"/>
                </a:lnTo>
                <a:lnTo>
                  <a:pt x="183938" y="11401"/>
                </a:lnTo>
                <a:lnTo>
                  <a:pt x="131545" y="11401"/>
                </a:lnTo>
                <a:lnTo>
                  <a:pt x="131545" y="41255"/>
                </a:lnTo>
                <a:lnTo>
                  <a:pt x="176886" y="41255"/>
                </a:lnTo>
                <a:lnTo>
                  <a:pt x="176886" y="52657"/>
                </a:lnTo>
                <a:lnTo>
                  <a:pt x="131545" y="52657"/>
                </a:lnTo>
                <a:lnTo>
                  <a:pt x="131545" y="96614"/>
                </a:lnTo>
                <a:lnTo>
                  <a:pt x="118760" y="96614"/>
                </a:lnTo>
                <a:close/>
                <a:moveTo>
                  <a:pt x="244723" y="87973"/>
                </a:moveTo>
                <a:cubicBezTo>
                  <a:pt x="240329" y="91710"/>
                  <a:pt x="236100" y="94348"/>
                  <a:pt x="232036" y="95887"/>
                </a:cubicBezTo>
                <a:cubicBezTo>
                  <a:pt x="227972" y="97426"/>
                  <a:pt x="223612" y="98196"/>
                  <a:pt x="218954" y="98196"/>
                </a:cubicBezTo>
                <a:cubicBezTo>
                  <a:pt x="211266" y="98196"/>
                  <a:pt x="205356" y="96316"/>
                  <a:pt x="201226" y="92557"/>
                </a:cubicBezTo>
                <a:cubicBezTo>
                  <a:pt x="197096" y="88798"/>
                  <a:pt x="195031" y="83994"/>
                  <a:pt x="195031" y="78147"/>
                </a:cubicBezTo>
                <a:cubicBezTo>
                  <a:pt x="195031" y="74719"/>
                  <a:pt x="195811" y="71587"/>
                  <a:pt x="197371" y="68752"/>
                </a:cubicBezTo>
                <a:cubicBezTo>
                  <a:pt x="198931" y="65915"/>
                  <a:pt x="200974" y="63639"/>
                  <a:pt x="203500" y="61924"/>
                </a:cubicBezTo>
                <a:cubicBezTo>
                  <a:pt x="206026" y="60209"/>
                  <a:pt x="208871" y="58913"/>
                  <a:pt x="212035" y="58034"/>
                </a:cubicBezTo>
                <a:cubicBezTo>
                  <a:pt x="214363" y="57418"/>
                  <a:pt x="217878" y="56824"/>
                  <a:pt x="222579" y="56253"/>
                </a:cubicBezTo>
                <a:cubicBezTo>
                  <a:pt x="232157" y="55118"/>
                  <a:pt x="239209" y="53766"/>
                  <a:pt x="243734" y="52195"/>
                </a:cubicBezTo>
                <a:cubicBezTo>
                  <a:pt x="243778" y="50577"/>
                  <a:pt x="243800" y="49548"/>
                  <a:pt x="243800" y="49110"/>
                </a:cubicBezTo>
                <a:cubicBezTo>
                  <a:pt x="243800" y="44295"/>
                  <a:pt x="242680" y="40903"/>
                  <a:pt x="240439" y="38934"/>
                </a:cubicBezTo>
                <a:cubicBezTo>
                  <a:pt x="237407" y="36264"/>
                  <a:pt x="232904" y="34929"/>
                  <a:pt x="226929" y="34929"/>
                </a:cubicBezTo>
                <a:cubicBezTo>
                  <a:pt x="221349" y="34929"/>
                  <a:pt x="217230" y="35906"/>
                  <a:pt x="214572" y="37861"/>
                </a:cubicBezTo>
                <a:cubicBezTo>
                  <a:pt x="211914" y="39817"/>
                  <a:pt x="209948" y="43276"/>
                  <a:pt x="208673" y="48241"/>
                </a:cubicBezTo>
                <a:lnTo>
                  <a:pt x="197074" y="46660"/>
                </a:lnTo>
                <a:cubicBezTo>
                  <a:pt x="198129" y="41680"/>
                  <a:pt x="199864" y="37658"/>
                  <a:pt x="202281" y="34595"/>
                </a:cubicBezTo>
                <a:cubicBezTo>
                  <a:pt x="204697" y="31532"/>
                  <a:pt x="208190" y="29175"/>
                  <a:pt x="212759" y="27523"/>
                </a:cubicBezTo>
                <a:cubicBezTo>
                  <a:pt x="217329" y="25870"/>
                  <a:pt x="222623" y="25043"/>
                  <a:pt x="228642" y="25043"/>
                </a:cubicBezTo>
                <a:cubicBezTo>
                  <a:pt x="234617" y="25043"/>
                  <a:pt x="239472" y="25746"/>
                  <a:pt x="243207" y="27152"/>
                </a:cubicBezTo>
                <a:cubicBezTo>
                  <a:pt x="246941" y="28558"/>
                  <a:pt x="249687" y="30326"/>
                  <a:pt x="251445" y="32457"/>
                </a:cubicBezTo>
                <a:cubicBezTo>
                  <a:pt x="253202" y="34588"/>
                  <a:pt x="254432" y="37279"/>
                  <a:pt x="255135" y="40531"/>
                </a:cubicBezTo>
                <a:cubicBezTo>
                  <a:pt x="255531" y="42552"/>
                  <a:pt x="255728" y="46198"/>
                  <a:pt x="255728" y="51470"/>
                </a:cubicBezTo>
                <a:lnTo>
                  <a:pt x="255728" y="67287"/>
                </a:lnTo>
                <a:cubicBezTo>
                  <a:pt x="255728" y="78315"/>
                  <a:pt x="255981" y="85290"/>
                  <a:pt x="256486" y="88212"/>
                </a:cubicBezTo>
                <a:cubicBezTo>
                  <a:pt x="256992" y="91133"/>
                  <a:pt x="257991" y="93934"/>
                  <a:pt x="259485" y="96614"/>
                </a:cubicBezTo>
                <a:lnTo>
                  <a:pt x="247095" y="96614"/>
                </a:lnTo>
                <a:cubicBezTo>
                  <a:pt x="245865" y="94151"/>
                  <a:pt x="245074" y="91271"/>
                  <a:pt x="244723" y="87973"/>
                </a:cubicBezTo>
                <a:moveTo>
                  <a:pt x="243734" y="61422"/>
                </a:moveTo>
                <a:cubicBezTo>
                  <a:pt x="239428" y="63194"/>
                  <a:pt x="232970" y="64701"/>
                  <a:pt x="224358" y="65940"/>
                </a:cubicBezTo>
                <a:cubicBezTo>
                  <a:pt x="219482" y="66646"/>
                  <a:pt x="216033" y="67440"/>
                  <a:pt x="214012" y="68323"/>
                </a:cubicBezTo>
                <a:cubicBezTo>
                  <a:pt x="211991" y="69205"/>
                  <a:pt x="210431" y="70495"/>
                  <a:pt x="209332" y="72195"/>
                </a:cubicBezTo>
                <a:cubicBezTo>
                  <a:pt x="208234" y="73893"/>
                  <a:pt x="207685" y="75779"/>
                  <a:pt x="207685" y="77852"/>
                </a:cubicBezTo>
                <a:cubicBezTo>
                  <a:pt x="207685" y="81028"/>
                  <a:pt x="208882" y="83675"/>
                  <a:pt x="211277" y="85794"/>
                </a:cubicBezTo>
                <a:cubicBezTo>
                  <a:pt x="213671" y="87911"/>
                  <a:pt x="217175" y="88969"/>
                  <a:pt x="221788" y="88969"/>
                </a:cubicBezTo>
                <a:cubicBezTo>
                  <a:pt x="226357" y="88969"/>
                  <a:pt x="230422" y="87965"/>
                  <a:pt x="233980" y="85956"/>
                </a:cubicBezTo>
                <a:cubicBezTo>
                  <a:pt x="237539" y="83948"/>
                  <a:pt x="240153" y="81200"/>
                  <a:pt x="241823" y="77712"/>
                </a:cubicBezTo>
                <a:cubicBezTo>
                  <a:pt x="243097" y="75018"/>
                  <a:pt x="243734" y="71045"/>
                  <a:pt x="243734" y="65792"/>
                </a:cubicBezTo>
                <a:lnTo>
                  <a:pt x="243734" y="61422"/>
                </a:lnTo>
                <a:close/>
                <a:moveTo>
                  <a:pt x="319766" y="70912"/>
                </a:moveTo>
                <a:lnTo>
                  <a:pt x="331431" y="72428"/>
                </a:lnTo>
                <a:cubicBezTo>
                  <a:pt x="330157" y="80488"/>
                  <a:pt x="326894" y="86799"/>
                  <a:pt x="321644" y="91358"/>
                </a:cubicBezTo>
                <a:cubicBezTo>
                  <a:pt x="316394" y="95917"/>
                  <a:pt x="309946" y="98196"/>
                  <a:pt x="302301" y="98196"/>
                </a:cubicBezTo>
                <a:cubicBezTo>
                  <a:pt x="292724" y="98196"/>
                  <a:pt x="285024" y="95065"/>
                  <a:pt x="279202" y="88805"/>
                </a:cubicBezTo>
                <a:cubicBezTo>
                  <a:pt x="273381" y="82544"/>
                  <a:pt x="270470" y="73570"/>
                  <a:pt x="270470" y="61883"/>
                </a:cubicBezTo>
                <a:cubicBezTo>
                  <a:pt x="270470" y="54326"/>
                  <a:pt x="271722" y="47714"/>
                  <a:pt x="274227" y="42046"/>
                </a:cubicBezTo>
                <a:cubicBezTo>
                  <a:pt x="276731" y="36379"/>
                  <a:pt x="280542" y="32128"/>
                  <a:pt x="285661" y="29294"/>
                </a:cubicBezTo>
                <a:cubicBezTo>
                  <a:pt x="290779" y="26460"/>
                  <a:pt x="296348" y="25043"/>
                  <a:pt x="302367" y="25043"/>
                </a:cubicBezTo>
                <a:cubicBezTo>
                  <a:pt x="309968" y="25043"/>
                  <a:pt x="316185" y="26972"/>
                  <a:pt x="321018" y="30828"/>
                </a:cubicBezTo>
                <a:cubicBezTo>
                  <a:pt x="325851" y="34684"/>
                  <a:pt x="328948" y="40158"/>
                  <a:pt x="330310" y="47253"/>
                </a:cubicBezTo>
                <a:lnTo>
                  <a:pt x="318777" y="49032"/>
                </a:lnTo>
                <a:cubicBezTo>
                  <a:pt x="317679" y="44353"/>
                  <a:pt x="315735" y="40833"/>
                  <a:pt x="312945" y="38471"/>
                </a:cubicBezTo>
                <a:cubicBezTo>
                  <a:pt x="310155" y="36109"/>
                  <a:pt x="306783" y="34929"/>
                  <a:pt x="302829" y="34929"/>
                </a:cubicBezTo>
                <a:cubicBezTo>
                  <a:pt x="296853" y="34929"/>
                  <a:pt x="291999" y="37060"/>
                  <a:pt x="288264" y="41323"/>
                </a:cubicBezTo>
                <a:cubicBezTo>
                  <a:pt x="284530" y="45585"/>
                  <a:pt x="282662" y="52329"/>
                  <a:pt x="282662" y="61554"/>
                </a:cubicBezTo>
                <a:cubicBezTo>
                  <a:pt x="282662" y="70911"/>
                  <a:pt x="284464" y="77710"/>
                  <a:pt x="288066" y="81951"/>
                </a:cubicBezTo>
                <a:cubicBezTo>
                  <a:pt x="291669" y="86190"/>
                  <a:pt x="296370" y="88310"/>
                  <a:pt x="302170" y="88310"/>
                </a:cubicBezTo>
                <a:cubicBezTo>
                  <a:pt x="306827" y="88310"/>
                  <a:pt x="310715" y="86888"/>
                  <a:pt x="313835" y="84043"/>
                </a:cubicBezTo>
                <a:cubicBezTo>
                  <a:pt x="316954" y="81198"/>
                  <a:pt x="318931" y="76821"/>
                  <a:pt x="319766" y="70912"/>
                </a:cubicBezTo>
                <a:close/>
                <a:moveTo>
                  <a:pt x="389491" y="74075"/>
                </a:moveTo>
                <a:lnTo>
                  <a:pt x="401749" y="75591"/>
                </a:lnTo>
                <a:cubicBezTo>
                  <a:pt x="399816" y="82753"/>
                  <a:pt x="396235" y="88310"/>
                  <a:pt x="391007" y="92265"/>
                </a:cubicBezTo>
                <a:cubicBezTo>
                  <a:pt x="385779" y="96219"/>
                  <a:pt x="379101" y="98196"/>
                  <a:pt x="370973" y="98196"/>
                </a:cubicBezTo>
                <a:cubicBezTo>
                  <a:pt x="360736" y="98196"/>
                  <a:pt x="352619" y="95043"/>
                  <a:pt x="346621" y="88739"/>
                </a:cubicBezTo>
                <a:cubicBezTo>
                  <a:pt x="340624" y="82434"/>
                  <a:pt x="337626" y="73592"/>
                  <a:pt x="337626" y="62213"/>
                </a:cubicBezTo>
                <a:cubicBezTo>
                  <a:pt x="337626" y="50438"/>
                  <a:pt x="340657" y="41299"/>
                  <a:pt x="346720" y="34797"/>
                </a:cubicBezTo>
                <a:cubicBezTo>
                  <a:pt x="352783" y="28294"/>
                  <a:pt x="360648" y="25043"/>
                  <a:pt x="370314" y="25043"/>
                </a:cubicBezTo>
                <a:cubicBezTo>
                  <a:pt x="379672" y="25043"/>
                  <a:pt x="387317" y="28224"/>
                  <a:pt x="393248" y="34585"/>
                </a:cubicBezTo>
                <a:cubicBezTo>
                  <a:pt x="399179" y="40944"/>
                  <a:pt x="402145" y="49892"/>
                  <a:pt x="402145" y="61428"/>
                </a:cubicBezTo>
                <a:cubicBezTo>
                  <a:pt x="402145" y="62130"/>
                  <a:pt x="402123" y="63182"/>
                  <a:pt x="402079" y="64585"/>
                </a:cubicBezTo>
                <a:lnTo>
                  <a:pt x="349884" y="64585"/>
                </a:lnTo>
                <a:cubicBezTo>
                  <a:pt x="350323" y="72252"/>
                  <a:pt x="352498" y="78123"/>
                  <a:pt x="356408" y="82198"/>
                </a:cubicBezTo>
                <a:cubicBezTo>
                  <a:pt x="360318" y="86273"/>
                  <a:pt x="365195" y="88310"/>
                  <a:pt x="371038" y="88310"/>
                </a:cubicBezTo>
                <a:cubicBezTo>
                  <a:pt x="375388" y="88310"/>
                  <a:pt x="379101" y="87179"/>
                  <a:pt x="382176" y="84916"/>
                </a:cubicBezTo>
                <a:cubicBezTo>
                  <a:pt x="385252" y="82652"/>
                  <a:pt x="387690" y="79039"/>
                  <a:pt x="389491" y="74075"/>
                </a:cubicBezTo>
                <a:moveTo>
                  <a:pt x="350543" y="54700"/>
                </a:moveTo>
                <a:lnTo>
                  <a:pt x="389623" y="54700"/>
                </a:lnTo>
                <a:cubicBezTo>
                  <a:pt x="389096" y="48908"/>
                  <a:pt x="387602" y="44565"/>
                  <a:pt x="385142" y="41669"/>
                </a:cubicBezTo>
                <a:cubicBezTo>
                  <a:pt x="381363" y="37176"/>
                  <a:pt x="376465" y="34929"/>
                  <a:pt x="370445" y="34929"/>
                </a:cubicBezTo>
                <a:cubicBezTo>
                  <a:pt x="364997" y="34929"/>
                  <a:pt x="360417" y="36723"/>
                  <a:pt x="356705" y="40310"/>
                </a:cubicBezTo>
                <a:cubicBezTo>
                  <a:pt x="352992" y="43896"/>
                  <a:pt x="350938" y="48693"/>
                  <a:pt x="350543" y="54700"/>
                </a:cubicBezTo>
                <a:close/>
                <a:moveTo>
                  <a:pt x="427563" y="96614"/>
                </a:moveTo>
                <a:lnTo>
                  <a:pt x="416557" y="96614"/>
                </a:lnTo>
                <a:lnTo>
                  <a:pt x="416557" y="0"/>
                </a:lnTo>
                <a:lnTo>
                  <a:pt x="428420" y="0"/>
                </a:lnTo>
                <a:lnTo>
                  <a:pt x="428420" y="34595"/>
                </a:lnTo>
                <a:cubicBezTo>
                  <a:pt x="433428" y="28227"/>
                  <a:pt x="439821" y="25043"/>
                  <a:pt x="447598" y="25043"/>
                </a:cubicBezTo>
                <a:cubicBezTo>
                  <a:pt x="451903" y="25043"/>
                  <a:pt x="455978" y="25911"/>
                  <a:pt x="459823" y="27646"/>
                </a:cubicBezTo>
                <a:cubicBezTo>
                  <a:pt x="463667" y="29382"/>
                  <a:pt x="466830" y="31820"/>
                  <a:pt x="469313" y="34962"/>
                </a:cubicBezTo>
                <a:cubicBezTo>
                  <a:pt x="471795" y="38103"/>
                  <a:pt x="473739" y="41893"/>
                  <a:pt x="475145" y="46330"/>
                </a:cubicBezTo>
                <a:cubicBezTo>
                  <a:pt x="476551" y="50767"/>
                  <a:pt x="477254" y="55513"/>
                  <a:pt x="477254" y="60565"/>
                </a:cubicBezTo>
                <a:cubicBezTo>
                  <a:pt x="477254" y="72559"/>
                  <a:pt x="474288" y="81830"/>
                  <a:pt x="468357" y="88376"/>
                </a:cubicBezTo>
                <a:cubicBezTo>
                  <a:pt x="462426" y="94923"/>
                  <a:pt x="455308" y="98196"/>
                  <a:pt x="447004" y="98196"/>
                </a:cubicBezTo>
                <a:cubicBezTo>
                  <a:pt x="438745" y="98196"/>
                  <a:pt x="432264" y="94703"/>
                  <a:pt x="427563" y="87717"/>
                </a:cubicBezTo>
                <a:lnTo>
                  <a:pt x="427563" y="96614"/>
                </a:lnTo>
                <a:moveTo>
                  <a:pt x="427431" y="61094"/>
                </a:moveTo>
                <a:cubicBezTo>
                  <a:pt x="427431" y="69445"/>
                  <a:pt x="428573" y="75478"/>
                  <a:pt x="430858" y="79195"/>
                </a:cubicBezTo>
                <a:cubicBezTo>
                  <a:pt x="434593" y="85272"/>
                  <a:pt x="439645" y="88310"/>
                  <a:pt x="446016" y="88310"/>
                </a:cubicBezTo>
                <a:cubicBezTo>
                  <a:pt x="451200" y="88310"/>
                  <a:pt x="455682" y="86070"/>
                  <a:pt x="459460" y="81588"/>
                </a:cubicBezTo>
                <a:cubicBezTo>
                  <a:pt x="463239" y="77107"/>
                  <a:pt x="465128" y="70429"/>
                  <a:pt x="465128" y="61554"/>
                </a:cubicBezTo>
                <a:cubicBezTo>
                  <a:pt x="465128" y="52460"/>
                  <a:pt x="463315" y="45750"/>
                  <a:pt x="459691" y="41422"/>
                </a:cubicBezTo>
                <a:cubicBezTo>
                  <a:pt x="456066" y="37093"/>
                  <a:pt x="451684" y="34929"/>
                  <a:pt x="446543" y="34929"/>
                </a:cubicBezTo>
                <a:cubicBezTo>
                  <a:pt x="441359" y="34929"/>
                  <a:pt x="436877" y="37169"/>
                  <a:pt x="433099" y="41651"/>
                </a:cubicBezTo>
                <a:cubicBezTo>
                  <a:pt x="429320" y="46132"/>
                  <a:pt x="427431" y="52613"/>
                  <a:pt x="427431" y="61094"/>
                </a:cubicBezTo>
                <a:close/>
                <a:moveTo>
                  <a:pt x="487251" y="61620"/>
                </a:moveTo>
                <a:cubicBezTo>
                  <a:pt x="487251" y="48659"/>
                  <a:pt x="490854" y="39059"/>
                  <a:pt x="498059" y="32820"/>
                </a:cubicBezTo>
                <a:cubicBezTo>
                  <a:pt x="504078" y="27635"/>
                  <a:pt x="511415" y="25043"/>
                  <a:pt x="520071" y="25043"/>
                </a:cubicBezTo>
                <a:cubicBezTo>
                  <a:pt x="529693" y="25043"/>
                  <a:pt x="537557" y="28196"/>
                  <a:pt x="543664" y="34500"/>
                </a:cubicBezTo>
                <a:cubicBezTo>
                  <a:pt x="549771" y="40805"/>
                  <a:pt x="552825" y="49515"/>
                  <a:pt x="552825" y="60631"/>
                </a:cubicBezTo>
                <a:cubicBezTo>
                  <a:pt x="552825" y="69638"/>
                  <a:pt x="551474" y="76722"/>
                  <a:pt x="548772" y="81885"/>
                </a:cubicBezTo>
                <a:cubicBezTo>
                  <a:pt x="546070" y="87047"/>
                  <a:pt x="542137" y="91056"/>
                  <a:pt x="536975" y="93912"/>
                </a:cubicBezTo>
                <a:cubicBezTo>
                  <a:pt x="531812" y="96768"/>
                  <a:pt x="526178" y="98196"/>
                  <a:pt x="520071" y="98196"/>
                </a:cubicBezTo>
                <a:cubicBezTo>
                  <a:pt x="510273" y="98196"/>
                  <a:pt x="502354" y="95054"/>
                  <a:pt x="496313" y="88772"/>
                </a:cubicBezTo>
                <a:cubicBezTo>
                  <a:pt x="490271" y="82489"/>
                  <a:pt x="487251" y="73438"/>
                  <a:pt x="487251" y="61620"/>
                </a:cubicBezTo>
                <a:moveTo>
                  <a:pt x="499443" y="61587"/>
                </a:moveTo>
                <a:cubicBezTo>
                  <a:pt x="499443" y="70516"/>
                  <a:pt x="501398" y="77203"/>
                  <a:pt x="505308" y="81646"/>
                </a:cubicBezTo>
                <a:cubicBezTo>
                  <a:pt x="509219" y="86089"/>
                  <a:pt x="514139" y="88310"/>
                  <a:pt x="520071" y="88310"/>
                </a:cubicBezTo>
                <a:cubicBezTo>
                  <a:pt x="525958" y="88310"/>
                  <a:pt x="530857" y="86078"/>
                  <a:pt x="534767" y="81613"/>
                </a:cubicBezTo>
                <a:cubicBezTo>
                  <a:pt x="538677" y="77148"/>
                  <a:pt x="540632" y="70341"/>
                  <a:pt x="540632" y="61193"/>
                </a:cubicBezTo>
                <a:cubicBezTo>
                  <a:pt x="540632" y="52570"/>
                  <a:pt x="538666" y="46036"/>
                  <a:pt x="534734" y="41593"/>
                </a:cubicBezTo>
                <a:cubicBezTo>
                  <a:pt x="530802" y="37150"/>
                  <a:pt x="525914" y="34929"/>
                  <a:pt x="520071" y="34929"/>
                </a:cubicBezTo>
                <a:cubicBezTo>
                  <a:pt x="514139" y="34929"/>
                  <a:pt x="509219" y="37139"/>
                  <a:pt x="505308" y="41560"/>
                </a:cubicBezTo>
                <a:cubicBezTo>
                  <a:pt x="501398" y="45981"/>
                  <a:pt x="499443" y="52657"/>
                  <a:pt x="499443" y="61587"/>
                </a:cubicBezTo>
                <a:close/>
                <a:moveTo>
                  <a:pt x="562294" y="61620"/>
                </a:moveTo>
                <a:cubicBezTo>
                  <a:pt x="562294" y="48659"/>
                  <a:pt x="565897" y="39059"/>
                  <a:pt x="573102" y="32820"/>
                </a:cubicBezTo>
                <a:cubicBezTo>
                  <a:pt x="579121" y="27635"/>
                  <a:pt x="586459" y="25043"/>
                  <a:pt x="595114" y="25043"/>
                </a:cubicBezTo>
                <a:cubicBezTo>
                  <a:pt x="604736" y="25043"/>
                  <a:pt x="612600" y="28196"/>
                  <a:pt x="618707" y="34500"/>
                </a:cubicBezTo>
                <a:cubicBezTo>
                  <a:pt x="624814" y="40805"/>
                  <a:pt x="627868" y="49515"/>
                  <a:pt x="627868" y="60631"/>
                </a:cubicBezTo>
                <a:cubicBezTo>
                  <a:pt x="627868" y="69638"/>
                  <a:pt x="626517" y="76722"/>
                  <a:pt x="623815" y="81885"/>
                </a:cubicBezTo>
                <a:cubicBezTo>
                  <a:pt x="621113" y="87047"/>
                  <a:pt x="617180" y="91056"/>
                  <a:pt x="612018" y="93912"/>
                </a:cubicBezTo>
                <a:cubicBezTo>
                  <a:pt x="606856" y="96768"/>
                  <a:pt x="601221" y="98196"/>
                  <a:pt x="595114" y="98196"/>
                </a:cubicBezTo>
                <a:cubicBezTo>
                  <a:pt x="585316" y="98196"/>
                  <a:pt x="577397" y="95054"/>
                  <a:pt x="571356" y="88772"/>
                </a:cubicBezTo>
                <a:cubicBezTo>
                  <a:pt x="565315" y="82489"/>
                  <a:pt x="562294" y="73438"/>
                  <a:pt x="562294" y="61620"/>
                </a:cubicBezTo>
                <a:moveTo>
                  <a:pt x="574486" y="61587"/>
                </a:moveTo>
                <a:cubicBezTo>
                  <a:pt x="574486" y="70516"/>
                  <a:pt x="576441" y="77203"/>
                  <a:pt x="580351" y="81646"/>
                </a:cubicBezTo>
                <a:cubicBezTo>
                  <a:pt x="584262" y="86089"/>
                  <a:pt x="589183" y="88310"/>
                  <a:pt x="595114" y="88310"/>
                </a:cubicBezTo>
                <a:cubicBezTo>
                  <a:pt x="601001" y="88310"/>
                  <a:pt x="605900" y="86078"/>
                  <a:pt x="609810" y="81613"/>
                </a:cubicBezTo>
                <a:cubicBezTo>
                  <a:pt x="613721" y="77148"/>
                  <a:pt x="615676" y="70341"/>
                  <a:pt x="615676" y="61193"/>
                </a:cubicBezTo>
                <a:cubicBezTo>
                  <a:pt x="615676" y="52570"/>
                  <a:pt x="613710" y="46036"/>
                  <a:pt x="609777" y="41593"/>
                </a:cubicBezTo>
                <a:cubicBezTo>
                  <a:pt x="605845" y="37150"/>
                  <a:pt x="600957" y="34929"/>
                  <a:pt x="595114" y="34929"/>
                </a:cubicBezTo>
                <a:cubicBezTo>
                  <a:pt x="589183" y="34929"/>
                  <a:pt x="584262" y="37139"/>
                  <a:pt x="580351" y="41560"/>
                </a:cubicBezTo>
                <a:cubicBezTo>
                  <a:pt x="576441" y="45981"/>
                  <a:pt x="574486" y="52657"/>
                  <a:pt x="574486" y="61587"/>
                </a:cubicBezTo>
                <a:close/>
                <a:moveTo>
                  <a:pt x="641819" y="96614"/>
                </a:moveTo>
                <a:lnTo>
                  <a:pt x="641819" y="0"/>
                </a:lnTo>
                <a:lnTo>
                  <a:pt x="653681" y="0"/>
                </a:lnTo>
                <a:lnTo>
                  <a:pt x="653681" y="55095"/>
                </a:lnTo>
                <a:lnTo>
                  <a:pt x="681756" y="26625"/>
                </a:lnTo>
                <a:lnTo>
                  <a:pt x="697111" y="26625"/>
                </a:lnTo>
                <a:lnTo>
                  <a:pt x="670355" y="52591"/>
                </a:lnTo>
                <a:lnTo>
                  <a:pt x="699813" y="96614"/>
                </a:lnTo>
                <a:lnTo>
                  <a:pt x="685183" y="96614"/>
                </a:lnTo>
                <a:lnTo>
                  <a:pt x="662051" y="60829"/>
                </a:lnTo>
                <a:lnTo>
                  <a:pt x="653681" y="68869"/>
                </a:lnTo>
                <a:lnTo>
                  <a:pt x="653681" y="96614"/>
                </a:lnTo>
                <a:lnTo>
                  <a:pt x="641819" y="96614"/>
                </a:lnTo>
                <a:close/>
                <a:moveTo>
                  <a:pt x="746759" y="123503"/>
                </a:moveTo>
                <a:lnTo>
                  <a:pt x="746759" y="26625"/>
                </a:lnTo>
                <a:lnTo>
                  <a:pt x="757567" y="26625"/>
                </a:lnTo>
                <a:lnTo>
                  <a:pt x="757567" y="35654"/>
                </a:lnTo>
                <a:cubicBezTo>
                  <a:pt x="760116" y="32117"/>
                  <a:pt x="762994" y="29464"/>
                  <a:pt x="766201" y="27696"/>
                </a:cubicBezTo>
                <a:cubicBezTo>
                  <a:pt x="769408" y="25927"/>
                  <a:pt x="773296" y="25043"/>
                  <a:pt x="777866" y="25043"/>
                </a:cubicBezTo>
                <a:cubicBezTo>
                  <a:pt x="783841" y="25043"/>
                  <a:pt x="789113" y="26581"/>
                  <a:pt x="793682" y="29656"/>
                </a:cubicBezTo>
                <a:cubicBezTo>
                  <a:pt x="798252" y="32732"/>
                  <a:pt x="801701" y="37071"/>
                  <a:pt x="804029" y="42672"/>
                </a:cubicBezTo>
                <a:cubicBezTo>
                  <a:pt x="806358" y="48274"/>
                  <a:pt x="807522" y="54414"/>
                  <a:pt x="807522" y="61092"/>
                </a:cubicBezTo>
                <a:cubicBezTo>
                  <a:pt x="807522" y="68254"/>
                  <a:pt x="806237" y="74701"/>
                  <a:pt x="803667" y="80435"/>
                </a:cubicBezTo>
                <a:cubicBezTo>
                  <a:pt x="801097" y="86169"/>
                  <a:pt x="797362" y="90562"/>
                  <a:pt x="792463" y="93616"/>
                </a:cubicBezTo>
                <a:cubicBezTo>
                  <a:pt x="787564" y="96669"/>
                  <a:pt x="782413" y="98196"/>
                  <a:pt x="777009" y="98196"/>
                </a:cubicBezTo>
                <a:cubicBezTo>
                  <a:pt x="773055" y="98196"/>
                  <a:pt x="769507" y="97350"/>
                  <a:pt x="766366" y="95659"/>
                </a:cubicBezTo>
                <a:cubicBezTo>
                  <a:pt x="763224" y="93966"/>
                  <a:pt x="760643" y="91828"/>
                  <a:pt x="758622" y="89245"/>
                </a:cubicBezTo>
                <a:lnTo>
                  <a:pt x="758622" y="123503"/>
                </a:lnTo>
                <a:lnTo>
                  <a:pt x="746759" y="123503"/>
                </a:lnTo>
                <a:moveTo>
                  <a:pt x="757502" y="61916"/>
                </a:moveTo>
                <a:cubicBezTo>
                  <a:pt x="757502" y="70912"/>
                  <a:pt x="759325" y="77560"/>
                  <a:pt x="762972" y="81860"/>
                </a:cubicBezTo>
                <a:cubicBezTo>
                  <a:pt x="766618" y="86160"/>
                  <a:pt x="771034" y="88310"/>
                  <a:pt x="776218" y="88310"/>
                </a:cubicBezTo>
                <a:cubicBezTo>
                  <a:pt x="781490" y="88310"/>
                  <a:pt x="786005" y="86083"/>
                  <a:pt x="789761" y="81629"/>
                </a:cubicBezTo>
                <a:cubicBezTo>
                  <a:pt x="793518" y="77175"/>
                  <a:pt x="795396" y="70275"/>
                  <a:pt x="795396" y="60928"/>
                </a:cubicBezTo>
                <a:cubicBezTo>
                  <a:pt x="795396" y="52020"/>
                  <a:pt x="793562" y="45350"/>
                  <a:pt x="789893" y="40918"/>
                </a:cubicBezTo>
                <a:cubicBezTo>
                  <a:pt x="786224" y="36486"/>
                  <a:pt x="781842" y="34270"/>
                  <a:pt x="776745" y="34270"/>
                </a:cubicBezTo>
                <a:cubicBezTo>
                  <a:pt x="771693" y="34270"/>
                  <a:pt x="767222" y="36628"/>
                  <a:pt x="763334" y="41346"/>
                </a:cubicBezTo>
                <a:cubicBezTo>
                  <a:pt x="759446" y="46064"/>
                  <a:pt x="757502" y="52920"/>
                  <a:pt x="757502" y="61916"/>
                </a:cubicBezTo>
                <a:close/>
                <a:moveTo>
                  <a:pt x="817387" y="61620"/>
                </a:moveTo>
                <a:cubicBezTo>
                  <a:pt x="817387" y="48659"/>
                  <a:pt x="820990" y="39059"/>
                  <a:pt x="828195" y="32820"/>
                </a:cubicBezTo>
                <a:cubicBezTo>
                  <a:pt x="834214" y="27635"/>
                  <a:pt x="841552" y="25043"/>
                  <a:pt x="850207" y="25043"/>
                </a:cubicBezTo>
                <a:cubicBezTo>
                  <a:pt x="859829" y="25043"/>
                  <a:pt x="867693" y="28196"/>
                  <a:pt x="873800" y="34500"/>
                </a:cubicBezTo>
                <a:cubicBezTo>
                  <a:pt x="879907" y="40805"/>
                  <a:pt x="882961" y="49515"/>
                  <a:pt x="882961" y="60631"/>
                </a:cubicBezTo>
                <a:cubicBezTo>
                  <a:pt x="882961" y="69638"/>
                  <a:pt x="881610" y="76722"/>
                  <a:pt x="878908" y="81885"/>
                </a:cubicBezTo>
                <a:cubicBezTo>
                  <a:pt x="876206" y="87047"/>
                  <a:pt x="872273" y="91056"/>
                  <a:pt x="867111" y="93912"/>
                </a:cubicBezTo>
                <a:cubicBezTo>
                  <a:pt x="861949" y="96768"/>
                  <a:pt x="856314" y="98196"/>
                  <a:pt x="850207" y="98196"/>
                </a:cubicBezTo>
                <a:cubicBezTo>
                  <a:pt x="840409" y="98196"/>
                  <a:pt x="832490" y="95054"/>
                  <a:pt x="826449" y="88772"/>
                </a:cubicBezTo>
                <a:cubicBezTo>
                  <a:pt x="820408" y="82489"/>
                  <a:pt x="817387" y="73438"/>
                  <a:pt x="817387" y="61620"/>
                </a:cubicBezTo>
                <a:moveTo>
                  <a:pt x="829579" y="61587"/>
                </a:moveTo>
                <a:cubicBezTo>
                  <a:pt x="829579" y="70516"/>
                  <a:pt x="831534" y="77203"/>
                  <a:pt x="835445" y="81646"/>
                </a:cubicBezTo>
                <a:cubicBezTo>
                  <a:pt x="839355" y="86089"/>
                  <a:pt x="844276" y="88310"/>
                  <a:pt x="850207" y="88310"/>
                </a:cubicBezTo>
                <a:cubicBezTo>
                  <a:pt x="856094" y="88310"/>
                  <a:pt x="860993" y="86078"/>
                  <a:pt x="864903" y="81613"/>
                </a:cubicBezTo>
                <a:cubicBezTo>
                  <a:pt x="868814" y="77148"/>
                  <a:pt x="870769" y="70341"/>
                  <a:pt x="870769" y="61193"/>
                </a:cubicBezTo>
                <a:cubicBezTo>
                  <a:pt x="870769" y="52570"/>
                  <a:pt x="868803" y="46036"/>
                  <a:pt x="864870" y="41593"/>
                </a:cubicBezTo>
                <a:cubicBezTo>
                  <a:pt x="860938" y="37150"/>
                  <a:pt x="856050" y="34929"/>
                  <a:pt x="850207" y="34929"/>
                </a:cubicBezTo>
                <a:cubicBezTo>
                  <a:pt x="844276" y="34929"/>
                  <a:pt x="839355" y="37139"/>
                  <a:pt x="835445" y="41560"/>
                </a:cubicBezTo>
                <a:cubicBezTo>
                  <a:pt x="831534" y="45981"/>
                  <a:pt x="829579" y="52657"/>
                  <a:pt x="829579" y="61587"/>
                </a:cubicBezTo>
                <a:close/>
                <a:moveTo>
                  <a:pt x="892101" y="75657"/>
                </a:moveTo>
                <a:lnTo>
                  <a:pt x="903831" y="73812"/>
                </a:lnTo>
                <a:cubicBezTo>
                  <a:pt x="904490" y="78492"/>
                  <a:pt x="906325" y="82079"/>
                  <a:pt x="909334" y="84572"/>
                </a:cubicBezTo>
                <a:cubicBezTo>
                  <a:pt x="912344" y="87064"/>
                  <a:pt x="916551" y="88310"/>
                  <a:pt x="921955" y="88310"/>
                </a:cubicBezTo>
                <a:cubicBezTo>
                  <a:pt x="927403" y="88310"/>
                  <a:pt x="931445" y="87210"/>
                  <a:pt x="934081" y="85009"/>
                </a:cubicBezTo>
                <a:cubicBezTo>
                  <a:pt x="936717" y="82807"/>
                  <a:pt x="938035" y="80224"/>
                  <a:pt x="938035" y="77261"/>
                </a:cubicBezTo>
                <a:cubicBezTo>
                  <a:pt x="938035" y="74602"/>
                  <a:pt x="936871" y="72509"/>
                  <a:pt x="934542" y="70984"/>
                </a:cubicBezTo>
                <a:cubicBezTo>
                  <a:pt x="932917" y="69938"/>
                  <a:pt x="928875" y="68608"/>
                  <a:pt x="922416" y="66995"/>
                </a:cubicBezTo>
                <a:cubicBezTo>
                  <a:pt x="913717" y="64797"/>
                  <a:pt x="907687" y="62895"/>
                  <a:pt x="904326" y="61290"/>
                </a:cubicBezTo>
                <a:cubicBezTo>
                  <a:pt x="900965" y="59685"/>
                  <a:pt x="898416" y="57464"/>
                  <a:pt x="896681" y="54628"/>
                </a:cubicBezTo>
                <a:cubicBezTo>
                  <a:pt x="894945" y="51791"/>
                  <a:pt x="894078" y="48658"/>
                  <a:pt x="894078" y="45228"/>
                </a:cubicBezTo>
                <a:cubicBezTo>
                  <a:pt x="894078" y="42106"/>
                  <a:pt x="894792" y="39214"/>
                  <a:pt x="896220" y="36554"/>
                </a:cubicBezTo>
                <a:cubicBezTo>
                  <a:pt x="897648" y="33893"/>
                  <a:pt x="899592" y="31683"/>
                  <a:pt x="902052" y="29924"/>
                </a:cubicBezTo>
                <a:cubicBezTo>
                  <a:pt x="903897" y="28561"/>
                  <a:pt x="906413" y="27407"/>
                  <a:pt x="909598" y="26462"/>
                </a:cubicBezTo>
                <a:cubicBezTo>
                  <a:pt x="912783" y="25516"/>
                  <a:pt x="916199" y="25043"/>
                  <a:pt x="919846" y="25043"/>
                </a:cubicBezTo>
                <a:cubicBezTo>
                  <a:pt x="925338" y="25043"/>
                  <a:pt x="930160" y="25840"/>
                  <a:pt x="934312" y="27432"/>
                </a:cubicBezTo>
                <a:cubicBezTo>
                  <a:pt x="938464" y="29024"/>
                  <a:pt x="941528" y="31180"/>
                  <a:pt x="943505" y="33901"/>
                </a:cubicBezTo>
                <a:cubicBezTo>
                  <a:pt x="945482" y="36621"/>
                  <a:pt x="946844" y="40259"/>
                  <a:pt x="947591" y="44814"/>
                </a:cubicBezTo>
                <a:lnTo>
                  <a:pt x="935992" y="46396"/>
                </a:lnTo>
                <a:cubicBezTo>
                  <a:pt x="935465" y="42793"/>
                  <a:pt x="933938" y="39981"/>
                  <a:pt x="931412" y="37960"/>
                </a:cubicBezTo>
                <a:cubicBezTo>
                  <a:pt x="928886" y="35939"/>
                  <a:pt x="925316" y="34929"/>
                  <a:pt x="920703" y="34929"/>
                </a:cubicBezTo>
                <a:cubicBezTo>
                  <a:pt x="915255" y="34929"/>
                  <a:pt x="911366" y="35825"/>
                  <a:pt x="909038" y="37618"/>
                </a:cubicBezTo>
                <a:cubicBezTo>
                  <a:pt x="906709" y="39410"/>
                  <a:pt x="905545" y="41509"/>
                  <a:pt x="905545" y="43914"/>
                </a:cubicBezTo>
                <a:cubicBezTo>
                  <a:pt x="905545" y="45444"/>
                  <a:pt x="906028" y="46821"/>
                  <a:pt x="906995" y="48046"/>
                </a:cubicBezTo>
                <a:cubicBezTo>
                  <a:pt x="907961" y="49313"/>
                  <a:pt x="909477" y="50362"/>
                  <a:pt x="911542" y="51192"/>
                </a:cubicBezTo>
                <a:cubicBezTo>
                  <a:pt x="912728" y="51630"/>
                  <a:pt x="916221" y="52636"/>
                  <a:pt x="922021" y="54210"/>
                </a:cubicBezTo>
                <a:cubicBezTo>
                  <a:pt x="930412" y="56449"/>
                  <a:pt x="936267" y="58282"/>
                  <a:pt x="939584" y="59708"/>
                </a:cubicBezTo>
                <a:cubicBezTo>
                  <a:pt x="942901" y="61135"/>
                  <a:pt x="945504" y="63209"/>
                  <a:pt x="947393" y="65932"/>
                </a:cubicBezTo>
                <a:cubicBezTo>
                  <a:pt x="949283" y="68653"/>
                  <a:pt x="950227" y="72033"/>
                  <a:pt x="950227" y="76071"/>
                </a:cubicBezTo>
                <a:cubicBezTo>
                  <a:pt x="950227" y="80022"/>
                  <a:pt x="949074" y="83743"/>
                  <a:pt x="946767" y="87233"/>
                </a:cubicBezTo>
                <a:cubicBezTo>
                  <a:pt x="944461" y="90722"/>
                  <a:pt x="941133" y="93421"/>
                  <a:pt x="936783" y="95331"/>
                </a:cubicBezTo>
                <a:cubicBezTo>
                  <a:pt x="932433" y="97241"/>
                  <a:pt x="927513" y="98196"/>
                  <a:pt x="922021" y="98196"/>
                </a:cubicBezTo>
                <a:cubicBezTo>
                  <a:pt x="912926" y="98196"/>
                  <a:pt x="905995" y="96301"/>
                  <a:pt x="901228" y="92512"/>
                </a:cubicBezTo>
                <a:cubicBezTo>
                  <a:pt x="896461" y="88722"/>
                  <a:pt x="893419" y="83104"/>
                  <a:pt x="892101" y="75657"/>
                </a:cubicBezTo>
                <a:close/>
                <a:moveTo>
                  <a:pt x="990231" y="86136"/>
                </a:moveTo>
                <a:lnTo>
                  <a:pt x="991944" y="96614"/>
                </a:lnTo>
                <a:cubicBezTo>
                  <a:pt x="988605" y="97229"/>
                  <a:pt x="985617" y="97537"/>
                  <a:pt x="982981" y="97537"/>
                </a:cubicBezTo>
                <a:cubicBezTo>
                  <a:pt x="978676" y="97537"/>
                  <a:pt x="975337" y="96856"/>
                  <a:pt x="972964" y="95494"/>
                </a:cubicBezTo>
                <a:cubicBezTo>
                  <a:pt x="970591" y="94132"/>
                  <a:pt x="968922" y="92341"/>
                  <a:pt x="967955" y="90123"/>
                </a:cubicBezTo>
                <a:cubicBezTo>
                  <a:pt x="966989" y="87904"/>
                  <a:pt x="966505" y="83236"/>
                  <a:pt x="966505" y="76118"/>
                </a:cubicBezTo>
                <a:lnTo>
                  <a:pt x="966505" y="35851"/>
                </a:lnTo>
                <a:lnTo>
                  <a:pt x="957806" y="35851"/>
                </a:lnTo>
                <a:lnTo>
                  <a:pt x="957806" y="26625"/>
                </a:lnTo>
                <a:lnTo>
                  <a:pt x="966505" y="26625"/>
                </a:lnTo>
                <a:lnTo>
                  <a:pt x="966505" y="9245"/>
                </a:lnTo>
                <a:lnTo>
                  <a:pt x="978302" y="2109"/>
                </a:lnTo>
                <a:lnTo>
                  <a:pt x="978302" y="26625"/>
                </a:lnTo>
                <a:lnTo>
                  <a:pt x="990231" y="26625"/>
                </a:lnTo>
                <a:lnTo>
                  <a:pt x="990231" y="35851"/>
                </a:lnTo>
                <a:lnTo>
                  <a:pt x="978302" y="35851"/>
                </a:lnTo>
                <a:lnTo>
                  <a:pt x="978302" y="76777"/>
                </a:lnTo>
                <a:cubicBezTo>
                  <a:pt x="978302" y="80160"/>
                  <a:pt x="978511" y="82335"/>
                  <a:pt x="978928" y="83302"/>
                </a:cubicBezTo>
                <a:cubicBezTo>
                  <a:pt x="979346" y="84268"/>
                  <a:pt x="980027" y="85037"/>
                  <a:pt x="980971" y="85608"/>
                </a:cubicBezTo>
                <a:cubicBezTo>
                  <a:pt x="981916" y="86179"/>
                  <a:pt x="983267" y="86465"/>
                  <a:pt x="985024" y="86465"/>
                </a:cubicBezTo>
                <a:cubicBezTo>
                  <a:pt x="986342" y="86465"/>
                  <a:pt x="988078" y="86355"/>
                  <a:pt x="990231" y="86136"/>
                </a:cubicBezTo>
                <a:close/>
                <a:moveTo>
                  <a:pt x="1085045" y="87973"/>
                </a:moveTo>
                <a:cubicBezTo>
                  <a:pt x="1080651" y="91710"/>
                  <a:pt x="1076422" y="94348"/>
                  <a:pt x="1072358" y="95887"/>
                </a:cubicBezTo>
                <a:cubicBezTo>
                  <a:pt x="1068294" y="97426"/>
                  <a:pt x="1063934" y="98196"/>
                  <a:pt x="1059277" y="98196"/>
                </a:cubicBezTo>
                <a:cubicBezTo>
                  <a:pt x="1051588" y="98196"/>
                  <a:pt x="1045679" y="96316"/>
                  <a:pt x="1041549" y="92557"/>
                </a:cubicBezTo>
                <a:cubicBezTo>
                  <a:pt x="1037419" y="88798"/>
                  <a:pt x="1035354" y="83994"/>
                  <a:pt x="1035354" y="78147"/>
                </a:cubicBezTo>
                <a:cubicBezTo>
                  <a:pt x="1035354" y="74719"/>
                  <a:pt x="1036134" y="71587"/>
                  <a:pt x="1037693" y="68752"/>
                </a:cubicBezTo>
                <a:cubicBezTo>
                  <a:pt x="1039253" y="65915"/>
                  <a:pt x="1041296" y="63639"/>
                  <a:pt x="1043822" y="61924"/>
                </a:cubicBezTo>
                <a:cubicBezTo>
                  <a:pt x="1046349" y="60209"/>
                  <a:pt x="1049193" y="58913"/>
                  <a:pt x="1052357" y="58034"/>
                </a:cubicBezTo>
                <a:cubicBezTo>
                  <a:pt x="1054685" y="57418"/>
                  <a:pt x="1058200" y="56824"/>
                  <a:pt x="1062901" y="56253"/>
                </a:cubicBezTo>
                <a:cubicBezTo>
                  <a:pt x="1072479" y="55118"/>
                  <a:pt x="1079531" y="53766"/>
                  <a:pt x="1084056" y="52195"/>
                </a:cubicBezTo>
                <a:cubicBezTo>
                  <a:pt x="1084100" y="50577"/>
                  <a:pt x="1084122" y="49548"/>
                  <a:pt x="1084122" y="49110"/>
                </a:cubicBezTo>
                <a:cubicBezTo>
                  <a:pt x="1084122" y="44295"/>
                  <a:pt x="1083002" y="40903"/>
                  <a:pt x="1080761" y="38934"/>
                </a:cubicBezTo>
                <a:cubicBezTo>
                  <a:pt x="1077730" y="36264"/>
                  <a:pt x="1073226" y="34929"/>
                  <a:pt x="1067251" y="34929"/>
                </a:cubicBezTo>
                <a:cubicBezTo>
                  <a:pt x="1061671" y="34929"/>
                  <a:pt x="1057552" y="35906"/>
                  <a:pt x="1054894" y="37861"/>
                </a:cubicBezTo>
                <a:cubicBezTo>
                  <a:pt x="1052236" y="39817"/>
                  <a:pt x="1050270" y="43276"/>
                  <a:pt x="1048996" y="48241"/>
                </a:cubicBezTo>
                <a:lnTo>
                  <a:pt x="1037397" y="46660"/>
                </a:lnTo>
                <a:cubicBezTo>
                  <a:pt x="1038451" y="41680"/>
                  <a:pt x="1040187" y="37658"/>
                  <a:pt x="1042603" y="34595"/>
                </a:cubicBezTo>
                <a:cubicBezTo>
                  <a:pt x="1045020" y="31532"/>
                  <a:pt x="1048512" y="29175"/>
                  <a:pt x="1053082" y="27523"/>
                </a:cubicBezTo>
                <a:cubicBezTo>
                  <a:pt x="1057651" y="25870"/>
                  <a:pt x="1062945" y="25043"/>
                  <a:pt x="1068964" y="25043"/>
                </a:cubicBezTo>
                <a:cubicBezTo>
                  <a:pt x="1074940" y="25043"/>
                  <a:pt x="1079794" y="25746"/>
                  <a:pt x="1083529" y="27152"/>
                </a:cubicBezTo>
                <a:cubicBezTo>
                  <a:pt x="1087264" y="28558"/>
                  <a:pt x="1090009" y="30326"/>
                  <a:pt x="1091767" y="32457"/>
                </a:cubicBezTo>
                <a:cubicBezTo>
                  <a:pt x="1093524" y="34588"/>
                  <a:pt x="1094755" y="37279"/>
                  <a:pt x="1095457" y="40531"/>
                </a:cubicBezTo>
                <a:cubicBezTo>
                  <a:pt x="1095853" y="42552"/>
                  <a:pt x="1096051" y="46198"/>
                  <a:pt x="1096051" y="51470"/>
                </a:cubicBezTo>
                <a:lnTo>
                  <a:pt x="1096051" y="67287"/>
                </a:lnTo>
                <a:cubicBezTo>
                  <a:pt x="1096051" y="78315"/>
                  <a:pt x="1096303" y="85290"/>
                  <a:pt x="1096809" y="88212"/>
                </a:cubicBezTo>
                <a:cubicBezTo>
                  <a:pt x="1097314" y="91133"/>
                  <a:pt x="1098313" y="93934"/>
                  <a:pt x="1099807" y="96614"/>
                </a:cubicBezTo>
                <a:lnTo>
                  <a:pt x="1087417" y="96614"/>
                </a:lnTo>
                <a:cubicBezTo>
                  <a:pt x="1086187" y="94151"/>
                  <a:pt x="1085396" y="91271"/>
                  <a:pt x="1085045" y="87973"/>
                </a:cubicBezTo>
                <a:moveTo>
                  <a:pt x="1084056" y="61422"/>
                </a:moveTo>
                <a:cubicBezTo>
                  <a:pt x="1079751" y="63194"/>
                  <a:pt x="1073292" y="64701"/>
                  <a:pt x="1064681" y="65940"/>
                </a:cubicBezTo>
                <a:cubicBezTo>
                  <a:pt x="1059804" y="66646"/>
                  <a:pt x="1056355" y="67440"/>
                  <a:pt x="1054334" y="68323"/>
                </a:cubicBezTo>
                <a:cubicBezTo>
                  <a:pt x="1052313" y="69205"/>
                  <a:pt x="1050753" y="70495"/>
                  <a:pt x="1049655" y="72195"/>
                </a:cubicBezTo>
                <a:cubicBezTo>
                  <a:pt x="1048556" y="73893"/>
                  <a:pt x="1048007" y="75779"/>
                  <a:pt x="1048007" y="77852"/>
                </a:cubicBezTo>
                <a:cubicBezTo>
                  <a:pt x="1048007" y="81028"/>
                  <a:pt x="1049204" y="83675"/>
                  <a:pt x="1051599" y="85794"/>
                </a:cubicBezTo>
                <a:cubicBezTo>
                  <a:pt x="1053993" y="87911"/>
                  <a:pt x="1057497" y="88969"/>
                  <a:pt x="1062110" y="88969"/>
                </a:cubicBezTo>
                <a:cubicBezTo>
                  <a:pt x="1066680" y="88969"/>
                  <a:pt x="1070744" y="87965"/>
                  <a:pt x="1074303" y="85956"/>
                </a:cubicBezTo>
                <a:cubicBezTo>
                  <a:pt x="1077861" y="83948"/>
                  <a:pt x="1080475" y="81200"/>
                  <a:pt x="1082145" y="77712"/>
                </a:cubicBezTo>
                <a:cubicBezTo>
                  <a:pt x="1083419" y="75018"/>
                  <a:pt x="1084056" y="71045"/>
                  <a:pt x="1084056" y="65792"/>
                </a:cubicBezTo>
                <a:lnTo>
                  <a:pt x="1084056" y="61422"/>
                </a:lnTo>
                <a:close/>
                <a:moveTo>
                  <a:pt x="1125357" y="96614"/>
                </a:moveTo>
                <a:lnTo>
                  <a:pt x="1114351" y="96614"/>
                </a:lnTo>
                <a:lnTo>
                  <a:pt x="1114351" y="0"/>
                </a:lnTo>
                <a:lnTo>
                  <a:pt x="1126214" y="0"/>
                </a:lnTo>
                <a:lnTo>
                  <a:pt x="1126214" y="34595"/>
                </a:lnTo>
                <a:cubicBezTo>
                  <a:pt x="1131222" y="28227"/>
                  <a:pt x="1137615" y="25043"/>
                  <a:pt x="1145391" y="25043"/>
                </a:cubicBezTo>
                <a:cubicBezTo>
                  <a:pt x="1149697" y="25043"/>
                  <a:pt x="1153772" y="25911"/>
                  <a:pt x="1157616" y="27646"/>
                </a:cubicBezTo>
                <a:cubicBezTo>
                  <a:pt x="1161461" y="29382"/>
                  <a:pt x="1164624" y="31820"/>
                  <a:pt x="1167107" y="34962"/>
                </a:cubicBezTo>
                <a:cubicBezTo>
                  <a:pt x="1169589" y="38103"/>
                  <a:pt x="1171533" y="41893"/>
                  <a:pt x="1172939" y="46330"/>
                </a:cubicBezTo>
                <a:cubicBezTo>
                  <a:pt x="1174345" y="50767"/>
                  <a:pt x="1175048" y="55513"/>
                  <a:pt x="1175048" y="60565"/>
                </a:cubicBezTo>
                <a:cubicBezTo>
                  <a:pt x="1175048" y="72559"/>
                  <a:pt x="1172082" y="81830"/>
                  <a:pt x="1166151" y="88376"/>
                </a:cubicBezTo>
                <a:cubicBezTo>
                  <a:pt x="1160220" y="94923"/>
                  <a:pt x="1153102" y="98196"/>
                  <a:pt x="1144798" y="98196"/>
                </a:cubicBezTo>
                <a:cubicBezTo>
                  <a:pt x="1136538" y="98196"/>
                  <a:pt x="1130058" y="94703"/>
                  <a:pt x="1125357" y="87717"/>
                </a:cubicBezTo>
                <a:lnTo>
                  <a:pt x="1125357" y="96614"/>
                </a:lnTo>
                <a:moveTo>
                  <a:pt x="1125225" y="61094"/>
                </a:moveTo>
                <a:cubicBezTo>
                  <a:pt x="1125225" y="69445"/>
                  <a:pt x="1126367" y="75478"/>
                  <a:pt x="1128652" y="79195"/>
                </a:cubicBezTo>
                <a:cubicBezTo>
                  <a:pt x="1132387" y="85272"/>
                  <a:pt x="1137439" y="88310"/>
                  <a:pt x="1143810" y="88310"/>
                </a:cubicBezTo>
                <a:cubicBezTo>
                  <a:pt x="1148994" y="88310"/>
                  <a:pt x="1153476" y="86070"/>
                  <a:pt x="1157254" y="81588"/>
                </a:cubicBezTo>
                <a:cubicBezTo>
                  <a:pt x="1161032" y="77107"/>
                  <a:pt x="1162922" y="70429"/>
                  <a:pt x="1162922" y="61554"/>
                </a:cubicBezTo>
                <a:cubicBezTo>
                  <a:pt x="1162922" y="52460"/>
                  <a:pt x="1161109" y="45750"/>
                  <a:pt x="1157485" y="41422"/>
                </a:cubicBezTo>
                <a:cubicBezTo>
                  <a:pt x="1153860" y="37093"/>
                  <a:pt x="1149477" y="34929"/>
                  <a:pt x="1144337" y="34929"/>
                </a:cubicBezTo>
                <a:cubicBezTo>
                  <a:pt x="1139153" y="34929"/>
                  <a:pt x="1134671" y="37169"/>
                  <a:pt x="1130893" y="41651"/>
                </a:cubicBezTo>
                <a:cubicBezTo>
                  <a:pt x="1127114" y="46132"/>
                  <a:pt x="1125225" y="52613"/>
                  <a:pt x="1125225" y="61094"/>
                </a:cubicBezTo>
                <a:close/>
                <a:moveTo>
                  <a:pt x="1185045" y="61620"/>
                </a:moveTo>
                <a:cubicBezTo>
                  <a:pt x="1185045" y="48659"/>
                  <a:pt x="1188648" y="39059"/>
                  <a:pt x="1195853" y="32820"/>
                </a:cubicBezTo>
                <a:cubicBezTo>
                  <a:pt x="1201872" y="27635"/>
                  <a:pt x="1209209" y="25043"/>
                  <a:pt x="1217865" y="25043"/>
                </a:cubicBezTo>
                <a:cubicBezTo>
                  <a:pt x="1227487" y="25043"/>
                  <a:pt x="1235351" y="28196"/>
                  <a:pt x="1241458" y="34500"/>
                </a:cubicBezTo>
                <a:cubicBezTo>
                  <a:pt x="1247565" y="40805"/>
                  <a:pt x="1250619" y="49515"/>
                  <a:pt x="1250619" y="60631"/>
                </a:cubicBezTo>
                <a:cubicBezTo>
                  <a:pt x="1250619" y="69638"/>
                  <a:pt x="1249268" y="76722"/>
                  <a:pt x="1246566" y="81885"/>
                </a:cubicBezTo>
                <a:cubicBezTo>
                  <a:pt x="1243864" y="87047"/>
                  <a:pt x="1239931" y="91056"/>
                  <a:pt x="1234769" y="93912"/>
                </a:cubicBezTo>
                <a:cubicBezTo>
                  <a:pt x="1229606" y="96768"/>
                  <a:pt x="1223972" y="98196"/>
                  <a:pt x="1217865" y="98196"/>
                </a:cubicBezTo>
                <a:cubicBezTo>
                  <a:pt x="1208067" y="98196"/>
                  <a:pt x="1200148" y="95054"/>
                  <a:pt x="1194107" y="88772"/>
                </a:cubicBezTo>
                <a:cubicBezTo>
                  <a:pt x="1188065" y="82489"/>
                  <a:pt x="1185045" y="73438"/>
                  <a:pt x="1185045" y="61620"/>
                </a:cubicBezTo>
                <a:moveTo>
                  <a:pt x="1197237" y="61587"/>
                </a:moveTo>
                <a:cubicBezTo>
                  <a:pt x="1197237" y="70516"/>
                  <a:pt x="1199192" y="77203"/>
                  <a:pt x="1203102" y="81646"/>
                </a:cubicBezTo>
                <a:cubicBezTo>
                  <a:pt x="1207013" y="86089"/>
                  <a:pt x="1211933" y="88310"/>
                  <a:pt x="1217865" y="88310"/>
                </a:cubicBezTo>
                <a:cubicBezTo>
                  <a:pt x="1223752" y="88310"/>
                  <a:pt x="1228651" y="86078"/>
                  <a:pt x="1232561" y="81613"/>
                </a:cubicBezTo>
                <a:cubicBezTo>
                  <a:pt x="1236471" y="77148"/>
                  <a:pt x="1238426" y="70341"/>
                  <a:pt x="1238426" y="61193"/>
                </a:cubicBezTo>
                <a:cubicBezTo>
                  <a:pt x="1238426" y="52570"/>
                  <a:pt x="1236460" y="46036"/>
                  <a:pt x="1232528" y="41593"/>
                </a:cubicBezTo>
                <a:cubicBezTo>
                  <a:pt x="1228596" y="37150"/>
                  <a:pt x="1223708" y="34929"/>
                  <a:pt x="1217865" y="34929"/>
                </a:cubicBezTo>
                <a:cubicBezTo>
                  <a:pt x="1211933" y="34929"/>
                  <a:pt x="1207013" y="37139"/>
                  <a:pt x="1203102" y="41560"/>
                </a:cubicBezTo>
                <a:cubicBezTo>
                  <a:pt x="1199192" y="45981"/>
                  <a:pt x="1197237" y="52657"/>
                  <a:pt x="1197237" y="61587"/>
                </a:cubicBezTo>
                <a:close/>
                <a:moveTo>
                  <a:pt x="1310372" y="96614"/>
                </a:moveTo>
                <a:lnTo>
                  <a:pt x="1310372" y="86333"/>
                </a:lnTo>
                <a:cubicBezTo>
                  <a:pt x="1304924" y="94242"/>
                  <a:pt x="1297521" y="98196"/>
                  <a:pt x="1288163" y="98196"/>
                </a:cubicBezTo>
                <a:cubicBezTo>
                  <a:pt x="1284033" y="98196"/>
                  <a:pt x="1280178" y="97405"/>
                  <a:pt x="1276597" y="95823"/>
                </a:cubicBezTo>
                <a:cubicBezTo>
                  <a:pt x="1273016" y="94242"/>
                  <a:pt x="1270358" y="92254"/>
                  <a:pt x="1268623" y="89859"/>
                </a:cubicBezTo>
                <a:cubicBezTo>
                  <a:pt x="1266887" y="87465"/>
                  <a:pt x="1265668" y="84532"/>
                  <a:pt x="1264965" y="81061"/>
                </a:cubicBezTo>
                <a:cubicBezTo>
                  <a:pt x="1264482" y="78732"/>
                  <a:pt x="1264240" y="75042"/>
                  <a:pt x="1264240" y="69989"/>
                </a:cubicBezTo>
                <a:lnTo>
                  <a:pt x="1264240" y="26625"/>
                </a:lnTo>
                <a:lnTo>
                  <a:pt x="1276103" y="26625"/>
                </a:lnTo>
                <a:lnTo>
                  <a:pt x="1276103" y="65442"/>
                </a:lnTo>
                <a:cubicBezTo>
                  <a:pt x="1276103" y="71637"/>
                  <a:pt x="1276344" y="75811"/>
                  <a:pt x="1276827" y="77964"/>
                </a:cubicBezTo>
                <a:cubicBezTo>
                  <a:pt x="1277574" y="81083"/>
                  <a:pt x="1279156" y="83532"/>
                  <a:pt x="1281572" y="85312"/>
                </a:cubicBezTo>
                <a:cubicBezTo>
                  <a:pt x="1283989" y="87091"/>
                  <a:pt x="1286977" y="87981"/>
                  <a:pt x="1290535" y="87981"/>
                </a:cubicBezTo>
                <a:cubicBezTo>
                  <a:pt x="1294094" y="87981"/>
                  <a:pt x="1297433" y="87069"/>
                  <a:pt x="1300553" y="85246"/>
                </a:cubicBezTo>
                <a:cubicBezTo>
                  <a:pt x="1303672" y="83423"/>
                  <a:pt x="1305880" y="80940"/>
                  <a:pt x="1307176" y="77799"/>
                </a:cubicBezTo>
                <a:cubicBezTo>
                  <a:pt x="1308472" y="74657"/>
                  <a:pt x="1309120" y="70099"/>
                  <a:pt x="1309120" y="64124"/>
                </a:cubicBezTo>
                <a:lnTo>
                  <a:pt x="1309120" y="26625"/>
                </a:lnTo>
                <a:lnTo>
                  <a:pt x="1320983" y="26625"/>
                </a:lnTo>
                <a:lnTo>
                  <a:pt x="1320983" y="96614"/>
                </a:lnTo>
                <a:lnTo>
                  <a:pt x="1310372" y="96614"/>
                </a:lnTo>
                <a:close/>
                <a:moveTo>
                  <a:pt x="1365447" y="86136"/>
                </a:moveTo>
                <a:lnTo>
                  <a:pt x="1367160" y="96614"/>
                </a:lnTo>
                <a:cubicBezTo>
                  <a:pt x="1363821" y="97229"/>
                  <a:pt x="1360834" y="97537"/>
                  <a:pt x="1358197" y="97537"/>
                </a:cubicBezTo>
                <a:cubicBezTo>
                  <a:pt x="1353892" y="97537"/>
                  <a:pt x="1350553" y="96856"/>
                  <a:pt x="1348180" y="95494"/>
                </a:cubicBezTo>
                <a:cubicBezTo>
                  <a:pt x="1345808" y="94132"/>
                  <a:pt x="1344138" y="92341"/>
                  <a:pt x="1343171" y="90123"/>
                </a:cubicBezTo>
                <a:cubicBezTo>
                  <a:pt x="1342205" y="87904"/>
                  <a:pt x="1341722" y="83236"/>
                  <a:pt x="1341722" y="76118"/>
                </a:cubicBezTo>
                <a:lnTo>
                  <a:pt x="1341722" y="35851"/>
                </a:lnTo>
                <a:lnTo>
                  <a:pt x="1333022" y="35851"/>
                </a:lnTo>
                <a:lnTo>
                  <a:pt x="1333022" y="26625"/>
                </a:lnTo>
                <a:lnTo>
                  <a:pt x="1341722" y="26625"/>
                </a:lnTo>
                <a:lnTo>
                  <a:pt x="1341722" y="9245"/>
                </a:lnTo>
                <a:lnTo>
                  <a:pt x="1353518" y="2109"/>
                </a:lnTo>
                <a:lnTo>
                  <a:pt x="1353518" y="26625"/>
                </a:lnTo>
                <a:lnTo>
                  <a:pt x="1365447" y="26625"/>
                </a:lnTo>
                <a:lnTo>
                  <a:pt x="1365447" y="35851"/>
                </a:lnTo>
                <a:lnTo>
                  <a:pt x="1353518" y="35851"/>
                </a:lnTo>
                <a:lnTo>
                  <a:pt x="1353518" y="76777"/>
                </a:lnTo>
                <a:cubicBezTo>
                  <a:pt x="1353518" y="80160"/>
                  <a:pt x="1353727" y="82335"/>
                  <a:pt x="1354144" y="83302"/>
                </a:cubicBezTo>
                <a:cubicBezTo>
                  <a:pt x="1354562" y="84268"/>
                  <a:pt x="1355243" y="85037"/>
                  <a:pt x="1356187" y="85608"/>
                </a:cubicBezTo>
                <a:cubicBezTo>
                  <a:pt x="1357132" y="86179"/>
                  <a:pt x="1358483" y="86465"/>
                  <a:pt x="1360240" y="86465"/>
                </a:cubicBezTo>
                <a:cubicBezTo>
                  <a:pt x="1361558" y="86465"/>
                  <a:pt x="1363294" y="86355"/>
                  <a:pt x="1365447" y="86136"/>
                </a:cubicBezTo>
                <a:close/>
                <a:moveTo>
                  <a:pt x="1434031" y="96614"/>
                </a:moveTo>
                <a:lnTo>
                  <a:pt x="1407406" y="26625"/>
                </a:lnTo>
                <a:lnTo>
                  <a:pt x="1419928" y="26625"/>
                </a:lnTo>
                <a:lnTo>
                  <a:pt x="1434954" y="68539"/>
                </a:lnTo>
                <a:cubicBezTo>
                  <a:pt x="1436580" y="73065"/>
                  <a:pt x="1438073" y="77766"/>
                  <a:pt x="1439435" y="82643"/>
                </a:cubicBezTo>
                <a:cubicBezTo>
                  <a:pt x="1440490" y="78952"/>
                  <a:pt x="1441962" y="74515"/>
                  <a:pt x="1443851" y="69330"/>
                </a:cubicBezTo>
                <a:lnTo>
                  <a:pt x="1459404" y="26625"/>
                </a:lnTo>
                <a:lnTo>
                  <a:pt x="1471596" y="26625"/>
                </a:lnTo>
                <a:lnTo>
                  <a:pt x="1445103" y="96614"/>
                </a:lnTo>
                <a:lnTo>
                  <a:pt x="1434031" y="96614"/>
                </a:lnTo>
                <a:close/>
                <a:moveTo>
                  <a:pt x="1527746" y="87973"/>
                </a:moveTo>
                <a:cubicBezTo>
                  <a:pt x="1523352" y="91710"/>
                  <a:pt x="1519123" y="94348"/>
                  <a:pt x="1515059" y="95887"/>
                </a:cubicBezTo>
                <a:cubicBezTo>
                  <a:pt x="1510995" y="97426"/>
                  <a:pt x="1506635" y="98196"/>
                  <a:pt x="1501978" y="98196"/>
                </a:cubicBezTo>
                <a:cubicBezTo>
                  <a:pt x="1494289" y="98196"/>
                  <a:pt x="1488380" y="96316"/>
                  <a:pt x="1484250" y="92557"/>
                </a:cubicBezTo>
                <a:cubicBezTo>
                  <a:pt x="1480120" y="88798"/>
                  <a:pt x="1478055" y="83994"/>
                  <a:pt x="1478055" y="78147"/>
                </a:cubicBezTo>
                <a:cubicBezTo>
                  <a:pt x="1478055" y="74719"/>
                  <a:pt x="1478835" y="71587"/>
                  <a:pt x="1480394" y="68752"/>
                </a:cubicBezTo>
                <a:cubicBezTo>
                  <a:pt x="1481954" y="65915"/>
                  <a:pt x="1483997" y="63639"/>
                  <a:pt x="1486523" y="61924"/>
                </a:cubicBezTo>
                <a:cubicBezTo>
                  <a:pt x="1489050" y="60209"/>
                  <a:pt x="1491894" y="58913"/>
                  <a:pt x="1495058" y="58034"/>
                </a:cubicBezTo>
                <a:cubicBezTo>
                  <a:pt x="1497386" y="57418"/>
                  <a:pt x="1500901" y="56824"/>
                  <a:pt x="1505602" y="56253"/>
                </a:cubicBezTo>
                <a:cubicBezTo>
                  <a:pt x="1515180" y="55118"/>
                  <a:pt x="1522232" y="53766"/>
                  <a:pt x="1526757" y="52195"/>
                </a:cubicBezTo>
                <a:cubicBezTo>
                  <a:pt x="1526801" y="50577"/>
                  <a:pt x="1526823" y="49548"/>
                  <a:pt x="1526823" y="49110"/>
                </a:cubicBezTo>
                <a:cubicBezTo>
                  <a:pt x="1526823" y="44295"/>
                  <a:pt x="1525703" y="40903"/>
                  <a:pt x="1523462" y="38934"/>
                </a:cubicBezTo>
                <a:cubicBezTo>
                  <a:pt x="1520431" y="36264"/>
                  <a:pt x="1515927" y="34929"/>
                  <a:pt x="1509952" y="34929"/>
                </a:cubicBezTo>
                <a:cubicBezTo>
                  <a:pt x="1504372" y="34929"/>
                  <a:pt x="1500253" y="35906"/>
                  <a:pt x="1497595" y="37861"/>
                </a:cubicBezTo>
                <a:cubicBezTo>
                  <a:pt x="1494937" y="39817"/>
                  <a:pt x="1492971" y="43276"/>
                  <a:pt x="1491697" y="48241"/>
                </a:cubicBezTo>
                <a:lnTo>
                  <a:pt x="1480098" y="46660"/>
                </a:lnTo>
                <a:cubicBezTo>
                  <a:pt x="1481152" y="41680"/>
                  <a:pt x="1482888" y="37658"/>
                  <a:pt x="1485304" y="34595"/>
                </a:cubicBezTo>
                <a:cubicBezTo>
                  <a:pt x="1487721" y="31532"/>
                  <a:pt x="1491213" y="29175"/>
                  <a:pt x="1495783" y="27523"/>
                </a:cubicBezTo>
                <a:cubicBezTo>
                  <a:pt x="1500352" y="25870"/>
                  <a:pt x="1505646" y="25043"/>
                  <a:pt x="1511665" y="25043"/>
                </a:cubicBezTo>
                <a:cubicBezTo>
                  <a:pt x="1517641" y="25043"/>
                  <a:pt x="1522496" y="25746"/>
                  <a:pt x="1526230" y="27152"/>
                </a:cubicBezTo>
                <a:cubicBezTo>
                  <a:pt x="1529965" y="28558"/>
                  <a:pt x="1532711" y="30326"/>
                  <a:pt x="1534468" y="32457"/>
                </a:cubicBezTo>
                <a:cubicBezTo>
                  <a:pt x="1536225" y="34588"/>
                  <a:pt x="1537456" y="37279"/>
                  <a:pt x="1538159" y="40531"/>
                </a:cubicBezTo>
                <a:cubicBezTo>
                  <a:pt x="1538554" y="42552"/>
                  <a:pt x="1538752" y="46198"/>
                  <a:pt x="1538752" y="51470"/>
                </a:cubicBezTo>
                <a:lnTo>
                  <a:pt x="1538752" y="67287"/>
                </a:lnTo>
                <a:cubicBezTo>
                  <a:pt x="1538752" y="78315"/>
                  <a:pt x="1539004" y="85290"/>
                  <a:pt x="1539510" y="88212"/>
                </a:cubicBezTo>
                <a:cubicBezTo>
                  <a:pt x="1540015" y="91133"/>
                  <a:pt x="1541014" y="93934"/>
                  <a:pt x="1542508" y="96614"/>
                </a:cubicBezTo>
                <a:lnTo>
                  <a:pt x="1530118" y="96614"/>
                </a:lnTo>
                <a:cubicBezTo>
                  <a:pt x="1528888" y="94151"/>
                  <a:pt x="1528097" y="91271"/>
                  <a:pt x="1527746" y="87973"/>
                </a:cubicBezTo>
                <a:moveTo>
                  <a:pt x="1526757" y="61422"/>
                </a:moveTo>
                <a:cubicBezTo>
                  <a:pt x="1522452" y="63194"/>
                  <a:pt x="1515993" y="64701"/>
                  <a:pt x="1507382" y="65940"/>
                </a:cubicBezTo>
                <a:cubicBezTo>
                  <a:pt x="1502505" y="66646"/>
                  <a:pt x="1499056" y="67440"/>
                  <a:pt x="1497035" y="68323"/>
                </a:cubicBezTo>
                <a:cubicBezTo>
                  <a:pt x="1495014" y="69205"/>
                  <a:pt x="1493454" y="70495"/>
                  <a:pt x="1492356" y="72195"/>
                </a:cubicBezTo>
                <a:cubicBezTo>
                  <a:pt x="1491257" y="73893"/>
                  <a:pt x="1490708" y="75779"/>
                  <a:pt x="1490708" y="77852"/>
                </a:cubicBezTo>
                <a:cubicBezTo>
                  <a:pt x="1490708" y="81028"/>
                  <a:pt x="1491905" y="83675"/>
                  <a:pt x="1494300" y="85794"/>
                </a:cubicBezTo>
                <a:cubicBezTo>
                  <a:pt x="1496694" y="87911"/>
                  <a:pt x="1500198" y="88969"/>
                  <a:pt x="1504811" y="88969"/>
                </a:cubicBezTo>
                <a:cubicBezTo>
                  <a:pt x="1509381" y="88969"/>
                  <a:pt x="1513445" y="87965"/>
                  <a:pt x="1517004" y="85956"/>
                </a:cubicBezTo>
                <a:cubicBezTo>
                  <a:pt x="1520562" y="83948"/>
                  <a:pt x="1523177" y="81200"/>
                  <a:pt x="1524846" y="77712"/>
                </a:cubicBezTo>
                <a:cubicBezTo>
                  <a:pt x="1526120" y="75018"/>
                  <a:pt x="1526757" y="71045"/>
                  <a:pt x="1526757" y="65792"/>
                </a:cubicBezTo>
                <a:lnTo>
                  <a:pt x="1526757" y="61422"/>
                </a:lnTo>
                <a:close/>
                <a:moveTo>
                  <a:pt x="1602789" y="70912"/>
                </a:moveTo>
                <a:lnTo>
                  <a:pt x="1614454" y="72428"/>
                </a:lnTo>
                <a:cubicBezTo>
                  <a:pt x="1613180" y="80488"/>
                  <a:pt x="1609917" y="86799"/>
                  <a:pt x="1604667" y="91358"/>
                </a:cubicBezTo>
                <a:cubicBezTo>
                  <a:pt x="1599417" y="95917"/>
                  <a:pt x="1592969" y="98196"/>
                  <a:pt x="1585325" y="98196"/>
                </a:cubicBezTo>
                <a:cubicBezTo>
                  <a:pt x="1575747" y="98196"/>
                  <a:pt x="1568047" y="95065"/>
                  <a:pt x="1562225" y="88805"/>
                </a:cubicBezTo>
                <a:cubicBezTo>
                  <a:pt x="1556404" y="82544"/>
                  <a:pt x="1553493" y="73570"/>
                  <a:pt x="1553493" y="61883"/>
                </a:cubicBezTo>
                <a:cubicBezTo>
                  <a:pt x="1553493" y="54326"/>
                  <a:pt x="1554745" y="47714"/>
                  <a:pt x="1557250" y="42046"/>
                </a:cubicBezTo>
                <a:cubicBezTo>
                  <a:pt x="1559754" y="36379"/>
                  <a:pt x="1563565" y="32128"/>
                  <a:pt x="1568684" y="29294"/>
                </a:cubicBezTo>
                <a:cubicBezTo>
                  <a:pt x="1573802" y="26460"/>
                  <a:pt x="1579371" y="25043"/>
                  <a:pt x="1585390" y="25043"/>
                </a:cubicBezTo>
                <a:cubicBezTo>
                  <a:pt x="1592991" y="25043"/>
                  <a:pt x="1599208" y="26972"/>
                  <a:pt x="1604041" y="30828"/>
                </a:cubicBezTo>
                <a:cubicBezTo>
                  <a:pt x="1608874" y="34684"/>
                  <a:pt x="1611971" y="40158"/>
                  <a:pt x="1613333" y="47253"/>
                </a:cubicBezTo>
                <a:lnTo>
                  <a:pt x="1601800" y="49032"/>
                </a:lnTo>
                <a:cubicBezTo>
                  <a:pt x="1600702" y="44353"/>
                  <a:pt x="1598758" y="40833"/>
                  <a:pt x="1595968" y="38471"/>
                </a:cubicBezTo>
                <a:cubicBezTo>
                  <a:pt x="1593178" y="36109"/>
                  <a:pt x="1589806" y="34929"/>
                  <a:pt x="1585852" y="34929"/>
                </a:cubicBezTo>
                <a:cubicBezTo>
                  <a:pt x="1579877" y="34929"/>
                  <a:pt x="1575022" y="37060"/>
                  <a:pt x="1571287" y="41323"/>
                </a:cubicBezTo>
                <a:cubicBezTo>
                  <a:pt x="1567553" y="45585"/>
                  <a:pt x="1565685" y="52329"/>
                  <a:pt x="1565685" y="61554"/>
                </a:cubicBezTo>
                <a:cubicBezTo>
                  <a:pt x="1565685" y="70911"/>
                  <a:pt x="1567487" y="77710"/>
                  <a:pt x="1571089" y="81951"/>
                </a:cubicBezTo>
                <a:cubicBezTo>
                  <a:pt x="1574692" y="86190"/>
                  <a:pt x="1579393" y="88310"/>
                  <a:pt x="1585193" y="88310"/>
                </a:cubicBezTo>
                <a:cubicBezTo>
                  <a:pt x="1589850" y="88310"/>
                  <a:pt x="1593738" y="86888"/>
                  <a:pt x="1596858" y="84043"/>
                </a:cubicBezTo>
                <a:cubicBezTo>
                  <a:pt x="1599977" y="81198"/>
                  <a:pt x="1601954" y="76821"/>
                  <a:pt x="1602789" y="70912"/>
                </a:cubicBezTo>
                <a:close/>
                <a:moveTo>
                  <a:pt x="1670274" y="70912"/>
                </a:moveTo>
                <a:lnTo>
                  <a:pt x="1681939" y="72428"/>
                </a:lnTo>
                <a:cubicBezTo>
                  <a:pt x="1680665" y="80488"/>
                  <a:pt x="1677402" y="86799"/>
                  <a:pt x="1672152" y="91358"/>
                </a:cubicBezTo>
                <a:cubicBezTo>
                  <a:pt x="1666902" y="95917"/>
                  <a:pt x="1660454" y="98196"/>
                  <a:pt x="1652810" y="98196"/>
                </a:cubicBezTo>
                <a:cubicBezTo>
                  <a:pt x="1643232" y="98196"/>
                  <a:pt x="1635532" y="95065"/>
                  <a:pt x="1629710" y="88805"/>
                </a:cubicBezTo>
                <a:cubicBezTo>
                  <a:pt x="1623889" y="82544"/>
                  <a:pt x="1620978" y="73570"/>
                  <a:pt x="1620978" y="61883"/>
                </a:cubicBezTo>
                <a:cubicBezTo>
                  <a:pt x="1620978" y="54326"/>
                  <a:pt x="1622230" y="47714"/>
                  <a:pt x="1624735" y="42046"/>
                </a:cubicBezTo>
                <a:cubicBezTo>
                  <a:pt x="1627239" y="36379"/>
                  <a:pt x="1631050" y="32128"/>
                  <a:pt x="1636169" y="29294"/>
                </a:cubicBezTo>
                <a:cubicBezTo>
                  <a:pt x="1641287" y="26460"/>
                  <a:pt x="1646856" y="25043"/>
                  <a:pt x="1652875" y="25043"/>
                </a:cubicBezTo>
                <a:cubicBezTo>
                  <a:pt x="1660476" y="25043"/>
                  <a:pt x="1666693" y="26972"/>
                  <a:pt x="1671526" y="30828"/>
                </a:cubicBezTo>
                <a:cubicBezTo>
                  <a:pt x="1676359" y="34684"/>
                  <a:pt x="1679456" y="40158"/>
                  <a:pt x="1680818" y="47253"/>
                </a:cubicBezTo>
                <a:lnTo>
                  <a:pt x="1669285" y="49032"/>
                </a:lnTo>
                <a:cubicBezTo>
                  <a:pt x="1668187" y="44353"/>
                  <a:pt x="1666243" y="40833"/>
                  <a:pt x="1663453" y="38471"/>
                </a:cubicBezTo>
                <a:cubicBezTo>
                  <a:pt x="1660663" y="36109"/>
                  <a:pt x="1657291" y="34929"/>
                  <a:pt x="1653337" y="34929"/>
                </a:cubicBezTo>
                <a:cubicBezTo>
                  <a:pt x="1647362" y="34929"/>
                  <a:pt x="1642507" y="37060"/>
                  <a:pt x="1638772" y="41323"/>
                </a:cubicBezTo>
                <a:cubicBezTo>
                  <a:pt x="1635038" y="45585"/>
                  <a:pt x="1633170" y="52329"/>
                  <a:pt x="1633170" y="61554"/>
                </a:cubicBezTo>
                <a:cubicBezTo>
                  <a:pt x="1633170" y="70911"/>
                  <a:pt x="1634972" y="77710"/>
                  <a:pt x="1638574" y="81951"/>
                </a:cubicBezTo>
                <a:cubicBezTo>
                  <a:pt x="1642177" y="86190"/>
                  <a:pt x="1646878" y="88310"/>
                  <a:pt x="1652678" y="88310"/>
                </a:cubicBezTo>
                <a:cubicBezTo>
                  <a:pt x="1657335" y="88310"/>
                  <a:pt x="1661223" y="86888"/>
                  <a:pt x="1664343" y="84043"/>
                </a:cubicBezTo>
                <a:cubicBezTo>
                  <a:pt x="1667462" y="81198"/>
                  <a:pt x="1669439" y="76821"/>
                  <a:pt x="1670274" y="70912"/>
                </a:cubicBezTo>
                <a:close/>
                <a:moveTo>
                  <a:pt x="1692154" y="13708"/>
                </a:moveTo>
                <a:lnTo>
                  <a:pt x="1692154" y="0"/>
                </a:lnTo>
                <a:lnTo>
                  <a:pt x="1704016" y="0"/>
                </a:lnTo>
                <a:lnTo>
                  <a:pt x="1704016" y="13708"/>
                </a:lnTo>
                <a:lnTo>
                  <a:pt x="1692154" y="13708"/>
                </a:lnTo>
                <a:moveTo>
                  <a:pt x="1692154" y="96614"/>
                </a:moveTo>
                <a:lnTo>
                  <a:pt x="1692154" y="26625"/>
                </a:lnTo>
                <a:lnTo>
                  <a:pt x="1704016" y="26625"/>
                </a:lnTo>
                <a:lnTo>
                  <a:pt x="1704016" y="96614"/>
                </a:lnTo>
                <a:lnTo>
                  <a:pt x="1692154" y="96614"/>
                </a:lnTo>
                <a:close/>
                <a:moveTo>
                  <a:pt x="1722051" y="96614"/>
                </a:moveTo>
                <a:lnTo>
                  <a:pt x="1722051" y="26625"/>
                </a:lnTo>
                <a:lnTo>
                  <a:pt x="1732727" y="26625"/>
                </a:lnTo>
                <a:lnTo>
                  <a:pt x="1732727" y="36510"/>
                </a:lnTo>
                <a:cubicBezTo>
                  <a:pt x="1737868" y="28866"/>
                  <a:pt x="1745293" y="25043"/>
                  <a:pt x="1755003" y="25043"/>
                </a:cubicBezTo>
                <a:cubicBezTo>
                  <a:pt x="1759221" y="25043"/>
                  <a:pt x="1763098" y="25801"/>
                  <a:pt x="1766635" y="27317"/>
                </a:cubicBezTo>
                <a:cubicBezTo>
                  <a:pt x="1770172" y="28833"/>
                  <a:pt x="1772819" y="30821"/>
                  <a:pt x="1774576" y="33281"/>
                </a:cubicBezTo>
                <a:cubicBezTo>
                  <a:pt x="1776333" y="35742"/>
                  <a:pt x="1777564" y="38663"/>
                  <a:pt x="1778267" y="42046"/>
                </a:cubicBezTo>
                <a:cubicBezTo>
                  <a:pt x="1778706" y="44243"/>
                  <a:pt x="1778926" y="48087"/>
                  <a:pt x="1778926" y="53579"/>
                </a:cubicBezTo>
                <a:lnTo>
                  <a:pt x="1778926" y="96614"/>
                </a:lnTo>
                <a:lnTo>
                  <a:pt x="1767063" y="96614"/>
                </a:lnTo>
                <a:lnTo>
                  <a:pt x="1767063" y="53995"/>
                </a:lnTo>
                <a:cubicBezTo>
                  <a:pt x="1767063" y="49157"/>
                  <a:pt x="1766602" y="45539"/>
                  <a:pt x="1765679" y="43142"/>
                </a:cubicBezTo>
                <a:cubicBezTo>
                  <a:pt x="1764756" y="40745"/>
                  <a:pt x="1763120" y="38831"/>
                  <a:pt x="1760769" y="37402"/>
                </a:cubicBezTo>
                <a:cubicBezTo>
                  <a:pt x="1758419" y="35973"/>
                  <a:pt x="1755662" y="35258"/>
                  <a:pt x="1752498" y="35258"/>
                </a:cubicBezTo>
                <a:cubicBezTo>
                  <a:pt x="1747446" y="35258"/>
                  <a:pt x="1743085" y="36864"/>
                  <a:pt x="1739417" y="40075"/>
                </a:cubicBezTo>
                <a:cubicBezTo>
                  <a:pt x="1735748" y="43285"/>
                  <a:pt x="1733914" y="49377"/>
                  <a:pt x="1733914" y="58349"/>
                </a:cubicBezTo>
                <a:lnTo>
                  <a:pt x="1733914" y="96614"/>
                </a:lnTo>
                <a:lnTo>
                  <a:pt x="1722051" y="96614"/>
                </a:lnTo>
                <a:close/>
                <a:moveTo>
                  <a:pt x="1845006" y="74075"/>
                </a:moveTo>
                <a:lnTo>
                  <a:pt x="1857264" y="75591"/>
                </a:lnTo>
                <a:cubicBezTo>
                  <a:pt x="1855331" y="82753"/>
                  <a:pt x="1851750" y="88310"/>
                  <a:pt x="1846522" y="92265"/>
                </a:cubicBezTo>
                <a:cubicBezTo>
                  <a:pt x="1841294" y="96219"/>
                  <a:pt x="1834615" y="98196"/>
                  <a:pt x="1826487" y="98196"/>
                </a:cubicBezTo>
                <a:cubicBezTo>
                  <a:pt x="1816250" y="98196"/>
                  <a:pt x="1808133" y="95043"/>
                  <a:pt x="1802136" y="88739"/>
                </a:cubicBezTo>
                <a:cubicBezTo>
                  <a:pt x="1796139" y="82434"/>
                  <a:pt x="1793140" y="73592"/>
                  <a:pt x="1793140" y="62213"/>
                </a:cubicBezTo>
                <a:cubicBezTo>
                  <a:pt x="1793140" y="50438"/>
                  <a:pt x="1796172" y="41299"/>
                  <a:pt x="1802235" y="34797"/>
                </a:cubicBezTo>
                <a:cubicBezTo>
                  <a:pt x="1808298" y="28294"/>
                  <a:pt x="1816163" y="25043"/>
                  <a:pt x="1825828" y="25043"/>
                </a:cubicBezTo>
                <a:cubicBezTo>
                  <a:pt x="1835187" y="25043"/>
                  <a:pt x="1842831" y="28224"/>
                  <a:pt x="1848763" y="34585"/>
                </a:cubicBezTo>
                <a:cubicBezTo>
                  <a:pt x="1854694" y="40944"/>
                  <a:pt x="1857660" y="49892"/>
                  <a:pt x="1857660" y="61428"/>
                </a:cubicBezTo>
                <a:cubicBezTo>
                  <a:pt x="1857660" y="62130"/>
                  <a:pt x="1857638" y="63182"/>
                  <a:pt x="1857594" y="64585"/>
                </a:cubicBezTo>
                <a:lnTo>
                  <a:pt x="1805398" y="64585"/>
                </a:lnTo>
                <a:cubicBezTo>
                  <a:pt x="1805838" y="72252"/>
                  <a:pt x="1808012" y="78123"/>
                  <a:pt x="1811923" y="82198"/>
                </a:cubicBezTo>
                <a:cubicBezTo>
                  <a:pt x="1815833" y="86273"/>
                  <a:pt x="1820710" y="88310"/>
                  <a:pt x="1826553" y="88310"/>
                </a:cubicBezTo>
                <a:cubicBezTo>
                  <a:pt x="1830903" y="88310"/>
                  <a:pt x="1834615" y="87179"/>
                  <a:pt x="1837691" y="84916"/>
                </a:cubicBezTo>
                <a:cubicBezTo>
                  <a:pt x="1840766" y="82652"/>
                  <a:pt x="1843205" y="79039"/>
                  <a:pt x="1845006" y="74075"/>
                </a:cubicBezTo>
                <a:moveTo>
                  <a:pt x="1806057" y="54700"/>
                </a:moveTo>
                <a:lnTo>
                  <a:pt x="1845138" y="54700"/>
                </a:lnTo>
                <a:cubicBezTo>
                  <a:pt x="1844611" y="48908"/>
                  <a:pt x="1843117" y="44565"/>
                  <a:pt x="1840657" y="41669"/>
                </a:cubicBezTo>
                <a:cubicBezTo>
                  <a:pt x="1836878" y="37176"/>
                  <a:pt x="1831979" y="34929"/>
                  <a:pt x="1825960" y="34929"/>
                </a:cubicBezTo>
                <a:cubicBezTo>
                  <a:pt x="1820512" y="34929"/>
                  <a:pt x="1815932" y="36723"/>
                  <a:pt x="1812219" y="40310"/>
                </a:cubicBezTo>
                <a:cubicBezTo>
                  <a:pt x="1808507" y="43896"/>
                  <a:pt x="1806453" y="48693"/>
                  <a:pt x="1806057" y="54700"/>
                </a:cubicBezTo>
                <a:close/>
                <a:moveTo>
                  <a:pt x="1867393" y="75657"/>
                </a:moveTo>
                <a:lnTo>
                  <a:pt x="1879124" y="73812"/>
                </a:lnTo>
                <a:cubicBezTo>
                  <a:pt x="1879783" y="78492"/>
                  <a:pt x="1881617" y="82079"/>
                  <a:pt x="1884627" y="84572"/>
                </a:cubicBezTo>
                <a:cubicBezTo>
                  <a:pt x="1887636" y="87064"/>
                  <a:pt x="1891843" y="88310"/>
                  <a:pt x="1897247" y="88310"/>
                </a:cubicBezTo>
                <a:cubicBezTo>
                  <a:pt x="1902695" y="88310"/>
                  <a:pt x="1906737" y="87210"/>
                  <a:pt x="1909373" y="85009"/>
                </a:cubicBezTo>
                <a:cubicBezTo>
                  <a:pt x="1912009" y="82807"/>
                  <a:pt x="1913327" y="80224"/>
                  <a:pt x="1913327" y="77261"/>
                </a:cubicBezTo>
                <a:cubicBezTo>
                  <a:pt x="1913327" y="74602"/>
                  <a:pt x="1912163" y="72509"/>
                  <a:pt x="1909835" y="70984"/>
                </a:cubicBezTo>
                <a:cubicBezTo>
                  <a:pt x="1908209" y="69938"/>
                  <a:pt x="1904167" y="68608"/>
                  <a:pt x="1897708" y="66995"/>
                </a:cubicBezTo>
                <a:cubicBezTo>
                  <a:pt x="1889009" y="64797"/>
                  <a:pt x="1882979" y="62895"/>
                  <a:pt x="1879618" y="61290"/>
                </a:cubicBezTo>
                <a:cubicBezTo>
                  <a:pt x="1876257" y="59685"/>
                  <a:pt x="1873709" y="57464"/>
                  <a:pt x="1871973" y="54628"/>
                </a:cubicBezTo>
                <a:cubicBezTo>
                  <a:pt x="1870238" y="51791"/>
                  <a:pt x="1869370" y="48658"/>
                  <a:pt x="1869370" y="45228"/>
                </a:cubicBezTo>
                <a:cubicBezTo>
                  <a:pt x="1869370" y="42106"/>
                  <a:pt x="1870084" y="39214"/>
                  <a:pt x="1871512" y="36554"/>
                </a:cubicBezTo>
                <a:cubicBezTo>
                  <a:pt x="1872940" y="33893"/>
                  <a:pt x="1874884" y="31683"/>
                  <a:pt x="1877344" y="29924"/>
                </a:cubicBezTo>
                <a:cubicBezTo>
                  <a:pt x="1879190" y="28561"/>
                  <a:pt x="1881705" y="27407"/>
                  <a:pt x="1884890" y="26462"/>
                </a:cubicBezTo>
                <a:cubicBezTo>
                  <a:pt x="1888076" y="25516"/>
                  <a:pt x="1891491" y="25043"/>
                  <a:pt x="1895138" y="25043"/>
                </a:cubicBezTo>
                <a:cubicBezTo>
                  <a:pt x="1900630" y="25043"/>
                  <a:pt x="1905452" y="25840"/>
                  <a:pt x="1909604" y="27432"/>
                </a:cubicBezTo>
                <a:cubicBezTo>
                  <a:pt x="1913756" y="29024"/>
                  <a:pt x="1916820" y="31180"/>
                  <a:pt x="1918797" y="33901"/>
                </a:cubicBezTo>
                <a:cubicBezTo>
                  <a:pt x="1920775" y="36621"/>
                  <a:pt x="1922137" y="40259"/>
                  <a:pt x="1922883" y="44814"/>
                </a:cubicBezTo>
                <a:lnTo>
                  <a:pt x="1911284" y="46396"/>
                </a:lnTo>
                <a:cubicBezTo>
                  <a:pt x="1910757" y="42793"/>
                  <a:pt x="1909230" y="39981"/>
                  <a:pt x="1906704" y="37960"/>
                </a:cubicBezTo>
                <a:cubicBezTo>
                  <a:pt x="1904178" y="35939"/>
                  <a:pt x="1900608" y="34929"/>
                  <a:pt x="1895995" y="34929"/>
                </a:cubicBezTo>
                <a:cubicBezTo>
                  <a:pt x="1890547" y="34929"/>
                  <a:pt x="1886659" y="35825"/>
                  <a:pt x="1884330" y="37618"/>
                </a:cubicBezTo>
                <a:cubicBezTo>
                  <a:pt x="1882001" y="39410"/>
                  <a:pt x="1880837" y="41509"/>
                  <a:pt x="1880837" y="43914"/>
                </a:cubicBezTo>
                <a:cubicBezTo>
                  <a:pt x="1880837" y="45444"/>
                  <a:pt x="1881320" y="46821"/>
                  <a:pt x="1882287" y="48046"/>
                </a:cubicBezTo>
                <a:cubicBezTo>
                  <a:pt x="1883254" y="49313"/>
                  <a:pt x="1884769" y="50362"/>
                  <a:pt x="1886834" y="51192"/>
                </a:cubicBezTo>
                <a:cubicBezTo>
                  <a:pt x="1888021" y="51630"/>
                  <a:pt x="1891513" y="52636"/>
                  <a:pt x="1897313" y="54210"/>
                </a:cubicBezTo>
                <a:cubicBezTo>
                  <a:pt x="1905705" y="56449"/>
                  <a:pt x="1911559" y="58282"/>
                  <a:pt x="1914876" y="59708"/>
                </a:cubicBezTo>
                <a:cubicBezTo>
                  <a:pt x="1918193" y="61135"/>
                  <a:pt x="1920796" y="63209"/>
                  <a:pt x="1922686" y="65932"/>
                </a:cubicBezTo>
                <a:cubicBezTo>
                  <a:pt x="1924575" y="68653"/>
                  <a:pt x="1925520" y="72033"/>
                  <a:pt x="1925520" y="76071"/>
                </a:cubicBezTo>
                <a:cubicBezTo>
                  <a:pt x="1925520" y="80022"/>
                  <a:pt x="1924366" y="83743"/>
                  <a:pt x="1922060" y="87233"/>
                </a:cubicBezTo>
                <a:cubicBezTo>
                  <a:pt x="1919753" y="90722"/>
                  <a:pt x="1916425" y="93421"/>
                  <a:pt x="1912075" y="95331"/>
                </a:cubicBezTo>
                <a:cubicBezTo>
                  <a:pt x="1907726" y="97241"/>
                  <a:pt x="1902805" y="98196"/>
                  <a:pt x="1897313" y="98196"/>
                </a:cubicBezTo>
                <a:cubicBezTo>
                  <a:pt x="1888218" y="98196"/>
                  <a:pt x="1881287" y="96301"/>
                  <a:pt x="1876520" y="92512"/>
                </a:cubicBezTo>
                <a:cubicBezTo>
                  <a:pt x="1871753" y="88722"/>
                  <a:pt x="1868711" y="83104"/>
                  <a:pt x="1867393" y="75657"/>
                </a:cubicBezTo>
                <a:close/>
                <a:moveTo>
                  <a:pt x="1942720" y="96614"/>
                </a:moveTo>
                <a:lnTo>
                  <a:pt x="1942720" y="83038"/>
                </a:lnTo>
                <a:lnTo>
                  <a:pt x="1956230" y="83038"/>
                </a:lnTo>
                <a:lnTo>
                  <a:pt x="1956230" y="96575"/>
                </a:lnTo>
                <a:cubicBezTo>
                  <a:pt x="1956230" y="101551"/>
                  <a:pt x="1955352" y="105568"/>
                  <a:pt x="1953594" y="108627"/>
                </a:cubicBezTo>
                <a:cubicBezTo>
                  <a:pt x="1951837" y="111687"/>
                  <a:pt x="1949047" y="114054"/>
                  <a:pt x="1945224" y="115726"/>
                </a:cubicBezTo>
                <a:lnTo>
                  <a:pt x="1941929" y="110586"/>
                </a:lnTo>
                <a:cubicBezTo>
                  <a:pt x="1944434" y="109493"/>
                  <a:pt x="1946279" y="107886"/>
                  <a:pt x="1947465" y="105764"/>
                </a:cubicBezTo>
                <a:cubicBezTo>
                  <a:pt x="1948651" y="103643"/>
                  <a:pt x="1949310" y="100593"/>
                  <a:pt x="1949442" y="96614"/>
                </a:cubicBezTo>
                <a:lnTo>
                  <a:pt x="1942720" y="96614"/>
                </a:lnTo>
                <a:close/>
                <a:moveTo>
                  <a:pt x="1977210" y="13708"/>
                </a:moveTo>
                <a:lnTo>
                  <a:pt x="1977210" y="0"/>
                </a:lnTo>
                <a:lnTo>
                  <a:pt x="1989073" y="0"/>
                </a:lnTo>
                <a:lnTo>
                  <a:pt x="1989073" y="13708"/>
                </a:lnTo>
                <a:lnTo>
                  <a:pt x="1977210" y="13708"/>
                </a:lnTo>
                <a:moveTo>
                  <a:pt x="1977210" y="96614"/>
                </a:moveTo>
                <a:lnTo>
                  <a:pt x="1977210" y="26625"/>
                </a:lnTo>
                <a:lnTo>
                  <a:pt x="1989073" y="26625"/>
                </a:lnTo>
                <a:lnTo>
                  <a:pt x="1989073" y="96614"/>
                </a:lnTo>
                <a:lnTo>
                  <a:pt x="1977210" y="96614"/>
                </a:lnTo>
                <a:close/>
                <a:moveTo>
                  <a:pt x="2033008" y="86136"/>
                </a:moveTo>
                <a:lnTo>
                  <a:pt x="2034721" y="96614"/>
                </a:lnTo>
                <a:cubicBezTo>
                  <a:pt x="2031382" y="97229"/>
                  <a:pt x="2028394" y="97537"/>
                  <a:pt x="2025758" y="97537"/>
                </a:cubicBezTo>
                <a:cubicBezTo>
                  <a:pt x="2021453" y="97537"/>
                  <a:pt x="2018113" y="96856"/>
                  <a:pt x="2015741" y="95494"/>
                </a:cubicBezTo>
                <a:cubicBezTo>
                  <a:pt x="2013368" y="94132"/>
                  <a:pt x="2011699" y="92341"/>
                  <a:pt x="2010732" y="90123"/>
                </a:cubicBezTo>
                <a:cubicBezTo>
                  <a:pt x="2009766" y="87904"/>
                  <a:pt x="2009282" y="83236"/>
                  <a:pt x="2009282" y="76118"/>
                </a:cubicBezTo>
                <a:lnTo>
                  <a:pt x="2009282" y="35851"/>
                </a:lnTo>
                <a:lnTo>
                  <a:pt x="2000583" y="35851"/>
                </a:lnTo>
                <a:lnTo>
                  <a:pt x="2000583" y="26625"/>
                </a:lnTo>
                <a:lnTo>
                  <a:pt x="2009282" y="26625"/>
                </a:lnTo>
                <a:lnTo>
                  <a:pt x="2009282" y="9245"/>
                </a:lnTo>
                <a:lnTo>
                  <a:pt x="2021079" y="2109"/>
                </a:lnTo>
                <a:lnTo>
                  <a:pt x="2021079" y="26625"/>
                </a:lnTo>
                <a:lnTo>
                  <a:pt x="2033008" y="26625"/>
                </a:lnTo>
                <a:lnTo>
                  <a:pt x="2033008" y="35851"/>
                </a:lnTo>
                <a:lnTo>
                  <a:pt x="2021079" y="35851"/>
                </a:lnTo>
                <a:lnTo>
                  <a:pt x="2021079" y="76777"/>
                </a:lnTo>
                <a:cubicBezTo>
                  <a:pt x="2021079" y="80160"/>
                  <a:pt x="2021288" y="82335"/>
                  <a:pt x="2021705" y="83302"/>
                </a:cubicBezTo>
                <a:cubicBezTo>
                  <a:pt x="2022123" y="84268"/>
                  <a:pt x="2022804" y="85037"/>
                  <a:pt x="2023748" y="85608"/>
                </a:cubicBezTo>
                <a:cubicBezTo>
                  <a:pt x="2024693" y="86179"/>
                  <a:pt x="2026044" y="86465"/>
                  <a:pt x="2027801" y="86465"/>
                </a:cubicBezTo>
                <a:cubicBezTo>
                  <a:pt x="2029119" y="86465"/>
                  <a:pt x="2030855" y="86355"/>
                  <a:pt x="2033008" y="86136"/>
                </a:cubicBezTo>
                <a:close/>
                <a:moveTo>
                  <a:pt x="2127558" y="96614"/>
                </a:moveTo>
                <a:lnTo>
                  <a:pt x="2127558" y="87783"/>
                </a:lnTo>
                <a:cubicBezTo>
                  <a:pt x="2123121" y="94725"/>
                  <a:pt x="2116596" y="98196"/>
                  <a:pt x="2107985" y="98196"/>
                </a:cubicBezTo>
                <a:cubicBezTo>
                  <a:pt x="2102405" y="98196"/>
                  <a:pt x="2097276" y="96658"/>
                  <a:pt x="2092596" y="93583"/>
                </a:cubicBezTo>
                <a:cubicBezTo>
                  <a:pt x="2087917" y="90507"/>
                  <a:pt x="2084293" y="86212"/>
                  <a:pt x="2081722" y="80699"/>
                </a:cubicBezTo>
                <a:cubicBezTo>
                  <a:pt x="2079152" y="75185"/>
                  <a:pt x="2077867" y="68847"/>
                  <a:pt x="2077867" y="61685"/>
                </a:cubicBezTo>
                <a:cubicBezTo>
                  <a:pt x="2077867" y="54700"/>
                  <a:pt x="2079031" y="48362"/>
                  <a:pt x="2081360" y="42672"/>
                </a:cubicBezTo>
                <a:cubicBezTo>
                  <a:pt x="2083688" y="36983"/>
                  <a:pt x="2087181" y="32622"/>
                  <a:pt x="2091838" y="29591"/>
                </a:cubicBezTo>
                <a:cubicBezTo>
                  <a:pt x="2096496" y="26559"/>
                  <a:pt x="2101702" y="25043"/>
                  <a:pt x="2107458" y="25043"/>
                </a:cubicBezTo>
                <a:cubicBezTo>
                  <a:pt x="2111675" y="25043"/>
                  <a:pt x="2115432" y="25933"/>
                  <a:pt x="2118727" y="27712"/>
                </a:cubicBezTo>
                <a:cubicBezTo>
                  <a:pt x="2122022" y="29492"/>
                  <a:pt x="2124702" y="31809"/>
                  <a:pt x="2126767" y="34665"/>
                </a:cubicBezTo>
                <a:lnTo>
                  <a:pt x="2126767" y="0"/>
                </a:lnTo>
                <a:lnTo>
                  <a:pt x="2138564" y="0"/>
                </a:lnTo>
                <a:lnTo>
                  <a:pt x="2138564" y="96614"/>
                </a:lnTo>
                <a:lnTo>
                  <a:pt x="2127558" y="96614"/>
                </a:lnTo>
                <a:moveTo>
                  <a:pt x="2090059" y="61652"/>
                </a:moveTo>
                <a:cubicBezTo>
                  <a:pt x="2090059" y="70582"/>
                  <a:pt x="2091948" y="77258"/>
                  <a:pt x="2095727" y="81679"/>
                </a:cubicBezTo>
                <a:cubicBezTo>
                  <a:pt x="2099505" y="86100"/>
                  <a:pt x="2103965" y="88310"/>
                  <a:pt x="2109105" y="88310"/>
                </a:cubicBezTo>
                <a:cubicBezTo>
                  <a:pt x="2114290" y="88310"/>
                  <a:pt x="2118694" y="86199"/>
                  <a:pt x="2122319" y="81975"/>
                </a:cubicBezTo>
                <a:cubicBezTo>
                  <a:pt x="2125943" y="77751"/>
                  <a:pt x="2127756" y="71305"/>
                  <a:pt x="2127756" y="62637"/>
                </a:cubicBezTo>
                <a:cubicBezTo>
                  <a:pt x="2127756" y="53095"/>
                  <a:pt x="2125910" y="46091"/>
                  <a:pt x="2122220" y="41626"/>
                </a:cubicBezTo>
                <a:cubicBezTo>
                  <a:pt x="2118529" y="37161"/>
                  <a:pt x="2113982" y="34929"/>
                  <a:pt x="2108578" y="34929"/>
                </a:cubicBezTo>
                <a:cubicBezTo>
                  <a:pt x="2103306" y="34929"/>
                  <a:pt x="2098901" y="37074"/>
                  <a:pt x="2095364" y="41365"/>
                </a:cubicBezTo>
                <a:cubicBezTo>
                  <a:pt x="2091828" y="45654"/>
                  <a:pt x="2090059" y="52416"/>
                  <a:pt x="2090059" y="61652"/>
                </a:cubicBezTo>
                <a:close/>
                <a:moveTo>
                  <a:pt x="2152779" y="61620"/>
                </a:moveTo>
                <a:cubicBezTo>
                  <a:pt x="2152779" y="48659"/>
                  <a:pt x="2156381" y="39059"/>
                  <a:pt x="2163587" y="32820"/>
                </a:cubicBezTo>
                <a:cubicBezTo>
                  <a:pt x="2169606" y="27635"/>
                  <a:pt x="2176943" y="25043"/>
                  <a:pt x="2185598" y="25043"/>
                </a:cubicBezTo>
                <a:cubicBezTo>
                  <a:pt x="2195220" y="25043"/>
                  <a:pt x="2203085" y="28196"/>
                  <a:pt x="2209192" y="34500"/>
                </a:cubicBezTo>
                <a:cubicBezTo>
                  <a:pt x="2215299" y="40805"/>
                  <a:pt x="2218352" y="49515"/>
                  <a:pt x="2218352" y="60631"/>
                </a:cubicBezTo>
                <a:cubicBezTo>
                  <a:pt x="2218352" y="69638"/>
                  <a:pt x="2217001" y="76722"/>
                  <a:pt x="2214299" y="81885"/>
                </a:cubicBezTo>
                <a:cubicBezTo>
                  <a:pt x="2211597" y="87047"/>
                  <a:pt x="2207665" y="91056"/>
                  <a:pt x="2202503" y="93912"/>
                </a:cubicBezTo>
                <a:cubicBezTo>
                  <a:pt x="2197340" y="96768"/>
                  <a:pt x="2191705" y="98196"/>
                  <a:pt x="2185598" y="98196"/>
                </a:cubicBezTo>
                <a:cubicBezTo>
                  <a:pt x="2175801" y="98196"/>
                  <a:pt x="2167881" y="95054"/>
                  <a:pt x="2161840" y="88772"/>
                </a:cubicBezTo>
                <a:cubicBezTo>
                  <a:pt x="2155799" y="82489"/>
                  <a:pt x="2152779" y="73438"/>
                  <a:pt x="2152779" y="61620"/>
                </a:cubicBezTo>
                <a:moveTo>
                  <a:pt x="2164971" y="61587"/>
                </a:moveTo>
                <a:cubicBezTo>
                  <a:pt x="2164971" y="70516"/>
                  <a:pt x="2166926" y="77203"/>
                  <a:pt x="2170836" y="81646"/>
                </a:cubicBezTo>
                <a:cubicBezTo>
                  <a:pt x="2174746" y="86089"/>
                  <a:pt x="2179667" y="88310"/>
                  <a:pt x="2185598" y="88310"/>
                </a:cubicBezTo>
                <a:cubicBezTo>
                  <a:pt x="2191486" y="88310"/>
                  <a:pt x="2196385" y="86078"/>
                  <a:pt x="2200295" y="81613"/>
                </a:cubicBezTo>
                <a:cubicBezTo>
                  <a:pt x="2204205" y="77148"/>
                  <a:pt x="2206160" y="70341"/>
                  <a:pt x="2206160" y="61193"/>
                </a:cubicBezTo>
                <a:cubicBezTo>
                  <a:pt x="2206160" y="52570"/>
                  <a:pt x="2204194" y="46036"/>
                  <a:pt x="2200262" y="41593"/>
                </a:cubicBezTo>
                <a:cubicBezTo>
                  <a:pt x="2196330" y="37150"/>
                  <a:pt x="2191442" y="34929"/>
                  <a:pt x="2185598" y="34929"/>
                </a:cubicBezTo>
                <a:cubicBezTo>
                  <a:pt x="2179667" y="34929"/>
                  <a:pt x="2174746" y="37139"/>
                  <a:pt x="2170836" y="41560"/>
                </a:cubicBezTo>
                <a:cubicBezTo>
                  <a:pt x="2166926" y="45981"/>
                  <a:pt x="2164971" y="52657"/>
                  <a:pt x="2164971" y="61587"/>
                </a:cubicBezTo>
                <a:close/>
                <a:moveTo>
                  <a:pt x="2280149" y="74075"/>
                </a:moveTo>
                <a:lnTo>
                  <a:pt x="2292407" y="75591"/>
                </a:lnTo>
                <a:cubicBezTo>
                  <a:pt x="2290474" y="82753"/>
                  <a:pt x="2286893" y="88310"/>
                  <a:pt x="2281665" y="92265"/>
                </a:cubicBezTo>
                <a:cubicBezTo>
                  <a:pt x="2276436" y="96219"/>
                  <a:pt x="2269758" y="98196"/>
                  <a:pt x="2261630" y="98196"/>
                </a:cubicBezTo>
                <a:cubicBezTo>
                  <a:pt x="2251393" y="98196"/>
                  <a:pt x="2243276" y="95043"/>
                  <a:pt x="2237279" y="88739"/>
                </a:cubicBezTo>
                <a:cubicBezTo>
                  <a:pt x="2231282" y="82434"/>
                  <a:pt x="2228283" y="73592"/>
                  <a:pt x="2228283" y="62213"/>
                </a:cubicBezTo>
                <a:cubicBezTo>
                  <a:pt x="2228283" y="50438"/>
                  <a:pt x="2231315" y="41299"/>
                  <a:pt x="2237378" y="34797"/>
                </a:cubicBezTo>
                <a:cubicBezTo>
                  <a:pt x="2243441" y="28294"/>
                  <a:pt x="2251305" y="25043"/>
                  <a:pt x="2260971" y="25043"/>
                </a:cubicBezTo>
                <a:cubicBezTo>
                  <a:pt x="2270329" y="25043"/>
                  <a:pt x="2277974" y="28224"/>
                  <a:pt x="2283905" y="34585"/>
                </a:cubicBezTo>
                <a:cubicBezTo>
                  <a:pt x="2289837" y="40944"/>
                  <a:pt x="2292802" y="49892"/>
                  <a:pt x="2292802" y="61428"/>
                </a:cubicBezTo>
                <a:cubicBezTo>
                  <a:pt x="2292802" y="62130"/>
                  <a:pt x="2292780" y="63182"/>
                  <a:pt x="2292736" y="64585"/>
                </a:cubicBezTo>
                <a:lnTo>
                  <a:pt x="2240541" y="64585"/>
                </a:lnTo>
                <a:cubicBezTo>
                  <a:pt x="2240980" y="72252"/>
                  <a:pt x="2243155" y="78123"/>
                  <a:pt x="2247065" y="82198"/>
                </a:cubicBezTo>
                <a:cubicBezTo>
                  <a:pt x="2250976" y="86273"/>
                  <a:pt x="2255853" y="88310"/>
                  <a:pt x="2261696" y="88310"/>
                </a:cubicBezTo>
                <a:cubicBezTo>
                  <a:pt x="2266046" y="88310"/>
                  <a:pt x="2269758" y="87179"/>
                  <a:pt x="2272834" y="84916"/>
                </a:cubicBezTo>
                <a:cubicBezTo>
                  <a:pt x="2275909" y="82652"/>
                  <a:pt x="2278348" y="79039"/>
                  <a:pt x="2280149" y="74075"/>
                </a:cubicBezTo>
                <a:moveTo>
                  <a:pt x="2241200" y="54700"/>
                </a:moveTo>
                <a:lnTo>
                  <a:pt x="2280281" y="54700"/>
                </a:lnTo>
                <a:cubicBezTo>
                  <a:pt x="2279753" y="48908"/>
                  <a:pt x="2278260" y="44565"/>
                  <a:pt x="2275799" y="41669"/>
                </a:cubicBezTo>
                <a:cubicBezTo>
                  <a:pt x="2272021" y="37176"/>
                  <a:pt x="2267122" y="34929"/>
                  <a:pt x="2261103" y="34929"/>
                </a:cubicBezTo>
                <a:cubicBezTo>
                  <a:pt x="2255655" y="34929"/>
                  <a:pt x="2251075" y="36723"/>
                  <a:pt x="2247362" y="40310"/>
                </a:cubicBezTo>
                <a:cubicBezTo>
                  <a:pt x="2243649" y="43896"/>
                  <a:pt x="2241595" y="48693"/>
                  <a:pt x="2241200" y="54700"/>
                </a:cubicBezTo>
                <a:close/>
                <a:moveTo>
                  <a:pt x="2302535" y="75657"/>
                </a:moveTo>
                <a:lnTo>
                  <a:pt x="2314266" y="73812"/>
                </a:lnTo>
                <a:cubicBezTo>
                  <a:pt x="2314925" y="78492"/>
                  <a:pt x="2316760" y="82079"/>
                  <a:pt x="2319769" y="84572"/>
                </a:cubicBezTo>
                <a:cubicBezTo>
                  <a:pt x="2322779" y="87064"/>
                  <a:pt x="2326986" y="88310"/>
                  <a:pt x="2332390" y="88310"/>
                </a:cubicBezTo>
                <a:cubicBezTo>
                  <a:pt x="2337838" y="88310"/>
                  <a:pt x="2341880" y="87210"/>
                  <a:pt x="2344516" y="85009"/>
                </a:cubicBezTo>
                <a:cubicBezTo>
                  <a:pt x="2347152" y="82807"/>
                  <a:pt x="2348470" y="80224"/>
                  <a:pt x="2348470" y="77261"/>
                </a:cubicBezTo>
                <a:cubicBezTo>
                  <a:pt x="2348470" y="74602"/>
                  <a:pt x="2347306" y="72509"/>
                  <a:pt x="2344977" y="70984"/>
                </a:cubicBezTo>
                <a:cubicBezTo>
                  <a:pt x="2343352" y="69938"/>
                  <a:pt x="2339309" y="68608"/>
                  <a:pt x="2332851" y="66995"/>
                </a:cubicBezTo>
                <a:cubicBezTo>
                  <a:pt x="2324152" y="64797"/>
                  <a:pt x="2318122" y="62895"/>
                  <a:pt x="2314761" y="61290"/>
                </a:cubicBezTo>
                <a:cubicBezTo>
                  <a:pt x="2311399" y="59685"/>
                  <a:pt x="2308851" y="57464"/>
                  <a:pt x="2307116" y="54628"/>
                </a:cubicBezTo>
                <a:cubicBezTo>
                  <a:pt x="2305380" y="51791"/>
                  <a:pt x="2304513" y="48658"/>
                  <a:pt x="2304513" y="45228"/>
                </a:cubicBezTo>
                <a:cubicBezTo>
                  <a:pt x="2304513" y="42106"/>
                  <a:pt x="2305227" y="39214"/>
                  <a:pt x="2306654" y="36554"/>
                </a:cubicBezTo>
                <a:cubicBezTo>
                  <a:pt x="2308082" y="33893"/>
                  <a:pt x="2310026" y="31683"/>
                  <a:pt x="2312487" y="29924"/>
                </a:cubicBezTo>
                <a:cubicBezTo>
                  <a:pt x="2314332" y="28561"/>
                  <a:pt x="2316847" y="27407"/>
                  <a:pt x="2320033" y="26462"/>
                </a:cubicBezTo>
                <a:cubicBezTo>
                  <a:pt x="2323218" y="25516"/>
                  <a:pt x="2326634" y="25043"/>
                  <a:pt x="2330281" y="25043"/>
                </a:cubicBezTo>
                <a:cubicBezTo>
                  <a:pt x="2335773" y="25043"/>
                  <a:pt x="2340595" y="25840"/>
                  <a:pt x="2344747" y="27432"/>
                </a:cubicBezTo>
                <a:cubicBezTo>
                  <a:pt x="2348898" y="29024"/>
                  <a:pt x="2351963" y="31180"/>
                  <a:pt x="2353940" y="33901"/>
                </a:cubicBezTo>
                <a:cubicBezTo>
                  <a:pt x="2355917" y="36621"/>
                  <a:pt x="2357279" y="40259"/>
                  <a:pt x="2358026" y="44814"/>
                </a:cubicBezTo>
                <a:lnTo>
                  <a:pt x="2346427" y="46396"/>
                </a:lnTo>
                <a:cubicBezTo>
                  <a:pt x="2345900" y="42793"/>
                  <a:pt x="2344373" y="39981"/>
                  <a:pt x="2341847" y="37960"/>
                </a:cubicBezTo>
                <a:cubicBezTo>
                  <a:pt x="2339320" y="35939"/>
                  <a:pt x="2335751" y="34929"/>
                  <a:pt x="2331137" y="34929"/>
                </a:cubicBezTo>
                <a:cubicBezTo>
                  <a:pt x="2325689" y="34929"/>
                  <a:pt x="2321801" y="35825"/>
                  <a:pt x="2319473" y="37618"/>
                </a:cubicBezTo>
                <a:cubicBezTo>
                  <a:pt x="2317144" y="39410"/>
                  <a:pt x="2315980" y="41509"/>
                  <a:pt x="2315980" y="43914"/>
                </a:cubicBezTo>
                <a:cubicBezTo>
                  <a:pt x="2315980" y="45444"/>
                  <a:pt x="2316463" y="46821"/>
                  <a:pt x="2317430" y="48046"/>
                </a:cubicBezTo>
                <a:cubicBezTo>
                  <a:pt x="2318396" y="49313"/>
                  <a:pt x="2319912" y="50362"/>
                  <a:pt x="2321977" y="51192"/>
                </a:cubicBezTo>
                <a:cubicBezTo>
                  <a:pt x="2323163" y="51630"/>
                  <a:pt x="2326656" y="52636"/>
                  <a:pt x="2332456" y="54210"/>
                </a:cubicBezTo>
                <a:cubicBezTo>
                  <a:pt x="2340847" y="56449"/>
                  <a:pt x="2346702" y="58282"/>
                  <a:pt x="2350019" y="59708"/>
                </a:cubicBezTo>
                <a:cubicBezTo>
                  <a:pt x="2353336" y="61135"/>
                  <a:pt x="2355939" y="63209"/>
                  <a:pt x="2357828" y="65932"/>
                </a:cubicBezTo>
                <a:cubicBezTo>
                  <a:pt x="2359718" y="68653"/>
                  <a:pt x="2360662" y="72033"/>
                  <a:pt x="2360662" y="76071"/>
                </a:cubicBezTo>
                <a:cubicBezTo>
                  <a:pt x="2360662" y="80022"/>
                  <a:pt x="2359509" y="83743"/>
                  <a:pt x="2357202" y="87233"/>
                </a:cubicBezTo>
                <a:cubicBezTo>
                  <a:pt x="2354896" y="90722"/>
                  <a:pt x="2351568" y="93421"/>
                  <a:pt x="2347218" y="95331"/>
                </a:cubicBezTo>
                <a:cubicBezTo>
                  <a:pt x="2342868" y="97241"/>
                  <a:pt x="2337947" y="98196"/>
                  <a:pt x="2332456" y="98196"/>
                </a:cubicBezTo>
                <a:cubicBezTo>
                  <a:pt x="2323361" y="98196"/>
                  <a:pt x="2316430" y="96301"/>
                  <a:pt x="2311663" y="92512"/>
                </a:cubicBezTo>
                <a:cubicBezTo>
                  <a:pt x="2306896" y="88722"/>
                  <a:pt x="2303854" y="83104"/>
                  <a:pt x="2302535" y="75657"/>
                </a:cubicBezTo>
                <a:close/>
                <a:moveTo>
                  <a:pt x="2412287" y="96614"/>
                </a:moveTo>
                <a:lnTo>
                  <a:pt x="2412287" y="26625"/>
                </a:lnTo>
                <a:lnTo>
                  <a:pt x="2422963" y="26625"/>
                </a:lnTo>
                <a:lnTo>
                  <a:pt x="2422963" y="36510"/>
                </a:lnTo>
                <a:cubicBezTo>
                  <a:pt x="2428104" y="28866"/>
                  <a:pt x="2435529" y="25043"/>
                  <a:pt x="2445238" y="25043"/>
                </a:cubicBezTo>
                <a:cubicBezTo>
                  <a:pt x="2449456" y="25043"/>
                  <a:pt x="2453334" y="25801"/>
                  <a:pt x="2456870" y="27317"/>
                </a:cubicBezTo>
                <a:cubicBezTo>
                  <a:pt x="2460407" y="28833"/>
                  <a:pt x="2463054" y="30821"/>
                  <a:pt x="2464812" y="33281"/>
                </a:cubicBezTo>
                <a:cubicBezTo>
                  <a:pt x="2466569" y="35742"/>
                  <a:pt x="2467799" y="38663"/>
                  <a:pt x="2468502" y="42046"/>
                </a:cubicBezTo>
                <a:cubicBezTo>
                  <a:pt x="2468942" y="44243"/>
                  <a:pt x="2469161" y="48087"/>
                  <a:pt x="2469161" y="53579"/>
                </a:cubicBezTo>
                <a:lnTo>
                  <a:pt x="2469161" y="96614"/>
                </a:lnTo>
                <a:lnTo>
                  <a:pt x="2457299" y="96614"/>
                </a:lnTo>
                <a:lnTo>
                  <a:pt x="2457299" y="53995"/>
                </a:lnTo>
                <a:cubicBezTo>
                  <a:pt x="2457299" y="49157"/>
                  <a:pt x="2456837" y="45539"/>
                  <a:pt x="2455915" y="43142"/>
                </a:cubicBezTo>
                <a:cubicBezTo>
                  <a:pt x="2454992" y="40745"/>
                  <a:pt x="2453356" y="38831"/>
                  <a:pt x="2451005" y="37402"/>
                </a:cubicBezTo>
                <a:cubicBezTo>
                  <a:pt x="2448654" y="35973"/>
                  <a:pt x="2445897" y="35258"/>
                  <a:pt x="2442734" y="35258"/>
                </a:cubicBezTo>
                <a:cubicBezTo>
                  <a:pt x="2437682" y="35258"/>
                  <a:pt x="2433321" y="36864"/>
                  <a:pt x="2429652" y="40075"/>
                </a:cubicBezTo>
                <a:cubicBezTo>
                  <a:pt x="2425984" y="43285"/>
                  <a:pt x="2424149" y="49377"/>
                  <a:pt x="2424149" y="58349"/>
                </a:cubicBezTo>
                <a:lnTo>
                  <a:pt x="2424149" y="96614"/>
                </a:lnTo>
                <a:lnTo>
                  <a:pt x="2412287" y="96614"/>
                </a:lnTo>
                <a:close/>
                <a:moveTo>
                  <a:pt x="2482915" y="61620"/>
                </a:moveTo>
                <a:cubicBezTo>
                  <a:pt x="2482915" y="48659"/>
                  <a:pt x="2486517" y="39059"/>
                  <a:pt x="2493723" y="32820"/>
                </a:cubicBezTo>
                <a:cubicBezTo>
                  <a:pt x="2499742" y="27635"/>
                  <a:pt x="2507079" y="25043"/>
                  <a:pt x="2515735" y="25043"/>
                </a:cubicBezTo>
                <a:cubicBezTo>
                  <a:pt x="2525356" y="25043"/>
                  <a:pt x="2533221" y="28196"/>
                  <a:pt x="2539328" y="34500"/>
                </a:cubicBezTo>
                <a:cubicBezTo>
                  <a:pt x="2545435" y="40805"/>
                  <a:pt x="2548488" y="49515"/>
                  <a:pt x="2548488" y="60631"/>
                </a:cubicBezTo>
                <a:cubicBezTo>
                  <a:pt x="2548488" y="69638"/>
                  <a:pt x="2547137" y="76722"/>
                  <a:pt x="2544435" y="81885"/>
                </a:cubicBezTo>
                <a:cubicBezTo>
                  <a:pt x="2541733" y="87047"/>
                  <a:pt x="2537801" y="91056"/>
                  <a:pt x="2532639" y="93912"/>
                </a:cubicBezTo>
                <a:cubicBezTo>
                  <a:pt x="2527476" y="96768"/>
                  <a:pt x="2521842" y="98196"/>
                  <a:pt x="2515735" y="98196"/>
                </a:cubicBezTo>
                <a:cubicBezTo>
                  <a:pt x="2505937" y="98196"/>
                  <a:pt x="2498018" y="95054"/>
                  <a:pt x="2491976" y="88772"/>
                </a:cubicBezTo>
                <a:cubicBezTo>
                  <a:pt x="2485935" y="82489"/>
                  <a:pt x="2482915" y="73438"/>
                  <a:pt x="2482915" y="61620"/>
                </a:cubicBezTo>
                <a:moveTo>
                  <a:pt x="2495107" y="61587"/>
                </a:moveTo>
                <a:cubicBezTo>
                  <a:pt x="2495107" y="70516"/>
                  <a:pt x="2497062" y="77203"/>
                  <a:pt x="2500972" y="81646"/>
                </a:cubicBezTo>
                <a:cubicBezTo>
                  <a:pt x="2504882" y="86089"/>
                  <a:pt x="2509803" y="88310"/>
                  <a:pt x="2515735" y="88310"/>
                </a:cubicBezTo>
                <a:cubicBezTo>
                  <a:pt x="2521622" y="88310"/>
                  <a:pt x="2526521" y="86078"/>
                  <a:pt x="2530431" y="81613"/>
                </a:cubicBezTo>
                <a:cubicBezTo>
                  <a:pt x="2534341" y="77148"/>
                  <a:pt x="2536296" y="70341"/>
                  <a:pt x="2536296" y="61193"/>
                </a:cubicBezTo>
                <a:cubicBezTo>
                  <a:pt x="2536296" y="52570"/>
                  <a:pt x="2534330" y="46036"/>
                  <a:pt x="2530398" y="41593"/>
                </a:cubicBezTo>
                <a:cubicBezTo>
                  <a:pt x="2526466" y="37150"/>
                  <a:pt x="2521578" y="34929"/>
                  <a:pt x="2515735" y="34929"/>
                </a:cubicBezTo>
                <a:cubicBezTo>
                  <a:pt x="2509803" y="34929"/>
                  <a:pt x="2504882" y="37139"/>
                  <a:pt x="2500972" y="41560"/>
                </a:cubicBezTo>
                <a:cubicBezTo>
                  <a:pt x="2497062" y="45981"/>
                  <a:pt x="2495107" y="52657"/>
                  <a:pt x="2495107" y="61587"/>
                </a:cubicBezTo>
                <a:close/>
                <a:moveTo>
                  <a:pt x="2588273" y="86136"/>
                </a:moveTo>
                <a:lnTo>
                  <a:pt x="2589987" y="96614"/>
                </a:lnTo>
                <a:cubicBezTo>
                  <a:pt x="2586648" y="97229"/>
                  <a:pt x="2583660" y="97537"/>
                  <a:pt x="2581024" y="97537"/>
                </a:cubicBezTo>
                <a:cubicBezTo>
                  <a:pt x="2576718" y="97537"/>
                  <a:pt x="2573379" y="96856"/>
                  <a:pt x="2571007" y="95494"/>
                </a:cubicBezTo>
                <a:cubicBezTo>
                  <a:pt x="2568634" y="94132"/>
                  <a:pt x="2566965" y="92341"/>
                  <a:pt x="2565998" y="90123"/>
                </a:cubicBezTo>
                <a:cubicBezTo>
                  <a:pt x="2565032" y="87904"/>
                  <a:pt x="2564548" y="83236"/>
                  <a:pt x="2564548" y="76118"/>
                </a:cubicBezTo>
                <a:lnTo>
                  <a:pt x="2564548" y="35851"/>
                </a:lnTo>
                <a:lnTo>
                  <a:pt x="2555849" y="35851"/>
                </a:lnTo>
                <a:lnTo>
                  <a:pt x="2555849" y="26625"/>
                </a:lnTo>
                <a:lnTo>
                  <a:pt x="2564548" y="26625"/>
                </a:lnTo>
                <a:lnTo>
                  <a:pt x="2564548" y="9245"/>
                </a:lnTo>
                <a:lnTo>
                  <a:pt x="2576345" y="2109"/>
                </a:lnTo>
                <a:lnTo>
                  <a:pt x="2576345" y="26625"/>
                </a:lnTo>
                <a:lnTo>
                  <a:pt x="2588273" y="26625"/>
                </a:lnTo>
                <a:lnTo>
                  <a:pt x="2588273" y="35851"/>
                </a:lnTo>
                <a:lnTo>
                  <a:pt x="2576345" y="35851"/>
                </a:lnTo>
                <a:lnTo>
                  <a:pt x="2576345" y="76777"/>
                </a:lnTo>
                <a:cubicBezTo>
                  <a:pt x="2576345" y="80160"/>
                  <a:pt x="2576554" y="82335"/>
                  <a:pt x="2576971" y="83302"/>
                </a:cubicBezTo>
                <a:cubicBezTo>
                  <a:pt x="2577388" y="84268"/>
                  <a:pt x="2578069" y="85037"/>
                  <a:pt x="2579014" y="85608"/>
                </a:cubicBezTo>
                <a:cubicBezTo>
                  <a:pt x="2579959" y="86179"/>
                  <a:pt x="2581310" y="86465"/>
                  <a:pt x="2583067" y="86465"/>
                </a:cubicBezTo>
                <a:cubicBezTo>
                  <a:pt x="2584385" y="86465"/>
                  <a:pt x="2586121" y="86355"/>
                  <a:pt x="2588273" y="8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violateanyotherspecificconstitutional">
            <a:extLst xmlns:a="http://schemas.openxmlformats.org/drawingml/2006/main">
              <a:ext uri="{FF2B5EF4-FFF2-40B4-BE49-F238E27FC236}">
                <a16:creationId xmlns:a16="http://schemas.microsoft.com/office/drawing/2014/main" id="{04184232-D4AB-4518-A219-F2C029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38" y="4243607"/>
            <a:ext cx="2291810" cy="126666"/>
          </a:xfrm>
          <a:custGeom xmlns:a="http://schemas.openxmlformats.org/drawingml/2006/main">
            <a:pathLst>
              <a:path w="2291810" h="126666">
                <a:moveTo>
                  <a:pt x="26625" y="98196"/>
                </a:moveTo>
                <a:lnTo>
                  <a:pt x="0" y="28207"/>
                </a:lnTo>
                <a:lnTo>
                  <a:pt x="12522" y="28207"/>
                </a:lnTo>
                <a:lnTo>
                  <a:pt x="27548" y="70121"/>
                </a:lnTo>
                <a:cubicBezTo>
                  <a:pt x="29173" y="74646"/>
                  <a:pt x="30667" y="79348"/>
                  <a:pt x="32029" y="84224"/>
                </a:cubicBezTo>
                <a:cubicBezTo>
                  <a:pt x="33083" y="80534"/>
                  <a:pt x="34555" y="76096"/>
                  <a:pt x="36445" y="70912"/>
                </a:cubicBezTo>
                <a:lnTo>
                  <a:pt x="51998" y="28207"/>
                </a:lnTo>
                <a:lnTo>
                  <a:pt x="64190" y="28207"/>
                </a:lnTo>
                <a:lnTo>
                  <a:pt x="37697" y="98196"/>
                </a:lnTo>
                <a:lnTo>
                  <a:pt x="26625" y="98196"/>
                </a:lnTo>
                <a:close/>
                <a:moveTo>
                  <a:pt x="74734" y="15290"/>
                </a:moveTo>
                <a:lnTo>
                  <a:pt x="74734" y="1582"/>
                </a:lnTo>
                <a:lnTo>
                  <a:pt x="86597" y="1582"/>
                </a:lnTo>
                <a:lnTo>
                  <a:pt x="86597" y="15290"/>
                </a:lnTo>
                <a:lnTo>
                  <a:pt x="74734" y="15290"/>
                </a:lnTo>
                <a:moveTo>
                  <a:pt x="74734" y="98196"/>
                </a:moveTo>
                <a:lnTo>
                  <a:pt x="74734" y="28207"/>
                </a:lnTo>
                <a:lnTo>
                  <a:pt x="86597" y="28207"/>
                </a:lnTo>
                <a:lnTo>
                  <a:pt x="86597" y="98196"/>
                </a:lnTo>
                <a:lnTo>
                  <a:pt x="74734" y="98196"/>
                </a:lnTo>
                <a:close/>
                <a:moveTo>
                  <a:pt x="100216" y="63201"/>
                </a:moveTo>
                <a:cubicBezTo>
                  <a:pt x="100216" y="50240"/>
                  <a:pt x="103819" y="40640"/>
                  <a:pt x="111024" y="34402"/>
                </a:cubicBezTo>
                <a:cubicBezTo>
                  <a:pt x="117044" y="29217"/>
                  <a:pt x="124381" y="26625"/>
                  <a:pt x="133036" y="26625"/>
                </a:cubicBezTo>
                <a:cubicBezTo>
                  <a:pt x="142658" y="26625"/>
                  <a:pt x="150522" y="29777"/>
                  <a:pt x="156629" y="36082"/>
                </a:cubicBezTo>
                <a:cubicBezTo>
                  <a:pt x="162736" y="42387"/>
                  <a:pt x="165790" y="51097"/>
                  <a:pt x="165790" y="62213"/>
                </a:cubicBezTo>
                <a:cubicBezTo>
                  <a:pt x="165790" y="71219"/>
                  <a:pt x="164439" y="78304"/>
                  <a:pt x="161737" y="83466"/>
                </a:cubicBezTo>
                <a:cubicBezTo>
                  <a:pt x="159035" y="88629"/>
                  <a:pt x="155103" y="92638"/>
                  <a:pt x="149940" y="95494"/>
                </a:cubicBezTo>
                <a:cubicBezTo>
                  <a:pt x="144778" y="98350"/>
                  <a:pt x="139143" y="99778"/>
                  <a:pt x="133036" y="99778"/>
                </a:cubicBezTo>
                <a:cubicBezTo>
                  <a:pt x="123238" y="99778"/>
                  <a:pt x="115319" y="96636"/>
                  <a:pt x="109278" y="90353"/>
                </a:cubicBezTo>
                <a:cubicBezTo>
                  <a:pt x="103237" y="84071"/>
                  <a:pt x="100216" y="75020"/>
                  <a:pt x="100216" y="63201"/>
                </a:cubicBezTo>
                <a:moveTo>
                  <a:pt x="112408" y="63168"/>
                </a:moveTo>
                <a:cubicBezTo>
                  <a:pt x="112408" y="72098"/>
                  <a:pt x="114363" y="78785"/>
                  <a:pt x="118274" y="83228"/>
                </a:cubicBezTo>
                <a:cubicBezTo>
                  <a:pt x="122184" y="87671"/>
                  <a:pt x="127105" y="89892"/>
                  <a:pt x="133036" y="89892"/>
                </a:cubicBezTo>
                <a:cubicBezTo>
                  <a:pt x="138923" y="89892"/>
                  <a:pt x="143822" y="87660"/>
                  <a:pt x="147732" y="83195"/>
                </a:cubicBezTo>
                <a:cubicBezTo>
                  <a:pt x="151643" y="78730"/>
                  <a:pt x="153598" y="71923"/>
                  <a:pt x="153598" y="62775"/>
                </a:cubicBezTo>
                <a:cubicBezTo>
                  <a:pt x="153598" y="54151"/>
                  <a:pt x="151632" y="47618"/>
                  <a:pt x="147700" y="43175"/>
                </a:cubicBezTo>
                <a:cubicBezTo>
                  <a:pt x="143767" y="38732"/>
                  <a:pt x="138879" y="36510"/>
                  <a:pt x="133036" y="36510"/>
                </a:cubicBezTo>
                <a:cubicBezTo>
                  <a:pt x="127105" y="36510"/>
                  <a:pt x="122184" y="38721"/>
                  <a:pt x="118274" y="43142"/>
                </a:cubicBezTo>
                <a:cubicBezTo>
                  <a:pt x="114363" y="47563"/>
                  <a:pt x="112408" y="54238"/>
                  <a:pt x="112408" y="63168"/>
                </a:cubicBezTo>
                <a:close/>
                <a:moveTo>
                  <a:pt x="179411" y="98196"/>
                </a:moveTo>
                <a:lnTo>
                  <a:pt x="179411" y="1582"/>
                </a:lnTo>
                <a:lnTo>
                  <a:pt x="191274" y="1582"/>
                </a:lnTo>
                <a:lnTo>
                  <a:pt x="191274" y="98196"/>
                </a:lnTo>
                <a:lnTo>
                  <a:pt x="179411" y="98196"/>
                </a:lnTo>
                <a:close/>
                <a:moveTo>
                  <a:pt x="255309" y="89554"/>
                </a:moveTo>
                <a:cubicBezTo>
                  <a:pt x="250916" y="93292"/>
                  <a:pt x="246687" y="95930"/>
                  <a:pt x="242623" y="97469"/>
                </a:cubicBezTo>
                <a:cubicBezTo>
                  <a:pt x="238559" y="99008"/>
                  <a:pt x="234198" y="99778"/>
                  <a:pt x="229541" y="99778"/>
                </a:cubicBezTo>
                <a:cubicBezTo>
                  <a:pt x="221852" y="99778"/>
                  <a:pt x="215943" y="97898"/>
                  <a:pt x="211813" y="94139"/>
                </a:cubicBezTo>
                <a:cubicBezTo>
                  <a:pt x="207683" y="90379"/>
                  <a:pt x="205618" y="85576"/>
                  <a:pt x="205618" y="79729"/>
                </a:cubicBezTo>
                <a:cubicBezTo>
                  <a:pt x="205618" y="76300"/>
                  <a:pt x="206398" y="73168"/>
                  <a:pt x="207958" y="70333"/>
                </a:cubicBezTo>
                <a:cubicBezTo>
                  <a:pt x="209517" y="67497"/>
                  <a:pt x="211560" y="65221"/>
                  <a:pt x="214087" y="63506"/>
                </a:cubicBezTo>
                <a:cubicBezTo>
                  <a:pt x="216613" y="61791"/>
                  <a:pt x="219458" y="60494"/>
                  <a:pt x="222621" y="59616"/>
                </a:cubicBezTo>
                <a:cubicBezTo>
                  <a:pt x="224950" y="58999"/>
                  <a:pt x="228465" y="58405"/>
                  <a:pt x="233166" y="57834"/>
                </a:cubicBezTo>
                <a:cubicBezTo>
                  <a:pt x="242744" y="56700"/>
                  <a:pt x="249795" y="55348"/>
                  <a:pt x="254321" y="53777"/>
                </a:cubicBezTo>
                <a:cubicBezTo>
                  <a:pt x="254365" y="52158"/>
                  <a:pt x="254387" y="51130"/>
                  <a:pt x="254387" y="50692"/>
                </a:cubicBezTo>
                <a:cubicBezTo>
                  <a:pt x="254387" y="45877"/>
                  <a:pt x="253266" y="42485"/>
                  <a:pt x="251026" y="40516"/>
                </a:cubicBezTo>
                <a:cubicBezTo>
                  <a:pt x="247994" y="37846"/>
                  <a:pt x="243491" y="36510"/>
                  <a:pt x="237515" y="36510"/>
                </a:cubicBezTo>
                <a:cubicBezTo>
                  <a:pt x="231936" y="36510"/>
                  <a:pt x="227817" y="37488"/>
                  <a:pt x="225158" y="39443"/>
                </a:cubicBezTo>
                <a:cubicBezTo>
                  <a:pt x="222500" y="41398"/>
                  <a:pt x="220534" y="44858"/>
                  <a:pt x="219260" y="49823"/>
                </a:cubicBezTo>
                <a:lnTo>
                  <a:pt x="207661" y="48241"/>
                </a:lnTo>
                <a:cubicBezTo>
                  <a:pt x="208716" y="43261"/>
                  <a:pt x="210451" y="39240"/>
                  <a:pt x="212868" y="36177"/>
                </a:cubicBezTo>
                <a:cubicBezTo>
                  <a:pt x="215284" y="33114"/>
                  <a:pt x="218777" y="30756"/>
                  <a:pt x="223346" y="29105"/>
                </a:cubicBezTo>
                <a:cubicBezTo>
                  <a:pt x="227915" y="27451"/>
                  <a:pt x="233210" y="26625"/>
                  <a:pt x="239229" y="26625"/>
                </a:cubicBezTo>
                <a:cubicBezTo>
                  <a:pt x="245204" y="26625"/>
                  <a:pt x="250059" y="27328"/>
                  <a:pt x="253793" y="28734"/>
                </a:cubicBezTo>
                <a:cubicBezTo>
                  <a:pt x="257528" y="30140"/>
                  <a:pt x="260274" y="31908"/>
                  <a:pt x="262031" y="34039"/>
                </a:cubicBezTo>
                <a:cubicBezTo>
                  <a:pt x="263789" y="36170"/>
                  <a:pt x="265019" y="38861"/>
                  <a:pt x="265722" y="42112"/>
                </a:cubicBezTo>
                <a:cubicBezTo>
                  <a:pt x="266117" y="44133"/>
                  <a:pt x="266315" y="47780"/>
                  <a:pt x="266315" y="53052"/>
                </a:cubicBezTo>
                <a:lnTo>
                  <a:pt x="266315" y="68869"/>
                </a:lnTo>
                <a:cubicBezTo>
                  <a:pt x="266315" y="79897"/>
                  <a:pt x="266568" y="86871"/>
                  <a:pt x="267073" y="89793"/>
                </a:cubicBezTo>
                <a:cubicBezTo>
                  <a:pt x="267578" y="92715"/>
                  <a:pt x="268578" y="95516"/>
                  <a:pt x="270072" y="98196"/>
                </a:cubicBezTo>
                <a:lnTo>
                  <a:pt x="257682" y="98196"/>
                </a:lnTo>
                <a:cubicBezTo>
                  <a:pt x="256452" y="95733"/>
                  <a:pt x="255661" y="92852"/>
                  <a:pt x="255309" y="89554"/>
                </a:cubicBezTo>
                <a:moveTo>
                  <a:pt x="254321" y="63004"/>
                </a:moveTo>
                <a:cubicBezTo>
                  <a:pt x="250015" y="64776"/>
                  <a:pt x="243556" y="66282"/>
                  <a:pt x="234945" y="67522"/>
                </a:cubicBezTo>
                <a:cubicBezTo>
                  <a:pt x="230068" y="68228"/>
                  <a:pt x="226619" y="69022"/>
                  <a:pt x="224598" y="69905"/>
                </a:cubicBezTo>
                <a:cubicBezTo>
                  <a:pt x="222577" y="70786"/>
                  <a:pt x="221018" y="72077"/>
                  <a:pt x="219919" y="73777"/>
                </a:cubicBezTo>
                <a:cubicBezTo>
                  <a:pt x="218821" y="75475"/>
                  <a:pt x="218272" y="77361"/>
                  <a:pt x="218272" y="79434"/>
                </a:cubicBezTo>
                <a:cubicBezTo>
                  <a:pt x="218272" y="82610"/>
                  <a:pt x="219469" y="85257"/>
                  <a:pt x="221863" y="87375"/>
                </a:cubicBezTo>
                <a:cubicBezTo>
                  <a:pt x="224258" y="89493"/>
                  <a:pt x="227762" y="90551"/>
                  <a:pt x="232375" y="90551"/>
                </a:cubicBezTo>
                <a:cubicBezTo>
                  <a:pt x="236944" y="90551"/>
                  <a:pt x="241008" y="89547"/>
                  <a:pt x="244567" y="87538"/>
                </a:cubicBezTo>
                <a:cubicBezTo>
                  <a:pt x="248126" y="85529"/>
                  <a:pt x="250740" y="82781"/>
                  <a:pt x="252409" y="79294"/>
                </a:cubicBezTo>
                <a:cubicBezTo>
                  <a:pt x="253684" y="76600"/>
                  <a:pt x="254321" y="72627"/>
                  <a:pt x="254321" y="67374"/>
                </a:cubicBezTo>
                <a:lnTo>
                  <a:pt x="254321" y="63004"/>
                </a:lnTo>
                <a:close/>
                <a:moveTo>
                  <a:pt x="310582" y="87717"/>
                </a:moveTo>
                <a:lnTo>
                  <a:pt x="312295" y="98196"/>
                </a:lnTo>
                <a:cubicBezTo>
                  <a:pt x="308956" y="98811"/>
                  <a:pt x="305968" y="99119"/>
                  <a:pt x="303332" y="99119"/>
                </a:cubicBezTo>
                <a:cubicBezTo>
                  <a:pt x="299027" y="99119"/>
                  <a:pt x="295687" y="98438"/>
                  <a:pt x="293315" y="97076"/>
                </a:cubicBezTo>
                <a:cubicBezTo>
                  <a:pt x="290942" y="95713"/>
                  <a:pt x="289273" y="93923"/>
                  <a:pt x="288306" y="91704"/>
                </a:cubicBezTo>
                <a:cubicBezTo>
                  <a:pt x="287340" y="89486"/>
                  <a:pt x="286856" y="84817"/>
                  <a:pt x="286856" y="77700"/>
                </a:cubicBezTo>
                <a:lnTo>
                  <a:pt x="286856" y="37433"/>
                </a:lnTo>
                <a:lnTo>
                  <a:pt x="278157" y="37433"/>
                </a:lnTo>
                <a:lnTo>
                  <a:pt x="278157" y="28207"/>
                </a:lnTo>
                <a:lnTo>
                  <a:pt x="286856" y="28207"/>
                </a:lnTo>
                <a:lnTo>
                  <a:pt x="286856" y="10827"/>
                </a:lnTo>
                <a:lnTo>
                  <a:pt x="298653" y="3691"/>
                </a:lnTo>
                <a:lnTo>
                  <a:pt x="298653" y="28207"/>
                </a:lnTo>
                <a:lnTo>
                  <a:pt x="310582" y="28207"/>
                </a:lnTo>
                <a:lnTo>
                  <a:pt x="310582" y="37433"/>
                </a:lnTo>
                <a:lnTo>
                  <a:pt x="298653" y="37433"/>
                </a:lnTo>
                <a:lnTo>
                  <a:pt x="298653" y="78359"/>
                </a:lnTo>
                <a:cubicBezTo>
                  <a:pt x="298653" y="81742"/>
                  <a:pt x="298862" y="83917"/>
                  <a:pt x="299279" y="84883"/>
                </a:cubicBezTo>
                <a:cubicBezTo>
                  <a:pt x="299697" y="85850"/>
                  <a:pt x="300378" y="86619"/>
                  <a:pt x="301322" y="87190"/>
                </a:cubicBezTo>
                <a:cubicBezTo>
                  <a:pt x="302267" y="87761"/>
                  <a:pt x="303618" y="88047"/>
                  <a:pt x="305375" y="88047"/>
                </a:cubicBezTo>
                <a:cubicBezTo>
                  <a:pt x="306693" y="88047"/>
                  <a:pt x="308429" y="87937"/>
                  <a:pt x="310582" y="87717"/>
                </a:cubicBezTo>
                <a:close/>
                <a:moveTo>
                  <a:pt x="370115" y="75657"/>
                </a:moveTo>
                <a:lnTo>
                  <a:pt x="382373" y="77173"/>
                </a:lnTo>
                <a:cubicBezTo>
                  <a:pt x="380440" y="84334"/>
                  <a:pt x="376859" y="89892"/>
                  <a:pt x="371631" y="93846"/>
                </a:cubicBezTo>
                <a:cubicBezTo>
                  <a:pt x="366402" y="97800"/>
                  <a:pt x="359724" y="99778"/>
                  <a:pt x="351596" y="99778"/>
                </a:cubicBezTo>
                <a:cubicBezTo>
                  <a:pt x="341359" y="99778"/>
                  <a:pt x="333242" y="96625"/>
                  <a:pt x="327245" y="90320"/>
                </a:cubicBezTo>
                <a:cubicBezTo>
                  <a:pt x="321248" y="84016"/>
                  <a:pt x="318249" y="75174"/>
                  <a:pt x="318249" y="63794"/>
                </a:cubicBezTo>
                <a:cubicBezTo>
                  <a:pt x="318249" y="52020"/>
                  <a:pt x="321280" y="42881"/>
                  <a:pt x="327344" y="36379"/>
                </a:cubicBezTo>
                <a:cubicBezTo>
                  <a:pt x="333407" y="29876"/>
                  <a:pt x="341271" y="26625"/>
                  <a:pt x="350937" y="26625"/>
                </a:cubicBezTo>
                <a:cubicBezTo>
                  <a:pt x="360295" y="26625"/>
                  <a:pt x="367940" y="29805"/>
                  <a:pt x="373871" y="36166"/>
                </a:cubicBezTo>
                <a:cubicBezTo>
                  <a:pt x="379803" y="42526"/>
                  <a:pt x="382768" y="51474"/>
                  <a:pt x="382768" y="63010"/>
                </a:cubicBezTo>
                <a:cubicBezTo>
                  <a:pt x="382768" y="63711"/>
                  <a:pt x="382746" y="64764"/>
                  <a:pt x="382702" y="66167"/>
                </a:cubicBezTo>
                <a:lnTo>
                  <a:pt x="330507" y="66167"/>
                </a:lnTo>
                <a:cubicBezTo>
                  <a:pt x="330946" y="73834"/>
                  <a:pt x="333121" y="79704"/>
                  <a:pt x="337031" y="83780"/>
                </a:cubicBezTo>
                <a:cubicBezTo>
                  <a:pt x="340942" y="87855"/>
                  <a:pt x="345818" y="89892"/>
                  <a:pt x="351662" y="89892"/>
                </a:cubicBezTo>
                <a:cubicBezTo>
                  <a:pt x="356012" y="89892"/>
                  <a:pt x="359724" y="88761"/>
                  <a:pt x="362800" y="86498"/>
                </a:cubicBezTo>
                <a:cubicBezTo>
                  <a:pt x="365875" y="84234"/>
                  <a:pt x="368313" y="80620"/>
                  <a:pt x="370115" y="75657"/>
                </a:cubicBezTo>
                <a:moveTo>
                  <a:pt x="331166" y="56281"/>
                </a:moveTo>
                <a:lnTo>
                  <a:pt x="370247" y="56281"/>
                </a:lnTo>
                <a:cubicBezTo>
                  <a:pt x="369719" y="50490"/>
                  <a:pt x="368226" y="46147"/>
                  <a:pt x="365765" y="43251"/>
                </a:cubicBezTo>
                <a:cubicBezTo>
                  <a:pt x="361987" y="38757"/>
                  <a:pt x="357088" y="36510"/>
                  <a:pt x="351069" y="36510"/>
                </a:cubicBezTo>
                <a:cubicBezTo>
                  <a:pt x="345621" y="36510"/>
                  <a:pt x="341040" y="38304"/>
                  <a:pt x="337328" y="41892"/>
                </a:cubicBezTo>
                <a:cubicBezTo>
                  <a:pt x="333615" y="45478"/>
                  <a:pt x="331561" y="50275"/>
                  <a:pt x="331166" y="56281"/>
                </a:cubicBezTo>
                <a:close/>
                <a:moveTo>
                  <a:pt x="480439" y="89554"/>
                </a:moveTo>
                <a:cubicBezTo>
                  <a:pt x="476046" y="93292"/>
                  <a:pt x="471817" y="95930"/>
                  <a:pt x="467753" y="97469"/>
                </a:cubicBezTo>
                <a:cubicBezTo>
                  <a:pt x="463689" y="99008"/>
                  <a:pt x="459328" y="99778"/>
                  <a:pt x="454671" y="99778"/>
                </a:cubicBezTo>
                <a:cubicBezTo>
                  <a:pt x="446982" y="99778"/>
                  <a:pt x="441073" y="97898"/>
                  <a:pt x="436943" y="94139"/>
                </a:cubicBezTo>
                <a:cubicBezTo>
                  <a:pt x="432813" y="90379"/>
                  <a:pt x="430748" y="85576"/>
                  <a:pt x="430748" y="79729"/>
                </a:cubicBezTo>
                <a:cubicBezTo>
                  <a:pt x="430748" y="76300"/>
                  <a:pt x="431528" y="73168"/>
                  <a:pt x="433088" y="70333"/>
                </a:cubicBezTo>
                <a:cubicBezTo>
                  <a:pt x="434647" y="67497"/>
                  <a:pt x="436690" y="65221"/>
                  <a:pt x="439217" y="63506"/>
                </a:cubicBezTo>
                <a:cubicBezTo>
                  <a:pt x="441743" y="61791"/>
                  <a:pt x="444588" y="60494"/>
                  <a:pt x="447751" y="59616"/>
                </a:cubicBezTo>
                <a:cubicBezTo>
                  <a:pt x="450080" y="58999"/>
                  <a:pt x="453595" y="58405"/>
                  <a:pt x="458296" y="57834"/>
                </a:cubicBezTo>
                <a:cubicBezTo>
                  <a:pt x="467874" y="56700"/>
                  <a:pt x="474925" y="55348"/>
                  <a:pt x="479451" y="53777"/>
                </a:cubicBezTo>
                <a:cubicBezTo>
                  <a:pt x="479495" y="52158"/>
                  <a:pt x="479516" y="51130"/>
                  <a:pt x="479516" y="50692"/>
                </a:cubicBezTo>
                <a:cubicBezTo>
                  <a:pt x="479516" y="45877"/>
                  <a:pt x="478396" y="42485"/>
                  <a:pt x="476155" y="40516"/>
                </a:cubicBezTo>
                <a:cubicBezTo>
                  <a:pt x="473124" y="37846"/>
                  <a:pt x="468620" y="36510"/>
                  <a:pt x="462645" y="36510"/>
                </a:cubicBezTo>
                <a:cubicBezTo>
                  <a:pt x="457065" y="36510"/>
                  <a:pt x="452946" y="37488"/>
                  <a:pt x="450288" y="39443"/>
                </a:cubicBezTo>
                <a:cubicBezTo>
                  <a:pt x="447630" y="41398"/>
                  <a:pt x="445664" y="44858"/>
                  <a:pt x="444390" y="49823"/>
                </a:cubicBezTo>
                <a:lnTo>
                  <a:pt x="432791" y="48241"/>
                </a:lnTo>
                <a:cubicBezTo>
                  <a:pt x="433846" y="43261"/>
                  <a:pt x="435581" y="39240"/>
                  <a:pt x="437997" y="36177"/>
                </a:cubicBezTo>
                <a:cubicBezTo>
                  <a:pt x="440414" y="33114"/>
                  <a:pt x="443907" y="30756"/>
                  <a:pt x="448476" y="29105"/>
                </a:cubicBezTo>
                <a:cubicBezTo>
                  <a:pt x="453045" y="27451"/>
                  <a:pt x="458340" y="26625"/>
                  <a:pt x="464359" y="26625"/>
                </a:cubicBezTo>
                <a:cubicBezTo>
                  <a:pt x="470334" y="26625"/>
                  <a:pt x="475189" y="27328"/>
                  <a:pt x="478923" y="28734"/>
                </a:cubicBezTo>
                <a:cubicBezTo>
                  <a:pt x="482658" y="30140"/>
                  <a:pt x="485404" y="31908"/>
                  <a:pt x="487161" y="34039"/>
                </a:cubicBezTo>
                <a:cubicBezTo>
                  <a:pt x="488919" y="36170"/>
                  <a:pt x="490149" y="38861"/>
                  <a:pt x="490852" y="42112"/>
                </a:cubicBezTo>
                <a:cubicBezTo>
                  <a:pt x="491247" y="44133"/>
                  <a:pt x="491445" y="47780"/>
                  <a:pt x="491445" y="53052"/>
                </a:cubicBezTo>
                <a:lnTo>
                  <a:pt x="491445" y="68869"/>
                </a:lnTo>
                <a:cubicBezTo>
                  <a:pt x="491445" y="79897"/>
                  <a:pt x="491698" y="86871"/>
                  <a:pt x="492203" y="89793"/>
                </a:cubicBezTo>
                <a:cubicBezTo>
                  <a:pt x="492708" y="92715"/>
                  <a:pt x="493708" y="95516"/>
                  <a:pt x="495201" y="98196"/>
                </a:cubicBezTo>
                <a:lnTo>
                  <a:pt x="482812" y="98196"/>
                </a:lnTo>
                <a:cubicBezTo>
                  <a:pt x="481581" y="95733"/>
                  <a:pt x="480791" y="92852"/>
                  <a:pt x="480439" y="89554"/>
                </a:cubicBezTo>
                <a:moveTo>
                  <a:pt x="479451" y="63004"/>
                </a:moveTo>
                <a:cubicBezTo>
                  <a:pt x="475145" y="64776"/>
                  <a:pt x="468686" y="66282"/>
                  <a:pt x="460075" y="67522"/>
                </a:cubicBezTo>
                <a:cubicBezTo>
                  <a:pt x="455198" y="68228"/>
                  <a:pt x="451749" y="69022"/>
                  <a:pt x="449728" y="69905"/>
                </a:cubicBezTo>
                <a:cubicBezTo>
                  <a:pt x="447707" y="70786"/>
                  <a:pt x="446147" y="72077"/>
                  <a:pt x="445049" y="73777"/>
                </a:cubicBezTo>
                <a:cubicBezTo>
                  <a:pt x="443951" y="75475"/>
                  <a:pt x="443402" y="77361"/>
                  <a:pt x="443402" y="79434"/>
                </a:cubicBezTo>
                <a:cubicBezTo>
                  <a:pt x="443402" y="82610"/>
                  <a:pt x="444599" y="85257"/>
                  <a:pt x="446993" y="87375"/>
                </a:cubicBezTo>
                <a:cubicBezTo>
                  <a:pt x="449388" y="89493"/>
                  <a:pt x="452892" y="90551"/>
                  <a:pt x="457505" y="90551"/>
                </a:cubicBezTo>
                <a:cubicBezTo>
                  <a:pt x="462074" y="90551"/>
                  <a:pt x="466138" y="89547"/>
                  <a:pt x="469697" y="87538"/>
                </a:cubicBezTo>
                <a:cubicBezTo>
                  <a:pt x="473256" y="85529"/>
                  <a:pt x="475870" y="82781"/>
                  <a:pt x="477539" y="79294"/>
                </a:cubicBezTo>
                <a:cubicBezTo>
                  <a:pt x="478814" y="76600"/>
                  <a:pt x="479451" y="72627"/>
                  <a:pt x="479451" y="67374"/>
                </a:cubicBezTo>
                <a:lnTo>
                  <a:pt x="479451" y="63004"/>
                </a:lnTo>
                <a:close/>
                <a:moveTo>
                  <a:pt x="509811" y="98196"/>
                </a:moveTo>
                <a:lnTo>
                  <a:pt x="509811" y="28207"/>
                </a:lnTo>
                <a:lnTo>
                  <a:pt x="520488" y="28207"/>
                </a:lnTo>
                <a:lnTo>
                  <a:pt x="520488" y="38092"/>
                </a:lnTo>
                <a:cubicBezTo>
                  <a:pt x="525628" y="30447"/>
                  <a:pt x="533053" y="26625"/>
                  <a:pt x="542763" y="26625"/>
                </a:cubicBezTo>
                <a:cubicBezTo>
                  <a:pt x="546981" y="26625"/>
                  <a:pt x="550858" y="27383"/>
                  <a:pt x="554395" y="28899"/>
                </a:cubicBezTo>
                <a:cubicBezTo>
                  <a:pt x="557932" y="30414"/>
                  <a:pt x="560579" y="32402"/>
                  <a:pt x="562336" y="34863"/>
                </a:cubicBezTo>
                <a:cubicBezTo>
                  <a:pt x="564094" y="37323"/>
                  <a:pt x="565324" y="40245"/>
                  <a:pt x="566027" y="43628"/>
                </a:cubicBezTo>
                <a:cubicBezTo>
                  <a:pt x="566466" y="45825"/>
                  <a:pt x="566686" y="49669"/>
                  <a:pt x="566686" y="55161"/>
                </a:cubicBezTo>
                <a:lnTo>
                  <a:pt x="566686" y="98196"/>
                </a:lnTo>
                <a:lnTo>
                  <a:pt x="554823" y="98196"/>
                </a:lnTo>
                <a:lnTo>
                  <a:pt x="554823" y="55577"/>
                </a:lnTo>
                <a:cubicBezTo>
                  <a:pt x="554823" y="50739"/>
                  <a:pt x="554362" y="47121"/>
                  <a:pt x="553439" y="44724"/>
                </a:cubicBezTo>
                <a:cubicBezTo>
                  <a:pt x="552517" y="42326"/>
                  <a:pt x="550880" y="40413"/>
                  <a:pt x="548530" y="38984"/>
                </a:cubicBezTo>
                <a:cubicBezTo>
                  <a:pt x="546179" y="37555"/>
                  <a:pt x="543422" y="36840"/>
                  <a:pt x="540259" y="36840"/>
                </a:cubicBezTo>
                <a:cubicBezTo>
                  <a:pt x="535206" y="36840"/>
                  <a:pt x="530845" y="38446"/>
                  <a:pt x="527177" y="41657"/>
                </a:cubicBezTo>
                <a:cubicBezTo>
                  <a:pt x="523508" y="44867"/>
                  <a:pt x="521674" y="50958"/>
                  <a:pt x="521674" y="59931"/>
                </a:cubicBezTo>
                <a:lnTo>
                  <a:pt x="521674" y="98196"/>
                </a:lnTo>
                <a:lnTo>
                  <a:pt x="509811" y="98196"/>
                </a:lnTo>
                <a:close/>
                <a:moveTo>
                  <a:pt x="584327" y="125216"/>
                </a:moveTo>
                <a:lnTo>
                  <a:pt x="583009" y="114079"/>
                </a:lnTo>
                <a:cubicBezTo>
                  <a:pt x="585601" y="114782"/>
                  <a:pt x="587864" y="115133"/>
                  <a:pt x="589797" y="115133"/>
                </a:cubicBezTo>
                <a:cubicBezTo>
                  <a:pt x="592433" y="115133"/>
                  <a:pt x="594542" y="114688"/>
                  <a:pt x="596124" y="113798"/>
                </a:cubicBezTo>
                <a:cubicBezTo>
                  <a:pt x="597706" y="112910"/>
                  <a:pt x="599002" y="111666"/>
                  <a:pt x="600012" y="110065"/>
                </a:cubicBezTo>
                <a:cubicBezTo>
                  <a:pt x="600759" y="108865"/>
                  <a:pt x="601967" y="105887"/>
                  <a:pt x="603637" y="101131"/>
                </a:cubicBezTo>
                <a:cubicBezTo>
                  <a:pt x="603857" y="100463"/>
                  <a:pt x="604208" y="99485"/>
                  <a:pt x="604691" y="98196"/>
                </a:cubicBezTo>
                <a:lnTo>
                  <a:pt x="578132" y="28207"/>
                </a:lnTo>
                <a:lnTo>
                  <a:pt x="590918" y="28207"/>
                </a:lnTo>
                <a:lnTo>
                  <a:pt x="605482" y="68642"/>
                </a:lnTo>
                <a:cubicBezTo>
                  <a:pt x="607371" y="73772"/>
                  <a:pt x="609063" y="79164"/>
                  <a:pt x="610557" y="84817"/>
                </a:cubicBezTo>
                <a:cubicBezTo>
                  <a:pt x="611919" y="79382"/>
                  <a:pt x="613544" y="74078"/>
                  <a:pt x="615434" y="68906"/>
                </a:cubicBezTo>
                <a:lnTo>
                  <a:pt x="630394" y="28207"/>
                </a:lnTo>
                <a:lnTo>
                  <a:pt x="642256" y="28207"/>
                </a:lnTo>
                <a:lnTo>
                  <a:pt x="615631" y="99429"/>
                </a:lnTo>
                <a:cubicBezTo>
                  <a:pt x="612776" y="107124"/>
                  <a:pt x="610557" y="112421"/>
                  <a:pt x="608975" y="115322"/>
                </a:cubicBezTo>
                <a:cubicBezTo>
                  <a:pt x="606866" y="119235"/>
                  <a:pt x="604450" y="122104"/>
                  <a:pt x="601726" y="123929"/>
                </a:cubicBezTo>
                <a:cubicBezTo>
                  <a:pt x="599002" y="125754"/>
                  <a:pt x="595751" y="126666"/>
                  <a:pt x="591972" y="126666"/>
                </a:cubicBezTo>
                <a:cubicBezTo>
                  <a:pt x="589687" y="126666"/>
                  <a:pt x="587139" y="126183"/>
                  <a:pt x="584327" y="125216"/>
                </a:cubicBezTo>
                <a:close/>
                <a:moveTo>
                  <a:pt x="685446" y="63201"/>
                </a:moveTo>
                <a:cubicBezTo>
                  <a:pt x="685446" y="50240"/>
                  <a:pt x="689048" y="40640"/>
                  <a:pt x="696254" y="34402"/>
                </a:cubicBezTo>
                <a:cubicBezTo>
                  <a:pt x="702273" y="29217"/>
                  <a:pt x="709610" y="26625"/>
                  <a:pt x="718265" y="26625"/>
                </a:cubicBezTo>
                <a:cubicBezTo>
                  <a:pt x="727887" y="26625"/>
                  <a:pt x="735752" y="29777"/>
                  <a:pt x="741859" y="36082"/>
                </a:cubicBezTo>
                <a:cubicBezTo>
                  <a:pt x="747966" y="42387"/>
                  <a:pt x="751019" y="51097"/>
                  <a:pt x="751019" y="62213"/>
                </a:cubicBezTo>
                <a:cubicBezTo>
                  <a:pt x="751019" y="71219"/>
                  <a:pt x="749668" y="78304"/>
                  <a:pt x="746966" y="83466"/>
                </a:cubicBezTo>
                <a:cubicBezTo>
                  <a:pt x="744264" y="88629"/>
                  <a:pt x="740332" y="92638"/>
                  <a:pt x="735170" y="95494"/>
                </a:cubicBezTo>
                <a:cubicBezTo>
                  <a:pt x="730007" y="98350"/>
                  <a:pt x="724373" y="99778"/>
                  <a:pt x="718265" y="99778"/>
                </a:cubicBezTo>
                <a:cubicBezTo>
                  <a:pt x="708468" y="99778"/>
                  <a:pt x="700548" y="96636"/>
                  <a:pt x="694507" y="90353"/>
                </a:cubicBezTo>
                <a:cubicBezTo>
                  <a:pt x="688466" y="84071"/>
                  <a:pt x="685446" y="75020"/>
                  <a:pt x="685446" y="63201"/>
                </a:cubicBezTo>
                <a:moveTo>
                  <a:pt x="697638" y="63168"/>
                </a:moveTo>
                <a:cubicBezTo>
                  <a:pt x="697638" y="72098"/>
                  <a:pt x="699593" y="78785"/>
                  <a:pt x="703503" y="83228"/>
                </a:cubicBezTo>
                <a:cubicBezTo>
                  <a:pt x="707413" y="87671"/>
                  <a:pt x="712334" y="89892"/>
                  <a:pt x="718265" y="89892"/>
                </a:cubicBezTo>
                <a:cubicBezTo>
                  <a:pt x="724153" y="89892"/>
                  <a:pt x="729052" y="87660"/>
                  <a:pt x="732962" y="83195"/>
                </a:cubicBezTo>
                <a:cubicBezTo>
                  <a:pt x="736872" y="78730"/>
                  <a:pt x="738827" y="71923"/>
                  <a:pt x="738827" y="62775"/>
                </a:cubicBezTo>
                <a:cubicBezTo>
                  <a:pt x="738827" y="54151"/>
                  <a:pt x="736861" y="47618"/>
                  <a:pt x="732929" y="43175"/>
                </a:cubicBezTo>
                <a:cubicBezTo>
                  <a:pt x="728997" y="38732"/>
                  <a:pt x="724109" y="36510"/>
                  <a:pt x="718265" y="36510"/>
                </a:cubicBezTo>
                <a:cubicBezTo>
                  <a:pt x="712334" y="36510"/>
                  <a:pt x="707413" y="38721"/>
                  <a:pt x="703503" y="43142"/>
                </a:cubicBezTo>
                <a:cubicBezTo>
                  <a:pt x="699593" y="47563"/>
                  <a:pt x="697638" y="54238"/>
                  <a:pt x="697638" y="63168"/>
                </a:cubicBezTo>
                <a:close/>
                <a:moveTo>
                  <a:pt x="790804" y="87717"/>
                </a:moveTo>
                <a:lnTo>
                  <a:pt x="792518" y="98196"/>
                </a:lnTo>
                <a:cubicBezTo>
                  <a:pt x="789179" y="98811"/>
                  <a:pt x="786191" y="99119"/>
                  <a:pt x="783555" y="99119"/>
                </a:cubicBezTo>
                <a:cubicBezTo>
                  <a:pt x="779249" y="99119"/>
                  <a:pt x="775910" y="98438"/>
                  <a:pt x="773538" y="97076"/>
                </a:cubicBezTo>
                <a:cubicBezTo>
                  <a:pt x="771165" y="95713"/>
                  <a:pt x="769496" y="93923"/>
                  <a:pt x="768529" y="91704"/>
                </a:cubicBezTo>
                <a:cubicBezTo>
                  <a:pt x="767562" y="89486"/>
                  <a:pt x="767079" y="84817"/>
                  <a:pt x="767079" y="77700"/>
                </a:cubicBezTo>
                <a:lnTo>
                  <a:pt x="767079" y="37433"/>
                </a:lnTo>
                <a:lnTo>
                  <a:pt x="758380" y="37433"/>
                </a:lnTo>
                <a:lnTo>
                  <a:pt x="758380" y="28207"/>
                </a:lnTo>
                <a:lnTo>
                  <a:pt x="767079" y="28207"/>
                </a:lnTo>
                <a:lnTo>
                  <a:pt x="767079" y="10827"/>
                </a:lnTo>
                <a:lnTo>
                  <a:pt x="778876" y="3691"/>
                </a:lnTo>
                <a:lnTo>
                  <a:pt x="778876" y="28207"/>
                </a:lnTo>
                <a:lnTo>
                  <a:pt x="790804" y="28207"/>
                </a:lnTo>
                <a:lnTo>
                  <a:pt x="790804" y="37433"/>
                </a:lnTo>
                <a:lnTo>
                  <a:pt x="778876" y="37433"/>
                </a:lnTo>
                <a:lnTo>
                  <a:pt x="778876" y="78359"/>
                </a:lnTo>
                <a:cubicBezTo>
                  <a:pt x="778876" y="81742"/>
                  <a:pt x="779085" y="83917"/>
                  <a:pt x="779502" y="84883"/>
                </a:cubicBezTo>
                <a:cubicBezTo>
                  <a:pt x="779919" y="85850"/>
                  <a:pt x="780600" y="86619"/>
                  <a:pt x="781545" y="87190"/>
                </a:cubicBezTo>
                <a:cubicBezTo>
                  <a:pt x="782490" y="87761"/>
                  <a:pt x="783841" y="88047"/>
                  <a:pt x="785598" y="88047"/>
                </a:cubicBezTo>
                <a:cubicBezTo>
                  <a:pt x="786916" y="88047"/>
                  <a:pt x="788651" y="87937"/>
                  <a:pt x="790804" y="87717"/>
                </a:cubicBezTo>
                <a:close/>
                <a:moveTo>
                  <a:pt x="802426" y="98196"/>
                </a:moveTo>
                <a:lnTo>
                  <a:pt x="802426" y="1582"/>
                </a:lnTo>
                <a:lnTo>
                  <a:pt x="814288" y="1582"/>
                </a:lnTo>
                <a:lnTo>
                  <a:pt x="814288" y="36247"/>
                </a:lnTo>
                <a:cubicBezTo>
                  <a:pt x="819824" y="29832"/>
                  <a:pt x="826810" y="26625"/>
                  <a:pt x="835246" y="26625"/>
                </a:cubicBezTo>
                <a:cubicBezTo>
                  <a:pt x="840430" y="26625"/>
                  <a:pt x="844933" y="27646"/>
                  <a:pt x="848756" y="29689"/>
                </a:cubicBezTo>
                <a:cubicBezTo>
                  <a:pt x="852578" y="31732"/>
                  <a:pt x="855313" y="34555"/>
                  <a:pt x="856961" y="38158"/>
                </a:cubicBezTo>
                <a:cubicBezTo>
                  <a:pt x="858608" y="41761"/>
                  <a:pt x="859432" y="46989"/>
                  <a:pt x="859432" y="53843"/>
                </a:cubicBezTo>
                <a:lnTo>
                  <a:pt x="859432" y="98196"/>
                </a:lnTo>
                <a:lnTo>
                  <a:pt x="847570" y="98196"/>
                </a:lnTo>
                <a:lnTo>
                  <a:pt x="847570" y="53843"/>
                </a:lnTo>
                <a:cubicBezTo>
                  <a:pt x="847570" y="47912"/>
                  <a:pt x="846284" y="43595"/>
                  <a:pt x="843714" y="40893"/>
                </a:cubicBezTo>
                <a:cubicBezTo>
                  <a:pt x="841144" y="38191"/>
                  <a:pt x="837508" y="36840"/>
                  <a:pt x="832807" y="36840"/>
                </a:cubicBezTo>
                <a:cubicBezTo>
                  <a:pt x="829292" y="36840"/>
                  <a:pt x="825986" y="37752"/>
                  <a:pt x="822889" y="39575"/>
                </a:cubicBezTo>
                <a:cubicBezTo>
                  <a:pt x="819791" y="41398"/>
                  <a:pt x="817584" y="43870"/>
                  <a:pt x="816266" y="46989"/>
                </a:cubicBezTo>
                <a:cubicBezTo>
                  <a:pt x="814947" y="50108"/>
                  <a:pt x="814288" y="54414"/>
                  <a:pt x="814288" y="59906"/>
                </a:cubicBezTo>
                <a:lnTo>
                  <a:pt x="814288" y="98196"/>
                </a:lnTo>
                <a:lnTo>
                  <a:pt x="802426" y="98196"/>
                </a:lnTo>
                <a:close/>
                <a:moveTo>
                  <a:pt x="925381" y="75657"/>
                </a:moveTo>
                <a:lnTo>
                  <a:pt x="937639" y="77173"/>
                </a:lnTo>
                <a:cubicBezTo>
                  <a:pt x="935706" y="84334"/>
                  <a:pt x="932125" y="89892"/>
                  <a:pt x="926897" y="93846"/>
                </a:cubicBezTo>
                <a:cubicBezTo>
                  <a:pt x="921668" y="97800"/>
                  <a:pt x="914990" y="99778"/>
                  <a:pt x="906862" y="99778"/>
                </a:cubicBezTo>
                <a:cubicBezTo>
                  <a:pt x="896625" y="99778"/>
                  <a:pt x="888508" y="96625"/>
                  <a:pt x="882511" y="90320"/>
                </a:cubicBezTo>
                <a:cubicBezTo>
                  <a:pt x="876514" y="84016"/>
                  <a:pt x="873515" y="75174"/>
                  <a:pt x="873515" y="63794"/>
                </a:cubicBezTo>
                <a:cubicBezTo>
                  <a:pt x="873515" y="52020"/>
                  <a:pt x="876547" y="42881"/>
                  <a:pt x="882610" y="36379"/>
                </a:cubicBezTo>
                <a:cubicBezTo>
                  <a:pt x="888673" y="29876"/>
                  <a:pt x="896537" y="26625"/>
                  <a:pt x="906203" y="26625"/>
                </a:cubicBezTo>
                <a:cubicBezTo>
                  <a:pt x="915561" y="26625"/>
                  <a:pt x="923206" y="29805"/>
                  <a:pt x="929137" y="36166"/>
                </a:cubicBezTo>
                <a:cubicBezTo>
                  <a:pt x="935069" y="42526"/>
                  <a:pt x="938034" y="51474"/>
                  <a:pt x="938034" y="63010"/>
                </a:cubicBezTo>
                <a:cubicBezTo>
                  <a:pt x="938034" y="63711"/>
                  <a:pt x="938012" y="64764"/>
                  <a:pt x="937968" y="66167"/>
                </a:cubicBezTo>
                <a:lnTo>
                  <a:pt x="885773" y="66167"/>
                </a:lnTo>
                <a:cubicBezTo>
                  <a:pt x="886212" y="73834"/>
                  <a:pt x="888387" y="79704"/>
                  <a:pt x="892297" y="83780"/>
                </a:cubicBezTo>
                <a:cubicBezTo>
                  <a:pt x="896208" y="87855"/>
                  <a:pt x="901085" y="89892"/>
                  <a:pt x="906928" y="89892"/>
                </a:cubicBezTo>
                <a:cubicBezTo>
                  <a:pt x="911278" y="89892"/>
                  <a:pt x="914990" y="88761"/>
                  <a:pt x="918066" y="86498"/>
                </a:cubicBezTo>
                <a:cubicBezTo>
                  <a:pt x="921141" y="84234"/>
                  <a:pt x="923580" y="80620"/>
                  <a:pt x="925381" y="75657"/>
                </a:cubicBezTo>
                <a:moveTo>
                  <a:pt x="886432" y="56281"/>
                </a:moveTo>
                <a:lnTo>
                  <a:pt x="925513" y="56281"/>
                </a:lnTo>
                <a:cubicBezTo>
                  <a:pt x="924985" y="50490"/>
                  <a:pt x="923492" y="46147"/>
                  <a:pt x="921031" y="43251"/>
                </a:cubicBezTo>
                <a:cubicBezTo>
                  <a:pt x="917253" y="38757"/>
                  <a:pt x="912354" y="36510"/>
                  <a:pt x="906335" y="36510"/>
                </a:cubicBezTo>
                <a:cubicBezTo>
                  <a:pt x="900887" y="36510"/>
                  <a:pt x="896307" y="38304"/>
                  <a:pt x="892594" y="41892"/>
                </a:cubicBezTo>
                <a:cubicBezTo>
                  <a:pt x="888881" y="45478"/>
                  <a:pt x="886827" y="50275"/>
                  <a:pt x="886432" y="56281"/>
                </a:cubicBezTo>
                <a:close/>
                <a:moveTo>
                  <a:pt x="952381" y="98196"/>
                </a:moveTo>
                <a:lnTo>
                  <a:pt x="952381" y="28207"/>
                </a:lnTo>
                <a:lnTo>
                  <a:pt x="963057" y="28207"/>
                </a:lnTo>
                <a:lnTo>
                  <a:pt x="963057" y="38751"/>
                </a:lnTo>
                <a:cubicBezTo>
                  <a:pt x="965781" y="33814"/>
                  <a:pt x="968296" y="30559"/>
                  <a:pt x="970603" y="28985"/>
                </a:cubicBezTo>
                <a:cubicBezTo>
                  <a:pt x="972909" y="27412"/>
                  <a:pt x="975447" y="26625"/>
                  <a:pt x="978215" y="26625"/>
                </a:cubicBezTo>
                <a:cubicBezTo>
                  <a:pt x="982213" y="26625"/>
                  <a:pt x="986277" y="27894"/>
                  <a:pt x="990407" y="30431"/>
                </a:cubicBezTo>
                <a:lnTo>
                  <a:pt x="986321" y="41387"/>
                </a:lnTo>
                <a:cubicBezTo>
                  <a:pt x="983421" y="39674"/>
                  <a:pt x="980521" y="38817"/>
                  <a:pt x="977622" y="38817"/>
                </a:cubicBezTo>
                <a:cubicBezTo>
                  <a:pt x="975029" y="38817"/>
                  <a:pt x="972701" y="39598"/>
                  <a:pt x="970636" y="41161"/>
                </a:cubicBezTo>
                <a:cubicBezTo>
                  <a:pt x="968571" y="42722"/>
                  <a:pt x="967099" y="44888"/>
                  <a:pt x="966220" y="47658"/>
                </a:cubicBezTo>
                <a:cubicBezTo>
                  <a:pt x="964902" y="51880"/>
                  <a:pt x="964243" y="56498"/>
                  <a:pt x="964243" y="61512"/>
                </a:cubicBezTo>
                <a:lnTo>
                  <a:pt x="964243" y="98196"/>
                </a:lnTo>
                <a:lnTo>
                  <a:pt x="952381" y="98196"/>
                </a:lnTo>
                <a:close/>
                <a:moveTo>
                  <a:pt x="1030234" y="77239"/>
                </a:moveTo>
                <a:lnTo>
                  <a:pt x="1041965" y="75393"/>
                </a:lnTo>
                <a:cubicBezTo>
                  <a:pt x="1042624" y="80074"/>
                  <a:pt x="1044458" y="83661"/>
                  <a:pt x="1047468" y="86154"/>
                </a:cubicBezTo>
                <a:cubicBezTo>
                  <a:pt x="1050477" y="88646"/>
                  <a:pt x="1054684" y="89892"/>
                  <a:pt x="1060088" y="89892"/>
                </a:cubicBezTo>
                <a:cubicBezTo>
                  <a:pt x="1065536" y="89892"/>
                  <a:pt x="1069578" y="88792"/>
                  <a:pt x="1072214" y="86591"/>
                </a:cubicBezTo>
                <a:cubicBezTo>
                  <a:pt x="1074850" y="84388"/>
                  <a:pt x="1076169" y="81806"/>
                  <a:pt x="1076169" y="78843"/>
                </a:cubicBezTo>
                <a:cubicBezTo>
                  <a:pt x="1076169" y="76183"/>
                  <a:pt x="1075004" y="74091"/>
                  <a:pt x="1072676" y="72566"/>
                </a:cubicBezTo>
                <a:cubicBezTo>
                  <a:pt x="1071050" y="71519"/>
                  <a:pt x="1067008" y="70190"/>
                  <a:pt x="1060549" y="68576"/>
                </a:cubicBezTo>
                <a:cubicBezTo>
                  <a:pt x="1051850" y="66378"/>
                  <a:pt x="1045820" y="64477"/>
                  <a:pt x="1042459" y="62872"/>
                </a:cubicBezTo>
                <a:cubicBezTo>
                  <a:pt x="1039098" y="61267"/>
                  <a:pt x="1036550" y="59046"/>
                  <a:pt x="1034814" y="56209"/>
                </a:cubicBezTo>
                <a:cubicBezTo>
                  <a:pt x="1033079" y="53373"/>
                  <a:pt x="1032211" y="50240"/>
                  <a:pt x="1032211" y="46810"/>
                </a:cubicBezTo>
                <a:cubicBezTo>
                  <a:pt x="1032211" y="43688"/>
                  <a:pt x="1032925" y="40796"/>
                  <a:pt x="1034353" y="38135"/>
                </a:cubicBezTo>
                <a:cubicBezTo>
                  <a:pt x="1035781" y="35474"/>
                  <a:pt x="1037725" y="33265"/>
                  <a:pt x="1040185" y="31506"/>
                </a:cubicBezTo>
                <a:cubicBezTo>
                  <a:pt x="1042031" y="30143"/>
                  <a:pt x="1044546" y="28989"/>
                  <a:pt x="1047731" y="28044"/>
                </a:cubicBezTo>
                <a:cubicBezTo>
                  <a:pt x="1050917" y="27098"/>
                  <a:pt x="1054333" y="26625"/>
                  <a:pt x="1057979" y="26625"/>
                </a:cubicBezTo>
                <a:cubicBezTo>
                  <a:pt x="1063471" y="26625"/>
                  <a:pt x="1068293" y="27421"/>
                  <a:pt x="1072445" y="29014"/>
                </a:cubicBezTo>
                <a:cubicBezTo>
                  <a:pt x="1076597" y="30605"/>
                  <a:pt x="1079661" y="32761"/>
                  <a:pt x="1081639" y="35483"/>
                </a:cubicBezTo>
                <a:cubicBezTo>
                  <a:pt x="1083616" y="38203"/>
                  <a:pt x="1084978" y="41840"/>
                  <a:pt x="1085725" y="46396"/>
                </a:cubicBezTo>
                <a:lnTo>
                  <a:pt x="1074126" y="47978"/>
                </a:lnTo>
                <a:cubicBezTo>
                  <a:pt x="1073598" y="44375"/>
                  <a:pt x="1072072" y="41563"/>
                  <a:pt x="1069545" y="39542"/>
                </a:cubicBezTo>
                <a:cubicBezTo>
                  <a:pt x="1067019" y="37521"/>
                  <a:pt x="1063449" y="36510"/>
                  <a:pt x="1058836" y="36510"/>
                </a:cubicBezTo>
                <a:cubicBezTo>
                  <a:pt x="1053388" y="36510"/>
                  <a:pt x="1049500" y="37407"/>
                  <a:pt x="1047171" y="39200"/>
                </a:cubicBezTo>
                <a:cubicBezTo>
                  <a:pt x="1044843" y="40992"/>
                  <a:pt x="1043678" y="43090"/>
                  <a:pt x="1043678" y="45496"/>
                </a:cubicBezTo>
                <a:cubicBezTo>
                  <a:pt x="1043678" y="47025"/>
                  <a:pt x="1044162" y="48403"/>
                  <a:pt x="1045128" y="49627"/>
                </a:cubicBezTo>
                <a:cubicBezTo>
                  <a:pt x="1046095" y="50894"/>
                  <a:pt x="1047610" y="51943"/>
                  <a:pt x="1049675" y="52774"/>
                </a:cubicBezTo>
                <a:cubicBezTo>
                  <a:pt x="1050862" y="53212"/>
                  <a:pt x="1054355" y="54218"/>
                  <a:pt x="1060154" y="55791"/>
                </a:cubicBezTo>
                <a:cubicBezTo>
                  <a:pt x="1068546" y="58031"/>
                  <a:pt x="1074400" y="59864"/>
                  <a:pt x="1077717" y="61290"/>
                </a:cubicBezTo>
                <a:cubicBezTo>
                  <a:pt x="1081034" y="62717"/>
                  <a:pt x="1083638" y="64791"/>
                  <a:pt x="1085527" y="67514"/>
                </a:cubicBezTo>
                <a:cubicBezTo>
                  <a:pt x="1087416" y="70235"/>
                  <a:pt x="1088361" y="73615"/>
                  <a:pt x="1088361" y="77653"/>
                </a:cubicBezTo>
                <a:cubicBezTo>
                  <a:pt x="1088361" y="81604"/>
                  <a:pt x="1087207" y="85325"/>
                  <a:pt x="1084901" y="88815"/>
                </a:cubicBezTo>
                <a:cubicBezTo>
                  <a:pt x="1082594" y="92304"/>
                  <a:pt x="1079266" y="95003"/>
                  <a:pt x="1074916" y="96913"/>
                </a:cubicBezTo>
                <a:cubicBezTo>
                  <a:pt x="1070567" y="98823"/>
                  <a:pt x="1065646" y="99778"/>
                  <a:pt x="1060154" y="99778"/>
                </a:cubicBezTo>
                <a:cubicBezTo>
                  <a:pt x="1051059" y="99778"/>
                  <a:pt x="1044129" y="97883"/>
                  <a:pt x="1039362" y="94093"/>
                </a:cubicBezTo>
                <a:cubicBezTo>
                  <a:pt x="1034595" y="90304"/>
                  <a:pt x="1031552" y="84686"/>
                  <a:pt x="1030234" y="77239"/>
                </a:cubicBezTo>
                <a:close/>
                <a:moveTo>
                  <a:pt x="1102464" y="125084"/>
                </a:moveTo>
                <a:lnTo>
                  <a:pt x="1102464" y="28207"/>
                </a:lnTo>
                <a:lnTo>
                  <a:pt x="1113272" y="28207"/>
                </a:lnTo>
                <a:lnTo>
                  <a:pt x="1113272" y="37235"/>
                </a:lnTo>
                <a:cubicBezTo>
                  <a:pt x="1115820" y="33699"/>
                  <a:pt x="1118698" y="31046"/>
                  <a:pt x="1121905" y="29278"/>
                </a:cubicBezTo>
                <a:cubicBezTo>
                  <a:pt x="1125113" y="27509"/>
                  <a:pt x="1129001" y="26625"/>
                  <a:pt x="1133570" y="26625"/>
                </a:cubicBezTo>
                <a:cubicBezTo>
                  <a:pt x="1139545" y="26625"/>
                  <a:pt x="1144818" y="28163"/>
                  <a:pt x="1149387" y="31238"/>
                </a:cubicBezTo>
                <a:cubicBezTo>
                  <a:pt x="1153956" y="34314"/>
                  <a:pt x="1157405" y="38652"/>
                  <a:pt x="1159734" y="44254"/>
                </a:cubicBezTo>
                <a:cubicBezTo>
                  <a:pt x="1162062" y="49856"/>
                  <a:pt x="1163227" y="55996"/>
                  <a:pt x="1163227" y="62674"/>
                </a:cubicBezTo>
                <a:cubicBezTo>
                  <a:pt x="1163227" y="69835"/>
                  <a:pt x="1161941" y="76283"/>
                  <a:pt x="1159371" y="82017"/>
                </a:cubicBezTo>
                <a:cubicBezTo>
                  <a:pt x="1156801" y="87750"/>
                  <a:pt x="1153066" y="92144"/>
                  <a:pt x="1148168" y="95197"/>
                </a:cubicBezTo>
                <a:cubicBezTo>
                  <a:pt x="1143269" y="98251"/>
                  <a:pt x="1138117" y="99778"/>
                  <a:pt x="1132713" y="99778"/>
                </a:cubicBezTo>
                <a:cubicBezTo>
                  <a:pt x="1128759" y="99778"/>
                  <a:pt x="1125211" y="98932"/>
                  <a:pt x="1122070" y="97240"/>
                </a:cubicBezTo>
                <a:cubicBezTo>
                  <a:pt x="1118929" y="95547"/>
                  <a:pt x="1116347" y="93410"/>
                  <a:pt x="1114326" y="90827"/>
                </a:cubicBezTo>
                <a:lnTo>
                  <a:pt x="1114326" y="125084"/>
                </a:lnTo>
                <a:lnTo>
                  <a:pt x="1102464" y="125084"/>
                </a:lnTo>
                <a:moveTo>
                  <a:pt x="1113206" y="63498"/>
                </a:moveTo>
                <a:cubicBezTo>
                  <a:pt x="1113206" y="72494"/>
                  <a:pt x="1115029" y="79142"/>
                  <a:pt x="1118676" y="83442"/>
                </a:cubicBezTo>
                <a:cubicBezTo>
                  <a:pt x="1122323" y="87742"/>
                  <a:pt x="1126738" y="89892"/>
                  <a:pt x="1131923" y="89892"/>
                </a:cubicBezTo>
                <a:cubicBezTo>
                  <a:pt x="1137195" y="89892"/>
                  <a:pt x="1141709" y="87665"/>
                  <a:pt x="1145466" y="83211"/>
                </a:cubicBezTo>
                <a:cubicBezTo>
                  <a:pt x="1149222" y="78757"/>
                  <a:pt x="1151100" y="71857"/>
                  <a:pt x="1151100" y="62509"/>
                </a:cubicBezTo>
                <a:cubicBezTo>
                  <a:pt x="1151100" y="53601"/>
                  <a:pt x="1149266" y="46931"/>
                  <a:pt x="1145597" y="42499"/>
                </a:cubicBezTo>
                <a:cubicBezTo>
                  <a:pt x="1141929" y="38067"/>
                  <a:pt x="1137546" y="35851"/>
                  <a:pt x="1132450" y="35851"/>
                </a:cubicBezTo>
                <a:cubicBezTo>
                  <a:pt x="1127397" y="35851"/>
                  <a:pt x="1122927" y="38210"/>
                  <a:pt x="1119038" y="42928"/>
                </a:cubicBezTo>
                <a:cubicBezTo>
                  <a:pt x="1115150" y="47645"/>
                  <a:pt x="1113206" y="54502"/>
                  <a:pt x="1113206" y="63498"/>
                </a:cubicBezTo>
                <a:close/>
                <a:moveTo>
                  <a:pt x="1225419" y="75657"/>
                </a:moveTo>
                <a:lnTo>
                  <a:pt x="1237677" y="77173"/>
                </a:lnTo>
                <a:cubicBezTo>
                  <a:pt x="1235744" y="84334"/>
                  <a:pt x="1232163" y="89892"/>
                  <a:pt x="1226935" y="93846"/>
                </a:cubicBezTo>
                <a:cubicBezTo>
                  <a:pt x="1221706" y="97800"/>
                  <a:pt x="1215028" y="99778"/>
                  <a:pt x="1206900" y="99778"/>
                </a:cubicBezTo>
                <a:cubicBezTo>
                  <a:pt x="1196663" y="99778"/>
                  <a:pt x="1188546" y="96625"/>
                  <a:pt x="1182549" y="90320"/>
                </a:cubicBezTo>
                <a:cubicBezTo>
                  <a:pt x="1176552" y="84016"/>
                  <a:pt x="1173553" y="75174"/>
                  <a:pt x="1173553" y="63794"/>
                </a:cubicBezTo>
                <a:cubicBezTo>
                  <a:pt x="1173553" y="52020"/>
                  <a:pt x="1176585" y="42881"/>
                  <a:pt x="1182648" y="36379"/>
                </a:cubicBezTo>
                <a:cubicBezTo>
                  <a:pt x="1188711" y="29876"/>
                  <a:pt x="1196575" y="26625"/>
                  <a:pt x="1206241" y="26625"/>
                </a:cubicBezTo>
                <a:cubicBezTo>
                  <a:pt x="1215599" y="26625"/>
                  <a:pt x="1223244" y="29805"/>
                  <a:pt x="1229175" y="36166"/>
                </a:cubicBezTo>
                <a:cubicBezTo>
                  <a:pt x="1235107" y="42526"/>
                  <a:pt x="1238072" y="51474"/>
                  <a:pt x="1238072" y="63010"/>
                </a:cubicBezTo>
                <a:cubicBezTo>
                  <a:pt x="1238072" y="63711"/>
                  <a:pt x="1238050" y="64764"/>
                  <a:pt x="1238006" y="66167"/>
                </a:cubicBezTo>
                <a:lnTo>
                  <a:pt x="1185811" y="66167"/>
                </a:lnTo>
                <a:cubicBezTo>
                  <a:pt x="1186250" y="73834"/>
                  <a:pt x="1188425" y="79704"/>
                  <a:pt x="1192335" y="83780"/>
                </a:cubicBezTo>
                <a:cubicBezTo>
                  <a:pt x="1196246" y="87855"/>
                  <a:pt x="1201122" y="89892"/>
                  <a:pt x="1206966" y="89892"/>
                </a:cubicBezTo>
                <a:cubicBezTo>
                  <a:pt x="1211316" y="89892"/>
                  <a:pt x="1215028" y="88761"/>
                  <a:pt x="1218104" y="86498"/>
                </a:cubicBezTo>
                <a:cubicBezTo>
                  <a:pt x="1221179" y="84234"/>
                  <a:pt x="1223617" y="80620"/>
                  <a:pt x="1225419" y="75657"/>
                </a:cubicBezTo>
                <a:moveTo>
                  <a:pt x="1186470" y="56281"/>
                </a:moveTo>
                <a:lnTo>
                  <a:pt x="1225551" y="56281"/>
                </a:lnTo>
                <a:cubicBezTo>
                  <a:pt x="1225023" y="50490"/>
                  <a:pt x="1223530" y="46147"/>
                  <a:pt x="1221069" y="43251"/>
                </a:cubicBezTo>
                <a:cubicBezTo>
                  <a:pt x="1217291" y="38757"/>
                  <a:pt x="1212392" y="36510"/>
                  <a:pt x="1206373" y="36510"/>
                </a:cubicBezTo>
                <a:cubicBezTo>
                  <a:pt x="1200925" y="36510"/>
                  <a:pt x="1196345" y="38304"/>
                  <a:pt x="1192632" y="41892"/>
                </a:cubicBezTo>
                <a:cubicBezTo>
                  <a:pt x="1188919" y="45478"/>
                  <a:pt x="1186865" y="50275"/>
                  <a:pt x="1186470" y="56281"/>
                </a:cubicBezTo>
                <a:close/>
                <a:moveTo>
                  <a:pt x="1298221" y="72494"/>
                </a:moveTo>
                <a:lnTo>
                  <a:pt x="1309886" y="74009"/>
                </a:lnTo>
                <a:cubicBezTo>
                  <a:pt x="1308612" y="82070"/>
                  <a:pt x="1305350" y="88380"/>
                  <a:pt x="1300099" y="92940"/>
                </a:cubicBezTo>
                <a:cubicBezTo>
                  <a:pt x="1294849" y="97498"/>
                  <a:pt x="1288402" y="99778"/>
                  <a:pt x="1280757" y="99778"/>
                </a:cubicBezTo>
                <a:cubicBezTo>
                  <a:pt x="1271179" y="99778"/>
                  <a:pt x="1263479" y="96647"/>
                  <a:pt x="1257658" y="90386"/>
                </a:cubicBezTo>
                <a:cubicBezTo>
                  <a:pt x="1251836" y="84126"/>
                  <a:pt x="1248926" y="75152"/>
                  <a:pt x="1248926" y="63465"/>
                </a:cubicBezTo>
                <a:cubicBezTo>
                  <a:pt x="1248926" y="55908"/>
                  <a:pt x="1250178" y="49296"/>
                  <a:pt x="1252682" y="43628"/>
                </a:cubicBezTo>
                <a:cubicBezTo>
                  <a:pt x="1255186" y="37960"/>
                  <a:pt x="1258998" y="33710"/>
                  <a:pt x="1264116" y="30876"/>
                </a:cubicBezTo>
                <a:cubicBezTo>
                  <a:pt x="1269235" y="28042"/>
                  <a:pt x="1274804" y="26625"/>
                  <a:pt x="1280823" y="26625"/>
                </a:cubicBezTo>
                <a:cubicBezTo>
                  <a:pt x="1288424" y="26625"/>
                  <a:pt x="1294640" y="28553"/>
                  <a:pt x="1299473" y="32410"/>
                </a:cubicBezTo>
                <a:cubicBezTo>
                  <a:pt x="1304306" y="36265"/>
                  <a:pt x="1307404" y="41740"/>
                  <a:pt x="1308766" y="48834"/>
                </a:cubicBezTo>
                <a:lnTo>
                  <a:pt x="1297233" y="50614"/>
                </a:lnTo>
                <a:cubicBezTo>
                  <a:pt x="1296134" y="45935"/>
                  <a:pt x="1294190" y="42414"/>
                  <a:pt x="1291400" y="40053"/>
                </a:cubicBezTo>
                <a:cubicBezTo>
                  <a:pt x="1288610" y="37691"/>
                  <a:pt x="1285238" y="36510"/>
                  <a:pt x="1281284" y="36510"/>
                </a:cubicBezTo>
                <a:cubicBezTo>
                  <a:pt x="1275309" y="36510"/>
                  <a:pt x="1270454" y="38642"/>
                  <a:pt x="1266719" y="42905"/>
                </a:cubicBezTo>
                <a:cubicBezTo>
                  <a:pt x="1262985" y="47167"/>
                  <a:pt x="1261118" y="53910"/>
                  <a:pt x="1261118" y="63135"/>
                </a:cubicBezTo>
                <a:cubicBezTo>
                  <a:pt x="1261118" y="72492"/>
                  <a:pt x="1262919" y="79291"/>
                  <a:pt x="1266522" y="83532"/>
                </a:cubicBezTo>
                <a:cubicBezTo>
                  <a:pt x="1270124" y="87772"/>
                  <a:pt x="1274826" y="89892"/>
                  <a:pt x="1280625" y="89892"/>
                </a:cubicBezTo>
                <a:cubicBezTo>
                  <a:pt x="1285282" y="89892"/>
                  <a:pt x="1289171" y="88470"/>
                  <a:pt x="1292290" y="85625"/>
                </a:cubicBezTo>
                <a:cubicBezTo>
                  <a:pt x="1295409" y="82780"/>
                  <a:pt x="1297386" y="78403"/>
                  <a:pt x="1298221" y="72494"/>
                </a:cubicBezTo>
                <a:close/>
                <a:moveTo>
                  <a:pt x="1320101" y="15290"/>
                </a:moveTo>
                <a:lnTo>
                  <a:pt x="1320101" y="1582"/>
                </a:lnTo>
                <a:lnTo>
                  <a:pt x="1331964" y="1582"/>
                </a:lnTo>
                <a:lnTo>
                  <a:pt x="1331964" y="15290"/>
                </a:lnTo>
                <a:lnTo>
                  <a:pt x="1320101" y="15290"/>
                </a:lnTo>
                <a:moveTo>
                  <a:pt x="1320101" y="98196"/>
                </a:moveTo>
                <a:lnTo>
                  <a:pt x="1320101" y="28207"/>
                </a:lnTo>
                <a:lnTo>
                  <a:pt x="1331964" y="28207"/>
                </a:lnTo>
                <a:lnTo>
                  <a:pt x="1331964" y="98196"/>
                </a:lnTo>
                <a:lnTo>
                  <a:pt x="1320101" y="98196"/>
                </a:lnTo>
                <a:close/>
                <a:moveTo>
                  <a:pt x="1352832" y="98196"/>
                </a:moveTo>
                <a:lnTo>
                  <a:pt x="1352832" y="37433"/>
                </a:lnTo>
                <a:lnTo>
                  <a:pt x="1342354" y="37433"/>
                </a:lnTo>
                <a:lnTo>
                  <a:pt x="1342354" y="28207"/>
                </a:lnTo>
                <a:lnTo>
                  <a:pt x="1352832" y="28207"/>
                </a:lnTo>
                <a:lnTo>
                  <a:pt x="1352832" y="20776"/>
                </a:lnTo>
                <a:cubicBezTo>
                  <a:pt x="1352832" y="16086"/>
                  <a:pt x="1353250" y="12601"/>
                  <a:pt x="1354084" y="10322"/>
                </a:cubicBezTo>
                <a:cubicBezTo>
                  <a:pt x="1355227" y="7255"/>
                  <a:pt x="1357237" y="4768"/>
                  <a:pt x="1360115" y="2861"/>
                </a:cubicBezTo>
                <a:cubicBezTo>
                  <a:pt x="1362992" y="954"/>
                  <a:pt x="1367023" y="0"/>
                  <a:pt x="1372208" y="0"/>
                </a:cubicBezTo>
                <a:cubicBezTo>
                  <a:pt x="1375547" y="0"/>
                  <a:pt x="1379238" y="395"/>
                  <a:pt x="1383280" y="1186"/>
                </a:cubicBezTo>
                <a:lnTo>
                  <a:pt x="1381500" y="11533"/>
                </a:lnTo>
                <a:cubicBezTo>
                  <a:pt x="1379040" y="11094"/>
                  <a:pt x="1376711" y="10874"/>
                  <a:pt x="1374514" y="10874"/>
                </a:cubicBezTo>
                <a:cubicBezTo>
                  <a:pt x="1370912" y="10874"/>
                  <a:pt x="1368363" y="11640"/>
                  <a:pt x="1366870" y="13172"/>
                </a:cubicBezTo>
                <a:cubicBezTo>
                  <a:pt x="1365376" y="14705"/>
                  <a:pt x="1364629" y="17571"/>
                  <a:pt x="1364629" y="21773"/>
                </a:cubicBezTo>
                <a:lnTo>
                  <a:pt x="1364629" y="28207"/>
                </a:lnTo>
                <a:lnTo>
                  <a:pt x="1378271" y="28207"/>
                </a:lnTo>
                <a:lnTo>
                  <a:pt x="1378271" y="37433"/>
                </a:lnTo>
                <a:lnTo>
                  <a:pt x="1364629" y="37433"/>
                </a:lnTo>
                <a:lnTo>
                  <a:pt x="1364629" y="98196"/>
                </a:lnTo>
                <a:lnTo>
                  <a:pt x="1352832" y="98196"/>
                </a:lnTo>
                <a:close/>
                <a:moveTo>
                  <a:pt x="1387586" y="15290"/>
                </a:moveTo>
                <a:lnTo>
                  <a:pt x="1387586" y="1582"/>
                </a:lnTo>
                <a:lnTo>
                  <a:pt x="1399449" y="1582"/>
                </a:lnTo>
                <a:lnTo>
                  <a:pt x="1399449" y="15290"/>
                </a:lnTo>
                <a:lnTo>
                  <a:pt x="1387586" y="15290"/>
                </a:lnTo>
                <a:moveTo>
                  <a:pt x="1387586" y="98196"/>
                </a:moveTo>
                <a:lnTo>
                  <a:pt x="1387586" y="28207"/>
                </a:lnTo>
                <a:lnTo>
                  <a:pt x="1399449" y="28207"/>
                </a:lnTo>
                <a:lnTo>
                  <a:pt x="1399449" y="98196"/>
                </a:lnTo>
                <a:lnTo>
                  <a:pt x="1387586" y="98196"/>
                </a:lnTo>
                <a:close/>
                <a:moveTo>
                  <a:pt x="1463154" y="72494"/>
                </a:moveTo>
                <a:lnTo>
                  <a:pt x="1474819" y="74009"/>
                </a:lnTo>
                <a:cubicBezTo>
                  <a:pt x="1473545" y="82070"/>
                  <a:pt x="1470283" y="88380"/>
                  <a:pt x="1465033" y="92940"/>
                </a:cubicBezTo>
                <a:cubicBezTo>
                  <a:pt x="1459782" y="97498"/>
                  <a:pt x="1453335" y="99778"/>
                  <a:pt x="1445690" y="99778"/>
                </a:cubicBezTo>
                <a:cubicBezTo>
                  <a:pt x="1436112" y="99778"/>
                  <a:pt x="1428412" y="96647"/>
                  <a:pt x="1422591" y="90386"/>
                </a:cubicBezTo>
                <a:cubicBezTo>
                  <a:pt x="1416770" y="84126"/>
                  <a:pt x="1413859" y="75152"/>
                  <a:pt x="1413859" y="63465"/>
                </a:cubicBezTo>
                <a:cubicBezTo>
                  <a:pt x="1413859" y="55908"/>
                  <a:pt x="1415111" y="49296"/>
                  <a:pt x="1417615" y="43628"/>
                </a:cubicBezTo>
                <a:cubicBezTo>
                  <a:pt x="1420120" y="37960"/>
                  <a:pt x="1423931" y="33710"/>
                  <a:pt x="1429049" y="30876"/>
                </a:cubicBezTo>
                <a:cubicBezTo>
                  <a:pt x="1434168" y="28042"/>
                  <a:pt x="1439737" y="26625"/>
                  <a:pt x="1445756" y="26625"/>
                </a:cubicBezTo>
                <a:cubicBezTo>
                  <a:pt x="1453357" y="26625"/>
                  <a:pt x="1459574" y="28553"/>
                  <a:pt x="1464407" y="32410"/>
                </a:cubicBezTo>
                <a:cubicBezTo>
                  <a:pt x="1469239" y="36265"/>
                  <a:pt x="1472337" y="41740"/>
                  <a:pt x="1473699" y="48834"/>
                </a:cubicBezTo>
                <a:lnTo>
                  <a:pt x="1462166" y="50614"/>
                </a:lnTo>
                <a:cubicBezTo>
                  <a:pt x="1461067" y="45935"/>
                  <a:pt x="1459123" y="42414"/>
                  <a:pt x="1456333" y="40053"/>
                </a:cubicBezTo>
                <a:cubicBezTo>
                  <a:pt x="1453544" y="37691"/>
                  <a:pt x="1450171" y="36510"/>
                  <a:pt x="1446217" y="36510"/>
                </a:cubicBezTo>
                <a:cubicBezTo>
                  <a:pt x="1440242" y="36510"/>
                  <a:pt x="1435387" y="38642"/>
                  <a:pt x="1431653" y="42905"/>
                </a:cubicBezTo>
                <a:cubicBezTo>
                  <a:pt x="1427918" y="47167"/>
                  <a:pt x="1426051" y="53910"/>
                  <a:pt x="1426051" y="63135"/>
                </a:cubicBezTo>
                <a:cubicBezTo>
                  <a:pt x="1426051" y="72492"/>
                  <a:pt x="1427852" y="79291"/>
                  <a:pt x="1431455" y="83532"/>
                </a:cubicBezTo>
                <a:cubicBezTo>
                  <a:pt x="1435058" y="87772"/>
                  <a:pt x="1439759" y="89892"/>
                  <a:pt x="1445558" y="89892"/>
                </a:cubicBezTo>
                <a:cubicBezTo>
                  <a:pt x="1450215" y="89892"/>
                  <a:pt x="1454104" y="88470"/>
                  <a:pt x="1457223" y="85625"/>
                </a:cubicBezTo>
                <a:cubicBezTo>
                  <a:pt x="1460343" y="82780"/>
                  <a:pt x="1462320" y="78403"/>
                  <a:pt x="1463154" y="72494"/>
                </a:cubicBezTo>
                <a:close/>
                <a:moveTo>
                  <a:pt x="1568161" y="72494"/>
                </a:moveTo>
                <a:lnTo>
                  <a:pt x="1579826" y="74009"/>
                </a:lnTo>
                <a:cubicBezTo>
                  <a:pt x="1578552" y="82070"/>
                  <a:pt x="1575290" y="88380"/>
                  <a:pt x="1570039" y="92940"/>
                </a:cubicBezTo>
                <a:cubicBezTo>
                  <a:pt x="1564789" y="97498"/>
                  <a:pt x="1558341" y="99778"/>
                  <a:pt x="1550697" y="99778"/>
                </a:cubicBezTo>
                <a:cubicBezTo>
                  <a:pt x="1541119" y="99778"/>
                  <a:pt x="1533419" y="96647"/>
                  <a:pt x="1527598" y="90386"/>
                </a:cubicBezTo>
                <a:cubicBezTo>
                  <a:pt x="1521776" y="84126"/>
                  <a:pt x="1518865" y="75152"/>
                  <a:pt x="1518865" y="63465"/>
                </a:cubicBezTo>
                <a:cubicBezTo>
                  <a:pt x="1518865" y="55908"/>
                  <a:pt x="1520117" y="49296"/>
                  <a:pt x="1522622" y="43628"/>
                </a:cubicBezTo>
                <a:cubicBezTo>
                  <a:pt x="1525126" y="37960"/>
                  <a:pt x="1528938" y="33710"/>
                  <a:pt x="1534056" y="30876"/>
                </a:cubicBezTo>
                <a:cubicBezTo>
                  <a:pt x="1539175" y="28042"/>
                  <a:pt x="1544743" y="26625"/>
                  <a:pt x="1550763" y="26625"/>
                </a:cubicBezTo>
                <a:cubicBezTo>
                  <a:pt x="1558363" y="26625"/>
                  <a:pt x="1564580" y="28553"/>
                  <a:pt x="1569413" y="32410"/>
                </a:cubicBezTo>
                <a:cubicBezTo>
                  <a:pt x="1574246" y="36265"/>
                  <a:pt x="1577343" y="41740"/>
                  <a:pt x="1578705" y="48834"/>
                </a:cubicBezTo>
                <a:lnTo>
                  <a:pt x="1567172" y="50614"/>
                </a:lnTo>
                <a:cubicBezTo>
                  <a:pt x="1566074" y="45935"/>
                  <a:pt x="1564130" y="42414"/>
                  <a:pt x="1561340" y="40053"/>
                </a:cubicBezTo>
                <a:cubicBezTo>
                  <a:pt x="1558550" y="37691"/>
                  <a:pt x="1555178" y="36510"/>
                  <a:pt x="1551224" y="36510"/>
                </a:cubicBezTo>
                <a:cubicBezTo>
                  <a:pt x="1545249" y="36510"/>
                  <a:pt x="1540394" y="38642"/>
                  <a:pt x="1536659" y="42905"/>
                </a:cubicBezTo>
                <a:cubicBezTo>
                  <a:pt x="1532925" y="47167"/>
                  <a:pt x="1531057" y="53910"/>
                  <a:pt x="1531057" y="63135"/>
                </a:cubicBezTo>
                <a:cubicBezTo>
                  <a:pt x="1531057" y="72492"/>
                  <a:pt x="1532859" y="79291"/>
                  <a:pt x="1536462" y="83532"/>
                </a:cubicBezTo>
                <a:cubicBezTo>
                  <a:pt x="1540064" y="87772"/>
                  <a:pt x="1544765" y="89892"/>
                  <a:pt x="1550565" y="89892"/>
                </a:cubicBezTo>
                <a:cubicBezTo>
                  <a:pt x="1555222" y="89892"/>
                  <a:pt x="1559110" y="88470"/>
                  <a:pt x="1562230" y="85625"/>
                </a:cubicBezTo>
                <a:cubicBezTo>
                  <a:pt x="1565349" y="82780"/>
                  <a:pt x="1567326" y="78403"/>
                  <a:pt x="1568161" y="72494"/>
                </a:cubicBezTo>
                <a:close/>
                <a:moveTo>
                  <a:pt x="1585560" y="63201"/>
                </a:moveTo>
                <a:cubicBezTo>
                  <a:pt x="1585560" y="50240"/>
                  <a:pt x="1589162" y="40640"/>
                  <a:pt x="1596368" y="34402"/>
                </a:cubicBezTo>
                <a:cubicBezTo>
                  <a:pt x="1602387" y="29217"/>
                  <a:pt x="1609724" y="26625"/>
                  <a:pt x="1618379" y="26625"/>
                </a:cubicBezTo>
                <a:cubicBezTo>
                  <a:pt x="1628001" y="26625"/>
                  <a:pt x="1635866" y="29777"/>
                  <a:pt x="1641973" y="36082"/>
                </a:cubicBezTo>
                <a:cubicBezTo>
                  <a:pt x="1648080" y="42387"/>
                  <a:pt x="1651133" y="51097"/>
                  <a:pt x="1651133" y="62213"/>
                </a:cubicBezTo>
                <a:cubicBezTo>
                  <a:pt x="1651133" y="71219"/>
                  <a:pt x="1649782" y="78304"/>
                  <a:pt x="1647080" y="83466"/>
                </a:cubicBezTo>
                <a:cubicBezTo>
                  <a:pt x="1644378" y="88629"/>
                  <a:pt x="1640446" y="92638"/>
                  <a:pt x="1635284" y="95494"/>
                </a:cubicBezTo>
                <a:cubicBezTo>
                  <a:pt x="1630121" y="98350"/>
                  <a:pt x="1624486" y="99778"/>
                  <a:pt x="1618379" y="99778"/>
                </a:cubicBezTo>
                <a:cubicBezTo>
                  <a:pt x="1608582" y="99778"/>
                  <a:pt x="1600662" y="96636"/>
                  <a:pt x="1594621" y="90353"/>
                </a:cubicBezTo>
                <a:cubicBezTo>
                  <a:pt x="1588580" y="84071"/>
                  <a:pt x="1585560" y="75020"/>
                  <a:pt x="1585560" y="63201"/>
                </a:cubicBezTo>
                <a:moveTo>
                  <a:pt x="1597752" y="63168"/>
                </a:moveTo>
                <a:cubicBezTo>
                  <a:pt x="1597752" y="72098"/>
                  <a:pt x="1599707" y="78785"/>
                  <a:pt x="1603617" y="83228"/>
                </a:cubicBezTo>
                <a:cubicBezTo>
                  <a:pt x="1607527" y="87671"/>
                  <a:pt x="1612448" y="89892"/>
                  <a:pt x="1618379" y="89892"/>
                </a:cubicBezTo>
                <a:cubicBezTo>
                  <a:pt x="1624267" y="89892"/>
                  <a:pt x="1629165" y="87660"/>
                  <a:pt x="1633076" y="83195"/>
                </a:cubicBezTo>
                <a:cubicBezTo>
                  <a:pt x="1636986" y="78730"/>
                  <a:pt x="1638941" y="71923"/>
                  <a:pt x="1638941" y="62775"/>
                </a:cubicBezTo>
                <a:cubicBezTo>
                  <a:pt x="1638941" y="54151"/>
                  <a:pt x="1636975" y="47618"/>
                  <a:pt x="1633043" y="43175"/>
                </a:cubicBezTo>
                <a:cubicBezTo>
                  <a:pt x="1629111" y="38732"/>
                  <a:pt x="1624223" y="36510"/>
                  <a:pt x="1618379" y="36510"/>
                </a:cubicBezTo>
                <a:cubicBezTo>
                  <a:pt x="1612448" y="36510"/>
                  <a:pt x="1607527" y="38721"/>
                  <a:pt x="1603617" y="43142"/>
                </a:cubicBezTo>
                <a:cubicBezTo>
                  <a:pt x="1599707" y="47563"/>
                  <a:pt x="1597752" y="54238"/>
                  <a:pt x="1597752" y="63168"/>
                </a:cubicBezTo>
                <a:close/>
                <a:moveTo>
                  <a:pt x="1665018" y="98196"/>
                </a:moveTo>
                <a:lnTo>
                  <a:pt x="1665018" y="28207"/>
                </a:lnTo>
                <a:lnTo>
                  <a:pt x="1675694" y="28207"/>
                </a:lnTo>
                <a:lnTo>
                  <a:pt x="1675694" y="38092"/>
                </a:lnTo>
                <a:cubicBezTo>
                  <a:pt x="1680835" y="30447"/>
                  <a:pt x="1688260" y="26625"/>
                  <a:pt x="1697970" y="26625"/>
                </a:cubicBezTo>
                <a:cubicBezTo>
                  <a:pt x="1702188" y="26625"/>
                  <a:pt x="1706065" y="27383"/>
                  <a:pt x="1709602" y="28899"/>
                </a:cubicBezTo>
                <a:cubicBezTo>
                  <a:pt x="1713138" y="30414"/>
                  <a:pt x="1715786" y="32402"/>
                  <a:pt x="1717543" y="34863"/>
                </a:cubicBezTo>
                <a:cubicBezTo>
                  <a:pt x="1719300" y="37323"/>
                  <a:pt x="1720531" y="40245"/>
                  <a:pt x="1721234" y="43628"/>
                </a:cubicBezTo>
                <a:cubicBezTo>
                  <a:pt x="1721673" y="45825"/>
                  <a:pt x="1721893" y="49669"/>
                  <a:pt x="1721893" y="55161"/>
                </a:cubicBezTo>
                <a:lnTo>
                  <a:pt x="1721893" y="98196"/>
                </a:lnTo>
                <a:lnTo>
                  <a:pt x="1710030" y="98196"/>
                </a:lnTo>
                <a:lnTo>
                  <a:pt x="1710030" y="55577"/>
                </a:lnTo>
                <a:cubicBezTo>
                  <a:pt x="1710030" y="50739"/>
                  <a:pt x="1709569" y="47121"/>
                  <a:pt x="1708646" y="44724"/>
                </a:cubicBezTo>
                <a:cubicBezTo>
                  <a:pt x="1707723" y="42326"/>
                  <a:pt x="1706087" y="40413"/>
                  <a:pt x="1703736" y="38984"/>
                </a:cubicBezTo>
                <a:cubicBezTo>
                  <a:pt x="1701386" y="37555"/>
                  <a:pt x="1698629" y="36840"/>
                  <a:pt x="1695465" y="36840"/>
                </a:cubicBezTo>
                <a:cubicBezTo>
                  <a:pt x="1690413" y="36840"/>
                  <a:pt x="1686052" y="38446"/>
                  <a:pt x="1682384" y="41657"/>
                </a:cubicBezTo>
                <a:cubicBezTo>
                  <a:pt x="1678715" y="44867"/>
                  <a:pt x="1676881" y="50958"/>
                  <a:pt x="1676881" y="59931"/>
                </a:cubicBezTo>
                <a:lnTo>
                  <a:pt x="1676881" y="98196"/>
                </a:lnTo>
                <a:lnTo>
                  <a:pt x="1665018" y="98196"/>
                </a:lnTo>
                <a:close/>
                <a:moveTo>
                  <a:pt x="1735316" y="77239"/>
                </a:moveTo>
                <a:lnTo>
                  <a:pt x="1747047" y="75393"/>
                </a:lnTo>
                <a:cubicBezTo>
                  <a:pt x="1747706" y="80074"/>
                  <a:pt x="1749540" y="83661"/>
                  <a:pt x="1752550" y="86154"/>
                </a:cubicBezTo>
                <a:cubicBezTo>
                  <a:pt x="1755559" y="88646"/>
                  <a:pt x="1759766" y="89892"/>
                  <a:pt x="1765170" y="89892"/>
                </a:cubicBezTo>
                <a:cubicBezTo>
                  <a:pt x="1770618" y="89892"/>
                  <a:pt x="1774660" y="88792"/>
                  <a:pt x="1777297" y="86591"/>
                </a:cubicBezTo>
                <a:cubicBezTo>
                  <a:pt x="1779933" y="84388"/>
                  <a:pt x="1781251" y="81806"/>
                  <a:pt x="1781251" y="78843"/>
                </a:cubicBezTo>
                <a:cubicBezTo>
                  <a:pt x="1781251" y="76183"/>
                  <a:pt x="1780086" y="74091"/>
                  <a:pt x="1777758" y="72566"/>
                </a:cubicBezTo>
                <a:cubicBezTo>
                  <a:pt x="1776132" y="71519"/>
                  <a:pt x="1772090" y="70190"/>
                  <a:pt x="1765632" y="68576"/>
                </a:cubicBezTo>
                <a:cubicBezTo>
                  <a:pt x="1756932" y="66378"/>
                  <a:pt x="1750902" y="64477"/>
                  <a:pt x="1747541" y="62872"/>
                </a:cubicBezTo>
                <a:cubicBezTo>
                  <a:pt x="1744180" y="61267"/>
                  <a:pt x="1741632" y="59046"/>
                  <a:pt x="1739896" y="56209"/>
                </a:cubicBezTo>
                <a:cubicBezTo>
                  <a:pt x="1738161" y="53373"/>
                  <a:pt x="1737293" y="50240"/>
                  <a:pt x="1737293" y="46810"/>
                </a:cubicBezTo>
                <a:cubicBezTo>
                  <a:pt x="1737293" y="43688"/>
                  <a:pt x="1738007" y="40796"/>
                  <a:pt x="1739435" y="38135"/>
                </a:cubicBezTo>
                <a:cubicBezTo>
                  <a:pt x="1740863" y="35474"/>
                  <a:pt x="1742807" y="33265"/>
                  <a:pt x="1745268" y="31506"/>
                </a:cubicBezTo>
                <a:cubicBezTo>
                  <a:pt x="1747113" y="30143"/>
                  <a:pt x="1749628" y="28989"/>
                  <a:pt x="1752813" y="28044"/>
                </a:cubicBezTo>
                <a:cubicBezTo>
                  <a:pt x="1755999" y="27098"/>
                  <a:pt x="1759415" y="26625"/>
                  <a:pt x="1763061" y="26625"/>
                </a:cubicBezTo>
                <a:cubicBezTo>
                  <a:pt x="1768553" y="26625"/>
                  <a:pt x="1773375" y="27421"/>
                  <a:pt x="1777527" y="29014"/>
                </a:cubicBezTo>
                <a:cubicBezTo>
                  <a:pt x="1781679" y="30605"/>
                  <a:pt x="1784744" y="32761"/>
                  <a:pt x="1786721" y="35483"/>
                </a:cubicBezTo>
                <a:cubicBezTo>
                  <a:pt x="1788698" y="38203"/>
                  <a:pt x="1790060" y="41840"/>
                  <a:pt x="1790807" y="46396"/>
                </a:cubicBezTo>
                <a:lnTo>
                  <a:pt x="1779208" y="47978"/>
                </a:lnTo>
                <a:cubicBezTo>
                  <a:pt x="1778681" y="44375"/>
                  <a:pt x="1777154" y="41563"/>
                  <a:pt x="1774627" y="39542"/>
                </a:cubicBezTo>
                <a:cubicBezTo>
                  <a:pt x="1772101" y="37521"/>
                  <a:pt x="1768531" y="36510"/>
                  <a:pt x="1763918" y="36510"/>
                </a:cubicBezTo>
                <a:cubicBezTo>
                  <a:pt x="1758470" y="36510"/>
                  <a:pt x="1754582" y="37407"/>
                  <a:pt x="1752253" y="39200"/>
                </a:cubicBezTo>
                <a:cubicBezTo>
                  <a:pt x="1749925" y="40992"/>
                  <a:pt x="1748760" y="43090"/>
                  <a:pt x="1748760" y="45496"/>
                </a:cubicBezTo>
                <a:cubicBezTo>
                  <a:pt x="1748760" y="47025"/>
                  <a:pt x="1749244" y="48403"/>
                  <a:pt x="1750210" y="49627"/>
                </a:cubicBezTo>
                <a:cubicBezTo>
                  <a:pt x="1751177" y="50894"/>
                  <a:pt x="1752693" y="51943"/>
                  <a:pt x="1754758" y="52774"/>
                </a:cubicBezTo>
                <a:cubicBezTo>
                  <a:pt x="1755944" y="53212"/>
                  <a:pt x="1759437" y="54218"/>
                  <a:pt x="1765236" y="55791"/>
                </a:cubicBezTo>
                <a:cubicBezTo>
                  <a:pt x="1773628" y="58031"/>
                  <a:pt x="1779482" y="59864"/>
                  <a:pt x="1782799" y="61290"/>
                </a:cubicBezTo>
                <a:cubicBezTo>
                  <a:pt x="1786117" y="62717"/>
                  <a:pt x="1788720" y="64791"/>
                  <a:pt x="1790609" y="67514"/>
                </a:cubicBezTo>
                <a:cubicBezTo>
                  <a:pt x="1792498" y="70235"/>
                  <a:pt x="1793443" y="73615"/>
                  <a:pt x="1793443" y="77653"/>
                </a:cubicBezTo>
                <a:cubicBezTo>
                  <a:pt x="1793443" y="81604"/>
                  <a:pt x="1792290" y="85325"/>
                  <a:pt x="1789983" y="88815"/>
                </a:cubicBezTo>
                <a:cubicBezTo>
                  <a:pt x="1787676" y="92304"/>
                  <a:pt x="1784348" y="95003"/>
                  <a:pt x="1779999" y="96913"/>
                </a:cubicBezTo>
                <a:cubicBezTo>
                  <a:pt x="1775649" y="98823"/>
                  <a:pt x="1770728" y="99778"/>
                  <a:pt x="1765236" y="99778"/>
                </a:cubicBezTo>
                <a:cubicBezTo>
                  <a:pt x="1756142" y="99778"/>
                  <a:pt x="1749211" y="97883"/>
                  <a:pt x="1744444" y="94093"/>
                </a:cubicBezTo>
                <a:cubicBezTo>
                  <a:pt x="1739677" y="90304"/>
                  <a:pt x="1736634" y="84686"/>
                  <a:pt x="1735316" y="77239"/>
                </a:cubicBezTo>
                <a:close/>
                <a:moveTo>
                  <a:pt x="1833446" y="87717"/>
                </a:moveTo>
                <a:lnTo>
                  <a:pt x="1835160" y="98196"/>
                </a:lnTo>
                <a:cubicBezTo>
                  <a:pt x="1831821" y="98811"/>
                  <a:pt x="1828833" y="99119"/>
                  <a:pt x="1826197" y="99119"/>
                </a:cubicBezTo>
                <a:cubicBezTo>
                  <a:pt x="1821891" y="99119"/>
                  <a:pt x="1818552" y="98438"/>
                  <a:pt x="1816180" y="97076"/>
                </a:cubicBezTo>
                <a:cubicBezTo>
                  <a:pt x="1813807" y="95713"/>
                  <a:pt x="1812137" y="93923"/>
                  <a:pt x="1811171" y="91704"/>
                </a:cubicBezTo>
                <a:cubicBezTo>
                  <a:pt x="1810204" y="89486"/>
                  <a:pt x="1809721" y="84817"/>
                  <a:pt x="1809721" y="77700"/>
                </a:cubicBezTo>
                <a:lnTo>
                  <a:pt x="1809721" y="37433"/>
                </a:lnTo>
                <a:lnTo>
                  <a:pt x="1801022" y="37433"/>
                </a:lnTo>
                <a:lnTo>
                  <a:pt x="1801022" y="28207"/>
                </a:lnTo>
                <a:lnTo>
                  <a:pt x="1809721" y="28207"/>
                </a:lnTo>
                <a:lnTo>
                  <a:pt x="1809721" y="10827"/>
                </a:lnTo>
                <a:lnTo>
                  <a:pt x="1821518" y="3691"/>
                </a:lnTo>
                <a:lnTo>
                  <a:pt x="1821518" y="28207"/>
                </a:lnTo>
                <a:lnTo>
                  <a:pt x="1833446" y="28207"/>
                </a:lnTo>
                <a:lnTo>
                  <a:pt x="1833446" y="37433"/>
                </a:lnTo>
                <a:lnTo>
                  <a:pt x="1821518" y="37433"/>
                </a:lnTo>
                <a:lnTo>
                  <a:pt x="1821518" y="78359"/>
                </a:lnTo>
                <a:cubicBezTo>
                  <a:pt x="1821518" y="81742"/>
                  <a:pt x="1821726" y="83917"/>
                  <a:pt x="1822144" y="84883"/>
                </a:cubicBezTo>
                <a:cubicBezTo>
                  <a:pt x="1822561" y="85850"/>
                  <a:pt x="1823242" y="86619"/>
                  <a:pt x="1824187" y="87190"/>
                </a:cubicBezTo>
                <a:cubicBezTo>
                  <a:pt x="1825131" y="87761"/>
                  <a:pt x="1826482" y="88047"/>
                  <a:pt x="1828240" y="88047"/>
                </a:cubicBezTo>
                <a:cubicBezTo>
                  <a:pt x="1829558" y="88047"/>
                  <a:pt x="1831293" y="87937"/>
                  <a:pt x="1833446" y="87717"/>
                </a:cubicBezTo>
                <a:close/>
                <a:moveTo>
                  <a:pt x="1845134" y="15290"/>
                </a:moveTo>
                <a:lnTo>
                  <a:pt x="1845134" y="1582"/>
                </a:lnTo>
                <a:lnTo>
                  <a:pt x="1856997" y="1582"/>
                </a:lnTo>
                <a:lnTo>
                  <a:pt x="1856997" y="15290"/>
                </a:lnTo>
                <a:lnTo>
                  <a:pt x="1845134" y="15290"/>
                </a:lnTo>
                <a:moveTo>
                  <a:pt x="1845134" y="98196"/>
                </a:moveTo>
                <a:lnTo>
                  <a:pt x="1845134" y="28207"/>
                </a:lnTo>
                <a:lnTo>
                  <a:pt x="1856997" y="28207"/>
                </a:lnTo>
                <a:lnTo>
                  <a:pt x="1856997" y="98196"/>
                </a:lnTo>
                <a:lnTo>
                  <a:pt x="1845134" y="98196"/>
                </a:lnTo>
                <a:close/>
                <a:moveTo>
                  <a:pt x="1900931" y="87717"/>
                </a:moveTo>
                <a:lnTo>
                  <a:pt x="1902645" y="98196"/>
                </a:lnTo>
                <a:cubicBezTo>
                  <a:pt x="1899306" y="98811"/>
                  <a:pt x="1896318" y="99119"/>
                  <a:pt x="1893682" y="99119"/>
                </a:cubicBezTo>
                <a:cubicBezTo>
                  <a:pt x="1889376" y="99119"/>
                  <a:pt x="1886037" y="98438"/>
                  <a:pt x="1883665" y="97076"/>
                </a:cubicBezTo>
                <a:cubicBezTo>
                  <a:pt x="1881292" y="95713"/>
                  <a:pt x="1879622" y="93923"/>
                  <a:pt x="1878656" y="91704"/>
                </a:cubicBezTo>
                <a:cubicBezTo>
                  <a:pt x="1877689" y="89486"/>
                  <a:pt x="1877206" y="84817"/>
                  <a:pt x="1877206" y="77700"/>
                </a:cubicBezTo>
                <a:lnTo>
                  <a:pt x="1877206" y="37433"/>
                </a:lnTo>
                <a:lnTo>
                  <a:pt x="1868507" y="37433"/>
                </a:lnTo>
                <a:lnTo>
                  <a:pt x="1868507" y="28207"/>
                </a:lnTo>
                <a:lnTo>
                  <a:pt x="1877206" y="28207"/>
                </a:lnTo>
                <a:lnTo>
                  <a:pt x="1877206" y="10827"/>
                </a:lnTo>
                <a:lnTo>
                  <a:pt x="1889003" y="3691"/>
                </a:lnTo>
                <a:lnTo>
                  <a:pt x="1889003" y="28207"/>
                </a:lnTo>
                <a:lnTo>
                  <a:pt x="1900931" y="28207"/>
                </a:lnTo>
                <a:lnTo>
                  <a:pt x="1900931" y="37433"/>
                </a:lnTo>
                <a:lnTo>
                  <a:pt x="1889003" y="37433"/>
                </a:lnTo>
                <a:lnTo>
                  <a:pt x="1889003" y="78359"/>
                </a:lnTo>
                <a:cubicBezTo>
                  <a:pt x="1889003" y="81742"/>
                  <a:pt x="1889211" y="83917"/>
                  <a:pt x="1889629" y="84883"/>
                </a:cubicBezTo>
                <a:cubicBezTo>
                  <a:pt x="1890046" y="85850"/>
                  <a:pt x="1890727" y="86619"/>
                  <a:pt x="1891672" y="87190"/>
                </a:cubicBezTo>
                <a:cubicBezTo>
                  <a:pt x="1892616" y="87761"/>
                  <a:pt x="1893967" y="88047"/>
                  <a:pt x="1895725" y="88047"/>
                </a:cubicBezTo>
                <a:cubicBezTo>
                  <a:pt x="1897043" y="88047"/>
                  <a:pt x="1898778" y="87937"/>
                  <a:pt x="1900931" y="87717"/>
                </a:cubicBezTo>
                <a:close/>
                <a:moveTo>
                  <a:pt x="1958422" y="98196"/>
                </a:moveTo>
                <a:lnTo>
                  <a:pt x="1958422" y="87915"/>
                </a:lnTo>
                <a:cubicBezTo>
                  <a:pt x="1952974" y="95823"/>
                  <a:pt x="1945571" y="99778"/>
                  <a:pt x="1936212" y="99778"/>
                </a:cubicBezTo>
                <a:cubicBezTo>
                  <a:pt x="1932082" y="99778"/>
                  <a:pt x="1928227" y="98987"/>
                  <a:pt x="1924646" y="97405"/>
                </a:cubicBezTo>
                <a:cubicBezTo>
                  <a:pt x="1921066" y="95823"/>
                  <a:pt x="1918407" y="93835"/>
                  <a:pt x="1916672" y="91441"/>
                </a:cubicBezTo>
                <a:cubicBezTo>
                  <a:pt x="1914937" y="89046"/>
                  <a:pt x="1913717" y="86114"/>
                  <a:pt x="1913014" y="82643"/>
                </a:cubicBezTo>
                <a:cubicBezTo>
                  <a:pt x="1912531" y="80314"/>
                  <a:pt x="1912289" y="76624"/>
                  <a:pt x="1912289" y="71571"/>
                </a:cubicBezTo>
                <a:lnTo>
                  <a:pt x="1912289" y="28207"/>
                </a:lnTo>
                <a:lnTo>
                  <a:pt x="1924152" y="28207"/>
                </a:lnTo>
                <a:lnTo>
                  <a:pt x="1924152" y="67024"/>
                </a:lnTo>
                <a:cubicBezTo>
                  <a:pt x="1924152" y="73219"/>
                  <a:pt x="1924394" y="77392"/>
                  <a:pt x="1924877" y="79545"/>
                </a:cubicBezTo>
                <a:cubicBezTo>
                  <a:pt x="1925624" y="82665"/>
                  <a:pt x="1927206" y="85114"/>
                  <a:pt x="1929622" y="86893"/>
                </a:cubicBezTo>
                <a:cubicBezTo>
                  <a:pt x="1932038" y="88673"/>
                  <a:pt x="1935026" y="89563"/>
                  <a:pt x="1938585" y="89563"/>
                </a:cubicBezTo>
                <a:cubicBezTo>
                  <a:pt x="1942144" y="89563"/>
                  <a:pt x="1945483" y="88651"/>
                  <a:pt x="1948602" y="86828"/>
                </a:cubicBezTo>
                <a:cubicBezTo>
                  <a:pt x="1951722" y="85004"/>
                  <a:pt x="1953929" y="82522"/>
                  <a:pt x="1955225" y="79380"/>
                </a:cubicBezTo>
                <a:cubicBezTo>
                  <a:pt x="1956521" y="76239"/>
                  <a:pt x="1957170" y="71681"/>
                  <a:pt x="1957170" y="65706"/>
                </a:cubicBezTo>
                <a:lnTo>
                  <a:pt x="1957170" y="28207"/>
                </a:lnTo>
                <a:lnTo>
                  <a:pt x="1969032" y="28207"/>
                </a:lnTo>
                <a:lnTo>
                  <a:pt x="1969032" y="98196"/>
                </a:lnTo>
                <a:lnTo>
                  <a:pt x="1958422" y="98196"/>
                </a:lnTo>
                <a:close/>
                <a:moveTo>
                  <a:pt x="2013496" y="87717"/>
                </a:moveTo>
                <a:lnTo>
                  <a:pt x="2015210" y="98196"/>
                </a:lnTo>
                <a:cubicBezTo>
                  <a:pt x="2011871" y="98811"/>
                  <a:pt x="2008883" y="99119"/>
                  <a:pt x="2006247" y="99119"/>
                </a:cubicBezTo>
                <a:cubicBezTo>
                  <a:pt x="2001941" y="99119"/>
                  <a:pt x="1998602" y="98438"/>
                  <a:pt x="1996229" y="97076"/>
                </a:cubicBezTo>
                <a:cubicBezTo>
                  <a:pt x="1993857" y="95713"/>
                  <a:pt x="1992187" y="93923"/>
                  <a:pt x="1991221" y="91704"/>
                </a:cubicBezTo>
                <a:cubicBezTo>
                  <a:pt x="1990254" y="89486"/>
                  <a:pt x="1989771" y="84817"/>
                  <a:pt x="1989771" y="77700"/>
                </a:cubicBezTo>
                <a:lnTo>
                  <a:pt x="1989771" y="37433"/>
                </a:lnTo>
                <a:lnTo>
                  <a:pt x="1981072" y="37433"/>
                </a:lnTo>
                <a:lnTo>
                  <a:pt x="1981072" y="28207"/>
                </a:lnTo>
                <a:lnTo>
                  <a:pt x="1989771" y="28207"/>
                </a:lnTo>
                <a:lnTo>
                  <a:pt x="1989771" y="10827"/>
                </a:lnTo>
                <a:lnTo>
                  <a:pt x="2001568" y="3691"/>
                </a:lnTo>
                <a:lnTo>
                  <a:pt x="2001568" y="28207"/>
                </a:lnTo>
                <a:lnTo>
                  <a:pt x="2013496" y="28207"/>
                </a:lnTo>
                <a:lnTo>
                  <a:pt x="2013496" y="37433"/>
                </a:lnTo>
                <a:lnTo>
                  <a:pt x="2001568" y="37433"/>
                </a:lnTo>
                <a:lnTo>
                  <a:pt x="2001568" y="78359"/>
                </a:lnTo>
                <a:cubicBezTo>
                  <a:pt x="2001568" y="81742"/>
                  <a:pt x="2001776" y="83917"/>
                  <a:pt x="2002194" y="84883"/>
                </a:cubicBezTo>
                <a:cubicBezTo>
                  <a:pt x="2002611" y="85850"/>
                  <a:pt x="2003292" y="86619"/>
                  <a:pt x="2004237" y="87190"/>
                </a:cubicBezTo>
                <a:cubicBezTo>
                  <a:pt x="2005181" y="87761"/>
                  <a:pt x="2006532" y="88047"/>
                  <a:pt x="2008290" y="88047"/>
                </a:cubicBezTo>
                <a:cubicBezTo>
                  <a:pt x="2009608" y="88047"/>
                  <a:pt x="2011343" y="87937"/>
                  <a:pt x="2013496" y="87717"/>
                </a:cubicBezTo>
                <a:close/>
                <a:moveTo>
                  <a:pt x="2025184" y="15290"/>
                </a:moveTo>
                <a:lnTo>
                  <a:pt x="2025184" y="1582"/>
                </a:lnTo>
                <a:lnTo>
                  <a:pt x="2037046" y="1582"/>
                </a:lnTo>
                <a:lnTo>
                  <a:pt x="2037046" y="15290"/>
                </a:lnTo>
                <a:lnTo>
                  <a:pt x="2025184" y="15290"/>
                </a:lnTo>
                <a:moveTo>
                  <a:pt x="2025184" y="98196"/>
                </a:moveTo>
                <a:lnTo>
                  <a:pt x="2025184" y="28207"/>
                </a:lnTo>
                <a:lnTo>
                  <a:pt x="2037046" y="28207"/>
                </a:lnTo>
                <a:lnTo>
                  <a:pt x="2037046" y="98196"/>
                </a:lnTo>
                <a:lnTo>
                  <a:pt x="2025184" y="98196"/>
                </a:lnTo>
                <a:close/>
                <a:moveTo>
                  <a:pt x="2050666" y="63201"/>
                </a:moveTo>
                <a:cubicBezTo>
                  <a:pt x="2050666" y="50240"/>
                  <a:pt x="2054268" y="40640"/>
                  <a:pt x="2061474" y="34402"/>
                </a:cubicBezTo>
                <a:cubicBezTo>
                  <a:pt x="2067493" y="29217"/>
                  <a:pt x="2074830" y="26625"/>
                  <a:pt x="2083485" y="26625"/>
                </a:cubicBezTo>
                <a:cubicBezTo>
                  <a:pt x="2093107" y="26625"/>
                  <a:pt x="2100972" y="29777"/>
                  <a:pt x="2107079" y="36082"/>
                </a:cubicBezTo>
                <a:cubicBezTo>
                  <a:pt x="2113186" y="42387"/>
                  <a:pt x="2116239" y="51097"/>
                  <a:pt x="2116239" y="62213"/>
                </a:cubicBezTo>
                <a:cubicBezTo>
                  <a:pt x="2116239" y="71219"/>
                  <a:pt x="2114888" y="78304"/>
                  <a:pt x="2112186" y="83466"/>
                </a:cubicBezTo>
                <a:cubicBezTo>
                  <a:pt x="2109484" y="88629"/>
                  <a:pt x="2105552" y="92638"/>
                  <a:pt x="2100390" y="95494"/>
                </a:cubicBezTo>
                <a:cubicBezTo>
                  <a:pt x="2095227" y="98350"/>
                  <a:pt x="2089592" y="99778"/>
                  <a:pt x="2083485" y="99778"/>
                </a:cubicBezTo>
                <a:cubicBezTo>
                  <a:pt x="2073688" y="99778"/>
                  <a:pt x="2065768" y="96636"/>
                  <a:pt x="2059727" y="90353"/>
                </a:cubicBezTo>
                <a:cubicBezTo>
                  <a:pt x="2053686" y="84071"/>
                  <a:pt x="2050666" y="75020"/>
                  <a:pt x="2050666" y="63201"/>
                </a:cubicBezTo>
                <a:moveTo>
                  <a:pt x="2062858" y="63168"/>
                </a:moveTo>
                <a:cubicBezTo>
                  <a:pt x="2062858" y="72098"/>
                  <a:pt x="2064813" y="78785"/>
                  <a:pt x="2068723" y="83228"/>
                </a:cubicBezTo>
                <a:cubicBezTo>
                  <a:pt x="2072633" y="87671"/>
                  <a:pt x="2077554" y="89892"/>
                  <a:pt x="2083485" y="89892"/>
                </a:cubicBezTo>
                <a:cubicBezTo>
                  <a:pt x="2089373" y="89892"/>
                  <a:pt x="2094272" y="87660"/>
                  <a:pt x="2098182" y="83195"/>
                </a:cubicBezTo>
                <a:cubicBezTo>
                  <a:pt x="2102092" y="78730"/>
                  <a:pt x="2104047" y="71923"/>
                  <a:pt x="2104047" y="62775"/>
                </a:cubicBezTo>
                <a:cubicBezTo>
                  <a:pt x="2104047" y="54151"/>
                  <a:pt x="2102081" y="47618"/>
                  <a:pt x="2098149" y="43175"/>
                </a:cubicBezTo>
                <a:cubicBezTo>
                  <a:pt x="2094217" y="38732"/>
                  <a:pt x="2089329" y="36510"/>
                  <a:pt x="2083485" y="36510"/>
                </a:cubicBezTo>
                <a:cubicBezTo>
                  <a:pt x="2077554" y="36510"/>
                  <a:pt x="2072633" y="38721"/>
                  <a:pt x="2068723" y="43142"/>
                </a:cubicBezTo>
                <a:cubicBezTo>
                  <a:pt x="2064813" y="47563"/>
                  <a:pt x="2062858" y="54238"/>
                  <a:pt x="2062858" y="63168"/>
                </a:cubicBezTo>
                <a:close/>
                <a:moveTo>
                  <a:pt x="2130124" y="98196"/>
                </a:moveTo>
                <a:lnTo>
                  <a:pt x="2130124" y="28207"/>
                </a:lnTo>
                <a:lnTo>
                  <a:pt x="2140801" y="28207"/>
                </a:lnTo>
                <a:lnTo>
                  <a:pt x="2140801" y="38092"/>
                </a:lnTo>
                <a:cubicBezTo>
                  <a:pt x="2145941" y="30447"/>
                  <a:pt x="2153366" y="26625"/>
                  <a:pt x="2163076" y="26625"/>
                </a:cubicBezTo>
                <a:cubicBezTo>
                  <a:pt x="2167294" y="26625"/>
                  <a:pt x="2171171" y="27383"/>
                  <a:pt x="2174708" y="28899"/>
                </a:cubicBezTo>
                <a:cubicBezTo>
                  <a:pt x="2178245" y="30414"/>
                  <a:pt x="2180892" y="32402"/>
                  <a:pt x="2182649" y="34863"/>
                </a:cubicBezTo>
                <a:cubicBezTo>
                  <a:pt x="2184407" y="37323"/>
                  <a:pt x="2185637" y="40245"/>
                  <a:pt x="2186340" y="43628"/>
                </a:cubicBezTo>
                <a:cubicBezTo>
                  <a:pt x="2186779" y="45825"/>
                  <a:pt x="2186999" y="49669"/>
                  <a:pt x="2186999" y="55161"/>
                </a:cubicBezTo>
                <a:lnTo>
                  <a:pt x="2186999" y="98196"/>
                </a:lnTo>
                <a:lnTo>
                  <a:pt x="2175136" y="98196"/>
                </a:lnTo>
                <a:lnTo>
                  <a:pt x="2175136" y="55577"/>
                </a:lnTo>
                <a:cubicBezTo>
                  <a:pt x="2175136" y="50739"/>
                  <a:pt x="2174675" y="47121"/>
                  <a:pt x="2173752" y="44724"/>
                </a:cubicBezTo>
                <a:cubicBezTo>
                  <a:pt x="2172830" y="42326"/>
                  <a:pt x="2171193" y="40413"/>
                  <a:pt x="2168842" y="38984"/>
                </a:cubicBezTo>
                <a:cubicBezTo>
                  <a:pt x="2166492" y="37555"/>
                  <a:pt x="2163735" y="36840"/>
                  <a:pt x="2160572" y="36840"/>
                </a:cubicBezTo>
                <a:cubicBezTo>
                  <a:pt x="2155519" y="36840"/>
                  <a:pt x="2151158" y="38446"/>
                  <a:pt x="2147490" y="41657"/>
                </a:cubicBezTo>
                <a:cubicBezTo>
                  <a:pt x="2143821" y="44867"/>
                  <a:pt x="2141987" y="50958"/>
                  <a:pt x="2141987" y="59931"/>
                </a:cubicBezTo>
                <a:lnTo>
                  <a:pt x="2141987" y="98196"/>
                </a:lnTo>
                <a:lnTo>
                  <a:pt x="2130124" y="98196"/>
                </a:lnTo>
                <a:close/>
                <a:moveTo>
                  <a:pt x="2250838" y="89554"/>
                </a:moveTo>
                <a:cubicBezTo>
                  <a:pt x="2246445" y="93292"/>
                  <a:pt x="2242216" y="95930"/>
                  <a:pt x="2238152" y="97469"/>
                </a:cubicBezTo>
                <a:cubicBezTo>
                  <a:pt x="2234088" y="99008"/>
                  <a:pt x="2229727" y="99778"/>
                  <a:pt x="2225070" y="99778"/>
                </a:cubicBezTo>
                <a:cubicBezTo>
                  <a:pt x="2217381" y="99778"/>
                  <a:pt x="2211472" y="97898"/>
                  <a:pt x="2207342" y="94139"/>
                </a:cubicBezTo>
                <a:cubicBezTo>
                  <a:pt x="2203212" y="90379"/>
                  <a:pt x="2201147" y="85576"/>
                  <a:pt x="2201147" y="79729"/>
                </a:cubicBezTo>
                <a:cubicBezTo>
                  <a:pt x="2201147" y="76300"/>
                  <a:pt x="2201927" y="73168"/>
                  <a:pt x="2203487" y="70333"/>
                </a:cubicBezTo>
                <a:cubicBezTo>
                  <a:pt x="2205047" y="67497"/>
                  <a:pt x="2207090" y="65221"/>
                  <a:pt x="2209616" y="63506"/>
                </a:cubicBezTo>
                <a:cubicBezTo>
                  <a:pt x="2212142" y="61791"/>
                  <a:pt x="2214987" y="60494"/>
                  <a:pt x="2218150" y="59616"/>
                </a:cubicBezTo>
                <a:cubicBezTo>
                  <a:pt x="2220479" y="58999"/>
                  <a:pt x="2223994" y="58405"/>
                  <a:pt x="2228695" y="57834"/>
                </a:cubicBezTo>
                <a:cubicBezTo>
                  <a:pt x="2238273" y="56700"/>
                  <a:pt x="2245324" y="55348"/>
                  <a:pt x="2249850" y="53777"/>
                </a:cubicBezTo>
                <a:cubicBezTo>
                  <a:pt x="2249894" y="52158"/>
                  <a:pt x="2249916" y="51130"/>
                  <a:pt x="2249916" y="50692"/>
                </a:cubicBezTo>
                <a:cubicBezTo>
                  <a:pt x="2249916" y="45877"/>
                  <a:pt x="2248795" y="42485"/>
                  <a:pt x="2246555" y="40516"/>
                </a:cubicBezTo>
                <a:cubicBezTo>
                  <a:pt x="2243523" y="37846"/>
                  <a:pt x="2239020" y="36510"/>
                  <a:pt x="2233044" y="36510"/>
                </a:cubicBezTo>
                <a:cubicBezTo>
                  <a:pt x="2227465" y="36510"/>
                  <a:pt x="2223346" y="37488"/>
                  <a:pt x="2220688" y="39443"/>
                </a:cubicBezTo>
                <a:cubicBezTo>
                  <a:pt x="2218029" y="41398"/>
                  <a:pt x="2216063" y="44858"/>
                  <a:pt x="2214789" y="49823"/>
                </a:cubicBezTo>
                <a:lnTo>
                  <a:pt x="2203190" y="48241"/>
                </a:lnTo>
                <a:cubicBezTo>
                  <a:pt x="2204245" y="43261"/>
                  <a:pt x="2205980" y="39240"/>
                  <a:pt x="2208397" y="36177"/>
                </a:cubicBezTo>
                <a:cubicBezTo>
                  <a:pt x="2210813" y="33114"/>
                  <a:pt x="2214306" y="30756"/>
                  <a:pt x="2218875" y="29105"/>
                </a:cubicBezTo>
                <a:cubicBezTo>
                  <a:pt x="2223445" y="27451"/>
                  <a:pt x="2228739" y="26625"/>
                  <a:pt x="2234758" y="26625"/>
                </a:cubicBezTo>
                <a:cubicBezTo>
                  <a:pt x="2240733" y="26625"/>
                  <a:pt x="2245588" y="27328"/>
                  <a:pt x="2249323" y="28734"/>
                </a:cubicBezTo>
                <a:cubicBezTo>
                  <a:pt x="2253057" y="30140"/>
                  <a:pt x="2255803" y="31908"/>
                  <a:pt x="2257560" y="34039"/>
                </a:cubicBezTo>
                <a:cubicBezTo>
                  <a:pt x="2259318" y="36170"/>
                  <a:pt x="2260548" y="38861"/>
                  <a:pt x="2261251" y="42112"/>
                </a:cubicBezTo>
                <a:cubicBezTo>
                  <a:pt x="2261646" y="44133"/>
                  <a:pt x="2261844" y="47780"/>
                  <a:pt x="2261844" y="53052"/>
                </a:cubicBezTo>
                <a:lnTo>
                  <a:pt x="2261844" y="68869"/>
                </a:lnTo>
                <a:cubicBezTo>
                  <a:pt x="2261844" y="79897"/>
                  <a:pt x="2262097" y="86871"/>
                  <a:pt x="2262602" y="89793"/>
                </a:cubicBezTo>
                <a:cubicBezTo>
                  <a:pt x="2263107" y="92715"/>
                  <a:pt x="2264107" y="95516"/>
                  <a:pt x="2265601" y="98196"/>
                </a:cubicBezTo>
                <a:lnTo>
                  <a:pt x="2253211" y="98196"/>
                </a:lnTo>
                <a:cubicBezTo>
                  <a:pt x="2251981" y="95733"/>
                  <a:pt x="2251190" y="92852"/>
                  <a:pt x="2250838" y="89554"/>
                </a:cubicBezTo>
                <a:moveTo>
                  <a:pt x="2249850" y="63004"/>
                </a:moveTo>
                <a:cubicBezTo>
                  <a:pt x="2245544" y="64776"/>
                  <a:pt x="2239086" y="66282"/>
                  <a:pt x="2230474" y="67522"/>
                </a:cubicBezTo>
                <a:cubicBezTo>
                  <a:pt x="2225597" y="68228"/>
                  <a:pt x="2222148" y="69022"/>
                  <a:pt x="2220127" y="69905"/>
                </a:cubicBezTo>
                <a:cubicBezTo>
                  <a:pt x="2218106" y="70786"/>
                  <a:pt x="2216547" y="72077"/>
                  <a:pt x="2215448" y="73777"/>
                </a:cubicBezTo>
                <a:cubicBezTo>
                  <a:pt x="2214350" y="75475"/>
                  <a:pt x="2213801" y="77361"/>
                  <a:pt x="2213801" y="79434"/>
                </a:cubicBezTo>
                <a:cubicBezTo>
                  <a:pt x="2213801" y="82610"/>
                  <a:pt x="2214998" y="85257"/>
                  <a:pt x="2217392" y="87375"/>
                </a:cubicBezTo>
                <a:cubicBezTo>
                  <a:pt x="2219787" y="89493"/>
                  <a:pt x="2223291" y="90551"/>
                  <a:pt x="2227904" y="90551"/>
                </a:cubicBezTo>
                <a:cubicBezTo>
                  <a:pt x="2232473" y="90551"/>
                  <a:pt x="2236537" y="89547"/>
                  <a:pt x="2240096" y="87538"/>
                </a:cubicBezTo>
                <a:cubicBezTo>
                  <a:pt x="2243655" y="85529"/>
                  <a:pt x="2246269" y="82781"/>
                  <a:pt x="2247939" y="79294"/>
                </a:cubicBezTo>
                <a:cubicBezTo>
                  <a:pt x="2249213" y="76600"/>
                  <a:pt x="2249850" y="72627"/>
                  <a:pt x="2249850" y="67374"/>
                </a:cubicBezTo>
                <a:lnTo>
                  <a:pt x="2249850" y="63004"/>
                </a:lnTo>
                <a:close/>
                <a:moveTo>
                  <a:pt x="2279947" y="98196"/>
                </a:moveTo>
                <a:lnTo>
                  <a:pt x="2279947" y="1582"/>
                </a:lnTo>
                <a:lnTo>
                  <a:pt x="2291810" y="1582"/>
                </a:lnTo>
                <a:lnTo>
                  <a:pt x="2291810" y="98196"/>
                </a:lnTo>
                <a:lnTo>
                  <a:pt x="2279947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rights.">
            <a:extLst xmlns:a="http://schemas.openxmlformats.org/drawingml/2006/main">
              <a:ext uri="{FF2B5EF4-FFF2-40B4-BE49-F238E27FC236}">
                <a16:creationId xmlns:a16="http://schemas.microsoft.com/office/drawing/2014/main" id="{FB567C97-81AA-4DF2-85DB-EC3FE4A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0" y="4405466"/>
            <a:ext cx="347004" cy="125084"/>
          </a:xfrm>
          <a:custGeom xmlns:a="http://schemas.openxmlformats.org/drawingml/2006/main">
            <a:pathLst>
              <a:path w="347004" h="125084">
                <a:moveTo>
                  <a:pt x="0" y="96614"/>
                </a:moveTo>
                <a:lnTo>
                  <a:pt x="0" y="26625"/>
                </a:lnTo>
                <a:lnTo>
                  <a:pt x="10676" y="26625"/>
                </a:lnTo>
                <a:lnTo>
                  <a:pt x="10676" y="37169"/>
                </a:lnTo>
                <a:cubicBezTo>
                  <a:pt x="13400" y="32232"/>
                  <a:pt x="15916" y="28977"/>
                  <a:pt x="18222" y="27403"/>
                </a:cubicBezTo>
                <a:cubicBezTo>
                  <a:pt x="20529" y="25830"/>
                  <a:pt x="23066" y="25043"/>
                  <a:pt x="25834" y="25043"/>
                </a:cubicBezTo>
                <a:cubicBezTo>
                  <a:pt x="29832" y="25043"/>
                  <a:pt x="33896" y="26312"/>
                  <a:pt x="38026" y="28849"/>
                </a:cubicBezTo>
                <a:lnTo>
                  <a:pt x="33940" y="39806"/>
                </a:lnTo>
                <a:cubicBezTo>
                  <a:pt x="31040" y="38092"/>
                  <a:pt x="28141" y="37235"/>
                  <a:pt x="25241" y="37235"/>
                </a:cubicBezTo>
                <a:cubicBezTo>
                  <a:pt x="22649" y="37235"/>
                  <a:pt x="20320" y="38017"/>
                  <a:pt x="18255" y="39579"/>
                </a:cubicBezTo>
                <a:cubicBezTo>
                  <a:pt x="16190" y="41140"/>
                  <a:pt x="14718" y="43306"/>
                  <a:pt x="13840" y="46077"/>
                </a:cubicBezTo>
                <a:cubicBezTo>
                  <a:pt x="12522" y="50299"/>
                  <a:pt x="11863" y="54917"/>
                  <a:pt x="11863" y="59931"/>
                </a:cubicBezTo>
                <a:lnTo>
                  <a:pt x="11863" y="96614"/>
                </a:lnTo>
                <a:lnTo>
                  <a:pt x="0" y="96614"/>
                </a:lnTo>
                <a:close/>
                <a:moveTo>
                  <a:pt x="45143" y="13708"/>
                </a:moveTo>
                <a:lnTo>
                  <a:pt x="45143" y="0"/>
                </a:lnTo>
                <a:lnTo>
                  <a:pt x="57005" y="0"/>
                </a:lnTo>
                <a:lnTo>
                  <a:pt x="57005" y="13708"/>
                </a:lnTo>
                <a:lnTo>
                  <a:pt x="45143" y="13708"/>
                </a:lnTo>
                <a:moveTo>
                  <a:pt x="45143" y="96614"/>
                </a:moveTo>
                <a:lnTo>
                  <a:pt x="45143" y="26625"/>
                </a:lnTo>
                <a:lnTo>
                  <a:pt x="57005" y="26625"/>
                </a:lnTo>
                <a:lnTo>
                  <a:pt x="57005" y="96614"/>
                </a:lnTo>
                <a:lnTo>
                  <a:pt x="45143" y="96614"/>
                </a:lnTo>
                <a:close/>
                <a:moveTo>
                  <a:pt x="72865" y="102414"/>
                </a:moveTo>
                <a:lnTo>
                  <a:pt x="84398" y="104127"/>
                </a:lnTo>
                <a:cubicBezTo>
                  <a:pt x="84882" y="107686"/>
                  <a:pt x="86222" y="110278"/>
                  <a:pt x="88418" y="111904"/>
                </a:cubicBezTo>
                <a:cubicBezTo>
                  <a:pt x="91362" y="114101"/>
                  <a:pt x="95382" y="115199"/>
                  <a:pt x="100479" y="115199"/>
                </a:cubicBezTo>
                <a:cubicBezTo>
                  <a:pt x="105971" y="115199"/>
                  <a:pt x="110210" y="114098"/>
                  <a:pt x="113198" y="111895"/>
                </a:cubicBezTo>
                <a:cubicBezTo>
                  <a:pt x="116186" y="109695"/>
                  <a:pt x="118207" y="106612"/>
                  <a:pt x="119261" y="102648"/>
                </a:cubicBezTo>
                <a:cubicBezTo>
                  <a:pt x="119876" y="100228"/>
                  <a:pt x="120162" y="95142"/>
                  <a:pt x="120118" y="87392"/>
                </a:cubicBezTo>
                <a:cubicBezTo>
                  <a:pt x="114933" y="93540"/>
                  <a:pt x="108475" y="96614"/>
                  <a:pt x="100742" y="96614"/>
                </a:cubicBezTo>
                <a:cubicBezTo>
                  <a:pt x="91120" y="96614"/>
                  <a:pt x="83673" y="93143"/>
                  <a:pt x="78401" y="86201"/>
                </a:cubicBezTo>
                <a:cubicBezTo>
                  <a:pt x="73129" y="79260"/>
                  <a:pt x="70493" y="70934"/>
                  <a:pt x="70493" y="61224"/>
                </a:cubicBezTo>
                <a:cubicBezTo>
                  <a:pt x="70493" y="54546"/>
                  <a:pt x="71701" y="48384"/>
                  <a:pt x="74117" y="42738"/>
                </a:cubicBezTo>
                <a:cubicBezTo>
                  <a:pt x="76534" y="37093"/>
                  <a:pt x="80038" y="32732"/>
                  <a:pt x="84629" y="29656"/>
                </a:cubicBezTo>
                <a:cubicBezTo>
                  <a:pt x="89220" y="26581"/>
                  <a:pt x="94613" y="25043"/>
                  <a:pt x="100808" y="25043"/>
                </a:cubicBezTo>
                <a:cubicBezTo>
                  <a:pt x="109068" y="25043"/>
                  <a:pt x="115878" y="28404"/>
                  <a:pt x="121238" y="35126"/>
                </a:cubicBezTo>
                <a:lnTo>
                  <a:pt x="121238" y="26625"/>
                </a:lnTo>
                <a:lnTo>
                  <a:pt x="132178" y="26625"/>
                </a:lnTo>
                <a:lnTo>
                  <a:pt x="132178" y="87165"/>
                </a:lnTo>
                <a:cubicBezTo>
                  <a:pt x="132178" y="98068"/>
                  <a:pt x="131069" y="105795"/>
                  <a:pt x="128850" y="110345"/>
                </a:cubicBezTo>
                <a:cubicBezTo>
                  <a:pt x="126631" y="114895"/>
                  <a:pt x="123116" y="118489"/>
                  <a:pt x="118306" y="121126"/>
                </a:cubicBezTo>
                <a:cubicBezTo>
                  <a:pt x="113495" y="123765"/>
                  <a:pt x="107574" y="125084"/>
                  <a:pt x="100545" y="125084"/>
                </a:cubicBezTo>
                <a:cubicBezTo>
                  <a:pt x="92197" y="125084"/>
                  <a:pt x="85453" y="123201"/>
                  <a:pt x="80312" y="119433"/>
                </a:cubicBezTo>
                <a:cubicBezTo>
                  <a:pt x="75172" y="115666"/>
                  <a:pt x="72690" y="109993"/>
                  <a:pt x="72865" y="102414"/>
                </a:cubicBezTo>
                <a:moveTo>
                  <a:pt x="82685" y="60369"/>
                </a:moveTo>
                <a:cubicBezTo>
                  <a:pt x="82685" y="69529"/>
                  <a:pt x="84508" y="76212"/>
                  <a:pt x="88155" y="80418"/>
                </a:cubicBezTo>
                <a:cubicBezTo>
                  <a:pt x="91801" y="84625"/>
                  <a:pt x="96371" y="86729"/>
                  <a:pt x="101863" y="86729"/>
                </a:cubicBezTo>
                <a:cubicBezTo>
                  <a:pt x="107311" y="86729"/>
                  <a:pt x="111880" y="84636"/>
                  <a:pt x="115571" y="80451"/>
                </a:cubicBezTo>
                <a:cubicBezTo>
                  <a:pt x="119261" y="76267"/>
                  <a:pt x="121106" y="69704"/>
                  <a:pt x="121106" y="60763"/>
                </a:cubicBezTo>
                <a:cubicBezTo>
                  <a:pt x="121106" y="52217"/>
                  <a:pt x="119206" y="45775"/>
                  <a:pt x="115406" y="41437"/>
                </a:cubicBezTo>
                <a:cubicBezTo>
                  <a:pt x="111605" y="37098"/>
                  <a:pt x="107025" y="34929"/>
                  <a:pt x="101665" y="34929"/>
                </a:cubicBezTo>
                <a:cubicBezTo>
                  <a:pt x="96393" y="34929"/>
                  <a:pt x="91911" y="37065"/>
                  <a:pt x="88221" y="41338"/>
                </a:cubicBezTo>
                <a:cubicBezTo>
                  <a:pt x="84530" y="45611"/>
                  <a:pt x="82685" y="51954"/>
                  <a:pt x="82685" y="60369"/>
                </a:cubicBezTo>
                <a:close/>
                <a:moveTo>
                  <a:pt x="150083" y="96614"/>
                </a:moveTo>
                <a:lnTo>
                  <a:pt x="150083" y="0"/>
                </a:lnTo>
                <a:lnTo>
                  <a:pt x="161946" y="0"/>
                </a:lnTo>
                <a:lnTo>
                  <a:pt x="161946" y="34665"/>
                </a:lnTo>
                <a:cubicBezTo>
                  <a:pt x="167482" y="28251"/>
                  <a:pt x="174468" y="25043"/>
                  <a:pt x="182903" y="25043"/>
                </a:cubicBezTo>
                <a:cubicBezTo>
                  <a:pt x="188088" y="25043"/>
                  <a:pt x="192591" y="26065"/>
                  <a:pt x="196413" y="28108"/>
                </a:cubicBezTo>
                <a:cubicBezTo>
                  <a:pt x="200236" y="30151"/>
                  <a:pt x="202971" y="32974"/>
                  <a:pt x="204618" y="36576"/>
                </a:cubicBezTo>
                <a:cubicBezTo>
                  <a:pt x="206266" y="40179"/>
                  <a:pt x="207090" y="45407"/>
                  <a:pt x="207090" y="52261"/>
                </a:cubicBezTo>
                <a:lnTo>
                  <a:pt x="207090" y="96614"/>
                </a:lnTo>
                <a:lnTo>
                  <a:pt x="195227" y="96614"/>
                </a:lnTo>
                <a:lnTo>
                  <a:pt x="195227" y="52261"/>
                </a:lnTo>
                <a:cubicBezTo>
                  <a:pt x="195227" y="46330"/>
                  <a:pt x="193942" y="42013"/>
                  <a:pt x="191372" y="39311"/>
                </a:cubicBezTo>
                <a:cubicBezTo>
                  <a:pt x="188802" y="36609"/>
                  <a:pt x="185166" y="35258"/>
                  <a:pt x="180465" y="35258"/>
                </a:cubicBezTo>
                <a:cubicBezTo>
                  <a:pt x="176950" y="35258"/>
                  <a:pt x="173644" y="36170"/>
                  <a:pt x="170546" y="37993"/>
                </a:cubicBezTo>
                <a:cubicBezTo>
                  <a:pt x="167449" y="39817"/>
                  <a:pt x="165241" y="42288"/>
                  <a:pt x="163923" y="45407"/>
                </a:cubicBezTo>
                <a:cubicBezTo>
                  <a:pt x="162605" y="48527"/>
                  <a:pt x="161946" y="52832"/>
                  <a:pt x="161946" y="58324"/>
                </a:cubicBezTo>
                <a:lnTo>
                  <a:pt x="161946" y="96614"/>
                </a:lnTo>
                <a:lnTo>
                  <a:pt x="150083" y="96614"/>
                </a:lnTo>
                <a:close/>
                <a:moveTo>
                  <a:pt x="251027" y="86136"/>
                </a:moveTo>
                <a:lnTo>
                  <a:pt x="252740" y="96614"/>
                </a:lnTo>
                <a:cubicBezTo>
                  <a:pt x="249401" y="97229"/>
                  <a:pt x="246413" y="97537"/>
                  <a:pt x="243777" y="97537"/>
                </a:cubicBezTo>
                <a:cubicBezTo>
                  <a:pt x="239472" y="97537"/>
                  <a:pt x="236132" y="96856"/>
                  <a:pt x="233760" y="95494"/>
                </a:cubicBezTo>
                <a:cubicBezTo>
                  <a:pt x="231387" y="94132"/>
                  <a:pt x="229718" y="92341"/>
                  <a:pt x="228751" y="90123"/>
                </a:cubicBezTo>
                <a:cubicBezTo>
                  <a:pt x="227785" y="87904"/>
                  <a:pt x="227301" y="83236"/>
                  <a:pt x="227301" y="76118"/>
                </a:cubicBezTo>
                <a:lnTo>
                  <a:pt x="227301" y="35851"/>
                </a:lnTo>
                <a:lnTo>
                  <a:pt x="218602" y="35851"/>
                </a:lnTo>
                <a:lnTo>
                  <a:pt x="218602" y="26625"/>
                </a:lnTo>
                <a:lnTo>
                  <a:pt x="227301" y="26625"/>
                </a:lnTo>
                <a:lnTo>
                  <a:pt x="227301" y="9245"/>
                </a:lnTo>
                <a:lnTo>
                  <a:pt x="239098" y="2109"/>
                </a:lnTo>
                <a:lnTo>
                  <a:pt x="239098" y="26625"/>
                </a:lnTo>
                <a:lnTo>
                  <a:pt x="251027" y="26625"/>
                </a:lnTo>
                <a:lnTo>
                  <a:pt x="251027" y="35851"/>
                </a:lnTo>
                <a:lnTo>
                  <a:pt x="239098" y="35851"/>
                </a:lnTo>
                <a:lnTo>
                  <a:pt x="239098" y="76777"/>
                </a:lnTo>
                <a:cubicBezTo>
                  <a:pt x="239098" y="80160"/>
                  <a:pt x="239307" y="82335"/>
                  <a:pt x="239724" y="83302"/>
                </a:cubicBezTo>
                <a:cubicBezTo>
                  <a:pt x="240142" y="84268"/>
                  <a:pt x="240823" y="85037"/>
                  <a:pt x="241767" y="85608"/>
                </a:cubicBezTo>
                <a:cubicBezTo>
                  <a:pt x="242712" y="86179"/>
                  <a:pt x="244063" y="86465"/>
                  <a:pt x="245820" y="86465"/>
                </a:cubicBezTo>
                <a:cubicBezTo>
                  <a:pt x="247138" y="86465"/>
                  <a:pt x="248874" y="86355"/>
                  <a:pt x="251027" y="86136"/>
                </a:cubicBezTo>
                <a:close/>
                <a:moveTo>
                  <a:pt x="257903" y="75657"/>
                </a:moveTo>
                <a:lnTo>
                  <a:pt x="269634" y="73812"/>
                </a:lnTo>
                <a:cubicBezTo>
                  <a:pt x="270293" y="78492"/>
                  <a:pt x="272127" y="82079"/>
                  <a:pt x="275137" y="84572"/>
                </a:cubicBezTo>
                <a:cubicBezTo>
                  <a:pt x="278147" y="87064"/>
                  <a:pt x="282353" y="88310"/>
                  <a:pt x="287757" y="88310"/>
                </a:cubicBezTo>
                <a:cubicBezTo>
                  <a:pt x="293205" y="88310"/>
                  <a:pt x="297247" y="87210"/>
                  <a:pt x="299884" y="85009"/>
                </a:cubicBezTo>
                <a:cubicBezTo>
                  <a:pt x="302520" y="82807"/>
                  <a:pt x="303838" y="80224"/>
                  <a:pt x="303838" y="77261"/>
                </a:cubicBezTo>
                <a:cubicBezTo>
                  <a:pt x="303838" y="74602"/>
                  <a:pt x="302674" y="72509"/>
                  <a:pt x="300345" y="70984"/>
                </a:cubicBezTo>
                <a:cubicBezTo>
                  <a:pt x="298719" y="69938"/>
                  <a:pt x="294677" y="68608"/>
                  <a:pt x="288219" y="66995"/>
                </a:cubicBezTo>
                <a:cubicBezTo>
                  <a:pt x="279520" y="64797"/>
                  <a:pt x="273489" y="62895"/>
                  <a:pt x="270128" y="61290"/>
                </a:cubicBezTo>
                <a:cubicBezTo>
                  <a:pt x="266767" y="59685"/>
                  <a:pt x="264219" y="57464"/>
                  <a:pt x="262484" y="54628"/>
                </a:cubicBezTo>
                <a:cubicBezTo>
                  <a:pt x="260748" y="51791"/>
                  <a:pt x="259880" y="48658"/>
                  <a:pt x="259880" y="45228"/>
                </a:cubicBezTo>
                <a:cubicBezTo>
                  <a:pt x="259880" y="42106"/>
                  <a:pt x="260594" y="39214"/>
                  <a:pt x="262022" y="36554"/>
                </a:cubicBezTo>
                <a:cubicBezTo>
                  <a:pt x="263450" y="33893"/>
                  <a:pt x="265394" y="31683"/>
                  <a:pt x="267855" y="29924"/>
                </a:cubicBezTo>
                <a:cubicBezTo>
                  <a:pt x="269700" y="28561"/>
                  <a:pt x="272215" y="27407"/>
                  <a:pt x="275401" y="26462"/>
                </a:cubicBezTo>
                <a:cubicBezTo>
                  <a:pt x="278586" y="25516"/>
                  <a:pt x="282002" y="25043"/>
                  <a:pt x="285649" y="25043"/>
                </a:cubicBezTo>
                <a:cubicBezTo>
                  <a:pt x="291140" y="25043"/>
                  <a:pt x="295962" y="25840"/>
                  <a:pt x="300114" y="27432"/>
                </a:cubicBezTo>
                <a:cubicBezTo>
                  <a:pt x="304266" y="29024"/>
                  <a:pt x="307331" y="31180"/>
                  <a:pt x="309308" y="33901"/>
                </a:cubicBezTo>
                <a:cubicBezTo>
                  <a:pt x="311285" y="36621"/>
                  <a:pt x="312647" y="40259"/>
                  <a:pt x="313394" y="44814"/>
                </a:cubicBezTo>
                <a:lnTo>
                  <a:pt x="301795" y="46396"/>
                </a:lnTo>
                <a:cubicBezTo>
                  <a:pt x="301268" y="42793"/>
                  <a:pt x="299741" y="39981"/>
                  <a:pt x="297215" y="37960"/>
                </a:cubicBezTo>
                <a:cubicBezTo>
                  <a:pt x="294688" y="35939"/>
                  <a:pt x="291118" y="34929"/>
                  <a:pt x="286505" y="34929"/>
                </a:cubicBezTo>
                <a:cubicBezTo>
                  <a:pt x="281057" y="34929"/>
                  <a:pt x="277169" y="35825"/>
                  <a:pt x="274840" y="37618"/>
                </a:cubicBezTo>
                <a:cubicBezTo>
                  <a:pt x="272512" y="39410"/>
                  <a:pt x="271348" y="41509"/>
                  <a:pt x="271348" y="43914"/>
                </a:cubicBezTo>
                <a:cubicBezTo>
                  <a:pt x="271348" y="45444"/>
                  <a:pt x="271831" y="46821"/>
                  <a:pt x="272797" y="48046"/>
                </a:cubicBezTo>
                <a:cubicBezTo>
                  <a:pt x="273764" y="49313"/>
                  <a:pt x="275280" y="50362"/>
                  <a:pt x="277345" y="51192"/>
                </a:cubicBezTo>
                <a:cubicBezTo>
                  <a:pt x="278531" y="51630"/>
                  <a:pt x="282024" y="52636"/>
                  <a:pt x="287823" y="54210"/>
                </a:cubicBezTo>
                <a:cubicBezTo>
                  <a:pt x="296215" y="56449"/>
                  <a:pt x="302069" y="58282"/>
                  <a:pt x="305387" y="59708"/>
                </a:cubicBezTo>
                <a:cubicBezTo>
                  <a:pt x="308704" y="61135"/>
                  <a:pt x="311307" y="63209"/>
                  <a:pt x="313196" y="65932"/>
                </a:cubicBezTo>
                <a:cubicBezTo>
                  <a:pt x="315085" y="68653"/>
                  <a:pt x="316030" y="72033"/>
                  <a:pt x="316030" y="76071"/>
                </a:cubicBezTo>
                <a:cubicBezTo>
                  <a:pt x="316030" y="80022"/>
                  <a:pt x="314877" y="83743"/>
                  <a:pt x="312570" y="87233"/>
                </a:cubicBezTo>
                <a:cubicBezTo>
                  <a:pt x="310263" y="90722"/>
                  <a:pt x="306935" y="93421"/>
                  <a:pt x="302586" y="95331"/>
                </a:cubicBezTo>
                <a:cubicBezTo>
                  <a:pt x="298236" y="97241"/>
                  <a:pt x="293315" y="98196"/>
                  <a:pt x="287823" y="98196"/>
                </a:cubicBezTo>
                <a:cubicBezTo>
                  <a:pt x="278729" y="98196"/>
                  <a:pt x="271798" y="96301"/>
                  <a:pt x="267031" y="92512"/>
                </a:cubicBezTo>
                <a:cubicBezTo>
                  <a:pt x="262264" y="88722"/>
                  <a:pt x="259221" y="83104"/>
                  <a:pt x="257903" y="75657"/>
                </a:cubicBezTo>
                <a:close/>
                <a:moveTo>
                  <a:pt x="333494" y="96614"/>
                </a:moveTo>
                <a:lnTo>
                  <a:pt x="333494" y="83038"/>
                </a:lnTo>
                <a:lnTo>
                  <a:pt x="347004" y="83038"/>
                </a:lnTo>
                <a:lnTo>
                  <a:pt x="347004" y="96614"/>
                </a:lnTo>
                <a:lnTo>
                  <a:pt x="333494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153C8-FC66-45EC-8B2E-4ECBAE99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82" y="2924619"/>
            <a:ext cx="2699397" cy="717027"/>
          </a:xfrm>
          <a:custGeom xmlns:a="http://schemas.openxmlformats.org/drawingml/2006/main">
            <a:pathLst>
              <a:path w="2699397" h="717027">
                <a:moveTo>
                  <a:pt x="0" y="0"/>
                </a:moveTo>
                <a:lnTo>
                  <a:pt x="2699397" y="0"/>
                </a:lnTo>
                <a:lnTo>
                  <a:pt x="2699397" y="717027"/>
                </a:lnTo>
                <a:lnTo>
                  <a:pt x="0" y="717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056D3-7FD8-4CA7-810E-DCED88DE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82" y="2924619"/>
            <a:ext cx="2699397" cy="717027"/>
          </a:xfrm>
          <a:custGeom xmlns:a="http://schemas.openxmlformats.org/drawingml/2006/main">
            <a:pathLst>
              <a:path w="2699397" h="717027" fill="none">
                <a:moveTo>
                  <a:pt x="0" y="0"/>
                </a:moveTo>
                <a:lnTo>
                  <a:pt x="2699397" y="0"/>
                </a:lnTo>
                <a:lnTo>
                  <a:pt x="2699397" y="717027"/>
                </a:lnTo>
                <a:lnTo>
                  <a:pt x="0" y="7170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9673A6"/>
            </a:solidFill>
            <a:miter/>
          </a:ln>
        </p:spPr>
      </p:sp>
      <p:sp>
        <p:nvSpPr>
          <p:cNvPr id="54" name="Text Mutation">
            <a:extLst xmlns:a="http://schemas.openxmlformats.org/drawingml/2006/main">
              <a:ext uri="{FF2B5EF4-FFF2-40B4-BE49-F238E27FC236}">
                <a16:creationId xmlns:a16="http://schemas.microsoft.com/office/drawing/2014/main" id="{B17F0716-C80B-40FB-A552-D7F0529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804" y="2971411"/>
            <a:ext cx="543612" cy="98196"/>
          </a:xfrm>
          <a:custGeom xmlns:a="http://schemas.openxmlformats.org/drawingml/2006/main">
            <a:pathLst>
              <a:path w="543612" h="98196">
                <a:moveTo>
                  <a:pt x="0" y="96614"/>
                </a:moveTo>
                <a:lnTo>
                  <a:pt x="0" y="0"/>
                </a:lnTo>
                <a:lnTo>
                  <a:pt x="29195" y="0"/>
                </a:lnTo>
                <a:lnTo>
                  <a:pt x="46725" y="65903"/>
                </a:lnTo>
                <a:lnTo>
                  <a:pt x="64058" y="0"/>
                </a:lnTo>
                <a:lnTo>
                  <a:pt x="93319" y="0"/>
                </a:lnTo>
                <a:lnTo>
                  <a:pt x="93319" y="96614"/>
                </a:lnTo>
                <a:lnTo>
                  <a:pt x="75196" y="96614"/>
                </a:lnTo>
                <a:lnTo>
                  <a:pt x="75196" y="20562"/>
                </a:lnTo>
                <a:lnTo>
                  <a:pt x="56018" y="96614"/>
                </a:lnTo>
                <a:lnTo>
                  <a:pt x="37235" y="96614"/>
                </a:lnTo>
                <a:lnTo>
                  <a:pt x="18123" y="20562"/>
                </a:lnTo>
                <a:lnTo>
                  <a:pt x="18123" y="96614"/>
                </a:lnTo>
                <a:lnTo>
                  <a:pt x="0" y="96614"/>
                </a:lnTo>
                <a:close/>
                <a:moveTo>
                  <a:pt x="158628" y="96614"/>
                </a:moveTo>
                <a:lnTo>
                  <a:pt x="158628" y="86136"/>
                </a:lnTo>
                <a:cubicBezTo>
                  <a:pt x="156080" y="89870"/>
                  <a:pt x="152730" y="92814"/>
                  <a:pt x="148578" y="94967"/>
                </a:cubicBezTo>
                <a:cubicBezTo>
                  <a:pt x="144426" y="97119"/>
                  <a:pt x="140044" y="98196"/>
                  <a:pt x="135430" y="98196"/>
                </a:cubicBezTo>
                <a:cubicBezTo>
                  <a:pt x="130729" y="98196"/>
                  <a:pt x="126511" y="97163"/>
                  <a:pt x="122777" y="95098"/>
                </a:cubicBezTo>
                <a:cubicBezTo>
                  <a:pt x="119042" y="93033"/>
                  <a:pt x="116340" y="90134"/>
                  <a:pt x="114671" y="86399"/>
                </a:cubicBezTo>
                <a:cubicBezTo>
                  <a:pt x="113001" y="82665"/>
                  <a:pt x="112166" y="77502"/>
                  <a:pt x="112166" y="70912"/>
                </a:cubicBezTo>
                <a:lnTo>
                  <a:pt x="112166" y="26625"/>
                </a:lnTo>
                <a:lnTo>
                  <a:pt x="130685" y="26625"/>
                </a:lnTo>
                <a:lnTo>
                  <a:pt x="130685" y="58712"/>
                </a:lnTo>
                <a:cubicBezTo>
                  <a:pt x="130685" y="68531"/>
                  <a:pt x="131026" y="74548"/>
                  <a:pt x="131707" y="76761"/>
                </a:cubicBezTo>
                <a:cubicBezTo>
                  <a:pt x="132388" y="78974"/>
                  <a:pt x="133629" y="80727"/>
                  <a:pt x="135430" y="82021"/>
                </a:cubicBezTo>
                <a:cubicBezTo>
                  <a:pt x="137232" y="83314"/>
                  <a:pt x="139516" y="83961"/>
                  <a:pt x="142284" y="83961"/>
                </a:cubicBezTo>
                <a:cubicBezTo>
                  <a:pt x="145448" y="83961"/>
                  <a:pt x="148281" y="83095"/>
                  <a:pt x="150786" y="81364"/>
                </a:cubicBezTo>
                <a:cubicBezTo>
                  <a:pt x="153290" y="79632"/>
                  <a:pt x="155004" y="77484"/>
                  <a:pt x="155926" y="74920"/>
                </a:cubicBezTo>
                <a:cubicBezTo>
                  <a:pt x="156849" y="72355"/>
                  <a:pt x="157310" y="66076"/>
                  <a:pt x="157310" y="56082"/>
                </a:cubicBezTo>
                <a:lnTo>
                  <a:pt x="157310" y="26625"/>
                </a:lnTo>
                <a:lnTo>
                  <a:pt x="175829" y="26625"/>
                </a:lnTo>
                <a:lnTo>
                  <a:pt x="175829" y="96614"/>
                </a:lnTo>
                <a:lnTo>
                  <a:pt x="158628" y="96614"/>
                </a:lnTo>
                <a:close/>
                <a:moveTo>
                  <a:pt x="227123" y="26625"/>
                </a:moveTo>
                <a:lnTo>
                  <a:pt x="227123" y="41387"/>
                </a:lnTo>
                <a:lnTo>
                  <a:pt x="214470" y="41387"/>
                </a:lnTo>
                <a:lnTo>
                  <a:pt x="214470" y="69549"/>
                </a:lnTo>
                <a:cubicBezTo>
                  <a:pt x="214470" y="75252"/>
                  <a:pt x="214590" y="78575"/>
                  <a:pt x="214832" y="79518"/>
                </a:cubicBezTo>
                <a:cubicBezTo>
                  <a:pt x="215074" y="80460"/>
                  <a:pt x="215623" y="81239"/>
                  <a:pt x="216480" y="81854"/>
                </a:cubicBezTo>
                <a:cubicBezTo>
                  <a:pt x="217336" y="82468"/>
                  <a:pt x="218380" y="82774"/>
                  <a:pt x="219610" y="82774"/>
                </a:cubicBezTo>
                <a:cubicBezTo>
                  <a:pt x="221324" y="82774"/>
                  <a:pt x="223806" y="82181"/>
                  <a:pt x="227057" y="80995"/>
                </a:cubicBezTo>
                <a:lnTo>
                  <a:pt x="228639" y="95416"/>
                </a:lnTo>
                <a:cubicBezTo>
                  <a:pt x="224333" y="97269"/>
                  <a:pt x="219456" y="98196"/>
                  <a:pt x="214008" y="98196"/>
                </a:cubicBezTo>
                <a:cubicBezTo>
                  <a:pt x="210669" y="98196"/>
                  <a:pt x="207660" y="97636"/>
                  <a:pt x="204980" y="96515"/>
                </a:cubicBezTo>
                <a:cubicBezTo>
                  <a:pt x="202299" y="95395"/>
                  <a:pt x="200333" y="93945"/>
                  <a:pt x="199081" y="92166"/>
                </a:cubicBezTo>
                <a:cubicBezTo>
                  <a:pt x="197829" y="90386"/>
                  <a:pt x="196961" y="87981"/>
                  <a:pt x="196478" y="84949"/>
                </a:cubicBezTo>
                <a:cubicBezTo>
                  <a:pt x="196083" y="82796"/>
                  <a:pt x="195885" y="78447"/>
                  <a:pt x="195885" y="71900"/>
                </a:cubicBezTo>
                <a:lnTo>
                  <a:pt x="195885" y="41387"/>
                </a:lnTo>
                <a:lnTo>
                  <a:pt x="187383" y="41387"/>
                </a:lnTo>
                <a:lnTo>
                  <a:pt x="187383" y="26625"/>
                </a:lnTo>
                <a:lnTo>
                  <a:pt x="195885" y="26625"/>
                </a:lnTo>
                <a:lnTo>
                  <a:pt x="195885" y="12653"/>
                </a:lnTo>
                <a:lnTo>
                  <a:pt x="214470" y="1713"/>
                </a:lnTo>
                <a:lnTo>
                  <a:pt x="214470" y="26625"/>
                </a:lnTo>
                <a:lnTo>
                  <a:pt x="227123" y="26625"/>
                </a:lnTo>
                <a:close/>
                <a:moveTo>
                  <a:pt x="253813" y="48241"/>
                </a:moveTo>
                <a:lnTo>
                  <a:pt x="237008" y="45210"/>
                </a:lnTo>
                <a:cubicBezTo>
                  <a:pt x="238897" y="38354"/>
                  <a:pt x="242148" y="33280"/>
                  <a:pt x="246762" y="29986"/>
                </a:cubicBezTo>
                <a:cubicBezTo>
                  <a:pt x="251375" y="26691"/>
                  <a:pt x="258229" y="25043"/>
                  <a:pt x="267323" y="25043"/>
                </a:cubicBezTo>
                <a:cubicBezTo>
                  <a:pt x="275583" y="25043"/>
                  <a:pt x="281734" y="26021"/>
                  <a:pt x="285776" y="27976"/>
                </a:cubicBezTo>
                <a:cubicBezTo>
                  <a:pt x="289818" y="29931"/>
                  <a:pt x="292663" y="32413"/>
                  <a:pt x="294311" y="35423"/>
                </a:cubicBezTo>
                <a:cubicBezTo>
                  <a:pt x="295958" y="38433"/>
                  <a:pt x="296782" y="43957"/>
                  <a:pt x="296782" y="51998"/>
                </a:cubicBezTo>
                <a:lnTo>
                  <a:pt x="296584" y="73614"/>
                </a:lnTo>
                <a:cubicBezTo>
                  <a:pt x="296584" y="79765"/>
                  <a:pt x="296881" y="84301"/>
                  <a:pt x="297474" y="87223"/>
                </a:cubicBezTo>
                <a:cubicBezTo>
                  <a:pt x="298067" y="90145"/>
                  <a:pt x="299177" y="93275"/>
                  <a:pt x="300802" y="96614"/>
                </a:cubicBezTo>
                <a:lnTo>
                  <a:pt x="282481" y="96614"/>
                </a:lnTo>
                <a:cubicBezTo>
                  <a:pt x="281998" y="95384"/>
                  <a:pt x="281405" y="93561"/>
                  <a:pt x="280702" y="91144"/>
                </a:cubicBezTo>
                <a:cubicBezTo>
                  <a:pt x="280394" y="90046"/>
                  <a:pt x="280174" y="89321"/>
                  <a:pt x="280043" y="88969"/>
                </a:cubicBezTo>
                <a:cubicBezTo>
                  <a:pt x="276879" y="92045"/>
                  <a:pt x="273496" y="94351"/>
                  <a:pt x="269894" y="95889"/>
                </a:cubicBezTo>
                <a:cubicBezTo>
                  <a:pt x="266291" y="97427"/>
                  <a:pt x="262447" y="98196"/>
                  <a:pt x="258361" y="98196"/>
                </a:cubicBezTo>
                <a:cubicBezTo>
                  <a:pt x="251155" y="98196"/>
                  <a:pt x="245476" y="96249"/>
                  <a:pt x="241325" y="92355"/>
                </a:cubicBezTo>
                <a:cubicBezTo>
                  <a:pt x="237173" y="88461"/>
                  <a:pt x="235097" y="83539"/>
                  <a:pt x="235097" y="77589"/>
                </a:cubicBezTo>
                <a:cubicBezTo>
                  <a:pt x="235097" y="73651"/>
                  <a:pt x="236041" y="70140"/>
                  <a:pt x="237930" y="67057"/>
                </a:cubicBezTo>
                <a:cubicBezTo>
                  <a:pt x="239820" y="63971"/>
                  <a:pt x="242467" y="61609"/>
                  <a:pt x="245872" y="59968"/>
                </a:cubicBezTo>
                <a:cubicBezTo>
                  <a:pt x="249277" y="58327"/>
                  <a:pt x="254187" y="56894"/>
                  <a:pt x="260601" y="55670"/>
                </a:cubicBezTo>
                <a:cubicBezTo>
                  <a:pt x="269257" y="54051"/>
                  <a:pt x="275254" y="52541"/>
                  <a:pt x="278593" y="51141"/>
                </a:cubicBezTo>
                <a:lnTo>
                  <a:pt x="278593" y="49275"/>
                </a:lnTo>
                <a:cubicBezTo>
                  <a:pt x="278593" y="45676"/>
                  <a:pt x="277714" y="43111"/>
                  <a:pt x="275957" y="41579"/>
                </a:cubicBezTo>
                <a:cubicBezTo>
                  <a:pt x="274199" y="40045"/>
                  <a:pt x="270882" y="39278"/>
                  <a:pt x="266005" y="39278"/>
                </a:cubicBezTo>
                <a:cubicBezTo>
                  <a:pt x="262710" y="39278"/>
                  <a:pt x="260140" y="39941"/>
                  <a:pt x="258295" y="41268"/>
                </a:cubicBezTo>
                <a:cubicBezTo>
                  <a:pt x="256449" y="42593"/>
                  <a:pt x="254956" y="44917"/>
                  <a:pt x="253813" y="48241"/>
                </a:cubicBezTo>
                <a:moveTo>
                  <a:pt x="278593" y="63267"/>
                </a:moveTo>
                <a:cubicBezTo>
                  <a:pt x="276220" y="64048"/>
                  <a:pt x="272464" y="64982"/>
                  <a:pt x="267323" y="66068"/>
                </a:cubicBezTo>
                <a:cubicBezTo>
                  <a:pt x="262183" y="67153"/>
                  <a:pt x="258822" y="68216"/>
                  <a:pt x="257240" y="69258"/>
                </a:cubicBezTo>
                <a:cubicBezTo>
                  <a:pt x="254824" y="70951"/>
                  <a:pt x="253615" y="73100"/>
                  <a:pt x="253615" y="75704"/>
                </a:cubicBezTo>
                <a:cubicBezTo>
                  <a:pt x="253615" y="78266"/>
                  <a:pt x="254582" y="80481"/>
                  <a:pt x="256515" y="82348"/>
                </a:cubicBezTo>
                <a:cubicBezTo>
                  <a:pt x="258448" y="84214"/>
                  <a:pt x="260909" y="85147"/>
                  <a:pt x="263896" y="85147"/>
                </a:cubicBezTo>
                <a:cubicBezTo>
                  <a:pt x="267235" y="85147"/>
                  <a:pt x="270421" y="84062"/>
                  <a:pt x="273452" y="81891"/>
                </a:cubicBezTo>
                <a:cubicBezTo>
                  <a:pt x="275693" y="80242"/>
                  <a:pt x="277165" y="78223"/>
                  <a:pt x="277868" y="75834"/>
                </a:cubicBezTo>
                <a:cubicBezTo>
                  <a:pt x="278351" y="74272"/>
                  <a:pt x="278593" y="71298"/>
                  <a:pt x="278593" y="66914"/>
                </a:cubicBezTo>
                <a:lnTo>
                  <a:pt x="278593" y="63267"/>
                </a:lnTo>
                <a:close/>
                <a:moveTo>
                  <a:pt x="347111" y="26625"/>
                </a:moveTo>
                <a:lnTo>
                  <a:pt x="347111" y="41387"/>
                </a:lnTo>
                <a:lnTo>
                  <a:pt x="334458" y="41387"/>
                </a:lnTo>
                <a:lnTo>
                  <a:pt x="334458" y="69549"/>
                </a:lnTo>
                <a:cubicBezTo>
                  <a:pt x="334458" y="75252"/>
                  <a:pt x="334579" y="78575"/>
                  <a:pt x="334820" y="79518"/>
                </a:cubicBezTo>
                <a:cubicBezTo>
                  <a:pt x="335062" y="80460"/>
                  <a:pt x="335611" y="81239"/>
                  <a:pt x="336468" y="81854"/>
                </a:cubicBezTo>
                <a:cubicBezTo>
                  <a:pt x="337325" y="82468"/>
                  <a:pt x="338368" y="82774"/>
                  <a:pt x="339598" y="82774"/>
                </a:cubicBezTo>
                <a:cubicBezTo>
                  <a:pt x="341312" y="82774"/>
                  <a:pt x="343794" y="82181"/>
                  <a:pt x="347045" y="80995"/>
                </a:cubicBezTo>
                <a:lnTo>
                  <a:pt x="348627" y="95416"/>
                </a:lnTo>
                <a:cubicBezTo>
                  <a:pt x="344321" y="97269"/>
                  <a:pt x="339444" y="98196"/>
                  <a:pt x="333996" y="98196"/>
                </a:cubicBezTo>
                <a:cubicBezTo>
                  <a:pt x="330657" y="98196"/>
                  <a:pt x="327648" y="97636"/>
                  <a:pt x="324968" y="96515"/>
                </a:cubicBezTo>
                <a:cubicBezTo>
                  <a:pt x="322288" y="95395"/>
                  <a:pt x="320322" y="93945"/>
                  <a:pt x="319069" y="92166"/>
                </a:cubicBezTo>
                <a:cubicBezTo>
                  <a:pt x="317817" y="90386"/>
                  <a:pt x="316949" y="87981"/>
                  <a:pt x="316466" y="84949"/>
                </a:cubicBezTo>
                <a:cubicBezTo>
                  <a:pt x="316071" y="82796"/>
                  <a:pt x="315873" y="78447"/>
                  <a:pt x="315873" y="71900"/>
                </a:cubicBezTo>
                <a:lnTo>
                  <a:pt x="315873" y="41387"/>
                </a:lnTo>
                <a:lnTo>
                  <a:pt x="307372" y="41387"/>
                </a:lnTo>
                <a:lnTo>
                  <a:pt x="307372" y="26625"/>
                </a:lnTo>
                <a:lnTo>
                  <a:pt x="315873" y="26625"/>
                </a:lnTo>
                <a:lnTo>
                  <a:pt x="315873" y="12653"/>
                </a:lnTo>
                <a:lnTo>
                  <a:pt x="334458" y="1713"/>
                </a:lnTo>
                <a:lnTo>
                  <a:pt x="334458" y="26625"/>
                </a:lnTo>
                <a:lnTo>
                  <a:pt x="347111" y="26625"/>
                </a:lnTo>
                <a:close/>
                <a:moveTo>
                  <a:pt x="359961" y="17135"/>
                </a:moveTo>
                <a:lnTo>
                  <a:pt x="359961" y="0"/>
                </a:lnTo>
                <a:lnTo>
                  <a:pt x="378480" y="0"/>
                </a:lnTo>
                <a:lnTo>
                  <a:pt x="378480" y="17135"/>
                </a:lnTo>
                <a:lnTo>
                  <a:pt x="359961" y="17135"/>
                </a:lnTo>
                <a:moveTo>
                  <a:pt x="359961" y="96614"/>
                </a:moveTo>
                <a:lnTo>
                  <a:pt x="359961" y="26625"/>
                </a:lnTo>
                <a:lnTo>
                  <a:pt x="378480" y="26625"/>
                </a:lnTo>
                <a:lnTo>
                  <a:pt x="378480" y="96614"/>
                </a:lnTo>
                <a:lnTo>
                  <a:pt x="359961" y="96614"/>
                </a:lnTo>
                <a:close/>
                <a:moveTo>
                  <a:pt x="393199" y="60631"/>
                </a:moveTo>
                <a:cubicBezTo>
                  <a:pt x="393199" y="54480"/>
                  <a:pt x="394715" y="48527"/>
                  <a:pt x="397747" y="42771"/>
                </a:cubicBezTo>
                <a:cubicBezTo>
                  <a:pt x="400778" y="37016"/>
                  <a:pt x="405073" y="32622"/>
                  <a:pt x="410631" y="29591"/>
                </a:cubicBezTo>
                <a:cubicBezTo>
                  <a:pt x="416188" y="26559"/>
                  <a:pt x="422394" y="25043"/>
                  <a:pt x="429248" y="25043"/>
                </a:cubicBezTo>
                <a:cubicBezTo>
                  <a:pt x="439837" y="25043"/>
                  <a:pt x="448514" y="28481"/>
                  <a:pt x="455280" y="35357"/>
                </a:cubicBezTo>
                <a:cubicBezTo>
                  <a:pt x="462046" y="42233"/>
                  <a:pt x="465429" y="50921"/>
                  <a:pt x="465429" y="61422"/>
                </a:cubicBezTo>
                <a:cubicBezTo>
                  <a:pt x="465429" y="72010"/>
                  <a:pt x="462013" y="80786"/>
                  <a:pt x="455181" y="87750"/>
                </a:cubicBezTo>
                <a:cubicBezTo>
                  <a:pt x="448349" y="94714"/>
                  <a:pt x="439749" y="98196"/>
                  <a:pt x="429380" y="98196"/>
                </a:cubicBezTo>
                <a:cubicBezTo>
                  <a:pt x="422965" y="98196"/>
                  <a:pt x="416847" y="96746"/>
                  <a:pt x="411026" y="93846"/>
                </a:cubicBezTo>
                <a:cubicBezTo>
                  <a:pt x="405205" y="90946"/>
                  <a:pt x="400778" y="86696"/>
                  <a:pt x="397747" y="81094"/>
                </a:cubicBezTo>
                <a:cubicBezTo>
                  <a:pt x="394715" y="75492"/>
                  <a:pt x="393199" y="68671"/>
                  <a:pt x="393199" y="60631"/>
                </a:cubicBezTo>
                <a:moveTo>
                  <a:pt x="412179" y="61620"/>
                </a:moveTo>
                <a:cubicBezTo>
                  <a:pt x="412179" y="68539"/>
                  <a:pt x="413827" y="73839"/>
                  <a:pt x="417122" y="77519"/>
                </a:cubicBezTo>
                <a:cubicBezTo>
                  <a:pt x="420417" y="81198"/>
                  <a:pt x="424481" y="83038"/>
                  <a:pt x="429314" y="83038"/>
                </a:cubicBezTo>
                <a:cubicBezTo>
                  <a:pt x="434147" y="83038"/>
                  <a:pt x="438200" y="81198"/>
                  <a:pt x="441473" y="77519"/>
                </a:cubicBezTo>
                <a:cubicBezTo>
                  <a:pt x="444747" y="73839"/>
                  <a:pt x="446383" y="68495"/>
                  <a:pt x="446383" y="61488"/>
                </a:cubicBezTo>
                <a:cubicBezTo>
                  <a:pt x="446383" y="54656"/>
                  <a:pt x="444747" y="49400"/>
                  <a:pt x="441473" y="45720"/>
                </a:cubicBezTo>
                <a:cubicBezTo>
                  <a:pt x="438200" y="42041"/>
                  <a:pt x="434147" y="40201"/>
                  <a:pt x="429314" y="40201"/>
                </a:cubicBezTo>
                <a:cubicBezTo>
                  <a:pt x="424481" y="40201"/>
                  <a:pt x="420417" y="42041"/>
                  <a:pt x="417122" y="45720"/>
                </a:cubicBezTo>
                <a:cubicBezTo>
                  <a:pt x="413827" y="49400"/>
                  <a:pt x="412179" y="54700"/>
                  <a:pt x="412179" y="61620"/>
                </a:cubicBezTo>
                <a:close/>
                <a:moveTo>
                  <a:pt x="543612" y="96614"/>
                </a:moveTo>
                <a:lnTo>
                  <a:pt x="525093" y="96614"/>
                </a:lnTo>
                <a:lnTo>
                  <a:pt x="525093" y="60936"/>
                </a:lnTo>
                <a:cubicBezTo>
                  <a:pt x="525093" y="53387"/>
                  <a:pt x="524698" y="48505"/>
                  <a:pt x="523907" y="46289"/>
                </a:cubicBezTo>
                <a:cubicBezTo>
                  <a:pt x="523116" y="44073"/>
                  <a:pt x="521831" y="42350"/>
                  <a:pt x="520052" y="41122"/>
                </a:cubicBezTo>
                <a:cubicBezTo>
                  <a:pt x="518272" y="39893"/>
                  <a:pt x="516130" y="39278"/>
                  <a:pt x="513626" y="39278"/>
                </a:cubicBezTo>
                <a:cubicBezTo>
                  <a:pt x="510419" y="39278"/>
                  <a:pt x="507541" y="40156"/>
                  <a:pt x="504993" y="41912"/>
                </a:cubicBezTo>
                <a:cubicBezTo>
                  <a:pt x="502444" y="43667"/>
                  <a:pt x="500698" y="45993"/>
                  <a:pt x="499753" y="48890"/>
                </a:cubicBezTo>
                <a:cubicBezTo>
                  <a:pt x="498809" y="51786"/>
                  <a:pt x="498336" y="57139"/>
                  <a:pt x="498336" y="64952"/>
                </a:cubicBezTo>
                <a:lnTo>
                  <a:pt x="498336" y="96614"/>
                </a:lnTo>
                <a:lnTo>
                  <a:pt x="479818" y="96614"/>
                </a:lnTo>
                <a:lnTo>
                  <a:pt x="479818" y="26625"/>
                </a:lnTo>
                <a:lnTo>
                  <a:pt x="497018" y="26625"/>
                </a:lnTo>
                <a:lnTo>
                  <a:pt x="497018" y="36906"/>
                </a:lnTo>
                <a:cubicBezTo>
                  <a:pt x="503125" y="28997"/>
                  <a:pt x="510814" y="25043"/>
                  <a:pt x="520085" y="25043"/>
                </a:cubicBezTo>
                <a:cubicBezTo>
                  <a:pt x="524171" y="25043"/>
                  <a:pt x="527905" y="25779"/>
                  <a:pt x="531288" y="27251"/>
                </a:cubicBezTo>
                <a:cubicBezTo>
                  <a:pt x="534671" y="28723"/>
                  <a:pt x="537230" y="30601"/>
                  <a:pt x="538966" y="32886"/>
                </a:cubicBezTo>
                <a:cubicBezTo>
                  <a:pt x="540701" y="35170"/>
                  <a:pt x="541910" y="37763"/>
                  <a:pt x="542591" y="40662"/>
                </a:cubicBezTo>
                <a:cubicBezTo>
                  <a:pt x="543272" y="43562"/>
                  <a:pt x="543612" y="47714"/>
                  <a:pt x="543612" y="53118"/>
                </a:cubicBezTo>
                <a:lnTo>
                  <a:pt x="54361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0">
            <a:extLst xmlns:a="http://schemas.openxmlformats.org/drawingml/2006/main">
              <a:ext uri="{FF2B5EF4-FFF2-40B4-BE49-F238E27FC236}">
                <a16:creationId xmlns:a16="http://schemas.microsoft.com/office/drawing/2014/main" id="{1386590D-52DF-4244-87EE-E2873A94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256" y="3022528"/>
            <a:ext cx="52270" cy="82249"/>
          </a:xfrm>
          <a:custGeom xmlns:a="http://schemas.openxmlformats.org/drawingml/2006/main">
            <a:pathLst>
              <a:path w="52270" h="82249">
                <a:moveTo>
                  <a:pt x="26135" y="0"/>
                </a:moveTo>
                <a:cubicBezTo>
                  <a:pt x="33932" y="0"/>
                  <a:pt x="40026" y="2784"/>
                  <a:pt x="44419" y="8351"/>
                </a:cubicBezTo>
                <a:cubicBezTo>
                  <a:pt x="49653" y="14944"/>
                  <a:pt x="52270" y="25878"/>
                  <a:pt x="52270" y="41152"/>
                </a:cubicBezTo>
                <a:cubicBezTo>
                  <a:pt x="52270" y="56389"/>
                  <a:pt x="49635" y="67341"/>
                  <a:pt x="44364" y="74008"/>
                </a:cubicBezTo>
                <a:cubicBezTo>
                  <a:pt x="40008" y="79502"/>
                  <a:pt x="33932" y="82249"/>
                  <a:pt x="26135" y="82249"/>
                </a:cubicBezTo>
                <a:cubicBezTo>
                  <a:pt x="18302" y="82249"/>
                  <a:pt x="11988" y="79236"/>
                  <a:pt x="7193" y="73212"/>
                </a:cubicBezTo>
                <a:cubicBezTo>
                  <a:pt x="2398" y="67186"/>
                  <a:pt x="0" y="56444"/>
                  <a:pt x="0" y="40987"/>
                </a:cubicBezTo>
                <a:cubicBezTo>
                  <a:pt x="0" y="25823"/>
                  <a:pt x="2635" y="14907"/>
                  <a:pt x="7906" y="8241"/>
                </a:cubicBezTo>
                <a:cubicBezTo>
                  <a:pt x="12262" y="2747"/>
                  <a:pt x="18338" y="0"/>
                  <a:pt x="26135" y="0"/>
                </a:cubicBezTo>
                <a:moveTo>
                  <a:pt x="26135" y="12848"/>
                </a:moveTo>
                <a:cubicBezTo>
                  <a:pt x="24268" y="12848"/>
                  <a:pt x="22603" y="13442"/>
                  <a:pt x="21139" y="14631"/>
                </a:cubicBezTo>
                <a:cubicBezTo>
                  <a:pt x="19675" y="15819"/>
                  <a:pt x="18540" y="17949"/>
                  <a:pt x="17735" y="21020"/>
                </a:cubicBezTo>
                <a:cubicBezTo>
                  <a:pt x="16673" y="25007"/>
                  <a:pt x="16142" y="31717"/>
                  <a:pt x="16142" y="41152"/>
                </a:cubicBezTo>
                <a:cubicBezTo>
                  <a:pt x="16142" y="50586"/>
                  <a:pt x="16618" y="57068"/>
                  <a:pt x="17570" y="60597"/>
                </a:cubicBezTo>
                <a:cubicBezTo>
                  <a:pt x="18522" y="64126"/>
                  <a:pt x="19720" y="66475"/>
                  <a:pt x="21166" y="67645"/>
                </a:cubicBezTo>
                <a:cubicBezTo>
                  <a:pt x="22612" y="68816"/>
                  <a:pt x="24268" y="69401"/>
                  <a:pt x="26135" y="69401"/>
                </a:cubicBezTo>
                <a:cubicBezTo>
                  <a:pt x="28002" y="69401"/>
                  <a:pt x="29667" y="68807"/>
                  <a:pt x="31132" y="67618"/>
                </a:cubicBezTo>
                <a:cubicBezTo>
                  <a:pt x="32596" y="66430"/>
                  <a:pt x="33730" y="64300"/>
                  <a:pt x="34536" y="61228"/>
                </a:cubicBezTo>
                <a:cubicBezTo>
                  <a:pt x="35597" y="57279"/>
                  <a:pt x="36128" y="50586"/>
                  <a:pt x="36128" y="41152"/>
                </a:cubicBezTo>
                <a:cubicBezTo>
                  <a:pt x="36128" y="31717"/>
                  <a:pt x="35652" y="25235"/>
                  <a:pt x="34700" y="21707"/>
                </a:cubicBezTo>
                <a:cubicBezTo>
                  <a:pt x="33749" y="18178"/>
                  <a:pt x="32550" y="15819"/>
                  <a:pt x="31104" y="14631"/>
                </a:cubicBezTo>
                <a:cubicBezTo>
                  <a:pt x="29658" y="13442"/>
                  <a:pt x="28002" y="12848"/>
                  <a:pt x="26135" y="12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:Aprivateemployer'stermination">
            <a:extLst xmlns:a="http://schemas.openxmlformats.org/drawingml/2006/main">
              <a:ext uri="{FF2B5EF4-FFF2-40B4-BE49-F238E27FC236}">
                <a16:creationId xmlns:a16="http://schemas.microsoft.com/office/drawing/2014/main" id="{E431ADD4-D590-4940-9049-DC7A5791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389" y="2971411"/>
            <a:ext cx="1968487" cy="125084"/>
          </a:xfrm>
          <a:custGeom xmlns:a="http://schemas.openxmlformats.org/drawingml/2006/main">
            <a:pathLst>
              <a:path w="1968487" h="125084">
                <a:moveTo>
                  <a:pt x="0" y="45210"/>
                </a:moveTo>
                <a:lnTo>
                  <a:pt x="0" y="26625"/>
                </a:lnTo>
                <a:lnTo>
                  <a:pt x="18519" y="26625"/>
                </a:lnTo>
                <a:lnTo>
                  <a:pt x="18519" y="45210"/>
                </a:lnTo>
                <a:lnTo>
                  <a:pt x="0" y="45210"/>
                </a:lnTo>
                <a:moveTo>
                  <a:pt x="0" y="96614"/>
                </a:moveTo>
                <a:lnTo>
                  <a:pt x="0" y="78029"/>
                </a:lnTo>
                <a:lnTo>
                  <a:pt x="18519" y="78029"/>
                </a:lnTo>
                <a:lnTo>
                  <a:pt x="18519" y="96614"/>
                </a:lnTo>
                <a:lnTo>
                  <a:pt x="0" y="96614"/>
                </a:lnTo>
                <a:close/>
                <a:moveTo>
                  <a:pt x="61553" y="96614"/>
                </a:moveTo>
                <a:lnTo>
                  <a:pt x="98657" y="0"/>
                </a:lnTo>
                <a:lnTo>
                  <a:pt x="112430" y="0"/>
                </a:lnTo>
                <a:lnTo>
                  <a:pt x="151972" y="96614"/>
                </a:lnTo>
                <a:lnTo>
                  <a:pt x="137408" y="96614"/>
                </a:lnTo>
                <a:lnTo>
                  <a:pt x="126138" y="67485"/>
                </a:lnTo>
                <a:lnTo>
                  <a:pt x="85740" y="67485"/>
                </a:lnTo>
                <a:lnTo>
                  <a:pt x="75129" y="96614"/>
                </a:lnTo>
                <a:lnTo>
                  <a:pt x="61553" y="96614"/>
                </a:lnTo>
                <a:moveTo>
                  <a:pt x="89430" y="56940"/>
                </a:moveTo>
                <a:lnTo>
                  <a:pt x="122184" y="56940"/>
                </a:lnTo>
                <a:lnTo>
                  <a:pt x="112101" y="30184"/>
                </a:lnTo>
                <a:cubicBezTo>
                  <a:pt x="109025" y="22056"/>
                  <a:pt x="106741" y="15377"/>
                  <a:pt x="105247" y="10149"/>
                </a:cubicBezTo>
                <a:cubicBezTo>
                  <a:pt x="104017" y="16344"/>
                  <a:pt x="102281" y="22495"/>
                  <a:pt x="100041" y="28602"/>
                </a:cubicBezTo>
                <a:lnTo>
                  <a:pt x="89430" y="56940"/>
                </a:lnTo>
                <a:close/>
                <a:moveTo>
                  <a:pt x="190746" y="123503"/>
                </a:moveTo>
                <a:lnTo>
                  <a:pt x="190746" y="26625"/>
                </a:lnTo>
                <a:lnTo>
                  <a:pt x="201555" y="26625"/>
                </a:lnTo>
                <a:lnTo>
                  <a:pt x="201555" y="35654"/>
                </a:lnTo>
                <a:cubicBezTo>
                  <a:pt x="204103" y="32117"/>
                  <a:pt x="206981" y="29464"/>
                  <a:pt x="210188" y="27696"/>
                </a:cubicBezTo>
                <a:cubicBezTo>
                  <a:pt x="213395" y="25927"/>
                  <a:pt x="217284" y="25043"/>
                  <a:pt x="221853" y="25043"/>
                </a:cubicBezTo>
                <a:cubicBezTo>
                  <a:pt x="227828" y="25043"/>
                  <a:pt x="233100" y="26581"/>
                  <a:pt x="237670" y="29656"/>
                </a:cubicBezTo>
                <a:cubicBezTo>
                  <a:pt x="242239" y="32732"/>
                  <a:pt x="245688" y="37071"/>
                  <a:pt x="248016" y="42672"/>
                </a:cubicBezTo>
                <a:cubicBezTo>
                  <a:pt x="250345" y="48274"/>
                  <a:pt x="251509" y="54414"/>
                  <a:pt x="251509" y="61092"/>
                </a:cubicBezTo>
                <a:cubicBezTo>
                  <a:pt x="251509" y="68254"/>
                  <a:pt x="250224" y="74701"/>
                  <a:pt x="247654" y="80435"/>
                </a:cubicBezTo>
                <a:cubicBezTo>
                  <a:pt x="245084" y="86169"/>
                  <a:pt x="241349" y="90562"/>
                  <a:pt x="236450" y="93616"/>
                </a:cubicBezTo>
                <a:cubicBezTo>
                  <a:pt x="231552" y="96669"/>
                  <a:pt x="226400" y="98196"/>
                  <a:pt x="220996" y="98196"/>
                </a:cubicBezTo>
                <a:cubicBezTo>
                  <a:pt x="217042" y="98196"/>
                  <a:pt x="213494" y="97350"/>
                  <a:pt x="210353" y="95659"/>
                </a:cubicBezTo>
                <a:cubicBezTo>
                  <a:pt x="207211" y="93966"/>
                  <a:pt x="204630" y="91828"/>
                  <a:pt x="202609" y="89245"/>
                </a:cubicBezTo>
                <a:lnTo>
                  <a:pt x="202609" y="123503"/>
                </a:lnTo>
                <a:lnTo>
                  <a:pt x="190746" y="123503"/>
                </a:lnTo>
                <a:moveTo>
                  <a:pt x="201489" y="61916"/>
                </a:moveTo>
                <a:cubicBezTo>
                  <a:pt x="201489" y="70912"/>
                  <a:pt x="203312" y="77560"/>
                  <a:pt x="206959" y="81860"/>
                </a:cubicBezTo>
                <a:cubicBezTo>
                  <a:pt x="210605" y="86160"/>
                  <a:pt x="215021" y="88310"/>
                  <a:pt x="220205" y="88310"/>
                </a:cubicBezTo>
                <a:cubicBezTo>
                  <a:pt x="225478" y="88310"/>
                  <a:pt x="229992" y="86083"/>
                  <a:pt x="233748" y="81629"/>
                </a:cubicBezTo>
                <a:cubicBezTo>
                  <a:pt x="237505" y="77175"/>
                  <a:pt x="239383" y="70275"/>
                  <a:pt x="239383" y="60928"/>
                </a:cubicBezTo>
                <a:cubicBezTo>
                  <a:pt x="239383" y="52020"/>
                  <a:pt x="237549" y="45350"/>
                  <a:pt x="233880" y="40918"/>
                </a:cubicBezTo>
                <a:cubicBezTo>
                  <a:pt x="230212" y="36486"/>
                  <a:pt x="225829" y="34270"/>
                  <a:pt x="220732" y="34270"/>
                </a:cubicBezTo>
                <a:cubicBezTo>
                  <a:pt x="215680" y="34270"/>
                  <a:pt x="211209" y="36628"/>
                  <a:pt x="207321" y="41346"/>
                </a:cubicBezTo>
                <a:cubicBezTo>
                  <a:pt x="203433" y="46064"/>
                  <a:pt x="201489" y="52920"/>
                  <a:pt x="201489" y="61916"/>
                </a:cubicBezTo>
                <a:close/>
                <a:moveTo>
                  <a:pt x="265657" y="96614"/>
                </a:moveTo>
                <a:lnTo>
                  <a:pt x="265657" y="26625"/>
                </a:lnTo>
                <a:lnTo>
                  <a:pt x="276334" y="26625"/>
                </a:lnTo>
                <a:lnTo>
                  <a:pt x="276334" y="37169"/>
                </a:lnTo>
                <a:cubicBezTo>
                  <a:pt x="279058" y="32232"/>
                  <a:pt x="281573" y="28977"/>
                  <a:pt x="283880" y="27403"/>
                </a:cubicBezTo>
                <a:cubicBezTo>
                  <a:pt x="286186" y="25830"/>
                  <a:pt x="288724" y="25043"/>
                  <a:pt x="291492" y="25043"/>
                </a:cubicBezTo>
                <a:cubicBezTo>
                  <a:pt x="295490" y="25043"/>
                  <a:pt x="299554" y="26312"/>
                  <a:pt x="303684" y="28849"/>
                </a:cubicBezTo>
                <a:lnTo>
                  <a:pt x="299598" y="39806"/>
                </a:lnTo>
                <a:cubicBezTo>
                  <a:pt x="296698" y="38092"/>
                  <a:pt x="293798" y="37235"/>
                  <a:pt x="290898" y="37235"/>
                </a:cubicBezTo>
                <a:cubicBezTo>
                  <a:pt x="288306" y="37235"/>
                  <a:pt x="285978" y="38017"/>
                  <a:pt x="283913" y="39579"/>
                </a:cubicBezTo>
                <a:cubicBezTo>
                  <a:pt x="281848" y="41140"/>
                  <a:pt x="280376" y="43306"/>
                  <a:pt x="279497" y="46077"/>
                </a:cubicBezTo>
                <a:cubicBezTo>
                  <a:pt x="278179" y="50299"/>
                  <a:pt x="277520" y="54917"/>
                  <a:pt x="277520" y="59931"/>
                </a:cubicBezTo>
                <a:lnTo>
                  <a:pt x="277520" y="96614"/>
                </a:lnTo>
                <a:lnTo>
                  <a:pt x="265657" y="96614"/>
                </a:lnTo>
                <a:close/>
                <a:moveTo>
                  <a:pt x="310801" y="13708"/>
                </a:moveTo>
                <a:lnTo>
                  <a:pt x="310801" y="0"/>
                </a:lnTo>
                <a:lnTo>
                  <a:pt x="322663" y="0"/>
                </a:lnTo>
                <a:lnTo>
                  <a:pt x="322663" y="13708"/>
                </a:lnTo>
                <a:lnTo>
                  <a:pt x="310801" y="13708"/>
                </a:lnTo>
                <a:moveTo>
                  <a:pt x="310801" y="96614"/>
                </a:moveTo>
                <a:lnTo>
                  <a:pt x="310801" y="26625"/>
                </a:lnTo>
                <a:lnTo>
                  <a:pt x="322663" y="26625"/>
                </a:lnTo>
                <a:lnTo>
                  <a:pt x="322663" y="96614"/>
                </a:lnTo>
                <a:lnTo>
                  <a:pt x="310801" y="96614"/>
                </a:lnTo>
                <a:close/>
                <a:moveTo>
                  <a:pt x="360140" y="96614"/>
                </a:moveTo>
                <a:lnTo>
                  <a:pt x="333515" y="26625"/>
                </a:lnTo>
                <a:lnTo>
                  <a:pt x="346036" y="26625"/>
                </a:lnTo>
                <a:lnTo>
                  <a:pt x="361062" y="68539"/>
                </a:lnTo>
                <a:cubicBezTo>
                  <a:pt x="362688" y="73065"/>
                  <a:pt x="364182" y="77766"/>
                  <a:pt x="365544" y="82643"/>
                </a:cubicBezTo>
                <a:cubicBezTo>
                  <a:pt x="366598" y="78952"/>
                  <a:pt x="368070" y="74515"/>
                  <a:pt x="369959" y="69330"/>
                </a:cubicBezTo>
                <a:lnTo>
                  <a:pt x="385512" y="26625"/>
                </a:lnTo>
                <a:lnTo>
                  <a:pt x="397704" y="26625"/>
                </a:lnTo>
                <a:lnTo>
                  <a:pt x="371211" y="96614"/>
                </a:lnTo>
                <a:lnTo>
                  <a:pt x="360140" y="96614"/>
                </a:lnTo>
                <a:close/>
                <a:moveTo>
                  <a:pt x="453854" y="87973"/>
                </a:moveTo>
                <a:cubicBezTo>
                  <a:pt x="449460" y="91710"/>
                  <a:pt x="445232" y="94348"/>
                  <a:pt x="441168" y="95887"/>
                </a:cubicBezTo>
                <a:cubicBezTo>
                  <a:pt x="437104" y="97426"/>
                  <a:pt x="432743" y="98196"/>
                  <a:pt x="428086" y="98196"/>
                </a:cubicBezTo>
                <a:cubicBezTo>
                  <a:pt x="420397" y="98196"/>
                  <a:pt x="414488" y="96316"/>
                  <a:pt x="410358" y="92557"/>
                </a:cubicBezTo>
                <a:cubicBezTo>
                  <a:pt x="406228" y="88798"/>
                  <a:pt x="404163" y="83994"/>
                  <a:pt x="404163" y="78147"/>
                </a:cubicBezTo>
                <a:cubicBezTo>
                  <a:pt x="404163" y="74719"/>
                  <a:pt x="404943" y="71587"/>
                  <a:pt x="406503" y="68752"/>
                </a:cubicBezTo>
                <a:cubicBezTo>
                  <a:pt x="408062" y="65915"/>
                  <a:pt x="410105" y="63639"/>
                  <a:pt x="412632" y="61924"/>
                </a:cubicBezTo>
                <a:cubicBezTo>
                  <a:pt x="415158" y="60209"/>
                  <a:pt x="418003" y="58913"/>
                  <a:pt x="421166" y="58034"/>
                </a:cubicBezTo>
                <a:cubicBezTo>
                  <a:pt x="423495" y="57418"/>
                  <a:pt x="427009" y="56824"/>
                  <a:pt x="431711" y="56253"/>
                </a:cubicBezTo>
                <a:cubicBezTo>
                  <a:pt x="441288" y="55118"/>
                  <a:pt x="448340" y="53766"/>
                  <a:pt x="452865" y="52195"/>
                </a:cubicBezTo>
                <a:cubicBezTo>
                  <a:pt x="452909" y="50577"/>
                  <a:pt x="452931" y="49548"/>
                  <a:pt x="452931" y="49110"/>
                </a:cubicBezTo>
                <a:cubicBezTo>
                  <a:pt x="452931" y="44295"/>
                  <a:pt x="451811" y="40903"/>
                  <a:pt x="449570" y="38934"/>
                </a:cubicBezTo>
                <a:cubicBezTo>
                  <a:pt x="446539" y="36264"/>
                  <a:pt x="442035" y="34929"/>
                  <a:pt x="436060" y="34929"/>
                </a:cubicBezTo>
                <a:cubicBezTo>
                  <a:pt x="430480" y="34929"/>
                  <a:pt x="426361" y="35906"/>
                  <a:pt x="423703" y="37861"/>
                </a:cubicBezTo>
                <a:cubicBezTo>
                  <a:pt x="421045" y="39817"/>
                  <a:pt x="419079" y="43276"/>
                  <a:pt x="417805" y="48241"/>
                </a:cubicBezTo>
                <a:lnTo>
                  <a:pt x="406206" y="46660"/>
                </a:lnTo>
                <a:cubicBezTo>
                  <a:pt x="407260" y="41680"/>
                  <a:pt x="408996" y="37658"/>
                  <a:pt x="411412" y="34595"/>
                </a:cubicBezTo>
                <a:cubicBezTo>
                  <a:pt x="413829" y="31532"/>
                  <a:pt x="417322" y="29175"/>
                  <a:pt x="421891" y="27523"/>
                </a:cubicBezTo>
                <a:cubicBezTo>
                  <a:pt x="426460" y="25870"/>
                  <a:pt x="431754" y="25043"/>
                  <a:pt x="437774" y="25043"/>
                </a:cubicBezTo>
                <a:cubicBezTo>
                  <a:pt x="443749" y="25043"/>
                  <a:pt x="448604" y="25746"/>
                  <a:pt x="452338" y="27152"/>
                </a:cubicBezTo>
                <a:cubicBezTo>
                  <a:pt x="456073" y="28558"/>
                  <a:pt x="458819" y="30326"/>
                  <a:pt x="460576" y="32457"/>
                </a:cubicBezTo>
                <a:cubicBezTo>
                  <a:pt x="462334" y="34588"/>
                  <a:pt x="463564" y="37279"/>
                  <a:pt x="464267" y="40531"/>
                </a:cubicBezTo>
                <a:cubicBezTo>
                  <a:pt x="464662" y="42552"/>
                  <a:pt x="464860" y="46198"/>
                  <a:pt x="464860" y="51470"/>
                </a:cubicBezTo>
                <a:lnTo>
                  <a:pt x="464860" y="67287"/>
                </a:lnTo>
                <a:cubicBezTo>
                  <a:pt x="464860" y="78315"/>
                  <a:pt x="465113" y="85290"/>
                  <a:pt x="465618" y="88212"/>
                </a:cubicBezTo>
                <a:cubicBezTo>
                  <a:pt x="466123" y="91133"/>
                  <a:pt x="467123" y="93934"/>
                  <a:pt x="468616" y="96614"/>
                </a:cubicBezTo>
                <a:lnTo>
                  <a:pt x="456227" y="96614"/>
                </a:lnTo>
                <a:cubicBezTo>
                  <a:pt x="454996" y="94151"/>
                  <a:pt x="454206" y="91271"/>
                  <a:pt x="453854" y="87973"/>
                </a:cubicBezTo>
                <a:moveTo>
                  <a:pt x="452865" y="61422"/>
                </a:moveTo>
                <a:cubicBezTo>
                  <a:pt x="448560" y="63194"/>
                  <a:pt x="442101" y="64701"/>
                  <a:pt x="433490" y="65940"/>
                </a:cubicBezTo>
                <a:cubicBezTo>
                  <a:pt x="428613" y="66646"/>
                  <a:pt x="425164" y="67440"/>
                  <a:pt x="423143" y="68323"/>
                </a:cubicBezTo>
                <a:cubicBezTo>
                  <a:pt x="421122" y="69205"/>
                  <a:pt x="419562" y="70495"/>
                  <a:pt x="418464" y="72195"/>
                </a:cubicBezTo>
                <a:cubicBezTo>
                  <a:pt x="417366" y="73893"/>
                  <a:pt x="416816" y="75779"/>
                  <a:pt x="416816" y="77852"/>
                </a:cubicBezTo>
                <a:cubicBezTo>
                  <a:pt x="416816" y="81028"/>
                  <a:pt x="418014" y="83675"/>
                  <a:pt x="420408" y="85794"/>
                </a:cubicBezTo>
                <a:cubicBezTo>
                  <a:pt x="422803" y="87911"/>
                  <a:pt x="426306" y="88969"/>
                  <a:pt x="430920" y="88969"/>
                </a:cubicBezTo>
                <a:cubicBezTo>
                  <a:pt x="435489" y="88969"/>
                  <a:pt x="439553" y="87965"/>
                  <a:pt x="443112" y="85956"/>
                </a:cubicBezTo>
                <a:cubicBezTo>
                  <a:pt x="446671" y="83948"/>
                  <a:pt x="449285" y="81200"/>
                  <a:pt x="450954" y="77712"/>
                </a:cubicBezTo>
                <a:cubicBezTo>
                  <a:pt x="452228" y="75018"/>
                  <a:pt x="452865" y="71045"/>
                  <a:pt x="452865" y="65792"/>
                </a:cubicBezTo>
                <a:lnTo>
                  <a:pt x="452865" y="61422"/>
                </a:lnTo>
                <a:close/>
                <a:moveTo>
                  <a:pt x="509126" y="86136"/>
                </a:moveTo>
                <a:lnTo>
                  <a:pt x="510840" y="96614"/>
                </a:lnTo>
                <a:cubicBezTo>
                  <a:pt x="507501" y="97229"/>
                  <a:pt x="504513" y="97537"/>
                  <a:pt x="501877" y="97537"/>
                </a:cubicBezTo>
                <a:cubicBezTo>
                  <a:pt x="497571" y="97537"/>
                  <a:pt x="494232" y="96856"/>
                  <a:pt x="491860" y="95494"/>
                </a:cubicBezTo>
                <a:cubicBezTo>
                  <a:pt x="489487" y="94132"/>
                  <a:pt x="487817" y="92341"/>
                  <a:pt x="486851" y="90123"/>
                </a:cubicBezTo>
                <a:cubicBezTo>
                  <a:pt x="485884" y="87904"/>
                  <a:pt x="485401" y="83236"/>
                  <a:pt x="485401" y="76118"/>
                </a:cubicBezTo>
                <a:lnTo>
                  <a:pt x="485401" y="35851"/>
                </a:lnTo>
                <a:lnTo>
                  <a:pt x="476702" y="35851"/>
                </a:lnTo>
                <a:lnTo>
                  <a:pt x="476702" y="26625"/>
                </a:lnTo>
                <a:lnTo>
                  <a:pt x="485401" y="26625"/>
                </a:lnTo>
                <a:lnTo>
                  <a:pt x="485401" y="9245"/>
                </a:lnTo>
                <a:lnTo>
                  <a:pt x="497198" y="2109"/>
                </a:lnTo>
                <a:lnTo>
                  <a:pt x="497198" y="26625"/>
                </a:lnTo>
                <a:lnTo>
                  <a:pt x="509126" y="26625"/>
                </a:lnTo>
                <a:lnTo>
                  <a:pt x="509126" y="35851"/>
                </a:lnTo>
                <a:lnTo>
                  <a:pt x="497198" y="35851"/>
                </a:lnTo>
                <a:lnTo>
                  <a:pt x="497198" y="76777"/>
                </a:lnTo>
                <a:cubicBezTo>
                  <a:pt x="497198" y="80160"/>
                  <a:pt x="497406" y="82335"/>
                  <a:pt x="497824" y="83302"/>
                </a:cubicBezTo>
                <a:cubicBezTo>
                  <a:pt x="498241" y="84268"/>
                  <a:pt x="498922" y="85037"/>
                  <a:pt x="499867" y="85608"/>
                </a:cubicBezTo>
                <a:cubicBezTo>
                  <a:pt x="500811" y="86179"/>
                  <a:pt x="502162" y="86465"/>
                  <a:pt x="503920" y="86465"/>
                </a:cubicBezTo>
                <a:cubicBezTo>
                  <a:pt x="505238" y="86465"/>
                  <a:pt x="506973" y="86355"/>
                  <a:pt x="509126" y="86136"/>
                </a:cubicBezTo>
                <a:close/>
                <a:moveTo>
                  <a:pt x="568659" y="74075"/>
                </a:moveTo>
                <a:lnTo>
                  <a:pt x="580917" y="75591"/>
                </a:lnTo>
                <a:cubicBezTo>
                  <a:pt x="578984" y="82753"/>
                  <a:pt x="575403" y="88310"/>
                  <a:pt x="570175" y="92265"/>
                </a:cubicBezTo>
                <a:cubicBezTo>
                  <a:pt x="564947" y="96219"/>
                  <a:pt x="558269" y="98196"/>
                  <a:pt x="550141" y="98196"/>
                </a:cubicBezTo>
                <a:cubicBezTo>
                  <a:pt x="539904" y="98196"/>
                  <a:pt x="531787" y="95043"/>
                  <a:pt x="525789" y="88739"/>
                </a:cubicBezTo>
                <a:cubicBezTo>
                  <a:pt x="519792" y="82434"/>
                  <a:pt x="516794" y="73592"/>
                  <a:pt x="516794" y="62213"/>
                </a:cubicBezTo>
                <a:cubicBezTo>
                  <a:pt x="516794" y="50438"/>
                  <a:pt x="519825" y="41299"/>
                  <a:pt x="525888" y="34797"/>
                </a:cubicBezTo>
                <a:cubicBezTo>
                  <a:pt x="531951" y="28294"/>
                  <a:pt x="539816" y="25043"/>
                  <a:pt x="549482" y="25043"/>
                </a:cubicBezTo>
                <a:cubicBezTo>
                  <a:pt x="558840" y="25043"/>
                  <a:pt x="566485" y="28224"/>
                  <a:pt x="572416" y="34585"/>
                </a:cubicBezTo>
                <a:cubicBezTo>
                  <a:pt x="578347" y="40944"/>
                  <a:pt x="581313" y="49892"/>
                  <a:pt x="581313" y="61428"/>
                </a:cubicBezTo>
                <a:cubicBezTo>
                  <a:pt x="581313" y="62130"/>
                  <a:pt x="581291" y="63182"/>
                  <a:pt x="581247" y="64585"/>
                </a:cubicBezTo>
                <a:lnTo>
                  <a:pt x="529052" y="64585"/>
                </a:lnTo>
                <a:cubicBezTo>
                  <a:pt x="529491" y="72252"/>
                  <a:pt x="531666" y="78123"/>
                  <a:pt x="535576" y="82198"/>
                </a:cubicBezTo>
                <a:cubicBezTo>
                  <a:pt x="539486" y="86273"/>
                  <a:pt x="544363" y="88310"/>
                  <a:pt x="550206" y="88310"/>
                </a:cubicBezTo>
                <a:cubicBezTo>
                  <a:pt x="554556" y="88310"/>
                  <a:pt x="558269" y="87179"/>
                  <a:pt x="561344" y="84916"/>
                </a:cubicBezTo>
                <a:cubicBezTo>
                  <a:pt x="564420" y="82652"/>
                  <a:pt x="566858" y="79039"/>
                  <a:pt x="568659" y="74075"/>
                </a:cubicBezTo>
                <a:moveTo>
                  <a:pt x="529711" y="54700"/>
                </a:moveTo>
                <a:lnTo>
                  <a:pt x="568791" y="54700"/>
                </a:lnTo>
                <a:cubicBezTo>
                  <a:pt x="568264" y="48908"/>
                  <a:pt x="566770" y="44565"/>
                  <a:pt x="564310" y="41669"/>
                </a:cubicBezTo>
                <a:cubicBezTo>
                  <a:pt x="560531" y="37176"/>
                  <a:pt x="555633" y="34929"/>
                  <a:pt x="549613" y="34929"/>
                </a:cubicBezTo>
                <a:cubicBezTo>
                  <a:pt x="544165" y="34929"/>
                  <a:pt x="539585" y="36723"/>
                  <a:pt x="535873" y="40310"/>
                </a:cubicBezTo>
                <a:cubicBezTo>
                  <a:pt x="532160" y="43896"/>
                  <a:pt x="530106" y="48693"/>
                  <a:pt x="529711" y="54700"/>
                </a:cubicBezTo>
                <a:close/>
                <a:moveTo>
                  <a:pt x="681224" y="74075"/>
                </a:moveTo>
                <a:lnTo>
                  <a:pt x="693482" y="75591"/>
                </a:lnTo>
                <a:cubicBezTo>
                  <a:pt x="691549" y="82753"/>
                  <a:pt x="687968" y="88310"/>
                  <a:pt x="682740" y="92265"/>
                </a:cubicBezTo>
                <a:cubicBezTo>
                  <a:pt x="677511" y="96219"/>
                  <a:pt x="670833" y="98196"/>
                  <a:pt x="662705" y="98196"/>
                </a:cubicBezTo>
                <a:cubicBezTo>
                  <a:pt x="652468" y="98196"/>
                  <a:pt x="644351" y="95043"/>
                  <a:pt x="638354" y="88739"/>
                </a:cubicBezTo>
                <a:cubicBezTo>
                  <a:pt x="632357" y="82434"/>
                  <a:pt x="629358" y="73592"/>
                  <a:pt x="629358" y="62213"/>
                </a:cubicBezTo>
                <a:cubicBezTo>
                  <a:pt x="629358" y="50438"/>
                  <a:pt x="632390" y="41299"/>
                  <a:pt x="638453" y="34797"/>
                </a:cubicBezTo>
                <a:cubicBezTo>
                  <a:pt x="644516" y="28294"/>
                  <a:pt x="652380" y="25043"/>
                  <a:pt x="662046" y="25043"/>
                </a:cubicBezTo>
                <a:cubicBezTo>
                  <a:pt x="671404" y="25043"/>
                  <a:pt x="679049" y="28224"/>
                  <a:pt x="684981" y="34585"/>
                </a:cubicBezTo>
                <a:cubicBezTo>
                  <a:pt x="690912" y="40944"/>
                  <a:pt x="693877" y="49892"/>
                  <a:pt x="693877" y="61428"/>
                </a:cubicBezTo>
                <a:cubicBezTo>
                  <a:pt x="693877" y="62130"/>
                  <a:pt x="693855" y="63182"/>
                  <a:pt x="693812" y="64585"/>
                </a:cubicBezTo>
                <a:lnTo>
                  <a:pt x="641616" y="64585"/>
                </a:lnTo>
                <a:cubicBezTo>
                  <a:pt x="642056" y="72252"/>
                  <a:pt x="644230" y="78123"/>
                  <a:pt x="648141" y="82198"/>
                </a:cubicBezTo>
                <a:cubicBezTo>
                  <a:pt x="652051" y="86273"/>
                  <a:pt x="656928" y="88310"/>
                  <a:pt x="662771" y="88310"/>
                </a:cubicBezTo>
                <a:cubicBezTo>
                  <a:pt x="667121" y="88310"/>
                  <a:pt x="670833" y="87179"/>
                  <a:pt x="673909" y="84916"/>
                </a:cubicBezTo>
                <a:cubicBezTo>
                  <a:pt x="676984" y="82652"/>
                  <a:pt x="679423" y="79039"/>
                  <a:pt x="681224" y="74075"/>
                </a:cubicBezTo>
                <a:moveTo>
                  <a:pt x="642275" y="54700"/>
                </a:moveTo>
                <a:lnTo>
                  <a:pt x="681356" y="54700"/>
                </a:lnTo>
                <a:cubicBezTo>
                  <a:pt x="680829" y="48908"/>
                  <a:pt x="679335" y="44565"/>
                  <a:pt x="676874" y="41669"/>
                </a:cubicBezTo>
                <a:cubicBezTo>
                  <a:pt x="673096" y="37176"/>
                  <a:pt x="668197" y="34929"/>
                  <a:pt x="662178" y="34929"/>
                </a:cubicBezTo>
                <a:cubicBezTo>
                  <a:pt x="656730" y="34929"/>
                  <a:pt x="652150" y="36723"/>
                  <a:pt x="648437" y="40310"/>
                </a:cubicBezTo>
                <a:cubicBezTo>
                  <a:pt x="644725" y="43896"/>
                  <a:pt x="642671" y="48693"/>
                  <a:pt x="642275" y="54700"/>
                </a:cubicBezTo>
                <a:close/>
                <a:moveTo>
                  <a:pt x="708356" y="96614"/>
                </a:moveTo>
                <a:lnTo>
                  <a:pt x="708356" y="26625"/>
                </a:lnTo>
                <a:lnTo>
                  <a:pt x="718966" y="26625"/>
                </a:lnTo>
                <a:lnTo>
                  <a:pt x="718966" y="36379"/>
                </a:lnTo>
                <a:cubicBezTo>
                  <a:pt x="721163" y="32971"/>
                  <a:pt x="724085" y="30230"/>
                  <a:pt x="727731" y="28155"/>
                </a:cubicBezTo>
                <a:cubicBezTo>
                  <a:pt x="731378" y="26081"/>
                  <a:pt x="735530" y="25043"/>
                  <a:pt x="740187" y="25043"/>
                </a:cubicBezTo>
                <a:cubicBezTo>
                  <a:pt x="745371" y="25043"/>
                  <a:pt x="749622" y="26114"/>
                  <a:pt x="752939" y="28256"/>
                </a:cubicBezTo>
                <a:cubicBezTo>
                  <a:pt x="756256" y="30397"/>
                  <a:pt x="758596" y="33390"/>
                  <a:pt x="759958" y="37235"/>
                </a:cubicBezTo>
                <a:cubicBezTo>
                  <a:pt x="765494" y="29107"/>
                  <a:pt x="772699" y="25043"/>
                  <a:pt x="781574" y="25043"/>
                </a:cubicBezTo>
                <a:cubicBezTo>
                  <a:pt x="788516" y="25043"/>
                  <a:pt x="793854" y="26965"/>
                  <a:pt x="797589" y="30810"/>
                </a:cubicBezTo>
                <a:cubicBezTo>
                  <a:pt x="801323" y="34654"/>
                  <a:pt x="803191" y="40574"/>
                  <a:pt x="803191" y="48571"/>
                </a:cubicBezTo>
                <a:lnTo>
                  <a:pt x="803191" y="96614"/>
                </a:lnTo>
                <a:lnTo>
                  <a:pt x="791394" y="96614"/>
                </a:lnTo>
                <a:lnTo>
                  <a:pt x="791394" y="52478"/>
                </a:lnTo>
                <a:cubicBezTo>
                  <a:pt x="791394" y="47727"/>
                  <a:pt x="791009" y="44308"/>
                  <a:pt x="790241" y="42219"/>
                </a:cubicBezTo>
                <a:cubicBezTo>
                  <a:pt x="789472" y="40130"/>
                  <a:pt x="788077" y="38447"/>
                  <a:pt x="786056" y="37171"/>
                </a:cubicBezTo>
                <a:cubicBezTo>
                  <a:pt x="784035" y="35896"/>
                  <a:pt x="781662" y="35258"/>
                  <a:pt x="778938" y="35258"/>
                </a:cubicBezTo>
                <a:cubicBezTo>
                  <a:pt x="774017" y="35258"/>
                  <a:pt x="769931" y="36897"/>
                  <a:pt x="766680" y="40174"/>
                </a:cubicBezTo>
                <a:cubicBezTo>
                  <a:pt x="763429" y="43450"/>
                  <a:pt x="761803" y="48695"/>
                  <a:pt x="761803" y="55909"/>
                </a:cubicBezTo>
                <a:lnTo>
                  <a:pt x="761803" y="96614"/>
                </a:lnTo>
                <a:lnTo>
                  <a:pt x="749941" y="96614"/>
                </a:lnTo>
                <a:lnTo>
                  <a:pt x="749941" y="51091"/>
                </a:lnTo>
                <a:cubicBezTo>
                  <a:pt x="749941" y="45814"/>
                  <a:pt x="748974" y="41855"/>
                  <a:pt x="747041" y="39217"/>
                </a:cubicBezTo>
                <a:cubicBezTo>
                  <a:pt x="745108" y="36578"/>
                  <a:pt x="741944" y="35258"/>
                  <a:pt x="737551" y="35258"/>
                </a:cubicBezTo>
                <a:cubicBezTo>
                  <a:pt x="734212" y="35258"/>
                  <a:pt x="731125" y="36138"/>
                  <a:pt x="728291" y="37898"/>
                </a:cubicBezTo>
                <a:cubicBezTo>
                  <a:pt x="725458" y="39657"/>
                  <a:pt x="723404" y="42230"/>
                  <a:pt x="722130" y="45617"/>
                </a:cubicBezTo>
                <a:cubicBezTo>
                  <a:pt x="720855" y="49003"/>
                  <a:pt x="720218" y="53885"/>
                  <a:pt x="720218" y="60262"/>
                </a:cubicBezTo>
                <a:lnTo>
                  <a:pt x="720218" y="96614"/>
                </a:lnTo>
                <a:lnTo>
                  <a:pt x="708356" y="96614"/>
                </a:lnTo>
                <a:close/>
                <a:moveTo>
                  <a:pt x="820786" y="123503"/>
                </a:moveTo>
                <a:lnTo>
                  <a:pt x="820786" y="26625"/>
                </a:lnTo>
                <a:lnTo>
                  <a:pt x="831594" y="26625"/>
                </a:lnTo>
                <a:lnTo>
                  <a:pt x="831594" y="35654"/>
                </a:lnTo>
                <a:cubicBezTo>
                  <a:pt x="834142" y="32117"/>
                  <a:pt x="837020" y="29464"/>
                  <a:pt x="840227" y="27696"/>
                </a:cubicBezTo>
                <a:cubicBezTo>
                  <a:pt x="843435" y="25927"/>
                  <a:pt x="847323" y="25043"/>
                  <a:pt x="851892" y="25043"/>
                </a:cubicBezTo>
                <a:cubicBezTo>
                  <a:pt x="857867" y="25043"/>
                  <a:pt x="863140" y="26581"/>
                  <a:pt x="867709" y="29656"/>
                </a:cubicBezTo>
                <a:cubicBezTo>
                  <a:pt x="872278" y="32732"/>
                  <a:pt x="875727" y="37071"/>
                  <a:pt x="878056" y="42672"/>
                </a:cubicBezTo>
                <a:cubicBezTo>
                  <a:pt x="880384" y="48274"/>
                  <a:pt x="881549" y="54414"/>
                  <a:pt x="881549" y="61092"/>
                </a:cubicBezTo>
                <a:cubicBezTo>
                  <a:pt x="881549" y="68254"/>
                  <a:pt x="880263" y="74701"/>
                  <a:pt x="877693" y="80435"/>
                </a:cubicBezTo>
                <a:cubicBezTo>
                  <a:pt x="875123" y="86169"/>
                  <a:pt x="871389" y="90562"/>
                  <a:pt x="866490" y="93616"/>
                </a:cubicBezTo>
                <a:cubicBezTo>
                  <a:pt x="861591" y="96669"/>
                  <a:pt x="856439" y="98196"/>
                  <a:pt x="851035" y="98196"/>
                </a:cubicBezTo>
                <a:cubicBezTo>
                  <a:pt x="847081" y="98196"/>
                  <a:pt x="843533" y="97350"/>
                  <a:pt x="840392" y="95659"/>
                </a:cubicBezTo>
                <a:cubicBezTo>
                  <a:pt x="837251" y="93966"/>
                  <a:pt x="834669" y="91828"/>
                  <a:pt x="832648" y="89245"/>
                </a:cubicBezTo>
                <a:lnTo>
                  <a:pt x="832648" y="123503"/>
                </a:lnTo>
                <a:lnTo>
                  <a:pt x="820786" y="123503"/>
                </a:lnTo>
                <a:moveTo>
                  <a:pt x="831528" y="61916"/>
                </a:moveTo>
                <a:cubicBezTo>
                  <a:pt x="831528" y="70912"/>
                  <a:pt x="833351" y="77560"/>
                  <a:pt x="836998" y="81860"/>
                </a:cubicBezTo>
                <a:cubicBezTo>
                  <a:pt x="840645" y="86160"/>
                  <a:pt x="845060" y="88310"/>
                  <a:pt x="850245" y="88310"/>
                </a:cubicBezTo>
                <a:cubicBezTo>
                  <a:pt x="855517" y="88310"/>
                  <a:pt x="860031" y="86083"/>
                  <a:pt x="863788" y="81629"/>
                </a:cubicBezTo>
                <a:cubicBezTo>
                  <a:pt x="867544" y="77175"/>
                  <a:pt x="869422" y="70275"/>
                  <a:pt x="869422" y="60928"/>
                </a:cubicBezTo>
                <a:cubicBezTo>
                  <a:pt x="869422" y="52020"/>
                  <a:pt x="867588" y="45350"/>
                  <a:pt x="863919" y="40918"/>
                </a:cubicBezTo>
                <a:cubicBezTo>
                  <a:pt x="860251" y="36486"/>
                  <a:pt x="855868" y="34270"/>
                  <a:pt x="850772" y="34270"/>
                </a:cubicBezTo>
                <a:cubicBezTo>
                  <a:pt x="845719" y="34270"/>
                  <a:pt x="841249" y="36628"/>
                  <a:pt x="837360" y="41346"/>
                </a:cubicBezTo>
                <a:cubicBezTo>
                  <a:pt x="833472" y="46064"/>
                  <a:pt x="831528" y="52920"/>
                  <a:pt x="831528" y="61916"/>
                </a:cubicBezTo>
                <a:close/>
                <a:moveTo>
                  <a:pt x="895566" y="96614"/>
                </a:moveTo>
                <a:lnTo>
                  <a:pt x="895566" y="0"/>
                </a:lnTo>
                <a:lnTo>
                  <a:pt x="907428" y="0"/>
                </a:lnTo>
                <a:lnTo>
                  <a:pt x="907428" y="96614"/>
                </a:lnTo>
                <a:lnTo>
                  <a:pt x="895566" y="96614"/>
                </a:lnTo>
                <a:close/>
                <a:moveTo>
                  <a:pt x="921377" y="61620"/>
                </a:moveTo>
                <a:cubicBezTo>
                  <a:pt x="921377" y="48659"/>
                  <a:pt x="924980" y="39059"/>
                  <a:pt x="932185" y="32820"/>
                </a:cubicBezTo>
                <a:cubicBezTo>
                  <a:pt x="938204" y="27635"/>
                  <a:pt x="945541" y="25043"/>
                  <a:pt x="954197" y="25043"/>
                </a:cubicBezTo>
                <a:cubicBezTo>
                  <a:pt x="963819" y="25043"/>
                  <a:pt x="971683" y="28196"/>
                  <a:pt x="977790" y="34500"/>
                </a:cubicBezTo>
                <a:cubicBezTo>
                  <a:pt x="983897" y="40805"/>
                  <a:pt x="986951" y="49515"/>
                  <a:pt x="986951" y="60631"/>
                </a:cubicBezTo>
                <a:cubicBezTo>
                  <a:pt x="986951" y="69638"/>
                  <a:pt x="985600" y="76722"/>
                  <a:pt x="982898" y="81885"/>
                </a:cubicBezTo>
                <a:cubicBezTo>
                  <a:pt x="980195" y="87047"/>
                  <a:pt x="976263" y="91056"/>
                  <a:pt x="971101" y="93912"/>
                </a:cubicBezTo>
                <a:cubicBezTo>
                  <a:pt x="965938" y="96768"/>
                  <a:pt x="960304" y="98196"/>
                  <a:pt x="954197" y="98196"/>
                </a:cubicBezTo>
                <a:cubicBezTo>
                  <a:pt x="944399" y="98196"/>
                  <a:pt x="936480" y="95054"/>
                  <a:pt x="930439" y="88772"/>
                </a:cubicBezTo>
                <a:cubicBezTo>
                  <a:pt x="924397" y="82489"/>
                  <a:pt x="921377" y="73438"/>
                  <a:pt x="921377" y="61620"/>
                </a:cubicBezTo>
                <a:moveTo>
                  <a:pt x="933569" y="61587"/>
                </a:moveTo>
                <a:cubicBezTo>
                  <a:pt x="933569" y="70516"/>
                  <a:pt x="935524" y="77203"/>
                  <a:pt x="939434" y="81646"/>
                </a:cubicBezTo>
                <a:cubicBezTo>
                  <a:pt x="943345" y="86089"/>
                  <a:pt x="948265" y="88310"/>
                  <a:pt x="954197" y="88310"/>
                </a:cubicBezTo>
                <a:cubicBezTo>
                  <a:pt x="960084" y="88310"/>
                  <a:pt x="964983" y="86078"/>
                  <a:pt x="968893" y="81613"/>
                </a:cubicBezTo>
                <a:cubicBezTo>
                  <a:pt x="972803" y="77148"/>
                  <a:pt x="974758" y="70341"/>
                  <a:pt x="974758" y="61193"/>
                </a:cubicBezTo>
                <a:cubicBezTo>
                  <a:pt x="974758" y="52570"/>
                  <a:pt x="972792" y="46036"/>
                  <a:pt x="968860" y="41593"/>
                </a:cubicBezTo>
                <a:cubicBezTo>
                  <a:pt x="964928" y="37150"/>
                  <a:pt x="960040" y="34929"/>
                  <a:pt x="954197" y="34929"/>
                </a:cubicBezTo>
                <a:cubicBezTo>
                  <a:pt x="948265" y="34929"/>
                  <a:pt x="943345" y="37139"/>
                  <a:pt x="939434" y="41560"/>
                </a:cubicBezTo>
                <a:cubicBezTo>
                  <a:pt x="935524" y="45981"/>
                  <a:pt x="933569" y="52657"/>
                  <a:pt x="933569" y="61587"/>
                </a:cubicBezTo>
                <a:close/>
                <a:moveTo>
                  <a:pt x="1000308" y="123635"/>
                </a:moveTo>
                <a:lnTo>
                  <a:pt x="998990" y="112497"/>
                </a:lnTo>
                <a:cubicBezTo>
                  <a:pt x="1001582" y="113200"/>
                  <a:pt x="1003845" y="113551"/>
                  <a:pt x="1005778" y="113551"/>
                </a:cubicBezTo>
                <a:cubicBezTo>
                  <a:pt x="1008414" y="113551"/>
                  <a:pt x="1010523" y="113106"/>
                  <a:pt x="1012105" y="112217"/>
                </a:cubicBezTo>
                <a:cubicBezTo>
                  <a:pt x="1013686" y="111328"/>
                  <a:pt x="1014982" y="110084"/>
                  <a:pt x="1015993" y="108483"/>
                </a:cubicBezTo>
                <a:cubicBezTo>
                  <a:pt x="1016740" y="107283"/>
                  <a:pt x="1017948" y="104305"/>
                  <a:pt x="1019618" y="99549"/>
                </a:cubicBezTo>
                <a:cubicBezTo>
                  <a:pt x="1019837" y="98882"/>
                  <a:pt x="1020189" y="97903"/>
                  <a:pt x="1020672" y="96614"/>
                </a:cubicBezTo>
                <a:lnTo>
                  <a:pt x="994113" y="26625"/>
                </a:lnTo>
                <a:lnTo>
                  <a:pt x="1006898" y="26625"/>
                </a:lnTo>
                <a:lnTo>
                  <a:pt x="1021463" y="67061"/>
                </a:lnTo>
                <a:cubicBezTo>
                  <a:pt x="1023352" y="72190"/>
                  <a:pt x="1025044" y="77582"/>
                  <a:pt x="1026537" y="83236"/>
                </a:cubicBezTo>
                <a:cubicBezTo>
                  <a:pt x="1027899" y="77800"/>
                  <a:pt x="1029525" y="72496"/>
                  <a:pt x="1031414" y="67324"/>
                </a:cubicBezTo>
                <a:lnTo>
                  <a:pt x="1046374" y="26625"/>
                </a:lnTo>
                <a:lnTo>
                  <a:pt x="1058237" y="26625"/>
                </a:lnTo>
                <a:lnTo>
                  <a:pt x="1031612" y="97848"/>
                </a:lnTo>
                <a:cubicBezTo>
                  <a:pt x="1028756" y="105542"/>
                  <a:pt x="1026537" y="110840"/>
                  <a:pt x="1024956" y="113741"/>
                </a:cubicBezTo>
                <a:cubicBezTo>
                  <a:pt x="1022847" y="117654"/>
                  <a:pt x="1020430" y="120523"/>
                  <a:pt x="1017706" y="122347"/>
                </a:cubicBezTo>
                <a:cubicBezTo>
                  <a:pt x="1014982" y="124172"/>
                  <a:pt x="1011731" y="125084"/>
                  <a:pt x="1007953" y="125084"/>
                </a:cubicBezTo>
                <a:cubicBezTo>
                  <a:pt x="1005668" y="125084"/>
                  <a:pt x="1003120" y="124601"/>
                  <a:pt x="1000308" y="123635"/>
                </a:cubicBezTo>
                <a:close/>
                <a:moveTo>
                  <a:pt x="1116232" y="74075"/>
                </a:moveTo>
                <a:lnTo>
                  <a:pt x="1128490" y="75591"/>
                </a:lnTo>
                <a:cubicBezTo>
                  <a:pt x="1126557" y="82753"/>
                  <a:pt x="1122976" y="88310"/>
                  <a:pt x="1117748" y="92265"/>
                </a:cubicBezTo>
                <a:cubicBezTo>
                  <a:pt x="1112519" y="96219"/>
                  <a:pt x="1105841" y="98196"/>
                  <a:pt x="1097713" y="98196"/>
                </a:cubicBezTo>
                <a:cubicBezTo>
                  <a:pt x="1087476" y="98196"/>
                  <a:pt x="1079359" y="95043"/>
                  <a:pt x="1073362" y="88739"/>
                </a:cubicBezTo>
                <a:cubicBezTo>
                  <a:pt x="1067365" y="82434"/>
                  <a:pt x="1064366" y="73592"/>
                  <a:pt x="1064366" y="62213"/>
                </a:cubicBezTo>
                <a:cubicBezTo>
                  <a:pt x="1064366" y="50438"/>
                  <a:pt x="1067398" y="41299"/>
                  <a:pt x="1073461" y="34797"/>
                </a:cubicBezTo>
                <a:cubicBezTo>
                  <a:pt x="1079524" y="28294"/>
                  <a:pt x="1087388" y="25043"/>
                  <a:pt x="1097054" y="25043"/>
                </a:cubicBezTo>
                <a:cubicBezTo>
                  <a:pt x="1106412" y="25043"/>
                  <a:pt x="1114057" y="28224"/>
                  <a:pt x="1119988" y="34585"/>
                </a:cubicBezTo>
                <a:cubicBezTo>
                  <a:pt x="1125920" y="40944"/>
                  <a:pt x="1128885" y="49892"/>
                  <a:pt x="1128885" y="61428"/>
                </a:cubicBezTo>
                <a:cubicBezTo>
                  <a:pt x="1128885" y="62130"/>
                  <a:pt x="1128863" y="63182"/>
                  <a:pt x="1128819" y="64585"/>
                </a:cubicBezTo>
                <a:lnTo>
                  <a:pt x="1076624" y="64585"/>
                </a:lnTo>
                <a:cubicBezTo>
                  <a:pt x="1077063" y="72252"/>
                  <a:pt x="1079238" y="78123"/>
                  <a:pt x="1083148" y="82198"/>
                </a:cubicBezTo>
                <a:cubicBezTo>
                  <a:pt x="1087059" y="86273"/>
                  <a:pt x="1091936" y="88310"/>
                  <a:pt x="1097779" y="88310"/>
                </a:cubicBezTo>
                <a:cubicBezTo>
                  <a:pt x="1102129" y="88310"/>
                  <a:pt x="1105841" y="87179"/>
                  <a:pt x="1108917" y="84916"/>
                </a:cubicBezTo>
                <a:cubicBezTo>
                  <a:pt x="1111992" y="82652"/>
                  <a:pt x="1114430" y="79039"/>
                  <a:pt x="1116232" y="74075"/>
                </a:cubicBezTo>
                <a:moveTo>
                  <a:pt x="1077283" y="54700"/>
                </a:moveTo>
                <a:lnTo>
                  <a:pt x="1116364" y="54700"/>
                </a:lnTo>
                <a:cubicBezTo>
                  <a:pt x="1115836" y="48908"/>
                  <a:pt x="1114343" y="44565"/>
                  <a:pt x="1111882" y="41669"/>
                </a:cubicBezTo>
                <a:cubicBezTo>
                  <a:pt x="1108104" y="37176"/>
                  <a:pt x="1103205" y="34929"/>
                  <a:pt x="1097186" y="34929"/>
                </a:cubicBezTo>
                <a:cubicBezTo>
                  <a:pt x="1091738" y="34929"/>
                  <a:pt x="1087158" y="36723"/>
                  <a:pt x="1083445" y="40310"/>
                </a:cubicBezTo>
                <a:cubicBezTo>
                  <a:pt x="1079732" y="43896"/>
                  <a:pt x="1077678" y="48693"/>
                  <a:pt x="1077283" y="54700"/>
                </a:cubicBezTo>
                <a:close/>
                <a:moveTo>
                  <a:pt x="1143232" y="96614"/>
                </a:moveTo>
                <a:lnTo>
                  <a:pt x="1143232" y="26625"/>
                </a:lnTo>
                <a:lnTo>
                  <a:pt x="1153908" y="26625"/>
                </a:lnTo>
                <a:lnTo>
                  <a:pt x="1153908" y="37169"/>
                </a:lnTo>
                <a:cubicBezTo>
                  <a:pt x="1156632" y="32232"/>
                  <a:pt x="1159147" y="28977"/>
                  <a:pt x="1161454" y="27403"/>
                </a:cubicBezTo>
                <a:cubicBezTo>
                  <a:pt x="1163761" y="25830"/>
                  <a:pt x="1166298" y="25043"/>
                  <a:pt x="1169066" y="25043"/>
                </a:cubicBezTo>
                <a:cubicBezTo>
                  <a:pt x="1173064" y="25043"/>
                  <a:pt x="1177128" y="26312"/>
                  <a:pt x="1181258" y="28849"/>
                </a:cubicBezTo>
                <a:lnTo>
                  <a:pt x="1177172" y="39806"/>
                </a:lnTo>
                <a:cubicBezTo>
                  <a:pt x="1174272" y="38092"/>
                  <a:pt x="1171372" y="37235"/>
                  <a:pt x="1168473" y="37235"/>
                </a:cubicBezTo>
                <a:cubicBezTo>
                  <a:pt x="1165880" y="37235"/>
                  <a:pt x="1163552" y="38017"/>
                  <a:pt x="1161487" y="39579"/>
                </a:cubicBezTo>
                <a:cubicBezTo>
                  <a:pt x="1159422" y="41140"/>
                  <a:pt x="1157950" y="43306"/>
                  <a:pt x="1157071" y="46077"/>
                </a:cubicBezTo>
                <a:cubicBezTo>
                  <a:pt x="1155753" y="50299"/>
                  <a:pt x="1155094" y="54917"/>
                  <a:pt x="1155094" y="59931"/>
                </a:cubicBezTo>
                <a:lnTo>
                  <a:pt x="1155094" y="96614"/>
                </a:lnTo>
                <a:lnTo>
                  <a:pt x="1143232" y="96614"/>
                </a:lnTo>
                <a:close/>
                <a:moveTo>
                  <a:pt x="1188374" y="34270"/>
                </a:moveTo>
                <a:lnTo>
                  <a:pt x="1185343" y="16177"/>
                </a:lnTo>
                <a:lnTo>
                  <a:pt x="1185343" y="0"/>
                </a:lnTo>
                <a:lnTo>
                  <a:pt x="1198853" y="0"/>
                </a:lnTo>
                <a:lnTo>
                  <a:pt x="1198853" y="16177"/>
                </a:lnTo>
                <a:lnTo>
                  <a:pt x="1195690" y="34270"/>
                </a:lnTo>
                <a:lnTo>
                  <a:pt x="1188374" y="34270"/>
                </a:lnTo>
                <a:close/>
                <a:moveTo>
                  <a:pt x="1209343" y="75657"/>
                </a:moveTo>
                <a:lnTo>
                  <a:pt x="1221074" y="73812"/>
                </a:lnTo>
                <a:cubicBezTo>
                  <a:pt x="1221733" y="78492"/>
                  <a:pt x="1223567" y="82079"/>
                  <a:pt x="1226576" y="84572"/>
                </a:cubicBezTo>
                <a:cubicBezTo>
                  <a:pt x="1229586" y="87064"/>
                  <a:pt x="1233793" y="88310"/>
                  <a:pt x="1239197" y="88310"/>
                </a:cubicBezTo>
                <a:cubicBezTo>
                  <a:pt x="1244645" y="88310"/>
                  <a:pt x="1248687" y="87210"/>
                  <a:pt x="1251323" y="85009"/>
                </a:cubicBezTo>
                <a:cubicBezTo>
                  <a:pt x="1253959" y="82807"/>
                  <a:pt x="1255277" y="80224"/>
                  <a:pt x="1255277" y="77261"/>
                </a:cubicBezTo>
                <a:cubicBezTo>
                  <a:pt x="1255277" y="74602"/>
                  <a:pt x="1254113" y="72509"/>
                  <a:pt x="1251784" y="70984"/>
                </a:cubicBezTo>
                <a:cubicBezTo>
                  <a:pt x="1250159" y="69938"/>
                  <a:pt x="1246117" y="68608"/>
                  <a:pt x="1239658" y="66995"/>
                </a:cubicBezTo>
                <a:cubicBezTo>
                  <a:pt x="1230959" y="64797"/>
                  <a:pt x="1224929" y="62895"/>
                  <a:pt x="1221568" y="61290"/>
                </a:cubicBezTo>
                <a:cubicBezTo>
                  <a:pt x="1218207" y="59685"/>
                  <a:pt x="1215659" y="57464"/>
                  <a:pt x="1213923" y="54628"/>
                </a:cubicBezTo>
                <a:cubicBezTo>
                  <a:pt x="1212188" y="51791"/>
                  <a:pt x="1211320" y="48658"/>
                  <a:pt x="1211320" y="45228"/>
                </a:cubicBezTo>
                <a:cubicBezTo>
                  <a:pt x="1211320" y="42106"/>
                  <a:pt x="1212034" y="39214"/>
                  <a:pt x="1213462" y="36554"/>
                </a:cubicBezTo>
                <a:cubicBezTo>
                  <a:pt x="1214890" y="33893"/>
                  <a:pt x="1216834" y="31683"/>
                  <a:pt x="1219294" y="29924"/>
                </a:cubicBezTo>
                <a:cubicBezTo>
                  <a:pt x="1221139" y="28561"/>
                  <a:pt x="1223655" y="27407"/>
                  <a:pt x="1226840" y="26462"/>
                </a:cubicBezTo>
                <a:cubicBezTo>
                  <a:pt x="1230025" y="25516"/>
                  <a:pt x="1233441" y="25043"/>
                  <a:pt x="1237088" y="25043"/>
                </a:cubicBezTo>
                <a:cubicBezTo>
                  <a:pt x="1242580" y="25043"/>
                  <a:pt x="1247402" y="25840"/>
                  <a:pt x="1251554" y="27432"/>
                </a:cubicBezTo>
                <a:cubicBezTo>
                  <a:pt x="1255706" y="29024"/>
                  <a:pt x="1258770" y="31180"/>
                  <a:pt x="1260747" y="33901"/>
                </a:cubicBezTo>
                <a:cubicBezTo>
                  <a:pt x="1262724" y="36621"/>
                  <a:pt x="1264086" y="40259"/>
                  <a:pt x="1264833" y="44814"/>
                </a:cubicBezTo>
                <a:lnTo>
                  <a:pt x="1253234" y="46396"/>
                </a:lnTo>
                <a:cubicBezTo>
                  <a:pt x="1252707" y="42793"/>
                  <a:pt x="1251180" y="39981"/>
                  <a:pt x="1248654" y="37960"/>
                </a:cubicBezTo>
                <a:cubicBezTo>
                  <a:pt x="1246128" y="35939"/>
                  <a:pt x="1242558" y="34929"/>
                  <a:pt x="1237945" y="34929"/>
                </a:cubicBezTo>
                <a:cubicBezTo>
                  <a:pt x="1232497" y="34929"/>
                  <a:pt x="1228608" y="35825"/>
                  <a:pt x="1226280" y="37618"/>
                </a:cubicBezTo>
                <a:cubicBezTo>
                  <a:pt x="1223951" y="39410"/>
                  <a:pt x="1222787" y="41509"/>
                  <a:pt x="1222787" y="43914"/>
                </a:cubicBezTo>
                <a:cubicBezTo>
                  <a:pt x="1222787" y="45444"/>
                  <a:pt x="1223270" y="46821"/>
                  <a:pt x="1224237" y="48046"/>
                </a:cubicBezTo>
                <a:cubicBezTo>
                  <a:pt x="1225203" y="49313"/>
                  <a:pt x="1226719" y="50362"/>
                  <a:pt x="1228784" y="51192"/>
                </a:cubicBezTo>
                <a:cubicBezTo>
                  <a:pt x="1229970" y="51630"/>
                  <a:pt x="1233463" y="52636"/>
                  <a:pt x="1239263" y="54210"/>
                </a:cubicBezTo>
                <a:cubicBezTo>
                  <a:pt x="1247655" y="56449"/>
                  <a:pt x="1253509" y="58282"/>
                  <a:pt x="1256826" y="59708"/>
                </a:cubicBezTo>
                <a:cubicBezTo>
                  <a:pt x="1260143" y="61135"/>
                  <a:pt x="1262746" y="63209"/>
                  <a:pt x="1264636" y="65932"/>
                </a:cubicBezTo>
                <a:cubicBezTo>
                  <a:pt x="1266525" y="68653"/>
                  <a:pt x="1267469" y="72033"/>
                  <a:pt x="1267469" y="76071"/>
                </a:cubicBezTo>
                <a:cubicBezTo>
                  <a:pt x="1267469" y="80022"/>
                  <a:pt x="1266316" y="83743"/>
                  <a:pt x="1264010" y="87233"/>
                </a:cubicBezTo>
                <a:cubicBezTo>
                  <a:pt x="1261703" y="90722"/>
                  <a:pt x="1258375" y="93421"/>
                  <a:pt x="1254025" y="95331"/>
                </a:cubicBezTo>
                <a:cubicBezTo>
                  <a:pt x="1249676" y="97241"/>
                  <a:pt x="1244755" y="98196"/>
                  <a:pt x="1239263" y="98196"/>
                </a:cubicBezTo>
                <a:cubicBezTo>
                  <a:pt x="1230168" y="98196"/>
                  <a:pt x="1223237" y="96301"/>
                  <a:pt x="1218470" y="92512"/>
                </a:cubicBezTo>
                <a:cubicBezTo>
                  <a:pt x="1213703" y="88722"/>
                  <a:pt x="1210661" y="83104"/>
                  <a:pt x="1209343" y="75657"/>
                </a:cubicBezTo>
                <a:close/>
                <a:moveTo>
                  <a:pt x="1344994" y="86136"/>
                </a:moveTo>
                <a:lnTo>
                  <a:pt x="1346708" y="96614"/>
                </a:lnTo>
                <a:cubicBezTo>
                  <a:pt x="1343369" y="97229"/>
                  <a:pt x="1340381" y="97537"/>
                  <a:pt x="1337745" y="97537"/>
                </a:cubicBezTo>
                <a:cubicBezTo>
                  <a:pt x="1333439" y="97537"/>
                  <a:pt x="1330100" y="96856"/>
                  <a:pt x="1327728" y="95494"/>
                </a:cubicBezTo>
                <a:cubicBezTo>
                  <a:pt x="1325355" y="94132"/>
                  <a:pt x="1323686" y="92341"/>
                  <a:pt x="1322719" y="90123"/>
                </a:cubicBezTo>
                <a:cubicBezTo>
                  <a:pt x="1321752" y="87904"/>
                  <a:pt x="1321269" y="83236"/>
                  <a:pt x="1321269" y="76118"/>
                </a:cubicBezTo>
                <a:lnTo>
                  <a:pt x="1321269" y="35851"/>
                </a:lnTo>
                <a:lnTo>
                  <a:pt x="1312570" y="35851"/>
                </a:lnTo>
                <a:lnTo>
                  <a:pt x="1312570" y="26625"/>
                </a:lnTo>
                <a:lnTo>
                  <a:pt x="1321269" y="26625"/>
                </a:lnTo>
                <a:lnTo>
                  <a:pt x="1321269" y="9245"/>
                </a:lnTo>
                <a:lnTo>
                  <a:pt x="1333066" y="2109"/>
                </a:lnTo>
                <a:lnTo>
                  <a:pt x="1333066" y="26625"/>
                </a:lnTo>
                <a:lnTo>
                  <a:pt x="1344994" y="26625"/>
                </a:lnTo>
                <a:lnTo>
                  <a:pt x="1344994" y="35851"/>
                </a:lnTo>
                <a:lnTo>
                  <a:pt x="1333066" y="35851"/>
                </a:lnTo>
                <a:lnTo>
                  <a:pt x="1333066" y="76777"/>
                </a:lnTo>
                <a:cubicBezTo>
                  <a:pt x="1333066" y="80160"/>
                  <a:pt x="1333275" y="82335"/>
                  <a:pt x="1333692" y="83302"/>
                </a:cubicBezTo>
                <a:cubicBezTo>
                  <a:pt x="1334109" y="84268"/>
                  <a:pt x="1334790" y="85037"/>
                  <a:pt x="1335735" y="85608"/>
                </a:cubicBezTo>
                <a:cubicBezTo>
                  <a:pt x="1336680" y="86179"/>
                  <a:pt x="1338031" y="86465"/>
                  <a:pt x="1339788" y="86465"/>
                </a:cubicBezTo>
                <a:cubicBezTo>
                  <a:pt x="1341106" y="86465"/>
                  <a:pt x="1342842" y="86355"/>
                  <a:pt x="1344994" y="86136"/>
                </a:cubicBezTo>
                <a:close/>
                <a:moveTo>
                  <a:pt x="1404528" y="74075"/>
                </a:moveTo>
                <a:lnTo>
                  <a:pt x="1416786" y="75591"/>
                </a:lnTo>
                <a:cubicBezTo>
                  <a:pt x="1414853" y="82753"/>
                  <a:pt x="1411272" y="88310"/>
                  <a:pt x="1406044" y="92265"/>
                </a:cubicBezTo>
                <a:cubicBezTo>
                  <a:pt x="1400815" y="96219"/>
                  <a:pt x="1394137" y="98196"/>
                  <a:pt x="1386009" y="98196"/>
                </a:cubicBezTo>
                <a:cubicBezTo>
                  <a:pt x="1375772" y="98196"/>
                  <a:pt x="1367655" y="95043"/>
                  <a:pt x="1361658" y="88739"/>
                </a:cubicBezTo>
                <a:cubicBezTo>
                  <a:pt x="1355661" y="82434"/>
                  <a:pt x="1352662" y="73592"/>
                  <a:pt x="1352662" y="62213"/>
                </a:cubicBezTo>
                <a:cubicBezTo>
                  <a:pt x="1352662" y="50438"/>
                  <a:pt x="1355694" y="41299"/>
                  <a:pt x="1361757" y="34797"/>
                </a:cubicBezTo>
                <a:cubicBezTo>
                  <a:pt x="1367820" y="28294"/>
                  <a:pt x="1375684" y="25043"/>
                  <a:pt x="1385350" y="25043"/>
                </a:cubicBezTo>
                <a:cubicBezTo>
                  <a:pt x="1394708" y="25043"/>
                  <a:pt x="1402353" y="28224"/>
                  <a:pt x="1408284" y="34585"/>
                </a:cubicBezTo>
                <a:cubicBezTo>
                  <a:pt x="1414216" y="40944"/>
                  <a:pt x="1417181" y="49892"/>
                  <a:pt x="1417181" y="61428"/>
                </a:cubicBezTo>
                <a:cubicBezTo>
                  <a:pt x="1417181" y="62130"/>
                  <a:pt x="1417159" y="63182"/>
                  <a:pt x="1417115" y="64585"/>
                </a:cubicBezTo>
                <a:lnTo>
                  <a:pt x="1364920" y="64585"/>
                </a:lnTo>
                <a:cubicBezTo>
                  <a:pt x="1365359" y="72252"/>
                  <a:pt x="1367534" y="78123"/>
                  <a:pt x="1371444" y="82198"/>
                </a:cubicBezTo>
                <a:cubicBezTo>
                  <a:pt x="1375355" y="86273"/>
                  <a:pt x="1380232" y="88310"/>
                  <a:pt x="1386075" y="88310"/>
                </a:cubicBezTo>
                <a:cubicBezTo>
                  <a:pt x="1390425" y="88310"/>
                  <a:pt x="1394137" y="87179"/>
                  <a:pt x="1397213" y="84916"/>
                </a:cubicBezTo>
                <a:cubicBezTo>
                  <a:pt x="1400288" y="82652"/>
                  <a:pt x="1402727" y="79039"/>
                  <a:pt x="1404528" y="74075"/>
                </a:cubicBezTo>
                <a:moveTo>
                  <a:pt x="1365579" y="54700"/>
                </a:moveTo>
                <a:lnTo>
                  <a:pt x="1404660" y="54700"/>
                </a:lnTo>
                <a:cubicBezTo>
                  <a:pt x="1404132" y="48908"/>
                  <a:pt x="1402639" y="44565"/>
                  <a:pt x="1400178" y="41669"/>
                </a:cubicBezTo>
                <a:cubicBezTo>
                  <a:pt x="1396400" y="37176"/>
                  <a:pt x="1391501" y="34929"/>
                  <a:pt x="1385482" y="34929"/>
                </a:cubicBezTo>
                <a:cubicBezTo>
                  <a:pt x="1380034" y="34929"/>
                  <a:pt x="1375454" y="36723"/>
                  <a:pt x="1371741" y="40310"/>
                </a:cubicBezTo>
                <a:cubicBezTo>
                  <a:pt x="1368028" y="43896"/>
                  <a:pt x="1365974" y="48693"/>
                  <a:pt x="1365579" y="54700"/>
                </a:cubicBezTo>
                <a:close/>
                <a:moveTo>
                  <a:pt x="1431528" y="96614"/>
                </a:moveTo>
                <a:lnTo>
                  <a:pt x="1431528" y="26625"/>
                </a:lnTo>
                <a:lnTo>
                  <a:pt x="1442204" y="26625"/>
                </a:lnTo>
                <a:lnTo>
                  <a:pt x="1442204" y="37169"/>
                </a:lnTo>
                <a:cubicBezTo>
                  <a:pt x="1444928" y="32232"/>
                  <a:pt x="1447443" y="28977"/>
                  <a:pt x="1449750" y="27403"/>
                </a:cubicBezTo>
                <a:cubicBezTo>
                  <a:pt x="1452057" y="25830"/>
                  <a:pt x="1454594" y="25043"/>
                  <a:pt x="1457362" y="25043"/>
                </a:cubicBezTo>
                <a:cubicBezTo>
                  <a:pt x="1461360" y="25043"/>
                  <a:pt x="1465424" y="26312"/>
                  <a:pt x="1469554" y="28849"/>
                </a:cubicBezTo>
                <a:lnTo>
                  <a:pt x="1465468" y="39806"/>
                </a:lnTo>
                <a:cubicBezTo>
                  <a:pt x="1462568" y="38092"/>
                  <a:pt x="1459668" y="37235"/>
                  <a:pt x="1456769" y="37235"/>
                </a:cubicBezTo>
                <a:cubicBezTo>
                  <a:pt x="1454177" y="37235"/>
                  <a:pt x="1451848" y="38017"/>
                  <a:pt x="1449783" y="39579"/>
                </a:cubicBezTo>
                <a:cubicBezTo>
                  <a:pt x="1447718" y="41140"/>
                  <a:pt x="1446246" y="43306"/>
                  <a:pt x="1445367" y="46077"/>
                </a:cubicBezTo>
                <a:cubicBezTo>
                  <a:pt x="1444049" y="50299"/>
                  <a:pt x="1443390" y="54917"/>
                  <a:pt x="1443390" y="59931"/>
                </a:cubicBezTo>
                <a:lnTo>
                  <a:pt x="1443390" y="96614"/>
                </a:lnTo>
                <a:lnTo>
                  <a:pt x="1431528" y="96614"/>
                </a:lnTo>
                <a:close/>
                <a:moveTo>
                  <a:pt x="1476605" y="96614"/>
                </a:moveTo>
                <a:lnTo>
                  <a:pt x="1476605" y="26625"/>
                </a:lnTo>
                <a:lnTo>
                  <a:pt x="1487215" y="26625"/>
                </a:lnTo>
                <a:lnTo>
                  <a:pt x="1487215" y="36379"/>
                </a:lnTo>
                <a:cubicBezTo>
                  <a:pt x="1489412" y="32971"/>
                  <a:pt x="1492334" y="30230"/>
                  <a:pt x="1495980" y="28155"/>
                </a:cubicBezTo>
                <a:cubicBezTo>
                  <a:pt x="1499627" y="26081"/>
                  <a:pt x="1503779" y="25043"/>
                  <a:pt x="1508436" y="25043"/>
                </a:cubicBezTo>
                <a:cubicBezTo>
                  <a:pt x="1513620" y="25043"/>
                  <a:pt x="1517871" y="26114"/>
                  <a:pt x="1521188" y="28256"/>
                </a:cubicBezTo>
                <a:cubicBezTo>
                  <a:pt x="1524505" y="30397"/>
                  <a:pt x="1526845" y="33390"/>
                  <a:pt x="1528207" y="37235"/>
                </a:cubicBezTo>
                <a:cubicBezTo>
                  <a:pt x="1533743" y="29107"/>
                  <a:pt x="1540948" y="25043"/>
                  <a:pt x="1549823" y="25043"/>
                </a:cubicBezTo>
                <a:cubicBezTo>
                  <a:pt x="1556765" y="25043"/>
                  <a:pt x="1562103" y="26965"/>
                  <a:pt x="1565838" y="30810"/>
                </a:cubicBezTo>
                <a:cubicBezTo>
                  <a:pt x="1569572" y="34654"/>
                  <a:pt x="1571439" y="40574"/>
                  <a:pt x="1571439" y="48571"/>
                </a:cubicBezTo>
                <a:lnTo>
                  <a:pt x="1571439" y="96614"/>
                </a:lnTo>
                <a:lnTo>
                  <a:pt x="1559643" y="96614"/>
                </a:lnTo>
                <a:lnTo>
                  <a:pt x="1559643" y="52478"/>
                </a:lnTo>
                <a:cubicBezTo>
                  <a:pt x="1559643" y="47727"/>
                  <a:pt x="1559258" y="44308"/>
                  <a:pt x="1558489" y="42219"/>
                </a:cubicBezTo>
                <a:cubicBezTo>
                  <a:pt x="1557721" y="40130"/>
                  <a:pt x="1556326" y="38447"/>
                  <a:pt x="1554305" y="37171"/>
                </a:cubicBezTo>
                <a:cubicBezTo>
                  <a:pt x="1552284" y="35896"/>
                  <a:pt x="1549911" y="35258"/>
                  <a:pt x="1547187" y="35258"/>
                </a:cubicBezTo>
                <a:cubicBezTo>
                  <a:pt x="1542266" y="35258"/>
                  <a:pt x="1538180" y="36897"/>
                  <a:pt x="1534929" y="40174"/>
                </a:cubicBezTo>
                <a:cubicBezTo>
                  <a:pt x="1531678" y="43450"/>
                  <a:pt x="1530052" y="48695"/>
                  <a:pt x="1530052" y="55909"/>
                </a:cubicBezTo>
                <a:lnTo>
                  <a:pt x="1530052" y="96614"/>
                </a:lnTo>
                <a:lnTo>
                  <a:pt x="1518190" y="96614"/>
                </a:lnTo>
                <a:lnTo>
                  <a:pt x="1518190" y="51091"/>
                </a:lnTo>
                <a:cubicBezTo>
                  <a:pt x="1518190" y="45814"/>
                  <a:pt x="1517223" y="41855"/>
                  <a:pt x="1515290" y="39217"/>
                </a:cubicBezTo>
                <a:cubicBezTo>
                  <a:pt x="1513357" y="36578"/>
                  <a:pt x="1510193" y="35258"/>
                  <a:pt x="1505800" y="35258"/>
                </a:cubicBezTo>
                <a:cubicBezTo>
                  <a:pt x="1502461" y="35258"/>
                  <a:pt x="1499374" y="36138"/>
                  <a:pt x="1496540" y="37898"/>
                </a:cubicBezTo>
                <a:cubicBezTo>
                  <a:pt x="1493707" y="39657"/>
                  <a:pt x="1491653" y="42230"/>
                  <a:pt x="1490378" y="45617"/>
                </a:cubicBezTo>
                <a:cubicBezTo>
                  <a:pt x="1489104" y="49003"/>
                  <a:pt x="1488467" y="53885"/>
                  <a:pt x="1488467" y="60262"/>
                </a:cubicBezTo>
                <a:lnTo>
                  <a:pt x="1488467" y="96614"/>
                </a:lnTo>
                <a:lnTo>
                  <a:pt x="1476605" y="96614"/>
                </a:lnTo>
                <a:close/>
                <a:moveTo>
                  <a:pt x="1589100" y="13708"/>
                </a:moveTo>
                <a:lnTo>
                  <a:pt x="1589100" y="0"/>
                </a:lnTo>
                <a:lnTo>
                  <a:pt x="1600963" y="0"/>
                </a:lnTo>
                <a:lnTo>
                  <a:pt x="1600963" y="13708"/>
                </a:lnTo>
                <a:lnTo>
                  <a:pt x="1589100" y="13708"/>
                </a:lnTo>
                <a:moveTo>
                  <a:pt x="1589100" y="96614"/>
                </a:moveTo>
                <a:lnTo>
                  <a:pt x="1589100" y="26625"/>
                </a:lnTo>
                <a:lnTo>
                  <a:pt x="1600963" y="26625"/>
                </a:lnTo>
                <a:lnTo>
                  <a:pt x="1600963" y="96614"/>
                </a:lnTo>
                <a:lnTo>
                  <a:pt x="1589100" y="96614"/>
                </a:lnTo>
                <a:close/>
                <a:moveTo>
                  <a:pt x="1618998" y="96614"/>
                </a:moveTo>
                <a:lnTo>
                  <a:pt x="1618998" y="26625"/>
                </a:lnTo>
                <a:lnTo>
                  <a:pt x="1629674" y="26625"/>
                </a:lnTo>
                <a:lnTo>
                  <a:pt x="1629674" y="36510"/>
                </a:lnTo>
                <a:cubicBezTo>
                  <a:pt x="1634815" y="28866"/>
                  <a:pt x="1642240" y="25043"/>
                  <a:pt x="1651949" y="25043"/>
                </a:cubicBezTo>
                <a:cubicBezTo>
                  <a:pt x="1656167" y="25043"/>
                  <a:pt x="1660045" y="25801"/>
                  <a:pt x="1663581" y="27317"/>
                </a:cubicBezTo>
                <a:cubicBezTo>
                  <a:pt x="1667118" y="28833"/>
                  <a:pt x="1669765" y="30821"/>
                  <a:pt x="1671523" y="33281"/>
                </a:cubicBezTo>
                <a:cubicBezTo>
                  <a:pt x="1673280" y="35742"/>
                  <a:pt x="1674510" y="38663"/>
                  <a:pt x="1675213" y="42046"/>
                </a:cubicBezTo>
                <a:cubicBezTo>
                  <a:pt x="1675653" y="44243"/>
                  <a:pt x="1675872" y="48087"/>
                  <a:pt x="1675872" y="53579"/>
                </a:cubicBezTo>
                <a:lnTo>
                  <a:pt x="1675872" y="96614"/>
                </a:lnTo>
                <a:lnTo>
                  <a:pt x="1664010" y="96614"/>
                </a:lnTo>
                <a:lnTo>
                  <a:pt x="1664010" y="53995"/>
                </a:lnTo>
                <a:cubicBezTo>
                  <a:pt x="1664010" y="49157"/>
                  <a:pt x="1663548" y="45539"/>
                  <a:pt x="1662626" y="43142"/>
                </a:cubicBezTo>
                <a:cubicBezTo>
                  <a:pt x="1661703" y="40745"/>
                  <a:pt x="1660067" y="38831"/>
                  <a:pt x="1657716" y="37402"/>
                </a:cubicBezTo>
                <a:cubicBezTo>
                  <a:pt x="1655365" y="35973"/>
                  <a:pt x="1652609" y="35258"/>
                  <a:pt x="1649445" y="35258"/>
                </a:cubicBezTo>
                <a:cubicBezTo>
                  <a:pt x="1644393" y="35258"/>
                  <a:pt x="1640032" y="36864"/>
                  <a:pt x="1636363" y="40075"/>
                </a:cubicBezTo>
                <a:cubicBezTo>
                  <a:pt x="1632695" y="43285"/>
                  <a:pt x="1630860" y="49377"/>
                  <a:pt x="1630860" y="58349"/>
                </a:cubicBezTo>
                <a:lnTo>
                  <a:pt x="1630860" y="96614"/>
                </a:lnTo>
                <a:lnTo>
                  <a:pt x="1618998" y="96614"/>
                </a:lnTo>
                <a:close/>
                <a:moveTo>
                  <a:pt x="1739712" y="87973"/>
                </a:moveTo>
                <a:cubicBezTo>
                  <a:pt x="1735318" y="91710"/>
                  <a:pt x="1731089" y="94348"/>
                  <a:pt x="1727025" y="95887"/>
                </a:cubicBezTo>
                <a:cubicBezTo>
                  <a:pt x="1722961" y="97426"/>
                  <a:pt x="1718601" y="98196"/>
                  <a:pt x="1713943" y="98196"/>
                </a:cubicBezTo>
                <a:cubicBezTo>
                  <a:pt x="1706255" y="98196"/>
                  <a:pt x="1700345" y="96316"/>
                  <a:pt x="1696215" y="92557"/>
                </a:cubicBezTo>
                <a:cubicBezTo>
                  <a:pt x="1692086" y="88798"/>
                  <a:pt x="1690021" y="83994"/>
                  <a:pt x="1690021" y="78147"/>
                </a:cubicBezTo>
                <a:cubicBezTo>
                  <a:pt x="1690021" y="74719"/>
                  <a:pt x="1690800" y="71587"/>
                  <a:pt x="1692360" y="68752"/>
                </a:cubicBezTo>
                <a:cubicBezTo>
                  <a:pt x="1693920" y="65915"/>
                  <a:pt x="1695963" y="63639"/>
                  <a:pt x="1698489" y="61924"/>
                </a:cubicBezTo>
                <a:cubicBezTo>
                  <a:pt x="1701015" y="60209"/>
                  <a:pt x="1703860" y="58913"/>
                  <a:pt x="1707024" y="58034"/>
                </a:cubicBezTo>
                <a:cubicBezTo>
                  <a:pt x="1709352" y="57418"/>
                  <a:pt x="1712867" y="56824"/>
                  <a:pt x="1717568" y="56253"/>
                </a:cubicBezTo>
                <a:cubicBezTo>
                  <a:pt x="1727146" y="55118"/>
                  <a:pt x="1734198" y="53766"/>
                  <a:pt x="1738723" y="52195"/>
                </a:cubicBezTo>
                <a:cubicBezTo>
                  <a:pt x="1738767" y="50577"/>
                  <a:pt x="1738789" y="49548"/>
                  <a:pt x="1738789" y="49110"/>
                </a:cubicBezTo>
                <a:cubicBezTo>
                  <a:pt x="1738789" y="44295"/>
                  <a:pt x="1737669" y="40903"/>
                  <a:pt x="1735428" y="38934"/>
                </a:cubicBezTo>
                <a:cubicBezTo>
                  <a:pt x="1732396" y="36264"/>
                  <a:pt x="1727893" y="34929"/>
                  <a:pt x="1721918" y="34929"/>
                </a:cubicBezTo>
                <a:cubicBezTo>
                  <a:pt x="1716338" y="34929"/>
                  <a:pt x="1712219" y="35906"/>
                  <a:pt x="1709561" y="37861"/>
                </a:cubicBezTo>
                <a:cubicBezTo>
                  <a:pt x="1706903" y="39817"/>
                  <a:pt x="1704937" y="43276"/>
                  <a:pt x="1703663" y="48241"/>
                </a:cubicBezTo>
                <a:lnTo>
                  <a:pt x="1692064" y="46660"/>
                </a:lnTo>
                <a:cubicBezTo>
                  <a:pt x="1693118" y="41680"/>
                  <a:pt x="1694853" y="37658"/>
                  <a:pt x="1697270" y="34595"/>
                </a:cubicBezTo>
                <a:cubicBezTo>
                  <a:pt x="1699686" y="31532"/>
                  <a:pt x="1703179" y="29175"/>
                  <a:pt x="1707749" y="27523"/>
                </a:cubicBezTo>
                <a:cubicBezTo>
                  <a:pt x="1712318" y="25870"/>
                  <a:pt x="1717612" y="25043"/>
                  <a:pt x="1723631" y="25043"/>
                </a:cubicBezTo>
                <a:cubicBezTo>
                  <a:pt x="1729606" y="25043"/>
                  <a:pt x="1734461" y="25746"/>
                  <a:pt x="1738196" y="27152"/>
                </a:cubicBezTo>
                <a:cubicBezTo>
                  <a:pt x="1741930" y="28558"/>
                  <a:pt x="1744676" y="30326"/>
                  <a:pt x="1746434" y="32457"/>
                </a:cubicBezTo>
                <a:cubicBezTo>
                  <a:pt x="1748191" y="34588"/>
                  <a:pt x="1749421" y="37279"/>
                  <a:pt x="1750124" y="40531"/>
                </a:cubicBezTo>
                <a:cubicBezTo>
                  <a:pt x="1750520" y="42552"/>
                  <a:pt x="1750717" y="46198"/>
                  <a:pt x="1750717" y="51470"/>
                </a:cubicBezTo>
                <a:lnTo>
                  <a:pt x="1750717" y="67287"/>
                </a:lnTo>
                <a:cubicBezTo>
                  <a:pt x="1750717" y="78315"/>
                  <a:pt x="1750970" y="85290"/>
                  <a:pt x="1751475" y="88212"/>
                </a:cubicBezTo>
                <a:cubicBezTo>
                  <a:pt x="1751981" y="91133"/>
                  <a:pt x="1752980" y="93934"/>
                  <a:pt x="1754474" y="96614"/>
                </a:cubicBezTo>
                <a:lnTo>
                  <a:pt x="1742084" y="96614"/>
                </a:lnTo>
                <a:cubicBezTo>
                  <a:pt x="1740854" y="94151"/>
                  <a:pt x="1740063" y="91271"/>
                  <a:pt x="1739712" y="87973"/>
                </a:cubicBezTo>
                <a:moveTo>
                  <a:pt x="1738723" y="61422"/>
                </a:moveTo>
                <a:cubicBezTo>
                  <a:pt x="1734417" y="63194"/>
                  <a:pt x="1727959" y="64701"/>
                  <a:pt x="1719348" y="65940"/>
                </a:cubicBezTo>
                <a:cubicBezTo>
                  <a:pt x="1714471" y="66646"/>
                  <a:pt x="1711022" y="67440"/>
                  <a:pt x="1709001" y="68323"/>
                </a:cubicBezTo>
                <a:cubicBezTo>
                  <a:pt x="1706980" y="69205"/>
                  <a:pt x="1705420" y="70495"/>
                  <a:pt x="1704322" y="72195"/>
                </a:cubicBezTo>
                <a:cubicBezTo>
                  <a:pt x="1703223" y="73893"/>
                  <a:pt x="1702674" y="75779"/>
                  <a:pt x="1702674" y="77852"/>
                </a:cubicBezTo>
                <a:cubicBezTo>
                  <a:pt x="1702674" y="81028"/>
                  <a:pt x="1703871" y="83675"/>
                  <a:pt x="1706266" y="85794"/>
                </a:cubicBezTo>
                <a:cubicBezTo>
                  <a:pt x="1708660" y="87911"/>
                  <a:pt x="1712164" y="88969"/>
                  <a:pt x="1716777" y="88969"/>
                </a:cubicBezTo>
                <a:cubicBezTo>
                  <a:pt x="1721347" y="88969"/>
                  <a:pt x="1725411" y="87965"/>
                  <a:pt x="1728969" y="85956"/>
                </a:cubicBezTo>
                <a:cubicBezTo>
                  <a:pt x="1732528" y="83948"/>
                  <a:pt x="1735142" y="81200"/>
                  <a:pt x="1736812" y="77712"/>
                </a:cubicBezTo>
                <a:cubicBezTo>
                  <a:pt x="1738086" y="75018"/>
                  <a:pt x="1738723" y="71045"/>
                  <a:pt x="1738723" y="65792"/>
                </a:cubicBezTo>
                <a:lnTo>
                  <a:pt x="1738723" y="61422"/>
                </a:lnTo>
                <a:close/>
                <a:moveTo>
                  <a:pt x="1794984" y="86136"/>
                </a:moveTo>
                <a:lnTo>
                  <a:pt x="1796697" y="96614"/>
                </a:lnTo>
                <a:cubicBezTo>
                  <a:pt x="1793358" y="97229"/>
                  <a:pt x="1790371" y="97537"/>
                  <a:pt x="1787735" y="97537"/>
                </a:cubicBezTo>
                <a:cubicBezTo>
                  <a:pt x="1783429" y="97537"/>
                  <a:pt x="1780090" y="96856"/>
                  <a:pt x="1777717" y="95494"/>
                </a:cubicBezTo>
                <a:cubicBezTo>
                  <a:pt x="1775345" y="94132"/>
                  <a:pt x="1773675" y="92341"/>
                  <a:pt x="1772709" y="90123"/>
                </a:cubicBezTo>
                <a:cubicBezTo>
                  <a:pt x="1771742" y="87904"/>
                  <a:pt x="1771259" y="83236"/>
                  <a:pt x="1771259" y="76118"/>
                </a:cubicBezTo>
                <a:lnTo>
                  <a:pt x="1771259" y="35851"/>
                </a:lnTo>
                <a:lnTo>
                  <a:pt x="1762560" y="35851"/>
                </a:lnTo>
                <a:lnTo>
                  <a:pt x="1762560" y="26625"/>
                </a:lnTo>
                <a:lnTo>
                  <a:pt x="1771259" y="26625"/>
                </a:lnTo>
                <a:lnTo>
                  <a:pt x="1771259" y="9245"/>
                </a:lnTo>
                <a:lnTo>
                  <a:pt x="1783056" y="2109"/>
                </a:lnTo>
                <a:lnTo>
                  <a:pt x="1783056" y="26625"/>
                </a:lnTo>
                <a:lnTo>
                  <a:pt x="1794984" y="26625"/>
                </a:lnTo>
                <a:lnTo>
                  <a:pt x="1794984" y="35851"/>
                </a:lnTo>
                <a:lnTo>
                  <a:pt x="1783056" y="35851"/>
                </a:lnTo>
                <a:lnTo>
                  <a:pt x="1783056" y="76777"/>
                </a:lnTo>
                <a:cubicBezTo>
                  <a:pt x="1783056" y="80160"/>
                  <a:pt x="1783264" y="82335"/>
                  <a:pt x="1783682" y="83302"/>
                </a:cubicBezTo>
                <a:cubicBezTo>
                  <a:pt x="1784099" y="84268"/>
                  <a:pt x="1784780" y="85037"/>
                  <a:pt x="1785725" y="85608"/>
                </a:cubicBezTo>
                <a:cubicBezTo>
                  <a:pt x="1786669" y="86179"/>
                  <a:pt x="1788020" y="86465"/>
                  <a:pt x="1789778" y="86465"/>
                </a:cubicBezTo>
                <a:cubicBezTo>
                  <a:pt x="1791096" y="86465"/>
                  <a:pt x="1792831" y="86355"/>
                  <a:pt x="1794984" y="86136"/>
                </a:cubicBezTo>
                <a:close/>
                <a:moveTo>
                  <a:pt x="1806672" y="13708"/>
                </a:moveTo>
                <a:lnTo>
                  <a:pt x="1806672" y="0"/>
                </a:lnTo>
                <a:lnTo>
                  <a:pt x="1818534" y="0"/>
                </a:lnTo>
                <a:lnTo>
                  <a:pt x="1818534" y="13708"/>
                </a:lnTo>
                <a:lnTo>
                  <a:pt x="1806672" y="13708"/>
                </a:lnTo>
                <a:moveTo>
                  <a:pt x="1806672" y="96614"/>
                </a:moveTo>
                <a:lnTo>
                  <a:pt x="1806672" y="26625"/>
                </a:lnTo>
                <a:lnTo>
                  <a:pt x="1818534" y="26625"/>
                </a:lnTo>
                <a:lnTo>
                  <a:pt x="1818534" y="96614"/>
                </a:lnTo>
                <a:lnTo>
                  <a:pt x="1806672" y="96614"/>
                </a:lnTo>
                <a:close/>
                <a:moveTo>
                  <a:pt x="1832154" y="61620"/>
                </a:moveTo>
                <a:cubicBezTo>
                  <a:pt x="1832154" y="48659"/>
                  <a:pt x="1835756" y="39059"/>
                  <a:pt x="1842962" y="32820"/>
                </a:cubicBezTo>
                <a:cubicBezTo>
                  <a:pt x="1848981" y="27635"/>
                  <a:pt x="1856318" y="25043"/>
                  <a:pt x="1864973" y="25043"/>
                </a:cubicBezTo>
                <a:cubicBezTo>
                  <a:pt x="1874595" y="25043"/>
                  <a:pt x="1882460" y="28196"/>
                  <a:pt x="1888567" y="34500"/>
                </a:cubicBezTo>
                <a:cubicBezTo>
                  <a:pt x="1894674" y="40805"/>
                  <a:pt x="1897727" y="49515"/>
                  <a:pt x="1897727" y="60631"/>
                </a:cubicBezTo>
                <a:cubicBezTo>
                  <a:pt x="1897727" y="69638"/>
                  <a:pt x="1896376" y="76722"/>
                  <a:pt x="1893674" y="81885"/>
                </a:cubicBezTo>
                <a:cubicBezTo>
                  <a:pt x="1890972" y="87047"/>
                  <a:pt x="1887040" y="91056"/>
                  <a:pt x="1881878" y="93912"/>
                </a:cubicBezTo>
                <a:cubicBezTo>
                  <a:pt x="1876715" y="96768"/>
                  <a:pt x="1871080" y="98196"/>
                  <a:pt x="1864973" y="98196"/>
                </a:cubicBezTo>
                <a:cubicBezTo>
                  <a:pt x="1855176" y="98196"/>
                  <a:pt x="1847256" y="95054"/>
                  <a:pt x="1841215" y="88772"/>
                </a:cubicBezTo>
                <a:cubicBezTo>
                  <a:pt x="1835174" y="82489"/>
                  <a:pt x="1832154" y="73438"/>
                  <a:pt x="1832154" y="61620"/>
                </a:cubicBezTo>
                <a:moveTo>
                  <a:pt x="1844346" y="61587"/>
                </a:moveTo>
                <a:cubicBezTo>
                  <a:pt x="1844346" y="70516"/>
                  <a:pt x="1846301" y="77203"/>
                  <a:pt x="1850211" y="81646"/>
                </a:cubicBezTo>
                <a:cubicBezTo>
                  <a:pt x="1854121" y="86089"/>
                  <a:pt x="1859042" y="88310"/>
                  <a:pt x="1864973" y="88310"/>
                </a:cubicBezTo>
                <a:cubicBezTo>
                  <a:pt x="1870861" y="88310"/>
                  <a:pt x="1875760" y="86078"/>
                  <a:pt x="1879670" y="81613"/>
                </a:cubicBezTo>
                <a:cubicBezTo>
                  <a:pt x="1883580" y="77148"/>
                  <a:pt x="1885535" y="70341"/>
                  <a:pt x="1885535" y="61193"/>
                </a:cubicBezTo>
                <a:cubicBezTo>
                  <a:pt x="1885535" y="52570"/>
                  <a:pt x="1883569" y="46036"/>
                  <a:pt x="1879637" y="41593"/>
                </a:cubicBezTo>
                <a:cubicBezTo>
                  <a:pt x="1875705" y="37150"/>
                  <a:pt x="1870817" y="34929"/>
                  <a:pt x="1864973" y="34929"/>
                </a:cubicBezTo>
                <a:cubicBezTo>
                  <a:pt x="1859042" y="34929"/>
                  <a:pt x="1854121" y="37139"/>
                  <a:pt x="1850211" y="41560"/>
                </a:cubicBezTo>
                <a:cubicBezTo>
                  <a:pt x="1846301" y="45981"/>
                  <a:pt x="1844346" y="52657"/>
                  <a:pt x="1844346" y="61587"/>
                </a:cubicBezTo>
                <a:close/>
                <a:moveTo>
                  <a:pt x="1911612" y="96614"/>
                </a:moveTo>
                <a:lnTo>
                  <a:pt x="1911612" y="26625"/>
                </a:lnTo>
                <a:lnTo>
                  <a:pt x="1922288" y="26625"/>
                </a:lnTo>
                <a:lnTo>
                  <a:pt x="1922288" y="36510"/>
                </a:lnTo>
                <a:cubicBezTo>
                  <a:pt x="1927429" y="28866"/>
                  <a:pt x="1934854" y="25043"/>
                  <a:pt x="1944564" y="25043"/>
                </a:cubicBezTo>
                <a:cubicBezTo>
                  <a:pt x="1948782" y="25043"/>
                  <a:pt x="1952659" y="25801"/>
                  <a:pt x="1956196" y="27317"/>
                </a:cubicBezTo>
                <a:cubicBezTo>
                  <a:pt x="1959732" y="28833"/>
                  <a:pt x="1962380" y="30821"/>
                  <a:pt x="1964137" y="33281"/>
                </a:cubicBezTo>
                <a:cubicBezTo>
                  <a:pt x="1965894" y="35742"/>
                  <a:pt x="1967125" y="38663"/>
                  <a:pt x="1967828" y="42046"/>
                </a:cubicBezTo>
                <a:cubicBezTo>
                  <a:pt x="1968267" y="44243"/>
                  <a:pt x="1968487" y="48087"/>
                  <a:pt x="1968487" y="53579"/>
                </a:cubicBezTo>
                <a:lnTo>
                  <a:pt x="1968487" y="96614"/>
                </a:lnTo>
                <a:lnTo>
                  <a:pt x="1956624" y="96614"/>
                </a:lnTo>
                <a:lnTo>
                  <a:pt x="1956624" y="53995"/>
                </a:lnTo>
                <a:cubicBezTo>
                  <a:pt x="1956624" y="49157"/>
                  <a:pt x="1956163" y="45539"/>
                  <a:pt x="1955240" y="43142"/>
                </a:cubicBezTo>
                <a:cubicBezTo>
                  <a:pt x="1954317" y="40745"/>
                  <a:pt x="1952681" y="38831"/>
                  <a:pt x="1950330" y="37402"/>
                </a:cubicBezTo>
                <a:cubicBezTo>
                  <a:pt x="1947980" y="35973"/>
                  <a:pt x="1945223" y="35258"/>
                  <a:pt x="1942059" y="35258"/>
                </a:cubicBezTo>
                <a:cubicBezTo>
                  <a:pt x="1937007" y="35258"/>
                  <a:pt x="1932646" y="36864"/>
                  <a:pt x="1928978" y="40075"/>
                </a:cubicBezTo>
                <a:cubicBezTo>
                  <a:pt x="1925309" y="43285"/>
                  <a:pt x="1923475" y="49377"/>
                  <a:pt x="1923475" y="58349"/>
                </a:cubicBezTo>
                <a:lnTo>
                  <a:pt x="1923475" y="96614"/>
                </a:lnTo>
                <a:lnTo>
                  <a:pt x="191161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basedonaFacebookpostaboutvaccines">
            <a:extLst xmlns:a="http://schemas.openxmlformats.org/drawingml/2006/main">
              <a:ext uri="{FF2B5EF4-FFF2-40B4-BE49-F238E27FC236}">
                <a16:creationId xmlns:a16="http://schemas.microsoft.com/office/drawing/2014/main" id="{ACC06CDF-9559-4A74-8DA4-46C0B93F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79" y="3165430"/>
            <a:ext cx="2514352" cy="123503"/>
          </a:xfrm>
          <a:custGeom xmlns:a="http://schemas.openxmlformats.org/drawingml/2006/main">
            <a:pathLst>
              <a:path w="2514352" h="123503">
                <a:moveTo>
                  <a:pt x="11006" y="96614"/>
                </a:moveTo>
                <a:lnTo>
                  <a:pt x="0" y="96614"/>
                </a:lnTo>
                <a:lnTo>
                  <a:pt x="0" y="0"/>
                </a:lnTo>
                <a:lnTo>
                  <a:pt x="11863" y="0"/>
                </a:lnTo>
                <a:lnTo>
                  <a:pt x="11863" y="34595"/>
                </a:lnTo>
                <a:cubicBezTo>
                  <a:pt x="16871" y="28227"/>
                  <a:pt x="23264" y="25043"/>
                  <a:pt x="31040" y="25043"/>
                </a:cubicBezTo>
                <a:cubicBezTo>
                  <a:pt x="35346" y="25043"/>
                  <a:pt x="39421" y="25911"/>
                  <a:pt x="43265" y="27646"/>
                </a:cubicBezTo>
                <a:cubicBezTo>
                  <a:pt x="47110" y="29382"/>
                  <a:pt x="50273" y="31820"/>
                  <a:pt x="52756" y="34962"/>
                </a:cubicBezTo>
                <a:cubicBezTo>
                  <a:pt x="55238" y="38103"/>
                  <a:pt x="57182" y="41893"/>
                  <a:pt x="58588" y="46330"/>
                </a:cubicBezTo>
                <a:cubicBezTo>
                  <a:pt x="59994" y="50767"/>
                  <a:pt x="60697" y="55513"/>
                  <a:pt x="60697" y="60565"/>
                </a:cubicBezTo>
                <a:cubicBezTo>
                  <a:pt x="60697" y="72559"/>
                  <a:pt x="57731" y="81830"/>
                  <a:pt x="51800" y="88376"/>
                </a:cubicBezTo>
                <a:cubicBezTo>
                  <a:pt x="45869" y="94923"/>
                  <a:pt x="38751" y="98196"/>
                  <a:pt x="30447" y="98196"/>
                </a:cubicBezTo>
                <a:cubicBezTo>
                  <a:pt x="22187" y="98196"/>
                  <a:pt x="15707" y="94703"/>
                  <a:pt x="11006" y="87717"/>
                </a:cubicBezTo>
                <a:lnTo>
                  <a:pt x="11006" y="96614"/>
                </a:lnTo>
                <a:moveTo>
                  <a:pt x="10874" y="61094"/>
                </a:moveTo>
                <a:cubicBezTo>
                  <a:pt x="10874" y="69445"/>
                  <a:pt x="12016" y="75478"/>
                  <a:pt x="14301" y="79195"/>
                </a:cubicBezTo>
                <a:cubicBezTo>
                  <a:pt x="18036" y="85272"/>
                  <a:pt x="23088" y="88310"/>
                  <a:pt x="29459" y="88310"/>
                </a:cubicBezTo>
                <a:cubicBezTo>
                  <a:pt x="34643" y="88310"/>
                  <a:pt x="39125" y="86070"/>
                  <a:pt x="42903" y="81588"/>
                </a:cubicBezTo>
                <a:cubicBezTo>
                  <a:pt x="46681" y="77107"/>
                  <a:pt x="48571" y="70429"/>
                  <a:pt x="48571" y="61554"/>
                </a:cubicBezTo>
                <a:cubicBezTo>
                  <a:pt x="48571" y="52460"/>
                  <a:pt x="46758" y="45750"/>
                  <a:pt x="43134" y="41422"/>
                </a:cubicBezTo>
                <a:cubicBezTo>
                  <a:pt x="39509" y="37093"/>
                  <a:pt x="35126" y="34929"/>
                  <a:pt x="29986" y="34929"/>
                </a:cubicBezTo>
                <a:cubicBezTo>
                  <a:pt x="24802" y="34929"/>
                  <a:pt x="20320" y="37169"/>
                  <a:pt x="16542" y="41651"/>
                </a:cubicBezTo>
                <a:cubicBezTo>
                  <a:pt x="12763" y="46132"/>
                  <a:pt x="10874" y="52613"/>
                  <a:pt x="10874" y="61094"/>
                </a:cubicBezTo>
                <a:close/>
                <a:moveTo>
                  <a:pt x="120780" y="87973"/>
                </a:moveTo>
                <a:cubicBezTo>
                  <a:pt x="116386" y="91710"/>
                  <a:pt x="112158" y="94348"/>
                  <a:pt x="108094" y="95887"/>
                </a:cubicBezTo>
                <a:cubicBezTo>
                  <a:pt x="104030" y="97426"/>
                  <a:pt x="99669" y="98196"/>
                  <a:pt x="95012" y="98196"/>
                </a:cubicBezTo>
                <a:cubicBezTo>
                  <a:pt x="87323" y="98196"/>
                  <a:pt x="81414" y="96316"/>
                  <a:pt x="77284" y="92557"/>
                </a:cubicBezTo>
                <a:cubicBezTo>
                  <a:pt x="73154" y="88798"/>
                  <a:pt x="71089" y="83994"/>
                  <a:pt x="71089" y="78147"/>
                </a:cubicBezTo>
                <a:cubicBezTo>
                  <a:pt x="71089" y="74719"/>
                  <a:pt x="71869" y="71587"/>
                  <a:pt x="73428" y="68752"/>
                </a:cubicBezTo>
                <a:cubicBezTo>
                  <a:pt x="74988" y="65915"/>
                  <a:pt x="77031" y="63639"/>
                  <a:pt x="79557" y="61924"/>
                </a:cubicBezTo>
                <a:cubicBezTo>
                  <a:pt x="82084" y="60209"/>
                  <a:pt x="84929" y="58913"/>
                  <a:pt x="88092" y="58034"/>
                </a:cubicBezTo>
                <a:cubicBezTo>
                  <a:pt x="90421" y="57418"/>
                  <a:pt x="93935" y="56824"/>
                  <a:pt x="98636" y="56253"/>
                </a:cubicBezTo>
                <a:cubicBezTo>
                  <a:pt x="108214" y="55118"/>
                  <a:pt x="115266" y="53766"/>
                  <a:pt x="119791" y="52195"/>
                </a:cubicBezTo>
                <a:cubicBezTo>
                  <a:pt x="119835" y="50577"/>
                  <a:pt x="119857" y="49548"/>
                  <a:pt x="119857" y="49110"/>
                </a:cubicBezTo>
                <a:cubicBezTo>
                  <a:pt x="119857" y="44295"/>
                  <a:pt x="118737" y="40903"/>
                  <a:pt x="116496" y="38934"/>
                </a:cubicBezTo>
                <a:cubicBezTo>
                  <a:pt x="113465" y="36264"/>
                  <a:pt x="108961" y="34929"/>
                  <a:pt x="102986" y="34929"/>
                </a:cubicBezTo>
                <a:cubicBezTo>
                  <a:pt x="97406" y="34929"/>
                  <a:pt x="93287" y="35906"/>
                  <a:pt x="90629" y="37861"/>
                </a:cubicBezTo>
                <a:cubicBezTo>
                  <a:pt x="87971" y="39817"/>
                  <a:pt x="86005" y="43276"/>
                  <a:pt x="84731" y="48241"/>
                </a:cubicBezTo>
                <a:lnTo>
                  <a:pt x="73132" y="46660"/>
                </a:lnTo>
                <a:cubicBezTo>
                  <a:pt x="74186" y="41680"/>
                  <a:pt x="75922" y="37658"/>
                  <a:pt x="78338" y="34595"/>
                </a:cubicBezTo>
                <a:cubicBezTo>
                  <a:pt x="80755" y="31532"/>
                  <a:pt x="84248" y="29175"/>
                  <a:pt x="88817" y="27523"/>
                </a:cubicBezTo>
                <a:cubicBezTo>
                  <a:pt x="93386" y="25870"/>
                  <a:pt x="98680" y="25043"/>
                  <a:pt x="104700" y="25043"/>
                </a:cubicBezTo>
                <a:cubicBezTo>
                  <a:pt x="110675" y="25043"/>
                  <a:pt x="115530" y="25746"/>
                  <a:pt x="119264" y="27152"/>
                </a:cubicBezTo>
                <a:cubicBezTo>
                  <a:pt x="122999" y="28558"/>
                  <a:pt x="125745" y="30326"/>
                  <a:pt x="127502" y="32457"/>
                </a:cubicBezTo>
                <a:cubicBezTo>
                  <a:pt x="129260" y="34588"/>
                  <a:pt x="130490" y="37279"/>
                  <a:pt x="131193" y="40531"/>
                </a:cubicBezTo>
                <a:cubicBezTo>
                  <a:pt x="131588" y="42552"/>
                  <a:pt x="131786" y="46198"/>
                  <a:pt x="131786" y="51470"/>
                </a:cubicBezTo>
                <a:lnTo>
                  <a:pt x="131786" y="67287"/>
                </a:lnTo>
                <a:cubicBezTo>
                  <a:pt x="131786" y="78315"/>
                  <a:pt x="132038" y="85290"/>
                  <a:pt x="132544" y="88212"/>
                </a:cubicBezTo>
                <a:cubicBezTo>
                  <a:pt x="133049" y="91133"/>
                  <a:pt x="134048" y="93934"/>
                  <a:pt x="135542" y="96614"/>
                </a:cubicBezTo>
                <a:lnTo>
                  <a:pt x="123152" y="96614"/>
                </a:lnTo>
                <a:cubicBezTo>
                  <a:pt x="121922" y="94151"/>
                  <a:pt x="121131" y="91271"/>
                  <a:pt x="120780" y="87973"/>
                </a:cubicBezTo>
                <a:moveTo>
                  <a:pt x="119791" y="61422"/>
                </a:moveTo>
                <a:cubicBezTo>
                  <a:pt x="115486" y="63194"/>
                  <a:pt x="109027" y="64701"/>
                  <a:pt x="100416" y="65940"/>
                </a:cubicBezTo>
                <a:cubicBezTo>
                  <a:pt x="95539" y="66646"/>
                  <a:pt x="92090" y="67440"/>
                  <a:pt x="90069" y="68323"/>
                </a:cubicBezTo>
                <a:cubicBezTo>
                  <a:pt x="88048" y="69205"/>
                  <a:pt x="86488" y="70495"/>
                  <a:pt x="85390" y="72195"/>
                </a:cubicBezTo>
                <a:cubicBezTo>
                  <a:pt x="84292" y="73893"/>
                  <a:pt x="83742" y="75779"/>
                  <a:pt x="83742" y="77852"/>
                </a:cubicBezTo>
                <a:cubicBezTo>
                  <a:pt x="83742" y="81028"/>
                  <a:pt x="84940" y="83675"/>
                  <a:pt x="87334" y="85794"/>
                </a:cubicBezTo>
                <a:cubicBezTo>
                  <a:pt x="89729" y="87911"/>
                  <a:pt x="93232" y="88969"/>
                  <a:pt x="97846" y="88969"/>
                </a:cubicBezTo>
                <a:cubicBezTo>
                  <a:pt x="102415" y="88969"/>
                  <a:pt x="106479" y="87965"/>
                  <a:pt x="110038" y="85956"/>
                </a:cubicBezTo>
                <a:cubicBezTo>
                  <a:pt x="113596" y="83948"/>
                  <a:pt x="116211" y="81200"/>
                  <a:pt x="117880" y="77712"/>
                </a:cubicBezTo>
                <a:cubicBezTo>
                  <a:pt x="119154" y="75018"/>
                  <a:pt x="119791" y="71045"/>
                  <a:pt x="119791" y="65792"/>
                </a:cubicBezTo>
                <a:lnTo>
                  <a:pt x="119791" y="61422"/>
                </a:lnTo>
                <a:close/>
                <a:moveTo>
                  <a:pt x="145407" y="75657"/>
                </a:moveTo>
                <a:lnTo>
                  <a:pt x="157138" y="73812"/>
                </a:lnTo>
                <a:cubicBezTo>
                  <a:pt x="157797" y="78492"/>
                  <a:pt x="159631" y="82079"/>
                  <a:pt x="162641" y="84572"/>
                </a:cubicBezTo>
                <a:cubicBezTo>
                  <a:pt x="165651" y="87064"/>
                  <a:pt x="169857" y="88310"/>
                  <a:pt x="175262" y="88310"/>
                </a:cubicBezTo>
                <a:cubicBezTo>
                  <a:pt x="180710" y="88310"/>
                  <a:pt x="184752" y="87210"/>
                  <a:pt x="187388" y="85009"/>
                </a:cubicBezTo>
                <a:cubicBezTo>
                  <a:pt x="190024" y="82807"/>
                  <a:pt x="191342" y="80224"/>
                  <a:pt x="191342" y="77261"/>
                </a:cubicBezTo>
                <a:cubicBezTo>
                  <a:pt x="191342" y="74602"/>
                  <a:pt x="190178" y="72509"/>
                  <a:pt x="187849" y="70984"/>
                </a:cubicBezTo>
                <a:cubicBezTo>
                  <a:pt x="186223" y="69938"/>
                  <a:pt x="182181" y="68608"/>
                  <a:pt x="175723" y="66995"/>
                </a:cubicBezTo>
                <a:cubicBezTo>
                  <a:pt x="167024" y="64797"/>
                  <a:pt x="160993" y="62895"/>
                  <a:pt x="157632" y="61290"/>
                </a:cubicBezTo>
                <a:cubicBezTo>
                  <a:pt x="154271" y="59685"/>
                  <a:pt x="151723" y="57464"/>
                  <a:pt x="149988" y="54628"/>
                </a:cubicBezTo>
                <a:cubicBezTo>
                  <a:pt x="148252" y="51791"/>
                  <a:pt x="147384" y="48658"/>
                  <a:pt x="147384" y="45228"/>
                </a:cubicBezTo>
                <a:cubicBezTo>
                  <a:pt x="147384" y="42106"/>
                  <a:pt x="148098" y="39214"/>
                  <a:pt x="149526" y="36554"/>
                </a:cubicBezTo>
                <a:cubicBezTo>
                  <a:pt x="150954" y="33893"/>
                  <a:pt x="152898" y="31683"/>
                  <a:pt x="155359" y="29924"/>
                </a:cubicBezTo>
                <a:cubicBezTo>
                  <a:pt x="157204" y="28561"/>
                  <a:pt x="159719" y="27407"/>
                  <a:pt x="162905" y="26462"/>
                </a:cubicBezTo>
                <a:cubicBezTo>
                  <a:pt x="166090" y="25516"/>
                  <a:pt x="169506" y="25043"/>
                  <a:pt x="173153" y="25043"/>
                </a:cubicBezTo>
                <a:cubicBezTo>
                  <a:pt x="178645" y="25043"/>
                  <a:pt x="183466" y="25840"/>
                  <a:pt x="187618" y="27432"/>
                </a:cubicBezTo>
                <a:cubicBezTo>
                  <a:pt x="191770" y="29024"/>
                  <a:pt x="194835" y="31180"/>
                  <a:pt x="196812" y="33901"/>
                </a:cubicBezTo>
                <a:cubicBezTo>
                  <a:pt x="198789" y="36621"/>
                  <a:pt x="200151" y="40259"/>
                  <a:pt x="200898" y="44814"/>
                </a:cubicBezTo>
                <a:lnTo>
                  <a:pt x="189299" y="46396"/>
                </a:lnTo>
                <a:cubicBezTo>
                  <a:pt x="188772" y="42793"/>
                  <a:pt x="187245" y="39981"/>
                  <a:pt x="184719" y="37960"/>
                </a:cubicBezTo>
                <a:cubicBezTo>
                  <a:pt x="182192" y="35939"/>
                  <a:pt x="178623" y="34929"/>
                  <a:pt x="174009" y="34929"/>
                </a:cubicBezTo>
                <a:cubicBezTo>
                  <a:pt x="168561" y="34929"/>
                  <a:pt x="164673" y="35825"/>
                  <a:pt x="162344" y="37618"/>
                </a:cubicBezTo>
                <a:cubicBezTo>
                  <a:pt x="160016" y="39410"/>
                  <a:pt x="158852" y="41509"/>
                  <a:pt x="158852" y="43914"/>
                </a:cubicBezTo>
                <a:cubicBezTo>
                  <a:pt x="158852" y="45444"/>
                  <a:pt x="159335" y="46821"/>
                  <a:pt x="160301" y="48046"/>
                </a:cubicBezTo>
                <a:cubicBezTo>
                  <a:pt x="161268" y="49313"/>
                  <a:pt x="162784" y="50362"/>
                  <a:pt x="164849" y="51192"/>
                </a:cubicBezTo>
                <a:cubicBezTo>
                  <a:pt x="166035" y="51630"/>
                  <a:pt x="169528" y="52636"/>
                  <a:pt x="175327" y="54210"/>
                </a:cubicBezTo>
                <a:cubicBezTo>
                  <a:pt x="183719" y="56449"/>
                  <a:pt x="189574" y="58282"/>
                  <a:pt x="192891" y="59708"/>
                </a:cubicBezTo>
                <a:cubicBezTo>
                  <a:pt x="196208" y="61135"/>
                  <a:pt x="198811" y="63209"/>
                  <a:pt x="200700" y="65932"/>
                </a:cubicBezTo>
                <a:cubicBezTo>
                  <a:pt x="202589" y="68653"/>
                  <a:pt x="203534" y="72033"/>
                  <a:pt x="203534" y="76071"/>
                </a:cubicBezTo>
                <a:cubicBezTo>
                  <a:pt x="203534" y="80022"/>
                  <a:pt x="202381" y="83743"/>
                  <a:pt x="200074" y="87233"/>
                </a:cubicBezTo>
                <a:cubicBezTo>
                  <a:pt x="197767" y="90722"/>
                  <a:pt x="194439" y="93421"/>
                  <a:pt x="190090" y="95331"/>
                </a:cubicBezTo>
                <a:cubicBezTo>
                  <a:pt x="185740" y="97241"/>
                  <a:pt x="180819" y="98196"/>
                  <a:pt x="175327" y="98196"/>
                </a:cubicBezTo>
                <a:cubicBezTo>
                  <a:pt x="166233" y="98196"/>
                  <a:pt x="159302" y="96301"/>
                  <a:pt x="154535" y="92512"/>
                </a:cubicBezTo>
                <a:cubicBezTo>
                  <a:pt x="149768" y="88722"/>
                  <a:pt x="146725" y="83104"/>
                  <a:pt x="145407" y="75657"/>
                </a:cubicBezTo>
                <a:close/>
                <a:moveTo>
                  <a:pt x="265549" y="74075"/>
                </a:moveTo>
                <a:lnTo>
                  <a:pt x="277807" y="75591"/>
                </a:lnTo>
                <a:cubicBezTo>
                  <a:pt x="275874" y="82753"/>
                  <a:pt x="272293" y="88310"/>
                  <a:pt x="267065" y="92265"/>
                </a:cubicBezTo>
                <a:cubicBezTo>
                  <a:pt x="261837" y="96219"/>
                  <a:pt x="255158" y="98196"/>
                  <a:pt x="247030" y="98196"/>
                </a:cubicBezTo>
                <a:cubicBezTo>
                  <a:pt x="236793" y="98196"/>
                  <a:pt x="228676" y="95043"/>
                  <a:pt x="222679" y="88739"/>
                </a:cubicBezTo>
                <a:cubicBezTo>
                  <a:pt x="216682" y="82434"/>
                  <a:pt x="213683" y="73592"/>
                  <a:pt x="213683" y="62213"/>
                </a:cubicBezTo>
                <a:cubicBezTo>
                  <a:pt x="213683" y="50438"/>
                  <a:pt x="216715" y="41299"/>
                  <a:pt x="222778" y="34797"/>
                </a:cubicBezTo>
                <a:cubicBezTo>
                  <a:pt x="228841" y="28294"/>
                  <a:pt x="236705" y="25043"/>
                  <a:pt x="246371" y="25043"/>
                </a:cubicBezTo>
                <a:cubicBezTo>
                  <a:pt x="255729" y="25043"/>
                  <a:pt x="263374" y="28224"/>
                  <a:pt x="269306" y="34585"/>
                </a:cubicBezTo>
                <a:cubicBezTo>
                  <a:pt x="275237" y="40944"/>
                  <a:pt x="278202" y="49892"/>
                  <a:pt x="278202" y="61428"/>
                </a:cubicBezTo>
                <a:cubicBezTo>
                  <a:pt x="278202" y="62130"/>
                  <a:pt x="278181" y="63182"/>
                  <a:pt x="278137" y="64585"/>
                </a:cubicBezTo>
                <a:lnTo>
                  <a:pt x="225941" y="64585"/>
                </a:lnTo>
                <a:cubicBezTo>
                  <a:pt x="226381" y="72252"/>
                  <a:pt x="228555" y="78123"/>
                  <a:pt x="232466" y="82198"/>
                </a:cubicBezTo>
                <a:cubicBezTo>
                  <a:pt x="236376" y="86273"/>
                  <a:pt x="241253" y="88310"/>
                  <a:pt x="247096" y="88310"/>
                </a:cubicBezTo>
                <a:cubicBezTo>
                  <a:pt x="251446" y="88310"/>
                  <a:pt x="255158" y="87179"/>
                  <a:pt x="258234" y="84916"/>
                </a:cubicBezTo>
                <a:cubicBezTo>
                  <a:pt x="261309" y="82652"/>
                  <a:pt x="263748" y="79039"/>
                  <a:pt x="265549" y="74075"/>
                </a:cubicBezTo>
                <a:moveTo>
                  <a:pt x="226600" y="54700"/>
                </a:moveTo>
                <a:lnTo>
                  <a:pt x="265681" y="54700"/>
                </a:lnTo>
                <a:cubicBezTo>
                  <a:pt x="265154" y="48908"/>
                  <a:pt x="263660" y="44565"/>
                  <a:pt x="261199" y="41669"/>
                </a:cubicBezTo>
                <a:cubicBezTo>
                  <a:pt x="257421" y="37176"/>
                  <a:pt x="252522" y="34929"/>
                  <a:pt x="246503" y="34929"/>
                </a:cubicBezTo>
                <a:cubicBezTo>
                  <a:pt x="241055" y="34929"/>
                  <a:pt x="236475" y="36723"/>
                  <a:pt x="232762" y="40310"/>
                </a:cubicBezTo>
                <a:cubicBezTo>
                  <a:pt x="229050" y="43896"/>
                  <a:pt x="226996" y="48693"/>
                  <a:pt x="226600" y="54700"/>
                </a:cubicBezTo>
                <a:close/>
                <a:moveTo>
                  <a:pt x="338088" y="96614"/>
                </a:moveTo>
                <a:lnTo>
                  <a:pt x="338088" y="87783"/>
                </a:lnTo>
                <a:cubicBezTo>
                  <a:pt x="333650" y="94725"/>
                  <a:pt x="327126" y="98196"/>
                  <a:pt x="318514" y="98196"/>
                </a:cubicBezTo>
                <a:cubicBezTo>
                  <a:pt x="312934" y="98196"/>
                  <a:pt x="307805" y="96658"/>
                  <a:pt x="303126" y="93583"/>
                </a:cubicBezTo>
                <a:cubicBezTo>
                  <a:pt x="298447" y="90507"/>
                  <a:pt x="294822" y="86212"/>
                  <a:pt x="292252" y="80699"/>
                </a:cubicBezTo>
                <a:cubicBezTo>
                  <a:pt x="289682" y="75185"/>
                  <a:pt x="288396" y="68847"/>
                  <a:pt x="288396" y="61685"/>
                </a:cubicBezTo>
                <a:cubicBezTo>
                  <a:pt x="288396" y="54700"/>
                  <a:pt x="289561" y="48362"/>
                  <a:pt x="291889" y="42672"/>
                </a:cubicBezTo>
                <a:cubicBezTo>
                  <a:pt x="294218" y="36983"/>
                  <a:pt x="297711" y="32622"/>
                  <a:pt x="302368" y="29591"/>
                </a:cubicBezTo>
                <a:cubicBezTo>
                  <a:pt x="307025" y="26559"/>
                  <a:pt x="312231" y="25043"/>
                  <a:pt x="317987" y="25043"/>
                </a:cubicBezTo>
                <a:cubicBezTo>
                  <a:pt x="322205" y="25043"/>
                  <a:pt x="325961" y="25933"/>
                  <a:pt x="329256" y="27712"/>
                </a:cubicBezTo>
                <a:cubicBezTo>
                  <a:pt x="332552" y="29492"/>
                  <a:pt x="335232" y="31809"/>
                  <a:pt x="337297" y="34665"/>
                </a:cubicBezTo>
                <a:lnTo>
                  <a:pt x="337297" y="0"/>
                </a:lnTo>
                <a:lnTo>
                  <a:pt x="349093" y="0"/>
                </a:lnTo>
                <a:lnTo>
                  <a:pt x="349093" y="96614"/>
                </a:lnTo>
                <a:lnTo>
                  <a:pt x="338088" y="96614"/>
                </a:lnTo>
                <a:moveTo>
                  <a:pt x="300589" y="61652"/>
                </a:moveTo>
                <a:cubicBezTo>
                  <a:pt x="300589" y="70582"/>
                  <a:pt x="302478" y="77258"/>
                  <a:pt x="306256" y="81679"/>
                </a:cubicBezTo>
                <a:cubicBezTo>
                  <a:pt x="310035" y="86100"/>
                  <a:pt x="314494" y="88310"/>
                  <a:pt x="319635" y="88310"/>
                </a:cubicBezTo>
                <a:cubicBezTo>
                  <a:pt x="324819" y="88310"/>
                  <a:pt x="329224" y="86199"/>
                  <a:pt x="332848" y="81975"/>
                </a:cubicBezTo>
                <a:cubicBezTo>
                  <a:pt x="336473" y="77751"/>
                  <a:pt x="338285" y="71305"/>
                  <a:pt x="338285" y="62637"/>
                </a:cubicBezTo>
                <a:cubicBezTo>
                  <a:pt x="338285" y="53095"/>
                  <a:pt x="336440" y="46091"/>
                  <a:pt x="332749" y="41626"/>
                </a:cubicBezTo>
                <a:cubicBezTo>
                  <a:pt x="329059" y="37161"/>
                  <a:pt x="324511" y="34929"/>
                  <a:pt x="319107" y="34929"/>
                </a:cubicBezTo>
                <a:cubicBezTo>
                  <a:pt x="313835" y="34929"/>
                  <a:pt x="309431" y="37074"/>
                  <a:pt x="305894" y="41365"/>
                </a:cubicBezTo>
                <a:cubicBezTo>
                  <a:pt x="302357" y="45654"/>
                  <a:pt x="300589" y="52416"/>
                  <a:pt x="300589" y="61652"/>
                </a:cubicBezTo>
                <a:close/>
                <a:moveTo>
                  <a:pt x="400830" y="61620"/>
                </a:moveTo>
                <a:cubicBezTo>
                  <a:pt x="400830" y="48659"/>
                  <a:pt x="404432" y="39059"/>
                  <a:pt x="411638" y="32820"/>
                </a:cubicBezTo>
                <a:cubicBezTo>
                  <a:pt x="417657" y="27635"/>
                  <a:pt x="424994" y="25043"/>
                  <a:pt x="433649" y="25043"/>
                </a:cubicBezTo>
                <a:cubicBezTo>
                  <a:pt x="443271" y="25043"/>
                  <a:pt x="451136" y="28196"/>
                  <a:pt x="457243" y="34500"/>
                </a:cubicBezTo>
                <a:cubicBezTo>
                  <a:pt x="463350" y="40805"/>
                  <a:pt x="466403" y="49515"/>
                  <a:pt x="466403" y="60631"/>
                </a:cubicBezTo>
                <a:cubicBezTo>
                  <a:pt x="466403" y="69638"/>
                  <a:pt x="465052" y="76722"/>
                  <a:pt x="462350" y="81885"/>
                </a:cubicBezTo>
                <a:cubicBezTo>
                  <a:pt x="459648" y="87047"/>
                  <a:pt x="455716" y="91056"/>
                  <a:pt x="450554" y="93912"/>
                </a:cubicBezTo>
                <a:cubicBezTo>
                  <a:pt x="445391" y="96768"/>
                  <a:pt x="439756" y="98196"/>
                  <a:pt x="433649" y="98196"/>
                </a:cubicBezTo>
                <a:cubicBezTo>
                  <a:pt x="423852" y="98196"/>
                  <a:pt x="415932" y="95054"/>
                  <a:pt x="409891" y="88772"/>
                </a:cubicBezTo>
                <a:cubicBezTo>
                  <a:pt x="403850" y="82489"/>
                  <a:pt x="400830" y="73438"/>
                  <a:pt x="400830" y="61620"/>
                </a:cubicBezTo>
                <a:moveTo>
                  <a:pt x="413022" y="61587"/>
                </a:moveTo>
                <a:cubicBezTo>
                  <a:pt x="413022" y="70516"/>
                  <a:pt x="414977" y="77203"/>
                  <a:pt x="418887" y="81646"/>
                </a:cubicBezTo>
                <a:cubicBezTo>
                  <a:pt x="422797" y="86089"/>
                  <a:pt x="427718" y="88310"/>
                  <a:pt x="433649" y="88310"/>
                </a:cubicBezTo>
                <a:cubicBezTo>
                  <a:pt x="439537" y="88310"/>
                  <a:pt x="444436" y="86078"/>
                  <a:pt x="448346" y="81613"/>
                </a:cubicBezTo>
                <a:cubicBezTo>
                  <a:pt x="452256" y="77148"/>
                  <a:pt x="454211" y="70341"/>
                  <a:pt x="454211" y="61193"/>
                </a:cubicBezTo>
                <a:cubicBezTo>
                  <a:pt x="454211" y="52570"/>
                  <a:pt x="452245" y="46036"/>
                  <a:pt x="448313" y="41593"/>
                </a:cubicBezTo>
                <a:cubicBezTo>
                  <a:pt x="444381" y="37150"/>
                  <a:pt x="439493" y="34929"/>
                  <a:pt x="433649" y="34929"/>
                </a:cubicBezTo>
                <a:cubicBezTo>
                  <a:pt x="427718" y="34929"/>
                  <a:pt x="422797" y="37139"/>
                  <a:pt x="418887" y="41560"/>
                </a:cubicBezTo>
                <a:cubicBezTo>
                  <a:pt x="414977" y="45981"/>
                  <a:pt x="413022" y="52657"/>
                  <a:pt x="413022" y="61587"/>
                </a:cubicBezTo>
                <a:close/>
                <a:moveTo>
                  <a:pt x="480288" y="96614"/>
                </a:moveTo>
                <a:lnTo>
                  <a:pt x="480288" y="26625"/>
                </a:lnTo>
                <a:lnTo>
                  <a:pt x="490965" y="26625"/>
                </a:lnTo>
                <a:lnTo>
                  <a:pt x="490965" y="36510"/>
                </a:lnTo>
                <a:cubicBezTo>
                  <a:pt x="496105" y="28866"/>
                  <a:pt x="503530" y="25043"/>
                  <a:pt x="513240" y="25043"/>
                </a:cubicBezTo>
                <a:cubicBezTo>
                  <a:pt x="517458" y="25043"/>
                  <a:pt x="521335" y="25801"/>
                  <a:pt x="524872" y="27317"/>
                </a:cubicBezTo>
                <a:cubicBezTo>
                  <a:pt x="528409" y="28833"/>
                  <a:pt x="531056" y="30821"/>
                  <a:pt x="532813" y="33281"/>
                </a:cubicBezTo>
                <a:cubicBezTo>
                  <a:pt x="534571" y="35742"/>
                  <a:pt x="535801" y="38663"/>
                  <a:pt x="536504" y="42046"/>
                </a:cubicBezTo>
                <a:cubicBezTo>
                  <a:pt x="536943" y="44243"/>
                  <a:pt x="537163" y="48087"/>
                  <a:pt x="537163" y="53579"/>
                </a:cubicBezTo>
                <a:lnTo>
                  <a:pt x="537163" y="96614"/>
                </a:lnTo>
                <a:lnTo>
                  <a:pt x="525300" y="96614"/>
                </a:lnTo>
                <a:lnTo>
                  <a:pt x="525300" y="53995"/>
                </a:lnTo>
                <a:cubicBezTo>
                  <a:pt x="525300" y="49157"/>
                  <a:pt x="524839" y="45539"/>
                  <a:pt x="523916" y="43142"/>
                </a:cubicBezTo>
                <a:cubicBezTo>
                  <a:pt x="522994" y="40745"/>
                  <a:pt x="521357" y="38831"/>
                  <a:pt x="519006" y="37402"/>
                </a:cubicBezTo>
                <a:cubicBezTo>
                  <a:pt x="516656" y="35973"/>
                  <a:pt x="513899" y="35258"/>
                  <a:pt x="510736" y="35258"/>
                </a:cubicBezTo>
                <a:cubicBezTo>
                  <a:pt x="505683" y="35258"/>
                  <a:pt x="501322" y="36864"/>
                  <a:pt x="497654" y="40075"/>
                </a:cubicBezTo>
                <a:cubicBezTo>
                  <a:pt x="493985" y="43285"/>
                  <a:pt x="492151" y="49377"/>
                  <a:pt x="492151" y="58349"/>
                </a:cubicBezTo>
                <a:lnTo>
                  <a:pt x="492151" y="96614"/>
                </a:lnTo>
                <a:lnTo>
                  <a:pt x="480288" y="96614"/>
                </a:lnTo>
                <a:close/>
                <a:moveTo>
                  <a:pt x="638524" y="87973"/>
                </a:moveTo>
                <a:cubicBezTo>
                  <a:pt x="634131" y="91710"/>
                  <a:pt x="629902" y="94348"/>
                  <a:pt x="625838" y="95887"/>
                </a:cubicBezTo>
                <a:cubicBezTo>
                  <a:pt x="621774" y="97426"/>
                  <a:pt x="617413" y="98196"/>
                  <a:pt x="612756" y="98196"/>
                </a:cubicBezTo>
                <a:cubicBezTo>
                  <a:pt x="605067" y="98196"/>
                  <a:pt x="599158" y="96316"/>
                  <a:pt x="595028" y="92557"/>
                </a:cubicBezTo>
                <a:cubicBezTo>
                  <a:pt x="590898" y="88798"/>
                  <a:pt x="588833" y="83994"/>
                  <a:pt x="588833" y="78147"/>
                </a:cubicBezTo>
                <a:cubicBezTo>
                  <a:pt x="588833" y="74719"/>
                  <a:pt x="589613" y="71587"/>
                  <a:pt x="591173" y="68752"/>
                </a:cubicBezTo>
                <a:cubicBezTo>
                  <a:pt x="592732" y="65915"/>
                  <a:pt x="594775" y="63639"/>
                  <a:pt x="597302" y="61924"/>
                </a:cubicBezTo>
                <a:cubicBezTo>
                  <a:pt x="599828" y="60209"/>
                  <a:pt x="602673" y="58913"/>
                  <a:pt x="605836" y="58034"/>
                </a:cubicBezTo>
                <a:cubicBezTo>
                  <a:pt x="608165" y="57418"/>
                  <a:pt x="611679" y="56824"/>
                  <a:pt x="616381" y="56253"/>
                </a:cubicBezTo>
                <a:cubicBezTo>
                  <a:pt x="625959" y="55118"/>
                  <a:pt x="633010" y="53766"/>
                  <a:pt x="637536" y="52195"/>
                </a:cubicBezTo>
                <a:cubicBezTo>
                  <a:pt x="637579" y="50577"/>
                  <a:pt x="637601" y="49548"/>
                  <a:pt x="637601" y="49110"/>
                </a:cubicBezTo>
                <a:cubicBezTo>
                  <a:pt x="637601" y="44295"/>
                  <a:pt x="636481" y="40903"/>
                  <a:pt x="634240" y="38934"/>
                </a:cubicBezTo>
                <a:cubicBezTo>
                  <a:pt x="631209" y="36264"/>
                  <a:pt x="626705" y="34929"/>
                  <a:pt x="620730" y="34929"/>
                </a:cubicBezTo>
                <a:cubicBezTo>
                  <a:pt x="615150" y="34929"/>
                  <a:pt x="611031" y="35906"/>
                  <a:pt x="608373" y="37861"/>
                </a:cubicBezTo>
                <a:cubicBezTo>
                  <a:pt x="605715" y="39817"/>
                  <a:pt x="603749" y="43276"/>
                  <a:pt x="602475" y="48241"/>
                </a:cubicBezTo>
                <a:lnTo>
                  <a:pt x="590876" y="46660"/>
                </a:lnTo>
                <a:cubicBezTo>
                  <a:pt x="591930" y="41680"/>
                  <a:pt x="593666" y="37658"/>
                  <a:pt x="596082" y="34595"/>
                </a:cubicBezTo>
                <a:cubicBezTo>
                  <a:pt x="598499" y="31532"/>
                  <a:pt x="601992" y="29175"/>
                  <a:pt x="606561" y="27523"/>
                </a:cubicBezTo>
                <a:cubicBezTo>
                  <a:pt x="611130" y="25870"/>
                  <a:pt x="616425" y="25043"/>
                  <a:pt x="622444" y="25043"/>
                </a:cubicBezTo>
                <a:cubicBezTo>
                  <a:pt x="628419" y="25043"/>
                  <a:pt x="633274" y="25746"/>
                  <a:pt x="637008" y="27152"/>
                </a:cubicBezTo>
                <a:cubicBezTo>
                  <a:pt x="640743" y="28558"/>
                  <a:pt x="643489" y="30326"/>
                  <a:pt x="645246" y="32457"/>
                </a:cubicBezTo>
                <a:cubicBezTo>
                  <a:pt x="647004" y="34588"/>
                  <a:pt x="648234" y="37279"/>
                  <a:pt x="648937" y="40531"/>
                </a:cubicBezTo>
                <a:cubicBezTo>
                  <a:pt x="649332" y="42552"/>
                  <a:pt x="649530" y="46198"/>
                  <a:pt x="649530" y="51470"/>
                </a:cubicBezTo>
                <a:lnTo>
                  <a:pt x="649530" y="67287"/>
                </a:lnTo>
                <a:cubicBezTo>
                  <a:pt x="649530" y="78315"/>
                  <a:pt x="649783" y="85290"/>
                  <a:pt x="650288" y="88212"/>
                </a:cubicBezTo>
                <a:cubicBezTo>
                  <a:pt x="650793" y="91133"/>
                  <a:pt x="651793" y="93934"/>
                  <a:pt x="653286" y="96614"/>
                </a:cubicBezTo>
                <a:lnTo>
                  <a:pt x="640897" y="96614"/>
                </a:lnTo>
                <a:cubicBezTo>
                  <a:pt x="639666" y="94151"/>
                  <a:pt x="638876" y="91271"/>
                  <a:pt x="638524" y="87973"/>
                </a:cubicBezTo>
                <a:moveTo>
                  <a:pt x="637536" y="61422"/>
                </a:moveTo>
                <a:cubicBezTo>
                  <a:pt x="633230" y="63194"/>
                  <a:pt x="626771" y="64701"/>
                  <a:pt x="618160" y="65940"/>
                </a:cubicBezTo>
                <a:cubicBezTo>
                  <a:pt x="613283" y="66646"/>
                  <a:pt x="609834" y="67440"/>
                  <a:pt x="607813" y="68323"/>
                </a:cubicBezTo>
                <a:cubicBezTo>
                  <a:pt x="605792" y="69205"/>
                  <a:pt x="604232" y="70495"/>
                  <a:pt x="603134" y="72195"/>
                </a:cubicBezTo>
                <a:cubicBezTo>
                  <a:pt x="602036" y="73893"/>
                  <a:pt x="601486" y="75779"/>
                  <a:pt x="601486" y="77852"/>
                </a:cubicBezTo>
                <a:cubicBezTo>
                  <a:pt x="601486" y="81028"/>
                  <a:pt x="602684" y="83675"/>
                  <a:pt x="605078" y="85794"/>
                </a:cubicBezTo>
                <a:cubicBezTo>
                  <a:pt x="607473" y="87911"/>
                  <a:pt x="610977" y="88969"/>
                  <a:pt x="615590" y="88969"/>
                </a:cubicBezTo>
                <a:cubicBezTo>
                  <a:pt x="620159" y="88969"/>
                  <a:pt x="624223" y="87965"/>
                  <a:pt x="627782" y="85956"/>
                </a:cubicBezTo>
                <a:cubicBezTo>
                  <a:pt x="631341" y="83948"/>
                  <a:pt x="633955" y="81200"/>
                  <a:pt x="635624" y="77712"/>
                </a:cubicBezTo>
                <a:cubicBezTo>
                  <a:pt x="636898" y="75018"/>
                  <a:pt x="637536" y="71045"/>
                  <a:pt x="637536" y="65792"/>
                </a:cubicBezTo>
                <a:lnTo>
                  <a:pt x="637536" y="61422"/>
                </a:lnTo>
                <a:close/>
                <a:moveTo>
                  <a:pt x="707593" y="96614"/>
                </a:moveTo>
                <a:lnTo>
                  <a:pt x="707593" y="0"/>
                </a:lnTo>
                <a:lnTo>
                  <a:pt x="772771" y="0"/>
                </a:lnTo>
                <a:lnTo>
                  <a:pt x="772771" y="11401"/>
                </a:lnTo>
                <a:lnTo>
                  <a:pt x="720378" y="11401"/>
                </a:lnTo>
                <a:lnTo>
                  <a:pt x="720378" y="41255"/>
                </a:lnTo>
                <a:lnTo>
                  <a:pt x="765720" y="41255"/>
                </a:lnTo>
                <a:lnTo>
                  <a:pt x="765720" y="52657"/>
                </a:lnTo>
                <a:lnTo>
                  <a:pt x="720378" y="52657"/>
                </a:lnTo>
                <a:lnTo>
                  <a:pt x="720378" y="96614"/>
                </a:lnTo>
                <a:lnTo>
                  <a:pt x="707593" y="96614"/>
                </a:lnTo>
                <a:close/>
                <a:moveTo>
                  <a:pt x="833556" y="87973"/>
                </a:moveTo>
                <a:cubicBezTo>
                  <a:pt x="829162" y="91710"/>
                  <a:pt x="824933" y="94348"/>
                  <a:pt x="820869" y="95887"/>
                </a:cubicBezTo>
                <a:cubicBezTo>
                  <a:pt x="816805" y="97426"/>
                  <a:pt x="812445" y="98196"/>
                  <a:pt x="807787" y="98196"/>
                </a:cubicBezTo>
                <a:cubicBezTo>
                  <a:pt x="800099" y="98196"/>
                  <a:pt x="794189" y="96316"/>
                  <a:pt x="790059" y="92557"/>
                </a:cubicBezTo>
                <a:cubicBezTo>
                  <a:pt x="785930" y="88798"/>
                  <a:pt x="783865" y="83994"/>
                  <a:pt x="783865" y="78147"/>
                </a:cubicBezTo>
                <a:cubicBezTo>
                  <a:pt x="783865" y="74719"/>
                  <a:pt x="784644" y="71587"/>
                  <a:pt x="786204" y="68752"/>
                </a:cubicBezTo>
                <a:cubicBezTo>
                  <a:pt x="787764" y="65915"/>
                  <a:pt x="789807" y="63639"/>
                  <a:pt x="792333" y="61924"/>
                </a:cubicBezTo>
                <a:cubicBezTo>
                  <a:pt x="794859" y="60209"/>
                  <a:pt x="797704" y="58913"/>
                  <a:pt x="800868" y="58034"/>
                </a:cubicBezTo>
                <a:cubicBezTo>
                  <a:pt x="803196" y="57418"/>
                  <a:pt x="806711" y="56824"/>
                  <a:pt x="811412" y="56253"/>
                </a:cubicBezTo>
                <a:cubicBezTo>
                  <a:pt x="820990" y="55118"/>
                  <a:pt x="828042" y="53766"/>
                  <a:pt x="832567" y="52195"/>
                </a:cubicBezTo>
                <a:cubicBezTo>
                  <a:pt x="832611" y="50577"/>
                  <a:pt x="832633" y="49548"/>
                  <a:pt x="832633" y="49110"/>
                </a:cubicBezTo>
                <a:cubicBezTo>
                  <a:pt x="832633" y="44295"/>
                  <a:pt x="831513" y="40903"/>
                  <a:pt x="829272" y="38934"/>
                </a:cubicBezTo>
                <a:cubicBezTo>
                  <a:pt x="826240" y="36264"/>
                  <a:pt x="821737" y="34929"/>
                  <a:pt x="815762" y="34929"/>
                </a:cubicBezTo>
                <a:cubicBezTo>
                  <a:pt x="810182" y="34929"/>
                  <a:pt x="806063" y="35906"/>
                  <a:pt x="803405" y="37861"/>
                </a:cubicBezTo>
                <a:cubicBezTo>
                  <a:pt x="800747" y="39817"/>
                  <a:pt x="798781" y="43276"/>
                  <a:pt x="797507" y="48241"/>
                </a:cubicBezTo>
                <a:lnTo>
                  <a:pt x="785908" y="46660"/>
                </a:lnTo>
                <a:cubicBezTo>
                  <a:pt x="786962" y="41680"/>
                  <a:pt x="788697" y="37658"/>
                  <a:pt x="791114" y="34595"/>
                </a:cubicBezTo>
                <a:cubicBezTo>
                  <a:pt x="793530" y="31532"/>
                  <a:pt x="797023" y="29175"/>
                  <a:pt x="801593" y="27523"/>
                </a:cubicBezTo>
                <a:cubicBezTo>
                  <a:pt x="806162" y="25870"/>
                  <a:pt x="811456" y="25043"/>
                  <a:pt x="817475" y="25043"/>
                </a:cubicBezTo>
                <a:cubicBezTo>
                  <a:pt x="823450" y="25043"/>
                  <a:pt x="828305" y="25746"/>
                  <a:pt x="832040" y="27152"/>
                </a:cubicBezTo>
                <a:cubicBezTo>
                  <a:pt x="835774" y="28558"/>
                  <a:pt x="838520" y="30326"/>
                  <a:pt x="840278" y="32457"/>
                </a:cubicBezTo>
                <a:cubicBezTo>
                  <a:pt x="842035" y="34588"/>
                  <a:pt x="843265" y="37279"/>
                  <a:pt x="843968" y="40531"/>
                </a:cubicBezTo>
                <a:cubicBezTo>
                  <a:pt x="844364" y="42552"/>
                  <a:pt x="844561" y="46198"/>
                  <a:pt x="844561" y="51470"/>
                </a:cubicBezTo>
                <a:lnTo>
                  <a:pt x="844561" y="67287"/>
                </a:lnTo>
                <a:cubicBezTo>
                  <a:pt x="844561" y="78315"/>
                  <a:pt x="844814" y="85290"/>
                  <a:pt x="845319" y="88212"/>
                </a:cubicBezTo>
                <a:cubicBezTo>
                  <a:pt x="845825" y="91133"/>
                  <a:pt x="846824" y="93934"/>
                  <a:pt x="848318" y="96614"/>
                </a:cubicBezTo>
                <a:lnTo>
                  <a:pt x="835928" y="96614"/>
                </a:lnTo>
                <a:cubicBezTo>
                  <a:pt x="834698" y="94151"/>
                  <a:pt x="833907" y="91271"/>
                  <a:pt x="833556" y="87973"/>
                </a:cubicBezTo>
                <a:moveTo>
                  <a:pt x="832567" y="61422"/>
                </a:moveTo>
                <a:cubicBezTo>
                  <a:pt x="828261" y="63194"/>
                  <a:pt x="821803" y="64701"/>
                  <a:pt x="813192" y="65940"/>
                </a:cubicBezTo>
                <a:cubicBezTo>
                  <a:pt x="808315" y="66646"/>
                  <a:pt x="804866" y="67440"/>
                  <a:pt x="802845" y="68323"/>
                </a:cubicBezTo>
                <a:cubicBezTo>
                  <a:pt x="800824" y="69205"/>
                  <a:pt x="799264" y="70495"/>
                  <a:pt x="798166" y="72195"/>
                </a:cubicBezTo>
                <a:cubicBezTo>
                  <a:pt x="797067" y="73893"/>
                  <a:pt x="796518" y="75779"/>
                  <a:pt x="796518" y="77852"/>
                </a:cubicBezTo>
                <a:cubicBezTo>
                  <a:pt x="796518" y="81028"/>
                  <a:pt x="797715" y="83675"/>
                  <a:pt x="800110" y="85794"/>
                </a:cubicBezTo>
                <a:cubicBezTo>
                  <a:pt x="802504" y="87911"/>
                  <a:pt x="806008" y="88969"/>
                  <a:pt x="810621" y="88969"/>
                </a:cubicBezTo>
                <a:cubicBezTo>
                  <a:pt x="815191" y="88969"/>
                  <a:pt x="819255" y="87965"/>
                  <a:pt x="822813" y="85956"/>
                </a:cubicBezTo>
                <a:cubicBezTo>
                  <a:pt x="826372" y="83948"/>
                  <a:pt x="828986" y="81200"/>
                  <a:pt x="830656" y="77712"/>
                </a:cubicBezTo>
                <a:cubicBezTo>
                  <a:pt x="831930" y="75018"/>
                  <a:pt x="832567" y="71045"/>
                  <a:pt x="832567" y="65792"/>
                </a:cubicBezTo>
                <a:lnTo>
                  <a:pt x="832567" y="61422"/>
                </a:lnTo>
                <a:close/>
                <a:moveTo>
                  <a:pt x="908599" y="70912"/>
                </a:moveTo>
                <a:lnTo>
                  <a:pt x="920264" y="72428"/>
                </a:lnTo>
                <a:cubicBezTo>
                  <a:pt x="918990" y="80488"/>
                  <a:pt x="915728" y="86799"/>
                  <a:pt x="910477" y="91358"/>
                </a:cubicBezTo>
                <a:cubicBezTo>
                  <a:pt x="905227" y="95917"/>
                  <a:pt x="898779" y="98196"/>
                  <a:pt x="891135" y="98196"/>
                </a:cubicBezTo>
                <a:cubicBezTo>
                  <a:pt x="881557" y="98196"/>
                  <a:pt x="873857" y="95065"/>
                  <a:pt x="868036" y="88805"/>
                </a:cubicBezTo>
                <a:cubicBezTo>
                  <a:pt x="862214" y="82544"/>
                  <a:pt x="859303" y="73570"/>
                  <a:pt x="859303" y="61883"/>
                </a:cubicBezTo>
                <a:cubicBezTo>
                  <a:pt x="859303" y="54326"/>
                  <a:pt x="860556" y="47714"/>
                  <a:pt x="863060" y="42046"/>
                </a:cubicBezTo>
                <a:cubicBezTo>
                  <a:pt x="865564" y="36379"/>
                  <a:pt x="869376" y="32128"/>
                  <a:pt x="874494" y="29294"/>
                </a:cubicBezTo>
                <a:cubicBezTo>
                  <a:pt x="879613" y="26460"/>
                  <a:pt x="885181" y="25043"/>
                  <a:pt x="891201" y="25043"/>
                </a:cubicBezTo>
                <a:cubicBezTo>
                  <a:pt x="898801" y="25043"/>
                  <a:pt x="905018" y="26972"/>
                  <a:pt x="909851" y="30828"/>
                </a:cubicBezTo>
                <a:cubicBezTo>
                  <a:pt x="914684" y="34684"/>
                  <a:pt x="917782" y="40158"/>
                  <a:pt x="919144" y="47253"/>
                </a:cubicBezTo>
                <a:lnTo>
                  <a:pt x="907610" y="49032"/>
                </a:lnTo>
                <a:cubicBezTo>
                  <a:pt x="906512" y="44353"/>
                  <a:pt x="904568" y="40833"/>
                  <a:pt x="901778" y="38471"/>
                </a:cubicBezTo>
                <a:cubicBezTo>
                  <a:pt x="898988" y="36109"/>
                  <a:pt x="895616" y="34929"/>
                  <a:pt x="891662" y="34929"/>
                </a:cubicBezTo>
                <a:cubicBezTo>
                  <a:pt x="885687" y="34929"/>
                  <a:pt x="880832" y="37060"/>
                  <a:pt x="877097" y="41323"/>
                </a:cubicBezTo>
                <a:cubicBezTo>
                  <a:pt x="873363" y="45585"/>
                  <a:pt x="871495" y="52329"/>
                  <a:pt x="871495" y="61554"/>
                </a:cubicBezTo>
                <a:cubicBezTo>
                  <a:pt x="871495" y="70911"/>
                  <a:pt x="873297" y="77710"/>
                  <a:pt x="876900" y="81951"/>
                </a:cubicBezTo>
                <a:cubicBezTo>
                  <a:pt x="880502" y="86190"/>
                  <a:pt x="885203" y="88310"/>
                  <a:pt x="891003" y="88310"/>
                </a:cubicBezTo>
                <a:cubicBezTo>
                  <a:pt x="895660" y="88310"/>
                  <a:pt x="899548" y="86888"/>
                  <a:pt x="902668" y="84043"/>
                </a:cubicBezTo>
                <a:cubicBezTo>
                  <a:pt x="905787" y="81198"/>
                  <a:pt x="907764" y="76821"/>
                  <a:pt x="908599" y="70912"/>
                </a:cubicBezTo>
                <a:close/>
                <a:moveTo>
                  <a:pt x="978324" y="74075"/>
                </a:moveTo>
                <a:lnTo>
                  <a:pt x="990582" y="75591"/>
                </a:lnTo>
                <a:cubicBezTo>
                  <a:pt x="988649" y="82753"/>
                  <a:pt x="985068" y="88310"/>
                  <a:pt x="979840" y="92265"/>
                </a:cubicBezTo>
                <a:cubicBezTo>
                  <a:pt x="974612" y="96219"/>
                  <a:pt x="967933" y="98196"/>
                  <a:pt x="959805" y="98196"/>
                </a:cubicBezTo>
                <a:cubicBezTo>
                  <a:pt x="949568" y="98196"/>
                  <a:pt x="941451" y="95043"/>
                  <a:pt x="935454" y="88739"/>
                </a:cubicBezTo>
                <a:cubicBezTo>
                  <a:pt x="929457" y="82434"/>
                  <a:pt x="926458" y="73592"/>
                  <a:pt x="926458" y="62213"/>
                </a:cubicBezTo>
                <a:cubicBezTo>
                  <a:pt x="926458" y="50438"/>
                  <a:pt x="929490" y="41299"/>
                  <a:pt x="935553" y="34797"/>
                </a:cubicBezTo>
                <a:cubicBezTo>
                  <a:pt x="941616" y="28294"/>
                  <a:pt x="949480" y="25043"/>
                  <a:pt x="959146" y="25043"/>
                </a:cubicBezTo>
                <a:cubicBezTo>
                  <a:pt x="968505" y="25043"/>
                  <a:pt x="976149" y="28224"/>
                  <a:pt x="982081" y="34585"/>
                </a:cubicBezTo>
                <a:cubicBezTo>
                  <a:pt x="988012" y="40944"/>
                  <a:pt x="990978" y="49892"/>
                  <a:pt x="990978" y="61428"/>
                </a:cubicBezTo>
                <a:cubicBezTo>
                  <a:pt x="990978" y="62130"/>
                  <a:pt x="990956" y="63182"/>
                  <a:pt x="990912" y="64585"/>
                </a:cubicBezTo>
                <a:lnTo>
                  <a:pt x="938716" y="64585"/>
                </a:lnTo>
                <a:cubicBezTo>
                  <a:pt x="939156" y="72252"/>
                  <a:pt x="941330" y="78123"/>
                  <a:pt x="945241" y="82198"/>
                </a:cubicBezTo>
                <a:cubicBezTo>
                  <a:pt x="949151" y="86273"/>
                  <a:pt x="954028" y="88310"/>
                  <a:pt x="959871" y="88310"/>
                </a:cubicBezTo>
                <a:cubicBezTo>
                  <a:pt x="964221" y="88310"/>
                  <a:pt x="967933" y="87179"/>
                  <a:pt x="971009" y="84916"/>
                </a:cubicBezTo>
                <a:cubicBezTo>
                  <a:pt x="974084" y="82652"/>
                  <a:pt x="976523" y="79039"/>
                  <a:pt x="978324" y="74075"/>
                </a:cubicBezTo>
                <a:moveTo>
                  <a:pt x="939375" y="54700"/>
                </a:moveTo>
                <a:lnTo>
                  <a:pt x="978456" y="54700"/>
                </a:lnTo>
                <a:cubicBezTo>
                  <a:pt x="977929" y="48908"/>
                  <a:pt x="976435" y="44565"/>
                  <a:pt x="973975" y="41669"/>
                </a:cubicBezTo>
                <a:cubicBezTo>
                  <a:pt x="970196" y="37176"/>
                  <a:pt x="965297" y="34929"/>
                  <a:pt x="959278" y="34929"/>
                </a:cubicBezTo>
                <a:cubicBezTo>
                  <a:pt x="953830" y="34929"/>
                  <a:pt x="949250" y="36723"/>
                  <a:pt x="945537" y="40310"/>
                </a:cubicBezTo>
                <a:cubicBezTo>
                  <a:pt x="941825" y="43896"/>
                  <a:pt x="939771" y="48693"/>
                  <a:pt x="939375" y="54700"/>
                </a:cubicBezTo>
                <a:close/>
                <a:moveTo>
                  <a:pt x="1016396" y="96614"/>
                </a:moveTo>
                <a:lnTo>
                  <a:pt x="1005390" y="96614"/>
                </a:lnTo>
                <a:lnTo>
                  <a:pt x="1005390" y="0"/>
                </a:lnTo>
                <a:lnTo>
                  <a:pt x="1017253" y="0"/>
                </a:lnTo>
                <a:lnTo>
                  <a:pt x="1017253" y="34595"/>
                </a:lnTo>
                <a:cubicBezTo>
                  <a:pt x="1022261" y="28227"/>
                  <a:pt x="1028654" y="25043"/>
                  <a:pt x="1036430" y="25043"/>
                </a:cubicBezTo>
                <a:cubicBezTo>
                  <a:pt x="1040736" y="25043"/>
                  <a:pt x="1044811" y="25911"/>
                  <a:pt x="1048655" y="27646"/>
                </a:cubicBezTo>
                <a:cubicBezTo>
                  <a:pt x="1052500" y="29382"/>
                  <a:pt x="1055663" y="31820"/>
                  <a:pt x="1058146" y="34962"/>
                </a:cubicBezTo>
                <a:cubicBezTo>
                  <a:pt x="1060628" y="38103"/>
                  <a:pt x="1062572" y="41893"/>
                  <a:pt x="1063978" y="46330"/>
                </a:cubicBezTo>
                <a:cubicBezTo>
                  <a:pt x="1065384" y="50767"/>
                  <a:pt x="1066087" y="55513"/>
                  <a:pt x="1066087" y="60565"/>
                </a:cubicBezTo>
                <a:cubicBezTo>
                  <a:pt x="1066087" y="72559"/>
                  <a:pt x="1063121" y="81830"/>
                  <a:pt x="1057190" y="88376"/>
                </a:cubicBezTo>
                <a:cubicBezTo>
                  <a:pt x="1051259" y="94923"/>
                  <a:pt x="1044141" y="98196"/>
                  <a:pt x="1035837" y="98196"/>
                </a:cubicBezTo>
                <a:cubicBezTo>
                  <a:pt x="1027577" y="98196"/>
                  <a:pt x="1021097" y="94703"/>
                  <a:pt x="1016396" y="87717"/>
                </a:cubicBezTo>
                <a:lnTo>
                  <a:pt x="1016396" y="96614"/>
                </a:lnTo>
                <a:moveTo>
                  <a:pt x="1016264" y="61094"/>
                </a:moveTo>
                <a:cubicBezTo>
                  <a:pt x="1016264" y="69445"/>
                  <a:pt x="1017406" y="75478"/>
                  <a:pt x="1019691" y="79195"/>
                </a:cubicBezTo>
                <a:cubicBezTo>
                  <a:pt x="1023425" y="85272"/>
                  <a:pt x="1028478" y="88310"/>
                  <a:pt x="1034849" y="88310"/>
                </a:cubicBezTo>
                <a:cubicBezTo>
                  <a:pt x="1040033" y="88310"/>
                  <a:pt x="1044515" y="86070"/>
                  <a:pt x="1048293" y="81588"/>
                </a:cubicBezTo>
                <a:cubicBezTo>
                  <a:pt x="1052071" y="77107"/>
                  <a:pt x="1053961" y="70429"/>
                  <a:pt x="1053961" y="61554"/>
                </a:cubicBezTo>
                <a:cubicBezTo>
                  <a:pt x="1053961" y="52460"/>
                  <a:pt x="1052148" y="45750"/>
                  <a:pt x="1048524" y="41422"/>
                </a:cubicBezTo>
                <a:cubicBezTo>
                  <a:pt x="1044899" y="37093"/>
                  <a:pt x="1040516" y="34929"/>
                  <a:pt x="1035376" y="34929"/>
                </a:cubicBezTo>
                <a:cubicBezTo>
                  <a:pt x="1030192" y="34929"/>
                  <a:pt x="1025710" y="37169"/>
                  <a:pt x="1021932" y="41651"/>
                </a:cubicBezTo>
                <a:cubicBezTo>
                  <a:pt x="1018153" y="46132"/>
                  <a:pt x="1016264" y="52613"/>
                  <a:pt x="1016264" y="61094"/>
                </a:cubicBezTo>
                <a:close/>
                <a:moveTo>
                  <a:pt x="1076084" y="61620"/>
                </a:moveTo>
                <a:cubicBezTo>
                  <a:pt x="1076084" y="48659"/>
                  <a:pt x="1079686" y="39059"/>
                  <a:pt x="1086892" y="32820"/>
                </a:cubicBezTo>
                <a:cubicBezTo>
                  <a:pt x="1092911" y="27635"/>
                  <a:pt x="1100248" y="25043"/>
                  <a:pt x="1108904" y="25043"/>
                </a:cubicBezTo>
                <a:cubicBezTo>
                  <a:pt x="1118525" y="25043"/>
                  <a:pt x="1126390" y="28196"/>
                  <a:pt x="1132497" y="34500"/>
                </a:cubicBezTo>
                <a:cubicBezTo>
                  <a:pt x="1138604" y="40805"/>
                  <a:pt x="1141657" y="49515"/>
                  <a:pt x="1141657" y="60631"/>
                </a:cubicBezTo>
                <a:cubicBezTo>
                  <a:pt x="1141657" y="69638"/>
                  <a:pt x="1140306" y="76722"/>
                  <a:pt x="1137604" y="81885"/>
                </a:cubicBezTo>
                <a:cubicBezTo>
                  <a:pt x="1134902" y="87047"/>
                  <a:pt x="1130970" y="91056"/>
                  <a:pt x="1125808" y="93912"/>
                </a:cubicBezTo>
                <a:cubicBezTo>
                  <a:pt x="1120645" y="96768"/>
                  <a:pt x="1115011" y="98196"/>
                  <a:pt x="1108904" y="98196"/>
                </a:cubicBezTo>
                <a:cubicBezTo>
                  <a:pt x="1099106" y="98196"/>
                  <a:pt x="1091187" y="95054"/>
                  <a:pt x="1085145" y="88772"/>
                </a:cubicBezTo>
                <a:cubicBezTo>
                  <a:pt x="1079104" y="82489"/>
                  <a:pt x="1076084" y="73438"/>
                  <a:pt x="1076084" y="61620"/>
                </a:cubicBezTo>
                <a:moveTo>
                  <a:pt x="1088276" y="61587"/>
                </a:moveTo>
                <a:cubicBezTo>
                  <a:pt x="1088276" y="70516"/>
                  <a:pt x="1090231" y="77203"/>
                  <a:pt x="1094141" y="81646"/>
                </a:cubicBezTo>
                <a:cubicBezTo>
                  <a:pt x="1098051" y="86089"/>
                  <a:pt x="1102972" y="88310"/>
                  <a:pt x="1108904" y="88310"/>
                </a:cubicBezTo>
                <a:cubicBezTo>
                  <a:pt x="1114791" y="88310"/>
                  <a:pt x="1119690" y="86078"/>
                  <a:pt x="1123600" y="81613"/>
                </a:cubicBezTo>
                <a:cubicBezTo>
                  <a:pt x="1127510" y="77148"/>
                  <a:pt x="1129465" y="70341"/>
                  <a:pt x="1129465" y="61193"/>
                </a:cubicBezTo>
                <a:cubicBezTo>
                  <a:pt x="1129465" y="52570"/>
                  <a:pt x="1127499" y="46036"/>
                  <a:pt x="1123567" y="41593"/>
                </a:cubicBezTo>
                <a:cubicBezTo>
                  <a:pt x="1119635" y="37150"/>
                  <a:pt x="1114747" y="34929"/>
                  <a:pt x="1108904" y="34929"/>
                </a:cubicBezTo>
                <a:cubicBezTo>
                  <a:pt x="1102972" y="34929"/>
                  <a:pt x="1098051" y="37139"/>
                  <a:pt x="1094141" y="41560"/>
                </a:cubicBezTo>
                <a:cubicBezTo>
                  <a:pt x="1090231" y="45981"/>
                  <a:pt x="1088276" y="52657"/>
                  <a:pt x="1088276" y="61587"/>
                </a:cubicBezTo>
                <a:close/>
                <a:moveTo>
                  <a:pt x="1151127" y="61620"/>
                </a:moveTo>
                <a:cubicBezTo>
                  <a:pt x="1151127" y="48659"/>
                  <a:pt x="1154730" y="39059"/>
                  <a:pt x="1161935" y="32820"/>
                </a:cubicBezTo>
                <a:cubicBezTo>
                  <a:pt x="1167954" y="27635"/>
                  <a:pt x="1175291" y="25043"/>
                  <a:pt x="1183947" y="25043"/>
                </a:cubicBezTo>
                <a:cubicBezTo>
                  <a:pt x="1193568" y="25043"/>
                  <a:pt x="1201433" y="28196"/>
                  <a:pt x="1207540" y="34500"/>
                </a:cubicBezTo>
                <a:cubicBezTo>
                  <a:pt x="1213647" y="40805"/>
                  <a:pt x="1216701" y="49515"/>
                  <a:pt x="1216701" y="60631"/>
                </a:cubicBezTo>
                <a:cubicBezTo>
                  <a:pt x="1216701" y="69638"/>
                  <a:pt x="1215350" y="76722"/>
                  <a:pt x="1212647" y="81885"/>
                </a:cubicBezTo>
                <a:cubicBezTo>
                  <a:pt x="1209945" y="87047"/>
                  <a:pt x="1206013" y="91056"/>
                  <a:pt x="1200851" y="93912"/>
                </a:cubicBezTo>
                <a:cubicBezTo>
                  <a:pt x="1195688" y="96768"/>
                  <a:pt x="1190054" y="98196"/>
                  <a:pt x="1183947" y="98196"/>
                </a:cubicBezTo>
                <a:cubicBezTo>
                  <a:pt x="1174149" y="98196"/>
                  <a:pt x="1166230" y="95054"/>
                  <a:pt x="1160188" y="88772"/>
                </a:cubicBezTo>
                <a:cubicBezTo>
                  <a:pt x="1154147" y="82489"/>
                  <a:pt x="1151127" y="73438"/>
                  <a:pt x="1151127" y="61620"/>
                </a:cubicBezTo>
                <a:moveTo>
                  <a:pt x="1163319" y="61587"/>
                </a:moveTo>
                <a:cubicBezTo>
                  <a:pt x="1163319" y="70516"/>
                  <a:pt x="1165274" y="77203"/>
                  <a:pt x="1169184" y="81646"/>
                </a:cubicBezTo>
                <a:cubicBezTo>
                  <a:pt x="1173095" y="86089"/>
                  <a:pt x="1178015" y="88310"/>
                  <a:pt x="1183947" y="88310"/>
                </a:cubicBezTo>
                <a:cubicBezTo>
                  <a:pt x="1189834" y="88310"/>
                  <a:pt x="1194733" y="86078"/>
                  <a:pt x="1198643" y="81613"/>
                </a:cubicBezTo>
                <a:cubicBezTo>
                  <a:pt x="1202553" y="77148"/>
                  <a:pt x="1204508" y="70341"/>
                  <a:pt x="1204508" y="61193"/>
                </a:cubicBezTo>
                <a:cubicBezTo>
                  <a:pt x="1204508" y="52570"/>
                  <a:pt x="1202542" y="46036"/>
                  <a:pt x="1198610" y="41593"/>
                </a:cubicBezTo>
                <a:cubicBezTo>
                  <a:pt x="1194678" y="37150"/>
                  <a:pt x="1189790" y="34929"/>
                  <a:pt x="1183947" y="34929"/>
                </a:cubicBezTo>
                <a:cubicBezTo>
                  <a:pt x="1178015" y="34929"/>
                  <a:pt x="1173095" y="37139"/>
                  <a:pt x="1169184" y="41560"/>
                </a:cubicBezTo>
                <a:cubicBezTo>
                  <a:pt x="1165274" y="45981"/>
                  <a:pt x="1163319" y="52657"/>
                  <a:pt x="1163319" y="61587"/>
                </a:cubicBezTo>
                <a:close/>
                <a:moveTo>
                  <a:pt x="1230652" y="96614"/>
                </a:moveTo>
                <a:lnTo>
                  <a:pt x="1230652" y="0"/>
                </a:lnTo>
                <a:lnTo>
                  <a:pt x="1242514" y="0"/>
                </a:lnTo>
                <a:lnTo>
                  <a:pt x="1242514" y="55095"/>
                </a:lnTo>
                <a:lnTo>
                  <a:pt x="1270589" y="26625"/>
                </a:lnTo>
                <a:lnTo>
                  <a:pt x="1285944" y="26625"/>
                </a:lnTo>
                <a:lnTo>
                  <a:pt x="1259188" y="52591"/>
                </a:lnTo>
                <a:lnTo>
                  <a:pt x="1288646" y="96614"/>
                </a:lnTo>
                <a:lnTo>
                  <a:pt x="1274016" y="96614"/>
                </a:lnTo>
                <a:lnTo>
                  <a:pt x="1250884" y="60829"/>
                </a:lnTo>
                <a:lnTo>
                  <a:pt x="1242514" y="68869"/>
                </a:lnTo>
                <a:lnTo>
                  <a:pt x="1242514" y="96614"/>
                </a:lnTo>
                <a:lnTo>
                  <a:pt x="1230652" y="96614"/>
                </a:lnTo>
                <a:close/>
                <a:moveTo>
                  <a:pt x="1335592" y="123503"/>
                </a:moveTo>
                <a:lnTo>
                  <a:pt x="1335592" y="26625"/>
                </a:lnTo>
                <a:lnTo>
                  <a:pt x="1346400" y="26625"/>
                </a:lnTo>
                <a:lnTo>
                  <a:pt x="1346400" y="35654"/>
                </a:lnTo>
                <a:cubicBezTo>
                  <a:pt x="1348949" y="32117"/>
                  <a:pt x="1351826" y="29464"/>
                  <a:pt x="1355034" y="27696"/>
                </a:cubicBezTo>
                <a:cubicBezTo>
                  <a:pt x="1358241" y="25927"/>
                  <a:pt x="1362129" y="25043"/>
                  <a:pt x="1366699" y="25043"/>
                </a:cubicBezTo>
                <a:cubicBezTo>
                  <a:pt x="1372674" y="25043"/>
                  <a:pt x="1377946" y="26581"/>
                  <a:pt x="1382515" y="29656"/>
                </a:cubicBezTo>
                <a:cubicBezTo>
                  <a:pt x="1387085" y="32732"/>
                  <a:pt x="1390534" y="37071"/>
                  <a:pt x="1392862" y="42672"/>
                </a:cubicBezTo>
                <a:cubicBezTo>
                  <a:pt x="1395191" y="48274"/>
                  <a:pt x="1396355" y="54414"/>
                  <a:pt x="1396355" y="61092"/>
                </a:cubicBezTo>
                <a:cubicBezTo>
                  <a:pt x="1396355" y="68254"/>
                  <a:pt x="1395070" y="74701"/>
                  <a:pt x="1392500" y="80435"/>
                </a:cubicBezTo>
                <a:cubicBezTo>
                  <a:pt x="1389929" y="86169"/>
                  <a:pt x="1386195" y="90562"/>
                  <a:pt x="1381296" y="93616"/>
                </a:cubicBezTo>
                <a:cubicBezTo>
                  <a:pt x="1376397" y="96669"/>
                  <a:pt x="1371246" y="98196"/>
                  <a:pt x="1365842" y="98196"/>
                </a:cubicBezTo>
                <a:cubicBezTo>
                  <a:pt x="1361888" y="98196"/>
                  <a:pt x="1358340" y="97350"/>
                  <a:pt x="1355198" y="95659"/>
                </a:cubicBezTo>
                <a:cubicBezTo>
                  <a:pt x="1352057" y="93966"/>
                  <a:pt x="1349476" y="91828"/>
                  <a:pt x="1347455" y="89245"/>
                </a:cubicBezTo>
                <a:lnTo>
                  <a:pt x="1347455" y="123503"/>
                </a:lnTo>
                <a:lnTo>
                  <a:pt x="1335592" y="123503"/>
                </a:lnTo>
                <a:moveTo>
                  <a:pt x="1346334" y="61916"/>
                </a:moveTo>
                <a:cubicBezTo>
                  <a:pt x="1346334" y="70912"/>
                  <a:pt x="1348158" y="77560"/>
                  <a:pt x="1351804" y="81860"/>
                </a:cubicBezTo>
                <a:cubicBezTo>
                  <a:pt x="1355451" y="86160"/>
                  <a:pt x="1359867" y="88310"/>
                  <a:pt x="1365051" y="88310"/>
                </a:cubicBezTo>
                <a:cubicBezTo>
                  <a:pt x="1370323" y="88310"/>
                  <a:pt x="1374838" y="86083"/>
                  <a:pt x="1378594" y="81629"/>
                </a:cubicBezTo>
                <a:cubicBezTo>
                  <a:pt x="1382351" y="77175"/>
                  <a:pt x="1384229" y="70275"/>
                  <a:pt x="1384229" y="60928"/>
                </a:cubicBezTo>
                <a:cubicBezTo>
                  <a:pt x="1384229" y="52020"/>
                  <a:pt x="1382395" y="45350"/>
                  <a:pt x="1378726" y="40918"/>
                </a:cubicBezTo>
                <a:cubicBezTo>
                  <a:pt x="1375057" y="36486"/>
                  <a:pt x="1370675" y="34270"/>
                  <a:pt x="1365578" y="34270"/>
                </a:cubicBezTo>
                <a:cubicBezTo>
                  <a:pt x="1360526" y="34270"/>
                  <a:pt x="1356055" y="36628"/>
                  <a:pt x="1352167" y="41346"/>
                </a:cubicBezTo>
                <a:cubicBezTo>
                  <a:pt x="1348279" y="46064"/>
                  <a:pt x="1346334" y="52920"/>
                  <a:pt x="1346334" y="61916"/>
                </a:cubicBezTo>
                <a:close/>
                <a:moveTo>
                  <a:pt x="1406220" y="61620"/>
                </a:moveTo>
                <a:cubicBezTo>
                  <a:pt x="1406220" y="48659"/>
                  <a:pt x="1409822" y="39059"/>
                  <a:pt x="1417028" y="32820"/>
                </a:cubicBezTo>
                <a:cubicBezTo>
                  <a:pt x="1423047" y="27635"/>
                  <a:pt x="1430384" y="25043"/>
                  <a:pt x="1439039" y="25043"/>
                </a:cubicBezTo>
                <a:cubicBezTo>
                  <a:pt x="1448661" y="25043"/>
                  <a:pt x="1456526" y="28196"/>
                  <a:pt x="1462633" y="34500"/>
                </a:cubicBezTo>
                <a:cubicBezTo>
                  <a:pt x="1468740" y="40805"/>
                  <a:pt x="1471793" y="49515"/>
                  <a:pt x="1471793" y="60631"/>
                </a:cubicBezTo>
                <a:cubicBezTo>
                  <a:pt x="1471793" y="69638"/>
                  <a:pt x="1470442" y="76722"/>
                  <a:pt x="1467740" y="81885"/>
                </a:cubicBezTo>
                <a:cubicBezTo>
                  <a:pt x="1465038" y="87047"/>
                  <a:pt x="1461106" y="91056"/>
                  <a:pt x="1455944" y="93912"/>
                </a:cubicBezTo>
                <a:cubicBezTo>
                  <a:pt x="1450781" y="96768"/>
                  <a:pt x="1445146" y="98196"/>
                  <a:pt x="1439039" y="98196"/>
                </a:cubicBezTo>
                <a:cubicBezTo>
                  <a:pt x="1429242" y="98196"/>
                  <a:pt x="1421322" y="95054"/>
                  <a:pt x="1415281" y="88772"/>
                </a:cubicBezTo>
                <a:cubicBezTo>
                  <a:pt x="1409240" y="82489"/>
                  <a:pt x="1406220" y="73438"/>
                  <a:pt x="1406220" y="61620"/>
                </a:cubicBezTo>
                <a:moveTo>
                  <a:pt x="1418412" y="61587"/>
                </a:moveTo>
                <a:cubicBezTo>
                  <a:pt x="1418412" y="70516"/>
                  <a:pt x="1420367" y="77203"/>
                  <a:pt x="1424277" y="81646"/>
                </a:cubicBezTo>
                <a:cubicBezTo>
                  <a:pt x="1428187" y="86089"/>
                  <a:pt x="1433108" y="88310"/>
                  <a:pt x="1439039" y="88310"/>
                </a:cubicBezTo>
                <a:cubicBezTo>
                  <a:pt x="1444927" y="88310"/>
                  <a:pt x="1449826" y="86078"/>
                  <a:pt x="1453736" y="81613"/>
                </a:cubicBezTo>
                <a:cubicBezTo>
                  <a:pt x="1457646" y="77148"/>
                  <a:pt x="1459601" y="70341"/>
                  <a:pt x="1459601" y="61193"/>
                </a:cubicBezTo>
                <a:cubicBezTo>
                  <a:pt x="1459601" y="52570"/>
                  <a:pt x="1457635" y="46036"/>
                  <a:pt x="1453703" y="41593"/>
                </a:cubicBezTo>
                <a:cubicBezTo>
                  <a:pt x="1449771" y="37150"/>
                  <a:pt x="1444883" y="34929"/>
                  <a:pt x="1439039" y="34929"/>
                </a:cubicBezTo>
                <a:cubicBezTo>
                  <a:pt x="1433108" y="34929"/>
                  <a:pt x="1428187" y="37139"/>
                  <a:pt x="1424277" y="41560"/>
                </a:cubicBezTo>
                <a:cubicBezTo>
                  <a:pt x="1420367" y="45981"/>
                  <a:pt x="1418412" y="52657"/>
                  <a:pt x="1418412" y="61587"/>
                </a:cubicBezTo>
                <a:close/>
                <a:moveTo>
                  <a:pt x="1480933" y="75657"/>
                </a:moveTo>
                <a:lnTo>
                  <a:pt x="1492664" y="73812"/>
                </a:lnTo>
                <a:cubicBezTo>
                  <a:pt x="1493323" y="78492"/>
                  <a:pt x="1495158" y="82079"/>
                  <a:pt x="1498167" y="84572"/>
                </a:cubicBezTo>
                <a:cubicBezTo>
                  <a:pt x="1501177" y="87064"/>
                  <a:pt x="1505384" y="88310"/>
                  <a:pt x="1510788" y="88310"/>
                </a:cubicBezTo>
                <a:cubicBezTo>
                  <a:pt x="1516236" y="88310"/>
                  <a:pt x="1520278" y="87210"/>
                  <a:pt x="1522914" y="85009"/>
                </a:cubicBezTo>
                <a:cubicBezTo>
                  <a:pt x="1525550" y="82807"/>
                  <a:pt x="1526868" y="80224"/>
                  <a:pt x="1526868" y="77261"/>
                </a:cubicBezTo>
                <a:cubicBezTo>
                  <a:pt x="1526868" y="74602"/>
                  <a:pt x="1525704" y="72509"/>
                  <a:pt x="1523375" y="70984"/>
                </a:cubicBezTo>
                <a:cubicBezTo>
                  <a:pt x="1521749" y="69938"/>
                  <a:pt x="1517707" y="68608"/>
                  <a:pt x="1511249" y="66995"/>
                </a:cubicBezTo>
                <a:cubicBezTo>
                  <a:pt x="1502550" y="64797"/>
                  <a:pt x="1496520" y="62895"/>
                  <a:pt x="1493158" y="61290"/>
                </a:cubicBezTo>
                <a:cubicBezTo>
                  <a:pt x="1489797" y="59685"/>
                  <a:pt x="1487249" y="57464"/>
                  <a:pt x="1485514" y="54628"/>
                </a:cubicBezTo>
                <a:cubicBezTo>
                  <a:pt x="1483778" y="51791"/>
                  <a:pt x="1482911" y="48658"/>
                  <a:pt x="1482911" y="45228"/>
                </a:cubicBezTo>
                <a:cubicBezTo>
                  <a:pt x="1482911" y="42106"/>
                  <a:pt x="1483624" y="39214"/>
                  <a:pt x="1485052" y="36554"/>
                </a:cubicBezTo>
                <a:cubicBezTo>
                  <a:pt x="1486480" y="33893"/>
                  <a:pt x="1488424" y="31683"/>
                  <a:pt x="1490885" y="29924"/>
                </a:cubicBezTo>
                <a:cubicBezTo>
                  <a:pt x="1492730" y="28561"/>
                  <a:pt x="1495245" y="27407"/>
                  <a:pt x="1498431" y="26462"/>
                </a:cubicBezTo>
                <a:cubicBezTo>
                  <a:pt x="1501616" y="25516"/>
                  <a:pt x="1505032" y="25043"/>
                  <a:pt x="1508679" y="25043"/>
                </a:cubicBezTo>
                <a:cubicBezTo>
                  <a:pt x="1514171" y="25043"/>
                  <a:pt x="1518993" y="25840"/>
                  <a:pt x="1523144" y="27432"/>
                </a:cubicBezTo>
                <a:cubicBezTo>
                  <a:pt x="1527296" y="29024"/>
                  <a:pt x="1530361" y="31180"/>
                  <a:pt x="1532338" y="33901"/>
                </a:cubicBezTo>
                <a:cubicBezTo>
                  <a:pt x="1534315" y="36621"/>
                  <a:pt x="1535677" y="40259"/>
                  <a:pt x="1536424" y="44814"/>
                </a:cubicBezTo>
                <a:lnTo>
                  <a:pt x="1524825" y="46396"/>
                </a:lnTo>
                <a:cubicBezTo>
                  <a:pt x="1524298" y="42793"/>
                  <a:pt x="1522771" y="39981"/>
                  <a:pt x="1520245" y="37960"/>
                </a:cubicBezTo>
                <a:cubicBezTo>
                  <a:pt x="1517718" y="35939"/>
                  <a:pt x="1514149" y="34929"/>
                  <a:pt x="1509535" y="34929"/>
                </a:cubicBezTo>
                <a:cubicBezTo>
                  <a:pt x="1504087" y="34929"/>
                  <a:pt x="1500199" y="35825"/>
                  <a:pt x="1497871" y="37618"/>
                </a:cubicBezTo>
                <a:cubicBezTo>
                  <a:pt x="1495542" y="39410"/>
                  <a:pt x="1494378" y="41509"/>
                  <a:pt x="1494378" y="43914"/>
                </a:cubicBezTo>
                <a:cubicBezTo>
                  <a:pt x="1494378" y="45444"/>
                  <a:pt x="1494861" y="46821"/>
                  <a:pt x="1495828" y="48046"/>
                </a:cubicBezTo>
                <a:cubicBezTo>
                  <a:pt x="1496794" y="49313"/>
                  <a:pt x="1498310" y="50362"/>
                  <a:pt x="1500375" y="51192"/>
                </a:cubicBezTo>
                <a:cubicBezTo>
                  <a:pt x="1501561" y="51630"/>
                  <a:pt x="1505054" y="52636"/>
                  <a:pt x="1510853" y="54210"/>
                </a:cubicBezTo>
                <a:cubicBezTo>
                  <a:pt x="1519245" y="56449"/>
                  <a:pt x="1525100" y="58282"/>
                  <a:pt x="1528417" y="59708"/>
                </a:cubicBezTo>
                <a:cubicBezTo>
                  <a:pt x="1531734" y="61135"/>
                  <a:pt x="1534337" y="63209"/>
                  <a:pt x="1536226" y="65932"/>
                </a:cubicBezTo>
                <a:cubicBezTo>
                  <a:pt x="1538115" y="68653"/>
                  <a:pt x="1539060" y="72033"/>
                  <a:pt x="1539060" y="76071"/>
                </a:cubicBezTo>
                <a:cubicBezTo>
                  <a:pt x="1539060" y="80022"/>
                  <a:pt x="1537907" y="83743"/>
                  <a:pt x="1535600" y="87233"/>
                </a:cubicBezTo>
                <a:cubicBezTo>
                  <a:pt x="1533294" y="90722"/>
                  <a:pt x="1529965" y="93421"/>
                  <a:pt x="1525616" y="95331"/>
                </a:cubicBezTo>
                <a:cubicBezTo>
                  <a:pt x="1521266" y="97241"/>
                  <a:pt x="1516345" y="98196"/>
                  <a:pt x="1510853" y="98196"/>
                </a:cubicBezTo>
                <a:cubicBezTo>
                  <a:pt x="1501759" y="98196"/>
                  <a:pt x="1494828" y="96301"/>
                  <a:pt x="1490061" y="92512"/>
                </a:cubicBezTo>
                <a:cubicBezTo>
                  <a:pt x="1485294" y="88722"/>
                  <a:pt x="1482251" y="83104"/>
                  <a:pt x="1480933" y="75657"/>
                </a:cubicBezTo>
                <a:close/>
                <a:moveTo>
                  <a:pt x="1579063" y="86136"/>
                </a:moveTo>
                <a:lnTo>
                  <a:pt x="1580777" y="96614"/>
                </a:lnTo>
                <a:cubicBezTo>
                  <a:pt x="1577438" y="97229"/>
                  <a:pt x="1574450" y="97537"/>
                  <a:pt x="1571814" y="97537"/>
                </a:cubicBezTo>
                <a:cubicBezTo>
                  <a:pt x="1567508" y="97537"/>
                  <a:pt x="1564169" y="96856"/>
                  <a:pt x="1561797" y="95494"/>
                </a:cubicBezTo>
                <a:cubicBezTo>
                  <a:pt x="1559424" y="94132"/>
                  <a:pt x="1557755" y="92341"/>
                  <a:pt x="1556788" y="90123"/>
                </a:cubicBezTo>
                <a:cubicBezTo>
                  <a:pt x="1555822" y="87904"/>
                  <a:pt x="1555338" y="83236"/>
                  <a:pt x="1555338" y="76118"/>
                </a:cubicBezTo>
                <a:lnTo>
                  <a:pt x="1555338" y="35851"/>
                </a:lnTo>
                <a:lnTo>
                  <a:pt x="1546639" y="35851"/>
                </a:lnTo>
                <a:lnTo>
                  <a:pt x="1546639" y="26625"/>
                </a:lnTo>
                <a:lnTo>
                  <a:pt x="1555338" y="26625"/>
                </a:lnTo>
                <a:lnTo>
                  <a:pt x="1555338" y="9245"/>
                </a:lnTo>
                <a:lnTo>
                  <a:pt x="1567135" y="2109"/>
                </a:lnTo>
                <a:lnTo>
                  <a:pt x="1567135" y="26625"/>
                </a:lnTo>
                <a:lnTo>
                  <a:pt x="1579063" y="26625"/>
                </a:lnTo>
                <a:lnTo>
                  <a:pt x="1579063" y="35851"/>
                </a:lnTo>
                <a:lnTo>
                  <a:pt x="1567135" y="35851"/>
                </a:lnTo>
                <a:lnTo>
                  <a:pt x="1567135" y="76777"/>
                </a:lnTo>
                <a:cubicBezTo>
                  <a:pt x="1567135" y="80160"/>
                  <a:pt x="1567344" y="82335"/>
                  <a:pt x="1567761" y="83302"/>
                </a:cubicBezTo>
                <a:cubicBezTo>
                  <a:pt x="1568178" y="84268"/>
                  <a:pt x="1568859" y="85037"/>
                  <a:pt x="1569804" y="85608"/>
                </a:cubicBezTo>
                <a:cubicBezTo>
                  <a:pt x="1570749" y="86179"/>
                  <a:pt x="1572100" y="86465"/>
                  <a:pt x="1573857" y="86465"/>
                </a:cubicBezTo>
                <a:cubicBezTo>
                  <a:pt x="1575175" y="86465"/>
                  <a:pt x="1576911" y="86355"/>
                  <a:pt x="1579063" y="86136"/>
                </a:cubicBezTo>
                <a:close/>
                <a:moveTo>
                  <a:pt x="1673877" y="87973"/>
                </a:moveTo>
                <a:cubicBezTo>
                  <a:pt x="1669484" y="91710"/>
                  <a:pt x="1665255" y="94348"/>
                  <a:pt x="1661191" y="95887"/>
                </a:cubicBezTo>
                <a:cubicBezTo>
                  <a:pt x="1657127" y="97426"/>
                  <a:pt x="1652766" y="98196"/>
                  <a:pt x="1648109" y="98196"/>
                </a:cubicBezTo>
                <a:cubicBezTo>
                  <a:pt x="1640421" y="98196"/>
                  <a:pt x="1634511" y="96316"/>
                  <a:pt x="1630381" y="92557"/>
                </a:cubicBezTo>
                <a:cubicBezTo>
                  <a:pt x="1626251" y="88798"/>
                  <a:pt x="1624186" y="83994"/>
                  <a:pt x="1624186" y="78147"/>
                </a:cubicBezTo>
                <a:cubicBezTo>
                  <a:pt x="1624186" y="74719"/>
                  <a:pt x="1624966" y="71587"/>
                  <a:pt x="1626526" y="68752"/>
                </a:cubicBezTo>
                <a:cubicBezTo>
                  <a:pt x="1628086" y="65915"/>
                  <a:pt x="1630129" y="63639"/>
                  <a:pt x="1632655" y="61924"/>
                </a:cubicBezTo>
                <a:cubicBezTo>
                  <a:pt x="1635181" y="60209"/>
                  <a:pt x="1638026" y="58913"/>
                  <a:pt x="1641189" y="58034"/>
                </a:cubicBezTo>
                <a:cubicBezTo>
                  <a:pt x="1643518" y="57418"/>
                  <a:pt x="1647033" y="56824"/>
                  <a:pt x="1651734" y="56253"/>
                </a:cubicBezTo>
                <a:cubicBezTo>
                  <a:pt x="1661312" y="55118"/>
                  <a:pt x="1668364" y="53766"/>
                  <a:pt x="1672889" y="52195"/>
                </a:cubicBezTo>
                <a:cubicBezTo>
                  <a:pt x="1672933" y="50577"/>
                  <a:pt x="1672955" y="49548"/>
                  <a:pt x="1672955" y="49110"/>
                </a:cubicBezTo>
                <a:cubicBezTo>
                  <a:pt x="1672955" y="44295"/>
                  <a:pt x="1671834" y="40903"/>
                  <a:pt x="1669594" y="38934"/>
                </a:cubicBezTo>
                <a:cubicBezTo>
                  <a:pt x="1666562" y="36264"/>
                  <a:pt x="1662059" y="34929"/>
                  <a:pt x="1656084" y="34929"/>
                </a:cubicBezTo>
                <a:cubicBezTo>
                  <a:pt x="1650504" y="34929"/>
                  <a:pt x="1646385" y="35906"/>
                  <a:pt x="1643727" y="37861"/>
                </a:cubicBezTo>
                <a:cubicBezTo>
                  <a:pt x="1641069" y="39817"/>
                  <a:pt x="1639103" y="43276"/>
                  <a:pt x="1637828" y="48241"/>
                </a:cubicBezTo>
                <a:lnTo>
                  <a:pt x="1626229" y="46660"/>
                </a:lnTo>
                <a:cubicBezTo>
                  <a:pt x="1627284" y="41680"/>
                  <a:pt x="1629019" y="37658"/>
                  <a:pt x="1631436" y="34595"/>
                </a:cubicBezTo>
                <a:cubicBezTo>
                  <a:pt x="1633852" y="31532"/>
                  <a:pt x="1637345" y="29175"/>
                  <a:pt x="1641914" y="27523"/>
                </a:cubicBezTo>
                <a:cubicBezTo>
                  <a:pt x="1646484" y="25870"/>
                  <a:pt x="1651778" y="25043"/>
                  <a:pt x="1657797" y="25043"/>
                </a:cubicBezTo>
                <a:cubicBezTo>
                  <a:pt x="1663772" y="25043"/>
                  <a:pt x="1668627" y="25746"/>
                  <a:pt x="1672362" y="27152"/>
                </a:cubicBezTo>
                <a:cubicBezTo>
                  <a:pt x="1676096" y="28558"/>
                  <a:pt x="1678842" y="30326"/>
                  <a:pt x="1680600" y="32457"/>
                </a:cubicBezTo>
                <a:cubicBezTo>
                  <a:pt x="1682357" y="34588"/>
                  <a:pt x="1683587" y="37279"/>
                  <a:pt x="1684290" y="40531"/>
                </a:cubicBezTo>
                <a:cubicBezTo>
                  <a:pt x="1684686" y="42552"/>
                  <a:pt x="1684883" y="46198"/>
                  <a:pt x="1684883" y="51470"/>
                </a:cubicBezTo>
                <a:lnTo>
                  <a:pt x="1684883" y="67287"/>
                </a:lnTo>
                <a:cubicBezTo>
                  <a:pt x="1684883" y="78315"/>
                  <a:pt x="1685136" y="85290"/>
                  <a:pt x="1685641" y="88212"/>
                </a:cubicBezTo>
                <a:cubicBezTo>
                  <a:pt x="1686146" y="91133"/>
                  <a:pt x="1687146" y="93934"/>
                  <a:pt x="1688640" y="96614"/>
                </a:cubicBezTo>
                <a:lnTo>
                  <a:pt x="1676250" y="96614"/>
                </a:lnTo>
                <a:cubicBezTo>
                  <a:pt x="1675020" y="94151"/>
                  <a:pt x="1674229" y="91271"/>
                  <a:pt x="1673877" y="87973"/>
                </a:cubicBezTo>
                <a:moveTo>
                  <a:pt x="1672889" y="61422"/>
                </a:moveTo>
                <a:cubicBezTo>
                  <a:pt x="1668583" y="63194"/>
                  <a:pt x="1662125" y="64701"/>
                  <a:pt x="1653513" y="65940"/>
                </a:cubicBezTo>
                <a:cubicBezTo>
                  <a:pt x="1648637" y="66646"/>
                  <a:pt x="1645188" y="67440"/>
                  <a:pt x="1643167" y="68323"/>
                </a:cubicBezTo>
                <a:cubicBezTo>
                  <a:pt x="1641146" y="69205"/>
                  <a:pt x="1639586" y="70495"/>
                  <a:pt x="1638487" y="72195"/>
                </a:cubicBezTo>
                <a:cubicBezTo>
                  <a:pt x="1637389" y="73893"/>
                  <a:pt x="1636840" y="75779"/>
                  <a:pt x="1636840" y="77852"/>
                </a:cubicBezTo>
                <a:cubicBezTo>
                  <a:pt x="1636840" y="81028"/>
                  <a:pt x="1638037" y="83675"/>
                  <a:pt x="1640432" y="85794"/>
                </a:cubicBezTo>
                <a:cubicBezTo>
                  <a:pt x="1642826" y="87911"/>
                  <a:pt x="1646330" y="88969"/>
                  <a:pt x="1650943" y="88969"/>
                </a:cubicBezTo>
                <a:cubicBezTo>
                  <a:pt x="1655512" y="88969"/>
                  <a:pt x="1659576" y="87965"/>
                  <a:pt x="1663135" y="85956"/>
                </a:cubicBezTo>
                <a:cubicBezTo>
                  <a:pt x="1666694" y="83948"/>
                  <a:pt x="1669308" y="81200"/>
                  <a:pt x="1670978" y="77712"/>
                </a:cubicBezTo>
                <a:cubicBezTo>
                  <a:pt x="1672252" y="75018"/>
                  <a:pt x="1672889" y="71045"/>
                  <a:pt x="1672889" y="65792"/>
                </a:cubicBezTo>
                <a:lnTo>
                  <a:pt x="1672889" y="61422"/>
                </a:lnTo>
                <a:close/>
                <a:moveTo>
                  <a:pt x="1714190" y="96614"/>
                </a:moveTo>
                <a:lnTo>
                  <a:pt x="1703184" y="96614"/>
                </a:lnTo>
                <a:lnTo>
                  <a:pt x="1703184" y="0"/>
                </a:lnTo>
                <a:lnTo>
                  <a:pt x="1715047" y="0"/>
                </a:lnTo>
                <a:lnTo>
                  <a:pt x="1715047" y="34595"/>
                </a:lnTo>
                <a:cubicBezTo>
                  <a:pt x="1720055" y="28227"/>
                  <a:pt x="1726448" y="25043"/>
                  <a:pt x="1734224" y="25043"/>
                </a:cubicBezTo>
                <a:cubicBezTo>
                  <a:pt x="1738530" y="25043"/>
                  <a:pt x="1742605" y="25911"/>
                  <a:pt x="1746450" y="27646"/>
                </a:cubicBezTo>
                <a:cubicBezTo>
                  <a:pt x="1750294" y="29382"/>
                  <a:pt x="1753457" y="31820"/>
                  <a:pt x="1755940" y="34962"/>
                </a:cubicBezTo>
                <a:cubicBezTo>
                  <a:pt x="1758422" y="38103"/>
                  <a:pt x="1760366" y="41893"/>
                  <a:pt x="1761772" y="46330"/>
                </a:cubicBezTo>
                <a:cubicBezTo>
                  <a:pt x="1763178" y="50767"/>
                  <a:pt x="1763881" y="55513"/>
                  <a:pt x="1763881" y="60565"/>
                </a:cubicBezTo>
                <a:cubicBezTo>
                  <a:pt x="1763881" y="72559"/>
                  <a:pt x="1760915" y="81830"/>
                  <a:pt x="1754984" y="88376"/>
                </a:cubicBezTo>
                <a:cubicBezTo>
                  <a:pt x="1749053" y="94923"/>
                  <a:pt x="1741935" y="98196"/>
                  <a:pt x="1733631" y="98196"/>
                </a:cubicBezTo>
                <a:cubicBezTo>
                  <a:pt x="1725371" y="98196"/>
                  <a:pt x="1718891" y="94703"/>
                  <a:pt x="1714190" y="87717"/>
                </a:cubicBezTo>
                <a:lnTo>
                  <a:pt x="1714190" y="96614"/>
                </a:lnTo>
                <a:moveTo>
                  <a:pt x="1714058" y="61094"/>
                </a:moveTo>
                <a:cubicBezTo>
                  <a:pt x="1714058" y="69445"/>
                  <a:pt x="1715200" y="75478"/>
                  <a:pt x="1717485" y="79195"/>
                </a:cubicBezTo>
                <a:cubicBezTo>
                  <a:pt x="1721220" y="85272"/>
                  <a:pt x="1726272" y="88310"/>
                  <a:pt x="1732643" y="88310"/>
                </a:cubicBezTo>
                <a:cubicBezTo>
                  <a:pt x="1737827" y="88310"/>
                  <a:pt x="1742309" y="86070"/>
                  <a:pt x="1746087" y="81588"/>
                </a:cubicBezTo>
                <a:cubicBezTo>
                  <a:pt x="1749865" y="77107"/>
                  <a:pt x="1751755" y="70429"/>
                  <a:pt x="1751755" y="61554"/>
                </a:cubicBezTo>
                <a:cubicBezTo>
                  <a:pt x="1751755" y="52460"/>
                  <a:pt x="1749942" y="45750"/>
                  <a:pt x="1746318" y="41422"/>
                </a:cubicBezTo>
                <a:cubicBezTo>
                  <a:pt x="1742693" y="37093"/>
                  <a:pt x="1738310" y="34929"/>
                  <a:pt x="1733170" y="34929"/>
                </a:cubicBezTo>
                <a:cubicBezTo>
                  <a:pt x="1727986" y="34929"/>
                  <a:pt x="1723504" y="37169"/>
                  <a:pt x="1719726" y="41651"/>
                </a:cubicBezTo>
                <a:cubicBezTo>
                  <a:pt x="1715947" y="46132"/>
                  <a:pt x="1714058" y="52613"/>
                  <a:pt x="1714058" y="61094"/>
                </a:cubicBezTo>
                <a:close/>
                <a:moveTo>
                  <a:pt x="1773877" y="61620"/>
                </a:moveTo>
                <a:cubicBezTo>
                  <a:pt x="1773877" y="48659"/>
                  <a:pt x="1777480" y="39059"/>
                  <a:pt x="1784685" y="32820"/>
                </a:cubicBezTo>
                <a:cubicBezTo>
                  <a:pt x="1790705" y="27635"/>
                  <a:pt x="1798042" y="25043"/>
                  <a:pt x="1806697" y="25043"/>
                </a:cubicBezTo>
                <a:cubicBezTo>
                  <a:pt x="1816319" y="25043"/>
                  <a:pt x="1824183" y="28196"/>
                  <a:pt x="1830290" y="34500"/>
                </a:cubicBezTo>
                <a:cubicBezTo>
                  <a:pt x="1836397" y="40805"/>
                  <a:pt x="1839451" y="49515"/>
                  <a:pt x="1839451" y="60631"/>
                </a:cubicBezTo>
                <a:cubicBezTo>
                  <a:pt x="1839451" y="69638"/>
                  <a:pt x="1838100" y="76722"/>
                  <a:pt x="1835398" y="81885"/>
                </a:cubicBezTo>
                <a:cubicBezTo>
                  <a:pt x="1832696" y="87047"/>
                  <a:pt x="1828764" y="91056"/>
                  <a:pt x="1823601" y="93912"/>
                </a:cubicBezTo>
                <a:cubicBezTo>
                  <a:pt x="1818439" y="96768"/>
                  <a:pt x="1812804" y="98196"/>
                  <a:pt x="1806697" y="98196"/>
                </a:cubicBezTo>
                <a:cubicBezTo>
                  <a:pt x="1796899" y="98196"/>
                  <a:pt x="1788980" y="95054"/>
                  <a:pt x="1782939" y="88772"/>
                </a:cubicBezTo>
                <a:cubicBezTo>
                  <a:pt x="1776898" y="82489"/>
                  <a:pt x="1773877" y="73438"/>
                  <a:pt x="1773877" y="61620"/>
                </a:cubicBezTo>
                <a:moveTo>
                  <a:pt x="1786069" y="61587"/>
                </a:moveTo>
                <a:cubicBezTo>
                  <a:pt x="1786069" y="70516"/>
                  <a:pt x="1788024" y="77203"/>
                  <a:pt x="1791935" y="81646"/>
                </a:cubicBezTo>
                <a:cubicBezTo>
                  <a:pt x="1795845" y="86089"/>
                  <a:pt x="1800766" y="88310"/>
                  <a:pt x="1806697" y="88310"/>
                </a:cubicBezTo>
                <a:cubicBezTo>
                  <a:pt x="1812584" y="88310"/>
                  <a:pt x="1817483" y="86078"/>
                  <a:pt x="1821393" y="81613"/>
                </a:cubicBezTo>
                <a:cubicBezTo>
                  <a:pt x="1825304" y="77148"/>
                  <a:pt x="1827259" y="70341"/>
                  <a:pt x="1827259" y="61193"/>
                </a:cubicBezTo>
                <a:cubicBezTo>
                  <a:pt x="1827259" y="52570"/>
                  <a:pt x="1825293" y="46036"/>
                  <a:pt x="1821361" y="41593"/>
                </a:cubicBezTo>
                <a:cubicBezTo>
                  <a:pt x="1817428" y="37150"/>
                  <a:pt x="1812540" y="34929"/>
                  <a:pt x="1806697" y="34929"/>
                </a:cubicBezTo>
                <a:cubicBezTo>
                  <a:pt x="1800766" y="34929"/>
                  <a:pt x="1795845" y="37139"/>
                  <a:pt x="1791935" y="41560"/>
                </a:cubicBezTo>
                <a:cubicBezTo>
                  <a:pt x="1788024" y="45981"/>
                  <a:pt x="1786069" y="52657"/>
                  <a:pt x="1786069" y="61587"/>
                </a:cubicBezTo>
                <a:close/>
                <a:moveTo>
                  <a:pt x="1899205" y="96614"/>
                </a:moveTo>
                <a:lnTo>
                  <a:pt x="1899205" y="86333"/>
                </a:lnTo>
                <a:cubicBezTo>
                  <a:pt x="1893757" y="94242"/>
                  <a:pt x="1886354" y="98196"/>
                  <a:pt x="1876995" y="98196"/>
                </a:cubicBezTo>
                <a:cubicBezTo>
                  <a:pt x="1872865" y="98196"/>
                  <a:pt x="1869010" y="97405"/>
                  <a:pt x="1865429" y="95823"/>
                </a:cubicBezTo>
                <a:cubicBezTo>
                  <a:pt x="1861849" y="94242"/>
                  <a:pt x="1859191" y="92254"/>
                  <a:pt x="1857455" y="89859"/>
                </a:cubicBezTo>
                <a:cubicBezTo>
                  <a:pt x="1855720" y="87465"/>
                  <a:pt x="1854500" y="84532"/>
                  <a:pt x="1853797" y="81061"/>
                </a:cubicBezTo>
                <a:cubicBezTo>
                  <a:pt x="1853314" y="78732"/>
                  <a:pt x="1853072" y="75042"/>
                  <a:pt x="1853072" y="69989"/>
                </a:cubicBezTo>
                <a:lnTo>
                  <a:pt x="1853072" y="26625"/>
                </a:lnTo>
                <a:lnTo>
                  <a:pt x="1864935" y="26625"/>
                </a:lnTo>
                <a:lnTo>
                  <a:pt x="1864935" y="65442"/>
                </a:lnTo>
                <a:cubicBezTo>
                  <a:pt x="1864935" y="71637"/>
                  <a:pt x="1865177" y="75811"/>
                  <a:pt x="1865660" y="77964"/>
                </a:cubicBezTo>
                <a:cubicBezTo>
                  <a:pt x="1866407" y="81083"/>
                  <a:pt x="1867989" y="83532"/>
                  <a:pt x="1870405" y="85312"/>
                </a:cubicBezTo>
                <a:cubicBezTo>
                  <a:pt x="1872822" y="87091"/>
                  <a:pt x="1875809" y="87981"/>
                  <a:pt x="1879368" y="87981"/>
                </a:cubicBezTo>
                <a:cubicBezTo>
                  <a:pt x="1882927" y="87981"/>
                  <a:pt x="1886266" y="87069"/>
                  <a:pt x="1889385" y="85246"/>
                </a:cubicBezTo>
                <a:cubicBezTo>
                  <a:pt x="1892505" y="83423"/>
                  <a:pt x="1894712" y="80940"/>
                  <a:pt x="1896008" y="77799"/>
                </a:cubicBezTo>
                <a:cubicBezTo>
                  <a:pt x="1897305" y="74657"/>
                  <a:pt x="1897953" y="70099"/>
                  <a:pt x="1897953" y="64124"/>
                </a:cubicBezTo>
                <a:lnTo>
                  <a:pt x="1897953" y="26625"/>
                </a:lnTo>
                <a:lnTo>
                  <a:pt x="1909815" y="26625"/>
                </a:lnTo>
                <a:lnTo>
                  <a:pt x="1909815" y="96614"/>
                </a:lnTo>
                <a:lnTo>
                  <a:pt x="1899205" y="96614"/>
                </a:lnTo>
                <a:close/>
                <a:moveTo>
                  <a:pt x="1954279" y="86136"/>
                </a:moveTo>
                <a:lnTo>
                  <a:pt x="1955993" y="96614"/>
                </a:lnTo>
                <a:cubicBezTo>
                  <a:pt x="1952654" y="97229"/>
                  <a:pt x="1949666" y="97537"/>
                  <a:pt x="1947030" y="97537"/>
                </a:cubicBezTo>
                <a:cubicBezTo>
                  <a:pt x="1942724" y="97537"/>
                  <a:pt x="1939385" y="96856"/>
                  <a:pt x="1937013" y="95494"/>
                </a:cubicBezTo>
                <a:cubicBezTo>
                  <a:pt x="1934640" y="94132"/>
                  <a:pt x="1932971" y="92341"/>
                  <a:pt x="1932004" y="90123"/>
                </a:cubicBezTo>
                <a:cubicBezTo>
                  <a:pt x="1931038" y="87904"/>
                  <a:pt x="1930554" y="83236"/>
                  <a:pt x="1930554" y="76118"/>
                </a:cubicBezTo>
                <a:lnTo>
                  <a:pt x="1930554" y="35851"/>
                </a:lnTo>
                <a:lnTo>
                  <a:pt x="1921855" y="35851"/>
                </a:lnTo>
                <a:lnTo>
                  <a:pt x="1921855" y="26625"/>
                </a:lnTo>
                <a:lnTo>
                  <a:pt x="1930554" y="26625"/>
                </a:lnTo>
                <a:lnTo>
                  <a:pt x="1930554" y="9245"/>
                </a:lnTo>
                <a:lnTo>
                  <a:pt x="1942351" y="2109"/>
                </a:lnTo>
                <a:lnTo>
                  <a:pt x="1942351" y="26625"/>
                </a:lnTo>
                <a:lnTo>
                  <a:pt x="1954279" y="26625"/>
                </a:lnTo>
                <a:lnTo>
                  <a:pt x="1954279" y="35851"/>
                </a:lnTo>
                <a:lnTo>
                  <a:pt x="1942351" y="35851"/>
                </a:lnTo>
                <a:lnTo>
                  <a:pt x="1942351" y="76777"/>
                </a:lnTo>
                <a:cubicBezTo>
                  <a:pt x="1942351" y="80160"/>
                  <a:pt x="1942560" y="82335"/>
                  <a:pt x="1942977" y="83302"/>
                </a:cubicBezTo>
                <a:cubicBezTo>
                  <a:pt x="1943394" y="84268"/>
                  <a:pt x="1944075" y="85037"/>
                  <a:pt x="1945020" y="85608"/>
                </a:cubicBezTo>
                <a:cubicBezTo>
                  <a:pt x="1945965" y="86179"/>
                  <a:pt x="1947316" y="86465"/>
                  <a:pt x="1949073" y="86465"/>
                </a:cubicBezTo>
                <a:cubicBezTo>
                  <a:pt x="1950391" y="86465"/>
                  <a:pt x="1952127" y="86355"/>
                  <a:pt x="1954279" y="86136"/>
                </a:cubicBezTo>
                <a:close/>
                <a:moveTo>
                  <a:pt x="2022864" y="96614"/>
                </a:moveTo>
                <a:lnTo>
                  <a:pt x="1996239" y="26625"/>
                </a:lnTo>
                <a:lnTo>
                  <a:pt x="2008761" y="26625"/>
                </a:lnTo>
                <a:lnTo>
                  <a:pt x="2023787" y="68539"/>
                </a:lnTo>
                <a:cubicBezTo>
                  <a:pt x="2025412" y="73065"/>
                  <a:pt x="2026906" y="77766"/>
                  <a:pt x="2028268" y="82643"/>
                </a:cubicBezTo>
                <a:cubicBezTo>
                  <a:pt x="2029323" y="78952"/>
                  <a:pt x="2030794" y="74515"/>
                  <a:pt x="2032684" y="69330"/>
                </a:cubicBezTo>
                <a:lnTo>
                  <a:pt x="2048237" y="26625"/>
                </a:lnTo>
                <a:lnTo>
                  <a:pt x="2060429" y="26625"/>
                </a:lnTo>
                <a:lnTo>
                  <a:pt x="2033936" y="96614"/>
                </a:lnTo>
                <a:lnTo>
                  <a:pt x="2022864" y="96614"/>
                </a:lnTo>
                <a:close/>
                <a:moveTo>
                  <a:pt x="2116579" y="87973"/>
                </a:moveTo>
                <a:cubicBezTo>
                  <a:pt x="2112185" y="91710"/>
                  <a:pt x="2107956" y="94348"/>
                  <a:pt x="2103892" y="95887"/>
                </a:cubicBezTo>
                <a:cubicBezTo>
                  <a:pt x="2099828" y="97426"/>
                  <a:pt x="2095468" y="98196"/>
                  <a:pt x="2090810" y="98196"/>
                </a:cubicBezTo>
                <a:cubicBezTo>
                  <a:pt x="2083122" y="98196"/>
                  <a:pt x="2077212" y="96316"/>
                  <a:pt x="2073082" y="92557"/>
                </a:cubicBezTo>
                <a:cubicBezTo>
                  <a:pt x="2068952" y="88798"/>
                  <a:pt x="2066887" y="83994"/>
                  <a:pt x="2066887" y="78147"/>
                </a:cubicBezTo>
                <a:cubicBezTo>
                  <a:pt x="2066887" y="74719"/>
                  <a:pt x="2067667" y="71587"/>
                  <a:pt x="2069227" y="68752"/>
                </a:cubicBezTo>
                <a:cubicBezTo>
                  <a:pt x="2070787" y="65915"/>
                  <a:pt x="2072830" y="63639"/>
                  <a:pt x="2075356" y="61924"/>
                </a:cubicBezTo>
                <a:cubicBezTo>
                  <a:pt x="2077882" y="60209"/>
                  <a:pt x="2080727" y="58913"/>
                  <a:pt x="2083891" y="58034"/>
                </a:cubicBezTo>
                <a:cubicBezTo>
                  <a:pt x="2086219" y="57418"/>
                  <a:pt x="2089734" y="56824"/>
                  <a:pt x="2094435" y="56253"/>
                </a:cubicBezTo>
                <a:cubicBezTo>
                  <a:pt x="2104013" y="55118"/>
                  <a:pt x="2111065" y="53766"/>
                  <a:pt x="2115590" y="52195"/>
                </a:cubicBezTo>
                <a:cubicBezTo>
                  <a:pt x="2115634" y="50577"/>
                  <a:pt x="2115656" y="49548"/>
                  <a:pt x="2115656" y="49110"/>
                </a:cubicBezTo>
                <a:cubicBezTo>
                  <a:pt x="2115656" y="44295"/>
                  <a:pt x="2114536" y="40903"/>
                  <a:pt x="2112295" y="38934"/>
                </a:cubicBezTo>
                <a:cubicBezTo>
                  <a:pt x="2109263" y="36264"/>
                  <a:pt x="2104760" y="34929"/>
                  <a:pt x="2098785" y="34929"/>
                </a:cubicBezTo>
                <a:cubicBezTo>
                  <a:pt x="2093205" y="34929"/>
                  <a:pt x="2089086" y="35906"/>
                  <a:pt x="2086428" y="37861"/>
                </a:cubicBezTo>
                <a:cubicBezTo>
                  <a:pt x="2083770" y="39817"/>
                  <a:pt x="2081804" y="43276"/>
                  <a:pt x="2080529" y="48241"/>
                </a:cubicBezTo>
                <a:lnTo>
                  <a:pt x="2068930" y="46660"/>
                </a:lnTo>
                <a:cubicBezTo>
                  <a:pt x="2069985" y="41680"/>
                  <a:pt x="2071720" y="37658"/>
                  <a:pt x="2074137" y="34595"/>
                </a:cubicBezTo>
                <a:cubicBezTo>
                  <a:pt x="2076553" y="31532"/>
                  <a:pt x="2080046" y="29175"/>
                  <a:pt x="2084615" y="27523"/>
                </a:cubicBezTo>
                <a:cubicBezTo>
                  <a:pt x="2089185" y="25870"/>
                  <a:pt x="2094479" y="25043"/>
                  <a:pt x="2100498" y="25043"/>
                </a:cubicBezTo>
                <a:cubicBezTo>
                  <a:pt x="2106473" y="25043"/>
                  <a:pt x="2111328" y="25746"/>
                  <a:pt x="2115063" y="27152"/>
                </a:cubicBezTo>
                <a:cubicBezTo>
                  <a:pt x="2118797" y="28558"/>
                  <a:pt x="2121543" y="30326"/>
                  <a:pt x="2123301" y="32457"/>
                </a:cubicBezTo>
                <a:cubicBezTo>
                  <a:pt x="2125058" y="34588"/>
                  <a:pt x="2126288" y="37279"/>
                  <a:pt x="2126991" y="40531"/>
                </a:cubicBezTo>
                <a:cubicBezTo>
                  <a:pt x="2127387" y="42552"/>
                  <a:pt x="2127584" y="46198"/>
                  <a:pt x="2127584" y="51470"/>
                </a:cubicBezTo>
                <a:lnTo>
                  <a:pt x="2127584" y="67287"/>
                </a:lnTo>
                <a:cubicBezTo>
                  <a:pt x="2127584" y="78315"/>
                  <a:pt x="2127837" y="85290"/>
                  <a:pt x="2128342" y="88212"/>
                </a:cubicBezTo>
                <a:cubicBezTo>
                  <a:pt x="2128848" y="91133"/>
                  <a:pt x="2129847" y="93934"/>
                  <a:pt x="2131341" y="96614"/>
                </a:cubicBezTo>
                <a:lnTo>
                  <a:pt x="2118951" y="96614"/>
                </a:lnTo>
                <a:cubicBezTo>
                  <a:pt x="2117721" y="94151"/>
                  <a:pt x="2116930" y="91271"/>
                  <a:pt x="2116579" y="87973"/>
                </a:cubicBezTo>
                <a:moveTo>
                  <a:pt x="2115590" y="61422"/>
                </a:moveTo>
                <a:cubicBezTo>
                  <a:pt x="2111284" y="63194"/>
                  <a:pt x="2104826" y="64701"/>
                  <a:pt x="2096214" y="65940"/>
                </a:cubicBezTo>
                <a:cubicBezTo>
                  <a:pt x="2091338" y="66646"/>
                  <a:pt x="2087889" y="67440"/>
                  <a:pt x="2085868" y="68323"/>
                </a:cubicBezTo>
                <a:cubicBezTo>
                  <a:pt x="2083847" y="69205"/>
                  <a:pt x="2082287" y="70495"/>
                  <a:pt x="2081188" y="72195"/>
                </a:cubicBezTo>
                <a:cubicBezTo>
                  <a:pt x="2080090" y="73893"/>
                  <a:pt x="2079541" y="75779"/>
                  <a:pt x="2079541" y="77852"/>
                </a:cubicBezTo>
                <a:cubicBezTo>
                  <a:pt x="2079541" y="81028"/>
                  <a:pt x="2080738" y="83675"/>
                  <a:pt x="2083133" y="85794"/>
                </a:cubicBezTo>
                <a:cubicBezTo>
                  <a:pt x="2085527" y="87911"/>
                  <a:pt x="2089031" y="88969"/>
                  <a:pt x="2093644" y="88969"/>
                </a:cubicBezTo>
                <a:cubicBezTo>
                  <a:pt x="2098213" y="88969"/>
                  <a:pt x="2102278" y="87965"/>
                  <a:pt x="2105836" y="85956"/>
                </a:cubicBezTo>
                <a:cubicBezTo>
                  <a:pt x="2109395" y="83948"/>
                  <a:pt x="2112009" y="81200"/>
                  <a:pt x="2113679" y="77712"/>
                </a:cubicBezTo>
                <a:cubicBezTo>
                  <a:pt x="2114953" y="75018"/>
                  <a:pt x="2115590" y="71045"/>
                  <a:pt x="2115590" y="65792"/>
                </a:cubicBezTo>
                <a:lnTo>
                  <a:pt x="2115590" y="61422"/>
                </a:lnTo>
                <a:close/>
                <a:moveTo>
                  <a:pt x="2191622" y="70912"/>
                </a:moveTo>
                <a:lnTo>
                  <a:pt x="2203287" y="72428"/>
                </a:lnTo>
                <a:cubicBezTo>
                  <a:pt x="2202013" y="80488"/>
                  <a:pt x="2198750" y="86799"/>
                  <a:pt x="2193500" y="91358"/>
                </a:cubicBezTo>
                <a:cubicBezTo>
                  <a:pt x="2188250" y="95917"/>
                  <a:pt x="2181802" y="98196"/>
                  <a:pt x="2174158" y="98196"/>
                </a:cubicBezTo>
                <a:cubicBezTo>
                  <a:pt x="2164580" y="98196"/>
                  <a:pt x="2156880" y="95065"/>
                  <a:pt x="2151058" y="88805"/>
                </a:cubicBezTo>
                <a:cubicBezTo>
                  <a:pt x="2145237" y="82544"/>
                  <a:pt x="2142326" y="73570"/>
                  <a:pt x="2142326" y="61883"/>
                </a:cubicBezTo>
                <a:cubicBezTo>
                  <a:pt x="2142326" y="54326"/>
                  <a:pt x="2143578" y="47714"/>
                  <a:pt x="2146083" y="42046"/>
                </a:cubicBezTo>
                <a:cubicBezTo>
                  <a:pt x="2148587" y="36379"/>
                  <a:pt x="2152398" y="32128"/>
                  <a:pt x="2157517" y="29294"/>
                </a:cubicBezTo>
                <a:cubicBezTo>
                  <a:pt x="2162635" y="26460"/>
                  <a:pt x="2168204" y="25043"/>
                  <a:pt x="2174223" y="25043"/>
                </a:cubicBezTo>
                <a:cubicBezTo>
                  <a:pt x="2181824" y="25043"/>
                  <a:pt x="2188041" y="26972"/>
                  <a:pt x="2192874" y="30828"/>
                </a:cubicBezTo>
                <a:cubicBezTo>
                  <a:pt x="2197707" y="34684"/>
                  <a:pt x="2200804" y="40158"/>
                  <a:pt x="2202166" y="47253"/>
                </a:cubicBezTo>
                <a:lnTo>
                  <a:pt x="2190633" y="49032"/>
                </a:lnTo>
                <a:cubicBezTo>
                  <a:pt x="2189535" y="44353"/>
                  <a:pt x="2187591" y="40833"/>
                  <a:pt x="2184801" y="38471"/>
                </a:cubicBezTo>
                <a:cubicBezTo>
                  <a:pt x="2182011" y="36109"/>
                  <a:pt x="2178639" y="34929"/>
                  <a:pt x="2174685" y="34929"/>
                </a:cubicBezTo>
                <a:cubicBezTo>
                  <a:pt x="2168710" y="34929"/>
                  <a:pt x="2163855" y="37060"/>
                  <a:pt x="2160120" y="41323"/>
                </a:cubicBezTo>
                <a:cubicBezTo>
                  <a:pt x="2156386" y="45585"/>
                  <a:pt x="2154518" y="52329"/>
                  <a:pt x="2154518" y="61554"/>
                </a:cubicBezTo>
                <a:cubicBezTo>
                  <a:pt x="2154518" y="70911"/>
                  <a:pt x="2156320" y="77710"/>
                  <a:pt x="2159922" y="81951"/>
                </a:cubicBezTo>
                <a:cubicBezTo>
                  <a:pt x="2163525" y="86190"/>
                  <a:pt x="2168226" y="88310"/>
                  <a:pt x="2174026" y="88310"/>
                </a:cubicBezTo>
                <a:cubicBezTo>
                  <a:pt x="2178683" y="88310"/>
                  <a:pt x="2182571" y="86888"/>
                  <a:pt x="2185691" y="84043"/>
                </a:cubicBezTo>
                <a:cubicBezTo>
                  <a:pt x="2188810" y="81198"/>
                  <a:pt x="2190787" y="76821"/>
                  <a:pt x="2191622" y="70912"/>
                </a:cubicBezTo>
                <a:close/>
                <a:moveTo>
                  <a:pt x="2259107" y="70912"/>
                </a:moveTo>
                <a:lnTo>
                  <a:pt x="2270772" y="72428"/>
                </a:lnTo>
                <a:cubicBezTo>
                  <a:pt x="2269497" y="80488"/>
                  <a:pt x="2266235" y="86799"/>
                  <a:pt x="2260985" y="91358"/>
                </a:cubicBezTo>
                <a:cubicBezTo>
                  <a:pt x="2255735" y="95917"/>
                  <a:pt x="2249287" y="98196"/>
                  <a:pt x="2241642" y="98196"/>
                </a:cubicBezTo>
                <a:cubicBezTo>
                  <a:pt x="2232064" y="98196"/>
                  <a:pt x="2224365" y="95065"/>
                  <a:pt x="2218543" y="88805"/>
                </a:cubicBezTo>
                <a:cubicBezTo>
                  <a:pt x="2212722" y="82544"/>
                  <a:pt x="2209811" y="73570"/>
                  <a:pt x="2209811" y="61883"/>
                </a:cubicBezTo>
                <a:cubicBezTo>
                  <a:pt x="2209811" y="54326"/>
                  <a:pt x="2211063" y="47714"/>
                  <a:pt x="2213567" y="42046"/>
                </a:cubicBezTo>
                <a:cubicBezTo>
                  <a:pt x="2216072" y="36379"/>
                  <a:pt x="2219883" y="32128"/>
                  <a:pt x="2225002" y="29294"/>
                </a:cubicBezTo>
                <a:cubicBezTo>
                  <a:pt x="2230120" y="26460"/>
                  <a:pt x="2235689" y="25043"/>
                  <a:pt x="2241708" y="25043"/>
                </a:cubicBezTo>
                <a:cubicBezTo>
                  <a:pt x="2249309" y="25043"/>
                  <a:pt x="2255526" y="26972"/>
                  <a:pt x="2260359" y="30828"/>
                </a:cubicBezTo>
                <a:cubicBezTo>
                  <a:pt x="2265192" y="34684"/>
                  <a:pt x="2268289" y="40158"/>
                  <a:pt x="2269651" y="47253"/>
                </a:cubicBezTo>
                <a:lnTo>
                  <a:pt x="2258118" y="49032"/>
                </a:lnTo>
                <a:cubicBezTo>
                  <a:pt x="2257020" y="44353"/>
                  <a:pt x="2255076" y="40833"/>
                  <a:pt x="2252286" y="38471"/>
                </a:cubicBezTo>
                <a:cubicBezTo>
                  <a:pt x="2249496" y="36109"/>
                  <a:pt x="2246124" y="34929"/>
                  <a:pt x="2242170" y="34929"/>
                </a:cubicBezTo>
                <a:cubicBezTo>
                  <a:pt x="2236194" y="34929"/>
                  <a:pt x="2231339" y="37060"/>
                  <a:pt x="2227605" y="41323"/>
                </a:cubicBezTo>
                <a:cubicBezTo>
                  <a:pt x="2223870" y="45585"/>
                  <a:pt x="2222003" y="52329"/>
                  <a:pt x="2222003" y="61554"/>
                </a:cubicBezTo>
                <a:cubicBezTo>
                  <a:pt x="2222003" y="70911"/>
                  <a:pt x="2223804" y="77710"/>
                  <a:pt x="2227407" y="81951"/>
                </a:cubicBezTo>
                <a:cubicBezTo>
                  <a:pt x="2231010" y="86190"/>
                  <a:pt x="2235711" y="88310"/>
                  <a:pt x="2241510" y="88310"/>
                </a:cubicBezTo>
                <a:cubicBezTo>
                  <a:pt x="2246168" y="88310"/>
                  <a:pt x="2250056" y="86888"/>
                  <a:pt x="2253175" y="84043"/>
                </a:cubicBezTo>
                <a:cubicBezTo>
                  <a:pt x="2256295" y="81198"/>
                  <a:pt x="2258272" y="76821"/>
                  <a:pt x="2259107" y="70912"/>
                </a:cubicBezTo>
                <a:close/>
                <a:moveTo>
                  <a:pt x="2280987" y="13708"/>
                </a:moveTo>
                <a:lnTo>
                  <a:pt x="2280987" y="0"/>
                </a:lnTo>
                <a:lnTo>
                  <a:pt x="2292849" y="0"/>
                </a:lnTo>
                <a:lnTo>
                  <a:pt x="2292849" y="13708"/>
                </a:lnTo>
                <a:lnTo>
                  <a:pt x="2280987" y="13708"/>
                </a:lnTo>
                <a:moveTo>
                  <a:pt x="2280987" y="96614"/>
                </a:moveTo>
                <a:lnTo>
                  <a:pt x="2280987" y="26625"/>
                </a:lnTo>
                <a:lnTo>
                  <a:pt x="2292849" y="26625"/>
                </a:lnTo>
                <a:lnTo>
                  <a:pt x="2292849" y="96614"/>
                </a:lnTo>
                <a:lnTo>
                  <a:pt x="2280987" y="96614"/>
                </a:lnTo>
                <a:close/>
                <a:moveTo>
                  <a:pt x="2310884" y="96614"/>
                </a:moveTo>
                <a:lnTo>
                  <a:pt x="2310884" y="26625"/>
                </a:lnTo>
                <a:lnTo>
                  <a:pt x="2321560" y="26625"/>
                </a:lnTo>
                <a:lnTo>
                  <a:pt x="2321560" y="36510"/>
                </a:lnTo>
                <a:cubicBezTo>
                  <a:pt x="2326701" y="28866"/>
                  <a:pt x="2334126" y="25043"/>
                  <a:pt x="2343836" y="25043"/>
                </a:cubicBezTo>
                <a:cubicBezTo>
                  <a:pt x="2348054" y="25043"/>
                  <a:pt x="2351931" y="25801"/>
                  <a:pt x="2355468" y="27317"/>
                </a:cubicBezTo>
                <a:cubicBezTo>
                  <a:pt x="2359005" y="28833"/>
                  <a:pt x="2361652" y="30821"/>
                  <a:pt x="2363409" y="33281"/>
                </a:cubicBezTo>
                <a:cubicBezTo>
                  <a:pt x="2365166" y="35742"/>
                  <a:pt x="2366397" y="38663"/>
                  <a:pt x="2367100" y="42046"/>
                </a:cubicBezTo>
                <a:cubicBezTo>
                  <a:pt x="2367539" y="44243"/>
                  <a:pt x="2367759" y="48087"/>
                  <a:pt x="2367759" y="53579"/>
                </a:cubicBezTo>
                <a:lnTo>
                  <a:pt x="2367759" y="96614"/>
                </a:lnTo>
                <a:lnTo>
                  <a:pt x="2355896" y="96614"/>
                </a:lnTo>
                <a:lnTo>
                  <a:pt x="2355896" y="53995"/>
                </a:lnTo>
                <a:cubicBezTo>
                  <a:pt x="2355896" y="49157"/>
                  <a:pt x="2355435" y="45539"/>
                  <a:pt x="2354512" y="43142"/>
                </a:cubicBezTo>
                <a:cubicBezTo>
                  <a:pt x="2353589" y="40745"/>
                  <a:pt x="2351953" y="38831"/>
                  <a:pt x="2349602" y="37402"/>
                </a:cubicBezTo>
                <a:cubicBezTo>
                  <a:pt x="2347252" y="35973"/>
                  <a:pt x="2344495" y="35258"/>
                  <a:pt x="2341331" y="35258"/>
                </a:cubicBezTo>
                <a:cubicBezTo>
                  <a:pt x="2336279" y="35258"/>
                  <a:pt x="2331918" y="36864"/>
                  <a:pt x="2328250" y="40075"/>
                </a:cubicBezTo>
                <a:cubicBezTo>
                  <a:pt x="2324581" y="43285"/>
                  <a:pt x="2322747" y="49377"/>
                  <a:pt x="2322747" y="58349"/>
                </a:cubicBezTo>
                <a:lnTo>
                  <a:pt x="2322747" y="96614"/>
                </a:lnTo>
                <a:lnTo>
                  <a:pt x="2310884" y="96614"/>
                </a:lnTo>
                <a:close/>
                <a:moveTo>
                  <a:pt x="2433839" y="74075"/>
                </a:moveTo>
                <a:lnTo>
                  <a:pt x="2446097" y="75591"/>
                </a:lnTo>
                <a:cubicBezTo>
                  <a:pt x="2444164" y="82753"/>
                  <a:pt x="2440583" y="88310"/>
                  <a:pt x="2435355" y="92265"/>
                </a:cubicBezTo>
                <a:cubicBezTo>
                  <a:pt x="2430126" y="96219"/>
                  <a:pt x="2423448" y="98196"/>
                  <a:pt x="2415320" y="98196"/>
                </a:cubicBezTo>
                <a:cubicBezTo>
                  <a:pt x="2405083" y="98196"/>
                  <a:pt x="2396966" y="95043"/>
                  <a:pt x="2390969" y="88739"/>
                </a:cubicBezTo>
                <a:cubicBezTo>
                  <a:pt x="2384972" y="82434"/>
                  <a:pt x="2381973" y="73592"/>
                  <a:pt x="2381973" y="62213"/>
                </a:cubicBezTo>
                <a:cubicBezTo>
                  <a:pt x="2381973" y="50438"/>
                  <a:pt x="2385005" y="41299"/>
                  <a:pt x="2391068" y="34797"/>
                </a:cubicBezTo>
                <a:cubicBezTo>
                  <a:pt x="2397131" y="28294"/>
                  <a:pt x="2404995" y="25043"/>
                  <a:pt x="2414661" y="25043"/>
                </a:cubicBezTo>
                <a:cubicBezTo>
                  <a:pt x="2424019" y="25043"/>
                  <a:pt x="2431664" y="28224"/>
                  <a:pt x="2437595" y="34585"/>
                </a:cubicBezTo>
                <a:cubicBezTo>
                  <a:pt x="2443527" y="40944"/>
                  <a:pt x="2446492" y="49892"/>
                  <a:pt x="2446492" y="61428"/>
                </a:cubicBezTo>
                <a:cubicBezTo>
                  <a:pt x="2446492" y="62130"/>
                  <a:pt x="2446470" y="63182"/>
                  <a:pt x="2446426" y="64585"/>
                </a:cubicBezTo>
                <a:lnTo>
                  <a:pt x="2394231" y="64585"/>
                </a:lnTo>
                <a:cubicBezTo>
                  <a:pt x="2394670" y="72252"/>
                  <a:pt x="2396845" y="78123"/>
                  <a:pt x="2400755" y="82198"/>
                </a:cubicBezTo>
                <a:cubicBezTo>
                  <a:pt x="2404666" y="86273"/>
                  <a:pt x="2409543" y="88310"/>
                  <a:pt x="2415386" y="88310"/>
                </a:cubicBezTo>
                <a:cubicBezTo>
                  <a:pt x="2419736" y="88310"/>
                  <a:pt x="2423448" y="87179"/>
                  <a:pt x="2426524" y="84916"/>
                </a:cubicBezTo>
                <a:cubicBezTo>
                  <a:pt x="2429599" y="82652"/>
                  <a:pt x="2432038" y="79039"/>
                  <a:pt x="2433839" y="74075"/>
                </a:cubicBezTo>
                <a:moveTo>
                  <a:pt x="2394890" y="54700"/>
                </a:moveTo>
                <a:lnTo>
                  <a:pt x="2433971" y="54700"/>
                </a:lnTo>
                <a:cubicBezTo>
                  <a:pt x="2433443" y="48908"/>
                  <a:pt x="2431950" y="44565"/>
                  <a:pt x="2429489" y="41669"/>
                </a:cubicBezTo>
                <a:cubicBezTo>
                  <a:pt x="2425711" y="37176"/>
                  <a:pt x="2420812" y="34929"/>
                  <a:pt x="2414793" y="34929"/>
                </a:cubicBezTo>
                <a:cubicBezTo>
                  <a:pt x="2409345" y="34929"/>
                  <a:pt x="2404765" y="36723"/>
                  <a:pt x="2401052" y="40310"/>
                </a:cubicBezTo>
                <a:cubicBezTo>
                  <a:pt x="2397339" y="43896"/>
                  <a:pt x="2395286" y="48693"/>
                  <a:pt x="2394890" y="54700"/>
                </a:cubicBezTo>
                <a:close/>
                <a:moveTo>
                  <a:pt x="2456226" y="75657"/>
                </a:moveTo>
                <a:lnTo>
                  <a:pt x="2467956" y="73812"/>
                </a:lnTo>
                <a:cubicBezTo>
                  <a:pt x="2468615" y="78492"/>
                  <a:pt x="2470450" y="82079"/>
                  <a:pt x="2473459" y="84572"/>
                </a:cubicBezTo>
                <a:cubicBezTo>
                  <a:pt x="2476469" y="87064"/>
                  <a:pt x="2480676" y="88310"/>
                  <a:pt x="2486080" y="88310"/>
                </a:cubicBezTo>
                <a:cubicBezTo>
                  <a:pt x="2491528" y="88310"/>
                  <a:pt x="2495570" y="87210"/>
                  <a:pt x="2498206" y="85009"/>
                </a:cubicBezTo>
                <a:cubicBezTo>
                  <a:pt x="2500842" y="82807"/>
                  <a:pt x="2502160" y="80224"/>
                  <a:pt x="2502160" y="77261"/>
                </a:cubicBezTo>
                <a:cubicBezTo>
                  <a:pt x="2502160" y="74602"/>
                  <a:pt x="2500996" y="72509"/>
                  <a:pt x="2498667" y="70984"/>
                </a:cubicBezTo>
                <a:cubicBezTo>
                  <a:pt x="2497042" y="69938"/>
                  <a:pt x="2493000" y="68608"/>
                  <a:pt x="2486541" y="66995"/>
                </a:cubicBezTo>
                <a:cubicBezTo>
                  <a:pt x="2477842" y="64797"/>
                  <a:pt x="2471812" y="62895"/>
                  <a:pt x="2468451" y="61290"/>
                </a:cubicBezTo>
                <a:cubicBezTo>
                  <a:pt x="2465090" y="59685"/>
                  <a:pt x="2462541" y="57464"/>
                  <a:pt x="2460806" y="54628"/>
                </a:cubicBezTo>
                <a:cubicBezTo>
                  <a:pt x="2459070" y="51791"/>
                  <a:pt x="2458203" y="48658"/>
                  <a:pt x="2458203" y="45228"/>
                </a:cubicBezTo>
                <a:cubicBezTo>
                  <a:pt x="2458203" y="42106"/>
                  <a:pt x="2458917" y="39214"/>
                  <a:pt x="2460345" y="36554"/>
                </a:cubicBezTo>
                <a:cubicBezTo>
                  <a:pt x="2461772" y="33893"/>
                  <a:pt x="2463717" y="31683"/>
                  <a:pt x="2466177" y="29924"/>
                </a:cubicBezTo>
                <a:cubicBezTo>
                  <a:pt x="2468022" y="28561"/>
                  <a:pt x="2470538" y="27407"/>
                  <a:pt x="2473723" y="26462"/>
                </a:cubicBezTo>
                <a:cubicBezTo>
                  <a:pt x="2476908" y="25516"/>
                  <a:pt x="2480324" y="25043"/>
                  <a:pt x="2483971" y="25043"/>
                </a:cubicBezTo>
                <a:cubicBezTo>
                  <a:pt x="2489463" y="25043"/>
                  <a:pt x="2494285" y="25840"/>
                  <a:pt x="2498437" y="27432"/>
                </a:cubicBezTo>
                <a:cubicBezTo>
                  <a:pt x="2502589" y="29024"/>
                  <a:pt x="2505653" y="31180"/>
                  <a:pt x="2507630" y="33901"/>
                </a:cubicBezTo>
                <a:cubicBezTo>
                  <a:pt x="2509607" y="36621"/>
                  <a:pt x="2510969" y="40259"/>
                  <a:pt x="2511716" y="44814"/>
                </a:cubicBezTo>
                <a:lnTo>
                  <a:pt x="2500117" y="46396"/>
                </a:lnTo>
                <a:cubicBezTo>
                  <a:pt x="2499590" y="42793"/>
                  <a:pt x="2498063" y="39981"/>
                  <a:pt x="2495537" y="37960"/>
                </a:cubicBezTo>
                <a:cubicBezTo>
                  <a:pt x="2493011" y="35939"/>
                  <a:pt x="2489441" y="34929"/>
                  <a:pt x="2484828" y="34929"/>
                </a:cubicBezTo>
                <a:cubicBezTo>
                  <a:pt x="2479380" y="34929"/>
                  <a:pt x="2475491" y="35825"/>
                  <a:pt x="2473163" y="37618"/>
                </a:cubicBezTo>
                <a:cubicBezTo>
                  <a:pt x="2470834" y="39410"/>
                  <a:pt x="2469670" y="41509"/>
                  <a:pt x="2469670" y="43914"/>
                </a:cubicBezTo>
                <a:cubicBezTo>
                  <a:pt x="2469670" y="45444"/>
                  <a:pt x="2470153" y="46821"/>
                  <a:pt x="2471120" y="48046"/>
                </a:cubicBezTo>
                <a:cubicBezTo>
                  <a:pt x="2472086" y="49313"/>
                  <a:pt x="2473602" y="50362"/>
                  <a:pt x="2475667" y="51192"/>
                </a:cubicBezTo>
                <a:cubicBezTo>
                  <a:pt x="2476853" y="51630"/>
                  <a:pt x="2480346" y="52636"/>
                  <a:pt x="2486146" y="54210"/>
                </a:cubicBezTo>
                <a:cubicBezTo>
                  <a:pt x="2494537" y="56449"/>
                  <a:pt x="2500392" y="58282"/>
                  <a:pt x="2503709" y="59708"/>
                </a:cubicBezTo>
                <a:cubicBezTo>
                  <a:pt x="2507026" y="61135"/>
                  <a:pt x="2509629" y="63209"/>
                  <a:pt x="2511518" y="65932"/>
                </a:cubicBezTo>
                <a:cubicBezTo>
                  <a:pt x="2513408" y="68653"/>
                  <a:pt x="2514352" y="72033"/>
                  <a:pt x="2514352" y="76071"/>
                </a:cubicBezTo>
                <a:cubicBezTo>
                  <a:pt x="2514352" y="80022"/>
                  <a:pt x="2513199" y="83743"/>
                  <a:pt x="2510892" y="87233"/>
                </a:cubicBezTo>
                <a:cubicBezTo>
                  <a:pt x="2508586" y="90722"/>
                  <a:pt x="2505258" y="93421"/>
                  <a:pt x="2500908" y="95331"/>
                </a:cubicBezTo>
                <a:cubicBezTo>
                  <a:pt x="2496558" y="97241"/>
                  <a:pt x="2491638" y="98196"/>
                  <a:pt x="2486146" y="98196"/>
                </a:cubicBezTo>
                <a:cubicBezTo>
                  <a:pt x="2477051" y="98196"/>
                  <a:pt x="2470120" y="96301"/>
                  <a:pt x="2465353" y="92512"/>
                </a:cubicBezTo>
                <a:cubicBezTo>
                  <a:pt x="2460586" y="88722"/>
                  <a:pt x="2457544" y="83104"/>
                  <a:pt x="2456226" y="756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infringeuponyourconstitutionalrighttofree">
            <a:extLst xmlns:a="http://schemas.openxmlformats.org/drawingml/2006/main">
              <a:ext uri="{FF2B5EF4-FFF2-40B4-BE49-F238E27FC236}">
                <a16:creationId xmlns:a16="http://schemas.microsoft.com/office/drawing/2014/main" id="{48CFA22F-314D-46C2-9FE4-18D3E98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11" y="3332560"/>
            <a:ext cx="2611159" cy="126666"/>
          </a:xfrm>
          <a:custGeom xmlns:a="http://schemas.openxmlformats.org/drawingml/2006/main">
            <a:pathLst>
              <a:path w="2611159" h="126666">
                <a:moveTo>
                  <a:pt x="0" y="15290"/>
                </a:moveTo>
                <a:lnTo>
                  <a:pt x="0" y="1582"/>
                </a:lnTo>
                <a:lnTo>
                  <a:pt x="11863" y="1582"/>
                </a:lnTo>
                <a:lnTo>
                  <a:pt x="11863" y="15290"/>
                </a:lnTo>
                <a:lnTo>
                  <a:pt x="0" y="15290"/>
                </a:lnTo>
                <a:moveTo>
                  <a:pt x="0" y="98196"/>
                </a:moveTo>
                <a:lnTo>
                  <a:pt x="0" y="28207"/>
                </a:lnTo>
                <a:lnTo>
                  <a:pt x="11863" y="28207"/>
                </a:lnTo>
                <a:lnTo>
                  <a:pt x="11863" y="98196"/>
                </a:lnTo>
                <a:lnTo>
                  <a:pt x="0" y="98196"/>
                </a:lnTo>
                <a:close/>
                <a:moveTo>
                  <a:pt x="29897" y="98196"/>
                </a:moveTo>
                <a:lnTo>
                  <a:pt x="29897" y="28207"/>
                </a:lnTo>
                <a:lnTo>
                  <a:pt x="40574" y="28207"/>
                </a:lnTo>
                <a:lnTo>
                  <a:pt x="40574" y="38092"/>
                </a:lnTo>
                <a:cubicBezTo>
                  <a:pt x="45714" y="30447"/>
                  <a:pt x="53139" y="26625"/>
                  <a:pt x="62849" y="26625"/>
                </a:cubicBezTo>
                <a:cubicBezTo>
                  <a:pt x="67067" y="26625"/>
                  <a:pt x="70944" y="27383"/>
                  <a:pt x="74481" y="28899"/>
                </a:cubicBezTo>
                <a:cubicBezTo>
                  <a:pt x="78018" y="30414"/>
                  <a:pt x="80665" y="32402"/>
                  <a:pt x="82422" y="34863"/>
                </a:cubicBezTo>
                <a:cubicBezTo>
                  <a:pt x="84180" y="37323"/>
                  <a:pt x="85410" y="40245"/>
                  <a:pt x="86113" y="43628"/>
                </a:cubicBezTo>
                <a:cubicBezTo>
                  <a:pt x="86552" y="45825"/>
                  <a:pt x="86772" y="49669"/>
                  <a:pt x="86772" y="55161"/>
                </a:cubicBezTo>
                <a:lnTo>
                  <a:pt x="86772" y="98196"/>
                </a:lnTo>
                <a:lnTo>
                  <a:pt x="74909" y="98196"/>
                </a:lnTo>
                <a:lnTo>
                  <a:pt x="74909" y="55577"/>
                </a:lnTo>
                <a:cubicBezTo>
                  <a:pt x="74909" y="50739"/>
                  <a:pt x="74448" y="47121"/>
                  <a:pt x="73525" y="44724"/>
                </a:cubicBezTo>
                <a:cubicBezTo>
                  <a:pt x="72603" y="42326"/>
                  <a:pt x="70966" y="40413"/>
                  <a:pt x="68615" y="38984"/>
                </a:cubicBezTo>
                <a:cubicBezTo>
                  <a:pt x="66265" y="37555"/>
                  <a:pt x="63508" y="36840"/>
                  <a:pt x="60345" y="36840"/>
                </a:cubicBezTo>
                <a:cubicBezTo>
                  <a:pt x="55292" y="36840"/>
                  <a:pt x="50931" y="38446"/>
                  <a:pt x="47263" y="41657"/>
                </a:cubicBezTo>
                <a:cubicBezTo>
                  <a:pt x="43594" y="44867"/>
                  <a:pt x="41760" y="50958"/>
                  <a:pt x="41760" y="59931"/>
                </a:cubicBezTo>
                <a:lnTo>
                  <a:pt x="41760" y="98196"/>
                </a:lnTo>
                <a:lnTo>
                  <a:pt x="29897" y="98196"/>
                </a:lnTo>
                <a:close/>
                <a:moveTo>
                  <a:pt x="107774" y="98196"/>
                </a:moveTo>
                <a:lnTo>
                  <a:pt x="107774" y="37433"/>
                </a:lnTo>
                <a:lnTo>
                  <a:pt x="97296" y="37433"/>
                </a:lnTo>
                <a:lnTo>
                  <a:pt x="97296" y="28207"/>
                </a:lnTo>
                <a:lnTo>
                  <a:pt x="107774" y="28207"/>
                </a:lnTo>
                <a:lnTo>
                  <a:pt x="107774" y="20776"/>
                </a:lnTo>
                <a:cubicBezTo>
                  <a:pt x="107774" y="16086"/>
                  <a:pt x="108192" y="12601"/>
                  <a:pt x="109027" y="10322"/>
                </a:cubicBezTo>
                <a:cubicBezTo>
                  <a:pt x="110169" y="7255"/>
                  <a:pt x="112179" y="4768"/>
                  <a:pt x="115057" y="2861"/>
                </a:cubicBezTo>
                <a:cubicBezTo>
                  <a:pt x="117935" y="954"/>
                  <a:pt x="121966" y="0"/>
                  <a:pt x="127150" y="0"/>
                </a:cubicBezTo>
                <a:cubicBezTo>
                  <a:pt x="130489" y="0"/>
                  <a:pt x="134180" y="395"/>
                  <a:pt x="138222" y="1186"/>
                </a:cubicBezTo>
                <a:lnTo>
                  <a:pt x="136442" y="11533"/>
                </a:lnTo>
                <a:cubicBezTo>
                  <a:pt x="133982" y="11094"/>
                  <a:pt x="131653" y="10874"/>
                  <a:pt x="129457" y="10874"/>
                </a:cubicBezTo>
                <a:cubicBezTo>
                  <a:pt x="125854" y="10874"/>
                  <a:pt x="123306" y="11640"/>
                  <a:pt x="121812" y="13172"/>
                </a:cubicBezTo>
                <a:cubicBezTo>
                  <a:pt x="120318" y="14705"/>
                  <a:pt x="119571" y="17571"/>
                  <a:pt x="119571" y="21773"/>
                </a:cubicBezTo>
                <a:lnTo>
                  <a:pt x="119571" y="28207"/>
                </a:lnTo>
                <a:lnTo>
                  <a:pt x="133213" y="28207"/>
                </a:lnTo>
                <a:lnTo>
                  <a:pt x="133213" y="37433"/>
                </a:lnTo>
                <a:lnTo>
                  <a:pt x="119571" y="37433"/>
                </a:lnTo>
                <a:lnTo>
                  <a:pt x="119571" y="98196"/>
                </a:lnTo>
                <a:lnTo>
                  <a:pt x="107774" y="98196"/>
                </a:lnTo>
                <a:close/>
                <a:moveTo>
                  <a:pt x="142330" y="98196"/>
                </a:moveTo>
                <a:lnTo>
                  <a:pt x="142330" y="28207"/>
                </a:lnTo>
                <a:lnTo>
                  <a:pt x="153007" y="28207"/>
                </a:lnTo>
                <a:lnTo>
                  <a:pt x="153007" y="38751"/>
                </a:lnTo>
                <a:cubicBezTo>
                  <a:pt x="155731" y="33814"/>
                  <a:pt x="158246" y="30559"/>
                  <a:pt x="160553" y="28985"/>
                </a:cubicBezTo>
                <a:cubicBezTo>
                  <a:pt x="162859" y="27412"/>
                  <a:pt x="165397" y="26625"/>
                  <a:pt x="168164" y="26625"/>
                </a:cubicBezTo>
                <a:cubicBezTo>
                  <a:pt x="172163" y="26625"/>
                  <a:pt x="176227" y="27894"/>
                  <a:pt x="180357" y="30431"/>
                </a:cubicBezTo>
                <a:lnTo>
                  <a:pt x="176271" y="41387"/>
                </a:lnTo>
                <a:cubicBezTo>
                  <a:pt x="173371" y="39674"/>
                  <a:pt x="170471" y="38817"/>
                  <a:pt x="167571" y="38817"/>
                </a:cubicBezTo>
                <a:cubicBezTo>
                  <a:pt x="164979" y="38817"/>
                  <a:pt x="162651" y="39598"/>
                  <a:pt x="160586" y="41161"/>
                </a:cubicBezTo>
                <a:cubicBezTo>
                  <a:pt x="158521" y="42722"/>
                  <a:pt x="157049" y="44888"/>
                  <a:pt x="156170" y="47658"/>
                </a:cubicBezTo>
                <a:cubicBezTo>
                  <a:pt x="154852" y="51880"/>
                  <a:pt x="154193" y="56498"/>
                  <a:pt x="154193" y="61512"/>
                </a:cubicBezTo>
                <a:lnTo>
                  <a:pt x="154193" y="98196"/>
                </a:lnTo>
                <a:lnTo>
                  <a:pt x="142330" y="98196"/>
                </a:lnTo>
                <a:close/>
                <a:moveTo>
                  <a:pt x="187473" y="15290"/>
                </a:moveTo>
                <a:lnTo>
                  <a:pt x="187473" y="1582"/>
                </a:lnTo>
                <a:lnTo>
                  <a:pt x="199336" y="1582"/>
                </a:lnTo>
                <a:lnTo>
                  <a:pt x="199336" y="15290"/>
                </a:lnTo>
                <a:lnTo>
                  <a:pt x="187473" y="15290"/>
                </a:lnTo>
                <a:moveTo>
                  <a:pt x="187473" y="98196"/>
                </a:moveTo>
                <a:lnTo>
                  <a:pt x="187473" y="28207"/>
                </a:lnTo>
                <a:lnTo>
                  <a:pt x="199336" y="28207"/>
                </a:lnTo>
                <a:lnTo>
                  <a:pt x="199336" y="98196"/>
                </a:lnTo>
                <a:lnTo>
                  <a:pt x="187473" y="98196"/>
                </a:lnTo>
                <a:close/>
                <a:moveTo>
                  <a:pt x="217370" y="98196"/>
                </a:moveTo>
                <a:lnTo>
                  <a:pt x="217370" y="28207"/>
                </a:lnTo>
                <a:lnTo>
                  <a:pt x="228047" y="28207"/>
                </a:lnTo>
                <a:lnTo>
                  <a:pt x="228047" y="38092"/>
                </a:lnTo>
                <a:cubicBezTo>
                  <a:pt x="233187" y="30447"/>
                  <a:pt x="240612" y="26625"/>
                  <a:pt x="250322" y="26625"/>
                </a:cubicBezTo>
                <a:cubicBezTo>
                  <a:pt x="254540" y="26625"/>
                  <a:pt x="258417" y="27383"/>
                  <a:pt x="261954" y="28899"/>
                </a:cubicBezTo>
                <a:cubicBezTo>
                  <a:pt x="265491" y="30414"/>
                  <a:pt x="268138" y="32402"/>
                  <a:pt x="269895" y="34863"/>
                </a:cubicBezTo>
                <a:cubicBezTo>
                  <a:pt x="271653" y="37323"/>
                  <a:pt x="272883" y="40245"/>
                  <a:pt x="273586" y="43628"/>
                </a:cubicBezTo>
                <a:cubicBezTo>
                  <a:pt x="274025" y="45825"/>
                  <a:pt x="274245" y="49669"/>
                  <a:pt x="274245" y="55161"/>
                </a:cubicBezTo>
                <a:lnTo>
                  <a:pt x="274245" y="98196"/>
                </a:lnTo>
                <a:lnTo>
                  <a:pt x="262382" y="98196"/>
                </a:lnTo>
                <a:lnTo>
                  <a:pt x="262382" y="55577"/>
                </a:lnTo>
                <a:cubicBezTo>
                  <a:pt x="262382" y="50739"/>
                  <a:pt x="261921" y="47121"/>
                  <a:pt x="260998" y="44724"/>
                </a:cubicBezTo>
                <a:cubicBezTo>
                  <a:pt x="260076" y="42326"/>
                  <a:pt x="258439" y="40413"/>
                  <a:pt x="256089" y="38984"/>
                </a:cubicBezTo>
                <a:cubicBezTo>
                  <a:pt x="253738" y="37555"/>
                  <a:pt x="250981" y="36840"/>
                  <a:pt x="247818" y="36840"/>
                </a:cubicBezTo>
                <a:cubicBezTo>
                  <a:pt x="242765" y="36840"/>
                  <a:pt x="238405" y="38446"/>
                  <a:pt x="234736" y="41657"/>
                </a:cubicBezTo>
                <a:cubicBezTo>
                  <a:pt x="231067" y="44867"/>
                  <a:pt x="229233" y="50958"/>
                  <a:pt x="229233" y="59931"/>
                </a:cubicBezTo>
                <a:lnTo>
                  <a:pt x="229233" y="98196"/>
                </a:lnTo>
                <a:lnTo>
                  <a:pt x="217370" y="98196"/>
                </a:lnTo>
                <a:close/>
                <a:moveTo>
                  <a:pt x="290239" y="103995"/>
                </a:moveTo>
                <a:lnTo>
                  <a:pt x="301772" y="105709"/>
                </a:lnTo>
                <a:cubicBezTo>
                  <a:pt x="302255" y="109268"/>
                  <a:pt x="303595" y="111860"/>
                  <a:pt x="305792" y="113485"/>
                </a:cubicBezTo>
                <a:cubicBezTo>
                  <a:pt x="308736" y="115682"/>
                  <a:pt x="312756" y="116781"/>
                  <a:pt x="317852" y="116781"/>
                </a:cubicBezTo>
                <a:cubicBezTo>
                  <a:pt x="323344" y="116781"/>
                  <a:pt x="327584" y="115679"/>
                  <a:pt x="330571" y="113477"/>
                </a:cubicBezTo>
                <a:cubicBezTo>
                  <a:pt x="333559" y="111276"/>
                  <a:pt x="335580" y="108194"/>
                  <a:pt x="336635" y="104230"/>
                </a:cubicBezTo>
                <a:cubicBezTo>
                  <a:pt x="337250" y="101810"/>
                  <a:pt x="337535" y="96724"/>
                  <a:pt x="337491" y="88974"/>
                </a:cubicBezTo>
                <a:cubicBezTo>
                  <a:pt x="332307" y="95122"/>
                  <a:pt x="325848" y="98196"/>
                  <a:pt x="318116" y="98196"/>
                </a:cubicBezTo>
                <a:cubicBezTo>
                  <a:pt x="308494" y="98196"/>
                  <a:pt x="301047" y="94725"/>
                  <a:pt x="295775" y="87783"/>
                </a:cubicBezTo>
                <a:cubicBezTo>
                  <a:pt x="290502" y="80841"/>
                  <a:pt x="287866" y="72516"/>
                  <a:pt x="287866" y="62806"/>
                </a:cubicBezTo>
                <a:cubicBezTo>
                  <a:pt x="287866" y="56128"/>
                  <a:pt x="289074" y="49966"/>
                  <a:pt x="291491" y="44320"/>
                </a:cubicBezTo>
                <a:cubicBezTo>
                  <a:pt x="293907" y="38674"/>
                  <a:pt x="297411" y="34314"/>
                  <a:pt x="302002" y="31238"/>
                </a:cubicBezTo>
                <a:cubicBezTo>
                  <a:pt x="306594" y="28163"/>
                  <a:pt x="311987" y="26625"/>
                  <a:pt x="318182" y="26625"/>
                </a:cubicBezTo>
                <a:cubicBezTo>
                  <a:pt x="326442" y="26625"/>
                  <a:pt x="333252" y="29986"/>
                  <a:pt x="338612" y="36708"/>
                </a:cubicBezTo>
                <a:lnTo>
                  <a:pt x="338612" y="28207"/>
                </a:lnTo>
                <a:lnTo>
                  <a:pt x="349552" y="28207"/>
                </a:lnTo>
                <a:lnTo>
                  <a:pt x="349552" y="88747"/>
                </a:lnTo>
                <a:cubicBezTo>
                  <a:pt x="349552" y="99650"/>
                  <a:pt x="348442" y="107376"/>
                  <a:pt x="346224" y="111926"/>
                </a:cubicBezTo>
                <a:cubicBezTo>
                  <a:pt x="344005" y="116476"/>
                  <a:pt x="340490" y="120070"/>
                  <a:pt x="335679" y="122708"/>
                </a:cubicBezTo>
                <a:cubicBezTo>
                  <a:pt x="330868" y="125347"/>
                  <a:pt x="324948" y="126666"/>
                  <a:pt x="317918" y="126666"/>
                </a:cubicBezTo>
                <a:cubicBezTo>
                  <a:pt x="309570" y="126666"/>
                  <a:pt x="302826" y="124782"/>
                  <a:pt x="297686" y="121015"/>
                </a:cubicBezTo>
                <a:cubicBezTo>
                  <a:pt x="292545" y="117247"/>
                  <a:pt x="290063" y="111574"/>
                  <a:pt x="290239" y="103995"/>
                </a:cubicBezTo>
                <a:moveTo>
                  <a:pt x="300058" y="61951"/>
                </a:moveTo>
                <a:cubicBezTo>
                  <a:pt x="300058" y="71110"/>
                  <a:pt x="301882" y="77793"/>
                  <a:pt x="305528" y="82000"/>
                </a:cubicBezTo>
                <a:cubicBezTo>
                  <a:pt x="309175" y="86207"/>
                  <a:pt x="313744" y="88310"/>
                  <a:pt x="319236" y="88310"/>
                </a:cubicBezTo>
                <a:cubicBezTo>
                  <a:pt x="324684" y="88310"/>
                  <a:pt x="329253" y="86218"/>
                  <a:pt x="332944" y="82033"/>
                </a:cubicBezTo>
                <a:cubicBezTo>
                  <a:pt x="336635" y="77848"/>
                  <a:pt x="338480" y="71285"/>
                  <a:pt x="338480" y="62344"/>
                </a:cubicBezTo>
                <a:cubicBezTo>
                  <a:pt x="338480" y="53799"/>
                  <a:pt x="336580" y="47357"/>
                  <a:pt x="332779" y="43018"/>
                </a:cubicBezTo>
                <a:cubicBezTo>
                  <a:pt x="328979" y="38680"/>
                  <a:pt x="324399" y="36510"/>
                  <a:pt x="319038" y="36510"/>
                </a:cubicBezTo>
                <a:cubicBezTo>
                  <a:pt x="313766" y="36510"/>
                  <a:pt x="309285" y="38647"/>
                  <a:pt x="305594" y="42919"/>
                </a:cubicBezTo>
                <a:cubicBezTo>
                  <a:pt x="301904" y="47192"/>
                  <a:pt x="300058" y="53536"/>
                  <a:pt x="300058" y="61951"/>
                </a:cubicBezTo>
                <a:close/>
                <a:moveTo>
                  <a:pt x="415368" y="75657"/>
                </a:moveTo>
                <a:lnTo>
                  <a:pt x="427626" y="77173"/>
                </a:lnTo>
                <a:cubicBezTo>
                  <a:pt x="425693" y="84334"/>
                  <a:pt x="422112" y="89892"/>
                  <a:pt x="416884" y="93846"/>
                </a:cubicBezTo>
                <a:cubicBezTo>
                  <a:pt x="411656" y="97800"/>
                  <a:pt x="404978" y="99778"/>
                  <a:pt x="396849" y="99778"/>
                </a:cubicBezTo>
                <a:cubicBezTo>
                  <a:pt x="386612" y="99778"/>
                  <a:pt x="378495" y="96625"/>
                  <a:pt x="372498" y="90320"/>
                </a:cubicBezTo>
                <a:cubicBezTo>
                  <a:pt x="366501" y="84016"/>
                  <a:pt x="363502" y="75174"/>
                  <a:pt x="363502" y="63794"/>
                </a:cubicBezTo>
                <a:cubicBezTo>
                  <a:pt x="363502" y="52020"/>
                  <a:pt x="366534" y="42881"/>
                  <a:pt x="372597" y="36379"/>
                </a:cubicBezTo>
                <a:cubicBezTo>
                  <a:pt x="378660" y="29876"/>
                  <a:pt x="386525" y="26625"/>
                  <a:pt x="396190" y="26625"/>
                </a:cubicBezTo>
                <a:cubicBezTo>
                  <a:pt x="405549" y="26625"/>
                  <a:pt x="413193" y="29805"/>
                  <a:pt x="419125" y="36166"/>
                </a:cubicBezTo>
                <a:cubicBezTo>
                  <a:pt x="425056" y="42526"/>
                  <a:pt x="428022" y="51474"/>
                  <a:pt x="428022" y="63010"/>
                </a:cubicBezTo>
                <a:cubicBezTo>
                  <a:pt x="428022" y="63711"/>
                  <a:pt x="428000" y="64764"/>
                  <a:pt x="427956" y="66167"/>
                </a:cubicBezTo>
                <a:lnTo>
                  <a:pt x="375760" y="66167"/>
                </a:lnTo>
                <a:cubicBezTo>
                  <a:pt x="376200" y="73834"/>
                  <a:pt x="378375" y="79704"/>
                  <a:pt x="382285" y="83780"/>
                </a:cubicBezTo>
                <a:cubicBezTo>
                  <a:pt x="386195" y="87855"/>
                  <a:pt x="391072" y="89892"/>
                  <a:pt x="396915" y="89892"/>
                </a:cubicBezTo>
                <a:cubicBezTo>
                  <a:pt x="401265" y="89892"/>
                  <a:pt x="404978" y="88761"/>
                  <a:pt x="408053" y="86498"/>
                </a:cubicBezTo>
                <a:cubicBezTo>
                  <a:pt x="411128" y="84234"/>
                  <a:pt x="413567" y="80620"/>
                  <a:pt x="415368" y="75657"/>
                </a:cubicBezTo>
                <a:moveTo>
                  <a:pt x="376419" y="56281"/>
                </a:moveTo>
                <a:lnTo>
                  <a:pt x="415500" y="56281"/>
                </a:lnTo>
                <a:cubicBezTo>
                  <a:pt x="414973" y="50490"/>
                  <a:pt x="413479" y="46147"/>
                  <a:pt x="411019" y="43251"/>
                </a:cubicBezTo>
                <a:cubicBezTo>
                  <a:pt x="407240" y="38757"/>
                  <a:pt x="402341" y="36510"/>
                  <a:pt x="396322" y="36510"/>
                </a:cubicBezTo>
                <a:cubicBezTo>
                  <a:pt x="390874" y="36510"/>
                  <a:pt x="386294" y="38304"/>
                  <a:pt x="382581" y="41892"/>
                </a:cubicBezTo>
                <a:cubicBezTo>
                  <a:pt x="378869" y="45478"/>
                  <a:pt x="376815" y="50275"/>
                  <a:pt x="376419" y="56281"/>
                </a:cubicBezTo>
                <a:close/>
                <a:moveTo>
                  <a:pt x="525890" y="98196"/>
                </a:moveTo>
                <a:lnTo>
                  <a:pt x="525890" y="87915"/>
                </a:lnTo>
                <a:cubicBezTo>
                  <a:pt x="520442" y="95823"/>
                  <a:pt x="513039" y="99778"/>
                  <a:pt x="503681" y="99778"/>
                </a:cubicBezTo>
                <a:cubicBezTo>
                  <a:pt x="499551" y="99778"/>
                  <a:pt x="495696" y="98987"/>
                  <a:pt x="492115" y="97405"/>
                </a:cubicBezTo>
                <a:cubicBezTo>
                  <a:pt x="488534" y="95823"/>
                  <a:pt x="485876" y="93835"/>
                  <a:pt x="484140" y="91441"/>
                </a:cubicBezTo>
                <a:cubicBezTo>
                  <a:pt x="482405" y="89046"/>
                  <a:pt x="481186" y="86114"/>
                  <a:pt x="480483" y="82643"/>
                </a:cubicBezTo>
                <a:cubicBezTo>
                  <a:pt x="480000" y="80314"/>
                  <a:pt x="479758" y="76624"/>
                  <a:pt x="479758" y="71571"/>
                </a:cubicBezTo>
                <a:lnTo>
                  <a:pt x="479758" y="28207"/>
                </a:lnTo>
                <a:lnTo>
                  <a:pt x="491621" y="28207"/>
                </a:lnTo>
                <a:lnTo>
                  <a:pt x="491621" y="67024"/>
                </a:lnTo>
                <a:cubicBezTo>
                  <a:pt x="491621" y="73219"/>
                  <a:pt x="491862" y="77392"/>
                  <a:pt x="492345" y="79545"/>
                </a:cubicBezTo>
                <a:cubicBezTo>
                  <a:pt x="493092" y="82665"/>
                  <a:pt x="494674" y="85114"/>
                  <a:pt x="497090" y="86893"/>
                </a:cubicBezTo>
                <a:cubicBezTo>
                  <a:pt x="499507" y="88673"/>
                  <a:pt x="502495" y="89563"/>
                  <a:pt x="506053" y="89563"/>
                </a:cubicBezTo>
                <a:cubicBezTo>
                  <a:pt x="509612" y="89563"/>
                  <a:pt x="512951" y="88651"/>
                  <a:pt x="516071" y="86828"/>
                </a:cubicBezTo>
                <a:cubicBezTo>
                  <a:pt x="519190" y="85004"/>
                  <a:pt x="521398" y="82522"/>
                  <a:pt x="522694" y="79380"/>
                </a:cubicBezTo>
                <a:cubicBezTo>
                  <a:pt x="523990" y="76239"/>
                  <a:pt x="524638" y="71681"/>
                  <a:pt x="524638" y="65706"/>
                </a:cubicBezTo>
                <a:lnTo>
                  <a:pt x="524638" y="28207"/>
                </a:lnTo>
                <a:lnTo>
                  <a:pt x="536501" y="28207"/>
                </a:lnTo>
                <a:lnTo>
                  <a:pt x="536501" y="98196"/>
                </a:lnTo>
                <a:lnTo>
                  <a:pt x="525890" y="98196"/>
                </a:lnTo>
                <a:close/>
                <a:moveTo>
                  <a:pt x="555065" y="125084"/>
                </a:moveTo>
                <a:lnTo>
                  <a:pt x="555065" y="28207"/>
                </a:lnTo>
                <a:lnTo>
                  <a:pt x="565873" y="28207"/>
                </a:lnTo>
                <a:lnTo>
                  <a:pt x="565873" y="37235"/>
                </a:lnTo>
                <a:cubicBezTo>
                  <a:pt x="568421" y="33699"/>
                  <a:pt x="571299" y="31046"/>
                  <a:pt x="574506" y="29278"/>
                </a:cubicBezTo>
                <a:cubicBezTo>
                  <a:pt x="577713" y="27509"/>
                  <a:pt x="581602" y="26625"/>
                  <a:pt x="586171" y="26625"/>
                </a:cubicBezTo>
                <a:cubicBezTo>
                  <a:pt x="592146" y="26625"/>
                  <a:pt x="597418" y="28163"/>
                  <a:pt x="601988" y="31238"/>
                </a:cubicBezTo>
                <a:cubicBezTo>
                  <a:pt x="606557" y="34314"/>
                  <a:pt x="610006" y="38652"/>
                  <a:pt x="612335" y="44254"/>
                </a:cubicBezTo>
                <a:cubicBezTo>
                  <a:pt x="614663" y="49856"/>
                  <a:pt x="615827" y="55996"/>
                  <a:pt x="615827" y="62674"/>
                </a:cubicBezTo>
                <a:cubicBezTo>
                  <a:pt x="615827" y="69835"/>
                  <a:pt x="614542" y="76283"/>
                  <a:pt x="611972" y="82017"/>
                </a:cubicBezTo>
                <a:cubicBezTo>
                  <a:pt x="609402" y="87750"/>
                  <a:pt x="605667" y="92144"/>
                  <a:pt x="600769" y="95197"/>
                </a:cubicBezTo>
                <a:cubicBezTo>
                  <a:pt x="595870" y="98251"/>
                  <a:pt x="590718" y="99778"/>
                  <a:pt x="585314" y="99778"/>
                </a:cubicBezTo>
                <a:cubicBezTo>
                  <a:pt x="581360" y="99778"/>
                  <a:pt x="577812" y="98932"/>
                  <a:pt x="574671" y="97240"/>
                </a:cubicBezTo>
                <a:cubicBezTo>
                  <a:pt x="571529" y="95547"/>
                  <a:pt x="568948" y="93410"/>
                  <a:pt x="566927" y="90827"/>
                </a:cubicBezTo>
                <a:lnTo>
                  <a:pt x="566927" y="125084"/>
                </a:lnTo>
                <a:lnTo>
                  <a:pt x="555065" y="125084"/>
                </a:lnTo>
                <a:moveTo>
                  <a:pt x="565807" y="63498"/>
                </a:moveTo>
                <a:cubicBezTo>
                  <a:pt x="565807" y="72494"/>
                  <a:pt x="567630" y="79142"/>
                  <a:pt x="571277" y="83442"/>
                </a:cubicBezTo>
                <a:cubicBezTo>
                  <a:pt x="574923" y="87742"/>
                  <a:pt x="579339" y="89892"/>
                  <a:pt x="584523" y="89892"/>
                </a:cubicBezTo>
                <a:cubicBezTo>
                  <a:pt x="589796" y="89892"/>
                  <a:pt x="594310" y="87665"/>
                  <a:pt x="598066" y="83211"/>
                </a:cubicBezTo>
                <a:cubicBezTo>
                  <a:pt x="601823" y="78757"/>
                  <a:pt x="603701" y="71857"/>
                  <a:pt x="603701" y="62509"/>
                </a:cubicBezTo>
                <a:cubicBezTo>
                  <a:pt x="603701" y="53601"/>
                  <a:pt x="601867" y="46931"/>
                  <a:pt x="598198" y="42499"/>
                </a:cubicBezTo>
                <a:cubicBezTo>
                  <a:pt x="594530" y="38067"/>
                  <a:pt x="590147" y="35851"/>
                  <a:pt x="585051" y="35851"/>
                </a:cubicBezTo>
                <a:cubicBezTo>
                  <a:pt x="579998" y="35851"/>
                  <a:pt x="575528" y="38210"/>
                  <a:pt x="571639" y="42928"/>
                </a:cubicBezTo>
                <a:cubicBezTo>
                  <a:pt x="567751" y="47645"/>
                  <a:pt x="565807" y="54502"/>
                  <a:pt x="565807" y="63498"/>
                </a:cubicBezTo>
                <a:close/>
                <a:moveTo>
                  <a:pt x="625692" y="63201"/>
                </a:moveTo>
                <a:cubicBezTo>
                  <a:pt x="625692" y="50240"/>
                  <a:pt x="629295" y="40640"/>
                  <a:pt x="636501" y="34402"/>
                </a:cubicBezTo>
                <a:cubicBezTo>
                  <a:pt x="642520" y="29217"/>
                  <a:pt x="649857" y="26625"/>
                  <a:pt x="658512" y="26625"/>
                </a:cubicBezTo>
                <a:cubicBezTo>
                  <a:pt x="668134" y="26625"/>
                  <a:pt x="675999" y="29777"/>
                  <a:pt x="682106" y="36082"/>
                </a:cubicBezTo>
                <a:cubicBezTo>
                  <a:pt x="688213" y="42387"/>
                  <a:pt x="691266" y="51097"/>
                  <a:pt x="691266" y="62213"/>
                </a:cubicBezTo>
                <a:cubicBezTo>
                  <a:pt x="691266" y="71219"/>
                  <a:pt x="689915" y="78304"/>
                  <a:pt x="687213" y="83466"/>
                </a:cubicBezTo>
                <a:cubicBezTo>
                  <a:pt x="684511" y="88629"/>
                  <a:pt x="680579" y="92638"/>
                  <a:pt x="675416" y="95494"/>
                </a:cubicBezTo>
                <a:cubicBezTo>
                  <a:pt x="670254" y="98350"/>
                  <a:pt x="664619" y="99778"/>
                  <a:pt x="658512" y="99778"/>
                </a:cubicBezTo>
                <a:cubicBezTo>
                  <a:pt x="648715" y="99778"/>
                  <a:pt x="640795" y="96636"/>
                  <a:pt x="634754" y="90353"/>
                </a:cubicBezTo>
                <a:cubicBezTo>
                  <a:pt x="628713" y="84071"/>
                  <a:pt x="625692" y="75020"/>
                  <a:pt x="625692" y="63201"/>
                </a:cubicBezTo>
                <a:moveTo>
                  <a:pt x="637885" y="63168"/>
                </a:moveTo>
                <a:cubicBezTo>
                  <a:pt x="637885" y="72098"/>
                  <a:pt x="639840" y="78785"/>
                  <a:pt x="643750" y="83228"/>
                </a:cubicBezTo>
                <a:cubicBezTo>
                  <a:pt x="647660" y="87671"/>
                  <a:pt x="652581" y="89892"/>
                  <a:pt x="658512" y="89892"/>
                </a:cubicBezTo>
                <a:cubicBezTo>
                  <a:pt x="664400" y="89892"/>
                  <a:pt x="669298" y="87660"/>
                  <a:pt x="673209" y="83195"/>
                </a:cubicBezTo>
                <a:cubicBezTo>
                  <a:pt x="677119" y="78730"/>
                  <a:pt x="679074" y="71923"/>
                  <a:pt x="679074" y="62775"/>
                </a:cubicBezTo>
                <a:cubicBezTo>
                  <a:pt x="679074" y="54151"/>
                  <a:pt x="677108" y="47618"/>
                  <a:pt x="673176" y="43175"/>
                </a:cubicBezTo>
                <a:cubicBezTo>
                  <a:pt x="669244" y="38732"/>
                  <a:pt x="664356" y="36510"/>
                  <a:pt x="658512" y="36510"/>
                </a:cubicBezTo>
                <a:cubicBezTo>
                  <a:pt x="652581" y="36510"/>
                  <a:pt x="647660" y="38721"/>
                  <a:pt x="643750" y="43142"/>
                </a:cubicBezTo>
                <a:cubicBezTo>
                  <a:pt x="639840" y="47563"/>
                  <a:pt x="637885" y="54238"/>
                  <a:pt x="637885" y="63168"/>
                </a:cubicBezTo>
                <a:close/>
                <a:moveTo>
                  <a:pt x="705151" y="98196"/>
                </a:moveTo>
                <a:lnTo>
                  <a:pt x="705151" y="28207"/>
                </a:lnTo>
                <a:lnTo>
                  <a:pt x="715828" y="28207"/>
                </a:lnTo>
                <a:lnTo>
                  <a:pt x="715828" y="38092"/>
                </a:lnTo>
                <a:cubicBezTo>
                  <a:pt x="720968" y="30447"/>
                  <a:pt x="728393" y="26625"/>
                  <a:pt x="738103" y="26625"/>
                </a:cubicBezTo>
                <a:cubicBezTo>
                  <a:pt x="742321" y="26625"/>
                  <a:pt x="746198" y="27383"/>
                  <a:pt x="749735" y="28899"/>
                </a:cubicBezTo>
                <a:cubicBezTo>
                  <a:pt x="753272" y="30414"/>
                  <a:pt x="755919" y="32402"/>
                  <a:pt x="757676" y="34863"/>
                </a:cubicBezTo>
                <a:cubicBezTo>
                  <a:pt x="759434" y="37323"/>
                  <a:pt x="760664" y="40245"/>
                  <a:pt x="761367" y="43628"/>
                </a:cubicBezTo>
                <a:cubicBezTo>
                  <a:pt x="761806" y="45825"/>
                  <a:pt x="762026" y="49669"/>
                  <a:pt x="762026" y="55161"/>
                </a:cubicBezTo>
                <a:lnTo>
                  <a:pt x="762026" y="98196"/>
                </a:lnTo>
                <a:lnTo>
                  <a:pt x="750163" y="98196"/>
                </a:lnTo>
                <a:lnTo>
                  <a:pt x="750163" y="55577"/>
                </a:lnTo>
                <a:cubicBezTo>
                  <a:pt x="750163" y="50739"/>
                  <a:pt x="749702" y="47121"/>
                  <a:pt x="748779" y="44724"/>
                </a:cubicBezTo>
                <a:cubicBezTo>
                  <a:pt x="747857" y="42326"/>
                  <a:pt x="746220" y="40413"/>
                  <a:pt x="743870" y="38984"/>
                </a:cubicBezTo>
                <a:cubicBezTo>
                  <a:pt x="741519" y="37555"/>
                  <a:pt x="738762" y="36840"/>
                  <a:pt x="735599" y="36840"/>
                </a:cubicBezTo>
                <a:cubicBezTo>
                  <a:pt x="730546" y="36840"/>
                  <a:pt x="726186" y="38446"/>
                  <a:pt x="722517" y="41657"/>
                </a:cubicBezTo>
                <a:cubicBezTo>
                  <a:pt x="718848" y="44867"/>
                  <a:pt x="717014" y="50958"/>
                  <a:pt x="717014" y="59931"/>
                </a:cubicBezTo>
                <a:lnTo>
                  <a:pt x="717014" y="98196"/>
                </a:lnTo>
                <a:lnTo>
                  <a:pt x="705151" y="98196"/>
                </a:lnTo>
                <a:close/>
                <a:moveTo>
                  <a:pt x="817189" y="125216"/>
                </a:moveTo>
                <a:lnTo>
                  <a:pt x="815871" y="114079"/>
                </a:lnTo>
                <a:cubicBezTo>
                  <a:pt x="818463" y="114782"/>
                  <a:pt x="820726" y="115133"/>
                  <a:pt x="822659" y="115133"/>
                </a:cubicBezTo>
                <a:cubicBezTo>
                  <a:pt x="825295" y="115133"/>
                  <a:pt x="827404" y="114688"/>
                  <a:pt x="828985" y="113798"/>
                </a:cubicBezTo>
                <a:cubicBezTo>
                  <a:pt x="830567" y="112910"/>
                  <a:pt x="831863" y="111666"/>
                  <a:pt x="832874" y="110065"/>
                </a:cubicBezTo>
                <a:cubicBezTo>
                  <a:pt x="833621" y="108865"/>
                  <a:pt x="834829" y="105887"/>
                  <a:pt x="836498" y="101131"/>
                </a:cubicBezTo>
                <a:cubicBezTo>
                  <a:pt x="836718" y="100463"/>
                  <a:pt x="837070" y="99485"/>
                  <a:pt x="837553" y="98196"/>
                </a:cubicBezTo>
                <a:lnTo>
                  <a:pt x="810994" y="28207"/>
                </a:lnTo>
                <a:lnTo>
                  <a:pt x="823779" y="28207"/>
                </a:lnTo>
                <a:lnTo>
                  <a:pt x="838344" y="68642"/>
                </a:lnTo>
                <a:cubicBezTo>
                  <a:pt x="840233" y="73772"/>
                  <a:pt x="841924" y="79164"/>
                  <a:pt x="843418" y="84817"/>
                </a:cubicBezTo>
                <a:cubicBezTo>
                  <a:pt x="844780" y="79382"/>
                  <a:pt x="846406" y="74078"/>
                  <a:pt x="848295" y="68906"/>
                </a:cubicBezTo>
                <a:lnTo>
                  <a:pt x="863255" y="28207"/>
                </a:lnTo>
                <a:lnTo>
                  <a:pt x="875118" y="28207"/>
                </a:lnTo>
                <a:lnTo>
                  <a:pt x="848493" y="99429"/>
                </a:lnTo>
                <a:cubicBezTo>
                  <a:pt x="845637" y="107124"/>
                  <a:pt x="843418" y="112421"/>
                  <a:pt x="841837" y="115322"/>
                </a:cubicBezTo>
                <a:cubicBezTo>
                  <a:pt x="839728" y="119235"/>
                  <a:pt x="837311" y="122104"/>
                  <a:pt x="834587" y="123929"/>
                </a:cubicBezTo>
                <a:cubicBezTo>
                  <a:pt x="831863" y="125754"/>
                  <a:pt x="828612" y="126666"/>
                  <a:pt x="824834" y="126666"/>
                </a:cubicBezTo>
                <a:cubicBezTo>
                  <a:pt x="822549" y="126666"/>
                  <a:pt x="820001" y="126183"/>
                  <a:pt x="817189" y="125216"/>
                </a:cubicBezTo>
                <a:close/>
                <a:moveTo>
                  <a:pt x="880785" y="63201"/>
                </a:moveTo>
                <a:cubicBezTo>
                  <a:pt x="880785" y="50240"/>
                  <a:pt x="884388" y="40640"/>
                  <a:pt x="891593" y="34402"/>
                </a:cubicBezTo>
                <a:cubicBezTo>
                  <a:pt x="897613" y="29217"/>
                  <a:pt x="904950" y="26625"/>
                  <a:pt x="913605" y="26625"/>
                </a:cubicBezTo>
                <a:cubicBezTo>
                  <a:pt x="923227" y="26625"/>
                  <a:pt x="931091" y="29777"/>
                  <a:pt x="937198" y="36082"/>
                </a:cubicBezTo>
                <a:cubicBezTo>
                  <a:pt x="943305" y="42387"/>
                  <a:pt x="946359" y="51097"/>
                  <a:pt x="946359" y="62213"/>
                </a:cubicBezTo>
                <a:cubicBezTo>
                  <a:pt x="946359" y="71219"/>
                  <a:pt x="945008" y="78304"/>
                  <a:pt x="942306" y="83466"/>
                </a:cubicBezTo>
                <a:cubicBezTo>
                  <a:pt x="939604" y="88629"/>
                  <a:pt x="935672" y="92638"/>
                  <a:pt x="930509" y="95494"/>
                </a:cubicBezTo>
                <a:cubicBezTo>
                  <a:pt x="925347" y="98350"/>
                  <a:pt x="919712" y="99778"/>
                  <a:pt x="913605" y="99778"/>
                </a:cubicBezTo>
                <a:cubicBezTo>
                  <a:pt x="903807" y="99778"/>
                  <a:pt x="895888" y="96636"/>
                  <a:pt x="889847" y="90353"/>
                </a:cubicBezTo>
                <a:cubicBezTo>
                  <a:pt x="883806" y="84071"/>
                  <a:pt x="880785" y="75020"/>
                  <a:pt x="880785" y="63201"/>
                </a:cubicBezTo>
                <a:moveTo>
                  <a:pt x="892977" y="63168"/>
                </a:moveTo>
                <a:cubicBezTo>
                  <a:pt x="892977" y="72098"/>
                  <a:pt x="894932" y="78785"/>
                  <a:pt x="898843" y="83228"/>
                </a:cubicBezTo>
                <a:cubicBezTo>
                  <a:pt x="902753" y="87671"/>
                  <a:pt x="907674" y="89892"/>
                  <a:pt x="913605" y="89892"/>
                </a:cubicBezTo>
                <a:cubicBezTo>
                  <a:pt x="919492" y="89892"/>
                  <a:pt x="924391" y="87660"/>
                  <a:pt x="928301" y="83195"/>
                </a:cubicBezTo>
                <a:cubicBezTo>
                  <a:pt x="932212" y="78730"/>
                  <a:pt x="934167" y="71923"/>
                  <a:pt x="934167" y="62775"/>
                </a:cubicBezTo>
                <a:cubicBezTo>
                  <a:pt x="934167" y="54151"/>
                  <a:pt x="932201" y="47618"/>
                  <a:pt x="928269" y="43175"/>
                </a:cubicBezTo>
                <a:cubicBezTo>
                  <a:pt x="924336" y="38732"/>
                  <a:pt x="919448" y="36510"/>
                  <a:pt x="913605" y="36510"/>
                </a:cubicBezTo>
                <a:cubicBezTo>
                  <a:pt x="907674" y="36510"/>
                  <a:pt x="902753" y="38721"/>
                  <a:pt x="898843" y="43142"/>
                </a:cubicBezTo>
                <a:cubicBezTo>
                  <a:pt x="894932" y="47563"/>
                  <a:pt x="892977" y="54238"/>
                  <a:pt x="892977" y="63168"/>
                </a:cubicBezTo>
                <a:close/>
                <a:moveTo>
                  <a:pt x="1006113" y="98196"/>
                </a:moveTo>
                <a:lnTo>
                  <a:pt x="1006113" y="87915"/>
                </a:lnTo>
                <a:cubicBezTo>
                  <a:pt x="1000665" y="95823"/>
                  <a:pt x="993262" y="99778"/>
                  <a:pt x="983904" y="99778"/>
                </a:cubicBezTo>
                <a:cubicBezTo>
                  <a:pt x="979774" y="99778"/>
                  <a:pt x="975918" y="98987"/>
                  <a:pt x="972338" y="97405"/>
                </a:cubicBezTo>
                <a:cubicBezTo>
                  <a:pt x="968757" y="95823"/>
                  <a:pt x="966099" y="93835"/>
                  <a:pt x="964363" y="91441"/>
                </a:cubicBezTo>
                <a:cubicBezTo>
                  <a:pt x="962628" y="89046"/>
                  <a:pt x="961409" y="86114"/>
                  <a:pt x="960706" y="82643"/>
                </a:cubicBezTo>
                <a:cubicBezTo>
                  <a:pt x="960222" y="80314"/>
                  <a:pt x="959981" y="76624"/>
                  <a:pt x="959981" y="71571"/>
                </a:cubicBezTo>
                <a:lnTo>
                  <a:pt x="959981" y="28207"/>
                </a:lnTo>
                <a:lnTo>
                  <a:pt x="971843" y="28207"/>
                </a:lnTo>
                <a:lnTo>
                  <a:pt x="971843" y="67024"/>
                </a:lnTo>
                <a:cubicBezTo>
                  <a:pt x="971843" y="73219"/>
                  <a:pt x="972085" y="77392"/>
                  <a:pt x="972568" y="79545"/>
                </a:cubicBezTo>
                <a:cubicBezTo>
                  <a:pt x="973315" y="82665"/>
                  <a:pt x="974897" y="85114"/>
                  <a:pt x="977313" y="86893"/>
                </a:cubicBezTo>
                <a:cubicBezTo>
                  <a:pt x="979730" y="88673"/>
                  <a:pt x="982717" y="89563"/>
                  <a:pt x="986276" y="89563"/>
                </a:cubicBezTo>
                <a:cubicBezTo>
                  <a:pt x="989835" y="89563"/>
                  <a:pt x="993174" y="88651"/>
                  <a:pt x="996293" y="86828"/>
                </a:cubicBezTo>
                <a:cubicBezTo>
                  <a:pt x="999413" y="85004"/>
                  <a:pt x="1001621" y="82522"/>
                  <a:pt x="1002917" y="79380"/>
                </a:cubicBezTo>
                <a:cubicBezTo>
                  <a:pt x="1004213" y="76239"/>
                  <a:pt x="1004861" y="71681"/>
                  <a:pt x="1004861" y="65706"/>
                </a:cubicBezTo>
                <a:lnTo>
                  <a:pt x="1004861" y="28207"/>
                </a:lnTo>
                <a:lnTo>
                  <a:pt x="1016723" y="28207"/>
                </a:lnTo>
                <a:lnTo>
                  <a:pt x="1016723" y="98196"/>
                </a:lnTo>
                <a:lnTo>
                  <a:pt x="1006113" y="98196"/>
                </a:lnTo>
                <a:close/>
                <a:moveTo>
                  <a:pt x="1035155" y="98196"/>
                </a:moveTo>
                <a:lnTo>
                  <a:pt x="1035155" y="28207"/>
                </a:lnTo>
                <a:lnTo>
                  <a:pt x="1045832" y="28207"/>
                </a:lnTo>
                <a:lnTo>
                  <a:pt x="1045832" y="38751"/>
                </a:lnTo>
                <a:cubicBezTo>
                  <a:pt x="1048556" y="33814"/>
                  <a:pt x="1051071" y="30559"/>
                  <a:pt x="1053378" y="28985"/>
                </a:cubicBezTo>
                <a:cubicBezTo>
                  <a:pt x="1055684" y="27412"/>
                  <a:pt x="1058222" y="26625"/>
                  <a:pt x="1060989" y="26625"/>
                </a:cubicBezTo>
                <a:cubicBezTo>
                  <a:pt x="1064988" y="26625"/>
                  <a:pt x="1069052" y="27894"/>
                  <a:pt x="1073182" y="30431"/>
                </a:cubicBezTo>
                <a:lnTo>
                  <a:pt x="1069096" y="41387"/>
                </a:lnTo>
                <a:cubicBezTo>
                  <a:pt x="1066196" y="39674"/>
                  <a:pt x="1063296" y="38817"/>
                  <a:pt x="1060396" y="38817"/>
                </a:cubicBezTo>
                <a:cubicBezTo>
                  <a:pt x="1057804" y="38817"/>
                  <a:pt x="1055476" y="39598"/>
                  <a:pt x="1053411" y="41161"/>
                </a:cubicBezTo>
                <a:cubicBezTo>
                  <a:pt x="1051346" y="42722"/>
                  <a:pt x="1049874" y="44888"/>
                  <a:pt x="1048995" y="47658"/>
                </a:cubicBezTo>
                <a:cubicBezTo>
                  <a:pt x="1047677" y="51880"/>
                  <a:pt x="1047018" y="56498"/>
                  <a:pt x="1047018" y="61512"/>
                </a:cubicBezTo>
                <a:lnTo>
                  <a:pt x="1047018" y="98196"/>
                </a:lnTo>
                <a:lnTo>
                  <a:pt x="1035155" y="98196"/>
                </a:lnTo>
                <a:close/>
                <a:moveTo>
                  <a:pt x="1163425" y="72494"/>
                </a:moveTo>
                <a:lnTo>
                  <a:pt x="1175090" y="74009"/>
                </a:lnTo>
                <a:cubicBezTo>
                  <a:pt x="1173816" y="82070"/>
                  <a:pt x="1170554" y="88380"/>
                  <a:pt x="1165303" y="92940"/>
                </a:cubicBezTo>
                <a:cubicBezTo>
                  <a:pt x="1160053" y="97498"/>
                  <a:pt x="1153605" y="99778"/>
                  <a:pt x="1145961" y="99778"/>
                </a:cubicBezTo>
                <a:cubicBezTo>
                  <a:pt x="1136383" y="99778"/>
                  <a:pt x="1128683" y="96647"/>
                  <a:pt x="1122862" y="90386"/>
                </a:cubicBezTo>
                <a:cubicBezTo>
                  <a:pt x="1117040" y="84126"/>
                  <a:pt x="1114129" y="75152"/>
                  <a:pt x="1114129" y="63465"/>
                </a:cubicBezTo>
                <a:cubicBezTo>
                  <a:pt x="1114129" y="55908"/>
                  <a:pt x="1115382" y="49296"/>
                  <a:pt x="1117886" y="43628"/>
                </a:cubicBezTo>
                <a:cubicBezTo>
                  <a:pt x="1120390" y="37960"/>
                  <a:pt x="1124202" y="33710"/>
                  <a:pt x="1129320" y="30876"/>
                </a:cubicBezTo>
                <a:cubicBezTo>
                  <a:pt x="1134439" y="28042"/>
                  <a:pt x="1140007" y="26625"/>
                  <a:pt x="1146027" y="26625"/>
                </a:cubicBezTo>
                <a:cubicBezTo>
                  <a:pt x="1153627" y="26625"/>
                  <a:pt x="1159844" y="28553"/>
                  <a:pt x="1164677" y="32410"/>
                </a:cubicBezTo>
                <a:cubicBezTo>
                  <a:pt x="1169510" y="36265"/>
                  <a:pt x="1172608" y="41740"/>
                  <a:pt x="1173970" y="48834"/>
                </a:cubicBezTo>
                <a:lnTo>
                  <a:pt x="1162437" y="50614"/>
                </a:lnTo>
                <a:cubicBezTo>
                  <a:pt x="1161338" y="45935"/>
                  <a:pt x="1159394" y="42414"/>
                  <a:pt x="1156604" y="40053"/>
                </a:cubicBezTo>
                <a:cubicBezTo>
                  <a:pt x="1153814" y="37691"/>
                  <a:pt x="1150442" y="36510"/>
                  <a:pt x="1146488" y="36510"/>
                </a:cubicBezTo>
                <a:cubicBezTo>
                  <a:pt x="1140513" y="36510"/>
                  <a:pt x="1135658" y="38642"/>
                  <a:pt x="1131923" y="42905"/>
                </a:cubicBezTo>
                <a:cubicBezTo>
                  <a:pt x="1128189" y="47167"/>
                  <a:pt x="1126322" y="53910"/>
                  <a:pt x="1126322" y="63135"/>
                </a:cubicBezTo>
                <a:cubicBezTo>
                  <a:pt x="1126322" y="72492"/>
                  <a:pt x="1128123" y="79291"/>
                  <a:pt x="1131726" y="83532"/>
                </a:cubicBezTo>
                <a:cubicBezTo>
                  <a:pt x="1135328" y="87772"/>
                  <a:pt x="1140029" y="89892"/>
                  <a:pt x="1145829" y="89892"/>
                </a:cubicBezTo>
                <a:cubicBezTo>
                  <a:pt x="1150486" y="89892"/>
                  <a:pt x="1154374" y="88470"/>
                  <a:pt x="1157494" y="85625"/>
                </a:cubicBezTo>
                <a:cubicBezTo>
                  <a:pt x="1160613" y="82780"/>
                  <a:pt x="1162590" y="78403"/>
                  <a:pt x="1163425" y="72494"/>
                </a:cubicBezTo>
                <a:close/>
                <a:moveTo>
                  <a:pt x="1180823" y="63201"/>
                </a:moveTo>
                <a:cubicBezTo>
                  <a:pt x="1180823" y="50240"/>
                  <a:pt x="1184426" y="40640"/>
                  <a:pt x="1191631" y="34402"/>
                </a:cubicBezTo>
                <a:cubicBezTo>
                  <a:pt x="1197651" y="29217"/>
                  <a:pt x="1204988" y="26625"/>
                  <a:pt x="1213643" y="26625"/>
                </a:cubicBezTo>
                <a:cubicBezTo>
                  <a:pt x="1223265" y="26625"/>
                  <a:pt x="1231129" y="29777"/>
                  <a:pt x="1237236" y="36082"/>
                </a:cubicBezTo>
                <a:cubicBezTo>
                  <a:pt x="1243344" y="42387"/>
                  <a:pt x="1246397" y="51097"/>
                  <a:pt x="1246397" y="62213"/>
                </a:cubicBezTo>
                <a:cubicBezTo>
                  <a:pt x="1246397" y="71219"/>
                  <a:pt x="1245046" y="78304"/>
                  <a:pt x="1242344" y="83466"/>
                </a:cubicBezTo>
                <a:cubicBezTo>
                  <a:pt x="1239642" y="88629"/>
                  <a:pt x="1235710" y="92638"/>
                  <a:pt x="1230547" y="95494"/>
                </a:cubicBezTo>
                <a:cubicBezTo>
                  <a:pt x="1225385" y="98350"/>
                  <a:pt x="1219750" y="99778"/>
                  <a:pt x="1213643" y="99778"/>
                </a:cubicBezTo>
                <a:cubicBezTo>
                  <a:pt x="1203845" y="99778"/>
                  <a:pt x="1195926" y="96636"/>
                  <a:pt x="1189885" y="90353"/>
                </a:cubicBezTo>
                <a:cubicBezTo>
                  <a:pt x="1183844" y="84071"/>
                  <a:pt x="1180823" y="75020"/>
                  <a:pt x="1180823" y="63201"/>
                </a:cubicBezTo>
                <a:moveTo>
                  <a:pt x="1193015" y="63168"/>
                </a:moveTo>
                <a:cubicBezTo>
                  <a:pt x="1193015" y="72098"/>
                  <a:pt x="1194971" y="78785"/>
                  <a:pt x="1198881" y="83228"/>
                </a:cubicBezTo>
                <a:cubicBezTo>
                  <a:pt x="1202791" y="87671"/>
                  <a:pt x="1207712" y="89892"/>
                  <a:pt x="1213643" y="89892"/>
                </a:cubicBezTo>
                <a:cubicBezTo>
                  <a:pt x="1219530" y="89892"/>
                  <a:pt x="1224429" y="87660"/>
                  <a:pt x="1228340" y="83195"/>
                </a:cubicBezTo>
                <a:cubicBezTo>
                  <a:pt x="1232250" y="78730"/>
                  <a:pt x="1234205" y="71923"/>
                  <a:pt x="1234205" y="62775"/>
                </a:cubicBezTo>
                <a:cubicBezTo>
                  <a:pt x="1234205" y="54151"/>
                  <a:pt x="1232239" y="47618"/>
                  <a:pt x="1228307" y="43175"/>
                </a:cubicBezTo>
                <a:cubicBezTo>
                  <a:pt x="1224374" y="38732"/>
                  <a:pt x="1219487" y="36510"/>
                  <a:pt x="1213643" y="36510"/>
                </a:cubicBezTo>
                <a:cubicBezTo>
                  <a:pt x="1207712" y="36510"/>
                  <a:pt x="1202791" y="38721"/>
                  <a:pt x="1198881" y="43142"/>
                </a:cubicBezTo>
                <a:cubicBezTo>
                  <a:pt x="1194971" y="47563"/>
                  <a:pt x="1193015" y="54238"/>
                  <a:pt x="1193015" y="63168"/>
                </a:cubicBezTo>
                <a:close/>
                <a:moveTo>
                  <a:pt x="1260282" y="98196"/>
                </a:moveTo>
                <a:lnTo>
                  <a:pt x="1260282" y="28207"/>
                </a:lnTo>
                <a:lnTo>
                  <a:pt x="1270959" y="28207"/>
                </a:lnTo>
                <a:lnTo>
                  <a:pt x="1270959" y="38092"/>
                </a:lnTo>
                <a:cubicBezTo>
                  <a:pt x="1276099" y="30447"/>
                  <a:pt x="1283524" y="26625"/>
                  <a:pt x="1293234" y="26625"/>
                </a:cubicBezTo>
                <a:cubicBezTo>
                  <a:pt x="1297452" y="26625"/>
                  <a:pt x="1301329" y="27383"/>
                  <a:pt x="1304866" y="28899"/>
                </a:cubicBezTo>
                <a:cubicBezTo>
                  <a:pt x="1308403" y="30414"/>
                  <a:pt x="1311050" y="32402"/>
                  <a:pt x="1312807" y="34863"/>
                </a:cubicBezTo>
                <a:cubicBezTo>
                  <a:pt x="1314565" y="37323"/>
                  <a:pt x="1315795" y="40245"/>
                  <a:pt x="1316498" y="43628"/>
                </a:cubicBezTo>
                <a:cubicBezTo>
                  <a:pt x="1316937" y="45825"/>
                  <a:pt x="1317157" y="49669"/>
                  <a:pt x="1317157" y="55161"/>
                </a:cubicBezTo>
                <a:lnTo>
                  <a:pt x="1317157" y="98196"/>
                </a:lnTo>
                <a:lnTo>
                  <a:pt x="1305294" y="98196"/>
                </a:lnTo>
                <a:lnTo>
                  <a:pt x="1305294" y="55577"/>
                </a:lnTo>
                <a:cubicBezTo>
                  <a:pt x="1305294" y="50739"/>
                  <a:pt x="1304833" y="47121"/>
                  <a:pt x="1303910" y="44724"/>
                </a:cubicBezTo>
                <a:cubicBezTo>
                  <a:pt x="1302988" y="42326"/>
                  <a:pt x="1301351" y="40413"/>
                  <a:pt x="1299000" y="38984"/>
                </a:cubicBezTo>
                <a:cubicBezTo>
                  <a:pt x="1296650" y="37555"/>
                  <a:pt x="1293893" y="36840"/>
                  <a:pt x="1290729" y="36840"/>
                </a:cubicBezTo>
                <a:cubicBezTo>
                  <a:pt x="1285677" y="36840"/>
                  <a:pt x="1281316" y="38446"/>
                  <a:pt x="1277648" y="41657"/>
                </a:cubicBezTo>
                <a:cubicBezTo>
                  <a:pt x="1273979" y="44867"/>
                  <a:pt x="1272145" y="50958"/>
                  <a:pt x="1272145" y="59931"/>
                </a:cubicBezTo>
                <a:lnTo>
                  <a:pt x="1272145" y="98196"/>
                </a:lnTo>
                <a:lnTo>
                  <a:pt x="1260282" y="98196"/>
                </a:lnTo>
                <a:close/>
                <a:moveTo>
                  <a:pt x="1330580" y="77239"/>
                </a:moveTo>
                <a:lnTo>
                  <a:pt x="1342311" y="75393"/>
                </a:lnTo>
                <a:cubicBezTo>
                  <a:pt x="1342970" y="80074"/>
                  <a:pt x="1344804" y="83661"/>
                  <a:pt x="1347814" y="86154"/>
                </a:cubicBezTo>
                <a:cubicBezTo>
                  <a:pt x="1350824" y="88646"/>
                  <a:pt x="1355030" y="89892"/>
                  <a:pt x="1360434" y="89892"/>
                </a:cubicBezTo>
                <a:cubicBezTo>
                  <a:pt x="1365882" y="89892"/>
                  <a:pt x="1369924" y="88792"/>
                  <a:pt x="1372561" y="86591"/>
                </a:cubicBezTo>
                <a:cubicBezTo>
                  <a:pt x="1375197" y="84388"/>
                  <a:pt x="1376515" y="81806"/>
                  <a:pt x="1376515" y="78843"/>
                </a:cubicBezTo>
                <a:cubicBezTo>
                  <a:pt x="1376515" y="76183"/>
                  <a:pt x="1375351" y="74091"/>
                  <a:pt x="1373022" y="72566"/>
                </a:cubicBezTo>
                <a:cubicBezTo>
                  <a:pt x="1371396" y="71519"/>
                  <a:pt x="1367354" y="70190"/>
                  <a:pt x="1360896" y="68576"/>
                </a:cubicBezTo>
                <a:cubicBezTo>
                  <a:pt x="1352197" y="66378"/>
                  <a:pt x="1346166" y="64477"/>
                  <a:pt x="1342805" y="62872"/>
                </a:cubicBezTo>
                <a:cubicBezTo>
                  <a:pt x="1339444" y="61267"/>
                  <a:pt x="1336896" y="59046"/>
                  <a:pt x="1335161" y="56209"/>
                </a:cubicBezTo>
                <a:cubicBezTo>
                  <a:pt x="1333425" y="53373"/>
                  <a:pt x="1332557" y="50240"/>
                  <a:pt x="1332557" y="46810"/>
                </a:cubicBezTo>
                <a:cubicBezTo>
                  <a:pt x="1332557" y="43688"/>
                  <a:pt x="1333271" y="40796"/>
                  <a:pt x="1334699" y="38135"/>
                </a:cubicBezTo>
                <a:cubicBezTo>
                  <a:pt x="1336127" y="35474"/>
                  <a:pt x="1338071" y="33265"/>
                  <a:pt x="1340532" y="31506"/>
                </a:cubicBezTo>
                <a:cubicBezTo>
                  <a:pt x="1342377" y="30143"/>
                  <a:pt x="1344892" y="28989"/>
                  <a:pt x="1348078" y="28044"/>
                </a:cubicBezTo>
                <a:cubicBezTo>
                  <a:pt x="1351263" y="27098"/>
                  <a:pt x="1354679" y="26625"/>
                  <a:pt x="1358326" y="26625"/>
                </a:cubicBezTo>
                <a:cubicBezTo>
                  <a:pt x="1363817" y="26625"/>
                  <a:pt x="1368639" y="27421"/>
                  <a:pt x="1372791" y="29014"/>
                </a:cubicBezTo>
                <a:cubicBezTo>
                  <a:pt x="1376943" y="30605"/>
                  <a:pt x="1380008" y="32761"/>
                  <a:pt x="1381985" y="35483"/>
                </a:cubicBezTo>
                <a:cubicBezTo>
                  <a:pt x="1383962" y="38203"/>
                  <a:pt x="1385324" y="41840"/>
                  <a:pt x="1386071" y="46396"/>
                </a:cubicBezTo>
                <a:lnTo>
                  <a:pt x="1374472" y="47978"/>
                </a:lnTo>
                <a:cubicBezTo>
                  <a:pt x="1373945" y="44375"/>
                  <a:pt x="1372418" y="41563"/>
                  <a:pt x="1369892" y="39542"/>
                </a:cubicBezTo>
                <a:cubicBezTo>
                  <a:pt x="1367365" y="37521"/>
                  <a:pt x="1363795" y="36510"/>
                  <a:pt x="1359182" y="36510"/>
                </a:cubicBezTo>
                <a:cubicBezTo>
                  <a:pt x="1353734" y="36510"/>
                  <a:pt x="1349846" y="37407"/>
                  <a:pt x="1347517" y="39200"/>
                </a:cubicBezTo>
                <a:cubicBezTo>
                  <a:pt x="1345189" y="40992"/>
                  <a:pt x="1344025" y="43090"/>
                  <a:pt x="1344025" y="45496"/>
                </a:cubicBezTo>
                <a:cubicBezTo>
                  <a:pt x="1344025" y="47025"/>
                  <a:pt x="1344508" y="48403"/>
                  <a:pt x="1345474" y="49627"/>
                </a:cubicBezTo>
                <a:cubicBezTo>
                  <a:pt x="1346441" y="50894"/>
                  <a:pt x="1347957" y="51943"/>
                  <a:pt x="1350022" y="52774"/>
                </a:cubicBezTo>
                <a:cubicBezTo>
                  <a:pt x="1351208" y="53212"/>
                  <a:pt x="1354701" y="54218"/>
                  <a:pt x="1360500" y="55791"/>
                </a:cubicBezTo>
                <a:cubicBezTo>
                  <a:pt x="1368892" y="58031"/>
                  <a:pt x="1374746" y="59864"/>
                  <a:pt x="1378064" y="61290"/>
                </a:cubicBezTo>
                <a:cubicBezTo>
                  <a:pt x="1381381" y="62717"/>
                  <a:pt x="1383984" y="64791"/>
                  <a:pt x="1385873" y="67514"/>
                </a:cubicBezTo>
                <a:cubicBezTo>
                  <a:pt x="1387762" y="70235"/>
                  <a:pt x="1388707" y="73615"/>
                  <a:pt x="1388707" y="77653"/>
                </a:cubicBezTo>
                <a:cubicBezTo>
                  <a:pt x="1388707" y="81604"/>
                  <a:pt x="1387554" y="85325"/>
                  <a:pt x="1385247" y="88815"/>
                </a:cubicBezTo>
                <a:cubicBezTo>
                  <a:pt x="1382940" y="92304"/>
                  <a:pt x="1379612" y="95003"/>
                  <a:pt x="1375263" y="96913"/>
                </a:cubicBezTo>
                <a:cubicBezTo>
                  <a:pt x="1370913" y="98823"/>
                  <a:pt x="1365992" y="99778"/>
                  <a:pt x="1360500" y="99778"/>
                </a:cubicBezTo>
                <a:cubicBezTo>
                  <a:pt x="1351406" y="99778"/>
                  <a:pt x="1344475" y="97883"/>
                  <a:pt x="1339708" y="94093"/>
                </a:cubicBezTo>
                <a:cubicBezTo>
                  <a:pt x="1334941" y="90304"/>
                  <a:pt x="1331898" y="84686"/>
                  <a:pt x="1330580" y="77239"/>
                </a:cubicBezTo>
                <a:close/>
                <a:moveTo>
                  <a:pt x="1428710" y="87717"/>
                </a:moveTo>
                <a:lnTo>
                  <a:pt x="1430424" y="98196"/>
                </a:lnTo>
                <a:cubicBezTo>
                  <a:pt x="1427085" y="98811"/>
                  <a:pt x="1424097" y="99119"/>
                  <a:pt x="1421461" y="99119"/>
                </a:cubicBezTo>
                <a:cubicBezTo>
                  <a:pt x="1417155" y="99119"/>
                  <a:pt x="1413816" y="98438"/>
                  <a:pt x="1411444" y="97076"/>
                </a:cubicBezTo>
                <a:cubicBezTo>
                  <a:pt x="1409071" y="95713"/>
                  <a:pt x="1407402" y="93923"/>
                  <a:pt x="1406435" y="91704"/>
                </a:cubicBezTo>
                <a:cubicBezTo>
                  <a:pt x="1405468" y="89486"/>
                  <a:pt x="1404985" y="84817"/>
                  <a:pt x="1404985" y="77700"/>
                </a:cubicBezTo>
                <a:lnTo>
                  <a:pt x="1404985" y="37433"/>
                </a:lnTo>
                <a:lnTo>
                  <a:pt x="1396286" y="37433"/>
                </a:lnTo>
                <a:lnTo>
                  <a:pt x="1396286" y="28207"/>
                </a:lnTo>
                <a:lnTo>
                  <a:pt x="1404985" y="28207"/>
                </a:lnTo>
                <a:lnTo>
                  <a:pt x="1404985" y="10827"/>
                </a:lnTo>
                <a:lnTo>
                  <a:pt x="1416782" y="3691"/>
                </a:lnTo>
                <a:lnTo>
                  <a:pt x="1416782" y="28207"/>
                </a:lnTo>
                <a:lnTo>
                  <a:pt x="1428710" y="28207"/>
                </a:lnTo>
                <a:lnTo>
                  <a:pt x="1428710" y="37433"/>
                </a:lnTo>
                <a:lnTo>
                  <a:pt x="1416782" y="37433"/>
                </a:lnTo>
                <a:lnTo>
                  <a:pt x="1416782" y="78359"/>
                </a:lnTo>
                <a:cubicBezTo>
                  <a:pt x="1416782" y="81742"/>
                  <a:pt x="1416990" y="83917"/>
                  <a:pt x="1417408" y="84883"/>
                </a:cubicBezTo>
                <a:cubicBezTo>
                  <a:pt x="1417825" y="85850"/>
                  <a:pt x="1418506" y="86619"/>
                  <a:pt x="1419451" y="87190"/>
                </a:cubicBezTo>
                <a:cubicBezTo>
                  <a:pt x="1420395" y="87761"/>
                  <a:pt x="1421746" y="88047"/>
                  <a:pt x="1423504" y="88047"/>
                </a:cubicBezTo>
                <a:cubicBezTo>
                  <a:pt x="1424822" y="88047"/>
                  <a:pt x="1426557" y="87937"/>
                  <a:pt x="1428710" y="87717"/>
                </a:cubicBezTo>
                <a:close/>
                <a:moveTo>
                  <a:pt x="1440398" y="15290"/>
                </a:moveTo>
                <a:lnTo>
                  <a:pt x="1440398" y="1582"/>
                </a:lnTo>
                <a:lnTo>
                  <a:pt x="1452260" y="1582"/>
                </a:lnTo>
                <a:lnTo>
                  <a:pt x="1452260" y="15290"/>
                </a:lnTo>
                <a:lnTo>
                  <a:pt x="1440398" y="15290"/>
                </a:lnTo>
                <a:moveTo>
                  <a:pt x="1440398" y="98196"/>
                </a:moveTo>
                <a:lnTo>
                  <a:pt x="1440398" y="28207"/>
                </a:lnTo>
                <a:lnTo>
                  <a:pt x="1452260" y="28207"/>
                </a:lnTo>
                <a:lnTo>
                  <a:pt x="1452260" y="98196"/>
                </a:lnTo>
                <a:lnTo>
                  <a:pt x="1440398" y="98196"/>
                </a:lnTo>
                <a:close/>
                <a:moveTo>
                  <a:pt x="1496195" y="87717"/>
                </a:moveTo>
                <a:lnTo>
                  <a:pt x="1497909" y="98196"/>
                </a:lnTo>
                <a:cubicBezTo>
                  <a:pt x="1494570" y="98811"/>
                  <a:pt x="1491582" y="99119"/>
                  <a:pt x="1488946" y="99119"/>
                </a:cubicBezTo>
                <a:cubicBezTo>
                  <a:pt x="1484640" y="99119"/>
                  <a:pt x="1481301" y="98438"/>
                  <a:pt x="1478929" y="97076"/>
                </a:cubicBezTo>
                <a:cubicBezTo>
                  <a:pt x="1476556" y="95713"/>
                  <a:pt x="1474887" y="93923"/>
                  <a:pt x="1473920" y="91704"/>
                </a:cubicBezTo>
                <a:cubicBezTo>
                  <a:pt x="1472953" y="89486"/>
                  <a:pt x="1472470" y="84817"/>
                  <a:pt x="1472470" y="77700"/>
                </a:cubicBezTo>
                <a:lnTo>
                  <a:pt x="1472470" y="37433"/>
                </a:lnTo>
                <a:lnTo>
                  <a:pt x="1463771" y="37433"/>
                </a:lnTo>
                <a:lnTo>
                  <a:pt x="1463771" y="28207"/>
                </a:lnTo>
                <a:lnTo>
                  <a:pt x="1472470" y="28207"/>
                </a:lnTo>
                <a:lnTo>
                  <a:pt x="1472470" y="10827"/>
                </a:lnTo>
                <a:lnTo>
                  <a:pt x="1484267" y="3691"/>
                </a:lnTo>
                <a:lnTo>
                  <a:pt x="1484267" y="28207"/>
                </a:lnTo>
                <a:lnTo>
                  <a:pt x="1496195" y="28207"/>
                </a:lnTo>
                <a:lnTo>
                  <a:pt x="1496195" y="37433"/>
                </a:lnTo>
                <a:lnTo>
                  <a:pt x="1484267" y="37433"/>
                </a:lnTo>
                <a:lnTo>
                  <a:pt x="1484267" y="78359"/>
                </a:lnTo>
                <a:cubicBezTo>
                  <a:pt x="1484267" y="81742"/>
                  <a:pt x="1484475" y="83917"/>
                  <a:pt x="1484893" y="84883"/>
                </a:cubicBezTo>
                <a:cubicBezTo>
                  <a:pt x="1485310" y="85850"/>
                  <a:pt x="1485991" y="86619"/>
                  <a:pt x="1486936" y="87190"/>
                </a:cubicBezTo>
                <a:cubicBezTo>
                  <a:pt x="1487880" y="87761"/>
                  <a:pt x="1489232" y="88047"/>
                  <a:pt x="1490989" y="88047"/>
                </a:cubicBezTo>
                <a:cubicBezTo>
                  <a:pt x="1492307" y="88047"/>
                  <a:pt x="1494042" y="87937"/>
                  <a:pt x="1496195" y="87717"/>
                </a:cubicBezTo>
                <a:close/>
                <a:moveTo>
                  <a:pt x="1553686" y="98196"/>
                </a:moveTo>
                <a:lnTo>
                  <a:pt x="1553686" y="87915"/>
                </a:lnTo>
                <a:cubicBezTo>
                  <a:pt x="1548238" y="95823"/>
                  <a:pt x="1540834" y="99778"/>
                  <a:pt x="1531476" y="99778"/>
                </a:cubicBezTo>
                <a:cubicBezTo>
                  <a:pt x="1527346" y="99778"/>
                  <a:pt x="1523491" y="98987"/>
                  <a:pt x="1519910" y="97405"/>
                </a:cubicBezTo>
                <a:cubicBezTo>
                  <a:pt x="1516329" y="95823"/>
                  <a:pt x="1513671" y="93835"/>
                  <a:pt x="1511936" y="91441"/>
                </a:cubicBezTo>
                <a:cubicBezTo>
                  <a:pt x="1510200" y="89046"/>
                  <a:pt x="1508981" y="86114"/>
                  <a:pt x="1508278" y="82643"/>
                </a:cubicBezTo>
                <a:cubicBezTo>
                  <a:pt x="1507795" y="80314"/>
                  <a:pt x="1507553" y="76624"/>
                  <a:pt x="1507553" y="71571"/>
                </a:cubicBezTo>
                <a:lnTo>
                  <a:pt x="1507553" y="28207"/>
                </a:lnTo>
                <a:lnTo>
                  <a:pt x="1519416" y="28207"/>
                </a:lnTo>
                <a:lnTo>
                  <a:pt x="1519416" y="67024"/>
                </a:lnTo>
                <a:cubicBezTo>
                  <a:pt x="1519416" y="73219"/>
                  <a:pt x="1519657" y="77392"/>
                  <a:pt x="1520141" y="79545"/>
                </a:cubicBezTo>
                <a:cubicBezTo>
                  <a:pt x="1520888" y="82665"/>
                  <a:pt x="1522469" y="85114"/>
                  <a:pt x="1524886" y="86893"/>
                </a:cubicBezTo>
                <a:cubicBezTo>
                  <a:pt x="1527302" y="88673"/>
                  <a:pt x="1530290" y="89563"/>
                  <a:pt x="1533849" y="89563"/>
                </a:cubicBezTo>
                <a:cubicBezTo>
                  <a:pt x="1537407" y="89563"/>
                  <a:pt x="1540747" y="88651"/>
                  <a:pt x="1543866" y="86828"/>
                </a:cubicBezTo>
                <a:cubicBezTo>
                  <a:pt x="1546985" y="85004"/>
                  <a:pt x="1549193" y="82522"/>
                  <a:pt x="1550489" y="79380"/>
                </a:cubicBezTo>
                <a:cubicBezTo>
                  <a:pt x="1551785" y="76239"/>
                  <a:pt x="1552433" y="71681"/>
                  <a:pt x="1552433" y="65706"/>
                </a:cubicBezTo>
                <a:lnTo>
                  <a:pt x="1552433" y="28207"/>
                </a:lnTo>
                <a:lnTo>
                  <a:pt x="1564296" y="28207"/>
                </a:lnTo>
                <a:lnTo>
                  <a:pt x="1564296" y="98196"/>
                </a:lnTo>
                <a:lnTo>
                  <a:pt x="1553686" y="98196"/>
                </a:lnTo>
                <a:close/>
                <a:moveTo>
                  <a:pt x="1608760" y="87717"/>
                </a:moveTo>
                <a:lnTo>
                  <a:pt x="1610473" y="98196"/>
                </a:lnTo>
                <a:cubicBezTo>
                  <a:pt x="1607134" y="98811"/>
                  <a:pt x="1604147" y="99119"/>
                  <a:pt x="1601511" y="99119"/>
                </a:cubicBezTo>
                <a:cubicBezTo>
                  <a:pt x="1597205" y="99119"/>
                  <a:pt x="1593866" y="98438"/>
                  <a:pt x="1591493" y="97076"/>
                </a:cubicBezTo>
                <a:cubicBezTo>
                  <a:pt x="1589121" y="95713"/>
                  <a:pt x="1587451" y="93923"/>
                  <a:pt x="1586485" y="91704"/>
                </a:cubicBezTo>
                <a:cubicBezTo>
                  <a:pt x="1585518" y="89486"/>
                  <a:pt x="1585035" y="84817"/>
                  <a:pt x="1585035" y="77700"/>
                </a:cubicBezTo>
                <a:lnTo>
                  <a:pt x="1585035" y="37433"/>
                </a:lnTo>
                <a:lnTo>
                  <a:pt x="1576336" y="37433"/>
                </a:lnTo>
                <a:lnTo>
                  <a:pt x="1576336" y="28207"/>
                </a:lnTo>
                <a:lnTo>
                  <a:pt x="1585035" y="28207"/>
                </a:lnTo>
                <a:lnTo>
                  <a:pt x="1585035" y="10827"/>
                </a:lnTo>
                <a:lnTo>
                  <a:pt x="1596831" y="3691"/>
                </a:lnTo>
                <a:lnTo>
                  <a:pt x="1596831" y="28207"/>
                </a:lnTo>
                <a:lnTo>
                  <a:pt x="1608760" y="28207"/>
                </a:lnTo>
                <a:lnTo>
                  <a:pt x="1608760" y="37433"/>
                </a:lnTo>
                <a:lnTo>
                  <a:pt x="1596831" y="37433"/>
                </a:lnTo>
                <a:lnTo>
                  <a:pt x="1596831" y="78359"/>
                </a:lnTo>
                <a:cubicBezTo>
                  <a:pt x="1596831" y="81742"/>
                  <a:pt x="1597040" y="83917"/>
                  <a:pt x="1597458" y="84883"/>
                </a:cubicBezTo>
                <a:cubicBezTo>
                  <a:pt x="1597875" y="85850"/>
                  <a:pt x="1598556" y="86619"/>
                  <a:pt x="1599501" y="87190"/>
                </a:cubicBezTo>
                <a:cubicBezTo>
                  <a:pt x="1600445" y="87761"/>
                  <a:pt x="1601796" y="88047"/>
                  <a:pt x="1603554" y="88047"/>
                </a:cubicBezTo>
                <a:cubicBezTo>
                  <a:pt x="1604872" y="88047"/>
                  <a:pt x="1606607" y="87937"/>
                  <a:pt x="1608760" y="87717"/>
                </a:cubicBezTo>
                <a:close/>
                <a:moveTo>
                  <a:pt x="1620447" y="15290"/>
                </a:moveTo>
                <a:lnTo>
                  <a:pt x="1620447" y="1582"/>
                </a:lnTo>
                <a:lnTo>
                  <a:pt x="1632310" y="1582"/>
                </a:lnTo>
                <a:lnTo>
                  <a:pt x="1632310" y="15290"/>
                </a:lnTo>
                <a:lnTo>
                  <a:pt x="1620447" y="15290"/>
                </a:lnTo>
                <a:moveTo>
                  <a:pt x="1620447" y="98196"/>
                </a:moveTo>
                <a:lnTo>
                  <a:pt x="1620447" y="28207"/>
                </a:lnTo>
                <a:lnTo>
                  <a:pt x="1632310" y="28207"/>
                </a:lnTo>
                <a:lnTo>
                  <a:pt x="1632310" y="98196"/>
                </a:lnTo>
                <a:lnTo>
                  <a:pt x="1620447" y="98196"/>
                </a:lnTo>
                <a:close/>
                <a:moveTo>
                  <a:pt x="1645929" y="63201"/>
                </a:moveTo>
                <a:cubicBezTo>
                  <a:pt x="1645929" y="50240"/>
                  <a:pt x="1649532" y="40640"/>
                  <a:pt x="1656738" y="34402"/>
                </a:cubicBezTo>
                <a:cubicBezTo>
                  <a:pt x="1662757" y="29217"/>
                  <a:pt x="1670094" y="26625"/>
                  <a:pt x="1678749" y="26625"/>
                </a:cubicBezTo>
                <a:cubicBezTo>
                  <a:pt x="1688371" y="26625"/>
                  <a:pt x="1696236" y="29777"/>
                  <a:pt x="1702343" y="36082"/>
                </a:cubicBezTo>
                <a:cubicBezTo>
                  <a:pt x="1708450" y="42387"/>
                  <a:pt x="1711503" y="51097"/>
                  <a:pt x="1711503" y="62213"/>
                </a:cubicBezTo>
                <a:cubicBezTo>
                  <a:pt x="1711503" y="71219"/>
                  <a:pt x="1710152" y="78304"/>
                  <a:pt x="1707450" y="83466"/>
                </a:cubicBezTo>
                <a:cubicBezTo>
                  <a:pt x="1704748" y="88629"/>
                  <a:pt x="1700816" y="92638"/>
                  <a:pt x="1695653" y="95494"/>
                </a:cubicBezTo>
                <a:cubicBezTo>
                  <a:pt x="1690491" y="98350"/>
                  <a:pt x="1684856" y="99778"/>
                  <a:pt x="1678749" y="99778"/>
                </a:cubicBezTo>
                <a:cubicBezTo>
                  <a:pt x="1668952" y="99778"/>
                  <a:pt x="1661032" y="96636"/>
                  <a:pt x="1654991" y="90353"/>
                </a:cubicBezTo>
                <a:cubicBezTo>
                  <a:pt x="1648950" y="84071"/>
                  <a:pt x="1645929" y="75020"/>
                  <a:pt x="1645929" y="63201"/>
                </a:cubicBezTo>
                <a:moveTo>
                  <a:pt x="1658122" y="63168"/>
                </a:moveTo>
                <a:cubicBezTo>
                  <a:pt x="1658122" y="72098"/>
                  <a:pt x="1660077" y="78785"/>
                  <a:pt x="1663987" y="83228"/>
                </a:cubicBezTo>
                <a:cubicBezTo>
                  <a:pt x="1667897" y="87671"/>
                  <a:pt x="1672818" y="89892"/>
                  <a:pt x="1678749" y="89892"/>
                </a:cubicBezTo>
                <a:cubicBezTo>
                  <a:pt x="1684637" y="89892"/>
                  <a:pt x="1689535" y="87660"/>
                  <a:pt x="1693446" y="83195"/>
                </a:cubicBezTo>
                <a:cubicBezTo>
                  <a:pt x="1697356" y="78730"/>
                  <a:pt x="1699311" y="71923"/>
                  <a:pt x="1699311" y="62775"/>
                </a:cubicBezTo>
                <a:cubicBezTo>
                  <a:pt x="1699311" y="54151"/>
                  <a:pt x="1697345" y="47618"/>
                  <a:pt x="1693413" y="43175"/>
                </a:cubicBezTo>
                <a:cubicBezTo>
                  <a:pt x="1689480" y="38732"/>
                  <a:pt x="1684593" y="36510"/>
                  <a:pt x="1678749" y="36510"/>
                </a:cubicBezTo>
                <a:cubicBezTo>
                  <a:pt x="1672818" y="36510"/>
                  <a:pt x="1667897" y="38721"/>
                  <a:pt x="1663987" y="43142"/>
                </a:cubicBezTo>
                <a:cubicBezTo>
                  <a:pt x="1660077" y="47563"/>
                  <a:pt x="1658122" y="54238"/>
                  <a:pt x="1658122" y="63168"/>
                </a:cubicBezTo>
                <a:close/>
                <a:moveTo>
                  <a:pt x="1725388" y="98196"/>
                </a:moveTo>
                <a:lnTo>
                  <a:pt x="1725388" y="28207"/>
                </a:lnTo>
                <a:lnTo>
                  <a:pt x="1736065" y="28207"/>
                </a:lnTo>
                <a:lnTo>
                  <a:pt x="1736065" y="38092"/>
                </a:lnTo>
                <a:cubicBezTo>
                  <a:pt x="1741205" y="30447"/>
                  <a:pt x="1748630" y="26625"/>
                  <a:pt x="1758340" y="26625"/>
                </a:cubicBezTo>
                <a:cubicBezTo>
                  <a:pt x="1762558" y="26625"/>
                  <a:pt x="1766435" y="27383"/>
                  <a:pt x="1769972" y="28899"/>
                </a:cubicBezTo>
                <a:cubicBezTo>
                  <a:pt x="1773509" y="30414"/>
                  <a:pt x="1776156" y="32402"/>
                  <a:pt x="1777913" y="34863"/>
                </a:cubicBezTo>
                <a:cubicBezTo>
                  <a:pt x="1779671" y="37323"/>
                  <a:pt x="1780901" y="40245"/>
                  <a:pt x="1781604" y="43628"/>
                </a:cubicBezTo>
                <a:cubicBezTo>
                  <a:pt x="1782043" y="45825"/>
                  <a:pt x="1782263" y="49669"/>
                  <a:pt x="1782263" y="55161"/>
                </a:cubicBezTo>
                <a:lnTo>
                  <a:pt x="1782263" y="98196"/>
                </a:lnTo>
                <a:lnTo>
                  <a:pt x="1770400" y="98196"/>
                </a:lnTo>
                <a:lnTo>
                  <a:pt x="1770400" y="55577"/>
                </a:lnTo>
                <a:cubicBezTo>
                  <a:pt x="1770400" y="50739"/>
                  <a:pt x="1769939" y="47121"/>
                  <a:pt x="1769016" y="44724"/>
                </a:cubicBezTo>
                <a:cubicBezTo>
                  <a:pt x="1768094" y="42326"/>
                  <a:pt x="1766457" y="40413"/>
                  <a:pt x="1764106" y="38984"/>
                </a:cubicBezTo>
                <a:cubicBezTo>
                  <a:pt x="1761756" y="37555"/>
                  <a:pt x="1758999" y="36840"/>
                  <a:pt x="1755836" y="36840"/>
                </a:cubicBezTo>
                <a:cubicBezTo>
                  <a:pt x="1750783" y="36840"/>
                  <a:pt x="1746422" y="38446"/>
                  <a:pt x="1742754" y="41657"/>
                </a:cubicBezTo>
                <a:cubicBezTo>
                  <a:pt x="1739085" y="44867"/>
                  <a:pt x="1737251" y="50958"/>
                  <a:pt x="1737251" y="59931"/>
                </a:cubicBezTo>
                <a:lnTo>
                  <a:pt x="1737251" y="98196"/>
                </a:lnTo>
                <a:lnTo>
                  <a:pt x="1725388" y="98196"/>
                </a:lnTo>
                <a:close/>
                <a:moveTo>
                  <a:pt x="1846102" y="89554"/>
                </a:moveTo>
                <a:cubicBezTo>
                  <a:pt x="1841709" y="93292"/>
                  <a:pt x="1837480" y="95930"/>
                  <a:pt x="1833416" y="97469"/>
                </a:cubicBezTo>
                <a:cubicBezTo>
                  <a:pt x="1829352" y="99008"/>
                  <a:pt x="1824991" y="99778"/>
                  <a:pt x="1820334" y="99778"/>
                </a:cubicBezTo>
                <a:cubicBezTo>
                  <a:pt x="1812645" y="99778"/>
                  <a:pt x="1806736" y="97898"/>
                  <a:pt x="1802606" y="94139"/>
                </a:cubicBezTo>
                <a:cubicBezTo>
                  <a:pt x="1798476" y="90379"/>
                  <a:pt x="1796411" y="85576"/>
                  <a:pt x="1796411" y="79729"/>
                </a:cubicBezTo>
                <a:cubicBezTo>
                  <a:pt x="1796411" y="76300"/>
                  <a:pt x="1797191" y="73168"/>
                  <a:pt x="1798751" y="70333"/>
                </a:cubicBezTo>
                <a:cubicBezTo>
                  <a:pt x="1800310" y="67497"/>
                  <a:pt x="1802353" y="65221"/>
                  <a:pt x="1804880" y="63506"/>
                </a:cubicBezTo>
                <a:cubicBezTo>
                  <a:pt x="1807406" y="61791"/>
                  <a:pt x="1810251" y="60494"/>
                  <a:pt x="1813414" y="59616"/>
                </a:cubicBezTo>
                <a:cubicBezTo>
                  <a:pt x="1815743" y="58999"/>
                  <a:pt x="1819257" y="58405"/>
                  <a:pt x="1823959" y="57834"/>
                </a:cubicBezTo>
                <a:cubicBezTo>
                  <a:pt x="1833537" y="56700"/>
                  <a:pt x="1840588" y="55348"/>
                  <a:pt x="1845114" y="53777"/>
                </a:cubicBezTo>
                <a:cubicBezTo>
                  <a:pt x="1845157" y="52158"/>
                  <a:pt x="1845179" y="51130"/>
                  <a:pt x="1845179" y="50692"/>
                </a:cubicBezTo>
                <a:cubicBezTo>
                  <a:pt x="1845179" y="45877"/>
                  <a:pt x="1844059" y="42485"/>
                  <a:pt x="1841818" y="40516"/>
                </a:cubicBezTo>
                <a:cubicBezTo>
                  <a:pt x="1838787" y="37846"/>
                  <a:pt x="1834283" y="36510"/>
                  <a:pt x="1828308" y="36510"/>
                </a:cubicBezTo>
                <a:cubicBezTo>
                  <a:pt x="1822728" y="36510"/>
                  <a:pt x="1818609" y="37488"/>
                  <a:pt x="1815951" y="39443"/>
                </a:cubicBezTo>
                <a:cubicBezTo>
                  <a:pt x="1813293" y="41398"/>
                  <a:pt x="1811327" y="44858"/>
                  <a:pt x="1810053" y="49823"/>
                </a:cubicBezTo>
                <a:lnTo>
                  <a:pt x="1798454" y="48241"/>
                </a:lnTo>
                <a:cubicBezTo>
                  <a:pt x="1799508" y="43261"/>
                  <a:pt x="1801244" y="39240"/>
                  <a:pt x="1803660" y="36177"/>
                </a:cubicBezTo>
                <a:cubicBezTo>
                  <a:pt x="1806077" y="33114"/>
                  <a:pt x="1809570" y="30756"/>
                  <a:pt x="1814139" y="29105"/>
                </a:cubicBezTo>
                <a:cubicBezTo>
                  <a:pt x="1818708" y="27451"/>
                  <a:pt x="1824003" y="26625"/>
                  <a:pt x="1830022" y="26625"/>
                </a:cubicBezTo>
                <a:cubicBezTo>
                  <a:pt x="1835997" y="26625"/>
                  <a:pt x="1840852" y="27328"/>
                  <a:pt x="1844586" y="28734"/>
                </a:cubicBezTo>
                <a:cubicBezTo>
                  <a:pt x="1848321" y="30140"/>
                  <a:pt x="1851067" y="31908"/>
                  <a:pt x="1852824" y="34039"/>
                </a:cubicBezTo>
                <a:cubicBezTo>
                  <a:pt x="1854582" y="36170"/>
                  <a:pt x="1855812" y="38861"/>
                  <a:pt x="1856515" y="42112"/>
                </a:cubicBezTo>
                <a:cubicBezTo>
                  <a:pt x="1856910" y="44133"/>
                  <a:pt x="1857108" y="47780"/>
                  <a:pt x="1857108" y="53052"/>
                </a:cubicBezTo>
                <a:lnTo>
                  <a:pt x="1857108" y="68869"/>
                </a:lnTo>
                <a:cubicBezTo>
                  <a:pt x="1857108" y="79897"/>
                  <a:pt x="1857361" y="86871"/>
                  <a:pt x="1857866" y="89793"/>
                </a:cubicBezTo>
                <a:cubicBezTo>
                  <a:pt x="1858371" y="92715"/>
                  <a:pt x="1859371" y="95516"/>
                  <a:pt x="1860864" y="98196"/>
                </a:cubicBezTo>
                <a:lnTo>
                  <a:pt x="1848475" y="98196"/>
                </a:lnTo>
                <a:cubicBezTo>
                  <a:pt x="1847244" y="95733"/>
                  <a:pt x="1846454" y="92852"/>
                  <a:pt x="1846102" y="89554"/>
                </a:cubicBezTo>
                <a:moveTo>
                  <a:pt x="1845114" y="63004"/>
                </a:moveTo>
                <a:cubicBezTo>
                  <a:pt x="1840808" y="64776"/>
                  <a:pt x="1834349" y="66282"/>
                  <a:pt x="1825738" y="67522"/>
                </a:cubicBezTo>
                <a:cubicBezTo>
                  <a:pt x="1820861" y="68228"/>
                  <a:pt x="1817412" y="69022"/>
                  <a:pt x="1815391" y="69905"/>
                </a:cubicBezTo>
                <a:cubicBezTo>
                  <a:pt x="1813370" y="70786"/>
                  <a:pt x="1811810" y="72077"/>
                  <a:pt x="1810712" y="73777"/>
                </a:cubicBezTo>
                <a:cubicBezTo>
                  <a:pt x="1809614" y="75475"/>
                  <a:pt x="1809064" y="77361"/>
                  <a:pt x="1809064" y="79434"/>
                </a:cubicBezTo>
                <a:cubicBezTo>
                  <a:pt x="1809064" y="82610"/>
                  <a:pt x="1810262" y="85257"/>
                  <a:pt x="1812656" y="87375"/>
                </a:cubicBezTo>
                <a:cubicBezTo>
                  <a:pt x="1815051" y="89493"/>
                  <a:pt x="1818555" y="90551"/>
                  <a:pt x="1823168" y="90551"/>
                </a:cubicBezTo>
                <a:cubicBezTo>
                  <a:pt x="1827737" y="90551"/>
                  <a:pt x="1831801" y="89547"/>
                  <a:pt x="1835360" y="87538"/>
                </a:cubicBezTo>
                <a:cubicBezTo>
                  <a:pt x="1838919" y="85529"/>
                  <a:pt x="1841533" y="82781"/>
                  <a:pt x="1843202" y="79294"/>
                </a:cubicBezTo>
                <a:cubicBezTo>
                  <a:pt x="1844476" y="76600"/>
                  <a:pt x="1845114" y="72627"/>
                  <a:pt x="1845114" y="67374"/>
                </a:cubicBezTo>
                <a:lnTo>
                  <a:pt x="1845114" y="63004"/>
                </a:lnTo>
                <a:close/>
                <a:moveTo>
                  <a:pt x="1875211" y="98196"/>
                </a:moveTo>
                <a:lnTo>
                  <a:pt x="1875211" y="1582"/>
                </a:lnTo>
                <a:lnTo>
                  <a:pt x="1887073" y="1582"/>
                </a:lnTo>
                <a:lnTo>
                  <a:pt x="1887073" y="98196"/>
                </a:lnTo>
                <a:lnTo>
                  <a:pt x="1875211" y="98196"/>
                </a:lnTo>
                <a:close/>
                <a:moveTo>
                  <a:pt x="1942828" y="98196"/>
                </a:moveTo>
                <a:lnTo>
                  <a:pt x="1942828" y="28207"/>
                </a:lnTo>
                <a:lnTo>
                  <a:pt x="1953504" y="28207"/>
                </a:lnTo>
                <a:lnTo>
                  <a:pt x="1953504" y="38751"/>
                </a:lnTo>
                <a:cubicBezTo>
                  <a:pt x="1956228" y="33814"/>
                  <a:pt x="1958743" y="30559"/>
                  <a:pt x="1961050" y="28985"/>
                </a:cubicBezTo>
                <a:cubicBezTo>
                  <a:pt x="1963357" y="27412"/>
                  <a:pt x="1965894" y="26625"/>
                  <a:pt x="1968662" y="26625"/>
                </a:cubicBezTo>
                <a:cubicBezTo>
                  <a:pt x="1972660" y="26625"/>
                  <a:pt x="1976724" y="27894"/>
                  <a:pt x="1980854" y="30431"/>
                </a:cubicBezTo>
                <a:lnTo>
                  <a:pt x="1976768" y="41387"/>
                </a:lnTo>
                <a:cubicBezTo>
                  <a:pt x="1973868" y="39674"/>
                  <a:pt x="1970968" y="38817"/>
                  <a:pt x="1968069" y="38817"/>
                </a:cubicBezTo>
                <a:cubicBezTo>
                  <a:pt x="1965476" y="38817"/>
                  <a:pt x="1963148" y="39598"/>
                  <a:pt x="1961083" y="41161"/>
                </a:cubicBezTo>
                <a:cubicBezTo>
                  <a:pt x="1959018" y="42722"/>
                  <a:pt x="1957546" y="44888"/>
                  <a:pt x="1956667" y="47658"/>
                </a:cubicBezTo>
                <a:cubicBezTo>
                  <a:pt x="1955349" y="51880"/>
                  <a:pt x="1954690" y="56498"/>
                  <a:pt x="1954690" y="61512"/>
                </a:cubicBezTo>
                <a:lnTo>
                  <a:pt x="1954690" y="98196"/>
                </a:lnTo>
                <a:lnTo>
                  <a:pt x="1942828" y="98196"/>
                </a:lnTo>
                <a:close/>
                <a:moveTo>
                  <a:pt x="1987970" y="15290"/>
                </a:moveTo>
                <a:lnTo>
                  <a:pt x="1987970" y="1582"/>
                </a:lnTo>
                <a:lnTo>
                  <a:pt x="1999833" y="1582"/>
                </a:lnTo>
                <a:lnTo>
                  <a:pt x="1999833" y="15290"/>
                </a:lnTo>
                <a:lnTo>
                  <a:pt x="1987970" y="15290"/>
                </a:lnTo>
                <a:moveTo>
                  <a:pt x="1987970" y="98196"/>
                </a:moveTo>
                <a:lnTo>
                  <a:pt x="1987970" y="28207"/>
                </a:lnTo>
                <a:lnTo>
                  <a:pt x="1999833" y="28207"/>
                </a:lnTo>
                <a:lnTo>
                  <a:pt x="1999833" y="98196"/>
                </a:lnTo>
                <a:lnTo>
                  <a:pt x="1987970" y="98196"/>
                </a:lnTo>
                <a:close/>
                <a:moveTo>
                  <a:pt x="2015693" y="103995"/>
                </a:moveTo>
                <a:lnTo>
                  <a:pt x="2027226" y="105709"/>
                </a:lnTo>
                <a:cubicBezTo>
                  <a:pt x="2027709" y="109268"/>
                  <a:pt x="2029049" y="111860"/>
                  <a:pt x="2031246" y="113485"/>
                </a:cubicBezTo>
                <a:cubicBezTo>
                  <a:pt x="2034190" y="115682"/>
                  <a:pt x="2038210" y="116781"/>
                  <a:pt x="2043306" y="116781"/>
                </a:cubicBezTo>
                <a:cubicBezTo>
                  <a:pt x="2048798" y="116781"/>
                  <a:pt x="2053038" y="115679"/>
                  <a:pt x="2056026" y="113477"/>
                </a:cubicBezTo>
                <a:cubicBezTo>
                  <a:pt x="2059013" y="111276"/>
                  <a:pt x="2061034" y="108194"/>
                  <a:pt x="2062089" y="104230"/>
                </a:cubicBezTo>
                <a:cubicBezTo>
                  <a:pt x="2062704" y="101810"/>
                  <a:pt x="2062990" y="96724"/>
                  <a:pt x="2062946" y="88974"/>
                </a:cubicBezTo>
                <a:cubicBezTo>
                  <a:pt x="2057761" y="95122"/>
                  <a:pt x="2051303" y="98196"/>
                  <a:pt x="2043570" y="98196"/>
                </a:cubicBezTo>
                <a:cubicBezTo>
                  <a:pt x="2033948" y="98196"/>
                  <a:pt x="2026501" y="94725"/>
                  <a:pt x="2021229" y="87783"/>
                </a:cubicBezTo>
                <a:cubicBezTo>
                  <a:pt x="2015957" y="80841"/>
                  <a:pt x="2013320" y="72516"/>
                  <a:pt x="2013320" y="62806"/>
                </a:cubicBezTo>
                <a:cubicBezTo>
                  <a:pt x="2013320" y="56128"/>
                  <a:pt x="2014529" y="49966"/>
                  <a:pt x="2016945" y="44320"/>
                </a:cubicBezTo>
                <a:cubicBezTo>
                  <a:pt x="2019362" y="38674"/>
                  <a:pt x="2022865" y="34314"/>
                  <a:pt x="2027457" y="31238"/>
                </a:cubicBezTo>
                <a:cubicBezTo>
                  <a:pt x="2032048" y="28163"/>
                  <a:pt x="2037441" y="26625"/>
                  <a:pt x="2043636" y="26625"/>
                </a:cubicBezTo>
                <a:cubicBezTo>
                  <a:pt x="2051896" y="26625"/>
                  <a:pt x="2058706" y="29986"/>
                  <a:pt x="2064066" y="36708"/>
                </a:cubicBezTo>
                <a:lnTo>
                  <a:pt x="2064066" y="28207"/>
                </a:lnTo>
                <a:lnTo>
                  <a:pt x="2075006" y="28207"/>
                </a:lnTo>
                <a:lnTo>
                  <a:pt x="2075006" y="88747"/>
                </a:lnTo>
                <a:cubicBezTo>
                  <a:pt x="2075006" y="99650"/>
                  <a:pt x="2073896" y="107376"/>
                  <a:pt x="2071678" y="111926"/>
                </a:cubicBezTo>
                <a:cubicBezTo>
                  <a:pt x="2069459" y="116476"/>
                  <a:pt x="2065944" y="120070"/>
                  <a:pt x="2061133" y="122708"/>
                </a:cubicBezTo>
                <a:cubicBezTo>
                  <a:pt x="2056322" y="125347"/>
                  <a:pt x="2050402" y="126666"/>
                  <a:pt x="2043372" y="126666"/>
                </a:cubicBezTo>
                <a:cubicBezTo>
                  <a:pt x="2035025" y="126666"/>
                  <a:pt x="2028280" y="124782"/>
                  <a:pt x="2023140" y="121015"/>
                </a:cubicBezTo>
                <a:cubicBezTo>
                  <a:pt x="2018000" y="117247"/>
                  <a:pt x="2015517" y="111574"/>
                  <a:pt x="2015693" y="103995"/>
                </a:cubicBezTo>
                <a:moveTo>
                  <a:pt x="2025513" y="61951"/>
                </a:moveTo>
                <a:cubicBezTo>
                  <a:pt x="2025513" y="71110"/>
                  <a:pt x="2027336" y="77793"/>
                  <a:pt x="2030982" y="82000"/>
                </a:cubicBezTo>
                <a:cubicBezTo>
                  <a:pt x="2034629" y="86207"/>
                  <a:pt x="2039198" y="88310"/>
                  <a:pt x="2044690" y="88310"/>
                </a:cubicBezTo>
                <a:cubicBezTo>
                  <a:pt x="2050138" y="88310"/>
                  <a:pt x="2054708" y="86218"/>
                  <a:pt x="2058398" y="82033"/>
                </a:cubicBezTo>
                <a:cubicBezTo>
                  <a:pt x="2062089" y="77848"/>
                  <a:pt x="2063934" y="71285"/>
                  <a:pt x="2063934" y="62344"/>
                </a:cubicBezTo>
                <a:cubicBezTo>
                  <a:pt x="2063934" y="53799"/>
                  <a:pt x="2062034" y="47357"/>
                  <a:pt x="2058233" y="43018"/>
                </a:cubicBezTo>
                <a:cubicBezTo>
                  <a:pt x="2054433" y="38680"/>
                  <a:pt x="2049853" y="36510"/>
                  <a:pt x="2044493" y="36510"/>
                </a:cubicBezTo>
                <a:cubicBezTo>
                  <a:pt x="2039220" y="36510"/>
                  <a:pt x="2034739" y="38647"/>
                  <a:pt x="2031048" y="42919"/>
                </a:cubicBezTo>
                <a:cubicBezTo>
                  <a:pt x="2027358" y="47192"/>
                  <a:pt x="2025513" y="53536"/>
                  <a:pt x="2025513" y="61951"/>
                </a:cubicBezTo>
                <a:close/>
                <a:moveTo>
                  <a:pt x="2092911" y="98196"/>
                </a:moveTo>
                <a:lnTo>
                  <a:pt x="2092911" y="1582"/>
                </a:lnTo>
                <a:lnTo>
                  <a:pt x="2104774" y="1582"/>
                </a:lnTo>
                <a:lnTo>
                  <a:pt x="2104774" y="36247"/>
                </a:lnTo>
                <a:cubicBezTo>
                  <a:pt x="2110310" y="29832"/>
                  <a:pt x="2117295" y="26625"/>
                  <a:pt x="2125731" y="26625"/>
                </a:cubicBezTo>
                <a:cubicBezTo>
                  <a:pt x="2130915" y="26625"/>
                  <a:pt x="2135419" y="27646"/>
                  <a:pt x="2139241" y="29689"/>
                </a:cubicBezTo>
                <a:cubicBezTo>
                  <a:pt x="2143063" y="31732"/>
                  <a:pt x="2145798" y="34555"/>
                  <a:pt x="2147446" y="38158"/>
                </a:cubicBezTo>
                <a:cubicBezTo>
                  <a:pt x="2149094" y="41761"/>
                  <a:pt x="2149917" y="46989"/>
                  <a:pt x="2149917" y="53843"/>
                </a:cubicBezTo>
                <a:lnTo>
                  <a:pt x="2149917" y="98196"/>
                </a:lnTo>
                <a:lnTo>
                  <a:pt x="2138055" y="98196"/>
                </a:lnTo>
                <a:lnTo>
                  <a:pt x="2138055" y="53843"/>
                </a:lnTo>
                <a:cubicBezTo>
                  <a:pt x="2138055" y="47912"/>
                  <a:pt x="2136770" y="43595"/>
                  <a:pt x="2134200" y="40893"/>
                </a:cubicBezTo>
                <a:cubicBezTo>
                  <a:pt x="2131629" y="38191"/>
                  <a:pt x="2127994" y="36840"/>
                  <a:pt x="2123293" y="36840"/>
                </a:cubicBezTo>
                <a:cubicBezTo>
                  <a:pt x="2119778" y="36840"/>
                  <a:pt x="2116472" y="37752"/>
                  <a:pt x="2113374" y="39575"/>
                </a:cubicBezTo>
                <a:cubicBezTo>
                  <a:pt x="2110277" y="41398"/>
                  <a:pt x="2108069" y="43870"/>
                  <a:pt x="2106751" y="46989"/>
                </a:cubicBezTo>
                <a:cubicBezTo>
                  <a:pt x="2105433" y="50108"/>
                  <a:pt x="2104774" y="54414"/>
                  <a:pt x="2104774" y="59906"/>
                </a:cubicBezTo>
                <a:lnTo>
                  <a:pt x="2104774" y="98196"/>
                </a:lnTo>
                <a:lnTo>
                  <a:pt x="2092911" y="98196"/>
                </a:lnTo>
                <a:close/>
                <a:moveTo>
                  <a:pt x="2193854" y="87717"/>
                </a:moveTo>
                <a:lnTo>
                  <a:pt x="2195568" y="98196"/>
                </a:lnTo>
                <a:cubicBezTo>
                  <a:pt x="2192229" y="98811"/>
                  <a:pt x="2189241" y="99119"/>
                  <a:pt x="2186605" y="99119"/>
                </a:cubicBezTo>
                <a:cubicBezTo>
                  <a:pt x="2182299" y="99119"/>
                  <a:pt x="2178960" y="98438"/>
                  <a:pt x="2176588" y="97076"/>
                </a:cubicBezTo>
                <a:cubicBezTo>
                  <a:pt x="2174215" y="95713"/>
                  <a:pt x="2172545" y="93923"/>
                  <a:pt x="2171579" y="91704"/>
                </a:cubicBezTo>
                <a:cubicBezTo>
                  <a:pt x="2170612" y="89486"/>
                  <a:pt x="2170129" y="84817"/>
                  <a:pt x="2170129" y="77700"/>
                </a:cubicBezTo>
                <a:lnTo>
                  <a:pt x="2170129" y="37433"/>
                </a:lnTo>
                <a:lnTo>
                  <a:pt x="2161430" y="37433"/>
                </a:lnTo>
                <a:lnTo>
                  <a:pt x="2161430" y="28207"/>
                </a:lnTo>
                <a:lnTo>
                  <a:pt x="2170129" y="28207"/>
                </a:lnTo>
                <a:lnTo>
                  <a:pt x="2170129" y="10827"/>
                </a:lnTo>
                <a:lnTo>
                  <a:pt x="2181926" y="3691"/>
                </a:lnTo>
                <a:lnTo>
                  <a:pt x="2181926" y="28207"/>
                </a:lnTo>
                <a:lnTo>
                  <a:pt x="2193854" y="28207"/>
                </a:lnTo>
                <a:lnTo>
                  <a:pt x="2193854" y="37433"/>
                </a:lnTo>
                <a:lnTo>
                  <a:pt x="2181926" y="37433"/>
                </a:lnTo>
                <a:lnTo>
                  <a:pt x="2181926" y="78359"/>
                </a:lnTo>
                <a:cubicBezTo>
                  <a:pt x="2181926" y="81742"/>
                  <a:pt x="2182134" y="83917"/>
                  <a:pt x="2182552" y="84883"/>
                </a:cubicBezTo>
                <a:cubicBezTo>
                  <a:pt x="2182969" y="85850"/>
                  <a:pt x="2183650" y="86619"/>
                  <a:pt x="2184595" y="87190"/>
                </a:cubicBezTo>
                <a:cubicBezTo>
                  <a:pt x="2185539" y="87761"/>
                  <a:pt x="2186890" y="88047"/>
                  <a:pt x="2188648" y="88047"/>
                </a:cubicBezTo>
                <a:cubicBezTo>
                  <a:pt x="2189966" y="88047"/>
                  <a:pt x="2191701" y="87937"/>
                  <a:pt x="2193854" y="87717"/>
                </a:cubicBezTo>
                <a:close/>
                <a:moveTo>
                  <a:pt x="2268898" y="87717"/>
                </a:moveTo>
                <a:lnTo>
                  <a:pt x="2270611" y="98196"/>
                </a:lnTo>
                <a:cubicBezTo>
                  <a:pt x="2267272" y="98811"/>
                  <a:pt x="2264284" y="99119"/>
                  <a:pt x="2261648" y="99119"/>
                </a:cubicBezTo>
                <a:cubicBezTo>
                  <a:pt x="2257343" y="99119"/>
                  <a:pt x="2254003" y="98438"/>
                  <a:pt x="2251631" y="97076"/>
                </a:cubicBezTo>
                <a:cubicBezTo>
                  <a:pt x="2249258" y="95713"/>
                  <a:pt x="2247589" y="93923"/>
                  <a:pt x="2246622" y="91704"/>
                </a:cubicBezTo>
                <a:cubicBezTo>
                  <a:pt x="2245656" y="89486"/>
                  <a:pt x="2245172" y="84817"/>
                  <a:pt x="2245172" y="77700"/>
                </a:cubicBezTo>
                <a:lnTo>
                  <a:pt x="2245172" y="37433"/>
                </a:lnTo>
                <a:lnTo>
                  <a:pt x="2236473" y="37433"/>
                </a:lnTo>
                <a:lnTo>
                  <a:pt x="2236473" y="28207"/>
                </a:lnTo>
                <a:lnTo>
                  <a:pt x="2245172" y="28207"/>
                </a:lnTo>
                <a:lnTo>
                  <a:pt x="2245172" y="10827"/>
                </a:lnTo>
                <a:lnTo>
                  <a:pt x="2256969" y="3691"/>
                </a:lnTo>
                <a:lnTo>
                  <a:pt x="2256969" y="28207"/>
                </a:lnTo>
                <a:lnTo>
                  <a:pt x="2268898" y="28207"/>
                </a:lnTo>
                <a:lnTo>
                  <a:pt x="2268898" y="37433"/>
                </a:lnTo>
                <a:lnTo>
                  <a:pt x="2256969" y="37433"/>
                </a:lnTo>
                <a:lnTo>
                  <a:pt x="2256969" y="78359"/>
                </a:lnTo>
                <a:cubicBezTo>
                  <a:pt x="2256969" y="81742"/>
                  <a:pt x="2257178" y="83917"/>
                  <a:pt x="2257595" y="84883"/>
                </a:cubicBezTo>
                <a:cubicBezTo>
                  <a:pt x="2258013" y="85850"/>
                  <a:pt x="2258694" y="86619"/>
                  <a:pt x="2259638" y="87190"/>
                </a:cubicBezTo>
                <a:cubicBezTo>
                  <a:pt x="2260583" y="87761"/>
                  <a:pt x="2261934" y="88047"/>
                  <a:pt x="2263691" y="88047"/>
                </a:cubicBezTo>
                <a:cubicBezTo>
                  <a:pt x="2265009" y="88047"/>
                  <a:pt x="2266745" y="87937"/>
                  <a:pt x="2268898" y="87717"/>
                </a:cubicBezTo>
                <a:close/>
                <a:moveTo>
                  <a:pt x="2276104" y="63201"/>
                </a:moveTo>
                <a:cubicBezTo>
                  <a:pt x="2276104" y="50240"/>
                  <a:pt x="2279706" y="40640"/>
                  <a:pt x="2286912" y="34402"/>
                </a:cubicBezTo>
                <a:cubicBezTo>
                  <a:pt x="2292931" y="29217"/>
                  <a:pt x="2300268" y="26625"/>
                  <a:pt x="2308923" y="26625"/>
                </a:cubicBezTo>
                <a:cubicBezTo>
                  <a:pt x="2318545" y="26625"/>
                  <a:pt x="2326410" y="29777"/>
                  <a:pt x="2332517" y="36082"/>
                </a:cubicBezTo>
                <a:cubicBezTo>
                  <a:pt x="2338624" y="42387"/>
                  <a:pt x="2341677" y="51097"/>
                  <a:pt x="2341677" y="62213"/>
                </a:cubicBezTo>
                <a:cubicBezTo>
                  <a:pt x="2341677" y="71219"/>
                  <a:pt x="2340326" y="78304"/>
                  <a:pt x="2337624" y="83466"/>
                </a:cubicBezTo>
                <a:cubicBezTo>
                  <a:pt x="2334922" y="88629"/>
                  <a:pt x="2330990" y="92638"/>
                  <a:pt x="2325828" y="95494"/>
                </a:cubicBezTo>
                <a:cubicBezTo>
                  <a:pt x="2320665" y="98350"/>
                  <a:pt x="2315030" y="99778"/>
                  <a:pt x="2308923" y="99778"/>
                </a:cubicBezTo>
                <a:cubicBezTo>
                  <a:pt x="2299126" y="99778"/>
                  <a:pt x="2291206" y="96636"/>
                  <a:pt x="2285165" y="90353"/>
                </a:cubicBezTo>
                <a:cubicBezTo>
                  <a:pt x="2279124" y="84071"/>
                  <a:pt x="2276104" y="75020"/>
                  <a:pt x="2276104" y="63201"/>
                </a:cubicBezTo>
                <a:moveTo>
                  <a:pt x="2288296" y="63168"/>
                </a:moveTo>
                <a:cubicBezTo>
                  <a:pt x="2288296" y="72098"/>
                  <a:pt x="2290251" y="78785"/>
                  <a:pt x="2294161" y="83228"/>
                </a:cubicBezTo>
                <a:cubicBezTo>
                  <a:pt x="2298071" y="87671"/>
                  <a:pt x="2302992" y="89892"/>
                  <a:pt x="2308923" y="89892"/>
                </a:cubicBezTo>
                <a:cubicBezTo>
                  <a:pt x="2314811" y="89892"/>
                  <a:pt x="2319710" y="87660"/>
                  <a:pt x="2323620" y="83195"/>
                </a:cubicBezTo>
                <a:cubicBezTo>
                  <a:pt x="2327530" y="78730"/>
                  <a:pt x="2329485" y="71923"/>
                  <a:pt x="2329485" y="62775"/>
                </a:cubicBezTo>
                <a:cubicBezTo>
                  <a:pt x="2329485" y="54151"/>
                  <a:pt x="2327519" y="47618"/>
                  <a:pt x="2323587" y="43175"/>
                </a:cubicBezTo>
                <a:cubicBezTo>
                  <a:pt x="2319655" y="38732"/>
                  <a:pt x="2314767" y="36510"/>
                  <a:pt x="2308923" y="36510"/>
                </a:cubicBezTo>
                <a:cubicBezTo>
                  <a:pt x="2302992" y="36510"/>
                  <a:pt x="2298071" y="38721"/>
                  <a:pt x="2294161" y="43142"/>
                </a:cubicBezTo>
                <a:cubicBezTo>
                  <a:pt x="2290251" y="47563"/>
                  <a:pt x="2288296" y="54238"/>
                  <a:pt x="2288296" y="63168"/>
                </a:cubicBezTo>
                <a:close/>
                <a:moveTo>
                  <a:pt x="2395918" y="98196"/>
                </a:moveTo>
                <a:lnTo>
                  <a:pt x="2395918" y="37433"/>
                </a:lnTo>
                <a:lnTo>
                  <a:pt x="2385439" y="37433"/>
                </a:lnTo>
                <a:lnTo>
                  <a:pt x="2385439" y="28207"/>
                </a:lnTo>
                <a:lnTo>
                  <a:pt x="2395918" y="28207"/>
                </a:lnTo>
                <a:lnTo>
                  <a:pt x="2395918" y="20776"/>
                </a:lnTo>
                <a:cubicBezTo>
                  <a:pt x="2395918" y="16086"/>
                  <a:pt x="2396335" y="12601"/>
                  <a:pt x="2397170" y="10322"/>
                </a:cubicBezTo>
                <a:cubicBezTo>
                  <a:pt x="2398312" y="7255"/>
                  <a:pt x="2400322" y="4768"/>
                  <a:pt x="2403200" y="2861"/>
                </a:cubicBezTo>
                <a:cubicBezTo>
                  <a:pt x="2406078" y="954"/>
                  <a:pt x="2410109" y="0"/>
                  <a:pt x="2415293" y="0"/>
                </a:cubicBezTo>
                <a:cubicBezTo>
                  <a:pt x="2418632" y="0"/>
                  <a:pt x="2422323" y="395"/>
                  <a:pt x="2426365" y="1186"/>
                </a:cubicBezTo>
                <a:lnTo>
                  <a:pt x="2424586" y="11533"/>
                </a:lnTo>
                <a:cubicBezTo>
                  <a:pt x="2422125" y="11094"/>
                  <a:pt x="2419797" y="10874"/>
                  <a:pt x="2417600" y="10874"/>
                </a:cubicBezTo>
                <a:cubicBezTo>
                  <a:pt x="2413997" y="10874"/>
                  <a:pt x="2411449" y="11640"/>
                  <a:pt x="2409955" y="13172"/>
                </a:cubicBezTo>
                <a:cubicBezTo>
                  <a:pt x="2408461" y="14705"/>
                  <a:pt x="2407714" y="17571"/>
                  <a:pt x="2407714" y="21773"/>
                </a:cubicBezTo>
                <a:lnTo>
                  <a:pt x="2407714" y="28207"/>
                </a:lnTo>
                <a:lnTo>
                  <a:pt x="2421356" y="28207"/>
                </a:lnTo>
                <a:lnTo>
                  <a:pt x="2421356" y="37433"/>
                </a:lnTo>
                <a:lnTo>
                  <a:pt x="2407714" y="37433"/>
                </a:lnTo>
                <a:lnTo>
                  <a:pt x="2407714" y="98196"/>
                </a:lnTo>
                <a:lnTo>
                  <a:pt x="2395918" y="98196"/>
                </a:lnTo>
                <a:close/>
                <a:moveTo>
                  <a:pt x="2430474" y="98196"/>
                </a:moveTo>
                <a:lnTo>
                  <a:pt x="2430474" y="28207"/>
                </a:lnTo>
                <a:lnTo>
                  <a:pt x="2441150" y="28207"/>
                </a:lnTo>
                <a:lnTo>
                  <a:pt x="2441150" y="38751"/>
                </a:lnTo>
                <a:cubicBezTo>
                  <a:pt x="2443874" y="33814"/>
                  <a:pt x="2446389" y="30559"/>
                  <a:pt x="2448696" y="28985"/>
                </a:cubicBezTo>
                <a:cubicBezTo>
                  <a:pt x="2451002" y="27412"/>
                  <a:pt x="2453540" y="26625"/>
                  <a:pt x="2456308" y="26625"/>
                </a:cubicBezTo>
                <a:cubicBezTo>
                  <a:pt x="2460306" y="26625"/>
                  <a:pt x="2464370" y="27894"/>
                  <a:pt x="2468500" y="30431"/>
                </a:cubicBezTo>
                <a:lnTo>
                  <a:pt x="2464414" y="41387"/>
                </a:lnTo>
                <a:cubicBezTo>
                  <a:pt x="2461514" y="39674"/>
                  <a:pt x="2458614" y="38817"/>
                  <a:pt x="2455714" y="38817"/>
                </a:cubicBezTo>
                <a:cubicBezTo>
                  <a:pt x="2453122" y="38817"/>
                  <a:pt x="2450794" y="39598"/>
                  <a:pt x="2448729" y="41161"/>
                </a:cubicBezTo>
                <a:cubicBezTo>
                  <a:pt x="2446664" y="42722"/>
                  <a:pt x="2445192" y="44888"/>
                  <a:pt x="2444313" y="47658"/>
                </a:cubicBezTo>
                <a:cubicBezTo>
                  <a:pt x="2442995" y="51880"/>
                  <a:pt x="2442336" y="56498"/>
                  <a:pt x="2442336" y="61512"/>
                </a:cubicBezTo>
                <a:lnTo>
                  <a:pt x="2442336" y="98196"/>
                </a:lnTo>
                <a:lnTo>
                  <a:pt x="2430474" y="98196"/>
                </a:lnTo>
                <a:close/>
                <a:moveTo>
                  <a:pt x="2523462" y="75657"/>
                </a:moveTo>
                <a:lnTo>
                  <a:pt x="2535720" y="77173"/>
                </a:lnTo>
                <a:cubicBezTo>
                  <a:pt x="2533787" y="84334"/>
                  <a:pt x="2530206" y="89892"/>
                  <a:pt x="2524978" y="93846"/>
                </a:cubicBezTo>
                <a:cubicBezTo>
                  <a:pt x="2519749" y="97800"/>
                  <a:pt x="2513071" y="99778"/>
                  <a:pt x="2504943" y="99778"/>
                </a:cubicBezTo>
                <a:cubicBezTo>
                  <a:pt x="2494706" y="99778"/>
                  <a:pt x="2486589" y="96625"/>
                  <a:pt x="2480592" y="90320"/>
                </a:cubicBezTo>
                <a:cubicBezTo>
                  <a:pt x="2474595" y="84016"/>
                  <a:pt x="2471596" y="75174"/>
                  <a:pt x="2471596" y="63794"/>
                </a:cubicBezTo>
                <a:cubicBezTo>
                  <a:pt x="2471596" y="52020"/>
                  <a:pt x="2474628" y="42881"/>
                  <a:pt x="2480691" y="36379"/>
                </a:cubicBezTo>
                <a:cubicBezTo>
                  <a:pt x="2486754" y="29876"/>
                  <a:pt x="2494618" y="26625"/>
                  <a:pt x="2504284" y="26625"/>
                </a:cubicBezTo>
                <a:cubicBezTo>
                  <a:pt x="2513642" y="26625"/>
                  <a:pt x="2521287" y="29805"/>
                  <a:pt x="2527219" y="36166"/>
                </a:cubicBezTo>
                <a:cubicBezTo>
                  <a:pt x="2533150" y="42526"/>
                  <a:pt x="2536115" y="51474"/>
                  <a:pt x="2536115" y="63010"/>
                </a:cubicBezTo>
                <a:cubicBezTo>
                  <a:pt x="2536115" y="63711"/>
                  <a:pt x="2536093" y="64764"/>
                  <a:pt x="2536050" y="66167"/>
                </a:cubicBezTo>
                <a:lnTo>
                  <a:pt x="2483854" y="66167"/>
                </a:lnTo>
                <a:cubicBezTo>
                  <a:pt x="2484294" y="73834"/>
                  <a:pt x="2486468" y="79704"/>
                  <a:pt x="2490379" y="83780"/>
                </a:cubicBezTo>
                <a:cubicBezTo>
                  <a:pt x="2494289" y="87855"/>
                  <a:pt x="2499166" y="89892"/>
                  <a:pt x="2505009" y="89892"/>
                </a:cubicBezTo>
                <a:cubicBezTo>
                  <a:pt x="2509359" y="89892"/>
                  <a:pt x="2513071" y="88761"/>
                  <a:pt x="2516147" y="86498"/>
                </a:cubicBezTo>
                <a:cubicBezTo>
                  <a:pt x="2519222" y="84234"/>
                  <a:pt x="2521661" y="80620"/>
                  <a:pt x="2523462" y="75657"/>
                </a:cubicBezTo>
                <a:moveTo>
                  <a:pt x="2484513" y="56281"/>
                </a:moveTo>
                <a:lnTo>
                  <a:pt x="2523594" y="56281"/>
                </a:lnTo>
                <a:cubicBezTo>
                  <a:pt x="2523067" y="50490"/>
                  <a:pt x="2521573" y="46147"/>
                  <a:pt x="2519112" y="43251"/>
                </a:cubicBezTo>
                <a:cubicBezTo>
                  <a:pt x="2515334" y="38757"/>
                  <a:pt x="2510435" y="36510"/>
                  <a:pt x="2504416" y="36510"/>
                </a:cubicBezTo>
                <a:cubicBezTo>
                  <a:pt x="2498968" y="36510"/>
                  <a:pt x="2494388" y="38304"/>
                  <a:pt x="2490675" y="41892"/>
                </a:cubicBezTo>
                <a:cubicBezTo>
                  <a:pt x="2486963" y="45478"/>
                  <a:pt x="2484909" y="50275"/>
                  <a:pt x="2484513" y="56281"/>
                </a:cubicBezTo>
                <a:close/>
                <a:moveTo>
                  <a:pt x="2598505" y="75657"/>
                </a:moveTo>
                <a:lnTo>
                  <a:pt x="2610763" y="77173"/>
                </a:lnTo>
                <a:cubicBezTo>
                  <a:pt x="2608830" y="84334"/>
                  <a:pt x="2605250" y="89892"/>
                  <a:pt x="2600021" y="93846"/>
                </a:cubicBezTo>
                <a:cubicBezTo>
                  <a:pt x="2594793" y="97800"/>
                  <a:pt x="2588115" y="99778"/>
                  <a:pt x="2579987" y="99778"/>
                </a:cubicBezTo>
                <a:cubicBezTo>
                  <a:pt x="2569750" y="99778"/>
                  <a:pt x="2561633" y="96625"/>
                  <a:pt x="2555635" y="90320"/>
                </a:cubicBezTo>
                <a:cubicBezTo>
                  <a:pt x="2549638" y="84016"/>
                  <a:pt x="2546640" y="75174"/>
                  <a:pt x="2546640" y="63794"/>
                </a:cubicBezTo>
                <a:cubicBezTo>
                  <a:pt x="2546640" y="52020"/>
                  <a:pt x="2549671" y="42881"/>
                  <a:pt x="2555734" y="36379"/>
                </a:cubicBezTo>
                <a:cubicBezTo>
                  <a:pt x="2561797" y="29876"/>
                  <a:pt x="2569662" y="26625"/>
                  <a:pt x="2579328" y="26625"/>
                </a:cubicBezTo>
                <a:cubicBezTo>
                  <a:pt x="2588686" y="26625"/>
                  <a:pt x="2596331" y="29805"/>
                  <a:pt x="2602262" y="36166"/>
                </a:cubicBezTo>
                <a:cubicBezTo>
                  <a:pt x="2608193" y="42526"/>
                  <a:pt x="2611159" y="51474"/>
                  <a:pt x="2611159" y="63010"/>
                </a:cubicBezTo>
                <a:cubicBezTo>
                  <a:pt x="2611159" y="63711"/>
                  <a:pt x="2611137" y="64764"/>
                  <a:pt x="2611093" y="66167"/>
                </a:cubicBezTo>
                <a:lnTo>
                  <a:pt x="2558898" y="66167"/>
                </a:lnTo>
                <a:cubicBezTo>
                  <a:pt x="2559337" y="73834"/>
                  <a:pt x="2561512" y="79704"/>
                  <a:pt x="2565422" y="83780"/>
                </a:cubicBezTo>
                <a:cubicBezTo>
                  <a:pt x="2569332" y="87855"/>
                  <a:pt x="2574209" y="89892"/>
                  <a:pt x="2580053" y="89892"/>
                </a:cubicBezTo>
                <a:cubicBezTo>
                  <a:pt x="2584402" y="89892"/>
                  <a:pt x="2588115" y="88761"/>
                  <a:pt x="2591190" y="86498"/>
                </a:cubicBezTo>
                <a:cubicBezTo>
                  <a:pt x="2594266" y="84234"/>
                  <a:pt x="2596704" y="80620"/>
                  <a:pt x="2598505" y="75657"/>
                </a:cubicBezTo>
                <a:moveTo>
                  <a:pt x="2559557" y="56281"/>
                </a:moveTo>
                <a:lnTo>
                  <a:pt x="2598637" y="56281"/>
                </a:lnTo>
                <a:cubicBezTo>
                  <a:pt x="2598110" y="50490"/>
                  <a:pt x="2596616" y="46147"/>
                  <a:pt x="2594156" y="43251"/>
                </a:cubicBezTo>
                <a:cubicBezTo>
                  <a:pt x="2590377" y="38757"/>
                  <a:pt x="2585479" y="36510"/>
                  <a:pt x="2579459" y="36510"/>
                </a:cubicBezTo>
                <a:cubicBezTo>
                  <a:pt x="2574011" y="36510"/>
                  <a:pt x="2569431" y="38304"/>
                  <a:pt x="2565719" y="41892"/>
                </a:cubicBezTo>
                <a:cubicBezTo>
                  <a:pt x="2562006" y="45478"/>
                  <a:pt x="2559952" y="50275"/>
                  <a:pt x="2559557" y="562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speechasoutlinedintheFirstAmendment.">
            <a:extLst xmlns:a="http://schemas.openxmlformats.org/drawingml/2006/main">
              <a:ext uri="{FF2B5EF4-FFF2-40B4-BE49-F238E27FC236}">
                <a16:creationId xmlns:a16="http://schemas.microsoft.com/office/drawing/2014/main" id="{A0645E31-9FF4-4871-842E-48A5867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00" y="3494419"/>
            <a:ext cx="2572386" cy="123503"/>
          </a:xfrm>
          <a:custGeom xmlns:a="http://schemas.openxmlformats.org/drawingml/2006/main">
            <a:pathLst>
              <a:path w="2572386" h="123503">
                <a:moveTo>
                  <a:pt x="0" y="75657"/>
                </a:moveTo>
                <a:lnTo>
                  <a:pt x="11731" y="73812"/>
                </a:lnTo>
                <a:cubicBezTo>
                  <a:pt x="12390" y="78492"/>
                  <a:pt x="14224" y="82079"/>
                  <a:pt x="17234" y="84572"/>
                </a:cubicBezTo>
                <a:cubicBezTo>
                  <a:pt x="20243" y="87064"/>
                  <a:pt x="24450" y="88310"/>
                  <a:pt x="29854" y="88310"/>
                </a:cubicBezTo>
                <a:cubicBezTo>
                  <a:pt x="35302" y="88310"/>
                  <a:pt x="39344" y="87210"/>
                  <a:pt x="41980" y="85009"/>
                </a:cubicBezTo>
                <a:cubicBezTo>
                  <a:pt x="44617" y="82807"/>
                  <a:pt x="45935" y="80224"/>
                  <a:pt x="45935" y="77261"/>
                </a:cubicBezTo>
                <a:cubicBezTo>
                  <a:pt x="45935" y="74602"/>
                  <a:pt x="44770" y="72509"/>
                  <a:pt x="42442" y="70984"/>
                </a:cubicBezTo>
                <a:cubicBezTo>
                  <a:pt x="40816" y="69938"/>
                  <a:pt x="36774" y="68608"/>
                  <a:pt x="30315" y="66995"/>
                </a:cubicBezTo>
                <a:cubicBezTo>
                  <a:pt x="21616" y="64797"/>
                  <a:pt x="15586" y="62895"/>
                  <a:pt x="12225" y="61290"/>
                </a:cubicBezTo>
                <a:cubicBezTo>
                  <a:pt x="8864" y="59685"/>
                  <a:pt x="6316" y="57464"/>
                  <a:pt x="4580" y="54628"/>
                </a:cubicBezTo>
                <a:cubicBezTo>
                  <a:pt x="2845" y="51791"/>
                  <a:pt x="1977" y="48658"/>
                  <a:pt x="1977" y="45228"/>
                </a:cubicBezTo>
                <a:cubicBezTo>
                  <a:pt x="1977" y="42106"/>
                  <a:pt x="2691" y="39214"/>
                  <a:pt x="4119" y="36554"/>
                </a:cubicBezTo>
                <a:cubicBezTo>
                  <a:pt x="5547" y="33893"/>
                  <a:pt x="7491" y="31683"/>
                  <a:pt x="9951" y="29924"/>
                </a:cubicBezTo>
                <a:cubicBezTo>
                  <a:pt x="11797" y="28561"/>
                  <a:pt x="14312" y="27407"/>
                  <a:pt x="17497" y="26462"/>
                </a:cubicBezTo>
                <a:cubicBezTo>
                  <a:pt x="20683" y="25516"/>
                  <a:pt x="24099" y="25043"/>
                  <a:pt x="27745" y="25043"/>
                </a:cubicBezTo>
                <a:cubicBezTo>
                  <a:pt x="33237" y="25043"/>
                  <a:pt x="38059" y="25840"/>
                  <a:pt x="42211" y="27432"/>
                </a:cubicBezTo>
                <a:cubicBezTo>
                  <a:pt x="46363" y="29024"/>
                  <a:pt x="49427" y="31180"/>
                  <a:pt x="51405" y="33901"/>
                </a:cubicBezTo>
                <a:cubicBezTo>
                  <a:pt x="53382" y="36621"/>
                  <a:pt x="54744" y="40259"/>
                  <a:pt x="55491" y="44814"/>
                </a:cubicBezTo>
                <a:lnTo>
                  <a:pt x="43892" y="46396"/>
                </a:lnTo>
                <a:cubicBezTo>
                  <a:pt x="43364" y="42793"/>
                  <a:pt x="41838" y="39981"/>
                  <a:pt x="39311" y="37960"/>
                </a:cubicBezTo>
                <a:cubicBezTo>
                  <a:pt x="36785" y="35939"/>
                  <a:pt x="33215" y="34929"/>
                  <a:pt x="28602" y="34929"/>
                </a:cubicBezTo>
                <a:cubicBezTo>
                  <a:pt x="23154" y="34929"/>
                  <a:pt x="19266" y="35825"/>
                  <a:pt x="16937" y="37618"/>
                </a:cubicBezTo>
                <a:cubicBezTo>
                  <a:pt x="14609" y="39410"/>
                  <a:pt x="13444" y="41509"/>
                  <a:pt x="13444" y="43914"/>
                </a:cubicBezTo>
                <a:cubicBezTo>
                  <a:pt x="13444" y="45444"/>
                  <a:pt x="13928" y="46821"/>
                  <a:pt x="14894" y="48046"/>
                </a:cubicBezTo>
                <a:cubicBezTo>
                  <a:pt x="15861" y="49313"/>
                  <a:pt x="17376" y="50362"/>
                  <a:pt x="19441" y="51192"/>
                </a:cubicBezTo>
                <a:cubicBezTo>
                  <a:pt x="20628" y="51630"/>
                  <a:pt x="24121" y="52636"/>
                  <a:pt x="29920" y="54210"/>
                </a:cubicBezTo>
                <a:cubicBezTo>
                  <a:pt x="38312" y="56449"/>
                  <a:pt x="44166" y="58282"/>
                  <a:pt x="47483" y="59708"/>
                </a:cubicBezTo>
                <a:cubicBezTo>
                  <a:pt x="50800" y="61135"/>
                  <a:pt x="53404" y="63209"/>
                  <a:pt x="55293" y="65932"/>
                </a:cubicBezTo>
                <a:cubicBezTo>
                  <a:pt x="57182" y="68653"/>
                  <a:pt x="58127" y="72033"/>
                  <a:pt x="58127" y="76071"/>
                </a:cubicBezTo>
                <a:cubicBezTo>
                  <a:pt x="58127" y="80022"/>
                  <a:pt x="56973" y="83743"/>
                  <a:pt x="54667" y="87233"/>
                </a:cubicBezTo>
                <a:cubicBezTo>
                  <a:pt x="52360" y="90722"/>
                  <a:pt x="49032" y="93421"/>
                  <a:pt x="44682" y="95331"/>
                </a:cubicBezTo>
                <a:cubicBezTo>
                  <a:pt x="40333" y="97241"/>
                  <a:pt x="35412" y="98196"/>
                  <a:pt x="29920" y="98196"/>
                </a:cubicBezTo>
                <a:cubicBezTo>
                  <a:pt x="20825" y="98196"/>
                  <a:pt x="13895" y="96301"/>
                  <a:pt x="9128" y="92512"/>
                </a:cubicBezTo>
                <a:cubicBezTo>
                  <a:pt x="4361" y="88722"/>
                  <a:pt x="1318" y="83104"/>
                  <a:pt x="0" y="75657"/>
                </a:cubicBezTo>
                <a:close/>
                <a:moveTo>
                  <a:pt x="72230" y="123503"/>
                </a:moveTo>
                <a:lnTo>
                  <a:pt x="72230" y="26625"/>
                </a:lnTo>
                <a:lnTo>
                  <a:pt x="83038" y="26625"/>
                </a:lnTo>
                <a:lnTo>
                  <a:pt x="83038" y="35654"/>
                </a:lnTo>
                <a:cubicBezTo>
                  <a:pt x="85586" y="32117"/>
                  <a:pt x="88464" y="29464"/>
                  <a:pt x="91672" y="27696"/>
                </a:cubicBezTo>
                <a:cubicBezTo>
                  <a:pt x="94879" y="25927"/>
                  <a:pt x="98767" y="25043"/>
                  <a:pt x="103336" y="25043"/>
                </a:cubicBezTo>
                <a:cubicBezTo>
                  <a:pt x="109312" y="25043"/>
                  <a:pt x="114584" y="26581"/>
                  <a:pt x="119153" y="29656"/>
                </a:cubicBezTo>
                <a:cubicBezTo>
                  <a:pt x="123722" y="32732"/>
                  <a:pt x="127171" y="37071"/>
                  <a:pt x="129500" y="42672"/>
                </a:cubicBezTo>
                <a:cubicBezTo>
                  <a:pt x="131829" y="48274"/>
                  <a:pt x="132993" y="54414"/>
                  <a:pt x="132993" y="61092"/>
                </a:cubicBezTo>
                <a:cubicBezTo>
                  <a:pt x="132993" y="68254"/>
                  <a:pt x="131708" y="74701"/>
                  <a:pt x="129138" y="80435"/>
                </a:cubicBezTo>
                <a:cubicBezTo>
                  <a:pt x="126567" y="86169"/>
                  <a:pt x="122833" y="90562"/>
                  <a:pt x="117934" y="93616"/>
                </a:cubicBezTo>
                <a:cubicBezTo>
                  <a:pt x="113035" y="96669"/>
                  <a:pt x="107884" y="98196"/>
                  <a:pt x="102480" y="98196"/>
                </a:cubicBezTo>
                <a:cubicBezTo>
                  <a:pt x="98525" y="98196"/>
                  <a:pt x="94978" y="97350"/>
                  <a:pt x="91836" y="95659"/>
                </a:cubicBezTo>
                <a:cubicBezTo>
                  <a:pt x="88695" y="93966"/>
                  <a:pt x="86114" y="91828"/>
                  <a:pt x="84093" y="89245"/>
                </a:cubicBezTo>
                <a:lnTo>
                  <a:pt x="84093" y="123503"/>
                </a:lnTo>
                <a:lnTo>
                  <a:pt x="72230" y="123503"/>
                </a:lnTo>
                <a:moveTo>
                  <a:pt x="82972" y="61916"/>
                </a:moveTo>
                <a:cubicBezTo>
                  <a:pt x="82972" y="70912"/>
                  <a:pt x="84796" y="77560"/>
                  <a:pt x="88442" y="81860"/>
                </a:cubicBezTo>
                <a:cubicBezTo>
                  <a:pt x="92089" y="86160"/>
                  <a:pt x="96504" y="88310"/>
                  <a:pt x="101689" y="88310"/>
                </a:cubicBezTo>
                <a:cubicBezTo>
                  <a:pt x="106961" y="88310"/>
                  <a:pt x="111475" y="86083"/>
                  <a:pt x="115232" y="81629"/>
                </a:cubicBezTo>
                <a:cubicBezTo>
                  <a:pt x="118988" y="77175"/>
                  <a:pt x="120867" y="70275"/>
                  <a:pt x="120867" y="60928"/>
                </a:cubicBezTo>
                <a:cubicBezTo>
                  <a:pt x="120867" y="52020"/>
                  <a:pt x="119032" y="45350"/>
                  <a:pt x="115364" y="40918"/>
                </a:cubicBezTo>
                <a:cubicBezTo>
                  <a:pt x="111695" y="36486"/>
                  <a:pt x="107313" y="34270"/>
                  <a:pt x="102216" y="34270"/>
                </a:cubicBezTo>
                <a:cubicBezTo>
                  <a:pt x="97163" y="34270"/>
                  <a:pt x="92693" y="36628"/>
                  <a:pt x="88805" y="41346"/>
                </a:cubicBezTo>
                <a:cubicBezTo>
                  <a:pt x="84916" y="46064"/>
                  <a:pt x="82972" y="52920"/>
                  <a:pt x="82972" y="61916"/>
                </a:cubicBezTo>
                <a:close/>
                <a:moveTo>
                  <a:pt x="195185" y="74075"/>
                </a:moveTo>
                <a:lnTo>
                  <a:pt x="207443" y="75591"/>
                </a:lnTo>
                <a:cubicBezTo>
                  <a:pt x="205510" y="82753"/>
                  <a:pt x="201929" y="88310"/>
                  <a:pt x="196701" y="92265"/>
                </a:cubicBezTo>
                <a:cubicBezTo>
                  <a:pt x="191472" y="96219"/>
                  <a:pt x="184794" y="98196"/>
                  <a:pt x="176666" y="98196"/>
                </a:cubicBezTo>
                <a:cubicBezTo>
                  <a:pt x="166429" y="98196"/>
                  <a:pt x="158312" y="95043"/>
                  <a:pt x="152315" y="88739"/>
                </a:cubicBezTo>
                <a:cubicBezTo>
                  <a:pt x="146318" y="82434"/>
                  <a:pt x="143319" y="73592"/>
                  <a:pt x="143319" y="62213"/>
                </a:cubicBezTo>
                <a:cubicBezTo>
                  <a:pt x="143319" y="50438"/>
                  <a:pt x="146350" y="41299"/>
                  <a:pt x="152414" y="34797"/>
                </a:cubicBezTo>
                <a:cubicBezTo>
                  <a:pt x="158477" y="28294"/>
                  <a:pt x="166341" y="25043"/>
                  <a:pt x="176007" y="25043"/>
                </a:cubicBezTo>
                <a:cubicBezTo>
                  <a:pt x="185365" y="25043"/>
                  <a:pt x="193010" y="28224"/>
                  <a:pt x="198941" y="34585"/>
                </a:cubicBezTo>
                <a:cubicBezTo>
                  <a:pt x="204873" y="40944"/>
                  <a:pt x="207838" y="49892"/>
                  <a:pt x="207838" y="61428"/>
                </a:cubicBezTo>
                <a:cubicBezTo>
                  <a:pt x="207838" y="62130"/>
                  <a:pt x="207816" y="63182"/>
                  <a:pt x="207772" y="64585"/>
                </a:cubicBezTo>
                <a:lnTo>
                  <a:pt x="155577" y="64585"/>
                </a:lnTo>
                <a:cubicBezTo>
                  <a:pt x="156016" y="72252"/>
                  <a:pt x="158191" y="78123"/>
                  <a:pt x="162101" y="82198"/>
                </a:cubicBezTo>
                <a:cubicBezTo>
                  <a:pt x="166012" y="86273"/>
                  <a:pt x="170888" y="88310"/>
                  <a:pt x="176732" y="88310"/>
                </a:cubicBezTo>
                <a:cubicBezTo>
                  <a:pt x="181082" y="88310"/>
                  <a:pt x="184794" y="87179"/>
                  <a:pt x="187870" y="84916"/>
                </a:cubicBezTo>
                <a:cubicBezTo>
                  <a:pt x="190945" y="82652"/>
                  <a:pt x="193383" y="79039"/>
                  <a:pt x="195185" y="74075"/>
                </a:cubicBezTo>
                <a:moveTo>
                  <a:pt x="156236" y="54700"/>
                </a:moveTo>
                <a:lnTo>
                  <a:pt x="195317" y="54700"/>
                </a:lnTo>
                <a:cubicBezTo>
                  <a:pt x="194789" y="48908"/>
                  <a:pt x="193296" y="44565"/>
                  <a:pt x="190835" y="41669"/>
                </a:cubicBezTo>
                <a:cubicBezTo>
                  <a:pt x="187057" y="37176"/>
                  <a:pt x="182158" y="34929"/>
                  <a:pt x="176139" y="34929"/>
                </a:cubicBezTo>
                <a:cubicBezTo>
                  <a:pt x="170691" y="34929"/>
                  <a:pt x="166110" y="36723"/>
                  <a:pt x="162398" y="40310"/>
                </a:cubicBezTo>
                <a:cubicBezTo>
                  <a:pt x="158685" y="43896"/>
                  <a:pt x="156631" y="48693"/>
                  <a:pt x="156236" y="54700"/>
                </a:cubicBezTo>
                <a:close/>
                <a:moveTo>
                  <a:pt x="270228" y="74075"/>
                </a:moveTo>
                <a:lnTo>
                  <a:pt x="282486" y="75591"/>
                </a:lnTo>
                <a:cubicBezTo>
                  <a:pt x="280553" y="82753"/>
                  <a:pt x="276972" y="88310"/>
                  <a:pt x="271744" y="92265"/>
                </a:cubicBezTo>
                <a:cubicBezTo>
                  <a:pt x="266516" y="96219"/>
                  <a:pt x="259837" y="98196"/>
                  <a:pt x="251709" y="98196"/>
                </a:cubicBezTo>
                <a:cubicBezTo>
                  <a:pt x="241472" y="98196"/>
                  <a:pt x="233355" y="95043"/>
                  <a:pt x="227358" y="88739"/>
                </a:cubicBezTo>
                <a:cubicBezTo>
                  <a:pt x="221361" y="82434"/>
                  <a:pt x="218362" y="73592"/>
                  <a:pt x="218362" y="62213"/>
                </a:cubicBezTo>
                <a:cubicBezTo>
                  <a:pt x="218362" y="50438"/>
                  <a:pt x="221394" y="41299"/>
                  <a:pt x="227457" y="34797"/>
                </a:cubicBezTo>
                <a:cubicBezTo>
                  <a:pt x="233520" y="28294"/>
                  <a:pt x="241385" y="25043"/>
                  <a:pt x="251050" y="25043"/>
                </a:cubicBezTo>
                <a:cubicBezTo>
                  <a:pt x="260409" y="25043"/>
                  <a:pt x="268053" y="28224"/>
                  <a:pt x="273985" y="34585"/>
                </a:cubicBezTo>
                <a:cubicBezTo>
                  <a:pt x="279916" y="40944"/>
                  <a:pt x="282882" y="49892"/>
                  <a:pt x="282882" y="61428"/>
                </a:cubicBezTo>
                <a:cubicBezTo>
                  <a:pt x="282882" y="62130"/>
                  <a:pt x="282860" y="63182"/>
                  <a:pt x="282816" y="64585"/>
                </a:cubicBezTo>
                <a:lnTo>
                  <a:pt x="230620" y="64585"/>
                </a:lnTo>
                <a:cubicBezTo>
                  <a:pt x="231060" y="72252"/>
                  <a:pt x="233234" y="78123"/>
                  <a:pt x="237145" y="82198"/>
                </a:cubicBezTo>
                <a:cubicBezTo>
                  <a:pt x="241055" y="86273"/>
                  <a:pt x="245932" y="88310"/>
                  <a:pt x="251775" y="88310"/>
                </a:cubicBezTo>
                <a:cubicBezTo>
                  <a:pt x="256125" y="88310"/>
                  <a:pt x="259837" y="87179"/>
                  <a:pt x="262913" y="84916"/>
                </a:cubicBezTo>
                <a:cubicBezTo>
                  <a:pt x="265988" y="82652"/>
                  <a:pt x="268427" y="79039"/>
                  <a:pt x="270228" y="74075"/>
                </a:cubicBezTo>
                <a:moveTo>
                  <a:pt x="231279" y="54700"/>
                </a:moveTo>
                <a:lnTo>
                  <a:pt x="270360" y="54700"/>
                </a:lnTo>
                <a:cubicBezTo>
                  <a:pt x="269833" y="48908"/>
                  <a:pt x="268339" y="44565"/>
                  <a:pt x="265879" y="41669"/>
                </a:cubicBezTo>
                <a:cubicBezTo>
                  <a:pt x="262100" y="37176"/>
                  <a:pt x="257201" y="34929"/>
                  <a:pt x="251182" y="34929"/>
                </a:cubicBezTo>
                <a:cubicBezTo>
                  <a:pt x="245734" y="34929"/>
                  <a:pt x="241154" y="36723"/>
                  <a:pt x="237441" y="40310"/>
                </a:cubicBezTo>
                <a:cubicBezTo>
                  <a:pt x="233729" y="43896"/>
                  <a:pt x="231675" y="48693"/>
                  <a:pt x="231279" y="54700"/>
                </a:cubicBezTo>
                <a:close/>
                <a:moveTo>
                  <a:pt x="343030" y="70912"/>
                </a:moveTo>
                <a:lnTo>
                  <a:pt x="354695" y="72428"/>
                </a:lnTo>
                <a:cubicBezTo>
                  <a:pt x="353421" y="80488"/>
                  <a:pt x="350159" y="86799"/>
                  <a:pt x="344909" y="91358"/>
                </a:cubicBezTo>
                <a:cubicBezTo>
                  <a:pt x="339658" y="95917"/>
                  <a:pt x="333211" y="98196"/>
                  <a:pt x="325566" y="98196"/>
                </a:cubicBezTo>
                <a:cubicBezTo>
                  <a:pt x="315988" y="98196"/>
                  <a:pt x="308288" y="95065"/>
                  <a:pt x="302467" y="88805"/>
                </a:cubicBezTo>
                <a:cubicBezTo>
                  <a:pt x="296645" y="82544"/>
                  <a:pt x="293735" y="73570"/>
                  <a:pt x="293735" y="61883"/>
                </a:cubicBezTo>
                <a:cubicBezTo>
                  <a:pt x="293735" y="54326"/>
                  <a:pt x="294987" y="47714"/>
                  <a:pt x="297491" y="42046"/>
                </a:cubicBezTo>
                <a:cubicBezTo>
                  <a:pt x="299995" y="36379"/>
                  <a:pt x="303807" y="32128"/>
                  <a:pt x="308925" y="29294"/>
                </a:cubicBezTo>
                <a:cubicBezTo>
                  <a:pt x="314044" y="26460"/>
                  <a:pt x="319613" y="25043"/>
                  <a:pt x="325632" y="25043"/>
                </a:cubicBezTo>
                <a:cubicBezTo>
                  <a:pt x="333233" y="25043"/>
                  <a:pt x="339450" y="26972"/>
                  <a:pt x="344282" y="30828"/>
                </a:cubicBezTo>
                <a:cubicBezTo>
                  <a:pt x="349115" y="34684"/>
                  <a:pt x="352213" y="40158"/>
                  <a:pt x="353575" y="47253"/>
                </a:cubicBezTo>
                <a:lnTo>
                  <a:pt x="342042" y="49032"/>
                </a:lnTo>
                <a:cubicBezTo>
                  <a:pt x="340943" y="44353"/>
                  <a:pt x="338999" y="40833"/>
                  <a:pt x="336209" y="38471"/>
                </a:cubicBezTo>
                <a:cubicBezTo>
                  <a:pt x="333419" y="36109"/>
                  <a:pt x="330047" y="34929"/>
                  <a:pt x="326093" y="34929"/>
                </a:cubicBezTo>
                <a:cubicBezTo>
                  <a:pt x="320118" y="34929"/>
                  <a:pt x="315263" y="37060"/>
                  <a:pt x="311529" y="41323"/>
                </a:cubicBezTo>
                <a:cubicBezTo>
                  <a:pt x="307794" y="45585"/>
                  <a:pt x="305927" y="52329"/>
                  <a:pt x="305927" y="61554"/>
                </a:cubicBezTo>
                <a:cubicBezTo>
                  <a:pt x="305927" y="70911"/>
                  <a:pt x="307728" y="77710"/>
                  <a:pt x="311331" y="81951"/>
                </a:cubicBezTo>
                <a:cubicBezTo>
                  <a:pt x="314934" y="86190"/>
                  <a:pt x="319635" y="88310"/>
                  <a:pt x="325434" y="88310"/>
                </a:cubicBezTo>
                <a:cubicBezTo>
                  <a:pt x="330091" y="88310"/>
                  <a:pt x="333980" y="86888"/>
                  <a:pt x="337099" y="84043"/>
                </a:cubicBezTo>
                <a:cubicBezTo>
                  <a:pt x="340218" y="81198"/>
                  <a:pt x="342196" y="76821"/>
                  <a:pt x="343030" y="70912"/>
                </a:cubicBezTo>
                <a:close/>
                <a:moveTo>
                  <a:pt x="364844" y="96614"/>
                </a:moveTo>
                <a:lnTo>
                  <a:pt x="364844" y="0"/>
                </a:lnTo>
                <a:lnTo>
                  <a:pt x="376707" y="0"/>
                </a:lnTo>
                <a:lnTo>
                  <a:pt x="376707" y="34665"/>
                </a:lnTo>
                <a:cubicBezTo>
                  <a:pt x="382243" y="28251"/>
                  <a:pt x="389229" y="25043"/>
                  <a:pt x="397664" y="25043"/>
                </a:cubicBezTo>
                <a:cubicBezTo>
                  <a:pt x="402849" y="25043"/>
                  <a:pt x="407352" y="26065"/>
                  <a:pt x="411174" y="28108"/>
                </a:cubicBezTo>
                <a:cubicBezTo>
                  <a:pt x="414997" y="30151"/>
                  <a:pt x="417732" y="32974"/>
                  <a:pt x="419379" y="36576"/>
                </a:cubicBezTo>
                <a:cubicBezTo>
                  <a:pt x="421027" y="40179"/>
                  <a:pt x="421851" y="45407"/>
                  <a:pt x="421851" y="52261"/>
                </a:cubicBezTo>
                <a:lnTo>
                  <a:pt x="421851" y="96614"/>
                </a:lnTo>
                <a:lnTo>
                  <a:pt x="409988" y="96614"/>
                </a:lnTo>
                <a:lnTo>
                  <a:pt x="409988" y="52261"/>
                </a:lnTo>
                <a:cubicBezTo>
                  <a:pt x="409988" y="46330"/>
                  <a:pt x="408703" y="42013"/>
                  <a:pt x="406133" y="39311"/>
                </a:cubicBezTo>
                <a:cubicBezTo>
                  <a:pt x="403562" y="36609"/>
                  <a:pt x="399927" y="35258"/>
                  <a:pt x="395226" y="35258"/>
                </a:cubicBezTo>
                <a:cubicBezTo>
                  <a:pt x="391711" y="35258"/>
                  <a:pt x="388405" y="36170"/>
                  <a:pt x="385307" y="37993"/>
                </a:cubicBezTo>
                <a:cubicBezTo>
                  <a:pt x="382210" y="39817"/>
                  <a:pt x="380002" y="42288"/>
                  <a:pt x="378684" y="45407"/>
                </a:cubicBezTo>
                <a:cubicBezTo>
                  <a:pt x="377366" y="48527"/>
                  <a:pt x="376707" y="52832"/>
                  <a:pt x="376707" y="58324"/>
                </a:cubicBezTo>
                <a:lnTo>
                  <a:pt x="376707" y="96614"/>
                </a:lnTo>
                <a:lnTo>
                  <a:pt x="364844" y="96614"/>
                </a:lnTo>
                <a:close/>
                <a:moveTo>
                  <a:pt x="523080" y="87973"/>
                </a:moveTo>
                <a:cubicBezTo>
                  <a:pt x="518686" y="91710"/>
                  <a:pt x="514457" y="94348"/>
                  <a:pt x="510393" y="95887"/>
                </a:cubicBezTo>
                <a:cubicBezTo>
                  <a:pt x="506329" y="97426"/>
                  <a:pt x="501969" y="98196"/>
                  <a:pt x="497311" y="98196"/>
                </a:cubicBezTo>
                <a:cubicBezTo>
                  <a:pt x="489623" y="98196"/>
                  <a:pt x="483713" y="96316"/>
                  <a:pt x="479583" y="92557"/>
                </a:cubicBezTo>
                <a:cubicBezTo>
                  <a:pt x="475454" y="88798"/>
                  <a:pt x="473389" y="83994"/>
                  <a:pt x="473389" y="78147"/>
                </a:cubicBezTo>
                <a:cubicBezTo>
                  <a:pt x="473389" y="74719"/>
                  <a:pt x="474168" y="71587"/>
                  <a:pt x="475728" y="68752"/>
                </a:cubicBezTo>
                <a:cubicBezTo>
                  <a:pt x="477288" y="65915"/>
                  <a:pt x="479331" y="63639"/>
                  <a:pt x="481857" y="61924"/>
                </a:cubicBezTo>
                <a:cubicBezTo>
                  <a:pt x="484383" y="60209"/>
                  <a:pt x="487228" y="58913"/>
                  <a:pt x="490392" y="58034"/>
                </a:cubicBezTo>
                <a:cubicBezTo>
                  <a:pt x="492720" y="57418"/>
                  <a:pt x="496235" y="56824"/>
                  <a:pt x="500936" y="56253"/>
                </a:cubicBezTo>
                <a:cubicBezTo>
                  <a:pt x="510514" y="55118"/>
                  <a:pt x="517566" y="53766"/>
                  <a:pt x="522091" y="52195"/>
                </a:cubicBezTo>
                <a:cubicBezTo>
                  <a:pt x="522135" y="50577"/>
                  <a:pt x="522157" y="49548"/>
                  <a:pt x="522157" y="49110"/>
                </a:cubicBezTo>
                <a:cubicBezTo>
                  <a:pt x="522157" y="44295"/>
                  <a:pt x="521037" y="40903"/>
                  <a:pt x="518796" y="38934"/>
                </a:cubicBezTo>
                <a:cubicBezTo>
                  <a:pt x="515764" y="36264"/>
                  <a:pt x="511261" y="34929"/>
                  <a:pt x="505286" y="34929"/>
                </a:cubicBezTo>
                <a:cubicBezTo>
                  <a:pt x="499706" y="34929"/>
                  <a:pt x="495587" y="35906"/>
                  <a:pt x="492929" y="37861"/>
                </a:cubicBezTo>
                <a:cubicBezTo>
                  <a:pt x="490271" y="39817"/>
                  <a:pt x="488305" y="43276"/>
                  <a:pt x="487031" y="48241"/>
                </a:cubicBezTo>
                <a:lnTo>
                  <a:pt x="475432" y="46660"/>
                </a:lnTo>
                <a:cubicBezTo>
                  <a:pt x="476486" y="41680"/>
                  <a:pt x="478221" y="37658"/>
                  <a:pt x="480638" y="34595"/>
                </a:cubicBezTo>
                <a:cubicBezTo>
                  <a:pt x="483054" y="31532"/>
                  <a:pt x="486547" y="29175"/>
                  <a:pt x="491117" y="27523"/>
                </a:cubicBezTo>
                <a:cubicBezTo>
                  <a:pt x="495686" y="25870"/>
                  <a:pt x="500980" y="25043"/>
                  <a:pt x="506999" y="25043"/>
                </a:cubicBezTo>
                <a:cubicBezTo>
                  <a:pt x="512974" y="25043"/>
                  <a:pt x="517829" y="25746"/>
                  <a:pt x="521564" y="27152"/>
                </a:cubicBezTo>
                <a:cubicBezTo>
                  <a:pt x="525298" y="28558"/>
                  <a:pt x="528044" y="30326"/>
                  <a:pt x="529802" y="32457"/>
                </a:cubicBezTo>
                <a:cubicBezTo>
                  <a:pt x="531559" y="34588"/>
                  <a:pt x="532789" y="37279"/>
                  <a:pt x="533492" y="40531"/>
                </a:cubicBezTo>
                <a:cubicBezTo>
                  <a:pt x="533888" y="42552"/>
                  <a:pt x="534085" y="46198"/>
                  <a:pt x="534085" y="51470"/>
                </a:cubicBezTo>
                <a:lnTo>
                  <a:pt x="534085" y="67287"/>
                </a:lnTo>
                <a:cubicBezTo>
                  <a:pt x="534085" y="78315"/>
                  <a:pt x="534338" y="85290"/>
                  <a:pt x="534843" y="88212"/>
                </a:cubicBezTo>
                <a:cubicBezTo>
                  <a:pt x="535349" y="91133"/>
                  <a:pt x="536348" y="93934"/>
                  <a:pt x="537842" y="96614"/>
                </a:cubicBezTo>
                <a:lnTo>
                  <a:pt x="525452" y="96614"/>
                </a:lnTo>
                <a:cubicBezTo>
                  <a:pt x="524222" y="94151"/>
                  <a:pt x="523431" y="91271"/>
                  <a:pt x="523080" y="87973"/>
                </a:cubicBezTo>
                <a:moveTo>
                  <a:pt x="522091" y="61422"/>
                </a:moveTo>
                <a:cubicBezTo>
                  <a:pt x="517785" y="63194"/>
                  <a:pt x="511327" y="64701"/>
                  <a:pt x="502716" y="65940"/>
                </a:cubicBezTo>
                <a:cubicBezTo>
                  <a:pt x="497839" y="66646"/>
                  <a:pt x="494390" y="67440"/>
                  <a:pt x="492369" y="68323"/>
                </a:cubicBezTo>
                <a:cubicBezTo>
                  <a:pt x="490348" y="69205"/>
                  <a:pt x="488788" y="70495"/>
                  <a:pt x="487690" y="72195"/>
                </a:cubicBezTo>
                <a:cubicBezTo>
                  <a:pt x="486591" y="73893"/>
                  <a:pt x="486042" y="75779"/>
                  <a:pt x="486042" y="77852"/>
                </a:cubicBezTo>
                <a:cubicBezTo>
                  <a:pt x="486042" y="81028"/>
                  <a:pt x="487239" y="83675"/>
                  <a:pt x="489634" y="85794"/>
                </a:cubicBezTo>
                <a:cubicBezTo>
                  <a:pt x="492028" y="87911"/>
                  <a:pt x="495532" y="88969"/>
                  <a:pt x="500145" y="88969"/>
                </a:cubicBezTo>
                <a:cubicBezTo>
                  <a:pt x="504715" y="88969"/>
                  <a:pt x="508779" y="87965"/>
                  <a:pt x="512337" y="85956"/>
                </a:cubicBezTo>
                <a:cubicBezTo>
                  <a:pt x="515896" y="83948"/>
                  <a:pt x="518510" y="81200"/>
                  <a:pt x="520180" y="77712"/>
                </a:cubicBezTo>
                <a:cubicBezTo>
                  <a:pt x="521454" y="75018"/>
                  <a:pt x="522091" y="71045"/>
                  <a:pt x="522091" y="65792"/>
                </a:cubicBezTo>
                <a:lnTo>
                  <a:pt x="522091" y="61422"/>
                </a:lnTo>
                <a:close/>
                <a:moveTo>
                  <a:pt x="547707" y="75657"/>
                </a:moveTo>
                <a:lnTo>
                  <a:pt x="559438" y="73812"/>
                </a:lnTo>
                <a:cubicBezTo>
                  <a:pt x="560097" y="78492"/>
                  <a:pt x="561931" y="82079"/>
                  <a:pt x="564941" y="84572"/>
                </a:cubicBezTo>
                <a:cubicBezTo>
                  <a:pt x="567951" y="87064"/>
                  <a:pt x="572157" y="88310"/>
                  <a:pt x="577561" y="88310"/>
                </a:cubicBezTo>
                <a:cubicBezTo>
                  <a:pt x="583009" y="88310"/>
                  <a:pt x="587052" y="87210"/>
                  <a:pt x="589688" y="85009"/>
                </a:cubicBezTo>
                <a:cubicBezTo>
                  <a:pt x="592324" y="82807"/>
                  <a:pt x="593642" y="80224"/>
                  <a:pt x="593642" y="77261"/>
                </a:cubicBezTo>
                <a:cubicBezTo>
                  <a:pt x="593642" y="74602"/>
                  <a:pt x="592478" y="72509"/>
                  <a:pt x="590149" y="70984"/>
                </a:cubicBezTo>
                <a:cubicBezTo>
                  <a:pt x="588523" y="69938"/>
                  <a:pt x="584481" y="68608"/>
                  <a:pt x="578023" y="66995"/>
                </a:cubicBezTo>
                <a:cubicBezTo>
                  <a:pt x="569324" y="64797"/>
                  <a:pt x="563293" y="62895"/>
                  <a:pt x="559932" y="61290"/>
                </a:cubicBezTo>
                <a:cubicBezTo>
                  <a:pt x="556571" y="59685"/>
                  <a:pt x="554023" y="57464"/>
                  <a:pt x="552288" y="54628"/>
                </a:cubicBezTo>
                <a:cubicBezTo>
                  <a:pt x="550552" y="51791"/>
                  <a:pt x="549684" y="48658"/>
                  <a:pt x="549684" y="45228"/>
                </a:cubicBezTo>
                <a:cubicBezTo>
                  <a:pt x="549684" y="42106"/>
                  <a:pt x="550398" y="39214"/>
                  <a:pt x="551826" y="36554"/>
                </a:cubicBezTo>
                <a:cubicBezTo>
                  <a:pt x="553254" y="33893"/>
                  <a:pt x="555198" y="31683"/>
                  <a:pt x="557659" y="29924"/>
                </a:cubicBezTo>
                <a:cubicBezTo>
                  <a:pt x="559504" y="28561"/>
                  <a:pt x="562019" y="27407"/>
                  <a:pt x="565205" y="26462"/>
                </a:cubicBezTo>
                <a:cubicBezTo>
                  <a:pt x="568390" y="25516"/>
                  <a:pt x="571806" y="25043"/>
                  <a:pt x="575453" y="25043"/>
                </a:cubicBezTo>
                <a:cubicBezTo>
                  <a:pt x="580945" y="25043"/>
                  <a:pt x="585766" y="25840"/>
                  <a:pt x="589918" y="27432"/>
                </a:cubicBezTo>
                <a:cubicBezTo>
                  <a:pt x="594070" y="29024"/>
                  <a:pt x="597135" y="31180"/>
                  <a:pt x="599112" y="33901"/>
                </a:cubicBezTo>
                <a:cubicBezTo>
                  <a:pt x="601089" y="36621"/>
                  <a:pt x="602451" y="40259"/>
                  <a:pt x="603198" y="44814"/>
                </a:cubicBezTo>
                <a:lnTo>
                  <a:pt x="591599" y="46396"/>
                </a:lnTo>
                <a:cubicBezTo>
                  <a:pt x="591072" y="42793"/>
                  <a:pt x="589545" y="39981"/>
                  <a:pt x="587019" y="37960"/>
                </a:cubicBezTo>
                <a:cubicBezTo>
                  <a:pt x="584492" y="35939"/>
                  <a:pt x="580923" y="34929"/>
                  <a:pt x="576309" y="34929"/>
                </a:cubicBezTo>
                <a:cubicBezTo>
                  <a:pt x="570861" y="34929"/>
                  <a:pt x="566973" y="35825"/>
                  <a:pt x="564644" y="37618"/>
                </a:cubicBezTo>
                <a:cubicBezTo>
                  <a:pt x="562316" y="39410"/>
                  <a:pt x="561152" y="41509"/>
                  <a:pt x="561152" y="43914"/>
                </a:cubicBezTo>
                <a:cubicBezTo>
                  <a:pt x="561152" y="45444"/>
                  <a:pt x="561635" y="46821"/>
                  <a:pt x="562601" y="48046"/>
                </a:cubicBezTo>
                <a:cubicBezTo>
                  <a:pt x="563568" y="49313"/>
                  <a:pt x="565084" y="50362"/>
                  <a:pt x="567149" y="51192"/>
                </a:cubicBezTo>
                <a:cubicBezTo>
                  <a:pt x="568335" y="51630"/>
                  <a:pt x="571828" y="52636"/>
                  <a:pt x="577627" y="54210"/>
                </a:cubicBezTo>
                <a:cubicBezTo>
                  <a:pt x="586019" y="56449"/>
                  <a:pt x="591873" y="58282"/>
                  <a:pt x="595191" y="59708"/>
                </a:cubicBezTo>
                <a:cubicBezTo>
                  <a:pt x="598508" y="61135"/>
                  <a:pt x="601111" y="63209"/>
                  <a:pt x="603000" y="65932"/>
                </a:cubicBezTo>
                <a:cubicBezTo>
                  <a:pt x="604889" y="68653"/>
                  <a:pt x="605834" y="72033"/>
                  <a:pt x="605834" y="76071"/>
                </a:cubicBezTo>
                <a:cubicBezTo>
                  <a:pt x="605834" y="80022"/>
                  <a:pt x="604681" y="83743"/>
                  <a:pt x="602374" y="87233"/>
                </a:cubicBezTo>
                <a:cubicBezTo>
                  <a:pt x="600067" y="90722"/>
                  <a:pt x="596739" y="93421"/>
                  <a:pt x="592390" y="95331"/>
                </a:cubicBezTo>
                <a:cubicBezTo>
                  <a:pt x="588040" y="97241"/>
                  <a:pt x="583119" y="98196"/>
                  <a:pt x="577627" y="98196"/>
                </a:cubicBezTo>
                <a:cubicBezTo>
                  <a:pt x="568533" y="98196"/>
                  <a:pt x="561602" y="96301"/>
                  <a:pt x="556835" y="92512"/>
                </a:cubicBezTo>
                <a:cubicBezTo>
                  <a:pt x="552068" y="88722"/>
                  <a:pt x="549025" y="83104"/>
                  <a:pt x="547707" y="75657"/>
                </a:cubicBezTo>
                <a:close/>
                <a:moveTo>
                  <a:pt x="653043" y="61620"/>
                </a:moveTo>
                <a:cubicBezTo>
                  <a:pt x="653043" y="48659"/>
                  <a:pt x="656646" y="39059"/>
                  <a:pt x="663852" y="32820"/>
                </a:cubicBezTo>
                <a:cubicBezTo>
                  <a:pt x="669871" y="27635"/>
                  <a:pt x="677208" y="25043"/>
                  <a:pt x="685863" y="25043"/>
                </a:cubicBezTo>
                <a:cubicBezTo>
                  <a:pt x="695485" y="25043"/>
                  <a:pt x="703350" y="28196"/>
                  <a:pt x="709457" y="34500"/>
                </a:cubicBezTo>
                <a:cubicBezTo>
                  <a:pt x="715564" y="40805"/>
                  <a:pt x="718617" y="49515"/>
                  <a:pt x="718617" y="60631"/>
                </a:cubicBezTo>
                <a:cubicBezTo>
                  <a:pt x="718617" y="69638"/>
                  <a:pt x="717266" y="76722"/>
                  <a:pt x="714564" y="81885"/>
                </a:cubicBezTo>
                <a:cubicBezTo>
                  <a:pt x="711862" y="87047"/>
                  <a:pt x="707930" y="91056"/>
                  <a:pt x="702767" y="93912"/>
                </a:cubicBezTo>
                <a:cubicBezTo>
                  <a:pt x="697605" y="96768"/>
                  <a:pt x="691970" y="98196"/>
                  <a:pt x="685863" y="98196"/>
                </a:cubicBezTo>
                <a:cubicBezTo>
                  <a:pt x="676066" y="98196"/>
                  <a:pt x="668146" y="95054"/>
                  <a:pt x="662105" y="88772"/>
                </a:cubicBezTo>
                <a:cubicBezTo>
                  <a:pt x="656064" y="82489"/>
                  <a:pt x="653043" y="73438"/>
                  <a:pt x="653043" y="61620"/>
                </a:cubicBezTo>
                <a:moveTo>
                  <a:pt x="665235" y="61587"/>
                </a:moveTo>
                <a:cubicBezTo>
                  <a:pt x="665235" y="70516"/>
                  <a:pt x="667191" y="77203"/>
                  <a:pt x="671101" y="81646"/>
                </a:cubicBezTo>
                <a:cubicBezTo>
                  <a:pt x="675011" y="86089"/>
                  <a:pt x="679932" y="88310"/>
                  <a:pt x="685863" y="88310"/>
                </a:cubicBezTo>
                <a:cubicBezTo>
                  <a:pt x="691751" y="88310"/>
                  <a:pt x="696649" y="86078"/>
                  <a:pt x="700560" y="81613"/>
                </a:cubicBezTo>
                <a:cubicBezTo>
                  <a:pt x="704470" y="77148"/>
                  <a:pt x="706425" y="70341"/>
                  <a:pt x="706425" y="61193"/>
                </a:cubicBezTo>
                <a:cubicBezTo>
                  <a:pt x="706425" y="52570"/>
                  <a:pt x="704459" y="46036"/>
                  <a:pt x="700527" y="41593"/>
                </a:cubicBezTo>
                <a:cubicBezTo>
                  <a:pt x="696594" y="37150"/>
                  <a:pt x="691707" y="34929"/>
                  <a:pt x="685863" y="34929"/>
                </a:cubicBezTo>
                <a:cubicBezTo>
                  <a:pt x="679932" y="34929"/>
                  <a:pt x="675011" y="37139"/>
                  <a:pt x="671101" y="41560"/>
                </a:cubicBezTo>
                <a:cubicBezTo>
                  <a:pt x="667191" y="45981"/>
                  <a:pt x="665235" y="52657"/>
                  <a:pt x="665235" y="61587"/>
                </a:cubicBezTo>
                <a:close/>
                <a:moveTo>
                  <a:pt x="778371" y="96614"/>
                </a:moveTo>
                <a:lnTo>
                  <a:pt x="778371" y="86333"/>
                </a:lnTo>
                <a:cubicBezTo>
                  <a:pt x="772923" y="94242"/>
                  <a:pt x="765520" y="98196"/>
                  <a:pt x="756161" y="98196"/>
                </a:cubicBezTo>
                <a:cubicBezTo>
                  <a:pt x="752031" y="98196"/>
                  <a:pt x="748176" y="97405"/>
                  <a:pt x="744595" y="95823"/>
                </a:cubicBezTo>
                <a:cubicBezTo>
                  <a:pt x="741014" y="94242"/>
                  <a:pt x="738356" y="92254"/>
                  <a:pt x="736621" y="89859"/>
                </a:cubicBezTo>
                <a:cubicBezTo>
                  <a:pt x="734885" y="87465"/>
                  <a:pt x="733666" y="84532"/>
                  <a:pt x="732963" y="81061"/>
                </a:cubicBezTo>
                <a:cubicBezTo>
                  <a:pt x="732480" y="78732"/>
                  <a:pt x="732238" y="75042"/>
                  <a:pt x="732238" y="69989"/>
                </a:cubicBezTo>
                <a:lnTo>
                  <a:pt x="732238" y="26625"/>
                </a:lnTo>
                <a:lnTo>
                  <a:pt x="744101" y="26625"/>
                </a:lnTo>
                <a:lnTo>
                  <a:pt x="744101" y="65442"/>
                </a:lnTo>
                <a:cubicBezTo>
                  <a:pt x="744101" y="71637"/>
                  <a:pt x="744343" y="75811"/>
                  <a:pt x="744826" y="77964"/>
                </a:cubicBezTo>
                <a:cubicBezTo>
                  <a:pt x="745573" y="81083"/>
                  <a:pt x="747154" y="83532"/>
                  <a:pt x="749571" y="85312"/>
                </a:cubicBezTo>
                <a:cubicBezTo>
                  <a:pt x="751987" y="87091"/>
                  <a:pt x="754975" y="87981"/>
                  <a:pt x="758534" y="87981"/>
                </a:cubicBezTo>
                <a:cubicBezTo>
                  <a:pt x="762093" y="87981"/>
                  <a:pt x="765432" y="87069"/>
                  <a:pt x="768551" y="85246"/>
                </a:cubicBezTo>
                <a:cubicBezTo>
                  <a:pt x="771670" y="83423"/>
                  <a:pt x="773878" y="80940"/>
                  <a:pt x="775174" y="77799"/>
                </a:cubicBezTo>
                <a:cubicBezTo>
                  <a:pt x="776470" y="74657"/>
                  <a:pt x="777118" y="70099"/>
                  <a:pt x="777118" y="64124"/>
                </a:cubicBezTo>
                <a:lnTo>
                  <a:pt x="777118" y="26625"/>
                </a:lnTo>
                <a:lnTo>
                  <a:pt x="788981" y="26625"/>
                </a:lnTo>
                <a:lnTo>
                  <a:pt x="788981" y="96614"/>
                </a:lnTo>
                <a:lnTo>
                  <a:pt x="778371" y="96614"/>
                </a:lnTo>
                <a:close/>
                <a:moveTo>
                  <a:pt x="833445" y="86136"/>
                </a:moveTo>
                <a:lnTo>
                  <a:pt x="835159" y="96614"/>
                </a:lnTo>
                <a:cubicBezTo>
                  <a:pt x="831820" y="97229"/>
                  <a:pt x="828832" y="97537"/>
                  <a:pt x="826196" y="97537"/>
                </a:cubicBezTo>
                <a:cubicBezTo>
                  <a:pt x="821890" y="97537"/>
                  <a:pt x="818551" y="96856"/>
                  <a:pt x="816179" y="95494"/>
                </a:cubicBezTo>
                <a:cubicBezTo>
                  <a:pt x="813806" y="94132"/>
                  <a:pt x="812137" y="92341"/>
                  <a:pt x="811170" y="90123"/>
                </a:cubicBezTo>
                <a:cubicBezTo>
                  <a:pt x="810203" y="87904"/>
                  <a:pt x="809720" y="83236"/>
                  <a:pt x="809720" y="76118"/>
                </a:cubicBezTo>
                <a:lnTo>
                  <a:pt x="809720" y="35851"/>
                </a:lnTo>
                <a:lnTo>
                  <a:pt x="801021" y="35851"/>
                </a:lnTo>
                <a:lnTo>
                  <a:pt x="801021" y="26625"/>
                </a:lnTo>
                <a:lnTo>
                  <a:pt x="809720" y="26625"/>
                </a:lnTo>
                <a:lnTo>
                  <a:pt x="809720" y="9245"/>
                </a:lnTo>
                <a:lnTo>
                  <a:pt x="821517" y="2109"/>
                </a:lnTo>
                <a:lnTo>
                  <a:pt x="821517" y="26625"/>
                </a:lnTo>
                <a:lnTo>
                  <a:pt x="833445" y="26625"/>
                </a:lnTo>
                <a:lnTo>
                  <a:pt x="833445" y="35851"/>
                </a:lnTo>
                <a:lnTo>
                  <a:pt x="821517" y="35851"/>
                </a:lnTo>
                <a:lnTo>
                  <a:pt x="821517" y="76777"/>
                </a:lnTo>
                <a:cubicBezTo>
                  <a:pt x="821517" y="80160"/>
                  <a:pt x="821726" y="82335"/>
                  <a:pt x="822143" y="83302"/>
                </a:cubicBezTo>
                <a:cubicBezTo>
                  <a:pt x="822560" y="84268"/>
                  <a:pt x="823241" y="85037"/>
                  <a:pt x="824186" y="85608"/>
                </a:cubicBezTo>
                <a:cubicBezTo>
                  <a:pt x="825131" y="86179"/>
                  <a:pt x="826482" y="86465"/>
                  <a:pt x="828239" y="86465"/>
                </a:cubicBezTo>
                <a:cubicBezTo>
                  <a:pt x="829557" y="86465"/>
                  <a:pt x="831293" y="86355"/>
                  <a:pt x="833445" y="86136"/>
                </a:cubicBezTo>
                <a:close/>
                <a:moveTo>
                  <a:pt x="844803" y="96614"/>
                </a:moveTo>
                <a:lnTo>
                  <a:pt x="844803" y="0"/>
                </a:lnTo>
                <a:lnTo>
                  <a:pt x="856666" y="0"/>
                </a:lnTo>
                <a:lnTo>
                  <a:pt x="856666" y="96614"/>
                </a:lnTo>
                <a:lnTo>
                  <a:pt x="844803" y="96614"/>
                </a:lnTo>
                <a:close/>
                <a:moveTo>
                  <a:pt x="875096" y="13708"/>
                </a:moveTo>
                <a:lnTo>
                  <a:pt x="875096" y="0"/>
                </a:lnTo>
                <a:lnTo>
                  <a:pt x="886959" y="0"/>
                </a:lnTo>
                <a:lnTo>
                  <a:pt x="886959" y="13708"/>
                </a:lnTo>
                <a:lnTo>
                  <a:pt x="875096" y="13708"/>
                </a:lnTo>
                <a:moveTo>
                  <a:pt x="875096" y="96614"/>
                </a:moveTo>
                <a:lnTo>
                  <a:pt x="875096" y="26625"/>
                </a:lnTo>
                <a:lnTo>
                  <a:pt x="886959" y="26625"/>
                </a:lnTo>
                <a:lnTo>
                  <a:pt x="886959" y="96614"/>
                </a:lnTo>
                <a:lnTo>
                  <a:pt x="875096" y="96614"/>
                </a:lnTo>
                <a:close/>
                <a:moveTo>
                  <a:pt x="904994" y="96614"/>
                </a:moveTo>
                <a:lnTo>
                  <a:pt x="904994" y="26625"/>
                </a:lnTo>
                <a:lnTo>
                  <a:pt x="915670" y="26625"/>
                </a:lnTo>
                <a:lnTo>
                  <a:pt x="915670" y="36510"/>
                </a:lnTo>
                <a:cubicBezTo>
                  <a:pt x="920810" y="28866"/>
                  <a:pt x="928235" y="25043"/>
                  <a:pt x="937945" y="25043"/>
                </a:cubicBezTo>
                <a:cubicBezTo>
                  <a:pt x="942163" y="25043"/>
                  <a:pt x="946040" y="25801"/>
                  <a:pt x="949577" y="27317"/>
                </a:cubicBezTo>
                <a:cubicBezTo>
                  <a:pt x="953114" y="28833"/>
                  <a:pt x="955761" y="30821"/>
                  <a:pt x="957518" y="33281"/>
                </a:cubicBezTo>
                <a:cubicBezTo>
                  <a:pt x="959276" y="35742"/>
                  <a:pt x="960506" y="38663"/>
                  <a:pt x="961209" y="42046"/>
                </a:cubicBezTo>
                <a:cubicBezTo>
                  <a:pt x="961648" y="44243"/>
                  <a:pt x="961868" y="48087"/>
                  <a:pt x="961868" y="53579"/>
                </a:cubicBezTo>
                <a:lnTo>
                  <a:pt x="961868" y="96614"/>
                </a:lnTo>
                <a:lnTo>
                  <a:pt x="950005" y="96614"/>
                </a:lnTo>
                <a:lnTo>
                  <a:pt x="950005" y="53995"/>
                </a:lnTo>
                <a:cubicBezTo>
                  <a:pt x="950005" y="49157"/>
                  <a:pt x="949544" y="45539"/>
                  <a:pt x="948622" y="43142"/>
                </a:cubicBezTo>
                <a:cubicBezTo>
                  <a:pt x="947699" y="40745"/>
                  <a:pt x="946062" y="38831"/>
                  <a:pt x="943712" y="37402"/>
                </a:cubicBezTo>
                <a:cubicBezTo>
                  <a:pt x="941361" y="35973"/>
                  <a:pt x="938604" y="35258"/>
                  <a:pt x="935441" y="35258"/>
                </a:cubicBezTo>
                <a:cubicBezTo>
                  <a:pt x="930388" y="35258"/>
                  <a:pt x="926028" y="36864"/>
                  <a:pt x="922359" y="40075"/>
                </a:cubicBezTo>
                <a:cubicBezTo>
                  <a:pt x="918690" y="43285"/>
                  <a:pt x="916856" y="49377"/>
                  <a:pt x="916856" y="58349"/>
                </a:cubicBezTo>
                <a:lnTo>
                  <a:pt x="916856" y="96614"/>
                </a:lnTo>
                <a:lnTo>
                  <a:pt x="904994" y="96614"/>
                </a:lnTo>
                <a:close/>
                <a:moveTo>
                  <a:pt x="1027949" y="74075"/>
                </a:moveTo>
                <a:lnTo>
                  <a:pt x="1040207" y="75591"/>
                </a:lnTo>
                <a:cubicBezTo>
                  <a:pt x="1038273" y="82753"/>
                  <a:pt x="1034693" y="88310"/>
                  <a:pt x="1029464" y="92265"/>
                </a:cubicBezTo>
                <a:cubicBezTo>
                  <a:pt x="1024236" y="96219"/>
                  <a:pt x="1017558" y="98196"/>
                  <a:pt x="1009430" y="98196"/>
                </a:cubicBezTo>
                <a:cubicBezTo>
                  <a:pt x="999193" y="98196"/>
                  <a:pt x="991076" y="95043"/>
                  <a:pt x="985079" y="88739"/>
                </a:cubicBezTo>
                <a:cubicBezTo>
                  <a:pt x="979081" y="82434"/>
                  <a:pt x="976083" y="73592"/>
                  <a:pt x="976083" y="62213"/>
                </a:cubicBezTo>
                <a:cubicBezTo>
                  <a:pt x="976083" y="50438"/>
                  <a:pt x="979114" y="41299"/>
                  <a:pt x="985177" y="34797"/>
                </a:cubicBezTo>
                <a:cubicBezTo>
                  <a:pt x="991240" y="28294"/>
                  <a:pt x="999105" y="25043"/>
                  <a:pt x="1008771" y="25043"/>
                </a:cubicBezTo>
                <a:cubicBezTo>
                  <a:pt x="1018129" y="25043"/>
                  <a:pt x="1025774" y="28224"/>
                  <a:pt x="1031705" y="34585"/>
                </a:cubicBezTo>
                <a:cubicBezTo>
                  <a:pt x="1037636" y="40944"/>
                  <a:pt x="1040602" y="49892"/>
                  <a:pt x="1040602" y="61428"/>
                </a:cubicBezTo>
                <a:cubicBezTo>
                  <a:pt x="1040602" y="62130"/>
                  <a:pt x="1040580" y="63182"/>
                  <a:pt x="1040536" y="64585"/>
                </a:cubicBezTo>
                <a:lnTo>
                  <a:pt x="988341" y="64585"/>
                </a:lnTo>
                <a:cubicBezTo>
                  <a:pt x="988780" y="72252"/>
                  <a:pt x="990955" y="78123"/>
                  <a:pt x="994865" y="82198"/>
                </a:cubicBezTo>
                <a:cubicBezTo>
                  <a:pt x="998775" y="86273"/>
                  <a:pt x="1003652" y="88310"/>
                  <a:pt x="1009496" y="88310"/>
                </a:cubicBezTo>
                <a:cubicBezTo>
                  <a:pt x="1013845" y="88310"/>
                  <a:pt x="1017558" y="87179"/>
                  <a:pt x="1020633" y="84916"/>
                </a:cubicBezTo>
                <a:cubicBezTo>
                  <a:pt x="1023709" y="82652"/>
                  <a:pt x="1026147" y="79039"/>
                  <a:pt x="1027949" y="74075"/>
                </a:cubicBezTo>
                <a:moveTo>
                  <a:pt x="989000" y="54700"/>
                </a:moveTo>
                <a:lnTo>
                  <a:pt x="1028080" y="54700"/>
                </a:lnTo>
                <a:cubicBezTo>
                  <a:pt x="1027553" y="48908"/>
                  <a:pt x="1026059" y="44565"/>
                  <a:pt x="1023599" y="41669"/>
                </a:cubicBezTo>
                <a:cubicBezTo>
                  <a:pt x="1019821" y="37176"/>
                  <a:pt x="1014922" y="34929"/>
                  <a:pt x="1008903" y="34929"/>
                </a:cubicBezTo>
                <a:cubicBezTo>
                  <a:pt x="1003455" y="34929"/>
                  <a:pt x="998874" y="36723"/>
                  <a:pt x="995162" y="40310"/>
                </a:cubicBezTo>
                <a:cubicBezTo>
                  <a:pt x="991449" y="43896"/>
                  <a:pt x="989395" y="48693"/>
                  <a:pt x="989000" y="54700"/>
                </a:cubicBezTo>
                <a:close/>
                <a:moveTo>
                  <a:pt x="1100487" y="96614"/>
                </a:moveTo>
                <a:lnTo>
                  <a:pt x="1100487" y="87783"/>
                </a:lnTo>
                <a:cubicBezTo>
                  <a:pt x="1096050" y="94725"/>
                  <a:pt x="1089525" y="98196"/>
                  <a:pt x="1080914" y="98196"/>
                </a:cubicBezTo>
                <a:cubicBezTo>
                  <a:pt x="1075334" y="98196"/>
                  <a:pt x="1070205" y="96658"/>
                  <a:pt x="1065526" y="93583"/>
                </a:cubicBezTo>
                <a:cubicBezTo>
                  <a:pt x="1060847" y="90507"/>
                  <a:pt x="1057222" y="86212"/>
                  <a:pt x="1054652" y="80699"/>
                </a:cubicBezTo>
                <a:cubicBezTo>
                  <a:pt x="1052081" y="75185"/>
                  <a:pt x="1050796" y="68847"/>
                  <a:pt x="1050796" y="61685"/>
                </a:cubicBezTo>
                <a:cubicBezTo>
                  <a:pt x="1050796" y="54700"/>
                  <a:pt x="1051961" y="48362"/>
                  <a:pt x="1054289" y="42672"/>
                </a:cubicBezTo>
                <a:cubicBezTo>
                  <a:pt x="1056618" y="36983"/>
                  <a:pt x="1060111" y="32622"/>
                  <a:pt x="1064768" y="29591"/>
                </a:cubicBezTo>
                <a:cubicBezTo>
                  <a:pt x="1069425" y="26559"/>
                  <a:pt x="1074631" y="25043"/>
                  <a:pt x="1080387" y="25043"/>
                </a:cubicBezTo>
                <a:cubicBezTo>
                  <a:pt x="1084605" y="25043"/>
                  <a:pt x="1088361" y="25933"/>
                  <a:pt x="1091656" y="27712"/>
                </a:cubicBezTo>
                <a:cubicBezTo>
                  <a:pt x="1094951" y="29492"/>
                  <a:pt x="1097632" y="31809"/>
                  <a:pt x="1099697" y="34665"/>
                </a:cubicBezTo>
                <a:lnTo>
                  <a:pt x="1099697" y="0"/>
                </a:lnTo>
                <a:lnTo>
                  <a:pt x="1111493" y="0"/>
                </a:lnTo>
                <a:lnTo>
                  <a:pt x="1111493" y="96614"/>
                </a:lnTo>
                <a:lnTo>
                  <a:pt x="1100487" y="96614"/>
                </a:lnTo>
                <a:moveTo>
                  <a:pt x="1062988" y="61652"/>
                </a:moveTo>
                <a:cubicBezTo>
                  <a:pt x="1062988" y="70582"/>
                  <a:pt x="1064878" y="77258"/>
                  <a:pt x="1068656" y="81679"/>
                </a:cubicBezTo>
                <a:cubicBezTo>
                  <a:pt x="1072435" y="86100"/>
                  <a:pt x="1076894" y="88310"/>
                  <a:pt x="1082034" y="88310"/>
                </a:cubicBezTo>
                <a:cubicBezTo>
                  <a:pt x="1087219" y="88310"/>
                  <a:pt x="1091623" y="86199"/>
                  <a:pt x="1095248" y="81975"/>
                </a:cubicBezTo>
                <a:cubicBezTo>
                  <a:pt x="1098873" y="77751"/>
                  <a:pt x="1100685" y="71305"/>
                  <a:pt x="1100685" y="62637"/>
                </a:cubicBezTo>
                <a:cubicBezTo>
                  <a:pt x="1100685" y="53095"/>
                  <a:pt x="1098840" y="46091"/>
                  <a:pt x="1095149" y="41626"/>
                </a:cubicBezTo>
                <a:cubicBezTo>
                  <a:pt x="1091459" y="37161"/>
                  <a:pt x="1086911" y="34929"/>
                  <a:pt x="1081507" y="34929"/>
                </a:cubicBezTo>
                <a:cubicBezTo>
                  <a:pt x="1076235" y="34929"/>
                  <a:pt x="1071830" y="37074"/>
                  <a:pt x="1068294" y="41365"/>
                </a:cubicBezTo>
                <a:cubicBezTo>
                  <a:pt x="1064757" y="45654"/>
                  <a:pt x="1062988" y="52416"/>
                  <a:pt x="1062988" y="61652"/>
                </a:cubicBezTo>
                <a:close/>
                <a:moveTo>
                  <a:pt x="1167711" y="13708"/>
                </a:moveTo>
                <a:lnTo>
                  <a:pt x="1167711" y="0"/>
                </a:lnTo>
                <a:lnTo>
                  <a:pt x="1179573" y="0"/>
                </a:lnTo>
                <a:lnTo>
                  <a:pt x="1179573" y="13708"/>
                </a:lnTo>
                <a:lnTo>
                  <a:pt x="1167711" y="13708"/>
                </a:lnTo>
                <a:moveTo>
                  <a:pt x="1167711" y="96614"/>
                </a:moveTo>
                <a:lnTo>
                  <a:pt x="1167711" y="26625"/>
                </a:lnTo>
                <a:lnTo>
                  <a:pt x="1179573" y="26625"/>
                </a:lnTo>
                <a:lnTo>
                  <a:pt x="1179573" y="96614"/>
                </a:lnTo>
                <a:lnTo>
                  <a:pt x="1167711" y="96614"/>
                </a:lnTo>
                <a:close/>
                <a:moveTo>
                  <a:pt x="1197608" y="96614"/>
                </a:moveTo>
                <a:lnTo>
                  <a:pt x="1197608" y="26625"/>
                </a:lnTo>
                <a:lnTo>
                  <a:pt x="1208285" y="26625"/>
                </a:lnTo>
                <a:lnTo>
                  <a:pt x="1208285" y="36510"/>
                </a:lnTo>
                <a:cubicBezTo>
                  <a:pt x="1213425" y="28866"/>
                  <a:pt x="1220850" y="25043"/>
                  <a:pt x="1230560" y="25043"/>
                </a:cubicBezTo>
                <a:cubicBezTo>
                  <a:pt x="1234778" y="25043"/>
                  <a:pt x="1238655" y="25801"/>
                  <a:pt x="1242192" y="27317"/>
                </a:cubicBezTo>
                <a:cubicBezTo>
                  <a:pt x="1245729" y="28833"/>
                  <a:pt x="1248376" y="30821"/>
                  <a:pt x="1250133" y="33281"/>
                </a:cubicBezTo>
                <a:cubicBezTo>
                  <a:pt x="1251891" y="35742"/>
                  <a:pt x="1253121" y="38663"/>
                  <a:pt x="1253824" y="42046"/>
                </a:cubicBezTo>
                <a:cubicBezTo>
                  <a:pt x="1254263" y="44243"/>
                  <a:pt x="1254483" y="48087"/>
                  <a:pt x="1254483" y="53579"/>
                </a:cubicBezTo>
                <a:lnTo>
                  <a:pt x="1254483" y="96614"/>
                </a:lnTo>
                <a:lnTo>
                  <a:pt x="1242620" y="96614"/>
                </a:lnTo>
                <a:lnTo>
                  <a:pt x="1242620" y="53995"/>
                </a:lnTo>
                <a:cubicBezTo>
                  <a:pt x="1242620" y="49157"/>
                  <a:pt x="1242159" y="45539"/>
                  <a:pt x="1241236" y="43142"/>
                </a:cubicBezTo>
                <a:cubicBezTo>
                  <a:pt x="1240314" y="40745"/>
                  <a:pt x="1238677" y="38831"/>
                  <a:pt x="1236327" y="37402"/>
                </a:cubicBezTo>
                <a:cubicBezTo>
                  <a:pt x="1233976" y="35973"/>
                  <a:pt x="1231219" y="35258"/>
                  <a:pt x="1228056" y="35258"/>
                </a:cubicBezTo>
                <a:cubicBezTo>
                  <a:pt x="1223003" y="35258"/>
                  <a:pt x="1218643" y="36864"/>
                  <a:pt x="1214974" y="40075"/>
                </a:cubicBezTo>
                <a:cubicBezTo>
                  <a:pt x="1211305" y="43285"/>
                  <a:pt x="1209471" y="49377"/>
                  <a:pt x="1209471" y="58349"/>
                </a:cubicBezTo>
                <a:lnTo>
                  <a:pt x="1209471" y="96614"/>
                </a:lnTo>
                <a:lnTo>
                  <a:pt x="1197608" y="96614"/>
                </a:lnTo>
                <a:close/>
                <a:moveTo>
                  <a:pt x="1336073" y="86136"/>
                </a:moveTo>
                <a:lnTo>
                  <a:pt x="1337786" y="96614"/>
                </a:lnTo>
                <a:cubicBezTo>
                  <a:pt x="1334447" y="97229"/>
                  <a:pt x="1331460" y="97537"/>
                  <a:pt x="1328823" y="97537"/>
                </a:cubicBezTo>
                <a:cubicBezTo>
                  <a:pt x="1324518" y="97537"/>
                  <a:pt x="1321179" y="96856"/>
                  <a:pt x="1318806" y="95494"/>
                </a:cubicBezTo>
                <a:cubicBezTo>
                  <a:pt x="1316434" y="94132"/>
                  <a:pt x="1314764" y="92341"/>
                  <a:pt x="1313797" y="90123"/>
                </a:cubicBezTo>
                <a:cubicBezTo>
                  <a:pt x="1312831" y="87904"/>
                  <a:pt x="1312348" y="83236"/>
                  <a:pt x="1312348" y="76118"/>
                </a:cubicBezTo>
                <a:lnTo>
                  <a:pt x="1312348" y="35851"/>
                </a:lnTo>
                <a:lnTo>
                  <a:pt x="1303648" y="35851"/>
                </a:lnTo>
                <a:lnTo>
                  <a:pt x="1303648" y="26625"/>
                </a:lnTo>
                <a:lnTo>
                  <a:pt x="1312348" y="26625"/>
                </a:lnTo>
                <a:lnTo>
                  <a:pt x="1312348" y="9245"/>
                </a:lnTo>
                <a:lnTo>
                  <a:pt x="1324144" y="2109"/>
                </a:lnTo>
                <a:lnTo>
                  <a:pt x="1324144" y="26625"/>
                </a:lnTo>
                <a:lnTo>
                  <a:pt x="1336073" y="26625"/>
                </a:lnTo>
                <a:lnTo>
                  <a:pt x="1336073" y="35851"/>
                </a:lnTo>
                <a:lnTo>
                  <a:pt x="1324144" y="35851"/>
                </a:lnTo>
                <a:lnTo>
                  <a:pt x="1324144" y="76777"/>
                </a:lnTo>
                <a:cubicBezTo>
                  <a:pt x="1324144" y="80160"/>
                  <a:pt x="1324353" y="82335"/>
                  <a:pt x="1324770" y="83302"/>
                </a:cubicBezTo>
                <a:cubicBezTo>
                  <a:pt x="1325188" y="84268"/>
                  <a:pt x="1325869" y="85037"/>
                  <a:pt x="1326813" y="85608"/>
                </a:cubicBezTo>
                <a:cubicBezTo>
                  <a:pt x="1327758" y="86179"/>
                  <a:pt x="1329109" y="86465"/>
                  <a:pt x="1330866" y="86465"/>
                </a:cubicBezTo>
                <a:cubicBezTo>
                  <a:pt x="1332184" y="86465"/>
                  <a:pt x="1333920" y="86355"/>
                  <a:pt x="1336073" y="86136"/>
                </a:cubicBezTo>
                <a:close/>
                <a:moveTo>
                  <a:pt x="1347695" y="96614"/>
                </a:moveTo>
                <a:lnTo>
                  <a:pt x="1347695" y="0"/>
                </a:lnTo>
                <a:lnTo>
                  <a:pt x="1359557" y="0"/>
                </a:lnTo>
                <a:lnTo>
                  <a:pt x="1359557" y="34665"/>
                </a:lnTo>
                <a:cubicBezTo>
                  <a:pt x="1365093" y="28251"/>
                  <a:pt x="1372079" y="25043"/>
                  <a:pt x="1380514" y="25043"/>
                </a:cubicBezTo>
                <a:cubicBezTo>
                  <a:pt x="1385699" y="25043"/>
                  <a:pt x="1390202" y="26065"/>
                  <a:pt x="1394025" y="28108"/>
                </a:cubicBezTo>
                <a:cubicBezTo>
                  <a:pt x="1397847" y="30151"/>
                  <a:pt x="1400582" y="32974"/>
                  <a:pt x="1402230" y="36576"/>
                </a:cubicBezTo>
                <a:cubicBezTo>
                  <a:pt x="1403877" y="40179"/>
                  <a:pt x="1404701" y="45407"/>
                  <a:pt x="1404701" y="52261"/>
                </a:cubicBezTo>
                <a:lnTo>
                  <a:pt x="1404701" y="96614"/>
                </a:lnTo>
                <a:lnTo>
                  <a:pt x="1392838" y="96614"/>
                </a:lnTo>
                <a:lnTo>
                  <a:pt x="1392838" y="52261"/>
                </a:lnTo>
                <a:cubicBezTo>
                  <a:pt x="1392838" y="46330"/>
                  <a:pt x="1391553" y="42013"/>
                  <a:pt x="1388983" y="39311"/>
                </a:cubicBezTo>
                <a:cubicBezTo>
                  <a:pt x="1386413" y="36609"/>
                  <a:pt x="1382777" y="35258"/>
                  <a:pt x="1378076" y="35258"/>
                </a:cubicBezTo>
                <a:cubicBezTo>
                  <a:pt x="1374561" y="35258"/>
                  <a:pt x="1371255" y="36170"/>
                  <a:pt x="1368158" y="37993"/>
                </a:cubicBezTo>
                <a:cubicBezTo>
                  <a:pt x="1365060" y="39817"/>
                  <a:pt x="1362852" y="42288"/>
                  <a:pt x="1361534" y="45407"/>
                </a:cubicBezTo>
                <a:cubicBezTo>
                  <a:pt x="1360216" y="48527"/>
                  <a:pt x="1359557" y="52832"/>
                  <a:pt x="1359557" y="58324"/>
                </a:cubicBezTo>
                <a:lnTo>
                  <a:pt x="1359557" y="96614"/>
                </a:lnTo>
                <a:lnTo>
                  <a:pt x="1347695" y="96614"/>
                </a:lnTo>
                <a:close/>
                <a:moveTo>
                  <a:pt x="1470649" y="74075"/>
                </a:moveTo>
                <a:lnTo>
                  <a:pt x="1482907" y="75591"/>
                </a:lnTo>
                <a:cubicBezTo>
                  <a:pt x="1480974" y="82753"/>
                  <a:pt x="1477393" y="88310"/>
                  <a:pt x="1472165" y="92265"/>
                </a:cubicBezTo>
                <a:cubicBezTo>
                  <a:pt x="1466937" y="96219"/>
                  <a:pt x="1460259" y="98196"/>
                  <a:pt x="1452131" y="98196"/>
                </a:cubicBezTo>
                <a:cubicBezTo>
                  <a:pt x="1441894" y="98196"/>
                  <a:pt x="1433776" y="95043"/>
                  <a:pt x="1427779" y="88739"/>
                </a:cubicBezTo>
                <a:cubicBezTo>
                  <a:pt x="1421782" y="82434"/>
                  <a:pt x="1418783" y="73592"/>
                  <a:pt x="1418783" y="62213"/>
                </a:cubicBezTo>
                <a:cubicBezTo>
                  <a:pt x="1418783" y="50438"/>
                  <a:pt x="1421815" y="41299"/>
                  <a:pt x="1427878" y="34797"/>
                </a:cubicBezTo>
                <a:cubicBezTo>
                  <a:pt x="1433941" y="28294"/>
                  <a:pt x="1441806" y="25043"/>
                  <a:pt x="1451472" y="25043"/>
                </a:cubicBezTo>
                <a:cubicBezTo>
                  <a:pt x="1460830" y="25043"/>
                  <a:pt x="1468475" y="28224"/>
                  <a:pt x="1474406" y="34585"/>
                </a:cubicBezTo>
                <a:cubicBezTo>
                  <a:pt x="1480337" y="40944"/>
                  <a:pt x="1483303" y="49892"/>
                  <a:pt x="1483303" y="61428"/>
                </a:cubicBezTo>
                <a:cubicBezTo>
                  <a:pt x="1483303" y="62130"/>
                  <a:pt x="1483281" y="63182"/>
                  <a:pt x="1483237" y="64585"/>
                </a:cubicBezTo>
                <a:lnTo>
                  <a:pt x="1431041" y="64585"/>
                </a:lnTo>
                <a:cubicBezTo>
                  <a:pt x="1431481" y="72252"/>
                  <a:pt x="1433656" y="78123"/>
                  <a:pt x="1437566" y="82198"/>
                </a:cubicBezTo>
                <a:cubicBezTo>
                  <a:pt x="1441476" y="86273"/>
                  <a:pt x="1446353" y="88310"/>
                  <a:pt x="1452196" y="88310"/>
                </a:cubicBezTo>
                <a:cubicBezTo>
                  <a:pt x="1456546" y="88310"/>
                  <a:pt x="1460259" y="87179"/>
                  <a:pt x="1463334" y="84916"/>
                </a:cubicBezTo>
                <a:cubicBezTo>
                  <a:pt x="1466410" y="82652"/>
                  <a:pt x="1468848" y="79039"/>
                  <a:pt x="1470649" y="74075"/>
                </a:cubicBezTo>
                <a:moveTo>
                  <a:pt x="1431701" y="54700"/>
                </a:moveTo>
                <a:lnTo>
                  <a:pt x="1470781" y="54700"/>
                </a:lnTo>
                <a:cubicBezTo>
                  <a:pt x="1470254" y="48908"/>
                  <a:pt x="1468760" y="44565"/>
                  <a:pt x="1466300" y="41669"/>
                </a:cubicBezTo>
                <a:cubicBezTo>
                  <a:pt x="1462521" y="37176"/>
                  <a:pt x="1457622" y="34929"/>
                  <a:pt x="1451603" y="34929"/>
                </a:cubicBezTo>
                <a:cubicBezTo>
                  <a:pt x="1446155" y="34929"/>
                  <a:pt x="1441575" y="36723"/>
                  <a:pt x="1437862" y="40310"/>
                </a:cubicBezTo>
                <a:cubicBezTo>
                  <a:pt x="1434150" y="43896"/>
                  <a:pt x="1432096" y="48693"/>
                  <a:pt x="1431701" y="54700"/>
                </a:cubicBezTo>
                <a:close/>
                <a:moveTo>
                  <a:pt x="1537477" y="96614"/>
                </a:moveTo>
                <a:lnTo>
                  <a:pt x="1537477" y="0"/>
                </a:lnTo>
                <a:lnTo>
                  <a:pt x="1602656" y="0"/>
                </a:lnTo>
                <a:lnTo>
                  <a:pt x="1602656" y="11401"/>
                </a:lnTo>
                <a:lnTo>
                  <a:pt x="1550263" y="11401"/>
                </a:lnTo>
                <a:lnTo>
                  <a:pt x="1550263" y="41255"/>
                </a:lnTo>
                <a:lnTo>
                  <a:pt x="1595604" y="41255"/>
                </a:lnTo>
                <a:lnTo>
                  <a:pt x="1595604" y="52657"/>
                </a:lnTo>
                <a:lnTo>
                  <a:pt x="1550263" y="52657"/>
                </a:lnTo>
                <a:lnTo>
                  <a:pt x="1550263" y="96614"/>
                </a:lnTo>
                <a:lnTo>
                  <a:pt x="1537477" y="96614"/>
                </a:lnTo>
                <a:close/>
                <a:moveTo>
                  <a:pt x="1617835" y="13708"/>
                </a:moveTo>
                <a:lnTo>
                  <a:pt x="1617835" y="0"/>
                </a:lnTo>
                <a:lnTo>
                  <a:pt x="1629698" y="0"/>
                </a:lnTo>
                <a:lnTo>
                  <a:pt x="1629698" y="13708"/>
                </a:lnTo>
                <a:lnTo>
                  <a:pt x="1617835" y="13708"/>
                </a:lnTo>
                <a:moveTo>
                  <a:pt x="1617835" y="96614"/>
                </a:moveTo>
                <a:lnTo>
                  <a:pt x="1617835" y="26625"/>
                </a:lnTo>
                <a:lnTo>
                  <a:pt x="1629698" y="26625"/>
                </a:lnTo>
                <a:lnTo>
                  <a:pt x="1629698" y="96614"/>
                </a:lnTo>
                <a:lnTo>
                  <a:pt x="1617835" y="96614"/>
                </a:lnTo>
                <a:close/>
                <a:moveTo>
                  <a:pt x="1647601" y="96614"/>
                </a:moveTo>
                <a:lnTo>
                  <a:pt x="1647601" y="26625"/>
                </a:lnTo>
                <a:lnTo>
                  <a:pt x="1658277" y="26625"/>
                </a:lnTo>
                <a:lnTo>
                  <a:pt x="1658277" y="37169"/>
                </a:lnTo>
                <a:cubicBezTo>
                  <a:pt x="1661001" y="32232"/>
                  <a:pt x="1663516" y="28977"/>
                  <a:pt x="1665823" y="27403"/>
                </a:cubicBezTo>
                <a:cubicBezTo>
                  <a:pt x="1668130" y="25830"/>
                  <a:pt x="1670667" y="25043"/>
                  <a:pt x="1673435" y="25043"/>
                </a:cubicBezTo>
                <a:cubicBezTo>
                  <a:pt x="1677433" y="25043"/>
                  <a:pt x="1681497" y="26312"/>
                  <a:pt x="1685627" y="28849"/>
                </a:cubicBezTo>
                <a:lnTo>
                  <a:pt x="1681541" y="39806"/>
                </a:lnTo>
                <a:cubicBezTo>
                  <a:pt x="1678641" y="38092"/>
                  <a:pt x="1675742" y="37235"/>
                  <a:pt x="1672842" y="37235"/>
                </a:cubicBezTo>
                <a:cubicBezTo>
                  <a:pt x="1670250" y="37235"/>
                  <a:pt x="1667921" y="38017"/>
                  <a:pt x="1665856" y="39579"/>
                </a:cubicBezTo>
                <a:cubicBezTo>
                  <a:pt x="1663791" y="41140"/>
                  <a:pt x="1662319" y="43306"/>
                  <a:pt x="1661441" y="46077"/>
                </a:cubicBezTo>
                <a:cubicBezTo>
                  <a:pt x="1660122" y="50299"/>
                  <a:pt x="1659463" y="54917"/>
                  <a:pt x="1659463" y="59931"/>
                </a:cubicBezTo>
                <a:lnTo>
                  <a:pt x="1659463" y="96614"/>
                </a:lnTo>
                <a:lnTo>
                  <a:pt x="1647601" y="96614"/>
                </a:lnTo>
                <a:close/>
                <a:moveTo>
                  <a:pt x="1687932" y="75657"/>
                </a:moveTo>
                <a:lnTo>
                  <a:pt x="1699663" y="73812"/>
                </a:lnTo>
                <a:cubicBezTo>
                  <a:pt x="1700322" y="78492"/>
                  <a:pt x="1702157" y="82079"/>
                  <a:pt x="1705166" y="84572"/>
                </a:cubicBezTo>
                <a:cubicBezTo>
                  <a:pt x="1708176" y="87064"/>
                  <a:pt x="1712383" y="88310"/>
                  <a:pt x="1717787" y="88310"/>
                </a:cubicBezTo>
                <a:cubicBezTo>
                  <a:pt x="1723235" y="88310"/>
                  <a:pt x="1727277" y="87210"/>
                  <a:pt x="1729913" y="85009"/>
                </a:cubicBezTo>
                <a:cubicBezTo>
                  <a:pt x="1732549" y="82807"/>
                  <a:pt x="1733867" y="80224"/>
                  <a:pt x="1733867" y="77261"/>
                </a:cubicBezTo>
                <a:cubicBezTo>
                  <a:pt x="1733867" y="74602"/>
                  <a:pt x="1732703" y="72509"/>
                  <a:pt x="1730374" y="70984"/>
                </a:cubicBezTo>
                <a:cubicBezTo>
                  <a:pt x="1728748" y="69938"/>
                  <a:pt x="1724706" y="68608"/>
                  <a:pt x="1718248" y="66995"/>
                </a:cubicBezTo>
                <a:cubicBezTo>
                  <a:pt x="1709549" y="64797"/>
                  <a:pt x="1703519" y="62895"/>
                  <a:pt x="1700157" y="61290"/>
                </a:cubicBezTo>
                <a:cubicBezTo>
                  <a:pt x="1696796" y="59685"/>
                  <a:pt x="1694248" y="57464"/>
                  <a:pt x="1692513" y="54628"/>
                </a:cubicBezTo>
                <a:cubicBezTo>
                  <a:pt x="1690777" y="51791"/>
                  <a:pt x="1689909" y="48658"/>
                  <a:pt x="1689909" y="45228"/>
                </a:cubicBezTo>
                <a:cubicBezTo>
                  <a:pt x="1689909" y="42106"/>
                  <a:pt x="1690623" y="39214"/>
                  <a:pt x="1692051" y="36554"/>
                </a:cubicBezTo>
                <a:cubicBezTo>
                  <a:pt x="1693479" y="33893"/>
                  <a:pt x="1695423" y="31683"/>
                  <a:pt x="1697884" y="29924"/>
                </a:cubicBezTo>
                <a:cubicBezTo>
                  <a:pt x="1699729" y="28561"/>
                  <a:pt x="1702244" y="27407"/>
                  <a:pt x="1705430" y="26462"/>
                </a:cubicBezTo>
                <a:cubicBezTo>
                  <a:pt x="1708615" y="25516"/>
                  <a:pt x="1712031" y="25043"/>
                  <a:pt x="1715678" y="25043"/>
                </a:cubicBezTo>
                <a:cubicBezTo>
                  <a:pt x="1721170" y="25043"/>
                  <a:pt x="1725992" y="25840"/>
                  <a:pt x="1730143" y="27432"/>
                </a:cubicBezTo>
                <a:cubicBezTo>
                  <a:pt x="1734295" y="29024"/>
                  <a:pt x="1737360" y="31180"/>
                  <a:pt x="1739337" y="33901"/>
                </a:cubicBezTo>
                <a:cubicBezTo>
                  <a:pt x="1741314" y="36621"/>
                  <a:pt x="1742676" y="40259"/>
                  <a:pt x="1743423" y="44814"/>
                </a:cubicBezTo>
                <a:lnTo>
                  <a:pt x="1731824" y="46396"/>
                </a:lnTo>
                <a:cubicBezTo>
                  <a:pt x="1731297" y="42793"/>
                  <a:pt x="1729770" y="39981"/>
                  <a:pt x="1727244" y="37960"/>
                </a:cubicBezTo>
                <a:cubicBezTo>
                  <a:pt x="1724717" y="35939"/>
                  <a:pt x="1721148" y="34929"/>
                  <a:pt x="1716534" y="34929"/>
                </a:cubicBezTo>
                <a:cubicBezTo>
                  <a:pt x="1711086" y="34929"/>
                  <a:pt x="1707198" y="35825"/>
                  <a:pt x="1704870" y="37618"/>
                </a:cubicBezTo>
                <a:cubicBezTo>
                  <a:pt x="1702541" y="39410"/>
                  <a:pt x="1701377" y="41509"/>
                  <a:pt x="1701377" y="43914"/>
                </a:cubicBezTo>
                <a:cubicBezTo>
                  <a:pt x="1701377" y="45444"/>
                  <a:pt x="1701860" y="46821"/>
                  <a:pt x="1702827" y="48046"/>
                </a:cubicBezTo>
                <a:cubicBezTo>
                  <a:pt x="1703793" y="49313"/>
                  <a:pt x="1705309" y="50362"/>
                  <a:pt x="1707374" y="51192"/>
                </a:cubicBezTo>
                <a:cubicBezTo>
                  <a:pt x="1708560" y="51630"/>
                  <a:pt x="1712053" y="52636"/>
                  <a:pt x="1717852" y="54210"/>
                </a:cubicBezTo>
                <a:cubicBezTo>
                  <a:pt x="1726244" y="56449"/>
                  <a:pt x="1732099" y="58282"/>
                  <a:pt x="1735416" y="59708"/>
                </a:cubicBezTo>
                <a:cubicBezTo>
                  <a:pt x="1738733" y="61135"/>
                  <a:pt x="1741336" y="63209"/>
                  <a:pt x="1743225" y="65932"/>
                </a:cubicBezTo>
                <a:cubicBezTo>
                  <a:pt x="1745114" y="68653"/>
                  <a:pt x="1746059" y="72033"/>
                  <a:pt x="1746059" y="76071"/>
                </a:cubicBezTo>
                <a:cubicBezTo>
                  <a:pt x="1746059" y="80022"/>
                  <a:pt x="1744906" y="83743"/>
                  <a:pt x="1742599" y="87233"/>
                </a:cubicBezTo>
                <a:cubicBezTo>
                  <a:pt x="1740293" y="90722"/>
                  <a:pt x="1736964" y="93421"/>
                  <a:pt x="1732615" y="95331"/>
                </a:cubicBezTo>
                <a:cubicBezTo>
                  <a:pt x="1728265" y="97241"/>
                  <a:pt x="1723344" y="98196"/>
                  <a:pt x="1717852" y="98196"/>
                </a:cubicBezTo>
                <a:cubicBezTo>
                  <a:pt x="1708758" y="98196"/>
                  <a:pt x="1701827" y="96301"/>
                  <a:pt x="1697060" y="92512"/>
                </a:cubicBezTo>
                <a:cubicBezTo>
                  <a:pt x="1692293" y="88722"/>
                  <a:pt x="1689250" y="83104"/>
                  <a:pt x="1687932" y="75657"/>
                </a:cubicBezTo>
                <a:close/>
                <a:moveTo>
                  <a:pt x="1786062" y="86136"/>
                </a:moveTo>
                <a:lnTo>
                  <a:pt x="1787776" y="96614"/>
                </a:lnTo>
                <a:cubicBezTo>
                  <a:pt x="1784437" y="97229"/>
                  <a:pt x="1781449" y="97537"/>
                  <a:pt x="1778813" y="97537"/>
                </a:cubicBezTo>
                <a:cubicBezTo>
                  <a:pt x="1774507" y="97537"/>
                  <a:pt x="1771168" y="96856"/>
                  <a:pt x="1768796" y="95494"/>
                </a:cubicBezTo>
                <a:cubicBezTo>
                  <a:pt x="1766423" y="94132"/>
                  <a:pt x="1764754" y="92341"/>
                  <a:pt x="1763787" y="90123"/>
                </a:cubicBezTo>
                <a:cubicBezTo>
                  <a:pt x="1762821" y="87904"/>
                  <a:pt x="1762337" y="83236"/>
                  <a:pt x="1762337" y="76118"/>
                </a:cubicBezTo>
                <a:lnTo>
                  <a:pt x="1762337" y="35851"/>
                </a:lnTo>
                <a:lnTo>
                  <a:pt x="1753638" y="35851"/>
                </a:lnTo>
                <a:lnTo>
                  <a:pt x="1753638" y="26625"/>
                </a:lnTo>
                <a:lnTo>
                  <a:pt x="1762337" y="26625"/>
                </a:lnTo>
                <a:lnTo>
                  <a:pt x="1762337" y="9245"/>
                </a:lnTo>
                <a:lnTo>
                  <a:pt x="1774134" y="2109"/>
                </a:lnTo>
                <a:lnTo>
                  <a:pt x="1774134" y="26625"/>
                </a:lnTo>
                <a:lnTo>
                  <a:pt x="1786062" y="26625"/>
                </a:lnTo>
                <a:lnTo>
                  <a:pt x="1786062" y="35851"/>
                </a:lnTo>
                <a:lnTo>
                  <a:pt x="1774134" y="35851"/>
                </a:lnTo>
                <a:lnTo>
                  <a:pt x="1774134" y="76777"/>
                </a:lnTo>
                <a:cubicBezTo>
                  <a:pt x="1774134" y="80160"/>
                  <a:pt x="1774343" y="82335"/>
                  <a:pt x="1774760" y="83302"/>
                </a:cubicBezTo>
                <a:cubicBezTo>
                  <a:pt x="1775177" y="84268"/>
                  <a:pt x="1775858" y="85037"/>
                  <a:pt x="1776803" y="85608"/>
                </a:cubicBezTo>
                <a:cubicBezTo>
                  <a:pt x="1777748" y="86179"/>
                  <a:pt x="1779099" y="86465"/>
                  <a:pt x="1780856" y="86465"/>
                </a:cubicBezTo>
                <a:cubicBezTo>
                  <a:pt x="1782174" y="86465"/>
                  <a:pt x="1783910" y="86355"/>
                  <a:pt x="1786062" y="86136"/>
                </a:cubicBezTo>
                <a:close/>
                <a:moveTo>
                  <a:pt x="1818798" y="96614"/>
                </a:moveTo>
                <a:lnTo>
                  <a:pt x="1855901" y="0"/>
                </a:lnTo>
                <a:lnTo>
                  <a:pt x="1869675" y="0"/>
                </a:lnTo>
                <a:lnTo>
                  <a:pt x="1909217" y="96614"/>
                </a:lnTo>
                <a:lnTo>
                  <a:pt x="1894653" y="96614"/>
                </a:lnTo>
                <a:lnTo>
                  <a:pt x="1883383" y="67485"/>
                </a:lnTo>
                <a:lnTo>
                  <a:pt x="1842984" y="67485"/>
                </a:lnTo>
                <a:lnTo>
                  <a:pt x="1832374" y="96614"/>
                </a:lnTo>
                <a:lnTo>
                  <a:pt x="1818798" y="96614"/>
                </a:lnTo>
                <a:moveTo>
                  <a:pt x="1846675" y="56940"/>
                </a:moveTo>
                <a:lnTo>
                  <a:pt x="1879429" y="56940"/>
                </a:lnTo>
                <a:lnTo>
                  <a:pt x="1869346" y="30184"/>
                </a:lnTo>
                <a:cubicBezTo>
                  <a:pt x="1866270" y="22056"/>
                  <a:pt x="1863986" y="15377"/>
                  <a:pt x="1862492" y="10149"/>
                </a:cubicBezTo>
                <a:cubicBezTo>
                  <a:pt x="1861262" y="16344"/>
                  <a:pt x="1859526" y="22495"/>
                  <a:pt x="1857285" y="28602"/>
                </a:cubicBezTo>
                <a:lnTo>
                  <a:pt x="1846675" y="56940"/>
                </a:lnTo>
                <a:close/>
                <a:moveTo>
                  <a:pt x="1917917" y="96614"/>
                </a:moveTo>
                <a:lnTo>
                  <a:pt x="1917917" y="26625"/>
                </a:lnTo>
                <a:lnTo>
                  <a:pt x="1928528" y="26625"/>
                </a:lnTo>
                <a:lnTo>
                  <a:pt x="1928528" y="36379"/>
                </a:lnTo>
                <a:cubicBezTo>
                  <a:pt x="1930724" y="32971"/>
                  <a:pt x="1933646" y="30230"/>
                  <a:pt x="1937293" y="28155"/>
                </a:cubicBezTo>
                <a:cubicBezTo>
                  <a:pt x="1940939" y="26081"/>
                  <a:pt x="1945091" y="25043"/>
                  <a:pt x="1949749" y="25043"/>
                </a:cubicBezTo>
                <a:cubicBezTo>
                  <a:pt x="1954933" y="25043"/>
                  <a:pt x="1959184" y="26114"/>
                  <a:pt x="1962501" y="28256"/>
                </a:cubicBezTo>
                <a:cubicBezTo>
                  <a:pt x="1965818" y="30397"/>
                  <a:pt x="1968158" y="33390"/>
                  <a:pt x="1969520" y="37235"/>
                </a:cubicBezTo>
                <a:cubicBezTo>
                  <a:pt x="1975055" y="29107"/>
                  <a:pt x="1982261" y="25043"/>
                  <a:pt x="1991136" y="25043"/>
                </a:cubicBezTo>
                <a:cubicBezTo>
                  <a:pt x="1998078" y="25043"/>
                  <a:pt x="2003416" y="26965"/>
                  <a:pt x="2007150" y="30810"/>
                </a:cubicBezTo>
                <a:cubicBezTo>
                  <a:pt x="2010885" y="34654"/>
                  <a:pt x="2012752" y="40574"/>
                  <a:pt x="2012752" y="48571"/>
                </a:cubicBezTo>
                <a:lnTo>
                  <a:pt x="2012752" y="96614"/>
                </a:lnTo>
                <a:lnTo>
                  <a:pt x="2000955" y="96614"/>
                </a:lnTo>
                <a:lnTo>
                  <a:pt x="2000955" y="52478"/>
                </a:lnTo>
                <a:cubicBezTo>
                  <a:pt x="2000955" y="47727"/>
                  <a:pt x="2000571" y="44308"/>
                  <a:pt x="1999802" y="42219"/>
                </a:cubicBezTo>
                <a:cubicBezTo>
                  <a:pt x="1999033" y="40130"/>
                  <a:pt x="1997638" y="38447"/>
                  <a:pt x="1995617" y="37171"/>
                </a:cubicBezTo>
                <a:cubicBezTo>
                  <a:pt x="1993596" y="35896"/>
                  <a:pt x="1991224" y="35258"/>
                  <a:pt x="1988500" y="35258"/>
                </a:cubicBezTo>
                <a:cubicBezTo>
                  <a:pt x="1983579" y="35258"/>
                  <a:pt x="1979493" y="36897"/>
                  <a:pt x="1976242" y="40174"/>
                </a:cubicBezTo>
                <a:cubicBezTo>
                  <a:pt x="1972990" y="43450"/>
                  <a:pt x="1971365" y="48695"/>
                  <a:pt x="1971365" y="55909"/>
                </a:cubicBezTo>
                <a:lnTo>
                  <a:pt x="1971365" y="96614"/>
                </a:lnTo>
                <a:lnTo>
                  <a:pt x="1959502" y="96614"/>
                </a:lnTo>
                <a:lnTo>
                  <a:pt x="1959502" y="51091"/>
                </a:lnTo>
                <a:cubicBezTo>
                  <a:pt x="1959502" y="45814"/>
                  <a:pt x="1958536" y="41855"/>
                  <a:pt x="1956603" y="39217"/>
                </a:cubicBezTo>
                <a:cubicBezTo>
                  <a:pt x="1954669" y="36578"/>
                  <a:pt x="1951506" y="35258"/>
                  <a:pt x="1947112" y="35258"/>
                </a:cubicBezTo>
                <a:cubicBezTo>
                  <a:pt x="1943773" y="35258"/>
                  <a:pt x="1940687" y="36138"/>
                  <a:pt x="1937853" y="37898"/>
                </a:cubicBezTo>
                <a:cubicBezTo>
                  <a:pt x="1935019" y="39657"/>
                  <a:pt x="1932965" y="42230"/>
                  <a:pt x="1931691" y="45617"/>
                </a:cubicBezTo>
                <a:cubicBezTo>
                  <a:pt x="1930417" y="49003"/>
                  <a:pt x="1929780" y="53885"/>
                  <a:pt x="1929780" y="60262"/>
                </a:cubicBezTo>
                <a:lnTo>
                  <a:pt x="1929780" y="96614"/>
                </a:lnTo>
                <a:lnTo>
                  <a:pt x="1917917" y="96614"/>
                </a:lnTo>
                <a:close/>
                <a:moveTo>
                  <a:pt x="2078259" y="74075"/>
                </a:moveTo>
                <a:lnTo>
                  <a:pt x="2090517" y="75591"/>
                </a:lnTo>
                <a:cubicBezTo>
                  <a:pt x="2088584" y="82753"/>
                  <a:pt x="2085003" y="88310"/>
                  <a:pt x="2079775" y="92265"/>
                </a:cubicBezTo>
                <a:cubicBezTo>
                  <a:pt x="2074546" y="96219"/>
                  <a:pt x="2067868" y="98196"/>
                  <a:pt x="2059740" y="98196"/>
                </a:cubicBezTo>
                <a:cubicBezTo>
                  <a:pt x="2049503" y="98196"/>
                  <a:pt x="2041386" y="95043"/>
                  <a:pt x="2035389" y="88739"/>
                </a:cubicBezTo>
                <a:cubicBezTo>
                  <a:pt x="2029392" y="82434"/>
                  <a:pt x="2026393" y="73592"/>
                  <a:pt x="2026393" y="62213"/>
                </a:cubicBezTo>
                <a:cubicBezTo>
                  <a:pt x="2026393" y="50438"/>
                  <a:pt x="2029425" y="41299"/>
                  <a:pt x="2035488" y="34797"/>
                </a:cubicBezTo>
                <a:cubicBezTo>
                  <a:pt x="2041551" y="28294"/>
                  <a:pt x="2049415" y="25043"/>
                  <a:pt x="2059081" y="25043"/>
                </a:cubicBezTo>
                <a:cubicBezTo>
                  <a:pt x="2068439" y="25043"/>
                  <a:pt x="2076084" y="28224"/>
                  <a:pt x="2082016" y="34585"/>
                </a:cubicBezTo>
                <a:cubicBezTo>
                  <a:pt x="2087947" y="40944"/>
                  <a:pt x="2090912" y="49892"/>
                  <a:pt x="2090912" y="61428"/>
                </a:cubicBezTo>
                <a:cubicBezTo>
                  <a:pt x="2090912" y="62130"/>
                  <a:pt x="2090890" y="63182"/>
                  <a:pt x="2090847" y="64585"/>
                </a:cubicBezTo>
                <a:lnTo>
                  <a:pt x="2038651" y="64585"/>
                </a:lnTo>
                <a:cubicBezTo>
                  <a:pt x="2039091" y="72252"/>
                  <a:pt x="2041265" y="78123"/>
                  <a:pt x="2045176" y="82198"/>
                </a:cubicBezTo>
                <a:cubicBezTo>
                  <a:pt x="2049086" y="86273"/>
                  <a:pt x="2053963" y="88310"/>
                  <a:pt x="2059806" y="88310"/>
                </a:cubicBezTo>
                <a:cubicBezTo>
                  <a:pt x="2064156" y="88310"/>
                  <a:pt x="2067868" y="87179"/>
                  <a:pt x="2070944" y="84916"/>
                </a:cubicBezTo>
                <a:cubicBezTo>
                  <a:pt x="2074019" y="82652"/>
                  <a:pt x="2076458" y="79039"/>
                  <a:pt x="2078259" y="74075"/>
                </a:cubicBezTo>
                <a:moveTo>
                  <a:pt x="2039310" y="54700"/>
                </a:moveTo>
                <a:lnTo>
                  <a:pt x="2078391" y="54700"/>
                </a:lnTo>
                <a:cubicBezTo>
                  <a:pt x="2077864" y="48908"/>
                  <a:pt x="2076370" y="44565"/>
                  <a:pt x="2073909" y="41669"/>
                </a:cubicBezTo>
                <a:cubicBezTo>
                  <a:pt x="2070131" y="37176"/>
                  <a:pt x="2065232" y="34929"/>
                  <a:pt x="2059213" y="34929"/>
                </a:cubicBezTo>
                <a:cubicBezTo>
                  <a:pt x="2053765" y="34929"/>
                  <a:pt x="2049185" y="36723"/>
                  <a:pt x="2045472" y="40310"/>
                </a:cubicBezTo>
                <a:cubicBezTo>
                  <a:pt x="2041760" y="43896"/>
                  <a:pt x="2039706" y="48693"/>
                  <a:pt x="2039310" y="54700"/>
                </a:cubicBezTo>
                <a:close/>
                <a:moveTo>
                  <a:pt x="2105390" y="96614"/>
                </a:moveTo>
                <a:lnTo>
                  <a:pt x="2105390" y="26625"/>
                </a:lnTo>
                <a:lnTo>
                  <a:pt x="2116067" y="26625"/>
                </a:lnTo>
                <a:lnTo>
                  <a:pt x="2116067" y="36510"/>
                </a:lnTo>
                <a:cubicBezTo>
                  <a:pt x="2121207" y="28866"/>
                  <a:pt x="2128632" y="25043"/>
                  <a:pt x="2138342" y="25043"/>
                </a:cubicBezTo>
                <a:cubicBezTo>
                  <a:pt x="2142560" y="25043"/>
                  <a:pt x="2146437" y="25801"/>
                  <a:pt x="2149974" y="27317"/>
                </a:cubicBezTo>
                <a:cubicBezTo>
                  <a:pt x="2153511" y="28833"/>
                  <a:pt x="2156158" y="30821"/>
                  <a:pt x="2157915" y="33281"/>
                </a:cubicBezTo>
                <a:cubicBezTo>
                  <a:pt x="2159673" y="35742"/>
                  <a:pt x="2160903" y="38663"/>
                  <a:pt x="2161606" y="42046"/>
                </a:cubicBezTo>
                <a:cubicBezTo>
                  <a:pt x="2162045" y="44243"/>
                  <a:pt x="2162265" y="48087"/>
                  <a:pt x="2162265" y="53579"/>
                </a:cubicBezTo>
                <a:lnTo>
                  <a:pt x="2162265" y="96614"/>
                </a:lnTo>
                <a:lnTo>
                  <a:pt x="2150402" y="96614"/>
                </a:lnTo>
                <a:lnTo>
                  <a:pt x="2150402" y="53995"/>
                </a:lnTo>
                <a:cubicBezTo>
                  <a:pt x="2150402" y="49157"/>
                  <a:pt x="2149941" y="45539"/>
                  <a:pt x="2149018" y="43142"/>
                </a:cubicBezTo>
                <a:cubicBezTo>
                  <a:pt x="2148096" y="40745"/>
                  <a:pt x="2146459" y="38831"/>
                  <a:pt x="2144109" y="37402"/>
                </a:cubicBezTo>
                <a:cubicBezTo>
                  <a:pt x="2141758" y="35973"/>
                  <a:pt x="2139001" y="35258"/>
                  <a:pt x="2135838" y="35258"/>
                </a:cubicBezTo>
                <a:cubicBezTo>
                  <a:pt x="2130785" y="35258"/>
                  <a:pt x="2126425" y="36864"/>
                  <a:pt x="2122756" y="40075"/>
                </a:cubicBezTo>
                <a:cubicBezTo>
                  <a:pt x="2119087" y="43285"/>
                  <a:pt x="2117253" y="49377"/>
                  <a:pt x="2117253" y="58349"/>
                </a:cubicBezTo>
                <a:lnTo>
                  <a:pt x="2117253" y="96614"/>
                </a:lnTo>
                <a:lnTo>
                  <a:pt x="2105390" y="96614"/>
                </a:lnTo>
                <a:close/>
                <a:moveTo>
                  <a:pt x="2225841" y="96614"/>
                </a:moveTo>
                <a:lnTo>
                  <a:pt x="2225841" y="87783"/>
                </a:lnTo>
                <a:cubicBezTo>
                  <a:pt x="2221404" y="94725"/>
                  <a:pt x="2214879" y="98196"/>
                  <a:pt x="2206268" y="98196"/>
                </a:cubicBezTo>
                <a:cubicBezTo>
                  <a:pt x="2200688" y="98196"/>
                  <a:pt x="2195559" y="96658"/>
                  <a:pt x="2190879" y="93583"/>
                </a:cubicBezTo>
                <a:cubicBezTo>
                  <a:pt x="2186200" y="90507"/>
                  <a:pt x="2182576" y="86212"/>
                  <a:pt x="2180005" y="80699"/>
                </a:cubicBezTo>
                <a:cubicBezTo>
                  <a:pt x="2177435" y="75185"/>
                  <a:pt x="2176150" y="68847"/>
                  <a:pt x="2176150" y="61685"/>
                </a:cubicBezTo>
                <a:cubicBezTo>
                  <a:pt x="2176150" y="54700"/>
                  <a:pt x="2177314" y="48362"/>
                  <a:pt x="2179643" y="42672"/>
                </a:cubicBezTo>
                <a:cubicBezTo>
                  <a:pt x="2181972" y="36983"/>
                  <a:pt x="2185464" y="32622"/>
                  <a:pt x="2190122" y="29591"/>
                </a:cubicBezTo>
                <a:cubicBezTo>
                  <a:pt x="2194779" y="26559"/>
                  <a:pt x="2199985" y="25043"/>
                  <a:pt x="2205741" y="25043"/>
                </a:cubicBezTo>
                <a:cubicBezTo>
                  <a:pt x="2209958" y="25043"/>
                  <a:pt x="2213715" y="25933"/>
                  <a:pt x="2217010" y="27712"/>
                </a:cubicBezTo>
                <a:cubicBezTo>
                  <a:pt x="2220305" y="29492"/>
                  <a:pt x="2222985" y="31809"/>
                  <a:pt x="2225050" y="34665"/>
                </a:cubicBezTo>
                <a:lnTo>
                  <a:pt x="2225050" y="0"/>
                </a:lnTo>
                <a:lnTo>
                  <a:pt x="2236847" y="0"/>
                </a:lnTo>
                <a:lnTo>
                  <a:pt x="2236847" y="96614"/>
                </a:lnTo>
                <a:lnTo>
                  <a:pt x="2225841" y="96614"/>
                </a:lnTo>
                <a:moveTo>
                  <a:pt x="2188342" y="61652"/>
                </a:moveTo>
                <a:cubicBezTo>
                  <a:pt x="2188342" y="70582"/>
                  <a:pt x="2190231" y="77258"/>
                  <a:pt x="2194010" y="81679"/>
                </a:cubicBezTo>
                <a:cubicBezTo>
                  <a:pt x="2197788" y="86100"/>
                  <a:pt x="2202248" y="88310"/>
                  <a:pt x="2207388" y="88310"/>
                </a:cubicBezTo>
                <a:cubicBezTo>
                  <a:pt x="2212573" y="88310"/>
                  <a:pt x="2216977" y="86199"/>
                  <a:pt x="2220602" y="81975"/>
                </a:cubicBezTo>
                <a:cubicBezTo>
                  <a:pt x="2224227" y="77751"/>
                  <a:pt x="2226039" y="71305"/>
                  <a:pt x="2226039" y="62637"/>
                </a:cubicBezTo>
                <a:cubicBezTo>
                  <a:pt x="2226039" y="53095"/>
                  <a:pt x="2224194" y="46091"/>
                  <a:pt x="2220503" y="41626"/>
                </a:cubicBezTo>
                <a:cubicBezTo>
                  <a:pt x="2216812" y="37161"/>
                  <a:pt x="2212265" y="34929"/>
                  <a:pt x="2206861" y="34929"/>
                </a:cubicBezTo>
                <a:cubicBezTo>
                  <a:pt x="2201589" y="34929"/>
                  <a:pt x="2197184" y="37074"/>
                  <a:pt x="2193647" y="41365"/>
                </a:cubicBezTo>
                <a:cubicBezTo>
                  <a:pt x="2190111" y="45654"/>
                  <a:pt x="2188342" y="52416"/>
                  <a:pt x="2188342" y="61652"/>
                </a:cubicBezTo>
                <a:close/>
                <a:moveTo>
                  <a:pt x="2255477" y="96614"/>
                </a:moveTo>
                <a:lnTo>
                  <a:pt x="2255477" y="26625"/>
                </a:lnTo>
                <a:lnTo>
                  <a:pt x="2266087" y="26625"/>
                </a:lnTo>
                <a:lnTo>
                  <a:pt x="2266087" y="36379"/>
                </a:lnTo>
                <a:cubicBezTo>
                  <a:pt x="2268284" y="32971"/>
                  <a:pt x="2271206" y="30230"/>
                  <a:pt x="2274852" y="28155"/>
                </a:cubicBezTo>
                <a:cubicBezTo>
                  <a:pt x="2278499" y="26081"/>
                  <a:pt x="2282651" y="25043"/>
                  <a:pt x="2287308" y="25043"/>
                </a:cubicBezTo>
                <a:cubicBezTo>
                  <a:pt x="2292492" y="25043"/>
                  <a:pt x="2296743" y="26114"/>
                  <a:pt x="2300060" y="28256"/>
                </a:cubicBezTo>
                <a:cubicBezTo>
                  <a:pt x="2303377" y="30397"/>
                  <a:pt x="2305717" y="33390"/>
                  <a:pt x="2307079" y="37235"/>
                </a:cubicBezTo>
                <a:cubicBezTo>
                  <a:pt x="2312615" y="29107"/>
                  <a:pt x="2319820" y="25043"/>
                  <a:pt x="2328695" y="25043"/>
                </a:cubicBezTo>
                <a:cubicBezTo>
                  <a:pt x="2335637" y="25043"/>
                  <a:pt x="2340975" y="26965"/>
                  <a:pt x="2344710" y="30810"/>
                </a:cubicBezTo>
                <a:cubicBezTo>
                  <a:pt x="2348444" y="34654"/>
                  <a:pt x="2350311" y="40574"/>
                  <a:pt x="2350311" y="48571"/>
                </a:cubicBezTo>
                <a:lnTo>
                  <a:pt x="2350311" y="96614"/>
                </a:lnTo>
                <a:lnTo>
                  <a:pt x="2338515" y="96614"/>
                </a:lnTo>
                <a:lnTo>
                  <a:pt x="2338515" y="52478"/>
                </a:lnTo>
                <a:cubicBezTo>
                  <a:pt x="2338515" y="47727"/>
                  <a:pt x="2338130" y="44308"/>
                  <a:pt x="2337361" y="42219"/>
                </a:cubicBezTo>
                <a:cubicBezTo>
                  <a:pt x="2336593" y="40130"/>
                  <a:pt x="2335198" y="38447"/>
                  <a:pt x="2333177" y="37171"/>
                </a:cubicBezTo>
                <a:cubicBezTo>
                  <a:pt x="2331156" y="35896"/>
                  <a:pt x="2328783" y="35258"/>
                  <a:pt x="2326059" y="35258"/>
                </a:cubicBezTo>
                <a:cubicBezTo>
                  <a:pt x="2321138" y="35258"/>
                  <a:pt x="2317052" y="36897"/>
                  <a:pt x="2313801" y="40174"/>
                </a:cubicBezTo>
                <a:cubicBezTo>
                  <a:pt x="2310550" y="43450"/>
                  <a:pt x="2308924" y="48695"/>
                  <a:pt x="2308924" y="55909"/>
                </a:cubicBezTo>
                <a:lnTo>
                  <a:pt x="2308924" y="96614"/>
                </a:lnTo>
                <a:lnTo>
                  <a:pt x="2297062" y="96614"/>
                </a:lnTo>
                <a:lnTo>
                  <a:pt x="2297062" y="51091"/>
                </a:lnTo>
                <a:cubicBezTo>
                  <a:pt x="2297062" y="45814"/>
                  <a:pt x="2296095" y="41855"/>
                  <a:pt x="2294162" y="39217"/>
                </a:cubicBezTo>
                <a:cubicBezTo>
                  <a:pt x="2292229" y="36578"/>
                  <a:pt x="2289065" y="35258"/>
                  <a:pt x="2284672" y="35258"/>
                </a:cubicBezTo>
                <a:cubicBezTo>
                  <a:pt x="2281333" y="35258"/>
                  <a:pt x="2278246" y="36138"/>
                  <a:pt x="2275412" y="37898"/>
                </a:cubicBezTo>
                <a:cubicBezTo>
                  <a:pt x="2272579" y="39657"/>
                  <a:pt x="2270525" y="42230"/>
                  <a:pt x="2269250" y="45617"/>
                </a:cubicBezTo>
                <a:cubicBezTo>
                  <a:pt x="2267976" y="49003"/>
                  <a:pt x="2267339" y="53885"/>
                  <a:pt x="2267339" y="60262"/>
                </a:cubicBezTo>
                <a:lnTo>
                  <a:pt x="2267339" y="96614"/>
                </a:lnTo>
                <a:lnTo>
                  <a:pt x="2255477" y="96614"/>
                </a:lnTo>
                <a:close/>
                <a:moveTo>
                  <a:pt x="2415818" y="74075"/>
                </a:moveTo>
                <a:lnTo>
                  <a:pt x="2428076" y="75591"/>
                </a:lnTo>
                <a:cubicBezTo>
                  <a:pt x="2426143" y="82753"/>
                  <a:pt x="2422562" y="88310"/>
                  <a:pt x="2417334" y="92265"/>
                </a:cubicBezTo>
                <a:cubicBezTo>
                  <a:pt x="2412106" y="96219"/>
                  <a:pt x="2405428" y="98196"/>
                  <a:pt x="2397300" y="98196"/>
                </a:cubicBezTo>
                <a:cubicBezTo>
                  <a:pt x="2387063" y="98196"/>
                  <a:pt x="2378945" y="95043"/>
                  <a:pt x="2372948" y="88739"/>
                </a:cubicBezTo>
                <a:cubicBezTo>
                  <a:pt x="2366951" y="82434"/>
                  <a:pt x="2363952" y="73592"/>
                  <a:pt x="2363952" y="62213"/>
                </a:cubicBezTo>
                <a:cubicBezTo>
                  <a:pt x="2363952" y="50438"/>
                  <a:pt x="2366984" y="41299"/>
                  <a:pt x="2373047" y="34797"/>
                </a:cubicBezTo>
                <a:cubicBezTo>
                  <a:pt x="2379110" y="28294"/>
                  <a:pt x="2386975" y="25043"/>
                  <a:pt x="2396640" y="25043"/>
                </a:cubicBezTo>
                <a:cubicBezTo>
                  <a:pt x="2405999" y="25043"/>
                  <a:pt x="2413644" y="28224"/>
                  <a:pt x="2419575" y="34585"/>
                </a:cubicBezTo>
                <a:cubicBezTo>
                  <a:pt x="2425506" y="40944"/>
                  <a:pt x="2428472" y="49892"/>
                  <a:pt x="2428472" y="61428"/>
                </a:cubicBezTo>
                <a:cubicBezTo>
                  <a:pt x="2428472" y="62130"/>
                  <a:pt x="2428450" y="63182"/>
                  <a:pt x="2428406" y="64585"/>
                </a:cubicBezTo>
                <a:lnTo>
                  <a:pt x="2376210" y="64585"/>
                </a:lnTo>
                <a:cubicBezTo>
                  <a:pt x="2376650" y="72252"/>
                  <a:pt x="2378825" y="78123"/>
                  <a:pt x="2382735" y="82198"/>
                </a:cubicBezTo>
                <a:cubicBezTo>
                  <a:pt x="2386645" y="86273"/>
                  <a:pt x="2391522" y="88310"/>
                  <a:pt x="2397365" y="88310"/>
                </a:cubicBezTo>
                <a:cubicBezTo>
                  <a:pt x="2401715" y="88310"/>
                  <a:pt x="2405428" y="87179"/>
                  <a:pt x="2408503" y="84916"/>
                </a:cubicBezTo>
                <a:cubicBezTo>
                  <a:pt x="2411579" y="82652"/>
                  <a:pt x="2414017" y="79039"/>
                  <a:pt x="2415818" y="74075"/>
                </a:cubicBezTo>
                <a:moveTo>
                  <a:pt x="2376870" y="54700"/>
                </a:moveTo>
                <a:lnTo>
                  <a:pt x="2415950" y="54700"/>
                </a:lnTo>
                <a:cubicBezTo>
                  <a:pt x="2415423" y="48908"/>
                  <a:pt x="2413929" y="44565"/>
                  <a:pt x="2411469" y="41669"/>
                </a:cubicBezTo>
                <a:cubicBezTo>
                  <a:pt x="2407690" y="37176"/>
                  <a:pt x="2402791" y="34929"/>
                  <a:pt x="2396772" y="34929"/>
                </a:cubicBezTo>
                <a:cubicBezTo>
                  <a:pt x="2391324" y="34929"/>
                  <a:pt x="2386744" y="36723"/>
                  <a:pt x="2383031" y="40310"/>
                </a:cubicBezTo>
                <a:cubicBezTo>
                  <a:pt x="2379319" y="43896"/>
                  <a:pt x="2377265" y="48693"/>
                  <a:pt x="2376870" y="54700"/>
                </a:cubicBezTo>
                <a:close/>
                <a:moveTo>
                  <a:pt x="2442950" y="96614"/>
                </a:moveTo>
                <a:lnTo>
                  <a:pt x="2442950" y="26625"/>
                </a:lnTo>
                <a:lnTo>
                  <a:pt x="2453626" y="26625"/>
                </a:lnTo>
                <a:lnTo>
                  <a:pt x="2453626" y="36510"/>
                </a:lnTo>
                <a:cubicBezTo>
                  <a:pt x="2458767" y="28866"/>
                  <a:pt x="2466192" y="25043"/>
                  <a:pt x="2475902" y="25043"/>
                </a:cubicBezTo>
                <a:cubicBezTo>
                  <a:pt x="2480119" y="25043"/>
                  <a:pt x="2483997" y="25801"/>
                  <a:pt x="2487534" y="27317"/>
                </a:cubicBezTo>
                <a:cubicBezTo>
                  <a:pt x="2491070" y="28833"/>
                  <a:pt x="2493718" y="30821"/>
                  <a:pt x="2495475" y="33281"/>
                </a:cubicBezTo>
                <a:cubicBezTo>
                  <a:pt x="2497232" y="35742"/>
                  <a:pt x="2498463" y="38663"/>
                  <a:pt x="2499166" y="42046"/>
                </a:cubicBezTo>
                <a:cubicBezTo>
                  <a:pt x="2499605" y="44243"/>
                  <a:pt x="2499825" y="48087"/>
                  <a:pt x="2499825" y="53579"/>
                </a:cubicBezTo>
                <a:lnTo>
                  <a:pt x="2499825" y="96614"/>
                </a:lnTo>
                <a:lnTo>
                  <a:pt x="2487962" y="96614"/>
                </a:lnTo>
                <a:lnTo>
                  <a:pt x="2487962" y="53995"/>
                </a:lnTo>
                <a:cubicBezTo>
                  <a:pt x="2487962" y="49157"/>
                  <a:pt x="2487501" y="45539"/>
                  <a:pt x="2486578" y="43142"/>
                </a:cubicBezTo>
                <a:cubicBezTo>
                  <a:pt x="2485655" y="40745"/>
                  <a:pt x="2484019" y="38831"/>
                  <a:pt x="2481668" y="37402"/>
                </a:cubicBezTo>
                <a:cubicBezTo>
                  <a:pt x="2479318" y="35973"/>
                  <a:pt x="2476561" y="35258"/>
                  <a:pt x="2473397" y="35258"/>
                </a:cubicBezTo>
                <a:cubicBezTo>
                  <a:pt x="2468345" y="35258"/>
                  <a:pt x="2463984" y="36864"/>
                  <a:pt x="2460316" y="40075"/>
                </a:cubicBezTo>
                <a:cubicBezTo>
                  <a:pt x="2456647" y="43285"/>
                  <a:pt x="2454813" y="49377"/>
                  <a:pt x="2454813" y="58349"/>
                </a:cubicBezTo>
                <a:lnTo>
                  <a:pt x="2454813" y="96614"/>
                </a:lnTo>
                <a:lnTo>
                  <a:pt x="2442950" y="96614"/>
                </a:lnTo>
                <a:close/>
                <a:moveTo>
                  <a:pt x="2543893" y="86136"/>
                </a:moveTo>
                <a:lnTo>
                  <a:pt x="2545607" y="96614"/>
                </a:lnTo>
                <a:cubicBezTo>
                  <a:pt x="2542268" y="97229"/>
                  <a:pt x="2539280" y="97537"/>
                  <a:pt x="2536644" y="97537"/>
                </a:cubicBezTo>
                <a:cubicBezTo>
                  <a:pt x="2532338" y="97537"/>
                  <a:pt x="2528999" y="96856"/>
                  <a:pt x="2526627" y="95494"/>
                </a:cubicBezTo>
                <a:cubicBezTo>
                  <a:pt x="2524254" y="94132"/>
                  <a:pt x="2522585" y="92341"/>
                  <a:pt x="2521618" y="90123"/>
                </a:cubicBezTo>
                <a:cubicBezTo>
                  <a:pt x="2520652" y="87904"/>
                  <a:pt x="2520168" y="83236"/>
                  <a:pt x="2520168" y="76118"/>
                </a:cubicBezTo>
                <a:lnTo>
                  <a:pt x="2520168" y="35851"/>
                </a:lnTo>
                <a:lnTo>
                  <a:pt x="2511469" y="35851"/>
                </a:lnTo>
                <a:lnTo>
                  <a:pt x="2511469" y="26625"/>
                </a:lnTo>
                <a:lnTo>
                  <a:pt x="2520168" y="26625"/>
                </a:lnTo>
                <a:lnTo>
                  <a:pt x="2520168" y="9245"/>
                </a:lnTo>
                <a:lnTo>
                  <a:pt x="2531965" y="2109"/>
                </a:lnTo>
                <a:lnTo>
                  <a:pt x="2531965" y="26625"/>
                </a:lnTo>
                <a:lnTo>
                  <a:pt x="2543893" y="26625"/>
                </a:lnTo>
                <a:lnTo>
                  <a:pt x="2543893" y="35851"/>
                </a:lnTo>
                <a:lnTo>
                  <a:pt x="2531965" y="35851"/>
                </a:lnTo>
                <a:lnTo>
                  <a:pt x="2531965" y="76777"/>
                </a:lnTo>
                <a:cubicBezTo>
                  <a:pt x="2531965" y="80160"/>
                  <a:pt x="2532174" y="82335"/>
                  <a:pt x="2532591" y="83302"/>
                </a:cubicBezTo>
                <a:cubicBezTo>
                  <a:pt x="2533008" y="84268"/>
                  <a:pt x="2533689" y="85037"/>
                  <a:pt x="2534634" y="85608"/>
                </a:cubicBezTo>
                <a:cubicBezTo>
                  <a:pt x="2535579" y="86179"/>
                  <a:pt x="2536930" y="86465"/>
                  <a:pt x="2538687" y="86465"/>
                </a:cubicBezTo>
                <a:cubicBezTo>
                  <a:pt x="2540005" y="86465"/>
                  <a:pt x="2541741" y="86355"/>
                  <a:pt x="2543893" y="86136"/>
                </a:cubicBezTo>
                <a:close/>
                <a:moveTo>
                  <a:pt x="2558876" y="96614"/>
                </a:moveTo>
                <a:lnTo>
                  <a:pt x="2558876" y="83038"/>
                </a:lnTo>
                <a:lnTo>
                  <a:pt x="2572386" y="83038"/>
                </a:lnTo>
                <a:lnTo>
                  <a:pt x="2572386" y="96614"/>
                </a:lnTo>
                <a:lnTo>
                  <a:pt x="2558876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Relation1:SynonymyRelation">
            <a:extLst xmlns:a="http://schemas.openxmlformats.org/drawingml/2006/main">
              <a:ext uri="{FF2B5EF4-FFF2-40B4-BE49-F238E27FC236}">
                <a16:creationId xmlns:a16="http://schemas.microsoft.com/office/drawing/2014/main" id="{58D013A6-AB4A-47F0-94E5-FD33ECF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71" y="2695902"/>
            <a:ext cx="2206132" cy="142648"/>
          </a:xfrm>
          <a:custGeom xmlns:a="http://schemas.openxmlformats.org/drawingml/2006/main">
            <a:pathLst>
              <a:path w="2206132" h="142648">
                <a:moveTo>
                  <a:pt x="0" y="110619"/>
                </a:moveTo>
                <a:lnTo>
                  <a:pt x="0" y="1928"/>
                </a:lnTo>
                <a:lnTo>
                  <a:pt x="46190" y="1928"/>
                </a:lnTo>
                <a:cubicBezTo>
                  <a:pt x="57805" y="1928"/>
                  <a:pt x="66245" y="2904"/>
                  <a:pt x="71509" y="4856"/>
                </a:cubicBezTo>
                <a:cubicBezTo>
                  <a:pt x="76773" y="6809"/>
                  <a:pt x="80987" y="10281"/>
                  <a:pt x="84150" y="15273"/>
                </a:cubicBezTo>
                <a:cubicBezTo>
                  <a:pt x="87314" y="20265"/>
                  <a:pt x="88895" y="25974"/>
                  <a:pt x="88895" y="32400"/>
                </a:cubicBezTo>
                <a:cubicBezTo>
                  <a:pt x="88895" y="40555"/>
                  <a:pt x="86498" y="47290"/>
                  <a:pt x="81704" y="52603"/>
                </a:cubicBezTo>
                <a:cubicBezTo>
                  <a:pt x="76909" y="57917"/>
                  <a:pt x="69742" y="61265"/>
                  <a:pt x="60203" y="62649"/>
                </a:cubicBezTo>
                <a:cubicBezTo>
                  <a:pt x="64948" y="65417"/>
                  <a:pt x="68865" y="68457"/>
                  <a:pt x="71954" y="71769"/>
                </a:cubicBezTo>
                <a:cubicBezTo>
                  <a:pt x="75043" y="75080"/>
                  <a:pt x="79207" y="80962"/>
                  <a:pt x="84447" y="89414"/>
                </a:cubicBezTo>
                <a:lnTo>
                  <a:pt x="97718" y="110619"/>
                </a:lnTo>
                <a:lnTo>
                  <a:pt x="71472" y="110619"/>
                </a:lnTo>
                <a:lnTo>
                  <a:pt x="55606" y="86961"/>
                </a:lnTo>
                <a:cubicBezTo>
                  <a:pt x="49971" y="78512"/>
                  <a:pt x="46116" y="73188"/>
                  <a:pt x="44040" y="70990"/>
                </a:cubicBezTo>
                <a:cubicBezTo>
                  <a:pt x="41964" y="68791"/>
                  <a:pt x="39764" y="67283"/>
                  <a:pt x="37441" y="66468"/>
                </a:cubicBezTo>
                <a:cubicBezTo>
                  <a:pt x="35118" y="65652"/>
                  <a:pt x="31436" y="65244"/>
                  <a:pt x="26394" y="65244"/>
                </a:cubicBezTo>
                <a:lnTo>
                  <a:pt x="21946" y="65244"/>
                </a:lnTo>
                <a:lnTo>
                  <a:pt x="21946" y="110619"/>
                </a:lnTo>
                <a:lnTo>
                  <a:pt x="0" y="110619"/>
                </a:lnTo>
                <a:moveTo>
                  <a:pt x="21946" y="47895"/>
                </a:moveTo>
                <a:lnTo>
                  <a:pt x="38183" y="47895"/>
                </a:lnTo>
                <a:cubicBezTo>
                  <a:pt x="48711" y="47895"/>
                  <a:pt x="55285" y="47450"/>
                  <a:pt x="57904" y="46561"/>
                </a:cubicBezTo>
                <a:cubicBezTo>
                  <a:pt x="60524" y="45671"/>
                  <a:pt x="62575" y="44139"/>
                  <a:pt x="64058" y="41964"/>
                </a:cubicBezTo>
                <a:cubicBezTo>
                  <a:pt x="65541" y="39789"/>
                  <a:pt x="66282" y="37071"/>
                  <a:pt x="66282" y="33808"/>
                </a:cubicBezTo>
                <a:cubicBezTo>
                  <a:pt x="66282" y="30151"/>
                  <a:pt x="65306" y="27197"/>
                  <a:pt x="63354" y="24948"/>
                </a:cubicBezTo>
                <a:cubicBezTo>
                  <a:pt x="61401" y="22700"/>
                  <a:pt x="58646" y="21279"/>
                  <a:pt x="55087" y="20685"/>
                </a:cubicBezTo>
                <a:cubicBezTo>
                  <a:pt x="53307" y="20438"/>
                  <a:pt x="47969" y="20315"/>
                  <a:pt x="39072" y="20315"/>
                </a:cubicBezTo>
                <a:lnTo>
                  <a:pt x="21946" y="20315"/>
                </a:lnTo>
                <a:lnTo>
                  <a:pt x="21946" y="47895"/>
                </a:lnTo>
                <a:close/>
                <a:moveTo>
                  <a:pt x="155004" y="85559"/>
                </a:moveTo>
                <a:lnTo>
                  <a:pt x="175763" y="89118"/>
                </a:lnTo>
                <a:cubicBezTo>
                  <a:pt x="173094" y="96705"/>
                  <a:pt x="168880" y="102482"/>
                  <a:pt x="163122" y="106448"/>
                </a:cubicBezTo>
                <a:cubicBezTo>
                  <a:pt x="157364" y="110415"/>
                  <a:pt x="150160" y="112398"/>
                  <a:pt x="141510" y="112398"/>
                </a:cubicBezTo>
                <a:cubicBezTo>
                  <a:pt x="127819" y="112398"/>
                  <a:pt x="117686" y="107925"/>
                  <a:pt x="111112" y="98978"/>
                </a:cubicBezTo>
                <a:cubicBezTo>
                  <a:pt x="105922" y="91811"/>
                  <a:pt x="103327" y="82766"/>
                  <a:pt x="103327" y="71843"/>
                </a:cubicBezTo>
                <a:cubicBezTo>
                  <a:pt x="103327" y="58794"/>
                  <a:pt x="106738" y="48575"/>
                  <a:pt x="113559" y="41185"/>
                </a:cubicBezTo>
                <a:cubicBezTo>
                  <a:pt x="120380" y="33796"/>
                  <a:pt x="129005" y="30101"/>
                  <a:pt x="139434" y="30101"/>
                </a:cubicBezTo>
                <a:cubicBezTo>
                  <a:pt x="151148" y="30101"/>
                  <a:pt x="160391" y="33969"/>
                  <a:pt x="167163" y="41704"/>
                </a:cubicBezTo>
                <a:cubicBezTo>
                  <a:pt x="173934" y="49440"/>
                  <a:pt x="177172" y="61290"/>
                  <a:pt x="176875" y="77255"/>
                </a:cubicBezTo>
                <a:lnTo>
                  <a:pt x="124680" y="77255"/>
                </a:lnTo>
                <a:cubicBezTo>
                  <a:pt x="124828" y="83434"/>
                  <a:pt x="126509" y="88240"/>
                  <a:pt x="129721" y="91676"/>
                </a:cubicBezTo>
                <a:cubicBezTo>
                  <a:pt x="132934" y="95111"/>
                  <a:pt x="136938" y="96828"/>
                  <a:pt x="141732" y="96828"/>
                </a:cubicBezTo>
                <a:cubicBezTo>
                  <a:pt x="144995" y="96828"/>
                  <a:pt x="147738" y="95939"/>
                  <a:pt x="149962" y="94159"/>
                </a:cubicBezTo>
                <a:cubicBezTo>
                  <a:pt x="152186" y="92380"/>
                  <a:pt x="153867" y="89513"/>
                  <a:pt x="155004" y="85559"/>
                </a:cubicBezTo>
                <a:moveTo>
                  <a:pt x="156190" y="64503"/>
                </a:moveTo>
                <a:cubicBezTo>
                  <a:pt x="156042" y="58497"/>
                  <a:pt x="154485" y="53932"/>
                  <a:pt x="151519" y="50805"/>
                </a:cubicBezTo>
                <a:cubicBezTo>
                  <a:pt x="148553" y="47679"/>
                  <a:pt x="144945" y="46116"/>
                  <a:pt x="140694" y="46116"/>
                </a:cubicBezTo>
                <a:cubicBezTo>
                  <a:pt x="136147" y="46116"/>
                  <a:pt x="132391" y="47765"/>
                  <a:pt x="129425" y="51062"/>
                </a:cubicBezTo>
                <a:cubicBezTo>
                  <a:pt x="126459" y="54362"/>
                  <a:pt x="125001" y="58842"/>
                  <a:pt x="125051" y="64503"/>
                </a:cubicBezTo>
                <a:lnTo>
                  <a:pt x="156190" y="64503"/>
                </a:lnTo>
                <a:close/>
                <a:moveTo>
                  <a:pt x="193830" y="110619"/>
                </a:moveTo>
                <a:lnTo>
                  <a:pt x="193830" y="1928"/>
                </a:lnTo>
                <a:lnTo>
                  <a:pt x="214664" y="1928"/>
                </a:lnTo>
                <a:lnTo>
                  <a:pt x="214664" y="110619"/>
                </a:lnTo>
                <a:lnTo>
                  <a:pt x="193830" y="110619"/>
                </a:lnTo>
                <a:close/>
                <a:moveTo>
                  <a:pt x="251612" y="56199"/>
                </a:moveTo>
                <a:lnTo>
                  <a:pt x="232706" y="52789"/>
                </a:lnTo>
                <a:cubicBezTo>
                  <a:pt x="234831" y="45076"/>
                  <a:pt x="238489" y="39367"/>
                  <a:pt x="243679" y="35662"/>
                </a:cubicBezTo>
                <a:cubicBezTo>
                  <a:pt x="248868" y="31955"/>
                  <a:pt x="256579" y="30101"/>
                  <a:pt x="266811" y="30101"/>
                </a:cubicBezTo>
                <a:cubicBezTo>
                  <a:pt x="276103" y="30101"/>
                  <a:pt x="283023" y="31201"/>
                  <a:pt x="287570" y="33401"/>
                </a:cubicBezTo>
                <a:cubicBezTo>
                  <a:pt x="292117" y="35600"/>
                  <a:pt x="295318" y="38393"/>
                  <a:pt x="297171" y="41779"/>
                </a:cubicBezTo>
                <a:cubicBezTo>
                  <a:pt x="299025" y="45164"/>
                  <a:pt x="299952" y="51380"/>
                  <a:pt x="299952" y="60425"/>
                </a:cubicBezTo>
                <a:lnTo>
                  <a:pt x="299729" y="84743"/>
                </a:lnTo>
                <a:cubicBezTo>
                  <a:pt x="299729" y="91663"/>
                  <a:pt x="300063" y="96767"/>
                  <a:pt x="300730" y="100053"/>
                </a:cubicBezTo>
                <a:cubicBezTo>
                  <a:pt x="301397" y="103340"/>
                  <a:pt x="302646" y="106862"/>
                  <a:pt x="304474" y="110619"/>
                </a:cubicBezTo>
                <a:lnTo>
                  <a:pt x="283863" y="110619"/>
                </a:lnTo>
                <a:cubicBezTo>
                  <a:pt x="283319" y="109235"/>
                  <a:pt x="282652" y="107183"/>
                  <a:pt x="281861" y="104465"/>
                </a:cubicBezTo>
                <a:cubicBezTo>
                  <a:pt x="281515" y="103229"/>
                  <a:pt x="281268" y="102414"/>
                  <a:pt x="281120" y="102018"/>
                </a:cubicBezTo>
                <a:cubicBezTo>
                  <a:pt x="277561" y="105478"/>
                  <a:pt x="273755" y="108073"/>
                  <a:pt x="269702" y="109803"/>
                </a:cubicBezTo>
                <a:cubicBezTo>
                  <a:pt x="265649" y="111533"/>
                  <a:pt x="261324" y="112398"/>
                  <a:pt x="256727" y="112398"/>
                </a:cubicBezTo>
                <a:cubicBezTo>
                  <a:pt x="248621" y="112398"/>
                  <a:pt x="242233" y="110208"/>
                  <a:pt x="237562" y="105827"/>
                </a:cubicBezTo>
                <a:cubicBezTo>
                  <a:pt x="232891" y="101447"/>
                  <a:pt x="230556" y="95909"/>
                  <a:pt x="230556" y="89215"/>
                </a:cubicBezTo>
                <a:cubicBezTo>
                  <a:pt x="230556" y="84785"/>
                  <a:pt x="231618" y="80835"/>
                  <a:pt x="233744" y="77366"/>
                </a:cubicBezTo>
                <a:cubicBezTo>
                  <a:pt x="235869" y="73896"/>
                  <a:pt x="238847" y="71237"/>
                  <a:pt x="242678" y="69391"/>
                </a:cubicBezTo>
                <a:cubicBezTo>
                  <a:pt x="246508" y="67546"/>
                  <a:pt x="252032" y="65934"/>
                  <a:pt x="259248" y="64556"/>
                </a:cubicBezTo>
                <a:cubicBezTo>
                  <a:pt x="268985" y="62735"/>
                  <a:pt x="275732" y="61037"/>
                  <a:pt x="279489" y="59461"/>
                </a:cubicBezTo>
                <a:lnTo>
                  <a:pt x="279489" y="57362"/>
                </a:lnTo>
                <a:cubicBezTo>
                  <a:pt x="279489" y="53314"/>
                  <a:pt x="278500" y="50428"/>
                  <a:pt x="276523" y="48704"/>
                </a:cubicBezTo>
                <a:cubicBezTo>
                  <a:pt x="274546" y="46978"/>
                  <a:pt x="270814" y="46116"/>
                  <a:pt x="265328" y="46116"/>
                </a:cubicBezTo>
                <a:cubicBezTo>
                  <a:pt x="261621" y="46116"/>
                  <a:pt x="258729" y="46862"/>
                  <a:pt x="256653" y="48354"/>
                </a:cubicBezTo>
                <a:cubicBezTo>
                  <a:pt x="254577" y="49844"/>
                  <a:pt x="252897" y="52459"/>
                  <a:pt x="251612" y="56199"/>
                </a:cubicBezTo>
                <a:moveTo>
                  <a:pt x="279489" y="73103"/>
                </a:moveTo>
                <a:cubicBezTo>
                  <a:pt x="276820" y="73982"/>
                  <a:pt x="272594" y="75032"/>
                  <a:pt x="266811" y="76254"/>
                </a:cubicBezTo>
                <a:cubicBezTo>
                  <a:pt x="261028" y="77474"/>
                  <a:pt x="257246" y="78671"/>
                  <a:pt x="255467" y="79843"/>
                </a:cubicBezTo>
                <a:cubicBezTo>
                  <a:pt x="252749" y="81748"/>
                  <a:pt x="251389" y="84165"/>
                  <a:pt x="251389" y="87095"/>
                </a:cubicBezTo>
                <a:cubicBezTo>
                  <a:pt x="251389" y="89977"/>
                  <a:pt x="252477" y="92469"/>
                  <a:pt x="254651" y="94569"/>
                </a:cubicBezTo>
                <a:cubicBezTo>
                  <a:pt x="256826" y="96668"/>
                  <a:pt x="259594" y="97718"/>
                  <a:pt x="262955" y="97718"/>
                </a:cubicBezTo>
                <a:cubicBezTo>
                  <a:pt x="266712" y="97718"/>
                  <a:pt x="270295" y="96497"/>
                  <a:pt x="273706" y="94055"/>
                </a:cubicBezTo>
                <a:cubicBezTo>
                  <a:pt x="276227" y="92200"/>
                  <a:pt x="277882" y="89929"/>
                  <a:pt x="278673" y="87241"/>
                </a:cubicBezTo>
                <a:cubicBezTo>
                  <a:pt x="279217" y="85483"/>
                  <a:pt x="279489" y="82138"/>
                  <a:pt x="279489" y="77206"/>
                </a:cubicBezTo>
                <a:lnTo>
                  <a:pt x="279489" y="73103"/>
                </a:lnTo>
                <a:close/>
                <a:moveTo>
                  <a:pt x="356573" y="31881"/>
                </a:moveTo>
                <a:lnTo>
                  <a:pt x="356573" y="48488"/>
                </a:lnTo>
                <a:lnTo>
                  <a:pt x="342338" y="48488"/>
                </a:lnTo>
                <a:lnTo>
                  <a:pt x="342338" y="80170"/>
                </a:lnTo>
                <a:cubicBezTo>
                  <a:pt x="342338" y="86586"/>
                  <a:pt x="342474" y="90325"/>
                  <a:pt x="342745" y="91386"/>
                </a:cubicBezTo>
                <a:cubicBezTo>
                  <a:pt x="343017" y="92446"/>
                  <a:pt x="343635" y="93321"/>
                  <a:pt x="344599" y="94013"/>
                </a:cubicBezTo>
                <a:cubicBezTo>
                  <a:pt x="345563" y="94704"/>
                  <a:pt x="346737" y="95049"/>
                  <a:pt x="348121" y="95049"/>
                </a:cubicBezTo>
                <a:cubicBezTo>
                  <a:pt x="350048" y="95049"/>
                  <a:pt x="352841" y="94382"/>
                  <a:pt x="356499" y="93047"/>
                </a:cubicBezTo>
                <a:lnTo>
                  <a:pt x="358278" y="109270"/>
                </a:lnTo>
                <a:cubicBezTo>
                  <a:pt x="353434" y="111355"/>
                  <a:pt x="347948" y="112398"/>
                  <a:pt x="341819" y="112398"/>
                </a:cubicBezTo>
                <a:cubicBezTo>
                  <a:pt x="338062" y="112398"/>
                  <a:pt x="334676" y="111768"/>
                  <a:pt x="331661" y="110507"/>
                </a:cubicBezTo>
                <a:cubicBezTo>
                  <a:pt x="328646" y="109247"/>
                  <a:pt x="326434" y="107616"/>
                  <a:pt x="325026" y="105614"/>
                </a:cubicBezTo>
                <a:cubicBezTo>
                  <a:pt x="323617" y="103612"/>
                  <a:pt x="322641" y="100906"/>
                  <a:pt x="322097" y="97496"/>
                </a:cubicBezTo>
                <a:cubicBezTo>
                  <a:pt x="321652" y="95074"/>
                  <a:pt x="321430" y="90180"/>
                  <a:pt x="321430" y="82816"/>
                </a:cubicBezTo>
                <a:lnTo>
                  <a:pt x="321430" y="48488"/>
                </a:lnTo>
                <a:lnTo>
                  <a:pt x="311866" y="48488"/>
                </a:lnTo>
                <a:lnTo>
                  <a:pt x="311866" y="31881"/>
                </a:lnTo>
                <a:lnTo>
                  <a:pt x="321430" y="31881"/>
                </a:lnTo>
                <a:lnTo>
                  <a:pt x="321430" y="16163"/>
                </a:lnTo>
                <a:lnTo>
                  <a:pt x="342338" y="3855"/>
                </a:lnTo>
                <a:lnTo>
                  <a:pt x="342338" y="31881"/>
                </a:lnTo>
                <a:lnTo>
                  <a:pt x="356573" y="31881"/>
                </a:lnTo>
                <a:close/>
                <a:moveTo>
                  <a:pt x="371029" y="21204"/>
                </a:moveTo>
                <a:lnTo>
                  <a:pt x="371029" y="1928"/>
                </a:lnTo>
                <a:lnTo>
                  <a:pt x="391862" y="1928"/>
                </a:lnTo>
                <a:lnTo>
                  <a:pt x="391862" y="21204"/>
                </a:lnTo>
                <a:lnTo>
                  <a:pt x="371029" y="21204"/>
                </a:lnTo>
                <a:moveTo>
                  <a:pt x="371029" y="110619"/>
                </a:moveTo>
                <a:lnTo>
                  <a:pt x="371029" y="31881"/>
                </a:lnTo>
                <a:lnTo>
                  <a:pt x="391862" y="31881"/>
                </a:lnTo>
                <a:lnTo>
                  <a:pt x="391862" y="110619"/>
                </a:lnTo>
                <a:lnTo>
                  <a:pt x="371029" y="110619"/>
                </a:lnTo>
                <a:close/>
                <a:moveTo>
                  <a:pt x="408422" y="70138"/>
                </a:moveTo>
                <a:cubicBezTo>
                  <a:pt x="408422" y="63218"/>
                  <a:pt x="410127" y="56520"/>
                  <a:pt x="413537" y="50045"/>
                </a:cubicBezTo>
                <a:cubicBezTo>
                  <a:pt x="416948" y="43570"/>
                  <a:pt x="421779" y="38628"/>
                  <a:pt x="428032" y="35217"/>
                </a:cubicBezTo>
                <a:cubicBezTo>
                  <a:pt x="434285" y="31807"/>
                  <a:pt x="441266" y="30101"/>
                  <a:pt x="448977" y="30101"/>
                </a:cubicBezTo>
                <a:cubicBezTo>
                  <a:pt x="460889" y="30101"/>
                  <a:pt x="470651" y="33969"/>
                  <a:pt x="478263" y="41704"/>
                </a:cubicBezTo>
                <a:cubicBezTo>
                  <a:pt x="485874" y="49440"/>
                  <a:pt x="489680" y="59214"/>
                  <a:pt x="489680" y="71027"/>
                </a:cubicBezTo>
                <a:cubicBezTo>
                  <a:pt x="489680" y="82939"/>
                  <a:pt x="485837" y="92812"/>
                  <a:pt x="478151" y="100647"/>
                </a:cubicBezTo>
                <a:cubicBezTo>
                  <a:pt x="470465" y="108481"/>
                  <a:pt x="460790" y="112398"/>
                  <a:pt x="449125" y="112398"/>
                </a:cubicBezTo>
                <a:cubicBezTo>
                  <a:pt x="441909" y="112398"/>
                  <a:pt x="435026" y="110767"/>
                  <a:pt x="428477" y="107505"/>
                </a:cubicBezTo>
                <a:cubicBezTo>
                  <a:pt x="421928" y="104242"/>
                  <a:pt x="416948" y="99460"/>
                  <a:pt x="413537" y="93158"/>
                </a:cubicBezTo>
                <a:cubicBezTo>
                  <a:pt x="410127" y="86856"/>
                  <a:pt x="408422" y="79183"/>
                  <a:pt x="408422" y="70138"/>
                </a:cubicBezTo>
                <a:moveTo>
                  <a:pt x="429774" y="71250"/>
                </a:moveTo>
                <a:cubicBezTo>
                  <a:pt x="429774" y="79034"/>
                  <a:pt x="431628" y="84997"/>
                  <a:pt x="435335" y="89136"/>
                </a:cubicBezTo>
                <a:cubicBezTo>
                  <a:pt x="439042" y="93276"/>
                  <a:pt x="443614" y="95346"/>
                  <a:pt x="449051" y="95346"/>
                </a:cubicBezTo>
                <a:cubicBezTo>
                  <a:pt x="454488" y="95346"/>
                  <a:pt x="459048" y="93276"/>
                  <a:pt x="462730" y="89136"/>
                </a:cubicBezTo>
                <a:cubicBezTo>
                  <a:pt x="466412" y="84997"/>
                  <a:pt x="468254" y="78985"/>
                  <a:pt x="468254" y="71101"/>
                </a:cubicBezTo>
                <a:cubicBezTo>
                  <a:pt x="468254" y="63415"/>
                  <a:pt x="466412" y="57503"/>
                  <a:pt x="462730" y="53363"/>
                </a:cubicBezTo>
                <a:cubicBezTo>
                  <a:pt x="459048" y="49224"/>
                  <a:pt x="454488" y="47154"/>
                  <a:pt x="449051" y="47154"/>
                </a:cubicBezTo>
                <a:cubicBezTo>
                  <a:pt x="443614" y="47154"/>
                  <a:pt x="439042" y="49224"/>
                  <a:pt x="435335" y="53363"/>
                </a:cubicBezTo>
                <a:cubicBezTo>
                  <a:pt x="431628" y="57503"/>
                  <a:pt x="429774" y="63465"/>
                  <a:pt x="429774" y="71250"/>
                </a:cubicBezTo>
                <a:close/>
                <a:moveTo>
                  <a:pt x="577636" y="110619"/>
                </a:moveTo>
                <a:lnTo>
                  <a:pt x="556802" y="110619"/>
                </a:lnTo>
                <a:lnTo>
                  <a:pt x="556802" y="70480"/>
                </a:lnTo>
                <a:cubicBezTo>
                  <a:pt x="556802" y="61988"/>
                  <a:pt x="556357" y="56496"/>
                  <a:pt x="555468" y="54003"/>
                </a:cubicBezTo>
                <a:cubicBezTo>
                  <a:pt x="554578" y="51510"/>
                  <a:pt x="553132" y="49572"/>
                  <a:pt x="551130" y="48189"/>
                </a:cubicBezTo>
                <a:cubicBezTo>
                  <a:pt x="549129" y="46807"/>
                  <a:pt x="546719" y="46116"/>
                  <a:pt x="543902" y="46116"/>
                </a:cubicBezTo>
                <a:cubicBezTo>
                  <a:pt x="540293" y="46116"/>
                  <a:pt x="537056" y="47104"/>
                  <a:pt x="534189" y="49079"/>
                </a:cubicBezTo>
                <a:cubicBezTo>
                  <a:pt x="531322" y="51053"/>
                  <a:pt x="529358" y="53670"/>
                  <a:pt x="528295" y="56929"/>
                </a:cubicBezTo>
                <a:cubicBezTo>
                  <a:pt x="527232" y="60186"/>
                  <a:pt x="526701" y="66210"/>
                  <a:pt x="526701" y="74998"/>
                </a:cubicBezTo>
                <a:lnTo>
                  <a:pt x="526701" y="110619"/>
                </a:lnTo>
                <a:lnTo>
                  <a:pt x="505867" y="110619"/>
                </a:lnTo>
                <a:lnTo>
                  <a:pt x="505867" y="31881"/>
                </a:lnTo>
                <a:lnTo>
                  <a:pt x="525218" y="31881"/>
                </a:lnTo>
                <a:lnTo>
                  <a:pt x="525218" y="43447"/>
                </a:lnTo>
                <a:cubicBezTo>
                  <a:pt x="532088" y="34550"/>
                  <a:pt x="540738" y="30101"/>
                  <a:pt x="551167" y="30101"/>
                </a:cubicBezTo>
                <a:cubicBezTo>
                  <a:pt x="555764" y="30101"/>
                  <a:pt x="559966" y="30929"/>
                  <a:pt x="563771" y="32585"/>
                </a:cubicBezTo>
                <a:cubicBezTo>
                  <a:pt x="567577" y="34241"/>
                  <a:pt x="570457" y="36354"/>
                  <a:pt x="572409" y="38924"/>
                </a:cubicBezTo>
                <a:cubicBezTo>
                  <a:pt x="574361" y="41494"/>
                  <a:pt x="575721" y="44411"/>
                  <a:pt x="576487" y="47673"/>
                </a:cubicBezTo>
                <a:cubicBezTo>
                  <a:pt x="577253" y="50935"/>
                  <a:pt x="577636" y="55606"/>
                  <a:pt x="577636" y="61685"/>
                </a:cubicBezTo>
                <a:lnTo>
                  <a:pt x="577636" y="110619"/>
                </a:lnTo>
                <a:close/>
                <a:moveTo>
                  <a:pt x="689861" y="110619"/>
                </a:moveTo>
                <a:lnTo>
                  <a:pt x="669027" y="110619"/>
                </a:lnTo>
                <a:lnTo>
                  <a:pt x="669027" y="32189"/>
                </a:lnTo>
                <a:cubicBezTo>
                  <a:pt x="661416" y="39334"/>
                  <a:pt x="652445" y="44619"/>
                  <a:pt x="642114" y="48043"/>
                </a:cubicBezTo>
                <a:lnTo>
                  <a:pt x="642114" y="29063"/>
                </a:lnTo>
                <a:cubicBezTo>
                  <a:pt x="647551" y="27279"/>
                  <a:pt x="653458" y="23897"/>
                  <a:pt x="659834" y="18918"/>
                </a:cubicBezTo>
                <a:cubicBezTo>
                  <a:pt x="666210" y="13936"/>
                  <a:pt x="670584" y="8125"/>
                  <a:pt x="672957" y="1483"/>
                </a:cubicBezTo>
                <a:lnTo>
                  <a:pt x="689861" y="1483"/>
                </a:lnTo>
                <a:lnTo>
                  <a:pt x="689861" y="110619"/>
                </a:lnTo>
                <a:close/>
                <a:moveTo>
                  <a:pt x="729430" y="52789"/>
                </a:moveTo>
                <a:lnTo>
                  <a:pt x="729430" y="31881"/>
                </a:lnTo>
                <a:lnTo>
                  <a:pt x="750263" y="31881"/>
                </a:lnTo>
                <a:lnTo>
                  <a:pt x="750263" y="52789"/>
                </a:lnTo>
                <a:lnTo>
                  <a:pt x="729430" y="52789"/>
                </a:lnTo>
                <a:moveTo>
                  <a:pt x="729430" y="110619"/>
                </a:moveTo>
                <a:lnTo>
                  <a:pt x="729430" y="89711"/>
                </a:lnTo>
                <a:lnTo>
                  <a:pt x="750263" y="89711"/>
                </a:lnTo>
                <a:lnTo>
                  <a:pt x="750263" y="110619"/>
                </a:lnTo>
                <a:lnTo>
                  <a:pt x="729430" y="110619"/>
                </a:lnTo>
                <a:close/>
                <a:moveTo>
                  <a:pt x="812789" y="75327"/>
                </a:moveTo>
                <a:lnTo>
                  <a:pt x="834141" y="73251"/>
                </a:lnTo>
                <a:cubicBezTo>
                  <a:pt x="835427" y="80445"/>
                  <a:pt x="838034" y="85728"/>
                  <a:pt x="841963" y="89101"/>
                </a:cubicBezTo>
                <a:cubicBezTo>
                  <a:pt x="845893" y="92473"/>
                  <a:pt x="851194" y="94159"/>
                  <a:pt x="857867" y="94159"/>
                </a:cubicBezTo>
                <a:cubicBezTo>
                  <a:pt x="864935" y="94159"/>
                  <a:pt x="870261" y="92659"/>
                  <a:pt x="873844" y="89660"/>
                </a:cubicBezTo>
                <a:cubicBezTo>
                  <a:pt x="877428" y="86660"/>
                  <a:pt x="879219" y="83152"/>
                  <a:pt x="879219" y="79134"/>
                </a:cubicBezTo>
                <a:cubicBezTo>
                  <a:pt x="879219" y="76556"/>
                  <a:pt x="878465" y="74363"/>
                  <a:pt x="876958" y="72554"/>
                </a:cubicBezTo>
                <a:cubicBezTo>
                  <a:pt x="875450" y="70744"/>
                  <a:pt x="872818" y="69169"/>
                  <a:pt x="869062" y="67830"/>
                </a:cubicBezTo>
                <a:cubicBezTo>
                  <a:pt x="866492" y="66939"/>
                  <a:pt x="860635" y="65354"/>
                  <a:pt x="851490" y="63076"/>
                </a:cubicBezTo>
                <a:cubicBezTo>
                  <a:pt x="839727" y="60153"/>
                  <a:pt x="831472" y="56562"/>
                  <a:pt x="826727" y="52302"/>
                </a:cubicBezTo>
                <a:cubicBezTo>
                  <a:pt x="820055" y="46309"/>
                  <a:pt x="816718" y="39004"/>
                  <a:pt x="816718" y="30386"/>
                </a:cubicBezTo>
                <a:cubicBezTo>
                  <a:pt x="816718" y="24840"/>
                  <a:pt x="818288" y="19652"/>
                  <a:pt x="821426" y="14824"/>
                </a:cubicBezTo>
                <a:cubicBezTo>
                  <a:pt x="824565" y="9994"/>
                  <a:pt x="829087" y="6316"/>
                  <a:pt x="834994" y="3790"/>
                </a:cubicBezTo>
                <a:cubicBezTo>
                  <a:pt x="840901" y="1263"/>
                  <a:pt x="848031" y="0"/>
                  <a:pt x="856384" y="0"/>
                </a:cubicBezTo>
                <a:cubicBezTo>
                  <a:pt x="870026" y="0"/>
                  <a:pt x="880294" y="3004"/>
                  <a:pt x="887189" y="9013"/>
                </a:cubicBezTo>
                <a:cubicBezTo>
                  <a:pt x="894085" y="15020"/>
                  <a:pt x="897705" y="23038"/>
                  <a:pt x="898051" y="33067"/>
                </a:cubicBezTo>
                <a:lnTo>
                  <a:pt x="876105" y="33957"/>
                </a:lnTo>
                <a:cubicBezTo>
                  <a:pt x="875166" y="28371"/>
                  <a:pt x="873152" y="24355"/>
                  <a:pt x="870063" y="21909"/>
                </a:cubicBezTo>
                <a:cubicBezTo>
                  <a:pt x="866974" y="19462"/>
                  <a:pt x="862340" y="18239"/>
                  <a:pt x="856161" y="18239"/>
                </a:cubicBezTo>
                <a:cubicBezTo>
                  <a:pt x="849785" y="18239"/>
                  <a:pt x="844793" y="19549"/>
                  <a:pt x="841185" y="22171"/>
                </a:cubicBezTo>
                <a:cubicBezTo>
                  <a:pt x="838862" y="23851"/>
                  <a:pt x="837700" y="26101"/>
                  <a:pt x="837700" y="28920"/>
                </a:cubicBezTo>
                <a:cubicBezTo>
                  <a:pt x="837700" y="31491"/>
                  <a:pt x="838788" y="33692"/>
                  <a:pt x="840962" y="35521"/>
                </a:cubicBezTo>
                <a:cubicBezTo>
                  <a:pt x="843730" y="37845"/>
                  <a:pt x="850453" y="40270"/>
                  <a:pt x="861129" y="42796"/>
                </a:cubicBezTo>
                <a:cubicBezTo>
                  <a:pt x="871805" y="45321"/>
                  <a:pt x="879701" y="47934"/>
                  <a:pt x="884817" y="50634"/>
                </a:cubicBezTo>
                <a:cubicBezTo>
                  <a:pt x="889933" y="53332"/>
                  <a:pt x="893936" y="57021"/>
                  <a:pt x="896828" y="61702"/>
                </a:cubicBezTo>
                <a:cubicBezTo>
                  <a:pt x="899719" y="66380"/>
                  <a:pt x="901165" y="72162"/>
                  <a:pt x="901165" y="79046"/>
                </a:cubicBezTo>
                <a:cubicBezTo>
                  <a:pt x="901165" y="85285"/>
                  <a:pt x="899435" y="91128"/>
                  <a:pt x="895975" y="96576"/>
                </a:cubicBezTo>
                <a:cubicBezTo>
                  <a:pt x="892515" y="102024"/>
                  <a:pt x="887622" y="106072"/>
                  <a:pt x="881295" y="108721"/>
                </a:cubicBezTo>
                <a:cubicBezTo>
                  <a:pt x="874969" y="111370"/>
                  <a:pt x="867085" y="112695"/>
                  <a:pt x="857644" y="112695"/>
                </a:cubicBezTo>
                <a:cubicBezTo>
                  <a:pt x="843903" y="112695"/>
                  <a:pt x="833351" y="109513"/>
                  <a:pt x="825986" y="103149"/>
                </a:cubicBezTo>
                <a:cubicBezTo>
                  <a:pt x="818621" y="96785"/>
                  <a:pt x="814222" y="87511"/>
                  <a:pt x="812789" y="75327"/>
                </a:cubicBezTo>
                <a:close/>
                <a:moveTo>
                  <a:pt x="909618" y="31881"/>
                </a:moveTo>
                <a:lnTo>
                  <a:pt x="931786" y="31881"/>
                </a:lnTo>
                <a:lnTo>
                  <a:pt x="950618" y="87836"/>
                </a:lnTo>
                <a:lnTo>
                  <a:pt x="969005" y="31881"/>
                </a:lnTo>
                <a:lnTo>
                  <a:pt x="990580" y="31881"/>
                </a:lnTo>
                <a:lnTo>
                  <a:pt x="962777" y="107678"/>
                </a:lnTo>
                <a:lnTo>
                  <a:pt x="957810" y="121443"/>
                </a:lnTo>
                <a:cubicBezTo>
                  <a:pt x="955981" y="126040"/>
                  <a:pt x="954239" y="129549"/>
                  <a:pt x="952583" y="131971"/>
                </a:cubicBezTo>
                <a:cubicBezTo>
                  <a:pt x="950927" y="134393"/>
                  <a:pt x="949024" y="136358"/>
                  <a:pt x="946874" y="137865"/>
                </a:cubicBezTo>
                <a:cubicBezTo>
                  <a:pt x="944724" y="139373"/>
                  <a:pt x="942080" y="140547"/>
                  <a:pt x="938941" y="141387"/>
                </a:cubicBezTo>
                <a:cubicBezTo>
                  <a:pt x="935802" y="142227"/>
                  <a:pt x="932256" y="142648"/>
                  <a:pt x="928302" y="142648"/>
                </a:cubicBezTo>
                <a:cubicBezTo>
                  <a:pt x="924298" y="142648"/>
                  <a:pt x="920369" y="142227"/>
                  <a:pt x="916513" y="141387"/>
                </a:cubicBezTo>
                <a:lnTo>
                  <a:pt x="914660" y="125076"/>
                </a:lnTo>
                <a:cubicBezTo>
                  <a:pt x="917922" y="125719"/>
                  <a:pt x="920863" y="126040"/>
                  <a:pt x="923483" y="126040"/>
                </a:cubicBezTo>
                <a:cubicBezTo>
                  <a:pt x="928326" y="126040"/>
                  <a:pt x="931910" y="124619"/>
                  <a:pt x="934233" y="121777"/>
                </a:cubicBezTo>
                <a:cubicBezTo>
                  <a:pt x="936556" y="118935"/>
                  <a:pt x="938335" y="115314"/>
                  <a:pt x="939571" y="110915"/>
                </a:cubicBezTo>
                <a:lnTo>
                  <a:pt x="909618" y="31881"/>
                </a:lnTo>
                <a:close/>
                <a:moveTo>
                  <a:pt x="1075523" y="110619"/>
                </a:moveTo>
                <a:lnTo>
                  <a:pt x="1054689" y="110619"/>
                </a:lnTo>
                <a:lnTo>
                  <a:pt x="1054689" y="70480"/>
                </a:lnTo>
                <a:cubicBezTo>
                  <a:pt x="1054689" y="61988"/>
                  <a:pt x="1054244" y="56496"/>
                  <a:pt x="1053355" y="54003"/>
                </a:cubicBezTo>
                <a:cubicBezTo>
                  <a:pt x="1052465" y="51510"/>
                  <a:pt x="1051019" y="49572"/>
                  <a:pt x="1049017" y="48189"/>
                </a:cubicBezTo>
                <a:cubicBezTo>
                  <a:pt x="1047016" y="46807"/>
                  <a:pt x="1044606" y="46116"/>
                  <a:pt x="1041789" y="46116"/>
                </a:cubicBezTo>
                <a:cubicBezTo>
                  <a:pt x="1038181" y="46116"/>
                  <a:pt x="1034943" y="47104"/>
                  <a:pt x="1032076" y="49079"/>
                </a:cubicBezTo>
                <a:cubicBezTo>
                  <a:pt x="1029209" y="51053"/>
                  <a:pt x="1027245" y="53670"/>
                  <a:pt x="1026182" y="56929"/>
                </a:cubicBezTo>
                <a:cubicBezTo>
                  <a:pt x="1025119" y="60186"/>
                  <a:pt x="1024588" y="66210"/>
                  <a:pt x="1024588" y="74998"/>
                </a:cubicBezTo>
                <a:lnTo>
                  <a:pt x="1024588" y="110619"/>
                </a:lnTo>
                <a:lnTo>
                  <a:pt x="1003754" y="110619"/>
                </a:lnTo>
                <a:lnTo>
                  <a:pt x="1003754" y="31881"/>
                </a:lnTo>
                <a:lnTo>
                  <a:pt x="1023105" y="31881"/>
                </a:lnTo>
                <a:lnTo>
                  <a:pt x="1023105" y="43447"/>
                </a:lnTo>
                <a:cubicBezTo>
                  <a:pt x="1029976" y="34550"/>
                  <a:pt x="1038625" y="30101"/>
                  <a:pt x="1049055" y="30101"/>
                </a:cubicBezTo>
                <a:cubicBezTo>
                  <a:pt x="1053651" y="30101"/>
                  <a:pt x="1057853" y="30929"/>
                  <a:pt x="1061659" y="32585"/>
                </a:cubicBezTo>
                <a:cubicBezTo>
                  <a:pt x="1065464" y="34241"/>
                  <a:pt x="1068344" y="36354"/>
                  <a:pt x="1070296" y="38924"/>
                </a:cubicBezTo>
                <a:cubicBezTo>
                  <a:pt x="1072248" y="41494"/>
                  <a:pt x="1073608" y="44411"/>
                  <a:pt x="1074374" y="47673"/>
                </a:cubicBezTo>
                <a:cubicBezTo>
                  <a:pt x="1075140" y="50935"/>
                  <a:pt x="1075523" y="55606"/>
                  <a:pt x="1075523" y="61685"/>
                </a:cubicBezTo>
                <a:lnTo>
                  <a:pt x="1075523" y="110619"/>
                </a:lnTo>
                <a:close/>
                <a:moveTo>
                  <a:pt x="1091858" y="70138"/>
                </a:moveTo>
                <a:cubicBezTo>
                  <a:pt x="1091858" y="63218"/>
                  <a:pt x="1093563" y="56520"/>
                  <a:pt x="1096974" y="50045"/>
                </a:cubicBezTo>
                <a:cubicBezTo>
                  <a:pt x="1100384" y="43570"/>
                  <a:pt x="1105216" y="38628"/>
                  <a:pt x="1111468" y="35217"/>
                </a:cubicBezTo>
                <a:cubicBezTo>
                  <a:pt x="1117721" y="31807"/>
                  <a:pt x="1124703" y="30101"/>
                  <a:pt x="1132413" y="30101"/>
                </a:cubicBezTo>
                <a:cubicBezTo>
                  <a:pt x="1144325" y="30101"/>
                  <a:pt x="1154087" y="33969"/>
                  <a:pt x="1161699" y="41704"/>
                </a:cubicBezTo>
                <a:cubicBezTo>
                  <a:pt x="1169311" y="49440"/>
                  <a:pt x="1173117" y="59214"/>
                  <a:pt x="1173117" y="71027"/>
                </a:cubicBezTo>
                <a:cubicBezTo>
                  <a:pt x="1173117" y="82939"/>
                  <a:pt x="1169274" y="92812"/>
                  <a:pt x="1161588" y="100647"/>
                </a:cubicBezTo>
                <a:cubicBezTo>
                  <a:pt x="1153902" y="108481"/>
                  <a:pt x="1144227" y="112398"/>
                  <a:pt x="1132562" y="112398"/>
                </a:cubicBezTo>
                <a:cubicBezTo>
                  <a:pt x="1125345" y="112398"/>
                  <a:pt x="1118462" y="110767"/>
                  <a:pt x="1111913" y="107505"/>
                </a:cubicBezTo>
                <a:cubicBezTo>
                  <a:pt x="1105364" y="104242"/>
                  <a:pt x="1100384" y="99460"/>
                  <a:pt x="1096974" y="93158"/>
                </a:cubicBezTo>
                <a:cubicBezTo>
                  <a:pt x="1093563" y="86856"/>
                  <a:pt x="1091858" y="79183"/>
                  <a:pt x="1091858" y="70138"/>
                </a:cubicBezTo>
                <a:moveTo>
                  <a:pt x="1113211" y="71250"/>
                </a:moveTo>
                <a:cubicBezTo>
                  <a:pt x="1113211" y="79034"/>
                  <a:pt x="1115064" y="84997"/>
                  <a:pt x="1118771" y="89136"/>
                </a:cubicBezTo>
                <a:cubicBezTo>
                  <a:pt x="1122478" y="93276"/>
                  <a:pt x="1127050" y="95346"/>
                  <a:pt x="1132488" y="95346"/>
                </a:cubicBezTo>
                <a:cubicBezTo>
                  <a:pt x="1137925" y="95346"/>
                  <a:pt x="1142484" y="93276"/>
                  <a:pt x="1146167" y="89136"/>
                </a:cubicBezTo>
                <a:cubicBezTo>
                  <a:pt x="1149849" y="84997"/>
                  <a:pt x="1151690" y="78985"/>
                  <a:pt x="1151690" y="71101"/>
                </a:cubicBezTo>
                <a:cubicBezTo>
                  <a:pt x="1151690" y="63415"/>
                  <a:pt x="1149849" y="57503"/>
                  <a:pt x="1146167" y="53363"/>
                </a:cubicBezTo>
                <a:cubicBezTo>
                  <a:pt x="1142484" y="49224"/>
                  <a:pt x="1137925" y="47154"/>
                  <a:pt x="1132488" y="47154"/>
                </a:cubicBezTo>
                <a:cubicBezTo>
                  <a:pt x="1127050" y="47154"/>
                  <a:pt x="1122478" y="49224"/>
                  <a:pt x="1118771" y="53363"/>
                </a:cubicBezTo>
                <a:cubicBezTo>
                  <a:pt x="1115064" y="57503"/>
                  <a:pt x="1113211" y="63465"/>
                  <a:pt x="1113211" y="71250"/>
                </a:cubicBezTo>
                <a:close/>
                <a:moveTo>
                  <a:pt x="1261073" y="110619"/>
                </a:moveTo>
                <a:lnTo>
                  <a:pt x="1240239" y="110619"/>
                </a:lnTo>
                <a:lnTo>
                  <a:pt x="1240239" y="70480"/>
                </a:lnTo>
                <a:cubicBezTo>
                  <a:pt x="1240239" y="61988"/>
                  <a:pt x="1239794" y="56496"/>
                  <a:pt x="1238905" y="54003"/>
                </a:cubicBezTo>
                <a:cubicBezTo>
                  <a:pt x="1238015" y="51510"/>
                  <a:pt x="1236569" y="49572"/>
                  <a:pt x="1234567" y="48189"/>
                </a:cubicBezTo>
                <a:cubicBezTo>
                  <a:pt x="1232565" y="46807"/>
                  <a:pt x="1230156" y="46116"/>
                  <a:pt x="1227338" y="46116"/>
                </a:cubicBezTo>
                <a:cubicBezTo>
                  <a:pt x="1223730" y="46116"/>
                  <a:pt x="1220493" y="47104"/>
                  <a:pt x="1217626" y="49079"/>
                </a:cubicBezTo>
                <a:cubicBezTo>
                  <a:pt x="1214759" y="51053"/>
                  <a:pt x="1212794" y="53670"/>
                  <a:pt x="1211732" y="56929"/>
                </a:cubicBezTo>
                <a:cubicBezTo>
                  <a:pt x="1210669" y="60186"/>
                  <a:pt x="1210138" y="66210"/>
                  <a:pt x="1210138" y="74998"/>
                </a:cubicBezTo>
                <a:lnTo>
                  <a:pt x="1210138" y="110619"/>
                </a:lnTo>
                <a:lnTo>
                  <a:pt x="1189304" y="110619"/>
                </a:lnTo>
                <a:lnTo>
                  <a:pt x="1189304" y="31881"/>
                </a:lnTo>
                <a:lnTo>
                  <a:pt x="1208655" y="31881"/>
                </a:lnTo>
                <a:lnTo>
                  <a:pt x="1208655" y="43447"/>
                </a:lnTo>
                <a:cubicBezTo>
                  <a:pt x="1215525" y="34550"/>
                  <a:pt x="1224175" y="30101"/>
                  <a:pt x="1234604" y="30101"/>
                </a:cubicBezTo>
                <a:cubicBezTo>
                  <a:pt x="1239201" y="30101"/>
                  <a:pt x="1243402" y="30929"/>
                  <a:pt x="1247208" y="32585"/>
                </a:cubicBezTo>
                <a:cubicBezTo>
                  <a:pt x="1251014" y="34241"/>
                  <a:pt x="1253893" y="36354"/>
                  <a:pt x="1255846" y="38924"/>
                </a:cubicBezTo>
                <a:cubicBezTo>
                  <a:pt x="1257798" y="41494"/>
                  <a:pt x="1259157" y="44411"/>
                  <a:pt x="1259924" y="47673"/>
                </a:cubicBezTo>
                <a:cubicBezTo>
                  <a:pt x="1260690" y="50935"/>
                  <a:pt x="1261073" y="55606"/>
                  <a:pt x="1261073" y="61685"/>
                </a:cubicBezTo>
                <a:lnTo>
                  <a:pt x="1261073" y="110619"/>
                </a:lnTo>
                <a:close/>
                <a:moveTo>
                  <a:pt x="1272366" y="31881"/>
                </a:moveTo>
                <a:lnTo>
                  <a:pt x="1294535" y="31881"/>
                </a:lnTo>
                <a:lnTo>
                  <a:pt x="1313366" y="87836"/>
                </a:lnTo>
                <a:lnTo>
                  <a:pt x="1331753" y="31881"/>
                </a:lnTo>
                <a:lnTo>
                  <a:pt x="1353328" y="31881"/>
                </a:lnTo>
                <a:lnTo>
                  <a:pt x="1325526" y="107678"/>
                </a:lnTo>
                <a:lnTo>
                  <a:pt x="1320558" y="121443"/>
                </a:lnTo>
                <a:cubicBezTo>
                  <a:pt x="1318729" y="126040"/>
                  <a:pt x="1316987" y="129549"/>
                  <a:pt x="1315331" y="131971"/>
                </a:cubicBezTo>
                <a:cubicBezTo>
                  <a:pt x="1313675" y="134393"/>
                  <a:pt x="1311772" y="136358"/>
                  <a:pt x="1309622" y="137865"/>
                </a:cubicBezTo>
                <a:cubicBezTo>
                  <a:pt x="1307472" y="139373"/>
                  <a:pt x="1304828" y="140547"/>
                  <a:pt x="1301689" y="141387"/>
                </a:cubicBezTo>
                <a:cubicBezTo>
                  <a:pt x="1298551" y="142227"/>
                  <a:pt x="1295004" y="142648"/>
                  <a:pt x="1291050" y="142648"/>
                </a:cubicBezTo>
                <a:cubicBezTo>
                  <a:pt x="1287046" y="142648"/>
                  <a:pt x="1283117" y="142227"/>
                  <a:pt x="1279261" y="141387"/>
                </a:cubicBezTo>
                <a:lnTo>
                  <a:pt x="1277408" y="125076"/>
                </a:lnTo>
                <a:cubicBezTo>
                  <a:pt x="1280670" y="125719"/>
                  <a:pt x="1283611" y="126040"/>
                  <a:pt x="1286231" y="126040"/>
                </a:cubicBezTo>
                <a:cubicBezTo>
                  <a:pt x="1291075" y="126040"/>
                  <a:pt x="1294658" y="124619"/>
                  <a:pt x="1296981" y="121777"/>
                </a:cubicBezTo>
                <a:cubicBezTo>
                  <a:pt x="1299304" y="118935"/>
                  <a:pt x="1301084" y="115314"/>
                  <a:pt x="1302319" y="110915"/>
                </a:cubicBezTo>
                <a:lnTo>
                  <a:pt x="1272366" y="31881"/>
                </a:lnTo>
                <a:close/>
                <a:moveTo>
                  <a:pt x="1365094" y="31881"/>
                </a:moveTo>
                <a:lnTo>
                  <a:pt x="1384296" y="31881"/>
                </a:lnTo>
                <a:lnTo>
                  <a:pt x="1384296" y="42631"/>
                </a:lnTo>
                <a:cubicBezTo>
                  <a:pt x="1391167" y="34278"/>
                  <a:pt x="1399347" y="30101"/>
                  <a:pt x="1408837" y="30101"/>
                </a:cubicBezTo>
                <a:cubicBezTo>
                  <a:pt x="1413878" y="30101"/>
                  <a:pt x="1418253" y="31144"/>
                  <a:pt x="1421960" y="33229"/>
                </a:cubicBezTo>
                <a:cubicBezTo>
                  <a:pt x="1425667" y="35314"/>
                  <a:pt x="1428707" y="38468"/>
                  <a:pt x="1431079" y="42689"/>
                </a:cubicBezTo>
                <a:cubicBezTo>
                  <a:pt x="1434539" y="38468"/>
                  <a:pt x="1438271" y="35314"/>
                  <a:pt x="1442274" y="33229"/>
                </a:cubicBezTo>
                <a:cubicBezTo>
                  <a:pt x="1446278" y="31144"/>
                  <a:pt x="1450554" y="30101"/>
                  <a:pt x="1455101" y="30101"/>
                </a:cubicBezTo>
                <a:cubicBezTo>
                  <a:pt x="1460884" y="30101"/>
                  <a:pt x="1465777" y="31275"/>
                  <a:pt x="1469781" y="33623"/>
                </a:cubicBezTo>
                <a:cubicBezTo>
                  <a:pt x="1473784" y="35971"/>
                  <a:pt x="1476775" y="39418"/>
                  <a:pt x="1478752" y="43966"/>
                </a:cubicBezTo>
                <a:cubicBezTo>
                  <a:pt x="1480185" y="47327"/>
                  <a:pt x="1480902" y="52764"/>
                  <a:pt x="1480902" y="60277"/>
                </a:cubicBezTo>
                <a:lnTo>
                  <a:pt x="1480902" y="110619"/>
                </a:lnTo>
                <a:lnTo>
                  <a:pt x="1460068" y="110619"/>
                </a:lnTo>
                <a:lnTo>
                  <a:pt x="1460068" y="65666"/>
                </a:lnTo>
                <a:cubicBezTo>
                  <a:pt x="1460068" y="57866"/>
                  <a:pt x="1459352" y="52830"/>
                  <a:pt x="1457918" y="50560"/>
                </a:cubicBezTo>
                <a:cubicBezTo>
                  <a:pt x="1455991" y="47597"/>
                  <a:pt x="1453025" y="46116"/>
                  <a:pt x="1449021" y="46116"/>
                </a:cubicBezTo>
                <a:cubicBezTo>
                  <a:pt x="1446105" y="46116"/>
                  <a:pt x="1443362" y="47005"/>
                  <a:pt x="1440792" y="48783"/>
                </a:cubicBezTo>
                <a:cubicBezTo>
                  <a:pt x="1438221" y="50559"/>
                  <a:pt x="1436368" y="53163"/>
                  <a:pt x="1435231" y="56595"/>
                </a:cubicBezTo>
                <a:cubicBezTo>
                  <a:pt x="1434094" y="60026"/>
                  <a:pt x="1433526" y="65444"/>
                  <a:pt x="1433526" y="72851"/>
                </a:cubicBezTo>
                <a:lnTo>
                  <a:pt x="1433526" y="110619"/>
                </a:lnTo>
                <a:lnTo>
                  <a:pt x="1412692" y="110619"/>
                </a:lnTo>
                <a:lnTo>
                  <a:pt x="1412692" y="67517"/>
                </a:lnTo>
                <a:cubicBezTo>
                  <a:pt x="1412692" y="59865"/>
                  <a:pt x="1412321" y="54929"/>
                  <a:pt x="1411580" y="52707"/>
                </a:cubicBezTo>
                <a:cubicBezTo>
                  <a:pt x="1410839" y="50485"/>
                  <a:pt x="1409689" y="48830"/>
                  <a:pt x="1408132" y="47745"/>
                </a:cubicBezTo>
                <a:cubicBezTo>
                  <a:pt x="1406576" y="46659"/>
                  <a:pt x="1404462" y="46116"/>
                  <a:pt x="1401793" y="46116"/>
                </a:cubicBezTo>
                <a:cubicBezTo>
                  <a:pt x="1398581" y="46116"/>
                  <a:pt x="1395689" y="46980"/>
                  <a:pt x="1393119" y="48708"/>
                </a:cubicBezTo>
                <a:cubicBezTo>
                  <a:pt x="1390549" y="50435"/>
                  <a:pt x="1388707" y="52928"/>
                  <a:pt x="1387595" y="56187"/>
                </a:cubicBezTo>
                <a:cubicBezTo>
                  <a:pt x="1386483" y="59447"/>
                  <a:pt x="1385927" y="64853"/>
                  <a:pt x="1385927" y="72406"/>
                </a:cubicBezTo>
                <a:lnTo>
                  <a:pt x="1385927" y="110619"/>
                </a:lnTo>
                <a:lnTo>
                  <a:pt x="1365094" y="110619"/>
                </a:lnTo>
                <a:lnTo>
                  <a:pt x="1365094" y="31881"/>
                </a:lnTo>
                <a:close/>
                <a:moveTo>
                  <a:pt x="1491777" y="31881"/>
                </a:moveTo>
                <a:lnTo>
                  <a:pt x="1513945" y="31881"/>
                </a:lnTo>
                <a:lnTo>
                  <a:pt x="1532777" y="87836"/>
                </a:lnTo>
                <a:lnTo>
                  <a:pt x="1551164" y="31881"/>
                </a:lnTo>
                <a:lnTo>
                  <a:pt x="1572739" y="31881"/>
                </a:lnTo>
                <a:lnTo>
                  <a:pt x="1544936" y="107678"/>
                </a:lnTo>
                <a:lnTo>
                  <a:pt x="1539968" y="121443"/>
                </a:lnTo>
                <a:cubicBezTo>
                  <a:pt x="1538140" y="126040"/>
                  <a:pt x="1536397" y="129549"/>
                  <a:pt x="1534741" y="131971"/>
                </a:cubicBezTo>
                <a:cubicBezTo>
                  <a:pt x="1533086" y="134393"/>
                  <a:pt x="1531183" y="136358"/>
                  <a:pt x="1529033" y="137865"/>
                </a:cubicBezTo>
                <a:cubicBezTo>
                  <a:pt x="1526882" y="139373"/>
                  <a:pt x="1524238" y="140547"/>
                  <a:pt x="1521099" y="141387"/>
                </a:cubicBezTo>
                <a:cubicBezTo>
                  <a:pt x="1517961" y="142227"/>
                  <a:pt x="1514414" y="142648"/>
                  <a:pt x="1510460" y="142648"/>
                </a:cubicBezTo>
                <a:cubicBezTo>
                  <a:pt x="1506457" y="142648"/>
                  <a:pt x="1502527" y="142227"/>
                  <a:pt x="1498672" y="141387"/>
                </a:cubicBezTo>
                <a:lnTo>
                  <a:pt x="1496818" y="125076"/>
                </a:lnTo>
                <a:cubicBezTo>
                  <a:pt x="1500080" y="125719"/>
                  <a:pt x="1503021" y="126040"/>
                  <a:pt x="1505641" y="126040"/>
                </a:cubicBezTo>
                <a:cubicBezTo>
                  <a:pt x="1510485" y="126040"/>
                  <a:pt x="1514068" y="124619"/>
                  <a:pt x="1516391" y="121777"/>
                </a:cubicBezTo>
                <a:cubicBezTo>
                  <a:pt x="1518715" y="118935"/>
                  <a:pt x="1520494" y="115314"/>
                  <a:pt x="1521730" y="110915"/>
                </a:cubicBezTo>
                <a:lnTo>
                  <a:pt x="1491777" y="31881"/>
                </a:lnTo>
                <a:close/>
                <a:moveTo>
                  <a:pt x="1628496" y="110619"/>
                </a:moveTo>
                <a:lnTo>
                  <a:pt x="1628496" y="1928"/>
                </a:lnTo>
                <a:lnTo>
                  <a:pt x="1674686" y="1928"/>
                </a:lnTo>
                <a:cubicBezTo>
                  <a:pt x="1686301" y="1928"/>
                  <a:pt x="1694741" y="2904"/>
                  <a:pt x="1700005" y="4856"/>
                </a:cubicBezTo>
                <a:cubicBezTo>
                  <a:pt x="1705269" y="6809"/>
                  <a:pt x="1709482" y="10281"/>
                  <a:pt x="1712646" y="15273"/>
                </a:cubicBezTo>
                <a:cubicBezTo>
                  <a:pt x="1715809" y="20265"/>
                  <a:pt x="1717391" y="25974"/>
                  <a:pt x="1717391" y="32400"/>
                </a:cubicBezTo>
                <a:cubicBezTo>
                  <a:pt x="1717391" y="40555"/>
                  <a:pt x="1714994" y="47290"/>
                  <a:pt x="1710199" y="52603"/>
                </a:cubicBezTo>
                <a:cubicBezTo>
                  <a:pt x="1705405" y="57917"/>
                  <a:pt x="1698238" y="61265"/>
                  <a:pt x="1688698" y="62649"/>
                </a:cubicBezTo>
                <a:cubicBezTo>
                  <a:pt x="1693443" y="65417"/>
                  <a:pt x="1697360" y="68457"/>
                  <a:pt x="1700450" y="71769"/>
                </a:cubicBezTo>
                <a:cubicBezTo>
                  <a:pt x="1703539" y="75080"/>
                  <a:pt x="1707703" y="80962"/>
                  <a:pt x="1712942" y="89414"/>
                </a:cubicBezTo>
                <a:lnTo>
                  <a:pt x="1726214" y="110619"/>
                </a:lnTo>
                <a:lnTo>
                  <a:pt x="1699968" y="110619"/>
                </a:lnTo>
                <a:lnTo>
                  <a:pt x="1684101" y="86961"/>
                </a:lnTo>
                <a:cubicBezTo>
                  <a:pt x="1678467" y="78512"/>
                  <a:pt x="1674611" y="73188"/>
                  <a:pt x="1672535" y="70990"/>
                </a:cubicBezTo>
                <a:cubicBezTo>
                  <a:pt x="1670460" y="68791"/>
                  <a:pt x="1668260" y="67283"/>
                  <a:pt x="1665937" y="66468"/>
                </a:cubicBezTo>
                <a:cubicBezTo>
                  <a:pt x="1663614" y="65652"/>
                  <a:pt x="1659931" y="65244"/>
                  <a:pt x="1654890" y="65244"/>
                </a:cubicBezTo>
                <a:lnTo>
                  <a:pt x="1650441" y="65244"/>
                </a:lnTo>
                <a:lnTo>
                  <a:pt x="1650441" y="110619"/>
                </a:lnTo>
                <a:lnTo>
                  <a:pt x="1628496" y="110619"/>
                </a:lnTo>
                <a:moveTo>
                  <a:pt x="1650441" y="47895"/>
                </a:moveTo>
                <a:lnTo>
                  <a:pt x="1666678" y="47895"/>
                </a:lnTo>
                <a:cubicBezTo>
                  <a:pt x="1677206" y="47895"/>
                  <a:pt x="1683780" y="47450"/>
                  <a:pt x="1686400" y="46561"/>
                </a:cubicBezTo>
                <a:cubicBezTo>
                  <a:pt x="1689020" y="45671"/>
                  <a:pt x="1691071" y="44139"/>
                  <a:pt x="1692554" y="41964"/>
                </a:cubicBezTo>
                <a:cubicBezTo>
                  <a:pt x="1694036" y="39789"/>
                  <a:pt x="1694778" y="37071"/>
                  <a:pt x="1694778" y="33808"/>
                </a:cubicBezTo>
                <a:cubicBezTo>
                  <a:pt x="1694778" y="30151"/>
                  <a:pt x="1693802" y="27197"/>
                  <a:pt x="1691849" y="24948"/>
                </a:cubicBezTo>
                <a:cubicBezTo>
                  <a:pt x="1689897" y="22700"/>
                  <a:pt x="1687141" y="21279"/>
                  <a:pt x="1683583" y="20685"/>
                </a:cubicBezTo>
                <a:cubicBezTo>
                  <a:pt x="1681803" y="20438"/>
                  <a:pt x="1676465" y="20315"/>
                  <a:pt x="1667568" y="20315"/>
                </a:cubicBezTo>
                <a:lnTo>
                  <a:pt x="1650441" y="20315"/>
                </a:lnTo>
                <a:lnTo>
                  <a:pt x="1650441" y="47895"/>
                </a:lnTo>
                <a:close/>
                <a:moveTo>
                  <a:pt x="1783499" y="85559"/>
                </a:moveTo>
                <a:lnTo>
                  <a:pt x="1804259" y="89118"/>
                </a:lnTo>
                <a:cubicBezTo>
                  <a:pt x="1801590" y="96705"/>
                  <a:pt x="1797376" y="102482"/>
                  <a:pt x="1791618" y="106448"/>
                </a:cubicBezTo>
                <a:cubicBezTo>
                  <a:pt x="1785859" y="110415"/>
                  <a:pt x="1778655" y="112398"/>
                  <a:pt x="1770005" y="112398"/>
                </a:cubicBezTo>
                <a:cubicBezTo>
                  <a:pt x="1756314" y="112398"/>
                  <a:pt x="1746181" y="107925"/>
                  <a:pt x="1739608" y="98978"/>
                </a:cubicBezTo>
                <a:cubicBezTo>
                  <a:pt x="1734418" y="91811"/>
                  <a:pt x="1731823" y="82766"/>
                  <a:pt x="1731823" y="71843"/>
                </a:cubicBezTo>
                <a:cubicBezTo>
                  <a:pt x="1731823" y="58794"/>
                  <a:pt x="1735233" y="48575"/>
                  <a:pt x="1742054" y="41185"/>
                </a:cubicBezTo>
                <a:cubicBezTo>
                  <a:pt x="1748875" y="33796"/>
                  <a:pt x="1757500" y="30101"/>
                  <a:pt x="1767929" y="30101"/>
                </a:cubicBezTo>
                <a:cubicBezTo>
                  <a:pt x="1779644" y="30101"/>
                  <a:pt x="1788887" y="33969"/>
                  <a:pt x="1795658" y="41704"/>
                </a:cubicBezTo>
                <a:cubicBezTo>
                  <a:pt x="1802430" y="49440"/>
                  <a:pt x="1805667" y="61290"/>
                  <a:pt x="1805371" y="77255"/>
                </a:cubicBezTo>
                <a:lnTo>
                  <a:pt x="1753175" y="77255"/>
                </a:lnTo>
                <a:cubicBezTo>
                  <a:pt x="1753324" y="83434"/>
                  <a:pt x="1755004" y="88240"/>
                  <a:pt x="1758217" y="91676"/>
                </a:cubicBezTo>
                <a:cubicBezTo>
                  <a:pt x="1761430" y="95111"/>
                  <a:pt x="1765433" y="96828"/>
                  <a:pt x="1770228" y="96828"/>
                </a:cubicBezTo>
                <a:cubicBezTo>
                  <a:pt x="1773490" y="96828"/>
                  <a:pt x="1776233" y="95939"/>
                  <a:pt x="1778458" y="94159"/>
                </a:cubicBezTo>
                <a:cubicBezTo>
                  <a:pt x="1780682" y="92380"/>
                  <a:pt x="1782362" y="89513"/>
                  <a:pt x="1783499" y="85559"/>
                </a:cubicBezTo>
                <a:moveTo>
                  <a:pt x="1784685" y="64503"/>
                </a:moveTo>
                <a:cubicBezTo>
                  <a:pt x="1784537" y="58497"/>
                  <a:pt x="1782980" y="53932"/>
                  <a:pt x="1780015" y="50805"/>
                </a:cubicBezTo>
                <a:cubicBezTo>
                  <a:pt x="1777049" y="47679"/>
                  <a:pt x="1773441" y="46116"/>
                  <a:pt x="1769190" y="46116"/>
                </a:cubicBezTo>
                <a:cubicBezTo>
                  <a:pt x="1764643" y="46116"/>
                  <a:pt x="1760886" y="47765"/>
                  <a:pt x="1757920" y="51062"/>
                </a:cubicBezTo>
                <a:cubicBezTo>
                  <a:pt x="1754955" y="54362"/>
                  <a:pt x="1753497" y="58842"/>
                  <a:pt x="1753546" y="64503"/>
                </a:cubicBezTo>
                <a:lnTo>
                  <a:pt x="1784685" y="64503"/>
                </a:lnTo>
                <a:close/>
                <a:moveTo>
                  <a:pt x="1822326" y="110619"/>
                </a:moveTo>
                <a:lnTo>
                  <a:pt x="1822326" y="1928"/>
                </a:lnTo>
                <a:lnTo>
                  <a:pt x="1843159" y="1928"/>
                </a:lnTo>
                <a:lnTo>
                  <a:pt x="1843159" y="110619"/>
                </a:lnTo>
                <a:lnTo>
                  <a:pt x="1822326" y="110619"/>
                </a:lnTo>
                <a:close/>
                <a:moveTo>
                  <a:pt x="1880108" y="56199"/>
                </a:moveTo>
                <a:lnTo>
                  <a:pt x="1861202" y="52789"/>
                </a:lnTo>
                <a:cubicBezTo>
                  <a:pt x="1863327" y="45076"/>
                  <a:pt x="1866985" y="39367"/>
                  <a:pt x="1872175" y="35662"/>
                </a:cubicBezTo>
                <a:cubicBezTo>
                  <a:pt x="1877365" y="31955"/>
                  <a:pt x="1885075" y="30101"/>
                  <a:pt x="1895307" y="30101"/>
                </a:cubicBezTo>
                <a:cubicBezTo>
                  <a:pt x="1904599" y="30101"/>
                  <a:pt x="1911519" y="31201"/>
                  <a:pt x="1916066" y="33401"/>
                </a:cubicBezTo>
                <a:cubicBezTo>
                  <a:pt x="1920614" y="35600"/>
                  <a:pt x="1923814" y="38393"/>
                  <a:pt x="1925668" y="41779"/>
                </a:cubicBezTo>
                <a:cubicBezTo>
                  <a:pt x="1927521" y="45164"/>
                  <a:pt x="1928448" y="51380"/>
                  <a:pt x="1928448" y="60425"/>
                </a:cubicBezTo>
                <a:lnTo>
                  <a:pt x="1928225" y="84743"/>
                </a:lnTo>
                <a:cubicBezTo>
                  <a:pt x="1928225" y="91663"/>
                  <a:pt x="1928559" y="96767"/>
                  <a:pt x="1929226" y="100053"/>
                </a:cubicBezTo>
                <a:cubicBezTo>
                  <a:pt x="1929894" y="103340"/>
                  <a:pt x="1931142" y="106862"/>
                  <a:pt x="1932970" y="110619"/>
                </a:cubicBezTo>
                <a:lnTo>
                  <a:pt x="1912359" y="110619"/>
                </a:lnTo>
                <a:cubicBezTo>
                  <a:pt x="1911816" y="109235"/>
                  <a:pt x="1911148" y="107183"/>
                  <a:pt x="1910357" y="104465"/>
                </a:cubicBezTo>
                <a:cubicBezTo>
                  <a:pt x="1910011" y="103229"/>
                  <a:pt x="1909764" y="102414"/>
                  <a:pt x="1909616" y="102018"/>
                </a:cubicBezTo>
                <a:cubicBezTo>
                  <a:pt x="1906057" y="105478"/>
                  <a:pt x="1902251" y="108073"/>
                  <a:pt x="1898198" y="109803"/>
                </a:cubicBezTo>
                <a:cubicBezTo>
                  <a:pt x="1894145" y="111533"/>
                  <a:pt x="1889820" y="112398"/>
                  <a:pt x="1885224" y="112398"/>
                </a:cubicBezTo>
                <a:cubicBezTo>
                  <a:pt x="1877117" y="112398"/>
                  <a:pt x="1870729" y="110208"/>
                  <a:pt x="1866058" y="105827"/>
                </a:cubicBezTo>
                <a:cubicBezTo>
                  <a:pt x="1861387" y="101447"/>
                  <a:pt x="1859052" y="95909"/>
                  <a:pt x="1859052" y="89215"/>
                </a:cubicBezTo>
                <a:cubicBezTo>
                  <a:pt x="1859052" y="84785"/>
                  <a:pt x="1860114" y="80835"/>
                  <a:pt x="1862240" y="77366"/>
                </a:cubicBezTo>
                <a:cubicBezTo>
                  <a:pt x="1864365" y="73896"/>
                  <a:pt x="1867343" y="71237"/>
                  <a:pt x="1871174" y="69391"/>
                </a:cubicBezTo>
                <a:cubicBezTo>
                  <a:pt x="1875004" y="67546"/>
                  <a:pt x="1880528" y="65934"/>
                  <a:pt x="1887744" y="64556"/>
                </a:cubicBezTo>
                <a:cubicBezTo>
                  <a:pt x="1897482" y="62735"/>
                  <a:pt x="1904228" y="61037"/>
                  <a:pt x="1907985" y="59461"/>
                </a:cubicBezTo>
                <a:lnTo>
                  <a:pt x="1907985" y="57362"/>
                </a:lnTo>
                <a:cubicBezTo>
                  <a:pt x="1907985" y="53314"/>
                  <a:pt x="1906996" y="50428"/>
                  <a:pt x="1905019" y="48704"/>
                </a:cubicBezTo>
                <a:cubicBezTo>
                  <a:pt x="1903042" y="46978"/>
                  <a:pt x="1899310" y="46116"/>
                  <a:pt x="1893824" y="46116"/>
                </a:cubicBezTo>
                <a:cubicBezTo>
                  <a:pt x="1890117" y="46116"/>
                  <a:pt x="1887225" y="46862"/>
                  <a:pt x="1885149" y="48354"/>
                </a:cubicBezTo>
                <a:cubicBezTo>
                  <a:pt x="1883073" y="49844"/>
                  <a:pt x="1881393" y="52459"/>
                  <a:pt x="1880108" y="56199"/>
                </a:cubicBezTo>
                <a:moveTo>
                  <a:pt x="1907985" y="73103"/>
                </a:moveTo>
                <a:cubicBezTo>
                  <a:pt x="1905316" y="73982"/>
                  <a:pt x="1901090" y="75032"/>
                  <a:pt x="1895307" y="76254"/>
                </a:cubicBezTo>
                <a:cubicBezTo>
                  <a:pt x="1889524" y="77474"/>
                  <a:pt x="1885743" y="78671"/>
                  <a:pt x="1883963" y="79843"/>
                </a:cubicBezTo>
                <a:cubicBezTo>
                  <a:pt x="1881245" y="81748"/>
                  <a:pt x="1879885" y="84165"/>
                  <a:pt x="1879885" y="87095"/>
                </a:cubicBezTo>
                <a:cubicBezTo>
                  <a:pt x="1879885" y="89977"/>
                  <a:pt x="1880973" y="92469"/>
                  <a:pt x="1883148" y="94569"/>
                </a:cubicBezTo>
                <a:cubicBezTo>
                  <a:pt x="1885322" y="96668"/>
                  <a:pt x="1888090" y="97718"/>
                  <a:pt x="1891451" y="97718"/>
                </a:cubicBezTo>
                <a:cubicBezTo>
                  <a:pt x="1895208" y="97718"/>
                  <a:pt x="1898791" y="96497"/>
                  <a:pt x="1902202" y="94055"/>
                </a:cubicBezTo>
                <a:cubicBezTo>
                  <a:pt x="1904723" y="92200"/>
                  <a:pt x="1906378" y="89929"/>
                  <a:pt x="1907169" y="87241"/>
                </a:cubicBezTo>
                <a:cubicBezTo>
                  <a:pt x="1907713" y="85483"/>
                  <a:pt x="1907985" y="82138"/>
                  <a:pt x="1907985" y="77206"/>
                </a:cubicBezTo>
                <a:lnTo>
                  <a:pt x="1907985" y="73103"/>
                </a:lnTo>
                <a:close/>
                <a:moveTo>
                  <a:pt x="1985068" y="31881"/>
                </a:moveTo>
                <a:lnTo>
                  <a:pt x="1985068" y="48488"/>
                </a:lnTo>
                <a:lnTo>
                  <a:pt x="1970833" y="48488"/>
                </a:lnTo>
                <a:lnTo>
                  <a:pt x="1970833" y="80170"/>
                </a:lnTo>
                <a:cubicBezTo>
                  <a:pt x="1970833" y="86586"/>
                  <a:pt x="1970969" y="90325"/>
                  <a:pt x="1971241" y="91386"/>
                </a:cubicBezTo>
                <a:cubicBezTo>
                  <a:pt x="1971513" y="92446"/>
                  <a:pt x="1972131" y="93321"/>
                  <a:pt x="1973095" y="94013"/>
                </a:cubicBezTo>
                <a:cubicBezTo>
                  <a:pt x="1974058" y="94704"/>
                  <a:pt x="1975232" y="95049"/>
                  <a:pt x="1976616" y="95049"/>
                </a:cubicBezTo>
                <a:cubicBezTo>
                  <a:pt x="1978544" y="95049"/>
                  <a:pt x="1981337" y="94382"/>
                  <a:pt x="1984994" y="93047"/>
                </a:cubicBezTo>
                <a:lnTo>
                  <a:pt x="1986774" y="109270"/>
                </a:lnTo>
                <a:cubicBezTo>
                  <a:pt x="1981930" y="111355"/>
                  <a:pt x="1976443" y="112398"/>
                  <a:pt x="1970314" y="112398"/>
                </a:cubicBezTo>
                <a:cubicBezTo>
                  <a:pt x="1966558" y="112398"/>
                  <a:pt x="1963172" y="111768"/>
                  <a:pt x="1960157" y="110507"/>
                </a:cubicBezTo>
                <a:cubicBezTo>
                  <a:pt x="1957142" y="109247"/>
                  <a:pt x="1954930" y="107616"/>
                  <a:pt x="1953521" y="105614"/>
                </a:cubicBezTo>
                <a:cubicBezTo>
                  <a:pt x="1952113" y="103612"/>
                  <a:pt x="1951136" y="100906"/>
                  <a:pt x="1950593" y="97496"/>
                </a:cubicBezTo>
                <a:cubicBezTo>
                  <a:pt x="1950148" y="95074"/>
                  <a:pt x="1949925" y="90180"/>
                  <a:pt x="1949925" y="82816"/>
                </a:cubicBezTo>
                <a:lnTo>
                  <a:pt x="1949925" y="48488"/>
                </a:lnTo>
                <a:lnTo>
                  <a:pt x="1940361" y="48488"/>
                </a:lnTo>
                <a:lnTo>
                  <a:pt x="1940361" y="31881"/>
                </a:lnTo>
                <a:lnTo>
                  <a:pt x="1949925" y="31881"/>
                </a:lnTo>
                <a:lnTo>
                  <a:pt x="1949925" y="16163"/>
                </a:lnTo>
                <a:lnTo>
                  <a:pt x="1970833" y="3855"/>
                </a:lnTo>
                <a:lnTo>
                  <a:pt x="1970833" y="31881"/>
                </a:lnTo>
                <a:lnTo>
                  <a:pt x="1985068" y="31881"/>
                </a:lnTo>
                <a:close/>
                <a:moveTo>
                  <a:pt x="1999525" y="21204"/>
                </a:moveTo>
                <a:lnTo>
                  <a:pt x="1999525" y="1928"/>
                </a:lnTo>
                <a:lnTo>
                  <a:pt x="2020358" y="1928"/>
                </a:lnTo>
                <a:lnTo>
                  <a:pt x="2020358" y="21204"/>
                </a:lnTo>
                <a:lnTo>
                  <a:pt x="1999525" y="21204"/>
                </a:lnTo>
                <a:moveTo>
                  <a:pt x="1999525" y="110619"/>
                </a:moveTo>
                <a:lnTo>
                  <a:pt x="1999525" y="31881"/>
                </a:lnTo>
                <a:lnTo>
                  <a:pt x="2020358" y="31881"/>
                </a:lnTo>
                <a:lnTo>
                  <a:pt x="2020358" y="110619"/>
                </a:lnTo>
                <a:lnTo>
                  <a:pt x="1999525" y="110619"/>
                </a:lnTo>
                <a:close/>
                <a:moveTo>
                  <a:pt x="2036918" y="70138"/>
                </a:moveTo>
                <a:cubicBezTo>
                  <a:pt x="2036918" y="63218"/>
                  <a:pt x="2038623" y="56520"/>
                  <a:pt x="2042033" y="50045"/>
                </a:cubicBezTo>
                <a:cubicBezTo>
                  <a:pt x="2045444" y="43570"/>
                  <a:pt x="2050275" y="38628"/>
                  <a:pt x="2056528" y="35217"/>
                </a:cubicBezTo>
                <a:cubicBezTo>
                  <a:pt x="2062781" y="31807"/>
                  <a:pt x="2069762" y="30101"/>
                  <a:pt x="2077473" y="30101"/>
                </a:cubicBezTo>
                <a:cubicBezTo>
                  <a:pt x="2089385" y="30101"/>
                  <a:pt x="2099147" y="33969"/>
                  <a:pt x="2106759" y="41704"/>
                </a:cubicBezTo>
                <a:cubicBezTo>
                  <a:pt x="2114370" y="49440"/>
                  <a:pt x="2118176" y="59214"/>
                  <a:pt x="2118176" y="71027"/>
                </a:cubicBezTo>
                <a:cubicBezTo>
                  <a:pt x="2118176" y="82939"/>
                  <a:pt x="2114333" y="92812"/>
                  <a:pt x="2106647" y="100647"/>
                </a:cubicBezTo>
                <a:cubicBezTo>
                  <a:pt x="2098961" y="108481"/>
                  <a:pt x="2089286" y="112398"/>
                  <a:pt x="2077621" y="112398"/>
                </a:cubicBezTo>
                <a:cubicBezTo>
                  <a:pt x="2070405" y="112398"/>
                  <a:pt x="2063522" y="110767"/>
                  <a:pt x="2056973" y="107505"/>
                </a:cubicBezTo>
                <a:cubicBezTo>
                  <a:pt x="2050424" y="104242"/>
                  <a:pt x="2045444" y="99460"/>
                  <a:pt x="2042033" y="93158"/>
                </a:cubicBezTo>
                <a:cubicBezTo>
                  <a:pt x="2038623" y="86856"/>
                  <a:pt x="2036918" y="79183"/>
                  <a:pt x="2036918" y="70138"/>
                </a:cubicBezTo>
                <a:moveTo>
                  <a:pt x="2058270" y="71250"/>
                </a:moveTo>
                <a:cubicBezTo>
                  <a:pt x="2058270" y="79034"/>
                  <a:pt x="2060124" y="84997"/>
                  <a:pt x="2063831" y="89136"/>
                </a:cubicBezTo>
                <a:cubicBezTo>
                  <a:pt x="2067538" y="93276"/>
                  <a:pt x="2072110" y="95346"/>
                  <a:pt x="2077547" y="95346"/>
                </a:cubicBezTo>
                <a:cubicBezTo>
                  <a:pt x="2082984" y="95346"/>
                  <a:pt x="2087544" y="93276"/>
                  <a:pt x="2091226" y="89136"/>
                </a:cubicBezTo>
                <a:cubicBezTo>
                  <a:pt x="2094908" y="84997"/>
                  <a:pt x="2096750" y="78985"/>
                  <a:pt x="2096750" y="71101"/>
                </a:cubicBezTo>
                <a:cubicBezTo>
                  <a:pt x="2096750" y="63415"/>
                  <a:pt x="2094908" y="57503"/>
                  <a:pt x="2091226" y="53363"/>
                </a:cubicBezTo>
                <a:cubicBezTo>
                  <a:pt x="2087544" y="49224"/>
                  <a:pt x="2082984" y="47154"/>
                  <a:pt x="2077547" y="47154"/>
                </a:cubicBezTo>
                <a:cubicBezTo>
                  <a:pt x="2072110" y="47154"/>
                  <a:pt x="2067538" y="49224"/>
                  <a:pt x="2063831" y="53363"/>
                </a:cubicBezTo>
                <a:cubicBezTo>
                  <a:pt x="2060124" y="57503"/>
                  <a:pt x="2058270" y="63465"/>
                  <a:pt x="2058270" y="71250"/>
                </a:cubicBezTo>
                <a:close/>
                <a:moveTo>
                  <a:pt x="2206132" y="110619"/>
                </a:moveTo>
                <a:lnTo>
                  <a:pt x="2185298" y="110619"/>
                </a:lnTo>
                <a:lnTo>
                  <a:pt x="2185298" y="70480"/>
                </a:lnTo>
                <a:cubicBezTo>
                  <a:pt x="2185298" y="61988"/>
                  <a:pt x="2184853" y="56496"/>
                  <a:pt x="2183964" y="54003"/>
                </a:cubicBezTo>
                <a:cubicBezTo>
                  <a:pt x="2183074" y="51510"/>
                  <a:pt x="2181628" y="49572"/>
                  <a:pt x="2179627" y="48189"/>
                </a:cubicBezTo>
                <a:cubicBezTo>
                  <a:pt x="2177625" y="46807"/>
                  <a:pt x="2175215" y="46116"/>
                  <a:pt x="2172398" y="46116"/>
                </a:cubicBezTo>
                <a:cubicBezTo>
                  <a:pt x="2168790" y="46116"/>
                  <a:pt x="2165552" y="47104"/>
                  <a:pt x="2162685" y="49079"/>
                </a:cubicBezTo>
                <a:cubicBezTo>
                  <a:pt x="2159818" y="51053"/>
                  <a:pt x="2157854" y="53670"/>
                  <a:pt x="2156791" y="56929"/>
                </a:cubicBezTo>
                <a:cubicBezTo>
                  <a:pt x="2155728" y="60186"/>
                  <a:pt x="2155197" y="66210"/>
                  <a:pt x="2155197" y="74998"/>
                </a:cubicBezTo>
                <a:lnTo>
                  <a:pt x="2155197" y="110619"/>
                </a:lnTo>
                <a:lnTo>
                  <a:pt x="2134363" y="110619"/>
                </a:lnTo>
                <a:lnTo>
                  <a:pt x="2134363" y="31881"/>
                </a:lnTo>
                <a:lnTo>
                  <a:pt x="2153714" y="31881"/>
                </a:lnTo>
                <a:lnTo>
                  <a:pt x="2153714" y="43447"/>
                </a:lnTo>
                <a:cubicBezTo>
                  <a:pt x="2160585" y="34550"/>
                  <a:pt x="2169234" y="30101"/>
                  <a:pt x="2179664" y="30101"/>
                </a:cubicBezTo>
                <a:cubicBezTo>
                  <a:pt x="2184260" y="30101"/>
                  <a:pt x="2188462" y="30929"/>
                  <a:pt x="2192268" y="32585"/>
                </a:cubicBezTo>
                <a:cubicBezTo>
                  <a:pt x="2196073" y="34241"/>
                  <a:pt x="2198953" y="36354"/>
                  <a:pt x="2200905" y="38924"/>
                </a:cubicBezTo>
                <a:cubicBezTo>
                  <a:pt x="2202857" y="41494"/>
                  <a:pt x="2204217" y="44411"/>
                  <a:pt x="2204983" y="47673"/>
                </a:cubicBezTo>
                <a:cubicBezTo>
                  <a:pt x="2205749" y="50935"/>
                  <a:pt x="2206132" y="55606"/>
                  <a:pt x="2206132" y="61685"/>
                </a:cubicBezTo>
                <a:lnTo>
                  <a:pt x="2206132" y="11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BDB46-8F6B-4774-856D-4331D41F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82" y="3726002"/>
            <a:ext cx="2699397" cy="1054452"/>
          </a:xfrm>
          <a:custGeom xmlns:a="http://schemas.openxmlformats.org/drawingml/2006/main">
            <a:pathLst>
              <a:path w="2699397" h="1054452">
                <a:moveTo>
                  <a:pt x="0" y="0"/>
                </a:moveTo>
                <a:lnTo>
                  <a:pt x="2699397" y="0"/>
                </a:lnTo>
                <a:lnTo>
                  <a:pt x="2699397" y="1054452"/>
                </a:lnTo>
                <a:lnTo>
                  <a:pt x="0" y="1054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30A73-9D31-4E67-92D8-4067722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82" y="3726002"/>
            <a:ext cx="2699397" cy="1054452"/>
          </a:xfrm>
          <a:custGeom xmlns:a="http://schemas.openxmlformats.org/drawingml/2006/main">
            <a:pathLst>
              <a:path w="2699397" h="1054452" fill="none">
                <a:moveTo>
                  <a:pt x="0" y="0"/>
                </a:moveTo>
                <a:lnTo>
                  <a:pt x="2699397" y="0"/>
                </a:lnTo>
                <a:lnTo>
                  <a:pt x="2699397" y="1054452"/>
                </a:lnTo>
                <a:lnTo>
                  <a:pt x="0" y="10544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9673A6"/>
            </a:solidFill>
            <a:miter/>
          </a:ln>
        </p:spPr>
      </p:sp>
      <p:sp>
        <p:nvSpPr>
          <p:cNvPr id="63" name="Text Mutation">
            <a:extLst xmlns:a="http://schemas.openxmlformats.org/drawingml/2006/main">
              <a:ext uri="{FF2B5EF4-FFF2-40B4-BE49-F238E27FC236}">
                <a16:creationId xmlns:a16="http://schemas.microsoft.com/office/drawing/2014/main" id="{C985E9E6-933E-437B-A619-88687F9F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804" y="3781230"/>
            <a:ext cx="543612" cy="98196"/>
          </a:xfrm>
          <a:custGeom xmlns:a="http://schemas.openxmlformats.org/drawingml/2006/main">
            <a:pathLst>
              <a:path w="543612" h="98196">
                <a:moveTo>
                  <a:pt x="0" y="96614"/>
                </a:moveTo>
                <a:lnTo>
                  <a:pt x="0" y="0"/>
                </a:lnTo>
                <a:lnTo>
                  <a:pt x="29195" y="0"/>
                </a:lnTo>
                <a:lnTo>
                  <a:pt x="46725" y="65903"/>
                </a:lnTo>
                <a:lnTo>
                  <a:pt x="64058" y="0"/>
                </a:lnTo>
                <a:lnTo>
                  <a:pt x="93319" y="0"/>
                </a:lnTo>
                <a:lnTo>
                  <a:pt x="93319" y="96614"/>
                </a:lnTo>
                <a:lnTo>
                  <a:pt x="75196" y="96614"/>
                </a:lnTo>
                <a:lnTo>
                  <a:pt x="75196" y="20562"/>
                </a:lnTo>
                <a:lnTo>
                  <a:pt x="56018" y="96614"/>
                </a:lnTo>
                <a:lnTo>
                  <a:pt x="37235" y="96614"/>
                </a:lnTo>
                <a:lnTo>
                  <a:pt x="18123" y="20562"/>
                </a:lnTo>
                <a:lnTo>
                  <a:pt x="18123" y="96614"/>
                </a:lnTo>
                <a:lnTo>
                  <a:pt x="0" y="96614"/>
                </a:lnTo>
                <a:close/>
                <a:moveTo>
                  <a:pt x="158628" y="96614"/>
                </a:moveTo>
                <a:lnTo>
                  <a:pt x="158628" y="86136"/>
                </a:lnTo>
                <a:cubicBezTo>
                  <a:pt x="156080" y="89870"/>
                  <a:pt x="152730" y="92814"/>
                  <a:pt x="148578" y="94967"/>
                </a:cubicBezTo>
                <a:cubicBezTo>
                  <a:pt x="144426" y="97119"/>
                  <a:pt x="140044" y="98196"/>
                  <a:pt x="135430" y="98196"/>
                </a:cubicBezTo>
                <a:cubicBezTo>
                  <a:pt x="130729" y="98196"/>
                  <a:pt x="126511" y="97163"/>
                  <a:pt x="122777" y="95098"/>
                </a:cubicBezTo>
                <a:cubicBezTo>
                  <a:pt x="119042" y="93033"/>
                  <a:pt x="116340" y="90134"/>
                  <a:pt x="114671" y="86399"/>
                </a:cubicBezTo>
                <a:cubicBezTo>
                  <a:pt x="113001" y="82665"/>
                  <a:pt x="112166" y="77502"/>
                  <a:pt x="112166" y="70912"/>
                </a:cubicBezTo>
                <a:lnTo>
                  <a:pt x="112166" y="26625"/>
                </a:lnTo>
                <a:lnTo>
                  <a:pt x="130685" y="26625"/>
                </a:lnTo>
                <a:lnTo>
                  <a:pt x="130685" y="58712"/>
                </a:lnTo>
                <a:cubicBezTo>
                  <a:pt x="130685" y="68531"/>
                  <a:pt x="131026" y="74548"/>
                  <a:pt x="131707" y="76761"/>
                </a:cubicBezTo>
                <a:cubicBezTo>
                  <a:pt x="132388" y="78974"/>
                  <a:pt x="133629" y="80727"/>
                  <a:pt x="135430" y="82021"/>
                </a:cubicBezTo>
                <a:cubicBezTo>
                  <a:pt x="137232" y="83314"/>
                  <a:pt x="139516" y="83961"/>
                  <a:pt x="142284" y="83961"/>
                </a:cubicBezTo>
                <a:cubicBezTo>
                  <a:pt x="145448" y="83961"/>
                  <a:pt x="148281" y="83095"/>
                  <a:pt x="150786" y="81364"/>
                </a:cubicBezTo>
                <a:cubicBezTo>
                  <a:pt x="153290" y="79632"/>
                  <a:pt x="155004" y="77484"/>
                  <a:pt x="155926" y="74920"/>
                </a:cubicBezTo>
                <a:cubicBezTo>
                  <a:pt x="156849" y="72355"/>
                  <a:pt x="157310" y="66076"/>
                  <a:pt x="157310" y="56082"/>
                </a:cubicBezTo>
                <a:lnTo>
                  <a:pt x="157310" y="26625"/>
                </a:lnTo>
                <a:lnTo>
                  <a:pt x="175829" y="26625"/>
                </a:lnTo>
                <a:lnTo>
                  <a:pt x="175829" y="96614"/>
                </a:lnTo>
                <a:lnTo>
                  <a:pt x="158628" y="96614"/>
                </a:lnTo>
                <a:close/>
                <a:moveTo>
                  <a:pt x="227123" y="26625"/>
                </a:moveTo>
                <a:lnTo>
                  <a:pt x="227123" y="41387"/>
                </a:lnTo>
                <a:lnTo>
                  <a:pt x="214470" y="41387"/>
                </a:lnTo>
                <a:lnTo>
                  <a:pt x="214470" y="69549"/>
                </a:lnTo>
                <a:cubicBezTo>
                  <a:pt x="214470" y="75252"/>
                  <a:pt x="214590" y="78575"/>
                  <a:pt x="214832" y="79518"/>
                </a:cubicBezTo>
                <a:cubicBezTo>
                  <a:pt x="215074" y="80460"/>
                  <a:pt x="215623" y="81239"/>
                  <a:pt x="216480" y="81854"/>
                </a:cubicBezTo>
                <a:cubicBezTo>
                  <a:pt x="217336" y="82468"/>
                  <a:pt x="218380" y="82774"/>
                  <a:pt x="219610" y="82774"/>
                </a:cubicBezTo>
                <a:cubicBezTo>
                  <a:pt x="221324" y="82774"/>
                  <a:pt x="223806" y="82181"/>
                  <a:pt x="227057" y="80995"/>
                </a:cubicBezTo>
                <a:lnTo>
                  <a:pt x="228639" y="95416"/>
                </a:lnTo>
                <a:cubicBezTo>
                  <a:pt x="224333" y="97269"/>
                  <a:pt x="219456" y="98196"/>
                  <a:pt x="214008" y="98196"/>
                </a:cubicBezTo>
                <a:cubicBezTo>
                  <a:pt x="210669" y="98196"/>
                  <a:pt x="207660" y="97636"/>
                  <a:pt x="204980" y="96515"/>
                </a:cubicBezTo>
                <a:cubicBezTo>
                  <a:pt x="202299" y="95395"/>
                  <a:pt x="200333" y="93945"/>
                  <a:pt x="199081" y="92166"/>
                </a:cubicBezTo>
                <a:cubicBezTo>
                  <a:pt x="197829" y="90386"/>
                  <a:pt x="196961" y="87981"/>
                  <a:pt x="196478" y="84949"/>
                </a:cubicBezTo>
                <a:cubicBezTo>
                  <a:pt x="196083" y="82796"/>
                  <a:pt x="195885" y="78447"/>
                  <a:pt x="195885" y="71900"/>
                </a:cubicBezTo>
                <a:lnTo>
                  <a:pt x="195885" y="41387"/>
                </a:lnTo>
                <a:lnTo>
                  <a:pt x="187383" y="41387"/>
                </a:lnTo>
                <a:lnTo>
                  <a:pt x="187383" y="26625"/>
                </a:lnTo>
                <a:lnTo>
                  <a:pt x="195885" y="26625"/>
                </a:lnTo>
                <a:lnTo>
                  <a:pt x="195885" y="12653"/>
                </a:lnTo>
                <a:lnTo>
                  <a:pt x="214470" y="1713"/>
                </a:lnTo>
                <a:lnTo>
                  <a:pt x="214470" y="26625"/>
                </a:lnTo>
                <a:lnTo>
                  <a:pt x="227123" y="26625"/>
                </a:lnTo>
                <a:close/>
                <a:moveTo>
                  <a:pt x="253813" y="48241"/>
                </a:moveTo>
                <a:lnTo>
                  <a:pt x="237008" y="45210"/>
                </a:lnTo>
                <a:cubicBezTo>
                  <a:pt x="238897" y="38354"/>
                  <a:pt x="242148" y="33280"/>
                  <a:pt x="246762" y="29986"/>
                </a:cubicBezTo>
                <a:cubicBezTo>
                  <a:pt x="251375" y="26691"/>
                  <a:pt x="258229" y="25043"/>
                  <a:pt x="267323" y="25043"/>
                </a:cubicBezTo>
                <a:cubicBezTo>
                  <a:pt x="275583" y="25043"/>
                  <a:pt x="281734" y="26021"/>
                  <a:pt x="285776" y="27976"/>
                </a:cubicBezTo>
                <a:cubicBezTo>
                  <a:pt x="289818" y="29931"/>
                  <a:pt x="292663" y="32413"/>
                  <a:pt x="294311" y="35423"/>
                </a:cubicBezTo>
                <a:cubicBezTo>
                  <a:pt x="295958" y="38433"/>
                  <a:pt x="296782" y="43957"/>
                  <a:pt x="296782" y="51998"/>
                </a:cubicBezTo>
                <a:lnTo>
                  <a:pt x="296584" y="73614"/>
                </a:lnTo>
                <a:cubicBezTo>
                  <a:pt x="296584" y="79765"/>
                  <a:pt x="296881" y="84301"/>
                  <a:pt x="297474" y="87223"/>
                </a:cubicBezTo>
                <a:cubicBezTo>
                  <a:pt x="298067" y="90145"/>
                  <a:pt x="299177" y="93275"/>
                  <a:pt x="300802" y="96614"/>
                </a:cubicBezTo>
                <a:lnTo>
                  <a:pt x="282481" y="96614"/>
                </a:lnTo>
                <a:cubicBezTo>
                  <a:pt x="281998" y="95384"/>
                  <a:pt x="281405" y="93561"/>
                  <a:pt x="280702" y="91144"/>
                </a:cubicBezTo>
                <a:cubicBezTo>
                  <a:pt x="280394" y="90046"/>
                  <a:pt x="280174" y="89321"/>
                  <a:pt x="280043" y="88969"/>
                </a:cubicBezTo>
                <a:cubicBezTo>
                  <a:pt x="276879" y="92045"/>
                  <a:pt x="273496" y="94351"/>
                  <a:pt x="269894" y="95889"/>
                </a:cubicBezTo>
                <a:cubicBezTo>
                  <a:pt x="266291" y="97427"/>
                  <a:pt x="262447" y="98196"/>
                  <a:pt x="258361" y="98196"/>
                </a:cubicBezTo>
                <a:cubicBezTo>
                  <a:pt x="251155" y="98196"/>
                  <a:pt x="245476" y="96249"/>
                  <a:pt x="241325" y="92355"/>
                </a:cubicBezTo>
                <a:cubicBezTo>
                  <a:pt x="237173" y="88461"/>
                  <a:pt x="235097" y="83539"/>
                  <a:pt x="235097" y="77589"/>
                </a:cubicBezTo>
                <a:cubicBezTo>
                  <a:pt x="235097" y="73651"/>
                  <a:pt x="236041" y="70140"/>
                  <a:pt x="237930" y="67057"/>
                </a:cubicBezTo>
                <a:cubicBezTo>
                  <a:pt x="239820" y="63971"/>
                  <a:pt x="242467" y="61609"/>
                  <a:pt x="245872" y="59968"/>
                </a:cubicBezTo>
                <a:cubicBezTo>
                  <a:pt x="249277" y="58327"/>
                  <a:pt x="254187" y="56894"/>
                  <a:pt x="260601" y="55670"/>
                </a:cubicBezTo>
                <a:cubicBezTo>
                  <a:pt x="269257" y="54051"/>
                  <a:pt x="275254" y="52541"/>
                  <a:pt x="278593" y="51141"/>
                </a:cubicBezTo>
                <a:lnTo>
                  <a:pt x="278593" y="49275"/>
                </a:lnTo>
                <a:cubicBezTo>
                  <a:pt x="278593" y="45676"/>
                  <a:pt x="277714" y="43111"/>
                  <a:pt x="275957" y="41579"/>
                </a:cubicBezTo>
                <a:cubicBezTo>
                  <a:pt x="274199" y="40045"/>
                  <a:pt x="270882" y="39278"/>
                  <a:pt x="266005" y="39278"/>
                </a:cubicBezTo>
                <a:cubicBezTo>
                  <a:pt x="262710" y="39278"/>
                  <a:pt x="260140" y="39941"/>
                  <a:pt x="258295" y="41268"/>
                </a:cubicBezTo>
                <a:cubicBezTo>
                  <a:pt x="256449" y="42593"/>
                  <a:pt x="254956" y="44917"/>
                  <a:pt x="253813" y="48241"/>
                </a:cubicBezTo>
                <a:moveTo>
                  <a:pt x="278593" y="63267"/>
                </a:moveTo>
                <a:cubicBezTo>
                  <a:pt x="276220" y="64048"/>
                  <a:pt x="272464" y="64982"/>
                  <a:pt x="267323" y="66068"/>
                </a:cubicBezTo>
                <a:cubicBezTo>
                  <a:pt x="262183" y="67153"/>
                  <a:pt x="258822" y="68216"/>
                  <a:pt x="257240" y="69258"/>
                </a:cubicBezTo>
                <a:cubicBezTo>
                  <a:pt x="254824" y="70951"/>
                  <a:pt x="253615" y="73100"/>
                  <a:pt x="253615" y="75704"/>
                </a:cubicBezTo>
                <a:cubicBezTo>
                  <a:pt x="253615" y="78266"/>
                  <a:pt x="254582" y="80481"/>
                  <a:pt x="256515" y="82348"/>
                </a:cubicBezTo>
                <a:cubicBezTo>
                  <a:pt x="258448" y="84214"/>
                  <a:pt x="260909" y="85147"/>
                  <a:pt x="263896" y="85147"/>
                </a:cubicBezTo>
                <a:cubicBezTo>
                  <a:pt x="267235" y="85147"/>
                  <a:pt x="270421" y="84062"/>
                  <a:pt x="273452" y="81891"/>
                </a:cubicBezTo>
                <a:cubicBezTo>
                  <a:pt x="275693" y="80242"/>
                  <a:pt x="277165" y="78223"/>
                  <a:pt x="277868" y="75834"/>
                </a:cubicBezTo>
                <a:cubicBezTo>
                  <a:pt x="278351" y="74272"/>
                  <a:pt x="278593" y="71298"/>
                  <a:pt x="278593" y="66914"/>
                </a:cubicBezTo>
                <a:lnTo>
                  <a:pt x="278593" y="63267"/>
                </a:lnTo>
                <a:close/>
                <a:moveTo>
                  <a:pt x="347111" y="26625"/>
                </a:moveTo>
                <a:lnTo>
                  <a:pt x="347111" y="41387"/>
                </a:lnTo>
                <a:lnTo>
                  <a:pt x="334458" y="41387"/>
                </a:lnTo>
                <a:lnTo>
                  <a:pt x="334458" y="69549"/>
                </a:lnTo>
                <a:cubicBezTo>
                  <a:pt x="334458" y="75252"/>
                  <a:pt x="334579" y="78575"/>
                  <a:pt x="334820" y="79518"/>
                </a:cubicBezTo>
                <a:cubicBezTo>
                  <a:pt x="335062" y="80460"/>
                  <a:pt x="335611" y="81239"/>
                  <a:pt x="336468" y="81854"/>
                </a:cubicBezTo>
                <a:cubicBezTo>
                  <a:pt x="337325" y="82468"/>
                  <a:pt x="338368" y="82774"/>
                  <a:pt x="339598" y="82774"/>
                </a:cubicBezTo>
                <a:cubicBezTo>
                  <a:pt x="341312" y="82774"/>
                  <a:pt x="343794" y="82181"/>
                  <a:pt x="347045" y="80995"/>
                </a:cubicBezTo>
                <a:lnTo>
                  <a:pt x="348627" y="95416"/>
                </a:lnTo>
                <a:cubicBezTo>
                  <a:pt x="344321" y="97269"/>
                  <a:pt x="339444" y="98196"/>
                  <a:pt x="333996" y="98196"/>
                </a:cubicBezTo>
                <a:cubicBezTo>
                  <a:pt x="330657" y="98196"/>
                  <a:pt x="327648" y="97636"/>
                  <a:pt x="324968" y="96515"/>
                </a:cubicBezTo>
                <a:cubicBezTo>
                  <a:pt x="322288" y="95395"/>
                  <a:pt x="320322" y="93945"/>
                  <a:pt x="319069" y="92166"/>
                </a:cubicBezTo>
                <a:cubicBezTo>
                  <a:pt x="317817" y="90386"/>
                  <a:pt x="316949" y="87981"/>
                  <a:pt x="316466" y="84949"/>
                </a:cubicBezTo>
                <a:cubicBezTo>
                  <a:pt x="316071" y="82796"/>
                  <a:pt x="315873" y="78447"/>
                  <a:pt x="315873" y="71900"/>
                </a:cubicBezTo>
                <a:lnTo>
                  <a:pt x="315873" y="41387"/>
                </a:lnTo>
                <a:lnTo>
                  <a:pt x="307372" y="41387"/>
                </a:lnTo>
                <a:lnTo>
                  <a:pt x="307372" y="26625"/>
                </a:lnTo>
                <a:lnTo>
                  <a:pt x="315873" y="26625"/>
                </a:lnTo>
                <a:lnTo>
                  <a:pt x="315873" y="12653"/>
                </a:lnTo>
                <a:lnTo>
                  <a:pt x="334458" y="1713"/>
                </a:lnTo>
                <a:lnTo>
                  <a:pt x="334458" y="26625"/>
                </a:lnTo>
                <a:lnTo>
                  <a:pt x="347111" y="26625"/>
                </a:lnTo>
                <a:close/>
                <a:moveTo>
                  <a:pt x="359961" y="17135"/>
                </a:moveTo>
                <a:lnTo>
                  <a:pt x="359961" y="0"/>
                </a:lnTo>
                <a:lnTo>
                  <a:pt x="378480" y="0"/>
                </a:lnTo>
                <a:lnTo>
                  <a:pt x="378480" y="17135"/>
                </a:lnTo>
                <a:lnTo>
                  <a:pt x="359961" y="17135"/>
                </a:lnTo>
                <a:moveTo>
                  <a:pt x="359961" y="96614"/>
                </a:moveTo>
                <a:lnTo>
                  <a:pt x="359961" y="26625"/>
                </a:lnTo>
                <a:lnTo>
                  <a:pt x="378480" y="26625"/>
                </a:lnTo>
                <a:lnTo>
                  <a:pt x="378480" y="96614"/>
                </a:lnTo>
                <a:lnTo>
                  <a:pt x="359961" y="96614"/>
                </a:lnTo>
                <a:close/>
                <a:moveTo>
                  <a:pt x="393199" y="60631"/>
                </a:moveTo>
                <a:cubicBezTo>
                  <a:pt x="393199" y="54480"/>
                  <a:pt x="394715" y="48527"/>
                  <a:pt x="397747" y="42771"/>
                </a:cubicBezTo>
                <a:cubicBezTo>
                  <a:pt x="400778" y="37016"/>
                  <a:pt x="405073" y="32622"/>
                  <a:pt x="410631" y="29591"/>
                </a:cubicBezTo>
                <a:cubicBezTo>
                  <a:pt x="416188" y="26559"/>
                  <a:pt x="422394" y="25043"/>
                  <a:pt x="429248" y="25043"/>
                </a:cubicBezTo>
                <a:cubicBezTo>
                  <a:pt x="439837" y="25043"/>
                  <a:pt x="448514" y="28481"/>
                  <a:pt x="455280" y="35357"/>
                </a:cubicBezTo>
                <a:cubicBezTo>
                  <a:pt x="462046" y="42233"/>
                  <a:pt x="465429" y="50921"/>
                  <a:pt x="465429" y="61422"/>
                </a:cubicBezTo>
                <a:cubicBezTo>
                  <a:pt x="465429" y="72010"/>
                  <a:pt x="462013" y="80786"/>
                  <a:pt x="455181" y="87750"/>
                </a:cubicBezTo>
                <a:cubicBezTo>
                  <a:pt x="448349" y="94714"/>
                  <a:pt x="439749" y="98196"/>
                  <a:pt x="429380" y="98196"/>
                </a:cubicBezTo>
                <a:cubicBezTo>
                  <a:pt x="422965" y="98196"/>
                  <a:pt x="416847" y="96746"/>
                  <a:pt x="411026" y="93846"/>
                </a:cubicBezTo>
                <a:cubicBezTo>
                  <a:pt x="405205" y="90946"/>
                  <a:pt x="400778" y="86696"/>
                  <a:pt x="397747" y="81094"/>
                </a:cubicBezTo>
                <a:cubicBezTo>
                  <a:pt x="394715" y="75492"/>
                  <a:pt x="393199" y="68671"/>
                  <a:pt x="393199" y="60631"/>
                </a:cubicBezTo>
                <a:moveTo>
                  <a:pt x="412179" y="61620"/>
                </a:moveTo>
                <a:cubicBezTo>
                  <a:pt x="412179" y="68539"/>
                  <a:pt x="413827" y="73839"/>
                  <a:pt x="417122" y="77519"/>
                </a:cubicBezTo>
                <a:cubicBezTo>
                  <a:pt x="420417" y="81198"/>
                  <a:pt x="424481" y="83038"/>
                  <a:pt x="429314" y="83038"/>
                </a:cubicBezTo>
                <a:cubicBezTo>
                  <a:pt x="434147" y="83038"/>
                  <a:pt x="438200" y="81198"/>
                  <a:pt x="441473" y="77519"/>
                </a:cubicBezTo>
                <a:cubicBezTo>
                  <a:pt x="444747" y="73839"/>
                  <a:pt x="446383" y="68495"/>
                  <a:pt x="446383" y="61488"/>
                </a:cubicBezTo>
                <a:cubicBezTo>
                  <a:pt x="446383" y="54656"/>
                  <a:pt x="444747" y="49400"/>
                  <a:pt x="441473" y="45720"/>
                </a:cubicBezTo>
                <a:cubicBezTo>
                  <a:pt x="438200" y="42041"/>
                  <a:pt x="434147" y="40201"/>
                  <a:pt x="429314" y="40201"/>
                </a:cubicBezTo>
                <a:cubicBezTo>
                  <a:pt x="424481" y="40201"/>
                  <a:pt x="420417" y="42041"/>
                  <a:pt x="417122" y="45720"/>
                </a:cubicBezTo>
                <a:cubicBezTo>
                  <a:pt x="413827" y="49400"/>
                  <a:pt x="412179" y="54700"/>
                  <a:pt x="412179" y="61620"/>
                </a:cubicBezTo>
                <a:close/>
                <a:moveTo>
                  <a:pt x="543612" y="96614"/>
                </a:moveTo>
                <a:lnTo>
                  <a:pt x="525093" y="96614"/>
                </a:lnTo>
                <a:lnTo>
                  <a:pt x="525093" y="60936"/>
                </a:lnTo>
                <a:cubicBezTo>
                  <a:pt x="525093" y="53387"/>
                  <a:pt x="524698" y="48505"/>
                  <a:pt x="523907" y="46289"/>
                </a:cubicBezTo>
                <a:cubicBezTo>
                  <a:pt x="523116" y="44073"/>
                  <a:pt x="521831" y="42350"/>
                  <a:pt x="520052" y="41122"/>
                </a:cubicBezTo>
                <a:cubicBezTo>
                  <a:pt x="518272" y="39893"/>
                  <a:pt x="516130" y="39278"/>
                  <a:pt x="513626" y="39278"/>
                </a:cubicBezTo>
                <a:cubicBezTo>
                  <a:pt x="510419" y="39278"/>
                  <a:pt x="507541" y="40156"/>
                  <a:pt x="504993" y="41912"/>
                </a:cubicBezTo>
                <a:cubicBezTo>
                  <a:pt x="502444" y="43667"/>
                  <a:pt x="500698" y="45993"/>
                  <a:pt x="499753" y="48890"/>
                </a:cubicBezTo>
                <a:cubicBezTo>
                  <a:pt x="498809" y="51786"/>
                  <a:pt x="498336" y="57139"/>
                  <a:pt x="498336" y="64952"/>
                </a:cubicBezTo>
                <a:lnTo>
                  <a:pt x="498336" y="96614"/>
                </a:lnTo>
                <a:lnTo>
                  <a:pt x="479818" y="96614"/>
                </a:lnTo>
                <a:lnTo>
                  <a:pt x="479818" y="26625"/>
                </a:lnTo>
                <a:lnTo>
                  <a:pt x="497018" y="26625"/>
                </a:lnTo>
                <a:lnTo>
                  <a:pt x="497018" y="36906"/>
                </a:lnTo>
                <a:cubicBezTo>
                  <a:pt x="503125" y="28997"/>
                  <a:pt x="510814" y="25043"/>
                  <a:pt x="520085" y="25043"/>
                </a:cubicBezTo>
                <a:cubicBezTo>
                  <a:pt x="524171" y="25043"/>
                  <a:pt x="527905" y="25779"/>
                  <a:pt x="531288" y="27251"/>
                </a:cubicBezTo>
                <a:cubicBezTo>
                  <a:pt x="534671" y="28723"/>
                  <a:pt x="537230" y="30601"/>
                  <a:pt x="538966" y="32886"/>
                </a:cubicBezTo>
                <a:cubicBezTo>
                  <a:pt x="540701" y="35170"/>
                  <a:pt x="541910" y="37763"/>
                  <a:pt x="542591" y="40662"/>
                </a:cubicBezTo>
                <a:cubicBezTo>
                  <a:pt x="543272" y="43562"/>
                  <a:pt x="543612" y="47714"/>
                  <a:pt x="543612" y="53118"/>
                </a:cubicBezTo>
                <a:lnTo>
                  <a:pt x="54361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1">
            <a:extLst xmlns:a="http://schemas.openxmlformats.org/drawingml/2006/main">
              <a:ext uri="{FF2B5EF4-FFF2-40B4-BE49-F238E27FC236}">
                <a16:creationId xmlns:a16="http://schemas.microsoft.com/office/drawing/2014/main" id="{950DC6FD-F399-430E-B6D7-AA18B0CE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429" y="3832347"/>
            <a:ext cx="35359" cy="80821"/>
          </a:xfrm>
          <a:custGeom xmlns:a="http://schemas.openxmlformats.org/drawingml/2006/main">
            <a:pathLst>
              <a:path w="35359" h="80821">
                <a:moveTo>
                  <a:pt x="35359" y="80821"/>
                </a:moveTo>
                <a:lnTo>
                  <a:pt x="19931" y="80821"/>
                </a:lnTo>
                <a:lnTo>
                  <a:pt x="19931" y="22740"/>
                </a:lnTo>
                <a:cubicBezTo>
                  <a:pt x="14294" y="28031"/>
                  <a:pt x="7650" y="31945"/>
                  <a:pt x="0" y="34481"/>
                </a:cubicBezTo>
                <a:lnTo>
                  <a:pt x="0" y="20425"/>
                </a:lnTo>
                <a:cubicBezTo>
                  <a:pt x="4026" y="19104"/>
                  <a:pt x="8401" y="16599"/>
                  <a:pt x="13122" y="12911"/>
                </a:cubicBezTo>
                <a:cubicBezTo>
                  <a:pt x="17844" y="9222"/>
                  <a:pt x="21084" y="4919"/>
                  <a:pt x="22841" y="0"/>
                </a:cubicBezTo>
                <a:lnTo>
                  <a:pt x="35359" y="0"/>
                </a:lnTo>
                <a:lnTo>
                  <a:pt x="35359" y="80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:Dependingoncertainfactors">
            <a:extLst xmlns:a="http://schemas.openxmlformats.org/drawingml/2006/main">
              <a:ext uri="{FF2B5EF4-FFF2-40B4-BE49-F238E27FC236}">
                <a16:creationId xmlns:a16="http://schemas.microsoft.com/office/drawing/2014/main" id="{BAF4E373-EB90-469C-981C-87C47BC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389" y="3779648"/>
            <a:ext cx="1789512" cy="126666"/>
          </a:xfrm>
          <a:custGeom xmlns:a="http://schemas.openxmlformats.org/drawingml/2006/main">
            <a:pathLst>
              <a:path w="1789512" h="126666">
                <a:moveTo>
                  <a:pt x="0" y="46791"/>
                </a:moveTo>
                <a:lnTo>
                  <a:pt x="0" y="28207"/>
                </a:lnTo>
                <a:lnTo>
                  <a:pt x="18519" y="28207"/>
                </a:lnTo>
                <a:lnTo>
                  <a:pt x="18519" y="46791"/>
                </a:lnTo>
                <a:lnTo>
                  <a:pt x="0" y="46791"/>
                </a:lnTo>
                <a:moveTo>
                  <a:pt x="0" y="98196"/>
                </a:moveTo>
                <a:lnTo>
                  <a:pt x="0" y="79611"/>
                </a:lnTo>
                <a:lnTo>
                  <a:pt x="18519" y="79611"/>
                </a:lnTo>
                <a:lnTo>
                  <a:pt x="18519" y="98196"/>
                </a:lnTo>
                <a:lnTo>
                  <a:pt x="0" y="98196"/>
                </a:lnTo>
                <a:close/>
                <a:moveTo>
                  <a:pt x="79677" y="98196"/>
                </a:moveTo>
                <a:lnTo>
                  <a:pt x="79677" y="1582"/>
                </a:lnTo>
                <a:lnTo>
                  <a:pt x="112958" y="1582"/>
                </a:lnTo>
                <a:cubicBezTo>
                  <a:pt x="120471" y="1582"/>
                  <a:pt x="126204" y="2043"/>
                  <a:pt x="130159" y="2966"/>
                </a:cubicBezTo>
                <a:cubicBezTo>
                  <a:pt x="135695" y="4240"/>
                  <a:pt x="140418" y="6546"/>
                  <a:pt x="144328" y="9885"/>
                </a:cubicBezTo>
                <a:cubicBezTo>
                  <a:pt x="149424" y="14191"/>
                  <a:pt x="153236" y="19694"/>
                  <a:pt x="155762" y="26394"/>
                </a:cubicBezTo>
                <a:cubicBezTo>
                  <a:pt x="158288" y="33094"/>
                  <a:pt x="159552" y="40750"/>
                  <a:pt x="159552" y="49362"/>
                </a:cubicBezTo>
                <a:cubicBezTo>
                  <a:pt x="159552" y="56699"/>
                  <a:pt x="158695" y="63201"/>
                  <a:pt x="156981" y="68869"/>
                </a:cubicBezTo>
                <a:cubicBezTo>
                  <a:pt x="155268" y="74537"/>
                  <a:pt x="153071" y="79227"/>
                  <a:pt x="150391" y="82939"/>
                </a:cubicBezTo>
                <a:cubicBezTo>
                  <a:pt x="147711" y="86652"/>
                  <a:pt x="144778" y="89574"/>
                  <a:pt x="141593" y="91704"/>
                </a:cubicBezTo>
                <a:cubicBezTo>
                  <a:pt x="138408" y="93835"/>
                  <a:pt x="134563" y="95450"/>
                  <a:pt x="130060" y="96548"/>
                </a:cubicBezTo>
                <a:cubicBezTo>
                  <a:pt x="125556" y="97647"/>
                  <a:pt x="120383" y="98196"/>
                  <a:pt x="114540" y="98196"/>
                </a:cubicBezTo>
                <a:lnTo>
                  <a:pt x="79677" y="98196"/>
                </a:lnTo>
                <a:moveTo>
                  <a:pt x="92462" y="86795"/>
                </a:moveTo>
                <a:lnTo>
                  <a:pt x="113090" y="86795"/>
                </a:lnTo>
                <a:cubicBezTo>
                  <a:pt x="119460" y="86795"/>
                  <a:pt x="124458" y="86201"/>
                  <a:pt x="128083" y="85015"/>
                </a:cubicBezTo>
                <a:cubicBezTo>
                  <a:pt x="131707" y="83829"/>
                  <a:pt x="134596" y="82159"/>
                  <a:pt x="136749" y="80007"/>
                </a:cubicBezTo>
                <a:cubicBezTo>
                  <a:pt x="139781" y="76975"/>
                  <a:pt x="142142" y="72900"/>
                  <a:pt x="143834" y="67782"/>
                </a:cubicBezTo>
                <a:cubicBezTo>
                  <a:pt x="145525" y="62663"/>
                  <a:pt x="146371" y="56457"/>
                  <a:pt x="146371" y="49164"/>
                </a:cubicBezTo>
                <a:cubicBezTo>
                  <a:pt x="146371" y="39059"/>
                  <a:pt x="144712" y="31293"/>
                  <a:pt x="141395" y="25867"/>
                </a:cubicBezTo>
                <a:cubicBezTo>
                  <a:pt x="138078" y="20441"/>
                  <a:pt x="134047" y="16805"/>
                  <a:pt x="129302" y="14960"/>
                </a:cubicBezTo>
                <a:cubicBezTo>
                  <a:pt x="125875" y="13642"/>
                  <a:pt x="120361" y="12983"/>
                  <a:pt x="112760" y="12983"/>
                </a:cubicBezTo>
                <a:lnTo>
                  <a:pt x="92462" y="12983"/>
                </a:lnTo>
                <a:lnTo>
                  <a:pt x="92462" y="86795"/>
                </a:lnTo>
                <a:close/>
                <a:moveTo>
                  <a:pt x="223521" y="75657"/>
                </a:moveTo>
                <a:lnTo>
                  <a:pt x="235779" y="77173"/>
                </a:lnTo>
                <a:cubicBezTo>
                  <a:pt x="233846" y="84334"/>
                  <a:pt x="230265" y="89892"/>
                  <a:pt x="225037" y="93846"/>
                </a:cubicBezTo>
                <a:cubicBezTo>
                  <a:pt x="219808" y="97800"/>
                  <a:pt x="213130" y="99778"/>
                  <a:pt x="205002" y="99778"/>
                </a:cubicBezTo>
                <a:cubicBezTo>
                  <a:pt x="194765" y="99778"/>
                  <a:pt x="186648" y="96625"/>
                  <a:pt x="180651" y="90320"/>
                </a:cubicBezTo>
                <a:cubicBezTo>
                  <a:pt x="174654" y="84016"/>
                  <a:pt x="171655" y="75174"/>
                  <a:pt x="171655" y="63794"/>
                </a:cubicBezTo>
                <a:cubicBezTo>
                  <a:pt x="171655" y="52020"/>
                  <a:pt x="174687" y="42881"/>
                  <a:pt x="180750" y="36379"/>
                </a:cubicBezTo>
                <a:cubicBezTo>
                  <a:pt x="186813" y="29876"/>
                  <a:pt x="194677" y="26625"/>
                  <a:pt x="204343" y="26625"/>
                </a:cubicBezTo>
                <a:cubicBezTo>
                  <a:pt x="213701" y="26625"/>
                  <a:pt x="221346" y="29805"/>
                  <a:pt x="227277" y="36166"/>
                </a:cubicBezTo>
                <a:cubicBezTo>
                  <a:pt x="233209" y="42526"/>
                  <a:pt x="236174" y="51474"/>
                  <a:pt x="236174" y="63010"/>
                </a:cubicBezTo>
                <a:cubicBezTo>
                  <a:pt x="236174" y="63711"/>
                  <a:pt x="236152" y="64764"/>
                  <a:pt x="236108" y="66167"/>
                </a:cubicBezTo>
                <a:lnTo>
                  <a:pt x="183913" y="66167"/>
                </a:lnTo>
                <a:cubicBezTo>
                  <a:pt x="184352" y="73834"/>
                  <a:pt x="186527" y="79704"/>
                  <a:pt x="190437" y="83780"/>
                </a:cubicBezTo>
                <a:cubicBezTo>
                  <a:pt x="194348" y="87855"/>
                  <a:pt x="199224" y="89892"/>
                  <a:pt x="205068" y="89892"/>
                </a:cubicBezTo>
                <a:cubicBezTo>
                  <a:pt x="209418" y="89892"/>
                  <a:pt x="213130" y="88761"/>
                  <a:pt x="216206" y="86498"/>
                </a:cubicBezTo>
                <a:cubicBezTo>
                  <a:pt x="219281" y="84234"/>
                  <a:pt x="221719" y="80620"/>
                  <a:pt x="223521" y="75657"/>
                </a:cubicBezTo>
                <a:moveTo>
                  <a:pt x="184572" y="56281"/>
                </a:moveTo>
                <a:lnTo>
                  <a:pt x="223653" y="56281"/>
                </a:lnTo>
                <a:cubicBezTo>
                  <a:pt x="223125" y="50490"/>
                  <a:pt x="221632" y="46147"/>
                  <a:pt x="219171" y="43251"/>
                </a:cubicBezTo>
                <a:cubicBezTo>
                  <a:pt x="215393" y="38757"/>
                  <a:pt x="210494" y="36510"/>
                  <a:pt x="204475" y="36510"/>
                </a:cubicBezTo>
                <a:cubicBezTo>
                  <a:pt x="199027" y="36510"/>
                  <a:pt x="194447" y="38304"/>
                  <a:pt x="190734" y="41892"/>
                </a:cubicBezTo>
                <a:cubicBezTo>
                  <a:pt x="187021" y="45478"/>
                  <a:pt x="184967" y="50275"/>
                  <a:pt x="184572" y="56281"/>
                </a:cubicBezTo>
                <a:close/>
                <a:moveTo>
                  <a:pt x="250653" y="125084"/>
                </a:moveTo>
                <a:lnTo>
                  <a:pt x="250653" y="28207"/>
                </a:lnTo>
                <a:lnTo>
                  <a:pt x="261461" y="28207"/>
                </a:lnTo>
                <a:lnTo>
                  <a:pt x="261461" y="37235"/>
                </a:lnTo>
                <a:cubicBezTo>
                  <a:pt x="264009" y="33699"/>
                  <a:pt x="266887" y="31046"/>
                  <a:pt x="270094" y="29278"/>
                </a:cubicBezTo>
                <a:cubicBezTo>
                  <a:pt x="273301" y="27509"/>
                  <a:pt x="277190" y="26625"/>
                  <a:pt x="281759" y="26625"/>
                </a:cubicBezTo>
                <a:cubicBezTo>
                  <a:pt x="287734" y="26625"/>
                  <a:pt x="293006" y="28163"/>
                  <a:pt x="297576" y="31238"/>
                </a:cubicBezTo>
                <a:cubicBezTo>
                  <a:pt x="302145" y="34314"/>
                  <a:pt x="305594" y="38652"/>
                  <a:pt x="307922" y="44254"/>
                </a:cubicBezTo>
                <a:cubicBezTo>
                  <a:pt x="310251" y="49856"/>
                  <a:pt x="311415" y="55996"/>
                  <a:pt x="311415" y="62674"/>
                </a:cubicBezTo>
                <a:cubicBezTo>
                  <a:pt x="311415" y="69835"/>
                  <a:pt x="310130" y="76283"/>
                  <a:pt x="307560" y="82017"/>
                </a:cubicBezTo>
                <a:cubicBezTo>
                  <a:pt x="304990" y="87750"/>
                  <a:pt x="301255" y="92144"/>
                  <a:pt x="296356" y="95197"/>
                </a:cubicBezTo>
                <a:cubicBezTo>
                  <a:pt x="291458" y="98251"/>
                  <a:pt x="286306" y="99778"/>
                  <a:pt x="280902" y="99778"/>
                </a:cubicBezTo>
                <a:cubicBezTo>
                  <a:pt x="276948" y="99778"/>
                  <a:pt x="273400" y="98932"/>
                  <a:pt x="270259" y="97240"/>
                </a:cubicBezTo>
                <a:cubicBezTo>
                  <a:pt x="267117" y="95547"/>
                  <a:pt x="264536" y="93410"/>
                  <a:pt x="262515" y="90827"/>
                </a:cubicBezTo>
                <a:lnTo>
                  <a:pt x="262515" y="125084"/>
                </a:lnTo>
                <a:lnTo>
                  <a:pt x="250653" y="125084"/>
                </a:lnTo>
                <a:moveTo>
                  <a:pt x="261395" y="63498"/>
                </a:moveTo>
                <a:cubicBezTo>
                  <a:pt x="261395" y="72494"/>
                  <a:pt x="263218" y="79142"/>
                  <a:pt x="266865" y="83442"/>
                </a:cubicBezTo>
                <a:cubicBezTo>
                  <a:pt x="270511" y="87742"/>
                  <a:pt x="274927" y="89892"/>
                  <a:pt x="280111" y="89892"/>
                </a:cubicBezTo>
                <a:cubicBezTo>
                  <a:pt x="285384" y="89892"/>
                  <a:pt x="289898" y="87665"/>
                  <a:pt x="293654" y="83211"/>
                </a:cubicBezTo>
                <a:cubicBezTo>
                  <a:pt x="297411" y="78757"/>
                  <a:pt x="299289" y="71857"/>
                  <a:pt x="299289" y="62509"/>
                </a:cubicBezTo>
                <a:cubicBezTo>
                  <a:pt x="299289" y="53601"/>
                  <a:pt x="297455" y="46931"/>
                  <a:pt x="293786" y="42499"/>
                </a:cubicBezTo>
                <a:cubicBezTo>
                  <a:pt x="290118" y="38067"/>
                  <a:pt x="285735" y="35851"/>
                  <a:pt x="280639" y="35851"/>
                </a:cubicBezTo>
                <a:cubicBezTo>
                  <a:pt x="275586" y="35851"/>
                  <a:pt x="271116" y="38210"/>
                  <a:pt x="267227" y="42928"/>
                </a:cubicBezTo>
                <a:cubicBezTo>
                  <a:pt x="263339" y="47645"/>
                  <a:pt x="261395" y="54502"/>
                  <a:pt x="261395" y="63498"/>
                </a:cubicBezTo>
                <a:close/>
                <a:moveTo>
                  <a:pt x="373607" y="75657"/>
                </a:moveTo>
                <a:lnTo>
                  <a:pt x="385865" y="77173"/>
                </a:lnTo>
                <a:cubicBezTo>
                  <a:pt x="383932" y="84334"/>
                  <a:pt x="380351" y="89892"/>
                  <a:pt x="375123" y="93846"/>
                </a:cubicBezTo>
                <a:cubicBezTo>
                  <a:pt x="369895" y="97800"/>
                  <a:pt x="363217" y="99778"/>
                  <a:pt x="355088" y="99778"/>
                </a:cubicBezTo>
                <a:cubicBezTo>
                  <a:pt x="344852" y="99778"/>
                  <a:pt x="336734" y="96625"/>
                  <a:pt x="330737" y="90320"/>
                </a:cubicBezTo>
                <a:cubicBezTo>
                  <a:pt x="324740" y="84016"/>
                  <a:pt x="321741" y="75174"/>
                  <a:pt x="321741" y="63794"/>
                </a:cubicBezTo>
                <a:cubicBezTo>
                  <a:pt x="321741" y="52020"/>
                  <a:pt x="324773" y="42881"/>
                  <a:pt x="330836" y="36379"/>
                </a:cubicBezTo>
                <a:cubicBezTo>
                  <a:pt x="336899" y="29876"/>
                  <a:pt x="344764" y="26625"/>
                  <a:pt x="354429" y="26625"/>
                </a:cubicBezTo>
                <a:cubicBezTo>
                  <a:pt x="363788" y="26625"/>
                  <a:pt x="371432" y="29805"/>
                  <a:pt x="377364" y="36166"/>
                </a:cubicBezTo>
                <a:cubicBezTo>
                  <a:pt x="383295" y="42526"/>
                  <a:pt x="386261" y="51474"/>
                  <a:pt x="386261" y="63010"/>
                </a:cubicBezTo>
                <a:cubicBezTo>
                  <a:pt x="386261" y="63711"/>
                  <a:pt x="386239" y="64764"/>
                  <a:pt x="386195" y="66167"/>
                </a:cubicBezTo>
                <a:lnTo>
                  <a:pt x="333999" y="66167"/>
                </a:lnTo>
                <a:cubicBezTo>
                  <a:pt x="334439" y="73834"/>
                  <a:pt x="336614" y="79704"/>
                  <a:pt x="340524" y="83780"/>
                </a:cubicBezTo>
                <a:cubicBezTo>
                  <a:pt x="344434" y="87855"/>
                  <a:pt x="349311" y="89892"/>
                  <a:pt x="355154" y="89892"/>
                </a:cubicBezTo>
                <a:cubicBezTo>
                  <a:pt x="359504" y="89892"/>
                  <a:pt x="363217" y="88761"/>
                  <a:pt x="366292" y="86498"/>
                </a:cubicBezTo>
                <a:cubicBezTo>
                  <a:pt x="369368" y="84234"/>
                  <a:pt x="371806" y="80620"/>
                  <a:pt x="373607" y="75657"/>
                </a:cubicBezTo>
                <a:moveTo>
                  <a:pt x="334658" y="56281"/>
                </a:moveTo>
                <a:lnTo>
                  <a:pt x="373739" y="56281"/>
                </a:lnTo>
                <a:cubicBezTo>
                  <a:pt x="373212" y="50490"/>
                  <a:pt x="371718" y="46147"/>
                  <a:pt x="369258" y="43251"/>
                </a:cubicBezTo>
                <a:cubicBezTo>
                  <a:pt x="365479" y="38757"/>
                  <a:pt x="360580" y="36510"/>
                  <a:pt x="354561" y="36510"/>
                </a:cubicBezTo>
                <a:cubicBezTo>
                  <a:pt x="349113" y="36510"/>
                  <a:pt x="344533" y="38304"/>
                  <a:pt x="340820" y="41892"/>
                </a:cubicBezTo>
                <a:cubicBezTo>
                  <a:pt x="337108" y="45478"/>
                  <a:pt x="335054" y="50275"/>
                  <a:pt x="334658" y="56281"/>
                </a:cubicBezTo>
                <a:close/>
                <a:moveTo>
                  <a:pt x="400739" y="98196"/>
                </a:moveTo>
                <a:lnTo>
                  <a:pt x="400739" y="28207"/>
                </a:lnTo>
                <a:lnTo>
                  <a:pt x="411415" y="28207"/>
                </a:lnTo>
                <a:lnTo>
                  <a:pt x="411415" y="38092"/>
                </a:lnTo>
                <a:cubicBezTo>
                  <a:pt x="416556" y="30447"/>
                  <a:pt x="423981" y="26625"/>
                  <a:pt x="433691" y="26625"/>
                </a:cubicBezTo>
                <a:cubicBezTo>
                  <a:pt x="437908" y="26625"/>
                  <a:pt x="441786" y="27383"/>
                  <a:pt x="445323" y="28899"/>
                </a:cubicBezTo>
                <a:cubicBezTo>
                  <a:pt x="448859" y="30414"/>
                  <a:pt x="451506" y="32402"/>
                  <a:pt x="453264" y="34863"/>
                </a:cubicBezTo>
                <a:cubicBezTo>
                  <a:pt x="455021" y="37323"/>
                  <a:pt x="456252" y="40245"/>
                  <a:pt x="456954" y="43628"/>
                </a:cubicBezTo>
                <a:cubicBezTo>
                  <a:pt x="457394" y="45825"/>
                  <a:pt x="457614" y="49669"/>
                  <a:pt x="457614" y="55161"/>
                </a:cubicBezTo>
                <a:lnTo>
                  <a:pt x="457614" y="98196"/>
                </a:lnTo>
                <a:lnTo>
                  <a:pt x="445751" y="98196"/>
                </a:lnTo>
                <a:lnTo>
                  <a:pt x="445751" y="55577"/>
                </a:lnTo>
                <a:cubicBezTo>
                  <a:pt x="445751" y="50739"/>
                  <a:pt x="445290" y="47121"/>
                  <a:pt x="444367" y="44724"/>
                </a:cubicBezTo>
                <a:cubicBezTo>
                  <a:pt x="443444" y="42326"/>
                  <a:pt x="441808" y="40413"/>
                  <a:pt x="439457" y="38984"/>
                </a:cubicBezTo>
                <a:cubicBezTo>
                  <a:pt x="437107" y="37555"/>
                  <a:pt x="434350" y="36840"/>
                  <a:pt x="431186" y="36840"/>
                </a:cubicBezTo>
                <a:cubicBezTo>
                  <a:pt x="426134" y="36840"/>
                  <a:pt x="421773" y="38446"/>
                  <a:pt x="418105" y="41657"/>
                </a:cubicBezTo>
                <a:cubicBezTo>
                  <a:pt x="414436" y="44867"/>
                  <a:pt x="412602" y="50958"/>
                  <a:pt x="412602" y="59931"/>
                </a:cubicBezTo>
                <a:lnTo>
                  <a:pt x="412602" y="98196"/>
                </a:lnTo>
                <a:lnTo>
                  <a:pt x="400739" y="98196"/>
                </a:lnTo>
                <a:close/>
                <a:moveTo>
                  <a:pt x="521190" y="98196"/>
                </a:moveTo>
                <a:lnTo>
                  <a:pt x="521190" y="89365"/>
                </a:lnTo>
                <a:cubicBezTo>
                  <a:pt x="516752" y="96307"/>
                  <a:pt x="510228" y="99778"/>
                  <a:pt x="501616" y="99778"/>
                </a:cubicBezTo>
                <a:cubicBezTo>
                  <a:pt x="496037" y="99778"/>
                  <a:pt x="490907" y="98240"/>
                  <a:pt x="486228" y="95164"/>
                </a:cubicBezTo>
                <a:cubicBezTo>
                  <a:pt x="481549" y="92089"/>
                  <a:pt x="477924" y="87794"/>
                  <a:pt x="475354" y="82280"/>
                </a:cubicBezTo>
                <a:cubicBezTo>
                  <a:pt x="472784" y="76766"/>
                  <a:pt x="471499" y="70429"/>
                  <a:pt x="471499" y="63267"/>
                </a:cubicBezTo>
                <a:cubicBezTo>
                  <a:pt x="471499" y="56281"/>
                  <a:pt x="472663" y="49944"/>
                  <a:pt x="474992" y="44254"/>
                </a:cubicBezTo>
                <a:cubicBezTo>
                  <a:pt x="477320" y="38564"/>
                  <a:pt x="480813" y="34204"/>
                  <a:pt x="485470" y="31172"/>
                </a:cubicBezTo>
                <a:cubicBezTo>
                  <a:pt x="490127" y="28141"/>
                  <a:pt x="495334" y="26625"/>
                  <a:pt x="501089" y="26625"/>
                </a:cubicBezTo>
                <a:cubicBezTo>
                  <a:pt x="505307" y="26625"/>
                  <a:pt x="509064" y="27515"/>
                  <a:pt x="512359" y="29294"/>
                </a:cubicBezTo>
                <a:cubicBezTo>
                  <a:pt x="515654" y="31073"/>
                  <a:pt x="518334" y="33391"/>
                  <a:pt x="520399" y="36247"/>
                </a:cubicBezTo>
                <a:lnTo>
                  <a:pt x="520399" y="1582"/>
                </a:lnTo>
                <a:lnTo>
                  <a:pt x="532196" y="1582"/>
                </a:lnTo>
                <a:lnTo>
                  <a:pt x="532196" y="98196"/>
                </a:lnTo>
                <a:lnTo>
                  <a:pt x="521190" y="98196"/>
                </a:lnTo>
                <a:moveTo>
                  <a:pt x="483691" y="63234"/>
                </a:moveTo>
                <a:cubicBezTo>
                  <a:pt x="483691" y="72164"/>
                  <a:pt x="485580" y="78840"/>
                  <a:pt x="489358" y="83261"/>
                </a:cubicBezTo>
                <a:cubicBezTo>
                  <a:pt x="493137" y="87682"/>
                  <a:pt x="497596" y="89892"/>
                  <a:pt x="502737" y="89892"/>
                </a:cubicBezTo>
                <a:cubicBezTo>
                  <a:pt x="507921" y="89892"/>
                  <a:pt x="512326" y="87780"/>
                  <a:pt x="515950" y="83557"/>
                </a:cubicBezTo>
                <a:cubicBezTo>
                  <a:pt x="519575" y="79332"/>
                  <a:pt x="521387" y="72886"/>
                  <a:pt x="521387" y="64219"/>
                </a:cubicBezTo>
                <a:cubicBezTo>
                  <a:pt x="521387" y="54676"/>
                  <a:pt x="519542" y="47673"/>
                  <a:pt x="515852" y="43208"/>
                </a:cubicBezTo>
                <a:cubicBezTo>
                  <a:pt x="512161" y="38743"/>
                  <a:pt x="507614" y="36510"/>
                  <a:pt x="502210" y="36510"/>
                </a:cubicBezTo>
                <a:cubicBezTo>
                  <a:pt x="496937" y="36510"/>
                  <a:pt x="492533" y="38656"/>
                  <a:pt x="488996" y="42946"/>
                </a:cubicBezTo>
                <a:cubicBezTo>
                  <a:pt x="485459" y="47235"/>
                  <a:pt x="483691" y="53998"/>
                  <a:pt x="483691" y="63234"/>
                </a:cubicBezTo>
                <a:close/>
                <a:moveTo>
                  <a:pt x="550891" y="15290"/>
                </a:moveTo>
                <a:lnTo>
                  <a:pt x="550891" y="1582"/>
                </a:lnTo>
                <a:lnTo>
                  <a:pt x="562754" y="1582"/>
                </a:lnTo>
                <a:lnTo>
                  <a:pt x="562754" y="15290"/>
                </a:lnTo>
                <a:lnTo>
                  <a:pt x="550891" y="15290"/>
                </a:lnTo>
                <a:moveTo>
                  <a:pt x="550891" y="98196"/>
                </a:moveTo>
                <a:lnTo>
                  <a:pt x="550891" y="28207"/>
                </a:lnTo>
                <a:lnTo>
                  <a:pt x="562754" y="28207"/>
                </a:lnTo>
                <a:lnTo>
                  <a:pt x="562754" y="98196"/>
                </a:lnTo>
                <a:lnTo>
                  <a:pt x="550891" y="98196"/>
                </a:lnTo>
                <a:close/>
                <a:moveTo>
                  <a:pt x="580789" y="98196"/>
                </a:moveTo>
                <a:lnTo>
                  <a:pt x="580789" y="28207"/>
                </a:lnTo>
                <a:lnTo>
                  <a:pt x="591465" y="28207"/>
                </a:lnTo>
                <a:lnTo>
                  <a:pt x="591465" y="38092"/>
                </a:lnTo>
                <a:cubicBezTo>
                  <a:pt x="596605" y="30447"/>
                  <a:pt x="604031" y="26625"/>
                  <a:pt x="613740" y="26625"/>
                </a:cubicBezTo>
                <a:cubicBezTo>
                  <a:pt x="617958" y="26625"/>
                  <a:pt x="621835" y="27383"/>
                  <a:pt x="625372" y="28899"/>
                </a:cubicBezTo>
                <a:cubicBezTo>
                  <a:pt x="628909" y="30414"/>
                  <a:pt x="631556" y="32402"/>
                  <a:pt x="633314" y="34863"/>
                </a:cubicBezTo>
                <a:cubicBezTo>
                  <a:pt x="635071" y="37323"/>
                  <a:pt x="636301" y="40245"/>
                  <a:pt x="637004" y="43628"/>
                </a:cubicBezTo>
                <a:cubicBezTo>
                  <a:pt x="637443" y="45825"/>
                  <a:pt x="637663" y="49669"/>
                  <a:pt x="637663" y="55161"/>
                </a:cubicBezTo>
                <a:lnTo>
                  <a:pt x="637663" y="98196"/>
                </a:lnTo>
                <a:lnTo>
                  <a:pt x="625801" y="98196"/>
                </a:lnTo>
                <a:lnTo>
                  <a:pt x="625801" y="55577"/>
                </a:lnTo>
                <a:cubicBezTo>
                  <a:pt x="625801" y="50739"/>
                  <a:pt x="625339" y="47121"/>
                  <a:pt x="624417" y="44724"/>
                </a:cubicBezTo>
                <a:cubicBezTo>
                  <a:pt x="623494" y="42326"/>
                  <a:pt x="621857" y="40413"/>
                  <a:pt x="619507" y="38984"/>
                </a:cubicBezTo>
                <a:cubicBezTo>
                  <a:pt x="617156" y="37555"/>
                  <a:pt x="614399" y="36840"/>
                  <a:pt x="611236" y="36840"/>
                </a:cubicBezTo>
                <a:cubicBezTo>
                  <a:pt x="606183" y="36840"/>
                  <a:pt x="601823" y="38446"/>
                  <a:pt x="598154" y="41657"/>
                </a:cubicBezTo>
                <a:cubicBezTo>
                  <a:pt x="594486" y="44867"/>
                  <a:pt x="592651" y="50958"/>
                  <a:pt x="592651" y="59931"/>
                </a:cubicBezTo>
                <a:lnTo>
                  <a:pt x="592651" y="98196"/>
                </a:lnTo>
                <a:lnTo>
                  <a:pt x="580789" y="98196"/>
                </a:lnTo>
                <a:close/>
                <a:moveTo>
                  <a:pt x="653657" y="103995"/>
                </a:moveTo>
                <a:lnTo>
                  <a:pt x="665190" y="105709"/>
                </a:lnTo>
                <a:cubicBezTo>
                  <a:pt x="665674" y="109268"/>
                  <a:pt x="667014" y="111860"/>
                  <a:pt x="669210" y="113485"/>
                </a:cubicBezTo>
                <a:cubicBezTo>
                  <a:pt x="672154" y="115682"/>
                  <a:pt x="676174" y="116781"/>
                  <a:pt x="681271" y="116781"/>
                </a:cubicBezTo>
                <a:cubicBezTo>
                  <a:pt x="686763" y="116781"/>
                  <a:pt x="691002" y="115679"/>
                  <a:pt x="693990" y="113477"/>
                </a:cubicBezTo>
                <a:cubicBezTo>
                  <a:pt x="696978" y="111276"/>
                  <a:pt x="698999" y="108194"/>
                  <a:pt x="700053" y="104230"/>
                </a:cubicBezTo>
                <a:cubicBezTo>
                  <a:pt x="700668" y="101810"/>
                  <a:pt x="700954" y="96724"/>
                  <a:pt x="700910" y="88974"/>
                </a:cubicBezTo>
                <a:cubicBezTo>
                  <a:pt x="695725" y="95122"/>
                  <a:pt x="689267" y="98196"/>
                  <a:pt x="681534" y="98196"/>
                </a:cubicBezTo>
                <a:cubicBezTo>
                  <a:pt x="671912" y="98196"/>
                  <a:pt x="664465" y="94725"/>
                  <a:pt x="659193" y="87783"/>
                </a:cubicBezTo>
                <a:cubicBezTo>
                  <a:pt x="653921" y="80841"/>
                  <a:pt x="651285" y="72516"/>
                  <a:pt x="651285" y="62806"/>
                </a:cubicBezTo>
                <a:cubicBezTo>
                  <a:pt x="651285" y="56128"/>
                  <a:pt x="652493" y="49966"/>
                  <a:pt x="654909" y="44320"/>
                </a:cubicBezTo>
                <a:cubicBezTo>
                  <a:pt x="657326" y="38674"/>
                  <a:pt x="660830" y="34314"/>
                  <a:pt x="665421" y="31238"/>
                </a:cubicBezTo>
                <a:cubicBezTo>
                  <a:pt x="670012" y="28163"/>
                  <a:pt x="675405" y="26625"/>
                  <a:pt x="681600" y="26625"/>
                </a:cubicBezTo>
                <a:cubicBezTo>
                  <a:pt x="689860" y="26625"/>
                  <a:pt x="696670" y="29986"/>
                  <a:pt x="702030" y="36708"/>
                </a:cubicBezTo>
                <a:lnTo>
                  <a:pt x="702030" y="28207"/>
                </a:lnTo>
                <a:lnTo>
                  <a:pt x="712970" y="28207"/>
                </a:lnTo>
                <a:lnTo>
                  <a:pt x="712970" y="88747"/>
                </a:lnTo>
                <a:cubicBezTo>
                  <a:pt x="712970" y="99650"/>
                  <a:pt x="711861" y="107376"/>
                  <a:pt x="709642" y="111926"/>
                </a:cubicBezTo>
                <a:cubicBezTo>
                  <a:pt x="707423" y="116476"/>
                  <a:pt x="703908" y="120070"/>
                  <a:pt x="699098" y="122708"/>
                </a:cubicBezTo>
                <a:cubicBezTo>
                  <a:pt x="694287" y="125347"/>
                  <a:pt x="688366" y="126666"/>
                  <a:pt x="681337" y="126666"/>
                </a:cubicBezTo>
                <a:cubicBezTo>
                  <a:pt x="672989" y="126666"/>
                  <a:pt x="666245" y="124782"/>
                  <a:pt x="661104" y="121015"/>
                </a:cubicBezTo>
                <a:cubicBezTo>
                  <a:pt x="655964" y="117247"/>
                  <a:pt x="653481" y="111574"/>
                  <a:pt x="653657" y="103995"/>
                </a:cubicBezTo>
                <a:moveTo>
                  <a:pt x="663477" y="61951"/>
                </a:moveTo>
                <a:cubicBezTo>
                  <a:pt x="663477" y="71110"/>
                  <a:pt x="665300" y="77793"/>
                  <a:pt x="668947" y="82000"/>
                </a:cubicBezTo>
                <a:cubicBezTo>
                  <a:pt x="672593" y="86207"/>
                  <a:pt x="677163" y="88310"/>
                  <a:pt x="682655" y="88310"/>
                </a:cubicBezTo>
                <a:cubicBezTo>
                  <a:pt x="688103" y="88310"/>
                  <a:pt x="692672" y="86218"/>
                  <a:pt x="696363" y="82033"/>
                </a:cubicBezTo>
                <a:cubicBezTo>
                  <a:pt x="700053" y="77848"/>
                  <a:pt x="701898" y="71285"/>
                  <a:pt x="701898" y="62344"/>
                </a:cubicBezTo>
                <a:cubicBezTo>
                  <a:pt x="701898" y="53799"/>
                  <a:pt x="699998" y="47357"/>
                  <a:pt x="696198" y="43018"/>
                </a:cubicBezTo>
                <a:cubicBezTo>
                  <a:pt x="692397" y="38680"/>
                  <a:pt x="687817" y="36510"/>
                  <a:pt x="682457" y="36510"/>
                </a:cubicBezTo>
                <a:cubicBezTo>
                  <a:pt x="677185" y="36510"/>
                  <a:pt x="672703" y="38647"/>
                  <a:pt x="669013" y="42919"/>
                </a:cubicBezTo>
                <a:cubicBezTo>
                  <a:pt x="665322" y="47192"/>
                  <a:pt x="663477" y="53536"/>
                  <a:pt x="663477" y="61951"/>
                </a:cubicBezTo>
                <a:close/>
                <a:moveTo>
                  <a:pt x="763981" y="63201"/>
                </a:moveTo>
                <a:cubicBezTo>
                  <a:pt x="763981" y="50240"/>
                  <a:pt x="767584" y="40640"/>
                  <a:pt x="774789" y="34402"/>
                </a:cubicBezTo>
                <a:cubicBezTo>
                  <a:pt x="780808" y="29217"/>
                  <a:pt x="788146" y="26625"/>
                  <a:pt x="796801" y="26625"/>
                </a:cubicBezTo>
                <a:cubicBezTo>
                  <a:pt x="806423" y="26625"/>
                  <a:pt x="814287" y="29777"/>
                  <a:pt x="820394" y="36082"/>
                </a:cubicBezTo>
                <a:cubicBezTo>
                  <a:pt x="826501" y="42387"/>
                  <a:pt x="829555" y="51097"/>
                  <a:pt x="829555" y="62213"/>
                </a:cubicBezTo>
                <a:cubicBezTo>
                  <a:pt x="829555" y="71219"/>
                  <a:pt x="828204" y="78304"/>
                  <a:pt x="825502" y="83466"/>
                </a:cubicBezTo>
                <a:cubicBezTo>
                  <a:pt x="822800" y="88629"/>
                  <a:pt x="818868" y="92638"/>
                  <a:pt x="813705" y="95494"/>
                </a:cubicBezTo>
                <a:cubicBezTo>
                  <a:pt x="808543" y="98350"/>
                  <a:pt x="802908" y="99778"/>
                  <a:pt x="796801" y="99778"/>
                </a:cubicBezTo>
                <a:cubicBezTo>
                  <a:pt x="787003" y="99778"/>
                  <a:pt x="779084" y="96636"/>
                  <a:pt x="773043" y="90353"/>
                </a:cubicBezTo>
                <a:cubicBezTo>
                  <a:pt x="767002" y="84071"/>
                  <a:pt x="763981" y="75020"/>
                  <a:pt x="763981" y="63201"/>
                </a:cubicBezTo>
                <a:moveTo>
                  <a:pt x="776173" y="63168"/>
                </a:moveTo>
                <a:cubicBezTo>
                  <a:pt x="776173" y="72098"/>
                  <a:pt x="778128" y="78785"/>
                  <a:pt x="782039" y="83228"/>
                </a:cubicBezTo>
                <a:cubicBezTo>
                  <a:pt x="785949" y="87671"/>
                  <a:pt x="790870" y="89892"/>
                  <a:pt x="796801" y="89892"/>
                </a:cubicBezTo>
                <a:cubicBezTo>
                  <a:pt x="802688" y="89892"/>
                  <a:pt x="807587" y="87660"/>
                  <a:pt x="811497" y="83195"/>
                </a:cubicBezTo>
                <a:cubicBezTo>
                  <a:pt x="815408" y="78730"/>
                  <a:pt x="817363" y="71923"/>
                  <a:pt x="817363" y="62775"/>
                </a:cubicBezTo>
                <a:cubicBezTo>
                  <a:pt x="817363" y="54151"/>
                  <a:pt x="815397" y="47618"/>
                  <a:pt x="811464" y="43175"/>
                </a:cubicBezTo>
                <a:cubicBezTo>
                  <a:pt x="807532" y="38732"/>
                  <a:pt x="802644" y="36510"/>
                  <a:pt x="796801" y="36510"/>
                </a:cubicBezTo>
                <a:cubicBezTo>
                  <a:pt x="790870" y="36510"/>
                  <a:pt x="785949" y="38721"/>
                  <a:pt x="782039" y="43142"/>
                </a:cubicBezTo>
                <a:cubicBezTo>
                  <a:pt x="778128" y="47563"/>
                  <a:pt x="776173" y="54238"/>
                  <a:pt x="776173" y="63168"/>
                </a:cubicBezTo>
                <a:close/>
                <a:moveTo>
                  <a:pt x="843440" y="98196"/>
                </a:moveTo>
                <a:lnTo>
                  <a:pt x="843440" y="28207"/>
                </a:lnTo>
                <a:lnTo>
                  <a:pt x="854116" y="28207"/>
                </a:lnTo>
                <a:lnTo>
                  <a:pt x="854116" y="38092"/>
                </a:lnTo>
                <a:cubicBezTo>
                  <a:pt x="859257" y="30447"/>
                  <a:pt x="866682" y="26625"/>
                  <a:pt x="876392" y="26625"/>
                </a:cubicBezTo>
                <a:cubicBezTo>
                  <a:pt x="880609" y="26625"/>
                  <a:pt x="884487" y="27383"/>
                  <a:pt x="888024" y="28899"/>
                </a:cubicBezTo>
                <a:cubicBezTo>
                  <a:pt x="891560" y="30414"/>
                  <a:pt x="894208" y="32402"/>
                  <a:pt x="895965" y="34863"/>
                </a:cubicBezTo>
                <a:cubicBezTo>
                  <a:pt x="897722" y="37323"/>
                  <a:pt x="898953" y="40245"/>
                  <a:pt x="899656" y="43628"/>
                </a:cubicBezTo>
                <a:cubicBezTo>
                  <a:pt x="900095" y="45825"/>
                  <a:pt x="900315" y="49669"/>
                  <a:pt x="900315" y="55161"/>
                </a:cubicBezTo>
                <a:lnTo>
                  <a:pt x="900315" y="98196"/>
                </a:lnTo>
                <a:lnTo>
                  <a:pt x="888452" y="98196"/>
                </a:lnTo>
                <a:lnTo>
                  <a:pt x="888452" y="55577"/>
                </a:lnTo>
                <a:cubicBezTo>
                  <a:pt x="888452" y="50739"/>
                  <a:pt x="887991" y="47121"/>
                  <a:pt x="887068" y="44724"/>
                </a:cubicBezTo>
                <a:cubicBezTo>
                  <a:pt x="886145" y="42326"/>
                  <a:pt x="884509" y="40413"/>
                  <a:pt x="882158" y="38984"/>
                </a:cubicBezTo>
                <a:cubicBezTo>
                  <a:pt x="879808" y="37555"/>
                  <a:pt x="877051" y="36840"/>
                  <a:pt x="873887" y="36840"/>
                </a:cubicBezTo>
                <a:cubicBezTo>
                  <a:pt x="868835" y="36840"/>
                  <a:pt x="864474" y="38446"/>
                  <a:pt x="860806" y="41657"/>
                </a:cubicBezTo>
                <a:cubicBezTo>
                  <a:pt x="857137" y="44867"/>
                  <a:pt x="855303" y="50958"/>
                  <a:pt x="855303" y="59931"/>
                </a:cubicBezTo>
                <a:lnTo>
                  <a:pt x="855303" y="98196"/>
                </a:lnTo>
                <a:lnTo>
                  <a:pt x="843440" y="98196"/>
                </a:lnTo>
                <a:close/>
                <a:moveTo>
                  <a:pt x="1001676" y="72494"/>
                </a:moveTo>
                <a:lnTo>
                  <a:pt x="1013341" y="74009"/>
                </a:lnTo>
                <a:cubicBezTo>
                  <a:pt x="1012066" y="82070"/>
                  <a:pt x="1008804" y="88380"/>
                  <a:pt x="1003554" y="92940"/>
                </a:cubicBezTo>
                <a:cubicBezTo>
                  <a:pt x="998304" y="97498"/>
                  <a:pt x="991856" y="99778"/>
                  <a:pt x="984211" y="99778"/>
                </a:cubicBezTo>
                <a:cubicBezTo>
                  <a:pt x="974633" y="99778"/>
                  <a:pt x="966934" y="96647"/>
                  <a:pt x="961112" y="90386"/>
                </a:cubicBezTo>
                <a:cubicBezTo>
                  <a:pt x="955291" y="84126"/>
                  <a:pt x="952380" y="75152"/>
                  <a:pt x="952380" y="63465"/>
                </a:cubicBezTo>
                <a:cubicBezTo>
                  <a:pt x="952380" y="55908"/>
                  <a:pt x="953632" y="49296"/>
                  <a:pt x="956137" y="43628"/>
                </a:cubicBezTo>
                <a:cubicBezTo>
                  <a:pt x="958641" y="37960"/>
                  <a:pt x="962452" y="33710"/>
                  <a:pt x="967571" y="30876"/>
                </a:cubicBezTo>
                <a:cubicBezTo>
                  <a:pt x="972689" y="28042"/>
                  <a:pt x="978258" y="26625"/>
                  <a:pt x="984277" y="26625"/>
                </a:cubicBezTo>
                <a:cubicBezTo>
                  <a:pt x="991878" y="26625"/>
                  <a:pt x="998095" y="28553"/>
                  <a:pt x="1002928" y="32410"/>
                </a:cubicBezTo>
                <a:cubicBezTo>
                  <a:pt x="1007761" y="36265"/>
                  <a:pt x="1010858" y="41740"/>
                  <a:pt x="1012220" y="48834"/>
                </a:cubicBezTo>
                <a:lnTo>
                  <a:pt x="1000687" y="50614"/>
                </a:lnTo>
                <a:cubicBezTo>
                  <a:pt x="999589" y="45935"/>
                  <a:pt x="997645" y="42414"/>
                  <a:pt x="994855" y="40053"/>
                </a:cubicBezTo>
                <a:cubicBezTo>
                  <a:pt x="992065" y="37691"/>
                  <a:pt x="988693" y="36510"/>
                  <a:pt x="984739" y="36510"/>
                </a:cubicBezTo>
                <a:cubicBezTo>
                  <a:pt x="978763" y="36510"/>
                  <a:pt x="973908" y="38642"/>
                  <a:pt x="970174" y="42905"/>
                </a:cubicBezTo>
                <a:cubicBezTo>
                  <a:pt x="966439" y="47167"/>
                  <a:pt x="964572" y="53910"/>
                  <a:pt x="964572" y="63135"/>
                </a:cubicBezTo>
                <a:cubicBezTo>
                  <a:pt x="964572" y="72492"/>
                  <a:pt x="966373" y="79291"/>
                  <a:pt x="969976" y="83532"/>
                </a:cubicBezTo>
                <a:cubicBezTo>
                  <a:pt x="973579" y="87772"/>
                  <a:pt x="978280" y="89892"/>
                  <a:pt x="984079" y="89892"/>
                </a:cubicBezTo>
                <a:cubicBezTo>
                  <a:pt x="988737" y="89892"/>
                  <a:pt x="992625" y="88470"/>
                  <a:pt x="995744" y="85625"/>
                </a:cubicBezTo>
                <a:cubicBezTo>
                  <a:pt x="998864" y="82780"/>
                  <a:pt x="1000841" y="78403"/>
                  <a:pt x="1001676" y="72494"/>
                </a:cubicBezTo>
                <a:close/>
                <a:moveTo>
                  <a:pt x="1071401" y="75657"/>
                </a:moveTo>
                <a:lnTo>
                  <a:pt x="1083659" y="77173"/>
                </a:lnTo>
                <a:cubicBezTo>
                  <a:pt x="1081726" y="84334"/>
                  <a:pt x="1078145" y="89892"/>
                  <a:pt x="1072917" y="93846"/>
                </a:cubicBezTo>
                <a:cubicBezTo>
                  <a:pt x="1067689" y="97800"/>
                  <a:pt x="1061011" y="99778"/>
                  <a:pt x="1052883" y="99778"/>
                </a:cubicBezTo>
                <a:cubicBezTo>
                  <a:pt x="1042646" y="99778"/>
                  <a:pt x="1034529" y="96625"/>
                  <a:pt x="1028531" y="90320"/>
                </a:cubicBezTo>
                <a:cubicBezTo>
                  <a:pt x="1022534" y="84016"/>
                  <a:pt x="1019536" y="75174"/>
                  <a:pt x="1019536" y="63794"/>
                </a:cubicBezTo>
                <a:cubicBezTo>
                  <a:pt x="1019536" y="52020"/>
                  <a:pt x="1022567" y="42881"/>
                  <a:pt x="1028630" y="36379"/>
                </a:cubicBezTo>
                <a:cubicBezTo>
                  <a:pt x="1034693" y="29876"/>
                  <a:pt x="1042558" y="26625"/>
                  <a:pt x="1052224" y="26625"/>
                </a:cubicBezTo>
                <a:cubicBezTo>
                  <a:pt x="1061582" y="26625"/>
                  <a:pt x="1069227" y="29805"/>
                  <a:pt x="1075158" y="36166"/>
                </a:cubicBezTo>
                <a:cubicBezTo>
                  <a:pt x="1081089" y="42526"/>
                  <a:pt x="1084055" y="51474"/>
                  <a:pt x="1084055" y="63010"/>
                </a:cubicBezTo>
                <a:cubicBezTo>
                  <a:pt x="1084055" y="63711"/>
                  <a:pt x="1084033" y="64764"/>
                  <a:pt x="1083989" y="66167"/>
                </a:cubicBezTo>
                <a:lnTo>
                  <a:pt x="1031794" y="66167"/>
                </a:lnTo>
                <a:cubicBezTo>
                  <a:pt x="1032233" y="73834"/>
                  <a:pt x="1034408" y="79704"/>
                  <a:pt x="1038318" y="83780"/>
                </a:cubicBezTo>
                <a:cubicBezTo>
                  <a:pt x="1042228" y="87855"/>
                  <a:pt x="1047105" y="89892"/>
                  <a:pt x="1052948" y="89892"/>
                </a:cubicBezTo>
                <a:cubicBezTo>
                  <a:pt x="1057298" y="89892"/>
                  <a:pt x="1061011" y="88761"/>
                  <a:pt x="1064086" y="86498"/>
                </a:cubicBezTo>
                <a:cubicBezTo>
                  <a:pt x="1067162" y="84234"/>
                  <a:pt x="1069600" y="80620"/>
                  <a:pt x="1071401" y="75657"/>
                </a:cubicBezTo>
                <a:moveTo>
                  <a:pt x="1032453" y="56281"/>
                </a:moveTo>
                <a:lnTo>
                  <a:pt x="1071533" y="56281"/>
                </a:lnTo>
                <a:cubicBezTo>
                  <a:pt x="1071006" y="50490"/>
                  <a:pt x="1069512" y="46147"/>
                  <a:pt x="1067052" y="43251"/>
                </a:cubicBezTo>
                <a:cubicBezTo>
                  <a:pt x="1063273" y="38757"/>
                  <a:pt x="1058374" y="36510"/>
                  <a:pt x="1052355" y="36510"/>
                </a:cubicBezTo>
                <a:cubicBezTo>
                  <a:pt x="1046907" y="36510"/>
                  <a:pt x="1042327" y="38304"/>
                  <a:pt x="1038615" y="41892"/>
                </a:cubicBezTo>
                <a:cubicBezTo>
                  <a:pt x="1034902" y="45478"/>
                  <a:pt x="1032848" y="50275"/>
                  <a:pt x="1032453" y="56281"/>
                </a:cubicBezTo>
                <a:close/>
                <a:moveTo>
                  <a:pt x="1098401" y="98196"/>
                </a:moveTo>
                <a:lnTo>
                  <a:pt x="1098401" y="28207"/>
                </a:lnTo>
                <a:lnTo>
                  <a:pt x="1109078" y="28207"/>
                </a:lnTo>
                <a:lnTo>
                  <a:pt x="1109078" y="38751"/>
                </a:lnTo>
                <a:cubicBezTo>
                  <a:pt x="1111802" y="33814"/>
                  <a:pt x="1114317" y="30559"/>
                  <a:pt x="1116624" y="28985"/>
                </a:cubicBezTo>
                <a:cubicBezTo>
                  <a:pt x="1118930" y="27412"/>
                  <a:pt x="1121467" y="26625"/>
                  <a:pt x="1124235" y="26625"/>
                </a:cubicBezTo>
                <a:cubicBezTo>
                  <a:pt x="1128233" y="26625"/>
                  <a:pt x="1132298" y="27894"/>
                  <a:pt x="1136427" y="30431"/>
                </a:cubicBezTo>
                <a:lnTo>
                  <a:pt x="1132341" y="41387"/>
                </a:lnTo>
                <a:cubicBezTo>
                  <a:pt x="1129442" y="39674"/>
                  <a:pt x="1126542" y="38817"/>
                  <a:pt x="1123642" y="38817"/>
                </a:cubicBezTo>
                <a:cubicBezTo>
                  <a:pt x="1121050" y="38817"/>
                  <a:pt x="1118721" y="39598"/>
                  <a:pt x="1116656" y="41161"/>
                </a:cubicBezTo>
                <a:cubicBezTo>
                  <a:pt x="1114592" y="42722"/>
                  <a:pt x="1113120" y="44888"/>
                  <a:pt x="1112241" y="47658"/>
                </a:cubicBezTo>
                <a:cubicBezTo>
                  <a:pt x="1110923" y="51880"/>
                  <a:pt x="1110264" y="56498"/>
                  <a:pt x="1110264" y="61512"/>
                </a:cubicBezTo>
                <a:lnTo>
                  <a:pt x="1110264" y="98196"/>
                </a:lnTo>
                <a:lnTo>
                  <a:pt x="1098401" y="98196"/>
                </a:lnTo>
                <a:close/>
                <a:moveTo>
                  <a:pt x="1169378" y="87717"/>
                </a:moveTo>
                <a:lnTo>
                  <a:pt x="1171091" y="98196"/>
                </a:lnTo>
                <a:cubicBezTo>
                  <a:pt x="1167752" y="98811"/>
                  <a:pt x="1164765" y="99119"/>
                  <a:pt x="1162128" y="99119"/>
                </a:cubicBezTo>
                <a:cubicBezTo>
                  <a:pt x="1157823" y="99119"/>
                  <a:pt x="1154484" y="98438"/>
                  <a:pt x="1152111" y="97076"/>
                </a:cubicBezTo>
                <a:cubicBezTo>
                  <a:pt x="1149739" y="95713"/>
                  <a:pt x="1148069" y="93923"/>
                  <a:pt x="1147103" y="91704"/>
                </a:cubicBezTo>
                <a:cubicBezTo>
                  <a:pt x="1146136" y="89486"/>
                  <a:pt x="1145653" y="84817"/>
                  <a:pt x="1145653" y="77700"/>
                </a:cubicBezTo>
                <a:lnTo>
                  <a:pt x="1145653" y="37433"/>
                </a:lnTo>
                <a:lnTo>
                  <a:pt x="1136953" y="37433"/>
                </a:lnTo>
                <a:lnTo>
                  <a:pt x="1136953" y="28207"/>
                </a:lnTo>
                <a:lnTo>
                  <a:pt x="1145653" y="28207"/>
                </a:lnTo>
                <a:lnTo>
                  <a:pt x="1145653" y="10827"/>
                </a:lnTo>
                <a:lnTo>
                  <a:pt x="1157449" y="3691"/>
                </a:lnTo>
                <a:lnTo>
                  <a:pt x="1157449" y="28207"/>
                </a:lnTo>
                <a:lnTo>
                  <a:pt x="1169378" y="28207"/>
                </a:lnTo>
                <a:lnTo>
                  <a:pt x="1169378" y="37433"/>
                </a:lnTo>
                <a:lnTo>
                  <a:pt x="1157449" y="37433"/>
                </a:lnTo>
                <a:lnTo>
                  <a:pt x="1157449" y="78359"/>
                </a:lnTo>
                <a:cubicBezTo>
                  <a:pt x="1157449" y="81742"/>
                  <a:pt x="1157658" y="83917"/>
                  <a:pt x="1158075" y="84883"/>
                </a:cubicBezTo>
                <a:cubicBezTo>
                  <a:pt x="1158493" y="85850"/>
                  <a:pt x="1159174" y="86619"/>
                  <a:pt x="1160118" y="87190"/>
                </a:cubicBezTo>
                <a:cubicBezTo>
                  <a:pt x="1161063" y="87761"/>
                  <a:pt x="1162414" y="88047"/>
                  <a:pt x="1164171" y="88047"/>
                </a:cubicBezTo>
                <a:cubicBezTo>
                  <a:pt x="1165490" y="88047"/>
                  <a:pt x="1167225" y="87937"/>
                  <a:pt x="1169378" y="87717"/>
                </a:cubicBezTo>
                <a:close/>
                <a:moveTo>
                  <a:pt x="1226671" y="89554"/>
                </a:moveTo>
                <a:cubicBezTo>
                  <a:pt x="1222277" y="93292"/>
                  <a:pt x="1218048" y="95930"/>
                  <a:pt x="1213984" y="97469"/>
                </a:cubicBezTo>
                <a:cubicBezTo>
                  <a:pt x="1209920" y="99008"/>
                  <a:pt x="1205560" y="99778"/>
                  <a:pt x="1200902" y="99778"/>
                </a:cubicBezTo>
                <a:cubicBezTo>
                  <a:pt x="1193214" y="99778"/>
                  <a:pt x="1187304" y="97898"/>
                  <a:pt x="1183174" y="94139"/>
                </a:cubicBezTo>
                <a:cubicBezTo>
                  <a:pt x="1179045" y="90379"/>
                  <a:pt x="1176980" y="85576"/>
                  <a:pt x="1176980" y="79729"/>
                </a:cubicBezTo>
                <a:cubicBezTo>
                  <a:pt x="1176980" y="76300"/>
                  <a:pt x="1177759" y="73168"/>
                  <a:pt x="1179319" y="70333"/>
                </a:cubicBezTo>
                <a:cubicBezTo>
                  <a:pt x="1180879" y="67497"/>
                  <a:pt x="1182922" y="65221"/>
                  <a:pt x="1185448" y="63506"/>
                </a:cubicBezTo>
                <a:cubicBezTo>
                  <a:pt x="1187974" y="61791"/>
                  <a:pt x="1190819" y="60494"/>
                  <a:pt x="1193983" y="59616"/>
                </a:cubicBezTo>
                <a:cubicBezTo>
                  <a:pt x="1196311" y="58999"/>
                  <a:pt x="1199826" y="58405"/>
                  <a:pt x="1204527" y="57834"/>
                </a:cubicBezTo>
                <a:cubicBezTo>
                  <a:pt x="1214105" y="56700"/>
                  <a:pt x="1221157" y="55348"/>
                  <a:pt x="1225682" y="53777"/>
                </a:cubicBezTo>
                <a:cubicBezTo>
                  <a:pt x="1225726" y="52158"/>
                  <a:pt x="1225748" y="51130"/>
                  <a:pt x="1225748" y="50692"/>
                </a:cubicBezTo>
                <a:cubicBezTo>
                  <a:pt x="1225748" y="45877"/>
                  <a:pt x="1224628" y="42485"/>
                  <a:pt x="1222387" y="40516"/>
                </a:cubicBezTo>
                <a:cubicBezTo>
                  <a:pt x="1219355" y="37846"/>
                  <a:pt x="1214852" y="36510"/>
                  <a:pt x="1208877" y="36510"/>
                </a:cubicBezTo>
                <a:cubicBezTo>
                  <a:pt x="1203297" y="36510"/>
                  <a:pt x="1199178" y="37488"/>
                  <a:pt x="1196520" y="39443"/>
                </a:cubicBezTo>
                <a:cubicBezTo>
                  <a:pt x="1193862" y="41398"/>
                  <a:pt x="1191896" y="44858"/>
                  <a:pt x="1190622" y="49823"/>
                </a:cubicBezTo>
                <a:lnTo>
                  <a:pt x="1179023" y="48241"/>
                </a:lnTo>
                <a:cubicBezTo>
                  <a:pt x="1180077" y="43261"/>
                  <a:pt x="1181812" y="39240"/>
                  <a:pt x="1184229" y="36177"/>
                </a:cubicBezTo>
                <a:cubicBezTo>
                  <a:pt x="1186645" y="33114"/>
                  <a:pt x="1190138" y="30756"/>
                  <a:pt x="1194708" y="29105"/>
                </a:cubicBezTo>
                <a:cubicBezTo>
                  <a:pt x="1199277" y="27451"/>
                  <a:pt x="1204571" y="26625"/>
                  <a:pt x="1210590" y="26625"/>
                </a:cubicBezTo>
                <a:cubicBezTo>
                  <a:pt x="1216565" y="26625"/>
                  <a:pt x="1221420" y="27328"/>
                  <a:pt x="1225155" y="28734"/>
                </a:cubicBezTo>
                <a:cubicBezTo>
                  <a:pt x="1228889" y="30140"/>
                  <a:pt x="1231635" y="31908"/>
                  <a:pt x="1233393" y="34039"/>
                </a:cubicBezTo>
                <a:cubicBezTo>
                  <a:pt x="1235150" y="36170"/>
                  <a:pt x="1236380" y="38861"/>
                  <a:pt x="1237083" y="42112"/>
                </a:cubicBezTo>
                <a:cubicBezTo>
                  <a:pt x="1237479" y="44133"/>
                  <a:pt x="1237676" y="47780"/>
                  <a:pt x="1237676" y="53052"/>
                </a:cubicBezTo>
                <a:lnTo>
                  <a:pt x="1237676" y="68869"/>
                </a:lnTo>
                <a:cubicBezTo>
                  <a:pt x="1237676" y="79897"/>
                  <a:pt x="1237929" y="86871"/>
                  <a:pt x="1238434" y="89793"/>
                </a:cubicBezTo>
                <a:cubicBezTo>
                  <a:pt x="1238940" y="92715"/>
                  <a:pt x="1239939" y="95516"/>
                  <a:pt x="1241433" y="98196"/>
                </a:cubicBezTo>
                <a:lnTo>
                  <a:pt x="1229043" y="98196"/>
                </a:lnTo>
                <a:cubicBezTo>
                  <a:pt x="1227813" y="95733"/>
                  <a:pt x="1227022" y="92852"/>
                  <a:pt x="1226671" y="89554"/>
                </a:cubicBezTo>
                <a:moveTo>
                  <a:pt x="1225682" y="63004"/>
                </a:moveTo>
                <a:cubicBezTo>
                  <a:pt x="1221376" y="64776"/>
                  <a:pt x="1214918" y="66282"/>
                  <a:pt x="1206307" y="67522"/>
                </a:cubicBezTo>
                <a:cubicBezTo>
                  <a:pt x="1201430" y="68228"/>
                  <a:pt x="1197981" y="69022"/>
                  <a:pt x="1195960" y="69905"/>
                </a:cubicBezTo>
                <a:cubicBezTo>
                  <a:pt x="1193939" y="70786"/>
                  <a:pt x="1192379" y="72077"/>
                  <a:pt x="1191281" y="73777"/>
                </a:cubicBezTo>
                <a:cubicBezTo>
                  <a:pt x="1190182" y="75475"/>
                  <a:pt x="1189633" y="77361"/>
                  <a:pt x="1189633" y="79434"/>
                </a:cubicBezTo>
                <a:cubicBezTo>
                  <a:pt x="1189633" y="82610"/>
                  <a:pt x="1190830" y="85257"/>
                  <a:pt x="1193225" y="87375"/>
                </a:cubicBezTo>
                <a:cubicBezTo>
                  <a:pt x="1195619" y="89493"/>
                  <a:pt x="1199123" y="90551"/>
                  <a:pt x="1203736" y="90551"/>
                </a:cubicBezTo>
                <a:cubicBezTo>
                  <a:pt x="1208306" y="90551"/>
                  <a:pt x="1212370" y="89547"/>
                  <a:pt x="1215928" y="87538"/>
                </a:cubicBezTo>
                <a:cubicBezTo>
                  <a:pt x="1219487" y="85529"/>
                  <a:pt x="1222101" y="82781"/>
                  <a:pt x="1223771" y="79294"/>
                </a:cubicBezTo>
                <a:cubicBezTo>
                  <a:pt x="1225045" y="76600"/>
                  <a:pt x="1225682" y="72627"/>
                  <a:pt x="1225682" y="67374"/>
                </a:cubicBezTo>
                <a:lnTo>
                  <a:pt x="1225682" y="63004"/>
                </a:lnTo>
                <a:close/>
                <a:moveTo>
                  <a:pt x="1256108" y="15290"/>
                </a:moveTo>
                <a:lnTo>
                  <a:pt x="1256108" y="1582"/>
                </a:lnTo>
                <a:lnTo>
                  <a:pt x="1267971" y="1582"/>
                </a:lnTo>
                <a:lnTo>
                  <a:pt x="1267971" y="15290"/>
                </a:lnTo>
                <a:lnTo>
                  <a:pt x="1256108" y="15290"/>
                </a:lnTo>
                <a:moveTo>
                  <a:pt x="1256108" y="98196"/>
                </a:moveTo>
                <a:lnTo>
                  <a:pt x="1256108" y="28207"/>
                </a:lnTo>
                <a:lnTo>
                  <a:pt x="1267971" y="28207"/>
                </a:lnTo>
                <a:lnTo>
                  <a:pt x="1267971" y="98196"/>
                </a:lnTo>
                <a:lnTo>
                  <a:pt x="1256108" y="98196"/>
                </a:lnTo>
                <a:close/>
                <a:moveTo>
                  <a:pt x="1286006" y="98196"/>
                </a:moveTo>
                <a:lnTo>
                  <a:pt x="1286006" y="28207"/>
                </a:lnTo>
                <a:lnTo>
                  <a:pt x="1296682" y="28207"/>
                </a:lnTo>
                <a:lnTo>
                  <a:pt x="1296682" y="38092"/>
                </a:lnTo>
                <a:cubicBezTo>
                  <a:pt x="1301823" y="30447"/>
                  <a:pt x="1309248" y="26625"/>
                  <a:pt x="1318958" y="26625"/>
                </a:cubicBezTo>
                <a:cubicBezTo>
                  <a:pt x="1323175" y="26625"/>
                  <a:pt x="1327053" y="27383"/>
                  <a:pt x="1330589" y="28899"/>
                </a:cubicBezTo>
                <a:cubicBezTo>
                  <a:pt x="1334126" y="30414"/>
                  <a:pt x="1336773" y="32402"/>
                  <a:pt x="1338531" y="34863"/>
                </a:cubicBezTo>
                <a:cubicBezTo>
                  <a:pt x="1340288" y="37323"/>
                  <a:pt x="1341518" y="40245"/>
                  <a:pt x="1342221" y="43628"/>
                </a:cubicBezTo>
                <a:cubicBezTo>
                  <a:pt x="1342661" y="45825"/>
                  <a:pt x="1342880" y="49669"/>
                  <a:pt x="1342880" y="55161"/>
                </a:cubicBezTo>
                <a:lnTo>
                  <a:pt x="1342880" y="98196"/>
                </a:lnTo>
                <a:lnTo>
                  <a:pt x="1331018" y="98196"/>
                </a:lnTo>
                <a:lnTo>
                  <a:pt x="1331018" y="55577"/>
                </a:lnTo>
                <a:cubicBezTo>
                  <a:pt x="1331018" y="50739"/>
                  <a:pt x="1330557" y="47121"/>
                  <a:pt x="1329634" y="44724"/>
                </a:cubicBezTo>
                <a:cubicBezTo>
                  <a:pt x="1328711" y="42326"/>
                  <a:pt x="1327075" y="40413"/>
                  <a:pt x="1324724" y="38984"/>
                </a:cubicBezTo>
                <a:cubicBezTo>
                  <a:pt x="1322374" y="37555"/>
                  <a:pt x="1319617" y="36840"/>
                  <a:pt x="1316453" y="36840"/>
                </a:cubicBezTo>
                <a:cubicBezTo>
                  <a:pt x="1311401" y="36840"/>
                  <a:pt x="1307040" y="38446"/>
                  <a:pt x="1303371" y="41657"/>
                </a:cubicBezTo>
                <a:cubicBezTo>
                  <a:pt x="1299703" y="44867"/>
                  <a:pt x="1297869" y="50958"/>
                  <a:pt x="1297869" y="59931"/>
                </a:cubicBezTo>
                <a:lnTo>
                  <a:pt x="1297869" y="98196"/>
                </a:lnTo>
                <a:lnTo>
                  <a:pt x="1286006" y="98196"/>
                </a:lnTo>
                <a:close/>
                <a:moveTo>
                  <a:pt x="1401405" y="98196"/>
                </a:moveTo>
                <a:lnTo>
                  <a:pt x="1401405" y="37433"/>
                </a:lnTo>
                <a:lnTo>
                  <a:pt x="1390926" y="37433"/>
                </a:lnTo>
                <a:lnTo>
                  <a:pt x="1390926" y="28207"/>
                </a:lnTo>
                <a:lnTo>
                  <a:pt x="1401405" y="28207"/>
                </a:lnTo>
                <a:lnTo>
                  <a:pt x="1401405" y="20776"/>
                </a:lnTo>
                <a:cubicBezTo>
                  <a:pt x="1401405" y="16086"/>
                  <a:pt x="1401822" y="12601"/>
                  <a:pt x="1402657" y="10322"/>
                </a:cubicBezTo>
                <a:cubicBezTo>
                  <a:pt x="1403799" y="7255"/>
                  <a:pt x="1405809" y="4768"/>
                  <a:pt x="1408687" y="2861"/>
                </a:cubicBezTo>
                <a:cubicBezTo>
                  <a:pt x="1411565" y="954"/>
                  <a:pt x="1415596" y="0"/>
                  <a:pt x="1420780" y="0"/>
                </a:cubicBezTo>
                <a:cubicBezTo>
                  <a:pt x="1424119" y="0"/>
                  <a:pt x="1427810" y="395"/>
                  <a:pt x="1431852" y="1186"/>
                </a:cubicBezTo>
                <a:lnTo>
                  <a:pt x="1430073" y="11533"/>
                </a:lnTo>
                <a:cubicBezTo>
                  <a:pt x="1427612" y="11094"/>
                  <a:pt x="1425284" y="10874"/>
                  <a:pt x="1423087" y="10874"/>
                </a:cubicBezTo>
                <a:cubicBezTo>
                  <a:pt x="1419484" y="10874"/>
                  <a:pt x="1416936" y="11640"/>
                  <a:pt x="1415442" y="13172"/>
                </a:cubicBezTo>
                <a:cubicBezTo>
                  <a:pt x="1413948" y="14705"/>
                  <a:pt x="1413201" y="17571"/>
                  <a:pt x="1413201" y="21773"/>
                </a:cubicBezTo>
                <a:lnTo>
                  <a:pt x="1413201" y="28207"/>
                </a:lnTo>
                <a:lnTo>
                  <a:pt x="1426843" y="28207"/>
                </a:lnTo>
                <a:lnTo>
                  <a:pt x="1426843" y="37433"/>
                </a:lnTo>
                <a:lnTo>
                  <a:pt x="1413201" y="37433"/>
                </a:lnTo>
                <a:lnTo>
                  <a:pt x="1413201" y="98196"/>
                </a:lnTo>
                <a:lnTo>
                  <a:pt x="1401405" y="98196"/>
                </a:lnTo>
                <a:close/>
                <a:moveTo>
                  <a:pt x="1481764" y="89554"/>
                </a:moveTo>
                <a:cubicBezTo>
                  <a:pt x="1477370" y="93292"/>
                  <a:pt x="1473141" y="95930"/>
                  <a:pt x="1469077" y="97469"/>
                </a:cubicBezTo>
                <a:cubicBezTo>
                  <a:pt x="1465013" y="99008"/>
                  <a:pt x="1460653" y="99778"/>
                  <a:pt x="1455995" y="99778"/>
                </a:cubicBezTo>
                <a:cubicBezTo>
                  <a:pt x="1448307" y="99778"/>
                  <a:pt x="1442397" y="97898"/>
                  <a:pt x="1438268" y="94139"/>
                </a:cubicBezTo>
                <a:cubicBezTo>
                  <a:pt x="1434138" y="90379"/>
                  <a:pt x="1432073" y="85576"/>
                  <a:pt x="1432073" y="79729"/>
                </a:cubicBezTo>
                <a:cubicBezTo>
                  <a:pt x="1432073" y="76300"/>
                  <a:pt x="1432852" y="73168"/>
                  <a:pt x="1434412" y="70333"/>
                </a:cubicBezTo>
                <a:cubicBezTo>
                  <a:pt x="1435972" y="67497"/>
                  <a:pt x="1438015" y="65221"/>
                  <a:pt x="1440541" y="63506"/>
                </a:cubicBezTo>
                <a:cubicBezTo>
                  <a:pt x="1443067" y="61791"/>
                  <a:pt x="1445912" y="60494"/>
                  <a:pt x="1449076" y="59616"/>
                </a:cubicBezTo>
                <a:cubicBezTo>
                  <a:pt x="1451404" y="58999"/>
                  <a:pt x="1454919" y="58405"/>
                  <a:pt x="1459620" y="57834"/>
                </a:cubicBezTo>
                <a:cubicBezTo>
                  <a:pt x="1469198" y="56700"/>
                  <a:pt x="1476250" y="55348"/>
                  <a:pt x="1480775" y="53777"/>
                </a:cubicBezTo>
                <a:cubicBezTo>
                  <a:pt x="1480819" y="52158"/>
                  <a:pt x="1480841" y="51130"/>
                  <a:pt x="1480841" y="50692"/>
                </a:cubicBezTo>
                <a:cubicBezTo>
                  <a:pt x="1480841" y="45877"/>
                  <a:pt x="1479721" y="42485"/>
                  <a:pt x="1477480" y="40516"/>
                </a:cubicBezTo>
                <a:cubicBezTo>
                  <a:pt x="1474448" y="37846"/>
                  <a:pt x="1469945" y="36510"/>
                  <a:pt x="1463970" y="36510"/>
                </a:cubicBezTo>
                <a:cubicBezTo>
                  <a:pt x="1458390" y="36510"/>
                  <a:pt x="1454271" y="37488"/>
                  <a:pt x="1451613" y="39443"/>
                </a:cubicBezTo>
                <a:cubicBezTo>
                  <a:pt x="1448955" y="41398"/>
                  <a:pt x="1446989" y="44858"/>
                  <a:pt x="1445715" y="49823"/>
                </a:cubicBezTo>
                <a:lnTo>
                  <a:pt x="1434116" y="48241"/>
                </a:lnTo>
                <a:cubicBezTo>
                  <a:pt x="1435170" y="43261"/>
                  <a:pt x="1436906" y="39240"/>
                  <a:pt x="1439322" y="36177"/>
                </a:cubicBezTo>
                <a:cubicBezTo>
                  <a:pt x="1441738" y="33114"/>
                  <a:pt x="1445231" y="30756"/>
                  <a:pt x="1449801" y="29105"/>
                </a:cubicBezTo>
                <a:cubicBezTo>
                  <a:pt x="1454370" y="27451"/>
                  <a:pt x="1459664" y="26625"/>
                  <a:pt x="1465683" y="26625"/>
                </a:cubicBezTo>
                <a:cubicBezTo>
                  <a:pt x="1471658" y="26625"/>
                  <a:pt x="1476513" y="27328"/>
                  <a:pt x="1480248" y="28734"/>
                </a:cubicBezTo>
                <a:cubicBezTo>
                  <a:pt x="1483982" y="30140"/>
                  <a:pt x="1486728" y="31908"/>
                  <a:pt x="1488486" y="34039"/>
                </a:cubicBezTo>
                <a:cubicBezTo>
                  <a:pt x="1490243" y="36170"/>
                  <a:pt x="1491473" y="38861"/>
                  <a:pt x="1492176" y="42112"/>
                </a:cubicBezTo>
                <a:cubicBezTo>
                  <a:pt x="1492572" y="44133"/>
                  <a:pt x="1492770" y="47780"/>
                  <a:pt x="1492770" y="53052"/>
                </a:cubicBezTo>
                <a:lnTo>
                  <a:pt x="1492770" y="68869"/>
                </a:lnTo>
                <a:cubicBezTo>
                  <a:pt x="1492770" y="79897"/>
                  <a:pt x="1493022" y="86871"/>
                  <a:pt x="1493527" y="89793"/>
                </a:cubicBezTo>
                <a:cubicBezTo>
                  <a:pt x="1494033" y="92715"/>
                  <a:pt x="1495032" y="95516"/>
                  <a:pt x="1496526" y="98196"/>
                </a:cubicBezTo>
                <a:lnTo>
                  <a:pt x="1484136" y="98196"/>
                </a:lnTo>
                <a:cubicBezTo>
                  <a:pt x="1482906" y="95733"/>
                  <a:pt x="1482115" y="92852"/>
                  <a:pt x="1481764" y="89554"/>
                </a:cubicBezTo>
                <a:moveTo>
                  <a:pt x="1480775" y="63004"/>
                </a:moveTo>
                <a:cubicBezTo>
                  <a:pt x="1476469" y="64776"/>
                  <a:pt x="1470011" y="66282"/>
                  <a:pt x="1461400" y="67522"/>
                </a:cubicBezTo>
                <a:cubicBezTo>
                  <a:pt x="1456523" y="68228"/>
                  <a:pt x="1453074" y="69022"/>
                  <a:pt x="1451053" y="69905"/>
                </a:cubicBezTo>
                <a:cubicBezTo>
                  <a:pt x="1449032" y="70786"/>
                  <a:pt x="1447472" y="72077"/>
                  <a:pt x="1446374" y="73777"/>
                </a:cubicBezTo>
                <a:cubicBezTo>
                  <a:pt x="1445275" y="75475"/>
                  <a:pt x="1444726" y="77361"/>
                  <a:pt x="1444726" y="79434"/>
                </a:cubicBezTo>
                <a:cubicBezTo>
                  <a:pt x="1444726" y="82610"/>
                  <a:pt x="1445923" y="85257"/>
                  <a:pt x="1448318" y="87375"/>
                </a:cubicBezTo>
                <a:cubicBezTo>
                  <a:pt x="1450712" y="89493"/>
                  <a:pt x="1454216" y="90551"/>
                  <a:pt x="1458829" y="90551"/>
                </a:cubicBezTo>
                <a:cubicBezTo>
                  <a:pt x="1463399" y="90551"/>
                  <a:pt x="1467463" y="89547"/>
                  <a:pt x="1471021" y="87538"/>
                </a:cubicBezTo>
                <a:cubicBezTo>
                  <a:pt x="1474580" y="85529"/>
                  <a:pt x="1477194" y="82781"/>
                  <a:pt x="1478864" y="79294"/>
                </a:cubicBezTo>
                <a:cubicBezTo>
                  <a:pt x="1480138" y="76600"/>
                  <a:pt x="1480775" y="72627"/>
                  <a:pt x="1480775" y="67374"/>
                </a:cubicBezTo>
                <a:lnTo>
                  <a:pt x="1480775" y="63004"/>
                </a:lnTo>
                <a:close/>
                <a:moveTo>
                  <a:pt x="1556806" y="72494"/>
                </a:moveTo>
                <a:lnTo>
                  <a:pt x="1568471" y="74009"/>
                </a:lnTo>
                <a:cubicBezTo>
                  <a:pt x="1567197" y="82070"/>
                  <a:pt x="1563935" y="88380"/>
                  <a:pt x="1558685" y="92940"/>
                </a:cubicBezTo>
                <a:cubicBezTo>
                  <a:pt x="1553434" y="97498"/>
                  <a:pt x="1546987" y="99778"/>
                  <a:pt x="1539342" y="99778"/>
                </a:cubicBezTo>
                <a:cubicBezTo>
                  <a:pt x="1529764" y="99778"/>
                  <a:pt x="1522064" y="96647"/>
                  <a:pt x="1516243" y="90386"/>
                </a:cubicBezTo>
                <a:cubicBezTo>
                  <a:pt x="1510422" y="84126"/>
                  <a:pt x="1507511" y="75152"/>
                  <a:pt x="1507511" y="63465"/>
                </a:cubicBezTo>
                <a:cubicBezTo>
                  <a:pt x="1507511" y="55908"/>
                  <a:pt x="1508763" y="49296"/>
                  <a:pt x="1511267" y="43628"/>
                </a:cubicBezTo>
                <a:cubicBezTo>
                  <a:pt x="1513772" y="37960"/>
                  <a:pt x="1517583" y="33710"/>
                  <a:pt x="1522702" y="30876"/>
                </a:cubicBezTo>
                <a:cubicBezTo>
                  <a:pt x="1527820" y="28042"/>
                  <a:pt x="1533389" y="26625"/>
                  <a:pt x="1539408" y="26625"/>
                </a:cubicBezTo>
                <a:cubicBezTo>
                  <a:pt x="1547009" y="26625"/>
                  <a:pt x="1553226" y="28553"/>
                  <a:pt x="1558059" y="32410"/>
                </a:cubicBezTo>
                <a:cubicBezTo>
                  <a:pt x="1562892" y="36265"/>
                  <a:pt x="1565989" y="41740"/>
                  <a:pt x="1567351" y="48834"/>
                </a:cubicBezTo>
                <a:lnTo>
                  <a:pt x="1555818" y="50614"/>
                </a:lnTo>
                <a:cubicBezTo>
                  <a:pt x="1554720" y="45935"/>
                  <a:pt x="1552775" y="42414"/>
                  <a:pt x="1549985" y="40053"/>
                </a:cubicBezTo>
                <a:cubicBezTo>
                  <a:pt x="1547196" y="37691"/>
                  <a:pt x="1543824" y="36510"/>
                  <a:pt x="1539869" y="36510"/>
                </a:cubicBezTo>
                <a:cubicBezTo>
                  <a:pt x="1533894" y="36510"/>
                  <a:pt x="1529039" y="38642"/>
                  <a:pt x="1525305" y="42905"/>
                </a:cubicBezTo>
                <a:cubicBezTo>
                  <a:pt x="1521570" y="47167"/>
                  <a:pt x="1519703" y="53910"/>
                  <a:pt x="1519703" y="63135"/>
                </a:cubicBezTo>
                <a:cubicBezTo>
                  <a:pt x="1519703" y="72492"/>
                  <a:pt x="1521504" y="79291"/>
                  <a:pt x="1525107" y="83532"/>
                </a:cubicBezTo>
                <a:cubicBezTo>
                  <a:pt x="1528710" y="87772"/>
                  <a:pt x="1533411" y="89892"/>
                  <a:pt x="1539210" y="89892"/>
                </a:cubicBezTo>
                <a:cubicBezTo>
                  <a:pt x="1543867" y="89892"/>
                  <a:pt x="1547756" y="88470"/>
                  <a:pt x="1550875" y="85625"/>
                </a:cubicBezTo>
                <a:cubicBezTo>
                  <a:pt x="1553995" y="82780"/>
                  <a:pt x="1555972" y="78403"/>
                  <a:pt x="1556806" y="72494"/>
                </a:cubicBezTo>
                <a:close/>
                <a:moveTo>
                  <a:pt x="1604520" y="87717"/>
                </a:moveTo>
                <a:lnTo>
                  <a:pt x="1606234" y="98196"/>
                </a:lnTo>
                <a:cubicBezTo>
                  <a:pt x="1602895" y="98811"/>
                  <a:pt x="1599907" y="99119"/>
                  <a:pt x="1597271" y="99119"/>
                </a:cubicBezTo>
                <a:cubicBezTo>
                  <a:pt x="1592965" y="99119"/>
                  <a:pt x="1589626" y="98438"/>
                  <a:pt x="1587254" y="97076"/>
                </a:cubicBezTo>
                <a:cubicBezTo>
                  <a:pt x="1584881" y="95713"/>
                  <a:pt x="1583212" y="93923"/>
                  <a:pt x="1582245" y="91704"/>
                </a:cubicBezTo>
                <a:cubicBezTo>
                  <a:pt x="1581279" y="89486"/>
                  <a:pt x="1580795" y="84817"/>
                  <a:pt x="1580795" y="77700"/>
                </a:cubicBezTo>
                <a:lnTo>
                  <a:pt x="1580795" y="37433"/>
                </a:lnTo>
                <a:lnTo>
                  <a:pt x="1572096" y="37433"/>
                </a:lnTo>
                <a:lnTo>
                  <a:pt x="1572096" y="28207"/>
                </a:lnTo>
                <a:lnTo>
                  <a:pt x="1580795" y="28207"/>
                </a:lnTo>
                <a:lnTo>
                  <a:pt x="1580795" y="10827"/>
                </a:lnTo>
                <a:lnTo>
                  <a:pt x="1592592" y="3691"/>
                </a:lnTo>
                <a:lnTo>
                  <a:pt x="1592592" y="28207"/>
                </a:lnTo>
                <a:lnTo>
                  <a:pt x="1604520" y="28207"/>
                </a:lnTo>
                <a:lnTo>
                  <a:pt x="1604520" y="37433"/>
                </a:lnTo>
                <a:lnTo>
                  <a:pt x="1592592" y="37433"/>
                </a:lnTo>
                <a:lnTo>
                  <a:pt x="1592592" y="78359"/>
                </a:lnTo>
                <a:cubicBezTo>
                  <a:pt x="1592592" y="81742"/>
                  <a:pt x="1592801" y="83917"/>
                  <a:pt x="1593218" y="84883"/>
                </a:cubicBezTo>
                <a:cubicBezTo>
                  <a:pt x="1593635" y="85850"/>
                  <a:pt x="1594316" y="86619"/>
                  <a:pt x="1595261" y="87190"/>
                </a:cubicBezTo>
                <a:cubicBezTo>
                  <a:pt x="1596206" y="87761"/>
                  <a:pt x="1597557" y="88047"/>
                  <a:pt x="1599314" y="88047"/>
                </a:cubicBezTo>
                <a:cubicBezTo>
                  <a:pt x="1600632" y="88047"/>
                  <a:pt x="1602368" y="87937"/>
                  <a:pt x="1604520" y="87717"/>
                </a:cubicBezTo>
                <a:close/>
                <a:moveTo>
                  <a:pt x="1611727" y="63201"/>
                </a:moveTo>
                <a:cubicBezTo>
                  <a:pt x="1611727" y="50240"/>
                  <a:pt x="1615330" y="40640"/>
                  <a:pt x="1622535" y="34402"/>
                </a:cubicBezTo>
                <a:cubicBezTo>
                  <a:pt x="1628554" y="29217"/>
                  <a:pt x="1635891" y="26625"/>
                  <a:pt x="1644547" y="26625"/>
                </a:cubicBezTo>
                <a:cubicBezTo>
                  <a:pt x="1654169" y="26625"/>
                  <a:pt x="1662033" y="29777"/>
                  <a:pt x="1668140" y="36082"/>
                </a:cubicBezTo>
                <a:cubicBezTo>
                  <a:pt x="1674247" y="42387"/>
                  <a:pt x="1677301" y="51097"/>
                  <a:pt x="1677301" y="62213"/>
                </a:cubicBezTo>
                <a:cubicBezTo>
                  <a:pt x="1677301" y="71219"/>
                  <a:pt x="1675950" y="78304"/>
                  <a:pt x="1673248" y="83466"/>
                </a:cubicBezTo>
                <a:cubicBezTo>
                  <a:pt x="1670545" y="88629"/>
                  <a:pt x="1666613" y="92638"/>
                  <a:pt x="1661451" y="95494"/>
                </a:cubicBezTo>
                <a:cubicBezTo>
                  <a:pt x="1656288" y="98350"/>
                  <a:pt x="1650654" y="99778"/>
                  <a:pt x="1644547" y="99778"/>
                </a:cubicBezTo>
                <a:cubicBezTo>
                  <a:pt x="1634749" y="99778"/>
                  <a:pt x="1626830" y="96636"/>
                  <a:pt x="1620789" y="90353"/>
                </a:cubicBezTo>
                <a:cubicBezTo>
                  <a:pt x="1614747" y="84071"/>
                  <a:pt x="1611727" y="75020"/>
                  <a:pt x="1611727" y="63201"/>
                </a:cubicBezTo>
                <a:moveTo>
                  <a:pt x="1623919" y="63168"/>
                </a:moveTo>
                <a:cubicBezTo>
                  <a:pt x="1623919" y="72098"/>
                  <a:pt x="1625874" y="78785"/>
                  <a:pt x="1629784" y="83228"/>
                </a:cubicBezTo>
                <a:cubicBezTo>
                  <a:pt x="1633695" y="87671"/>
                  <a:pt x="1638615" y="89892"/>
                  <a:pt x="1644547" y="89892"/>
                </a:cubicBezTo>
                <a:cubicBezTo>
                  <a:pt x="1650434" y="89892"/>
                  <a:pt x="1655333" y="87660"/>
                  <a:pt x="1659243" y="83195"/>
                </a:cubicBezTo>
                <a:cubicBezTo>
                  <a:pt x="1663153" y="78730"/>
                  <a:pt x="1665108" y="71923"/>
                  <a:pt x="1665108" y="62775"/>
                </a:cubicBezTo>
                <a:cubicBezTo>
                  <a:pt x="1665108" y="54151"/>
                  <a:pt x="1663142" y="47618"/>
                  <a:pt x="1659210" y="43175"/>
                </a:cubicBezTo>
                <a:cubicBezTo>
                  <a:pt x="1655278" y="38732"/>
                  <a:pt x="1650390" y="36510"/>
                  <a:pt x="1644547" y="36510"/>
                </a:cubicBezTo>
                <a:cubicBezTo>
                  <a:pt x="1638615" y="36510"/>
                  <a:pt x="1633695" y="38721"/>
                  <a:pt x="1629784" y="43142"/>
                </a:cubicBezTo>
                <a:cubicBezTo>
                  <a:pt x="1625874" y="47563"/>
                  <a:pt x="1623919" y="54238"/>
                  <a:pt x="1623919" y="63168"/>
                </a:cubicBezTo>
                <a:close/>
                <a:moveTo>
                  <a:pt x="1691054" y="98196"/>
                </a:moveTo>
                <a:lnTo>
                  <a:pt x="1691054" y="28207"/>
                </a:lnTo>
                <a:lnTo>
                  <a:pt x="1701730" y="28207"/>
                </a:lnTo>
                <a:lnTo>
                  <a:pt x="1701730" y="38751"/>
                </a:lnTo>
                <a:cubicBezTo>
                  <a:pt x="1704454" y="33814"/>
                  <a:pt x="1706970" y="30559"/>
                  <a:pt x="1709276" y="28985"/>
                </a:cubicBezTo>
                <a:cubicBezTo>
                  <a:pt x="1711583" y="27412"/>
                  <a:pt x="1714120" y="26625"/>
                  <a:pt x="1716888" y="26625"/>
                </a:cubicBezTo>
                <a:cubicBezTo>
                  <a:pt x="1720886" y="26625"/>
                  <a:pt x="1724950" y="27894"/>
                  <a:pt x="1729080" y="30431"/>
                </a:cubicBezTo>
                <a:lnTo>
                  <a:pt x="1724994" y="41387"/>
                </a:lnTo>
                <a:cubicBezTo>
                  <a:pt x="1722094" y="39674"/>
                  <a:pt x="1719195" y="38817"/>
                  <a:pt x="1716295" y="38817"/>
                </a:cubicBezTo>
                <a:cubicBezTo>
                  <a:pt x="1713703" y="38817"/>
                  <a:pt x="1711374" y="39598"/>
                  <a:pt x="1709309" y="41161"/>
                </a:cubicBezTo>
                <a:cubicBezTo>
                  <a:pt x="1707244" y="42722"/>
                  <a:pt x="1705772" y="44888"/>
                  <a:pt x="1704894" y="47658"/>
                </a:cubicBezTo>
                <a:cubicBezTo>
                  <a:pt x="1703576" y="51880"/>
                  <a:pt x="1702917" y="56498"/>
                  <a:pt x="1702917" y="61512"/>
                </a:cubicBezTo>
                <a:lnTo>
                  <a:pt x="1702917" y="98196"/>
                </a:lnTo>
                <a:lnTo>
                  <a:pt x="1691054" y="98196"/>
                </a:lnTo>
                <a:close/>
                <a:moveTo>
                  <a:pt x="1731385" y="77239"/>
                </a:moveTo>
                <a:lnTo>
                  <a:pt x="1743116" y="75393"/>
                </a:lnTo>
                <a:cubicBezTo>
                  <a:pt x="1743775" y="80074"/>
                  <a:pt x="1745610" y="83661"/>
                  <a:pt x="1748619" y="86154"/>
                </a:cubicBezTo>
                <a:cubicBezTo>
                  <a:pt x="1751629" y="88646"/>
                  <a:pt x="1755836" y="89892"/>
                  <a:pt x="1761240" y="89892"/>
                </a:cubicBezTo>
                <a:cubicBezTo>
                  <a:pt x="1766688" y="89892"/>
                  <a:pt x="1770730" y="88792"/>
                  <a:pt x="1773366" y="86591"/>
                </a:cubicBezTo>
                <a:cubicBezTo>
                  <a:pt x="1776002" y="84388"/>
                  <a:pt x="1777320" y="81806"/>
                  <a:pt x="1777320" y="78843"/>
                </a:cubicBezTo>
                <a:cubicBezTo>
                  <a:pt x="1777320" y="76183"/>
                  <a:pt x="1776156" y="74091"/>
                  <a:pt x="1773827" y="72566"/>
                </a:cubicBezTo>
                <a:cubicBezTo>
                  <a:pt x="1772202" y="71519"/>
                  <a:pt x="1768159" y="70190"/>
                  <a:pt x="1761701" y="68576"/>
                </a:cubicBezTo>
                <a:cubicBezTo>
                  <a:pt x="1753002" y="66378"/>
                  <a:pt x="1746972" y="64477"/>
                  <a:pt x="1743611" y="62872"/>
                </a:cubicBezTo>
                <a:cubicBezTo>
                  <a:pt x="1740249" y="61267"/>
                  <a:pt x="1737701" y="59046"/>
                  <a:pt x="1735966" y="56209"/>
                </a:cubicBezTo>
                <a:cubicBezTo>
                  <a:pt x="1734230" y="53373"/>
                  <a:pt x="1733363" y="50240"/>
                  <a:pt x="1733363" y="46810"/>
                </a:cubicBezTo>
                <a:cubicBezTo>
                  <a:pt x="1733363" y="43688"/>
                  <a:pt x="1734077" y="40796"/>
                  <a:pt x="1735504" y="38135"/>
                </a:cubicBezTo>
                <a:cubicBezTo>
                  <a:pt x="1736932" y="35474"/>
                  <a:pt x="1738876" y="33265"/>
                  <a:pt x="1741337" y="31506"/>
                </a:cubicBezTo>
                <a:cubicBezTo>
                  <a:pt x="1743182" y="30143"/>
                  <a:pt x="1745697" y="28989"/>
                  <a:pt x="1748883" y="28044"/>
                </a:cubicBezTo>
                <a:cubicBezTo>
                  <a:pt x="1752068" y="27098"/>
                  <a:pt x="1755484" y="26625"/>
                  <a:pt x="1759131" y="26625"/>
                </a:cubicBezTo>
                <a:cubicBezTo>
                  <a:pt x="1764623" y="26625"/>
                  <a:pt x="1769445" y="27421"/>
                  <a:pt x="1773596" y="29014"/>
                </a:cubicBezTo>
                <a:cubicBezTo>
                  <a:pt x="1777748" y="30605"/>
                  <a:pt x="1780813" y="32761"/>
                  <a:pt x="1782790" y="35483"/>
                </a:cubicBezTo>
                <a:cubicBezTo>
                  <a:pt x="1784767" y="38203"/>
                  <a:pt x="1786129" y="41840"/>
                  <a:pt x="1786876" y="46396"/>
                </a:cubicBezTo>
                <a:lnTo>
                  <a:pt x="1775277" y="47978"/>
                </a:lnTo>
                <a:cubicBezTo>
                  <a:pt x="1774750" y="44375"/>
                  <a:pt x="1773223" y="41563"/>
                  <a:pt x="1770697" y="39542"/>
                </a:cubicBezTo>
                <a:cubicBezTo>
                  <a:pt x="1768170" y="37521"/>
                  <a:pt x="1764601" y="36510"/>
                  <a:pt x="1759987" y="36510"/>
                </a:cubicBezTo>
                <a:cubicBezTo>
                  <a:pt x="1754539" y="36510"/>
                  <a:pt x="1750651" y="37407"/>
                  <a:pt x="1748323" y="39200"/>
                </a:cubicBezTo>
                <a:cubicBezTo>
                  <a:pt x="1745994" y="40992"/>
                  <a:pt x="1744830" y="43090"/>
                  <a:pt x="1744830" y="45496"/>
                </a:cubicBezTo>
                <a:cubicBezTo>
                  <a:pt x="1744830" y="47025"/>
                  <a:pt x="1745313" y="48403"/>
                  <a:pt x="1746280" y="49627"/>
                </a:cubicBezTo>
                <a:cubicBezTo>
                  <a:pt x="1747246" y="50894"/>
                  <a:pt x="1748762" y="51943"/>
                  <a:pt x="1750827" y="52774"/>
                </a:cubicBezTo>
                <a:cubicBezTo>
                  <a:pt x="1752013" y="53212"/>
                  <a:pt x="1755506" y="54218"/>
                  <a:pt x="1761306" y="55791"/>
                </a:cubicBezTo>
                <a:cubicBezTo>
                  <a:pt x="1769697" y="58031"/>
                  <a:pt x="1775552" y="59864"/>
                  <a:pt x="1778869" y="61290"/>
                </a:cubicBezTo>
                <a:cubicBezTo>
                  <a:pt x="1782186" y="62717"/>
                  <a:pt x="1784789" y="64791"/>
                  <a:pt x="1786678" y="67514"/>
                </a:cubicBezTo>
                <a:cubicBezTo>
                  <a:pt x="1788568" y="70235"/>
                  <a:pt x="1789512" y="73615"/>
                  <a:pt x="1789512" y="77653"/>
                </a:cubicBezTo>
                <a:cubicBezTo>
                  <a:pt x="1789512" y="81604"/>
                  <a:pt x="1788359" y="85325"/>
                  <a:pt x="1786052" y="88815"/>
                </a:cubicBezTo>
                <a:cubicBezTo>
                  <a:pt x="1783746" y="92304"/>
                  <a:pt x="1780417" y="95003"/>
                  <a:pt x="1776068" y="96913"/>
                </a:cubicBezTo>
                <a:cubicBezTo>
                  <a:pt x="1771718" y="98823"/>
                  <a:pt x="1766797" y="99778"/>
                  <a:pt x="1761306" y="99778"/>
                </a:cubicBezTo>
                <a:cubicBezTo>
                  <a:pt x="1752211" y="99778"/>
                  <a:pt x="1745280" y="97883"/>
                  <a:pt x="1740513" y="94093"/>
                </a:cubicBezTo>
                <a:cubicBezTo>
                  <a:pt x="1735746" y="90304"/>
                  <a:pt x="1732704" y="84686"/>
                  <a:pt x="1731385" y="772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andlegalconsiderations,thefiringofan">
            <a:extLst xmlns:a="http://schemas.openxmlformats.org/drawingml/2006/main">
              <a:ext uri="{FF2B5EF4-FFF2-40B4-BE49-F238E27FC236}">
                <a16:creationId xmlns:a16="http://schemas.microsoft.com/office/drawing/2014/main" id="{60189805-6BF1-4437-BDE8-A35D0CC7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125" y="3973667"/>
            <a:ext cx="2371578" cy="126666"/>
          </a:xfrm>
          <a:custGeom xmlns:a="http://schemas.openxmlformats.org/drawingml/2006/main">
            <a:pathLst>
              <a:path w="2371578" h="126666">
                <a:moveTo>
                  <a:pt x="49691" y="89554"/>
                </a:moveTo>
                <a:cubicBezTo>
                  <a:pt x="45298" y="93292"/>
                  <a:pt x="41069" y="95930"/>
                  <a:pt x="37005" y="97469"/>
                </a:cubicBezTo>
                <a:cubicBezTo>
                  <a:pt x="32941" y="99008"/>
                  <a:pt x="28580" y="99778"/>
                  <a:pt x="23923" y="99778"/>
                </a:cubicBezTo>
                <a:cubicBezTo>
                  <a:pt x="16234" y="99778"/>
                  <a:pt x="10325" y="97898"/>
                  <a:pt x="6195" y="94139"/>
                </a:cubicBezTo>
                <a:cubicBezTo>
                  <a:pt x="2065" y="90379"/>
                  <a:pt x="0" y="85576"/>
                  <a:pt x="0" y="79729"/>
                </a:cubicBezTo>
                <a:cubicBezTo>
                  <a:pt x="0" y="76300"/>
                  <a:pt x="780" y="73168"/>
                  <a:pt x="2340" y="70333"/>
                </a:cubicBezTo>
                <a:cubicBezTo>
                  <a:pt x="3899" y="67497"/>
                  <a:pt x="5942" y="65221"/>
                  <a:pt x="8469" y="63506"/>
                </a:cubicBezTo>
                <a:cubicBezTo>
                  <a:pt x="10995" y="61791"/>
                  <a:pt x="13840" y="60494"/>
                  <a:pt x="17003" y="59616"/>
                </a:cubicBezTo>
                <a:cubicBezTo>
                  <a:pt x="19332" y="58999"/>
                  <a:pt x="22846" y="58405"/>
                  <a:pt x="27548" y="57834"/>
                </a:cubicBezTo>
                <a:cubicBezTo>
                  <a:pt x="37125" y="56700"/>
                  <a:pt x="44177" y="55348"/>
                  <a:pt x="48703" y="53777"/>
                </a:cubicBezTo>
                <a:cubicBezTo>
                  <a:pt x="48746" y="52158"/>
                  <a:pt x="48768" y="51130"/>
                  <a:pt x="48768" y="50692"/>
                </a:cubicBezTo>
                <a:cubicBezTo>
                  <a:pt x="48768" y="45877"/>
                  <a:pt x="47648" y="42485"/>
                  <a:pt x="45407" y="40516"/>
                </a:cubicBezTo>
                <a:cubicBezTo>
                  <a:pt x="42376" y="37846"/>
                  <a:pt x="37872" y="36510"/>
                  <a:pt x="31897" y="36510"/>
                </a:cubicBezTo>
                <a:cubicBezTo>
                  <a:pt x="26317" y="36510"/>
                  <a:pt x="22198" y="37488"/>
                  <a:pt x="19540" y="39443"/>
                </a:cubicBezTo>
                <a:cubicBezTo>
                  <a:pt x="16882" y="41398"/>
                  <a:pt x="14916" y="44858"/>
                  <a:pt x="13642" y="49823"/>
                </a:cubicBezTo>
                <a:lnTo>
                  <a:pt x="2043" y="48241"/>
                </a:lnTo>
                <a:cubicBezTo>
                  <a:pt x="3097" y="43261"/>
                  <a:pt x="4833" y="39240"/>
                  <a:pt x="7249" y="36177"/>
                </a:cubicBezTo>
                <a:cubicBezTo>
                  <a:pt x="9666" y="33114"/>
                  <a:pt x="13159" y="30756"/>
                  <a:pt x="17728" y="29105"/>
                </a:cubicBezTo>
                <a:cubicBezTo>
                  <a:pt x="22297" y="27451"/>
                  <a:pt x="27591" y="26625"/>
                  <a:pt x="33611" y="26625"/>
                </a:cubicBezTo>
                <a:cubicBezTo>
                  <a:pt x="39586" y="26625"/>
                  <a:pt x="44441" y="27328"/>
                  <a:pt x="48175" y="28734"/>
                </a:cubicBezTo>
                <a:cubicBezTo>
                  <a:pt x="51910" y="30140"/>
                  <a:pt x="54656" y="31908"/>
                  <a:pt x="56413" y="34039"/>
                </a:cubicBezTo>
                <a:cubicBezTo>
                  <a:pt x="58171" y="36170"/>
                  <a:pt x="59401" y="38861"/>
                  <a:pt x="60104" y="42112"/>
                </a:cubicBezTo>
                <a:cubicBezTo>
                  <a:pt x="60499" y="44133"/>
                  <a:pt x="60697" y="47780"/>
                  <a:pt x="60697" y="53052"/>
                </a:cubicBezTo>
                <a:lnTo>
                  <a:pt x="60697" y="68869"/>
                </a:lnTo>
                <a:cubicBezTo>
                  <a:pt x="60697" y="79897"/>
                  <a:pt x="60950" y="86871"/>
                  <a:pt x="61455" y="89793"/>
                </a:cubicBezTo>
                <a:cubicBezTo>
                  <a:pt x="61960" y="92715"/>
                  <a:pt x="62960" y="95516"/>
                  <a:pt x="64453" y="98196"/>
                </a:cubicBezTo>
                <a:lnTo>
                  <a:pt x="52064" y="98196"/>
                </a:lnTo>
                <a:cubicBezTo>
                  <a:pt x="50833" y="95733"/>
                  <a:pt x="50043" y="92852"/>
                  <a:pt x="49691" y="89554"/>
                </a:cubicBezTo>
                <a:moveTo>
                  <a:pt x="48703" y="63004"/>
                </a:moveTo>
                <a:cubicBezTo>
                  <a:pt x="44397" y="64776"/>
                  <a:pt x="37938" y="66282"/>
                  <a:pt x="29327" y="67522"/>
                </a:cubicBezTo>
                <a:cubicBezTo>
                  <a:pt x="24450" y="68228"/>
                  <a:pt x="21001" y="69022"/>
                  <a:pt x="18980" y="69905"/>
                </a:cubicBezTo>
                <a:cubicBezTo>
                  <a:pt x="16959" y="70786"/>
                  <a:pt x="15399" y="72077"/>
                  <a:pt x="14301" y="73777"/>
                </a:cubicBezTo>
                <a:cubicBezTo>
                  <a:pt x="13203" y="75475"/>
                  <a:pt x="12653" y="77361"/>
                  <a:pt x="12653" y="79434"/>
                </a:cubicBezTo>
                <a:cubicBezTo>
                  <a:pt x="12653" y="82610"/>
                  <a:pt x="13851" y="85257"/>
                  <a:pt x="16245" y="87375"/>
                </a:cubicBezTo>
                <a:cubicBezTo>
                  <a:pt x="18640" y="89493"/>
                  <a:pt x="22143" y="90551"/>
                  <a:pt x="26757" y="90551"/>
                </a:cubicBezTo>
                <a:cubicBezTo>
                  <a:pt x="31326" y="90551"/>
                  <a:pt x="35390" y="89547"/>
                  <a:pt x="38949" y="87538"/>
                </a:cubicBezTo>
                <a:cubicBezTo>
                  <a:pt x="42508" y="85529"/>
                  <a:pt x="45122" y="82781"/>
                  <a:pt x="46791" y="79294"/>
                </a:cubicBezTo>
                <a:cubicBezTo>
                  <a:pt x="48065" y="76600"/>
                  <a:pt x="48703" y="72627"/>
                  <a:pt x="48703" y="67374"/>
                </a:cubicBezTo>
                <a:lnTo>
                  <a:pt x="48703" y="63004"/>
                </a:lnTo>
                <a:close/>
                <a:moveTo>
                  <a:pt x="79063" y="98196"/>
                </a:moveTo>
                <a:lnTo>
                  <a:pt x="79063" y="28207"/>
                </a:lnTo>
                <a:lnTo>
                  <a:pt x="89740" y="28207"/>
                </a:lnTo>
                <a:lnTo>
                  <a:pt x="89740" y="38092"/>
                </a:lnTo>
                <a:cubicBezTo>
                  <a:pt x="94880" y="30447"/>
                  <a:pt x="102305" y="26625"/>
                  <a:pt x="112015" y="26625"/>
                </a:cubicBezTo>
                <a:cubicBezTo>
                  <a:pt x="116233" y="26625"/>
                  <a:pt x="120110" y="27383"/>
                  <a:pt x="123647" y="28899"/>
                </a:cubicBezTo>
                <a:cubicBezTo>
                  <a:pt x="127184" y="30414"/>
                  <a:pt x="129831" y="32402"/>
                  <a:pt x="131588" y="34863"/>
                </a:cubicBezTo>
                <a:cubicBezTo>
                  <a:pt x="133346" y="37323"/>
                  <a:pt x="134576" y="40245"/>
                  <a:pt x="135279" y="43628"/>
                </a:cubicBezTo>
                <a:cubicBezTo>
                  <a:pt x="135718" y="45825"/>
                  <a:pt x="135938" y="49669"/>
                  <a:pt x="135938" y="55161"/>
                </a:cubicBezTo>
                <a:lnTo>
                  <a:pt x="135938" y="98196"/>
                </a:lnTo>
                <a:lnTo>
                  <a:pt x="124075" y="98196"/>
                </a:lnTo>
                <a:lnTo>
                  <a:pt x="124075" y="55577"/>
                </a:lnTo>
                <a:cubicBezTo>
                  <a:pt x="124075" y="50739"/>
                  <a:pt x="123614" y="47121"/>
                  <a:pt x="122691" y="44724"/>
                </a:cubicBezTo>
                <a:cubicBezTo>
                  <a:pt x="121769" y="42326"/>
                  <a:pt x="120132" y="40413"/>
                  <a:pt x="117781" y="38984"/>
                </a:cubicBezTo>
                <a:cubicBezTo>
                  <a:pt x="115431" y="37555"/>
                  <a:pt x="112674" y="36840"/>
                  <a:pt x="109510" y="36840"/>
                </a:cubicBezTo>
                <a:cubicBezTo>
                  <a:pt x="104458" y="36840"/>
                  <a:pt x="100097" y="38446"/>
                  <a:pt x="96429" y="41657"/>
                </a:cubicBezTo>
                <a:cubicBezTo>
                  <a:pt x="92760" y="44867"/>
                  <a:pt x="90926" y="50958"/>
                  <a:pt x="90926" y="59931"/>
                </a:cubicBezTo>
                <a:lnTo>
                  <a:pt x="90926" y="98196"/>
                </a:lnTo>
                <a:lnTo>
                  <a:pt x="79063" y="98196"/>
                </a:lnTo>
                <a:close/>
                <a:moveTo>
                  <a:pt x="199514" y="98196"/>
                </a:moveTo>
                <a:lnTo>
                  <a:pt x="199514" y="89365"/>
                </a:lnTo>
                <a:cubicBezTo>
                  <a:pt x="195076" y="96307"/>
                  <a:pt x="188552" y="99778"/>
                  <a:pt x="179941" y="99778"/>
                </a:cubicBezTo>
                <a:cubicBezTo>
                  <a:pt x="174361" y="99778"/>
                  <a:pt x="169231" y="98240"/>
                  <a:pt x="164552" y="95164"/>
                </a:cubicBezTo>
                <a:cubicBezTo>
                  <a:pt x="159873" y="92089"/>
                  <a:pt x="156248" y="87794"/>
                  <a:pt x="153678" y="82280"/>
                </a:cubicBezTo>
                <a:cubicBezTo>
                  <a:pt x="151108" y="76766"/>
                  <a:pt x="149823" y="70429"/>
                  <a:pt x="149823" y="63267"/>
                </a:cubicBezTo>
                <a:cubicBezTo>
                  <a:pt x="149823" y="56281"/>
                  <a:pt x="150987" y="49944"/>
                  <a:pt x="153316" y="44254"/>
                </a:cubicBezTo>
                <a:cubicBezTo>
                  <a:pt x="155644" y="38564"/>
                  <a:pt x="159137" y="34204"/>
                  <a:pt x="163794" y="31172"/>
                </a:cubicBezTo>
                <a:cubicBezTo>
                  <a:pt x="168452" y="28141"/>
                  <a:pt x="173658" y="26625"/>
                  <a:pt x="179413" y="26625"/>
                </a:cubicBezTo>
                <a:cubicBezTo>
                  <a:pt x="183631" y="26625"/>
                  <a:pt x="187388" y="27515"/>
                  <a:pt x="190683" y="29294"/>
                </a:cubicBezTo>
                <a:cubicBezTo>
                  <a:pt x="193978" y="31073"/>
                  <a:pt x="196658" y="33391"/>
                  <a:pt x="198723" y="36247"/>
                </a:cubicBezTo>
                <a:lnTo>
                  <a:pt x="198723" y="1582"/>
                </a:lnTo>
                <a:lnTo>
                  <a:pt x="210520" y="1582"/>
                </a:lnTo>
                <a:lnTo>
                  <a:pt x="210520" y="98196"/>
                </a:lnTo>
                <a:lnTo>
                  <a:pt x="199514" y="98196"/>
                </a:lnTo>
                <a:moveTo>
                  <a:pt x="162015" y="63234"/>
                </a:moveTo>
                <a:cubicBezTo>
                  <a:pt x="162015" y="72164"/>
                  <a:pt x="163904" y="78840"/>
                  <a:pt x="167683" y="83261"/>
                </a:cubicBezTo>
                <a:cubicBezTo>
                  <a:pt x="171461" y="87682"/>
                  <a:pt x="175921" y="89892"/>
                  <a:pt x="181061" y="89892"/>
                </a:cubicBezTo>
                <a:cubicBezTo>
                  <a:pt x="186245" y="89892"/>
                  <a:pt x="190650" y="87780"/>
                  <a:pt x="194275" y="83557"/>
                </a:cubicBezTo>
                <a:cubicBezTo>
                  <a:pt x="197899" y="79332"/>
                  <a:pt x="199712" y="72886"/>
                  <a:pt x="199712" y="64219"/>
                </a:cubicBezTo>
                <a:cubicBezTo>
                  <a:pt x="199712" y="54676"/>
                  <a:pt x="197866" y="47673"/>
                  <a:pt x="194176" y="43208"/>
                </a:cubicBezTo>
                <a:cubicBezTo>
                  <a:pt x="190485" y="38743"/>
                  <a:pt x="185938" y="36510"/>
                  <a:pt x="180534" y="36510"/>
                </a:cubicBezTo>
                <a:cubicBezTo>
                  <a:pt x="175262" y="36510"/>
                  <a:pt x="170857" y="38656"/>
                  <a:pt x="167320" y="42946"/>
                </a:cubicBezTo>
                <a:cubicBezTo>
                  <a:pt x="163783" y="47235"/>
                  <a:pt x="162015" y="53998"/>
                  <a:pt x="162015" y="63234"/>
                </a:cubicBezTo>
                <a:close/>
                <a:moveTo>
                  <a:pt x="266408" y="98196"/>
                </a:moveTo>
                <a:lnTo>
                  <a:pt x="266408" y="1582"/>
                </a:lnTo>
                <a:lnTo>
                  <a:pt x="278270" y="1582"/>
                </a:lnTo>
                <a:lnTo>
                  <a:pt x="278270" y="98196"/>
                </a:lnTo>
                <a:lnTo>
                  <a:pt x="266408" y="98196"/>
                </a:lnTo>
                <a:close/>
                <a:moveTo>
                  <a:pt x="344546" y="75657"/>
                </a:moveTo>
                <a:lnTo>
                  <a:pt x="356804" y="77173"/>
                </a:lnTo>
                <a:cubicBezTo>
                  <a:pt x="354871" y="84334"/>
                  <a:pt x="351290" y="89892"/>
                  <a:pt x="346062" y="93846"/>
                </a:cubicBezTo>
                <a:cubicBezTo>
                  <a:pt x="340834" y="97800"/>
                  <a:pt x="334155" y="99778"/>
                  <a:pt x="326027" y="99778"/>
                </a:cubicBezTo>
                <a:cubicBezTo>
                  <a:pt x="315790" y="99778"/>
                  <a:pt x="307673" y="96625"/>
                  <a:pt x="301676" y="90320"/>
                </a:cubicBezTo>
                <a:cubicBezTo>
                  <a:pt x="295679" y="84016"/>
                  <a:pt x="292680" y="75174"/>
                  <a:pt x="292680" y="63794"/>
                </a:cubicBezTo>
                <a:cubicBezTo>
                  <a:pt x="292680" y="52020"/>
                  <a:pt x="295712" y="42881"/>
                  <a:pt x="301775" y="36379"/>
                </a:cubicBezTo>
                <a:cubicBezTo>
                  <a:pt x="307838" y="29876"/>
                  <a:pt x="315702" y="26625"/>
                  <a:pt x="325368" y="26625"/>
                </a:cubicBezTo>
                <a:cubicBezTo>
                  <a:pt x="334726" y="26625"/>
                  <a:pt x="342371" y="29805"/>
                  <a:pt x="348303" y="36166"/>
                </a:cubicBezTo>
                <a:cubicBezTo>
                  <a:pt x="354234" y="42526"/>
                  <a:pt x="357199" y="51474"/>
                  <a:pt x="357199" y="63010"/>
                </a:cubicBezTo>
                <a:cubicBezTo>
                  <a:pt x="357199" y="63711"/>
                  <a:pt x="357178" y="64764"/>
                  <a:pt x="357134" y="66167"/>
                </a:cubicBezTo>
                <a:lnTo>
                  <a:pt x="304938" y="66167"/>
                </a:lnTo>
                <a:cubicBezTo>
                  <a:pt x="305378" y="73834"/>
                  <a:pt x="307552" y="79704"/>
                  <a:pt x="311463" y="83780"/>
                </a:cubicBezTo>
                <a:cubicBezTo>
                  <a:pt x="315373" y="87855"/>
                  <a:pt x="320250" y="89892"/>
                  <a:pt x="326093" y="89892"/>
                </a:cubicBezTo>
                <a:cubicBezTo>
                  <a:pt x="330443" y="89892"/>
                  <a:pt x="334155" y="88761"/>
                  <a:pt x="337231" y="86498"/>
                </a:cubicBezTo>
                <a:cubicBezTo>
                  <a:pt x="340306" y="84234"/>
                  <a:pt x="342745" y="80620"/>
                  <a:pt x="344546" y="75657"/>
                </a:cubicBezTo>
                <a:moveTo>
                  <a:pt x="305597" y="56281"/>
                </a:moveTo>
                <a:lnTo>
                  <a:pt x="344678" y="56281"/>
                </a:lnTo>
                <a:cubicBezTo>
                  <a:pt x="344151" y="50490"/>
                  <a:pt x="342657" y="46147"/>
                  <a:pt x="340196" y="43251"/>
                </a:cubicBezTo>
                <a:cubicBezTo>
                  <a:pt x="336418" y="38757"/>
                  <a:pt x="331519" y="36510"/>
                  <a:pt x="325500" y="36510"/>
                </a:cubicBezTo>
                <a:cubicBezTo>
                  <a:pt x="320052" y="36510"/>
                  <a:pt x="315472" y="38304"/>
                  <a:pt x="311759" y="41892"/>
                </a:cubicBezTo>
                <a:cubicBezTo>
                  <a:pt x="308047" y="45478"/>
                  <a:pt x="305993" y="50275"/>
                  <a:pt x="305597" y="56281"/>
                </a:cubicBezTo>
                <a:close/>
                <a:moveTo>
                  <a:pt x="369503" y="103995"/>
                </a:moveTo>
                <a:lnTo>
                  <a:pt x="381036" y="105709"/>
                </a:lnTo>
                <a:cubicBezTo>
                  <a:pt x="381519" y="109268"/>
                  <a:pt x="382859" y="111860"/>
                  <a:pt x="385056" y="113485"/>
                </a:cubicBezTo>
                <a:cubicBezTo>
                  <a:pt x="388000" y="115682"/>
                  <a:pt x="392020" y="116781"/>
                  <a:pt x="397116" y="116781"/>
                </a:cubicBezTo>
                <a:cubicBezTo>
                  <a:pt x="402608" y="116781"/>
                  <a:pt x="406848" y="115679"/>
                  <a:pt x="409836" y="113477"/>
                </a:cubicBezTo>
                <a:cubicBezTo>
                  <a:pt x="412823" y="111276"/>
                  <a:pt x="414844" y="108194"/>
                  <a:pt x="415899" y="104230"/>
                </a:cubicBezTo>
                <a:cubicBezTo>
                  <a:pt x="416514" y="101810"/>
                  <a:pt x="416800" y="96724"/>
                  <a:pt x="416756" y="88974"/>
                </a:cubicBezTo>
                <a:cubicBezTo>
                  <a:pt x="411571" y="95122"/>
                  <a:pt x="405113" y="98196"/>
                  <a:pt x="397380" y="98196"/>
                </a:cubicBezTo>
                <a:cubicBezTo>
                  <a:pt x="387758" y="98196"/>
                  <a:pt x="380311" y="94725"/>
                  <a:pt x="375039" y="87783"/>
                </a:cubicBezTo>
                <a:cubicBezTo>
                  <a:pt x="369767" y="80841"/>
                  <a:pt x="367130" y="72516"/>
                  <a:pt x="367130" y="62806"/>
                </a:cubicBezTo>
                <a:cubicBezTo>
                  <a:pt x="367130" y="56128"/>
                  <a:pt x="368339" y="49966"/>
                  <a:pt x="370755" y="44320"/>
                </a:cubicBezTo>
                <a:cubicBezTo>
                  <a:pt x="373172" y="38674"/>
                  <a:pt x="376675" y="34314"/>
                  <a:pt x="381267" y="31238"/>
                </a:cubicBezTo>
                <a:cubicBezTo>
                  <a:pt x="385858" y="28163"/>
                  <a:pt x="391251" y="26625"/>
                  <a:pt x="397446" y="26625"/>
                </a:cubicBezTo>
                <a:cubicBezTo>
                  <a:pt x="405706" y="26625"/>
                  <a:pt x="412516" y="29986"/>
                  <a:pt x="417876" y="36708"/>
                </a:cubicBezTo>
                <a:lnTo>
                  <a:pt x="417876" y="28207"/>
                </a:lnTo>
                <a:lnTo>
                  <a:pt x="428816" y="28207"/>
                </a:lnTo>
                <a:lnTo>
                  <a:pt x="428816" y="88747"/>
                </a:lnTo>
                <a:cubicBezTo>
                  <a:pt x="428816" y="99650"/>
                  <a:pt x="427707" y="107376"/>
                  <a:pt x="425488" y="111926"/>
                </a:cubicBezTo>
                <a:cubicBezTo>
                  <a:pt x="423269" y="116476"/>
                  <a:pt x="419754" y="120070"/>
                  <a:pt x="414943" y="122708"/>
                </a:cubicBezTo>
                <a:cubicBezTo>
                  <a:pt x="410132" y="125347"/>
                  <a:pt x="404212" y="126666"/>
                  <a:pt x="397182" y="126666"/>
                </a:cubicBezTo>
                <a:cubicBezTo>
                  <a:pt x="388835" y="126666"/>
                  <a:pt x="382090" y="124782"/>
                  <a:pt x="376950" y="121015"/>
                </a:cubicBezTo>
                <a:cubicBezTo>
                  <a:pt x="371810" y="117247"/>
                  <a:pt x="369327" y="111574"/>
                  <a:pt x="369503" y="103995"/>
                </a:cubicBezTo>
                <a:moveTo>
                  <a:pt x="379323" y="61951"/>
                </a:moveTo>
                <a:cubicBezTo>
                  <a:pt x="379323" y="71110"/>
                  <a:pt x="381146" y="77793"/>
                  <a:pt x="384793" y="82000"/>
                </a:cubicBezTo>
                <a:cubicBezTo>
                  <a:pt x="388439" y="86207"/>
                  <a:pt x="393008" y="88310"/>
                  <a:pt x="398500" y="88310"/>
                </a:cubicBezTo>
                <a:cubicBezTo>
                  <a:pt x="403948" y="88310"/>
                  <a:pt x="408518" y="86218"/>
                  <a:pt x="412208" y="82033"/>
                </a:cubicBezTo>
                <a:cubicBezTo>
                  <a:pt x="415899" y="77848"/>
                  <a:pt x="417744" y="71285"/>
                  <a:pt x="417744" y="62344"/>
                </a:cubicBezTo>
                <a:cubicBezTo>
                  <a:pt x="417744" y="53799"/>
                  <a:pt x="415844" y="47357"/>
                  <a:pt x="412044" y="43018"/>
                </a:cubicBezTo>
                <a:cubicBezTo>
                  <a:pt x="408243" y="38680"/>
                  <a:pt x="403663" y="36510"/>
                  <a:pt x="398303" y="36510"/>
                </a:cubicBezTo>
                <a:cubicBezTo>
                  <a:pt x="393030" y="36510"/>
                  <a:pt x="388549" y="38647"/>
                  <a:pt x="384858" y="42919"/>
                </a:cubicBezTo>
                <a:cubicBezTo>
                  <a:pt x="381168" y="47192"/>
                  <a:pt x="379323" y="53536"/>
                  <a:pt x="379323" y="61951"/>
                </a:cubicBezTo>
                <a:close/>
                <a:moveTo>
                  <a:pt x="492392" y="89554"/>
                </a:moveTo>
                <a:cubicBezTo>
                  <a:pt x="487998" y="93292"/>
                  <a:pt x="483769" y="95930"/>
                  <a:pt x="479705" y="97469"/>
                </a:cubicBezTo>
                <a:cubicBezTo>
                  <a:pt x="475641" y="99008"/>
                  <a:pt x="471281" y="99778"/>
                  <a:pt x="466623" y="99778"/>
                </a:cubicBezTo>
                <a:cubicBezTo>
                  <a:pt x="458935" y="99778"/>
                  <a:pt x="453025" y="97898"/>
                  <a:pt x="448895" y="94139"/>
                </a:cubicBezTo>
                <a:cubicBezTo>
                  <a:pt x="444765" y="90379"/>
                  <a:pt x="442700" y="85576"/>
                  <a:pt x="442700" y="79729"/>
                </a:cubicBezTo>
                <a:cubicBezTo>
                  <a:pt x="442700" y="76300"/>
                  <a:pt x="443480" y="73168"/>
                  <a:pt x="445040" y="70333"/>
                </a:cubicBezTo>
                <a:cubicBezTo>
                  <a:pt x="446600" y="67497"/>
                  <a:pt x="448643" y="65221"/>
                  <a:pt x="451169" y="63506"/>
                </a:cubicBezTo>
                <a:cubicBezTo>
                  <a:pt x="453695" y="61791"/>
                  <a:pt x="456540" y="60494"/>
                  <a:pt x="459704" y="59616"/>
                </a:cubicBezTo>
                <a:cubicBezTo>
                  <a:pt x="462032" y="58999"/>
                  <a:pt x="465547" y="58405"/>
                  <a:pt x="470248" y="57834"/>
                </a:cubicBezTo>
                <a:cubicBezTo>
                  <a:pt x="479826" y="56700"/>
                  <a:pt x="486878" y="55348"/>
                  <a:pt x="491403" y="53777"/>
                </a:cubicBezTo>
                <a:cubicBezTo>
                  <a:pt x="491447" y="52158"/>
                  <a:pt x="491469" y="51130"/>
                  <a:pt x="491469" y="50692"/>
                </a:cubicBezTo>
                <a:cubicBezTo>
                  <a:pt x="491469" y="45877"/>
                  <a:pt x="490349" y="42485"/>
                  <a:pt x="488108" y="40516"/>
                </a:cubicBezTo>
                <a:cubicBezTo>
                  <a:pt x="485076" y="37846"/>
                  <a:pt x="480573" y="36510"/>
                  <a:pt x="474598" y="36510"/>
                </a:cubicBezTo>
                <a:cubicBezTo>
                  <a:pt x="469018" y="36510"/>
                  <a:pt x="464899" y="37488"/>
                  <a:pt x="462241" y="39443"/>
                </a:cubicBezTo>
                <a:cubicBezTo>
                  <a:pt x="459583" y="41398"/>
                  <a:pt x="457617" y="44858"/>
                  <a:pt x="456342" y="49823"/>
                </a:cubicBezTo>
                <a:lnTo>
                  <a:pt x="444743" y="48241"/>
                </a:lnTo>
                <a:cubicBezTo>
                  <a:pt x="445798" y="43261"/>
                  <a:pt x="447533" y="39240"/>
                  <a:pt x="449950" y="36177"/>
                </a:cubicBezTo>
                <a:cubicBezTo>
                  <a:pt x="452366" y="33114"/>
                  <a:pt x="455859" y="30756"/>
                  <a:pt x="460428" y="29105"/>
                </a:cubicBezTo>
                <a:cubicBezTo>
                  <a:pt x="464998" y="27451"/>
                  <a:pt x="470292" y="26625"/>
                  <a:pt x="476311" y="26625"/>
                </a:cubicBezTo>
                <a:cubicBezTo>
                  <a:pt x="482286" y="26625"/>
                  <a:pt x="487141" y="27328"/>
                  <a:pt x="490876" y="28734"/>
                </a:cubicBezTo>
                <a:cubicBezTo>
                  <a:pt x="494610" y="30140"/>
                  <a:pt x="497356" y="31908"/>
                  <a:pt x="499114" y="34039"/>
                </a:cubicBezTo>
                <a:cubicBezTo>
                  <a:pt x="500871" y="36170"/>
                  <a:pt x="502101" y="38861"/>
                  <a:pt x="502804" y="42112"/>
                </a:cubicBezTo>
                <a:cubicBezTo>
                  <a:pt x="503200" y="44133"/>
                  <a:pt x="503397" y="47780"/>
                  <a:pt x="503397" y="53052"/>
                </a:cubicBezTo>
                <a:lnTo>
                  <a:pt x="503397" y="68869"/>
                </a:lnTo>
                <a:cubicBezTo>
                  <a:pt x="503397" y="79897"/>
                  <a:pt x="503650" y="86871"/>
                  <a:pt x="504155" y="89793"/>
                </a:cubicBezTo>
                <a:cubicBezTo>
                  <a:pt x="504661" y="92715"/>
                  <a:pt x="505660" y="95516"/>
                  <a:pt x="507154" y="98196"/>
                </a:cubicBezTo>
                <a:lnTo>
                  <a:pt x="494764" y="98196"/>
                </a:lnTo>
                <a:cubicBezTo>
                  <a:pt x="493534" y="95733"/>
                  <a:pt x="492743" y="92852"/>
                  <a:pt x="492392" y="89554"/>
                </a:cubicBezTo>
                <a:moveTo>
                  <a:pt x="491403" y="63004"/>
                </a:moveTo>
                <a:cubicBezTo>
                  <a:pt x="487097" y="64776"/>
                  <a:pt x="480639" y="66282"/>
                  <a:pt x="472027" y="67522"/>
                </a:cubicBezTo>
                <a:cubicBezTo>
                  <a:pt x="467151" y="68228"/>
                  <a:pt x="463702" y="69022"/>
                  <a:pt x="461681" y="69905"/>
                </a:cubicBezTo>
                <a:cubicBezTo>
                  <a:pt x="459660" y="70786"/>
                  <a:pt x="458100" y="72077"/>
                  <a:pt x="457001" y="73777"/>
                </a:cubicBezTo>
                <a:cubicBezTo>
                  <a:pt x="455903" y="75475"/>
                  <a:pt x="455354" y="77361"/>
                  <a:pt x="455354" y="79434"/>
                </a:cubicBezTo>
                <a:cubicBezTo>
                  <a:pt x="455354" y="82610"/>
                  <a:pt x="456551" y="85257"/>
                  <a:pt x="458946" y="87375"/>
                </a:cubicBezTo>
                <a:cubicBezTo>
                  <a:pt x="461340" y="89493"/>
                  <a:pt x="464844" y="90551"/>
                  <a:pt x="469457" y="90551"/>
                </a:cubicBezTo>
                <a:cubicBezTo>
                  <a:pt x="474026" y="90551"/>
                  <a:pt x="478091" y="89547"/>
                  <a:pt x="481649" y="87538"/>
                </a:cubicBezTo>
                <a:cubicBezTo>
                  <a:pt x="485208" y="85529"/>
                  <a:pt x="487822" y="82781"/>
                  <a:pt x="489492" y="79294"/>
                </a:cubicBezTo>
                <a:cubicBezTo>
                  <a:pt x="490766" y="76600"/>
                  <a:pt x="491403" y="72627"/>
                  <a:pt x="491403" y="67374"/>
                </a:cubicBezTo>
                <a:lnTo>
                  <a:pt x="491403" y="63004"/>
                </a:lnTo>
                <a:close/>
                <a:moveTo>
                  <a:pt x="521500" y="98196"/>
                </a:moveTo>
                <a:lnTo>
                  <a:pt x="521500" y="1582"/>
                </a:lnTo>
                <a:lnTo>
                  <a:pt x="533363" y="1582"/>
                </a:lnTo>
                <a:lnTo>
                  <a:pt x="533363" y="98196"/>
                </a:lnTo>
                <a:lnTo>
                  <a:pt x="521500" y="98196"/>
                </a:lnTo>
                <a:close/>
                <a:moveTo>
                  <a:pt x="634920" y="72494"/>
                </a:moveTo>
                <a:lnTo>
                  <a:pt x="646585" y="74009"/>
                </a:lnTo>
                <a:cubicBezTo>
                  <a:pt x="645311" y="82070"/>
                  <a:pt x="642048" y="88380"/>
                  <a:pt x="636798" y="92940"/>
                </a:cubicBezTo>
                <a:cubicBezTo>
                  <a:pt x="631548" y="97498"/>
                  <a:pt x="625100" y="99778"/>
                  <a:pt x="617456" y="99778"/>
                </a:cubicBezTo>
                <a:cubicBezTo>
                  <a:pt x="607878" y="99778"/>
                  <a:pt x="600178" y="96647"/>
                  <a:pt x="594356" y="90386"/>
                </a:cubicBezTo>
                <a:cubicBezTo>
                  <a:pt x="588535" y="84126"/>
                  <a:pt x="585624" y="75152"/>
                  <a:pt x="585624" y="63465"/>
                </a:cubicBezTo>
                <a:cubicBezTo>
                  <a:pt x="585624" y="55908"/>
                  <a:pt x="586876" y="49296"/>
                  <a:pt x="589381" y="43628"/>
                </a:cubicBezTo>
                <a:cubicBezTo>
                  <a:pt x="591885" y="37960"/>
                  <a:pt x="595696" y="33710"/>
                  <a:pt x="600815" y="30876"/>
                </a:cubicBezTo>
                <a:cubicBezTo>
                  <a:pt x="605933" y="28042"/>
                  <a:pt x="611502" y="26625"/>
                  <a:pt x="617521" y="26625"/>
                </a:cubicBezTo>
                <a:cubicBezTo>
                  <a:pt x="625122" y="26625"/>
                  <a:pt x="631339" y="28553"/>
                  <a:pt x="636172" y="32410"/>
                </a:cubicBezTo>
                <a:cubicBezTo>
                  <a:pt x="641005" y="36265"/>
                  <a:pt x="644102" y="41740"/>
                  <a:pt x="645464" y="48834"/>
                </a:cubicBezTo>
                <a:lnTo>
                  <a:pt x="633931" y="50614"/>
                </a:lnTo>
                <a:cubicBezTo>
                  <a:pt x="632833" y="45935"/>
                  <a:pt x="630889" y="42414"/>
                  <a:pt x="628099" y="40053"/>
                </a:cubicBezTo>
                <a:cubicBezTo>
                  <a:pt x="625309" y="37691"/>
                  <a:pt x="621937" y="36510"/>
                  <a:pt x="617983" y="36510"/>
                </a:cubicBezTo>
                <a:cubicBezTo>
                  <a:pt x="612008" y="36510"/>
                  <a:pt x="607153" y="38642"/>
                  <a:pt x="603418" y="42905"/>
                </a:cubicBezTo>
                <a:cubicBezTo>
                  <a:pt x="599684" y="47167"/>
                  <a:pt x="597816" y="53910"/>
                  <a:pt x="597816" y="63135"/>
                </a:cubicBezTo>
                <a:cubicBezTo>
                  <a:pt x="597816" y="72492"/>
                  <a:pt x="599618" y="79291"/>
                  <a:pt x="603220" y="83532"/>
                </a:cubicBezTo>
                <a:cubicBezTo>
                  <a:pt x="606823" y="87772"/>
                  <a:pt x="611524" y="89892"/>
                  <a:pt x="617324" y="89892"/>
                </a:cubicBezTo>
                <a:cubicBezTo>
                  <a:pt x="621981" y="89892"/>
                  <a:pt x="625869" y="88470"/>
                  <a:pt x="628989" y="85625"/>
                </a:cubicBezTo>
                <a:cubicBezTo>
                  <a:pt x="632108" y="82780"/>
                  <a:pt x="634085" y="78403"/>
                  <a:pt x="634920" y="72494"/>
                </a:cubicBezTo>
                <a:close/>
                <a:moveTo>
                  <a:pt x="652318" y="63201"/>
                </a:moveTo>
                <a:cubicBezTo>
                  <a:pt x="652318" y="50240"/>
                  <a:pt x="655921" y="40640"/>
                  <a:pt x="663127" y="34402"/>
                </a:cubicBezTo>
                <a:cubicBezTo>
                  <a:pt x="669146" y="29217"/>
                  <a:pt x="676483" y="26625"/>
                  <a:pt x="685138" y="26625"/>
                </a:cubicBezTo>
                <a:cubicBezTo>
                  <a:pt x="694760" y="26625"/>
                  <a:pt x="702625" y="29777"/>
                  <a:pt x="708732" y="36082"/>
                </a:cubicBezTo>
                <a:cubicBezTo>
                  <a:pt x="714839" y="42387"/>
                  <a:pt x="717892" y="51097"/>
                  <a:pt x="717892" y="62213"/>
                </a:cubicBezTo>
                <a:cubicBezTo>
                  <a:pt x="717892" y="71219"/>
                  <a:pt x="716541" y="78304"/>
                  <a:pt x="713839" y="83466"/>
                </a:cubicBezTo>
                <a:cubicBezTo>
                  <a:pt x="711137" y="88629"/>
                  <a:pt x="707205" y="92638"/>
                  <a:pt x="702042" y="95494"/>
                </a:cubicBezTo>
                <a:cubicBezTo>
                  <a:pt x="696880" y="98350"/>
                  <a:pt x="691245" y="99778"/>
                  <a:pt x="685138" y="99778"/>
                </a:cubicBezTo>
                <a:cubicBezTo>
                  <a:pt x="675341" y="99778"/>
                  <a:pt x="667421" y="96636"/>
                  <a:pt x="661380" y="90353"/>
                </a:cubicBezTo>
                <a:cubicBezTo>
                  <a:pt x="655339" y="84071"/>
                  <a:pt x="652318" y="75020"/>
                  <a:pt x="652318" y="63201"/>
                </a:cubicBezTo>
                <a:moveTo>
                  <a:pt x="664511" y="63168"/>
                </a:moveTo>
                <a:cubicBezTo>
                  <a:pt x="664511" y="72098"/>
                  <a:pt x="666466" y="78785"/>
                  <a:pt x="670376" y="83228"/>
                </a:cubicBezTo>
                <a:cubicBezTo>
                  <a:pt x="674286" y="87671"/>
                  <a:pt x="679207" y="89892"/>
                  <a:pt x="685138" y="89892"/>
                </a:cubicBezTo>
                <a:cubicBezTo>
                  <a:pt x="691026" y="89892"/>
                  <a:pt x="695924" y="87660"/>
                  <a:pt x="699835" y="83195"/>
                </a:cubicBezTo>
                <a:cubicBezTo>
                  <a:pt x="703745" y="78730"/>
                  <a:pt x="705700" y="71923"/>
                  <a:pt x="705700" y="62775"/>
                </a:cubicBezTo>
                <a:cubicBezTo>
                  <a:pt x="705700" y="54151"/>
                  <a:pt x="703734" y="47618"/>
                  <a:pt x="699802" y="43175"/>
                </a:cubicBezTo>
                <a:cubicBezTo>
                  <a:pt x="695870" y="38732"/>
                  <a:pt x="690982" y="36510"/>
                  <a:pt x="685138" y="36510"/>
                </a:cubicBezTo>
                <a:cubicBezTo>
                  <a:pt x="679207" y="36510"/>
                  <a:pt x="674286" y="38721"/>
                  <a:pt x="670376" y="43142"/>
                </a:cubicBezTo>
                <a:cubicBezTo>
                  <a:pt x="666466" y="47563"/>
                  <a:pt x="664511" y="54238"/>
                  <a:pt x="664511" y="63168"/>
                </a:cubicBezTo>
                <a:close/>
                <a:moveTo>
                  <a:pt x="731777" y="98196"/>
                </a:moveTo>
                <a:lnTo>
                  <a:pt x="731777" y="28207"/>
                </a:lnTo>
                <a:lnTo>
                  <a:pt x="742453" y="28207"/>
                </a:lnTo>
                <a:lnTo>
                  <a:pt x="742453" y="38092"/>
                </a:lnTo>
                <a:cubicBezTo>
                  <a:pt x="747594" y="30447"/>
                  <a:pt x="755019" y="26625"/>
                  <a:pt x="764729" y="26625"/>
                </a:cubicBezTo>
                <a:cubicBezTo>
                  <a:pt x="768946" y="26625"/>
                  <a:pt x="772824" y="27383"/>
                  <a:pt x="776361" y="28899"/>
                </a:cubicBezTo>
                <a:cubicBezTo>
                  <a:pt x="779897" y="30414"/>
                  <a:pt x="782545" y="32402"/>
                  <a:pt x="784302" y="34863"/>
                </a:cubicBezTo>
                <a:cubicBezTo>
                  <a:pt x="786059" y="37323"/>
                  <a:pt x="787290" y="40245"/>
                  <a:pt x="787993" y="43628"/>
                </a:cubicBezTo>
                <a:cubicBezTo>
                  <a:pt x="788432" y="45825"/>
                  <a:pt x="788652" y="49669"/>
                  <a:pt x="788652" y="55161"/>
                </a:cubicBezTo>
                <a:lnTo>
                  <a:pt x="788652" y="98196"/>
                </a:lnTo>
                <a:lnTo>
                  <a:pt x="776789" y="98196"/>
                </a:lnTo>
                <a:lnTo>
                  <a:pt x="776789" y="55577"/>
                </a:lnTo>
                <a:cubicBezTo>
                  <a:pt x="776789" y="50739"/>
                  <a:pt x="776328" y="47121"/>
                  <a:pt x="775405" y="44724"/>
                </a:cubicBezTo>
                <a:cubicBezTo>
                  <a:pt x="774482" y="42326"/>
                  <a:pt x="772846" y="40413"/>
                  <a:pt x="770495" y="38984"/>
                </a:cubicBezTo>
                <a:cubicBezTo>
                  <a:pt x="768145" y="37555"/>
                  <a:pt x="765388" y="36840"/>
                  <a:pt x="762224" y="36840"/>
                </a:cubicBezTo>
                <a:cubicBezTo>
                  <a:pt x="757172" y="36840"/>
                  <a:pt x="752811" y="38446"/>
                  <a:pt x="749143" y="41657"/>
                </a:cubicBezTo>
                <a:cubicBezTo>
                  <a:pt x="745474" y="44867"/>
                  <a:pt x="743640" y="50958"/>
                  <a:pt x="743640" y="59931"/>
                </a:cubicBezTo>
                <a:lnTo>
                  <a:pt x="743640" y="98196"/>
                </a:lnTo>
                <a:lnTo>
                  <a:pt x="731777" y="98196"/>
                </a:lnTo>
                <a:close/>
                <a:moveTo>
                  <a:pt x="802075" y="77239"/>
                </a:moveTo>
                <a:lnTo>
                  <a:pt x="813806" y="75393"/>
                </a:lnTo>
                <a:cubicBezTo>
                  <a:pt x="814465" y="80074"/>
                  <a:pt x="816300" y="83661"/>
                  <a:pt x="819309" y="86154"/>
                </a:cubicBezTo>
                <a:cubicBezTo>
                  <a:pt x="822319" y="88646"/>
                  <a:pt x="826526" y="89892"/>
                  <a:pt x="831930" y="89892"/>
                </a:cubicBezTo>
                <a:cubicBezTo>
                  <a:pt x="837378" y="89892"/>
                  <a:pt x="841420" y="88792"/>
                  <a:pt x="844056" y="86591"/>
                </a:cubicBezTo>
                <a:cubicBezTo>
                  <a:pt x="846692" y="84388"/>
                  <a:pt x="848010" y="81806"/>
                  <a:pt x="848010" y="78843"/>
                </a:cubicBezTo>
                <a:cubicBezTo>
                  <a:pt x="848010" y="76183"/>
                  <a:pt x="846846" y="74091"/>
                  <a:pt x="844517" y="72566"/>
                </a:cubicBezTo>
                <a:cubicBezTo>
                  <a:pt x="842891" y="71519"/>
                  <a:pt x="838849" y="70190"/>
                  <a:pt x="832391" y="68576"/>
                </a:cubicBezTo>
                <a:cubicBezTo>
                  <a:pt x="823692" y="66378"/>
                  <a:pt x="817662" y="64477"/>
                  <a:pt x="814300" y="62872"/>
                </a:cubicBezTo>
                <a:cubicBezTo>
                  <a:pt x="810939" y="61267"/>
                  <a:pt x="808391" y="59046"/>
                  <a:pt x="806656" y="56209"/>
                </a:cubicBezTo>
                <a:cubicBezTo>
                  <a:pt x="804920" y="53373"/>
                  <a:pt x="804052" y="50240"/>
                  <a:pt x="804052" y="46810"/>
                </a:cubicBezTo>
                <a:cubicBezTo>
                  <a:pt x="804052" y="43688"/>
                  <a:pt x="804766" y="40796"/>
                  <a:pt x="806194" y="38135"/>
                </a:cubicBezTo>
                <a:cubicBezTo>
                  <a:pt x="807622" y="35474"/>
                  <a:pt x="809566" y="33265"/>
                  <a:pt x="812027" y="31506"/>
                </a:cubicBezTo>
                <a:cubicBezTo>
                  <a:pt x="813872" y="30143"/>
                  <a:pt x="816387" y="28989"/>
                  <a:pt x="819573" y="28044"/>
                </a:cubicBezTo>
                <a:cubicBezTo>
                  <a:pt x="822758" y="27098"/>
                  <a:pt x="826174" y="26625"/>
                  <a:pt x="829821" y="26625"/>
                </a:cubicBezTo>
                <a:cubicBezTo>
                  <a:pt x="835313" y="26625"/>
                  <a:pt x="840135" y="27421"/>
                  <a:pt x="844286" y="29014"/>
                </a:cubicBezTo>
                <a:cubicBezTo>
                  <a:pt x="848438" y="30605"/>
                  <a:pt x="851503" y="32761"/>
                  <a:pt x="853480" y="35483"/>
                </a:cubicBezTo>
                <a:cubicBezTo>
                  <a:pt x="855457" y="38203"/>
                  <a:pt x="856819" y="41840"/>
                  <a:pt x="857566" y="46396"/>
                </a:cubicBezTo>
                <a:lnTo>
                  <a:pt x="845967" y="47978"/>
                </a:lnTo>
                <a:cubicBezTo>
                  <a:pt x="845440" y="44375"/>
                  <a:pt x="843913" y="41563"/>
                  <a:pt x="841387" y="39542"/>
                </a:cubicBezTo>
                <a:cubicBezTo>
                  <a:pt x="838860" y="37521"/>
                  <a:pt x="835291" y="36510"/>
                  <a:pt x="830677" y="36510"/>
                </a:cubicBezTo>
                <a:cubicBezTo>
                  <a:pt x="825229" y="36510"/>
                  <a:pt x="821341" y="37407"/>
                  <a:pt x="819013" y="39200"/>
                </a:cubicBezTo>
                <a:cubicBezTo>
                  <a:pt x="816684" y="40992"/>
                  <a:pt x="815520" y="43090"/>
                  <a:pt x="815520" y="45496"/>
                </a:cubicBezTo>
                <a:cubicBezTo>
                  <a:pt x="815520" y="47025"/>
                  <a:pt x="816003" y="48403"/>
                  <a:pt x="816970" y="49627"/>
                </a:cubicBezTo>
                <a:cubicBezTo>
                  <a:pt x="817936" y="50894"/>
                  <a:pt x="819452" y="51943"/>
                  <a:pt x="821517" y="52774"/>
                </a:cubicBezTo>
                <a:cubicBezTo>
                  <a:pt x="822703" y="53212"/>
                  <a:pt x="826196" y="54218"/>
                  <a:pt x="831995" y="55791"/>
                </a:cubicBezTo>
                <a:cubicBezTo>
                  <a:pt x="840387" y="58031"/>
                  <a:pt x="846242" y="59864"/>
                  <a:pt x="849559" y="61290"/>
                </a:cubicBezTo>
                <a:cubicBezTo>
                  <a:pt x="852876" y="62717"/>
                  <a:pt x="855479" y="64791"/>
                  <a:pt x="857368" y="67514"/>
                </a:cubicBezTo>
                <a:cubicBezTo>
                  <a:pt x="859257" y="70235"/>
                  <a:pt x="860202" y="73615"/>
                  <a:pt x="860202" y="77653"/>
                </a:cubicBezTo>
                <a:cubicBezTo>
                  <a:pt x="860202" y="81604"/>
                  <a:pt x="859049" y="85325"/>
                  <a:pt x="856742" y="88815"/>
                </a:cubicBezTo>
                <a:cubicBezTo>
                  <a:pt x="854436" y="92304"/>
                  <a:pt x="851107" y="95003"/>
                  <a:pt x="846758" y="96913"/>
                </a:cubicBezTo>
                <a:cubicBezTo>
                  <a:pt x="842408" y="98823"/>
                  <a:pt x="837487" y="99778"/>
                  <a:pt x="831995" y="99778"/>
                </a:cubicBezTo>
                <a:cubicBezTo>
                  <a:pt x="822901" y="99778"/>
                  <a:pt x="815970" y="97883"/>
                  <a:pt x="811203" y="94093"/>
                </a:cubicBezTo>
                <a:cubicBezTo>
                  <a:pt x="806436" y="90304"/>
                  <a:pt x="803393" y="84686"/>
                  <a:pt x="802075" y="77239"/>
                </a:cubicBezTo>
                <a:close/>
                <a:moveTo>
                  <a:pt x="874371" y="15290"/>
                </a:moveTo>
                <a:lnTo>
                  <a:pt x="874371" y="1582"/>
                </a:lnTo>
                <a:lnTo>
                  <a:pt x="886234" y="1582"/>
                </a:lnTo>
                <a:lnTo>
                  <a:pt x="886234" y="15290"/>
                </a:lnTo>
                <a:lnTo>
                  <a:pt x="874371" y="15290"/>
                </a:lnTo>
                <a:moveTo>
                  <a:pt x="874371" y="98196"/>
                </a:moveTo>
                <a:lnTo>
                  <a:pt x="874371" y="28207"/>
                </a:lnTo>
                <a:lnTo>
                  <a:pt x="886234" y="28207"/>
                </a:lnTo>
                <a:lnTo>
                  <a:pt x="886234" y="98196"/>
                </a:lnTo>
                <a:lnTo>
                  <a:pt x="874371" y="98196"/>
                </a:lnTo>
                <a:close/>
                <a:moveTo>
                  <a:pt x="949676" y="98196"/>
                </a:moveTo>
                <a:lnTo>
                  <a:pt x="949676" y="89365"/>
                </a:lnTo>
                <a:cubicBezTo>
                  <a:pt x="945238" y="96307"/>
                  <a:pt x="938714" y="99778"/>
                  <a:pt x="930103" y="99778"/>
                </a:cubicBezTo>
                <a:cubicBezTo>
                  <a:pt x="924523" y="99778"/>
                  <a:pt x="919393" y="98240"/>
                  <a:pt x="914714" y="95164"/>
                </a:cubicBezTo>
                <a:cubicBezTo>
                  <a:pt x="910035" y="92089"/>
                  <a:pt x="906410" y="87794"/>
                  <a:pt x="903840" y="82280"/>
                </a:cubicBezTo>
                <a:cubicBezTo>
                  <a:pt x="901270" y="76766"/>
                  <a:pt x="899985" y="70429"/>
                  <a:pt x="899985" y="63267"/>
                </a:cubicBezTo>
                <a:cubicBezTo>
                  <a:pt x="899985" y="56281"/>
                  <a:pt x="901149" y="49944"/>
                  <a:pt x="903478" y="44254"/>
                </a:cubicBezTo>
                <a:cubicBezTo>
                  <a:pt x="905806" y="38564"/>
                  <a:pt x="909299" y="34204"/>
                  <a:pt x="913956" y="31172"/>
                </a:cubicBezTo>
                <a:cubicBezTo>
                  <a:pt x="918614" y="28141"/>
                  <a:pt x="923820" y="26625"/>
                  <a:pt x="929575" y="26625"/>
                </a:cubicBezTo>
                <a:cubicBezTo>
                  <a:pt x="933793" y="26625"/>
                  <a:pt x="937550" y="27515"/>
                  <a:pt x="940845" y="29294"/>
                </a:cubicBezTo>
                <a:cubicBezTo>
                  <a:pt x="944140" y="31073"/>
                  <a:pt x="946820" y="33391"/>
                  <a:pt x="948885" y="36247"/>
                </a:cubicBezTo>
                <a:lnTo>
                  <a:pt x="948885" y="1582"/>
                </a:lnTo>
                <a:lnTo>
                  <a:pt x="960682" y="1582"/>
                </a:lnTo>
                <a:lnTo>
                  <a:pt x="960682" y="98196"/>
                </a:lnTo>
                <a:lnTo>
                  <a:pt x="949676" y="98196"/>
                </a:lnTo>
                <a:moveTo>
                  <a:pt x="912177" y="63234"/>
                </a:moveTo>
                <a:cubicBezTo>
                  <a:pt x="912177" y="72164"/>
                  <a:pt x="914066" y="78840"/>
                  <a:pt x="917845" y="83261"/>
                </a:cubicBezTo>
                <a:cubicBezTo>
                  <a:pt x="921623" y="87682"/>
                  <a:pt x="926083" y="89892"/>
                  <a:pt x="931223" y="89892"/>
                </a:cubicBezTo>
                <a:cubicBezTo>
                  <a:pt x="936407" y="89892"/>
                  <a:pt x="940812" y="87780"/>
                  <a:pt x="944437" y="83557"/>
                </a:cubicBezTo>
                <a:cubicBezTo>
                  <a:pt x="948061" y="79332"/>
                  <a:pt x="949874" y="72886"/>
                  <a:pt x="949874" y="64219"/>
                </a:cubicBezTo>
                <a:cubicBezTo>
                  <a:pt x="949874" y="54676"/>
                  <a:pt x="948028" y="47673"/>
                  <a:pt x="944338" y="43208"/>
                </a:cubicBezTo>
                <a:cubicBezTo>
                  <a:pt x="940647" y="38743"/>
                  <a:pt x="936100" y="36510"/>
                  <a:pt x="930696" y="36510"/>
                </a:cubicBezTo>
                <a:cubicBezTo>
                  <a:pt x="925424" y="36510"/>
                  <a:pt x="921019" y="38656"/>
                  <a:pt x="917482" y="42946"/>
                </a:cubicBezTo>
                <a:cubicBezTo>
                  <a:pt x="913945" y="47235"/>
                  <a:pt x="912177" y="53998"/>
                  <a:pt x="912177" y="63234"/>
                </a:cubicBezTo>
                <a:close/>
                <a:moveTo>
                  <a:pt x="1027224" y="75657"/>
                </a:moveTo>
                <a:lnTo>
                  <a:pt x="1039482" y="77173"/>
                </a:lnTo>
                <a:cubicBezTo>
                  <a:pt x="1037549" y="84334"/>
                  <a:pt x="1033968" y="89892"/>
                  <a:pt x="1028739" y="93846"/>
                </a:cubicBezTo>
                <a:cubicBezTo>
                  <a:pt x="1023511" y="97800"/>
                  <a:pt x="1016833" y="99778"/>
                  <a:pt x="1008705" y="99778"/>
                </a:cubicBezTo>
                <a:cubicBezTo>
                  <a:pt x="998468" y="99778"/>
                  <a:pt x="990351" y="96625"/>
                  <a:pt x="984354" y="90320"/>
                </a:cubicBezTo>
                <a:cubicBezTo>
                  <a:pt x="978356" y="84016"/>
                  <a:pt x="975358" y="75174"/>
                  <a:pt x="975358" y="63794"/>
                </a:cubicBezTo>
                <a:cubicBezTo>
                  <a:pt x="975358" y="52020"/>
                  <a:pt x="978389" y="42881"/>
                  <a:pt x="984452" y="36379"/>
                </a:cubicBezTo>
                <a:cubicBezTo>
                  <a:pt x="990516" y="29876"/>
                  <a:pt x="998380" y="26625"/>
                  <a:pt x="1008046" y="26625"/>
                </a:cubicBezTo>
                <a:cubicBezTo>
                  <a:pt x="1017404" y="26625"/>
                  <a:pt x="1025049" y="29805"/>
                  <a:pt x="1030980" y="36166"/>
                </a:cubicBezTo>
                <a:cubicBezTo>
                  <a:pt x="1036911" y="42526"/>
                  <a:pt x="1039877" y="51474"/>
                  <a:pt x="1039877" y="63010"/>
                </a:cubicBezTo>
                <a:cubicBezTo>
                  <a:pt x="1039877" y="63711"/>
                  <a:pt x="1039855" y="64764"/>
                  <a:pt x="1039811" y="66167"/>
                </a:cubicBezTo>
                <a:lnTo>
                  <a:pt x="987616" y="66167"/>
                </a:lnTo>
                <a:cubicBezTo>
                  <a:pt x="988055" y="73834"/>
                  <a:pt x="990230" y="79704"/>
                  <a:pt x="994140" y="83780"/>
                </a:cubicBezTo>
                <a:cubicBezTo>
                  <a:pt x="998050" y="87855"/>
                  <a:pt x="1002927" y="89892"/>
                  <a:pt x="1008771" y="89892"/>
                </a:cubicBezTo>
                <a:cubicBezTo>
                  <a:pt x="1013120" y="89892"/>
                  <a:pt x="1016833" y="88761"/>
                  <a:pt x="1019908" y="86498"/>
                </a:cubicBezTo>
                <a:cubicBezTo>
                  <a:pt x="1022984" y="84234"/>
                  <a:pt x="1025422" y="80620"/>
                  <a:pt x="1027224" y="75657"/>
                </a:cubicBezTo>
                <a:moveTo>
                  <a:pt x="988275" y="56281"/>
                </a:moveTo>
                <a:lnTo>
                  <a:pt x="1027355" y="56281"/>
                </a:lnTo>
                <a:cubicBezTo>
                  <a:pt x="1026828" y="50490"/>
                  <a:pt x="1025334" y="46147"/>
                  <a:pt x="1022874" y="43251"/>
                </a:cubicBezTo>
                <a:cubicBezTo>
                  <a:pt x="1019096" y="38757"/>
                  <a:pt x="1014197" y="36510"/>
                  <a:pt x="1008178" y="36510"/>
                </a:cubicBezTo>
                <a:cubicBezTo>
                  <a:pt x="1002730" y="36510"/>
                  <a:pt x="998149" y="38304"/>
                  <a:pt x="994437" y="41892"/>
                </a:cubicBezTo>
                <a:cubicBezTo>
                  <a:pt x="990724" y="45478"/>
                  <a:pt x="988670" y="50275"/>
                  <a:pt x="988275" y="56281"/>
                </a:cubicBezTo>
                <a:close/>
                <a:moveTo>
                  <a:pt x="1054223" y="98196"/>
                </a:moveTo>
                <a:lnTo>
                  <a:pt x="1054223" y="28207"/>
                </a:lnTo>
                <a:lnTo>
                  <a:pt x="1064900" y="28207"/>
                </a:lnTo>
                <a:lnTo>
                  <a:pt x="1064900" y="38751"/>
                </a:lnTo>
                <a:cubicBezTo>
                  <a:pt x="1067624" y="33814"/>
                  <a:pt x="1070139" y="30559"/>
                  <a:pt x="1072446" y="28985"/>
                </a:cubicBezTo>
                <a:cubicBezTo>
                  <a:pt x="1074752" y="27412"/>
                  <a:pt x="1077289" y="26625"/>
                  <a:pt x="1080057" y="26625"/>
                </a:cubicBezTo>
                <a:cubicBezTo>
                  <a:pt x="1084055" y="26625"/>
                  <a:pt x="1088120" y="27894"/>
                  <a:pt x="1092249" y="30431"/>
                </a:cubicBezTo>
                <a:lnTo>
                  <a:pt x="1088163" y="41387"/>
                </a:lnTo>
                <a:cubicBezTo>
                  <a:pt x="1085264" y="39674"/>
                  <a:pt x="1082364" y="38817"/>
                  <a:pt x="1079464" y="38817"/>
                </a:cubicBezTo>
                <a:cubicBezTo>
                  <a:pt x="1076872" y="38817"/>
                  <a:pt x="1074543" y="39598"/>
                  <a:pt x="1072478" y="41161"/>
                </a:cubicBezTo>
                <a:cubicBezTo>
                  <a:pt x="1070414" y="42722"/>
                  <a:pt x="1068942" y="44888"/>
                  <a:pt x="1068063" y="47658"/>
                </a:cubicBezTo>
                <a:cubicBezTo>
                  <a:pt x="1066745" y="51880"/>
                  <a:pt x="1066086" y="56498"/>
                  <a:pt x="1066086" y="61512"/>
                </a:cubicBezTo>
                <a:lnTo>
                  <a:pt x="1066086" y="98196"/>
                </a:lnTo>
                <a:lnTo>
                  <a:pt x="1054223" y="98196"/>
                </a:lnTo>
                <a:close/>
                <a:moveTo>
                  <a:pt x="1144971" y="89554"/>
                </a:moveTo>
                <a:cubicBezTo>
                  <a:pt x="1140577" y="93292"/>
                  <a:pt x="1136348" y="95930"/>
                  <a:pt x="1132284" y="97469"/>
                </a:cubicBezTo>
                <a:cubicBezTo>
                  <a:pt x="1128220" y="99008"/>
                  <a:pt x="1123860" y="99778"/>
                  <a:pt x="1119203" y="99778"/>
                </a:cubicBezTo>
                <a:cubicBezTo>
                  <a:pt x="1111514" y="99778"/>
                  <a:pt x="1105605" y="97898"/>
                  <a:pt x="1101475" y="94139"/>
                </a:cubicBezTo>
                <a:cubicBezTo>
                  <a:pt x="1097345" y="90379"/>
                  <a:pt x="1095280" y="85576"/>
                  <a:pt x="1095280" y="79729"/>
                </a:cubicBezTo>
                <a:cubicBezTo>
                  <a:pt x="1095280" y="76300"/>
                  <a:pt x="1096060" y="73168"/>
                  <a:pt x="1097619" y="70333"/>
                </a:cubicBezTo>
                <a:cubicBezTo>
                  <a:pt x="1099179" y="67497"/>
                  <a:pt x="1101222" y="65221"/>
                  <a:pt x="1103748" y="63506"/>
                </a:cubicBezTo>
                <a:cubicBezTo>
                  <a:pt x="1106275" y="61791"/>
                  <a:pt x="1109119" y="60494"/>
                  <a:pt x="1112283" y="59616"/>
                </a:cubicBezTo>
                <a:cubicBezTo>
                  <a:pt x="1114611" y="58999"/>
                  <a:pt x="1118126" y="58405"/>
                  <a:pt x="1122827" y="57834"/>
                </a:cubicBezTo>
                <a:cubicBezTo>
                  <a:pt x="1132405" y="56700"/>
                  <a:pt x="1139457" y="55348"/>
                  <a:pt x="1143982" y="53777"/>
                </a:cubicBezTo>
                <a:cubicBezTo>
                  <a:pt x="1144026" y="52158"/>
                  <a:pt x="1144048" y="51130"/>
                  <a:pt x="1144048" y="50692"/>
                </a:cubicBezTo>
                <a:cubicBezTo>
                  <a:pt x="1144048" y="45877"/>
                  <a:pt x="1142928" y="42485"/>
                  <a:pt x="1140687" y="40516"/>
                </a:cubicBezTo>
                <a:cubicBezTo>
                  <a:pt x="1137656" y="37846"/>
                  <a:pt x="1133152" y="36510"/>
                  <a:pt x="1127177" y="36510"/>
                </a:cubicBezTo>
                <a:cubicBezTo>
                  <a:pt x="1121597" y="36510"/>
                  <a:pt x="1117478" y="37488"/>
                  <a:pt x="1114820" y="39443"/>
                </a:cubicBezTo>
                <a:cubicBezTo>
                  <a:pt x="1112162" y="41398"/>
                  <a:pt x="1110196" y="44858"/>
                  <a:pt x="1108922" y="49823"/>
                </a:cubicBezTo>
                <a:lnTo>
                  <a:pt x="1097323" y="48241"/>
                </a:lnTo>
                <a:cubicBezTo>
                  <a:pt x="1098377" y="43261"/>
                  <a:pt x="1100113" y="39240"/>
                  <a:pt x="1102529" y="36177"/>
                </a:cubicBezTo>
                <a:cubicBezTo>
                  <a:pt x="1104946" y="33114"/>
                  <a:pt x="1108438" y="30756"/>
                  <a:pt x="1113008" y="29105"/>
                </a:cubicBezTo>
                <a:cubicBezTo>
                  <a:pt x="1117577" y="27451"/>
                  <a:pt x="1122871" y="26625"/>
                  <a:pt x="1128890" y="26625"/>
                </a:cubicBezTo>
                <a:cubicBezTo>
                  <a:pt x="1134866" y="26625"/>
                  <a:pt x="1139721" y="27328"/>
                  <a:pt x="1143455" y="28734"/>
                </a:cubicBezTo>
                <a:cubicBezTo>
                  <a:pt x="1147190" y="30140"/>
                  <a:pt x="1149936" y="31908"/>
                  <a:pt x="1151693" y="34039"/>
                </a:cubicBezTo>
                <a:cubicBezTo>
                  <a:pt x="1153450" y="36170"/>
                  <a:pt x="1154681" y="38861"/>
                  <a:pt x="1155384" y="42112"/>
                </a:cubicBezTo>
                <a:cubicBezTo>
                  <a:pt x="1155779" y="44133"/>
                  <a:pt x="1155977" y="47780"/>
                  <a:pt x="1155977" y="53052"/>
                </a:cubicBezTo>
                <a:lnTo>
                  <a:pt x="1155977" y="68869"/>
                </a:lnTo>
                <a:cubicBezTo>
                  <a:pt x="1155977" y="79897"/>
                  <a:pt x="1156229" y="86871"/>
                  <a:pt x="1156735" y="89793"/>
                </a:cubicBezTo>
                <a:cubicBezTo>
                  <a:pt x="1157240" y="92715"/>
                  <a:pt x="1158239" y="95516"/>
                  <a:pt x="1159733" y="98196"/>
                </a:cubicBezTo>
                <a:lnTo>
                  <a:pt x="1147343" y="98196"/>
                </a:lnTo>
                <a:cubicBezTo>
                  <a:pt x="1146113" y="95733"/>
                  <a:pt x="1145322" y="92852"/>
                  <a:pt x="1144971" y="89554"/>
                </a:cubicBezTo>
                <a:moveTo>
                  <a:pt x="1143982" y="63004"/>
                </a:moveTo>
                <a:cubicBezTo>
                  <a:pt x="1139677" y="64776"/>
                  <a:pt x="1133218" y="66282"/>
                  <a:pt x="1124607" y="67522"/>
                </a:cubicBezTo>
                <a:cubicBezTo>
                  <a:pt x="1119730" y="68228"/>
                  <a:pt x="1116281" y="69022"/>
                  <a:pt x="1114260" y="69905"/>
                </a:cubicBezTo>
                <a:cubicBezTo>
                  <a:pt x="1112239" y="70786"/>
                  <a:pt x="1110679" y="72077"/>
                  <a:pt x="1109581" y="73777"/>
                </a:cubicBezTo>
                <a:cubicBezTo>
                  <a:pt x="1108482" y="75475"/>
                  <a:pt x="1107933" y="77361"/>
                  <a:pt x="1107933" y="79434"/>
                </a:cubicBezTo>
                <a:cubicBezTo>
                  <a:pt x="1107933" y="82610"/>
                  <a:pt x="1109130" y="85257"/>
                  <a:pt x="1111525" y="87375"/>
                </a:cubicBezTo>
                <a:cubicBezTo>
                  <a:pt x="1113919" y="89493"/>
                  <a:pt x="1117423" y="90551"/>
                  <a:pt x="1122036" y="90551"/>
                </a:cubicBezTo>
                <a:cubicBezTo>
                  <a:pt x="1126606" y="90551"/>
                  <a:pt x="1130670" y="89547"/>
                  <a:pt x="1134229" y="87538"/>
                </a:cubicBezTo>
                <a:cubicBezTo>
                  <a:pt x="1137787" y="85529"/>
                  <a:pt x="1140402" y="82781"/>
                  <a:pt x="1142071" y="79294"/>
                </a:cubicBezTo>
                <a:cubicBezTo>
                  <a:pt x="1143345" y="76600"/>
                  <a:pt x="1143982" y="72627"/>
                  <a:pt x="1143982" y="67374"/>
                </a:cubicBezTo>
                <a:lnTo>
                  <a:pt x="1143982" y="63004"/>
                </a:lnTo>
                <a:close/>
                <a:moveTo>
                  <a:pt x="1200243" y="87717"/>
                </a:moveTo>
                <a:lnTo>
                  <a:pt x="1201957" y="98196"/>
                </a:lnTo>
                <a:cubicBezTo>
                  <a:pt x="1198618" y="98811"/>
                  <a:pt x="1195630" y="99119"/>
                  <a:pt x="1192994" y="99119"/>
                </a:cubicBezTo>
                <a:cubicBezTo>
                  <a:pt x="1188688" y="99119"/>
                  <a:pt x="1185349" y="98438"/>
                  <a:pt x="1182977" y="97076"/>
                </a:cubicBezTo>
                <a:cubicBezTo>
                  <a:pt x="1180604" y="95713"/>
                  <a:pt x="1178934" y="93923"/>
                  <a:pt x="1177968" y="91704"/>
                </a:cubicBezTo>
                <a:cubicBezTo>
                  <a:pt x="1177001" y="89486"/>
                  <a:pt x="1176518" y="84817"/>
                  <a:pt x="1176518" y="77700"/>
                </a:cubicBezTo>
                <a:lnTo>
                  <a:pt x="1176518" y="37433"/>
                </a:lnTo>
                <a:lnTo>
                  <a:pt x="1167819" y="37433"/>
                </a:lnTo>
                <a:lnTo>
                  <a:pt x="1167819" y="28207"/>
                </a:lnTo>
                <a:lnTo>
                  <a:pt x="1176518" y="28207"/>
                </a:lnTo>
                <a:lnTo>
                  <a:pt x="1176518" y="10827"/>
                </a:lnTo>
                <a:lnTo>
                  <a:pt x="1188315" y="3691"/>
                </a:lnTo>
                <a:lnTo>
                  <a:pt x="1188315" y="28207"/>
                </a:lnTo>
                <a:lnTo>
                  <a:pt x="1200243" y="28207"/>
                </a:lnTo>
                <a:lnTo>
                  <a:pt x="1200243" y="37433"/>
                </a:lnTo>
                <a:lnTo>
                  <a:pt x="1188315" y="37433"/>
                </a:lnTo>
                <a:lnTo>
                  <a:pt x="1188315" y="78359"/>
                </a:lnTo>
                <a:cubicBezTo>
                  <a:pt x="1188315" y="81742"/>
                  <a:pt x="1188523" y="83917"/>
                  <a:pt x="1188941" y="84883"/>
                </a:cubicBezTo>
                <a:cubicBezTo>
                  <a:pt x="1189358" y="85850"/>
                  <a:pt x="1190039" y="86619"/>
                  <a:pt x="1190984" y="87190"/>
                </a:cubicBezTo>
                <a:cubicBezTo>
                  <a:pt x="1191928" y="87761"/>
                  <a:pt x="1193279" y="88047"/>
                  <a:pt x="1195037" y="88047"/>
                </a:cubicBezTo>
                <a:cubicBezTo>
                  <a:pt x="1196355" y="88047"/>
                  <a:pt x="1198090" y="87937"/>
                  <a:pt x="1200243" y="87717"/>
                </a:cubicBezTo>
                <a:close/>
                <a:moveTo>
                  <a:pt x="1211931" y="15290"/>
                </a:moveTo>
                <a:lnTo>
                  <a:pt x="1211931" y="1582"/>
                </a:lnTo>
                <a:lnTo>
                  <a:pt x="1223794" y="1582"/>
                </a:lnTo>
                <a:lnTo>
                  <a:pt x="1223794" y="15290"/>
                </a:lnTo>
                <a:lnTo>
                  <a:pt x="1211931" y="15290"/>
                </a:lnTo>
                <a:moveTo>
                  <a:pt x="1211931" y="98196"/>
                </a:moveTo>
                <a:lnTo>
                  <a:pt x="1211931" y="28207"/>
                </a:lnTo>
                <a:lnTo>
                  <a:pt x="1223794" y="28207"/>
                </a:lnTo>
                <a:lnTo>
                  <a:pt x="1223794" y="98196"/>
                </a:lnTo>
                <a:lnTo>
                  <a:pt x="1211931" y="98196"/>
                </a:lnTo>
                <a:close/>
                <a:moveTo>
                  <a:pt x="1237413" y="63201"/>
                </a:moveTo>
                <a:cubicBezTo>
                  <a:pt x="1237413" y="50240"/>
                  <a:pt x="1241015" y="40640"/>
                  <a:pt x="1248221" y="34402"/>
                </a:cubicBezTo>
                <a:cubicBezTo>
                  <a:pt x="1254240" y="29217"/>
                  <a:pt x="1261577" y="26625"/>
                  <a:pt x="1270233" y="26625"/>
                </a:cubicBezTo>
                <a:cubicBezTo>
                  <a:pt x="1279854" y="26625"/>
                  <a:pt x="1287719" y="29777"/>
                  <a:pt x="1293826" y="36082"/>
                </a:cubicBezTo>
                <a:cubicBezTo>
                  <a:pt x="1299933" y="42387"/>
                  <a:pt x="1302986" y="51097"/>
                  <a:pt x="1302986" y="62213"/>
                </a:cubicBezTo>
                <a:cubicBezTo>
                  <a:pt x="1302986" y="71219"/>
                  <a:pt x="1301635" y="78304"/>
                  <a:pt x="1298933" y="83466"/>
                </a:cubicBezTo>
                <a:cubicBezTo>
                  <a:pt x="1296231" y="88629"/>
                  <a:pt x="1292299" y="92638"/>
                  <a:pt x="1287137" y="95494"/>
                </a:cubicBezTo>
                <a:cubicBezTo>
                  <a:pt x="1281974" y="98350"/>
                  <a:pt x="1276340" y="99778"/>
                  <a:pt x="1270233" y="99778"/>
                </a:cubicBezTo>
                <a:cubicBezTo>
                  <a:pt x="1260435" y="99778"/>
                  <a:pt x="1252516" y="96636"/>
                  <a:pt x="1246474" y="90353"/>
                </a:cubicBezTo>
                <a:cubicBezTo>
                  <a:pt x="1240433" y="84071"/>
                  <a:pt x="1237413" y="75020"/>
                  <a:pt x="1237413" y="63201"/>
                </a:cubicBezTo>
                <a:moveTo>
                  <a:pt x="1249605" y="63168"/>
                </a:moveTo>
                <a:cubicBezTo>
                  <a:pt x="1249605" y="72098"/>
                  <a:pt x="1251560" y="78785"/>
                  <a:pt x="1255470" y="83228"/>
                </a:cubicBezTo>
                <a:cubicBezTo>
                  <a:pt x="1259380" y="87671"/>
                  <a:pt x="1264301" y="89892"/>
                  <a:pt x="1270233" y="89892"/>
                </a:cubicBezTo>
                <a:cubicBezTo>
                  <a:pt x="1276120" y="89892"/>
                  <a:pt x="1281019" y="87660"/>
                  <a:pt x="1284929" y="83195"/>
                </a:cubicBezTo>
                <a:cubicBezTo>
                  <a:pt x="1288839" y="78730"/>
                  <a:pt x="1290794" y="71923"/>
                  <a:pt x="1290794" y="62775"/>
                </a:cubicBezTo>
                <a:cubicBezTo>
                  <a:pt x="1290794" y="54151"/>
                  <a:pt x="1288828" y="47618"/>
                  <a:pt x="1284896" y="43175"/>
                </a:cubicBezTo>
                <a:cubicBezTo>
                  <a:pt x="1280964" y="38732"/>
                  <a:pt x="1276076" y="36510"/>
                  <a:pt x="1270233" y="36510"/>
                </a:cubicBezTo>
                <a:cubicBezTo>
                  <a:pt x="1264301" y="36510"/>
                  <a:pt x="1259380" y="38721"/>
                  <a:pt x="1255470" y="43142"/>
                </a:cubicBezTo>
                <a:cubicBezTo>
                  <a:pt x="1251560" y="47563"/>
                  <a:pt x="1249605" y="54238"/>
                  <a:pt x="1249605" y="63168"/>
                </a:cubicBezTo>
                <a:close/>
                <a:moveTo>
                  <a:pt x="1316871" y="98196"/>
                </a:moveTo>
                <a:lnTo>
                  <a:pt x="1316871" y="28207"/>
                </a:lnTo>
                <a:lnTo>
                  <a:pt x="1327548" y="28207"/>
                </a:lnTo>
                <a:lnTo>
                  <a:pt x="1327548" y="38092"/>
                </a:lnTo>
                <a:cubicBezTo>
                  <a:pt x="1332688" y="30447"/>
                  <a:pt x="1340113" y="26625"/>
                  <a:pt x="1349823" y="26625"/>
                </a:cubicBezTo>
                <a:cubicBezTo>
                  <a:pt x="1354041" y="26625"/>
                  <a:pt x="1357918" y="27383"/>
                  <a:pt x="1361455" y="28899"/>
                </a:cubicBezTo>
                <a:cubicBezTo>
                  <a:pt x="1364992" y="30414"/>
                  <a:pt x="1367639" y="32402"/>
                  <a:pt x="1369396" y="34863"/>
                </a:cubicBezTo>
                <a:cubicBezTo>
                  <a:pt x="1371154" y="37323"/>
                  <a:pt x="1372384" y="40245"/>
                  <a:pt x="1373087" y="43628"/>
                </a:cubicBezTo>
                <a:cubicBezTo>
                  <a:pt x="1373526" y="45825"/>
                  <a:pt x="1373746" y="49669"/>
                  <a:pt x="1373746" y="55161"/>
                </a:cubicBezTo>
                <a:lnTo>
                  <a:pt x="1373746" y="98196"/>
                </a:lnTo>
                <a:lnTo>
                  <a:pt x="1361883" y="98196"/>
                </a:lnTo>
                <a:lnTo>
                  <a:pt x="1361883" y="55577"/>
                </a:lnTo>
                <a:cubicBezTo>
                  <a:pt x="1361883" y="50739"/>
                  <a:pt x="1361422" y="47121"/>
                  <a:pt x="1360499" y="44724"/>
                </a:cubicBezTo>
                <a:cubicBezTo>
                  <a:pt x="1359577" y="42326"/>
                  <a:pt x="1357940" y="40413"/>
                  <a:pt x="1355589" y="38984"/>
                </a:cubicBezTo>
                <a:cubicBezTo>
                  <a:pt x="1353239" y="37555"/>
                  <a:pt x="1350482" y="36840"/>
                  <a:pt x="1347319" y="36840"/>
                </a:cubicBezTo>
                <a:cubicBezTo>
                  <a:pt x="1342266" y="36840"/>
                  <a:pt x="1337905" y="38446"/>
                  <a:pt x="1334237" y="41657"/>
                </a:cubicBezTo>
                <a:cubicBezTo>
                  <a:pt x="1330568" y="44867"/>
                  <a:pt x="1328734" y="50958"/>
                  <a:pt x="1328734" y="59931"/>
                </a:cubicBezTo>
                <a:lnTo>
                  <a:pt x="1328734" y="98196"/>
                </a:lnTo>
                <a:lnTo>
                  <a:pt x="1316871" y="98196"/>
                </a:lnTo>
                <a:close/>
                <a:moveTo>
                  <a:pt x="1387170" y="77239"/>
                </a:moveTo>
                <a:lnTo>
                  <a:pt x="1398900" y="75393"/>
                </a:lnTo>
                <a:cubicBezTo>
                  <a:pt x="1399559" y="80074"/>
                  <a:pt x="1401394" y="83661"/>
                  <a:pt x="1404403" y="86154"/>
                </a:cubicBezTo>
                <a:cubicBezTo>
                  <a:pt x="1407413" y="88646"/>
                  <a:pt x="1411620" y="89892"/>
                  <a:pt x="1417024" y="89892"/>
                </a:cubicBezTo>
                <a:cubicBezTo>
                  <a:pt x="1422472" y="89892"/>
                  <a:pt x="1426514" y="88792"/>
                  <a:pt x="1429150" y="86591"/>
                </a:cubicBezTo>
                <a:cubicBezTo>
                  <a:pt x="1431786" y="84388"/>
                  <a:pt x="1433104" y="81806"/>
                  <a:pt x="1433104" y="78843"/>
                </a:cubicBezTo>
                <a:cubicBezTo>
                  <a:pt x="1433104" y="76183"/>
                  <a:pt x="1431940" y="74091"/>
                  <a:pt x="1429611" y="72566"/>
                </a:cubicBezTo>
                <a:cubicBezTo>
                  <a:pt x="1427986" y="71519"/>
                  <a:pt x="1423944" y="70190"/>
                  <a:pt x="1417485" y="68576"/>
                </a:cubicBezTo>
                <a:cubicBezTo>
                  <a:pt x="1408786" y="66378"/>
                  <a:pt x="1402756" y="64477"/>
                  <a:pt x="1399395" y="62872"/>
                </a:cubicBezTo>
                <a:cubicBezTo>
                  <a:pt x="1396034" y="61267"/>
                  <a:pt x="1393485" y="59046"/>
                  <a:pt x="1391750" y="56209"/>
                </a:cubicBezTo>
                <a:cubicBezTo>
                  <a:pt x="1390014" y="53373"/>
                  <a:pt x="1389147" y="50240"/>
                  <a:pt x="1389147" y="46810"/>
                </a:cubicBezTo>
                <a:cubicBezTo>
                  <a:pt x="1389147" y="43688"/>
                  <a:pt x="1389861" y="40796"/>
                  <a:pt x="1391289" y="38135"/>
                </a:cubicBezTo>
                <a:cubicBezTo>
                  <a:pt x="1392717" y="35474"/>
                  <a:pt x="1394661" y="33265"/>
                  <a:pt x="1397121" y="31506"/>
                </a:cubicBezTo>
                <a:cubicBezTo>
                  <a:pt x="1398966" y="30143"/>
                  <a:pt x="1401482" y="28989"/>
                  <a:pt x="1404667" y="28044"/>
                </a:cubicBezTo>
                <a:cubicBezTo>
                  <a:pt x="1407852" y="27098"/>
                  <a:pt x="1411268" y="26625"/>
                  <a:pt x="1414915" y="26625"/>
                </a:cubicBezTo>
                <a:cubicBezTo>
                  <a:pt x="1420407" y="26625"/>
                  <a:pt x="1425229" y="27421"/>
                  <a:pt x="1429381" y="29014"/>
                </a:cubicBezTo>
                <a:cubicBezTo>
                  <a:pt x="1433533" y="30605"/>
                  <a:pt x="1436597" y="32761"/>
                  <a:pt x="1438574" y="35483"/>
                </a:cubicBezTo>
                <a:cubicBezTo>
                  <a:pt x="1440551" y="38203"/>
                  <a:pt x="1441913" y="41840"/>
                  <a:pt x="1442660" y="46396"/>
                </a:cubicBezTo>
                <a:lnTo>
                  <a:pt x="1431061" y="47978"/>
                </a:lnTo>
                <a:cubicBezTo>
                  <a:pt x="1430534" y="44375"/>
                  <a:pt x="1429007" y="41563"/>
                  <a:pt x="1426481" y="39542"/>
                </a:cubicBezTo>
                <a:cubicBezTo>
                  <a:pt x="1423955" y="37521"/>
                  <a:pt x="1420385" y="36510"/>
                  <a:pt x="1415772" y="36510"/>
                </a:cubicBezTo>
                <a:cubicBezTo>
                  <a:pt x="1410324" y="36510"/>
                  <a:pt x="1406435" y="37407"/>
                  <a:pt x="1404107" y="39200"/>
                </a:cubicBezTo>
                <a:cubicBezTo>
                  <a:pt x="1401778" y="40992"/>
                  <a:pt x="1400614" y="43090"/>
                  <a:pt x="1400614" y="45496"/>
                </a:cubicBezTo>
                <a:cubicBezTo>
                  <a:pt x="1400614" y="47025"/>
                  <a:pt x="1401097" y="48403"/>
                  <a:pt x="1402064" y="49627"/>
                </a:cubicBezTo>
                <a:cubicBezTo>
                  <a:pt x="1403030" y="50894"/>
                  <a:pt x="1404546" y="51943"/>
                  <a:pt x="1406611" y="52774"/>
                </a:cubicBezTo>
                <a:cubicBezTo>
                  <a:pt x="1407797" y="53212"/>
                  <a:pt x="1411290" y="54218"/>
                  <a:pt x="1417090" y="55791"/>
                </a:cubicBezTo>
                <a:cubicBezTo>
                  <a:pt x="1425481" y="58031"/>
                  <a:pt x="1431336" y="59864"/>
                  <a:pt x="1434653" y="61290"/>
                </a:cubicBezTo>
                <a:cubicBezTo>
                  <a:pt x="1437970" y="62717"/>
                  <a:pt x="1440573" y="64791"/>
                  <a:pt x="1442463" y="67514"/>
                </a:cubicBezTo>
                <a:cubicBezTo>
                  <a:pt x="1444352" y="70235"/>
                  <a:pt x="1445296" y="73615"/>
                  <a:pt x="1445296" y="77653"/>
                </a:cubicBezTo>
                <a:cubicBezTo>
                  <a:pt x="1445296" y="81604"/>
                  <a:pt x="1444143" y="85325"/>
                  <a:pt x="1441836" y="88815"/>
                </a:cubicBezTo>
                <a:cubicBezTo>
                  <a:pt x="1439530" y="92304"/>
                  <a:pt x="1436202" y="95003"/>
                  <a:pt x="1431852" y="96913"/>
                </a:cubicBezTo>
                <a:cubicBezTo>
                  <a:pt x="1427502" y="98823"/>
                  <a:pt x="1422582" y="99778"/>
                  <a:pt x="1417090" y="99778"/>
                </a:cubicBezTo>
                <a:cubicBezTo>
                  <a:pt x="1407995" y="99778"/>
                  <a:pt x="1401064" y="97883"/>
                  <a:pt x="1396297" y="94093"/>
                </a:cubicBezTo>
                <a:cubicBezTo>
                  <a:pt x="1391530" y="90304"/>
                  <a:pt x="1388488" y="84686"/>
                  <a:pt x="1387170" y="77239"/>
                </a:cubicBezTo>
                <a:close/>
                <a:moveTo>
                  <a:pt x="1462497" y="98196"/>
                </a:moveTo>
                <a:lnTo>
                  <a:pt x="1462497" y="84620"/>
                </a:lnTo>
                <a:lnTo>
                  <a:pt x="1476007" y="84620"/>
                </a:lnTo>
                <a:lnTo>
                  <a:pt x="1476007" y="98157"/>
                </a:lnTo>
                <a:cubicBezTo>
                  <a:pt x="1476007" y="103132"/>
                  <a:pt x="1475129" y="107150"/>
                  <a:pt x="1473371" y="110209"/>
                </a:cubicBezTo>
                <a:cubicBezTo>
                  <a:pt x="1471614" y="113269"/>
                  <a:pt x="1468824" y="115636"/>
                  <a:pt x="1465001" y="117308"/>
                </a:cubicBezTo>
                <a:lnTo>
                  <a:pt x="1461706" y="112167"/>
                </a:lnTo>
                <a:cubicBezTo>
                  <a:pt x="1464211" y="111074"/>
                  <a:pt x="1466056" y="109467"/>
                  <a:pt x="1467242" y="107346"/>
                </a:cubicBezTo>
                <a:cubicBezTo>
                  <a:pt x="1468428" y="105225"/>
                  <a:pt x="1469087" y="102175"/>
                  <a:pt x="1469219" y="98196"/>
                </a:cubicBezTo>
                <a:lnTo>
                  <a:pt x="1462497" y="98196"/>
                </a:lnTo>
                <a:close/>
                <a:moveTo>
                  <a:pt x="1560342" y="87717"/>
                </a:moveTo>
                <a:lnTo>
                  <a:pt x="1562056" y="98196"/>
                </a:lnTo>
                <a:cubicBezTo>
                  <a:pt x="1558717" y="98811"/>
                  <a:pt x="1555729" y="99119"/>
                  <a:pt x="1553093" y="99119"/>
                </a:cubicBezTo>
                <a:cubicBezTo>
                  <a:pt x="1548787" y="99119"/>
                  <a:pt x="1545448" y="98438"/>
                  <a:pt x="1543076" y="97076"/>
                </a:cubicBezTo>
                <a:cubicBezTo>
                  <a:pt x="1540703" y="95713"/>
                  <a:pt x="1539034" y="93923"/>
                  <a:pt x="1538067" y="91704"/>
                </a:cubicBezTo>
                <a:cubicBezTo>
                  <a:pt x="1537101" y="89486"/>
                  <a:pt x="1536617" y="84817"/>
                  <a:pt x="1536617" y="77700"/>
                </a:cubicBezTo>
                <a:lnTo>
                  <a:pt x="1536617" y="37433"/>
                </a:lnTo>
                <a:lnTo>
                  <a:pt x="1527918" y="37433"/>
                </a:lnTo>
                <a:lnTo>
                  <a:pt x="1527918" y="28207"/>
                </a:lnTo>
                <a:lnTo>
                  <a:pt x="1536617" y="28207"/>
                </a:lnTo>
                <a:lnTo>
                  <a:pt x="1536617" y="10827"/>
                </a:lnTo>
                <a:lnTo>
                  <a:pt x="1548414" y="3691"/>
                </a:lnTo>
                <a:lnTo>
                  <a:pt x="1548414" y="28207"/>
                </a:lnTo>
                <a:lnTo>
                  <a:pt x="1560342" y="28207"/>
                </a:lnTo>
                <a:lnTo>
                  <a:pt x="1560342" y="37433"/>
                </a:lnTo>
                <a:lnTo>
                  <a:pt x="1548414" y="37433"/>
                </a:lnTo>
                <a:lnTo>
                  <a:pt x="1548414" y="78359"/>
                </a:lnTo>
                <a:cubicBezTo>
                  <a:pt x="1548414" y="81742"/>
                  <a:pt x="1548623" y="83917"/>
                  <a:pt x="1549040" y="84883"/>
                </a:cubicBezTo>
                <a:cubicBezTo>
                  <a:pt x="1549457" y="85850"/>
                  <a:pt x="1550138" y="86619"/>
                  <a:pt x="1551083" y="87190"/>
                </a:cubicBezTo>
                <a:cubicBezTo>
                  <a:pt x="1552028" y="87761"/>
                  <a:pt x="1553379" y="88047"/>
                  <a:pt x="1555136" y="88047"/>
                </a:cubicBezTo>
                <a:cubicBezTo>
                  <a:pt x="1556454" y="88047"/>
                  <a:pt x="1558190" y="87937"/>
                  <a:pt x="1560342" y="87717"/>
                </a:cubicBezTo>
                <a:close/>
                <a:moveTo>
                  <a:pt x="1571964" y="98196"/>
                </a:moveTo>
                <a:lnTo>
                  <a:pt x="1571964" y="1582"/>
                </a:lnTo>
                <a:lnTo>
                  <a:pt x="1583827" y="1582"/>
                </a:lnTo>
                <a:lnTo>
                  <a:pt x="1583827" y="36247"/>
                </a:lnTo>
                <a:cubicBezTo>
                  <a:pt x="1589363" y="29832"/>
                  <a:pt x="1596349" y="26625"/>
                  <a:pt x="1604784" y="26625"/>
                </a:cubicBezTo>
                <a:cubicBezTo>
                  <a:pt x="1609969" y="26625"/>
                  <a:pt x="1614472" y="27646"/>
                  <a:pt x="1618294" y="29689"/>
                </a:cubicBezTo>
                <a:cubicBezTo>
                  <a:pt x="1622117" y="31732"/>
                  <a:pt x="1624852" y="34555"/>
                  <a:pt x="1626499" y="38158"/>
                </a:cubicBezTo>
                <a:cubicBezTo>
                  <a:pt x="1628147" y="41761"/>
                  <a:pt x="1628971" y="46989"/>
                  <a:pt x="1628971" y="53843"/>
                </a:cubicBezTo>
                <a:lnTo>
                  <a:pt x="1628971" y="98196"/>
                </a:lnTo>
                <a:lnTo>
                  <a:pt x="1617108" y="98196"/>
                </a:lnTo>
                <a:lnTo>
                  <a:pt x="1617108" y="53843"/>
                </a:lnTo>
                <a:cubicBezTo>
                  <a:pt x="1617108" y="47912"/>
                  <a:pt x="1615823" y="43595"/>
                  <a:pt x="1613253" y="40893"/>
                </a:cubicBezTo>
                <a:cubicBezTo>
                  <a:pt x="1610683" y="38191"/>
                  <a:pt x="1607047" y="36840"/>
                  <a:pt x="1602346" y="36840"/>
                </a:cubicBezTo>
                <a:cubicBezTo>
                  <a:pt x="1598831" y="36840"/>
                  <a:pt x="1595525" y="37752"/>
                  <a:pt x="1592427" y="39575"/>
                </a:cubicBezTo>
                <a:cubicBezTo>
                  <a:pt x="1589330" y="41398"/>
                  <a:pt x="1587122" y="43870"/>
                  <a:pt x="1585804" y="46989"/>
                </a:cubicBezTo>
                <a:cubicBezTo>
                  <a:pt x="1584486" y="50108"/>
                  <a:pt x="1583827" y="54414"/>
                  <a:pt x="1583827" y="59906"/>
                </a:cubicBezTo>
                <a:lnTo>
                  <a:pt x="1583827" y="98196"/>
                </a:lnTo>
                <a:lnTo>
                  <a:pt x="1571964" y="98196"/>
                </a:lnTo>
                <a:close/>
                <a:moveTo>
                  <a:pt x="1694919" y="75657"/>
                </a:moveTo>
                <a:lnTo>
                  <a:pt x="1707177" y="77173"/>
                </a:lnTo>
                <a:cubicBezTo>
                  <a:pt x="1705244" y="84334"/>
                  <a:pt x="1701663" y="89892"/>
                  <a:pt x="1696435" y="93846"/>
                </a:cubicBezTo>
                <a:cubicBezTo>
                  <a:pt x="1691207" y="97800"/>
                  <a:pt x="1684529" y="99778"/>
                  <a:pt x="1676401" y="99778"/>
                </a:cubicBezTo>
                <a:cubicBezTo>
                  <a:pt x="1666164" y="99778"/>
                  <a:pt x="1658047" y="96625"/>
                  <a:pt x="1652049" y="90320"/>
                </a:cubicBezTo>
                <a:cubicBezTo>
                  <a:pt x="1646052" y="84016"/>
                  <a:pt x="1643054" y="75174"/>
                  <a:pt x="1643054" y="63794"/>
                </a:cubicBezTo>
                <a:cubicBezTo>
                  <a:pt x="1643054" y="52020"/>
                  <a:pt x="1646085" y="42881"/>
                  <a:pt x="1652148" y="36379"/>
                </a:cubicBezTo>
                <a:cubicBezTo>
                  <a:pt x="1658211" y="29876"/>
                  <a:pt x="1666076" y="26625"/>
                  <a:pt x="1675742" y="26625"/>
                </a:cubicBezTo>
                <a:cubicBezTo>
                  <a:pt x="1685100" y="26625"/>
                  <a:pt x="1692745" y="29805"/>
                  <a:pt x="1698676" y="36166"/>
                </a:cubicBezTo>
                <a:cubicBezTo>
                  <a:pt x="1704607" y="42526"/>
                  <a:pt x="1707573" y="51474"/>
                  <a:pt x="1707573" y="63010"/>
                </a:cubicBezTo>
                <a:cubicBezTo>
                  <a:pt x="1707573" y="63711"/>
                  <a:pt x="1707551" y="64764"/>
                  <a:pt x="1707507" y="66167"/>
                </a:cubicBezTo>
                <a:lnTo>
                  <a:pt x="1655312" y="66167"/>
                </a:lnTo>
                <a:cubicBezTo>
                  <a:pt x="1655751" y="73834"/>
                  <a:pt x="1657926" y="79704"/>
                  <a:pt x="1661836" y="83780"/>
                </a:cubicBezTo>
                <a:cubicBezTo>
                  <a:pt x="1665746" y="87855"/>
                  <a:pt x="1670623" y="89892"/>
                  <a:pt x="1676466" y="89892"/>
                </a:cubicBezTo>
                <a:cubicBezTo>
                  <a:pt x="1680816" y="89892"/>
                  <a:pt x="1684529" y="88761"/>
                  <a:pt x="1687604" y="86498"/>
                </a:cubicBezTo>
                <a:cubicBezTo>
                  <a:pt x="1690680" y="84234"/>
                  <a:pt x="1693118" y="80620"/>
                  <a:pt x="1694919" y="75657"/>
                </a:cubicBezTo>
                <a:moveTo>
                  <a:pt x="1655971" y="56281"/>
                </a:moveTo>
                <a:lnTo>
                  <a:pt x="1695051" y="56281"/>
                </a:lnTo>
                <a:cubicBezTo>
                  <a:pt x="1694524" y="50490"/>
                  <a:pt x="1693030" y="46147"/>
                  <a:pt x="1690570" y="43251"/>
                </a:cubicBezTo>
                <a:cubicBezTo>
                  <a:pt x="1686791" y="38757"/>
                  <a:pt x="1681893" y="36510"/>
                  <a:pt x="1675873" y="36510"/>
                </a:cubicBezTo>
                <a:cubicBezTo>
                  <a:pt x="1670425" y="36510"/>
                  <a:pt x="1665845" y="38304"/>
                  <a:pt x="1662133" y="41892"/>
                </a:cubicBezTo>
                <a:cubicBezTo>
                  <a:pt x="1658420" y="45478"/>
                  <a:pt x="1656366" y="50275"/>
                  <a:pt x="1655971" y="56281"/>
                </a:cubicBezTo>
                <a:close/>
                <a:moveTo>
                  <a:pt x="1762406" y="98196"/>
                </a:moveTo>
                <a:lnTo>
                  <a:pt x="1762406" y="37433"/>
                </a:lnTo>
                <a:lnTo>
                  <a:pt x="1751928" y="37433"/>
                </a:lnTo>
                <a:lnTo>
                  <a:pt x="1751928" y="28207"/>
                </a:lnTo>
                <a:lnTo>
                  <a:pt x="1762406" y="28207"/>
                </a:lnTo>
                <a:lnTo>
                  <a:pt x="1762406" y="20776"/>
                </a:lnTo>
                <a:cubicBezTo>
                  <a:pt x="1762406" y="16086"/>
                  <a:pt x="1762824" y="12601"/>
                  <a:pt x="1763658" y="10322"/>
                </a:cubicBezTo>
                <a:cubicBezTo>
                  <a:pt x="1764801" y="7255"/>
                  <a:pt x="1766811" y="4768"/>
                  <a:pt x="1769689" y="2861"/>
                </a:cubicBezTo>
                <a:cubicBezTo>
                  <a:pt x="1772566" y="954"/>
                  <a:pt x="1776597" y="0"/>
                  <a:pt x="1781782" y="0"/>
                </a:cubicBezTo>
                <a:cubicBezTo>
                  <a:pt x="1785121" y="0"/>
                  <a:pt x="1788811" y="395"/>
                  <a:pt x="1792854" y="1186"/>
                </a:cubicBezTo>
                <a:lnTo>
                  <a:pt x="1791074" y="11533"/>
                </a:lnTo>
                <a:cubicBezTo>
                  <a:pt x="1788614" y="11094"/>
                  <a:pt x="1786285" y="10874"/>
                  <a:pt x="1784088" y="10874"/>
                </a:cubicBezTo>
                <a:cubicBezTo>
                  <a:pt x="1780486" y="10874"/>
                  <a:pt x="1777937" y="11640"/>
                  <a:pt x="1776444" y="13172"/>
                </a:cubicBezTo>
                <a:cubicBezTo>
                  <a:pt x="1774950" y="14705"/>
                  <a:pt x="1774203" y="17571"/>
                  <a:pt x="1774203" y="21773"/>
                </a:cubicBezTo>
                <a:lnTo>
                  <a:pt x="1774203" y="28207"/>
                </a:lnTo>
                <a:lnTo>
                  <a:pt x="1787845" y="28207"/>
                </a:lnTo>
                <a:lnTo>
                  <a:pt x="1787845" y="37433"/>
                </a:lnTo>
                <a:lnTo>
                  <a:pt x="1774203" y="37433"/>
                </a:lnTo>
                <a:lnTo>
                  <a:pt x="1774203" y="98196"/>
                </a:lnTo>
                <a:lnTo>
                  <a:pt x="1762406" y="98196"/>
                </a:lnTo>
                <a:close/>
                <a:moveTo>
                  <a:pt x="1797160" y="15290"/>
                </a:moveTo>
                <a:lnTo>
                  <a:pt x="1797160" y="1582"/>
                </a:lnTo>
                <a:lnTo>
                  <a:pt x="1809022" y="1582"/>
                </a:lnTo>
                <a:lnTo>
                  <a:pt x="1809022" y="15290"/>
                </a:lnTo>
                <a:lnTo>
                  <a:pt x="1797160" y="15290"/>
                </a:lnTo>
                <a:moveTo>
                  <a:pt x="1797160" y="98196"/>
                </a:moveTo>
                <a:lnTo>
                  <a:pt x="1797160" y="28207"/>
                </a:lnTo>
                <a:lnTo>
                  <a:pt x="1809022" y="28207"/>
                </a:lnTo>
                <a:lnTo>
                  <a:pt x="1809022" y="98196"/>
                </a:lnTo>
                <a:lnTo>
                  <a:pt x="1797160" y="98196"/>
                </a:lnTo>
                <a:close/>
                <a:moveTo>
                  <a:pt x="1826926" y="98196"/>
                </a:moveTo>
                <a:lnTo>
                  <a:pt x="1826926" y="28207"/>
                </a:lnTo>
                <a:lnTo>
                  <a:pt x="1837602" y="28207"/>
                </a:lnTo>
                <a:lnTo>
                  <a:pt x="1837602" y="38751"/>
                </a:lnTo>
                <a:cubicBezTo>
                  <a:pt x="1840326" y="33814"/>
                  <a:pt x="1842841" y="30559"/>
                  <a:pt x="1845148" y="28985"/>
                </a:cubicBezTo>
                <a:cubicBezTo>
                  <a:pt x="1847454" y="27412"/>
                  <a:pt x="1849992" y="26625"/>
                  <a:pt x="1852760" y="26625"/>
                </a:cubicBezTo>
                <a:cubicBezTo>
                  <a:pt x="1856758" y="26625"/>
                  <a:pt x="1860822" y="27894"/>
                  <a:pt x="1864952" y="30431"/>
                </a:cubicBezTo>
                <a:lnTo>
                  <a:pt x="1860866" y="41387"/>
                </a:lnTo>
                <a:cubicBezTo>
                  <a:pt x="1857966" y="39674"/>
                  <a:pt x="1855066" y="38817"/>
                  <a:pt x="1852167" y="38817"/>
                </a:cubicBezTo>
                <a:cubicBezTo>
                  <a:pt x="1849574" y="38817"/>
                  <a:pt x="1847246" y="39598"/>
                  <a:pt x="1845181" y="41161"/>
                </a:cubicBezTo>
                <a:cubicBezTo>
                  <a:pt x="1843116" y="42722"/>
                  <a:pt x="1841644" y="44888"/>
                  <a:pt x="1840765" y="47658"/>
                </a:cubicBezTo>
                <a:cubicBezTo>
                  <a:pt x="1839447" y="51880"/>
                  <a:pt x="1838788" y="56498"/>
                  <a:pt x="1838788" y="61512"/>
                </a:cubicBezTo>
                <a:lnTo>
                  <a:pt x="1838788" y="98196"/>
                </a:lnTo>
                <a:lnTo>
                  <a:pt x="1826926" y="98196"/>
                </a:lnTo>
                <a:close/>
                <a:moveTo>
                  <a:pt x="1872068" y="15290"/>
                </a:moveTo>
                <a:lnTo>
                  <a:pt x="1872068" y="1582"/>
                </a:lnTo>
                <a:lnTo>
                  <a:pt x="1883931" y="1582"/>
                </a:lnTo>
                <a:lnTo>
                  <a:pt x="1883931" y="15290"/>
                </a:lnTo>
                <a:lnTo>
                  <a:pt x="1872068" y="15290"/>
                </a:lnTo>
                <a:moveTo>
                  <a:pt x="1872068" y="98196"/>
                </a:moveTo>
                <a:lnTo>
                  <a:pt x="1872068" y="28207"/>
                </a:lnTo>
                <a:lnTo>
                  <a:pt x="1883931" y="28207"/>
                </a:lnTo>
                <a:lnTo>
                  <a:pt x="1883931" y="98196"/>
                </a:lnTo>
                <a:lnTo>
                  <a:pt x="1872068" y="98196"/>
                </a:lnTo>
                <a:close/>
                <a:moveTo>
                  <a:pt x="1901965" y="98196"/>
                </a:moveTo>
                <a:lnTo>
                  <a:pt x="1901965" y="28207"/>
                </a:lnTo>
                <a:lnTo>
                  <a:pt x="1912642" y="28207"/>
                </a:lnTo>
                <a:lnTo>
                  <a:pt x="1912642" y="38092"/>
                </a:lnTo>
                <a:cubicBezTo>
                  <a:pt x="1917782" y="30447"/>
                  <a:pt x="1925207" y="26625"/>
                  <a:pt x="1934917" y="26625"/>
                </a:cubicBezTo>
                <a:cubicBezTo>
                  <a:pt x="1939135" y="26625"/>
                  <a:pt x="1943012" y="27383"/>
                  <a:pt x="1946549" y="28899"/>
                </a:cubicBezTo>
                <a:cubicBezTo>
                  <a:pt x="1950086" y="30414"/>
                  <a:pt x="1952733" y="32402"/>
                  <a:pt x="1954490" y="34863"/>
                </a:cubicBezTo>
                <a:cubicBezTo>
                  <a:pt x="1956248" y="37323"/>
                  <a:pt x="1957478" y="40245"/>
                  <a:pt x="1958181" y="43628"/>
                </a:cubicBezTo>
                <a:cubicBezTo>
                  <a:pt x="1958620" y="45825"/>
                  <a:pt x="1958840" y="49669"/>
                  <a:pt x="1958840" y="55161"/>
                </a:cubicBezTo>
                <a:lnTo>
                  <a:pt x="1958840" y="98196"/>
                </a:lnTo>
                <a:lnTo>
                  <a:pt x="1946977" y="98196"/>
                </a:lnTo>
                <a:lnTo>
                  <a:pt x="1946977" y="55577"/>
                </a:lnTo>
                <a:cubicBezTo>
                  <a:pt x="1946977" y="50739"/>
                  <a:pt x="1946516" y="47121"/>
                  <a:pt x="1945593" y="44724"/>
                </a:cubicBezTo>
                <a:cubicBezTo>
                  <a:pt x="1944671" y="42326"/>
                  <a:pt x="1943034" y="40413"/>
                  <a:pt x="1940683" y="38984"/>
                </a:cubicBezTo>
                <a:cubicBezTo>
                  <a:pt x="1938333" y="37555"/>
                  <a:pt x="1935576" y="36840"/>
                  <a:pt x="1932413" y="36840"/>
                </a:cubicBezTo>
                <a:cubicBezTo>
                  <a:pt x="1927360" y="36840"/>
                  <a:pt x="1922999" y="38446"/>
                  <a:pt x="1919331" y="41657"/>
                </a:cubicBezTo>
                <a:cubicBezTo>
                  <a:pt x="1915662" y="44867"/>
                  <a:pt x="1913828" y="50958"/>
                  <a:pt x="1913828" y="59931"/>
                </a:cubicBezTo>
                <a:lnTo>
                  <a:pt x="1913828" y="98196"/>
                </a:lnTo>
                <a:lnTo>
                  <a:pt x="1901965" y="98196"/>
                </a:lnTo>
                <a:close/>
                <a:moveTo>
                  <a:pt x="1974834" y="103995"/>
                </a:moveTo>
                <a:lnTo>
                  <a:pt x="1986367" y="105709"/>
                </a:lnTo>
                <a:cubicBezTo>
                  <a:pt x="1986851" y="109268"/>
                  <a:pt x="1988191" y="111860"/>
                  <a:pt x="1990387" y="113485"/>
                </a:cubicBezTo>
                <a:cubicBezTo>
                  <a:pt x="1993331" y="115682"/>
                  <a:pt x="1997351" y="116781"/>
                  <a:pt x="2002448" y="116781"/>
                </a:cubicBezTo>
                <a:cubicBezTo>
                  <a:pt x="2007940" y="116781"/>
                  <a:pt x="2012179" y="115679"/>
                  <a:pt x="2015167" y="113477"/>
                </a:cubicBezTo>
                <a:cubicBezTo>
                  <a:pt x="2018155" y="111276"/>
                  <a:pt x="2020176" y="108194"/>
                  <a:pt x="2021230" y="104230"/>
                </a:cubicBezTo>
                <a:cubicBezTo>
                  <a:pt x="2021845" y="101810"/>
                  <a:pt x="2022131" y="96724"/>
                  <a:pt x="2022087" y="88974"/>
                </a:cubicBezTo>
                <a:cubicBezTo>
                  <a:pt x="2016902" y="95122"/>
                  <a:pt x="2010444" y="98196"/>
                  <a:pt x="2002711" y="98196"/>
                </a:cubicBezTo>
                <a:cubicBezTo>
                  <a:pt x="1993089" y="98196"/>
                  <a:pt x="1985642" y="94725"/>
                  <a:pt x="1980370" y="87783"/>
                </a:cubicBezTo>
                <a:cubicBezTo>
                  <a:pt x="1975098" y="80841"/>
                  <a:pt x="1972462" y="72516"/>
                  <a:pt x="1972462" y="62806"/>
                </a:cubicBezTo>
                <a:cubicBezTo>
                  <a:pt x="1972462" y="56128"/>
                  <a:pt x="1973670" y="49966"/>
                  <a:pt x="1976086" y="44320"/>
                </a:cubicBezTo>
                <a:cubicBezTo>
                  <a:pt x="1978503" y="38674"/>
                  <a:pt x="1982007" y="34314"/>
                  <a:pt x="1986598" y="31238"/>
                </a:cubicBezTo>
                <a:cubicBezTo>
                  <a:pt x="1991189" y="28163"/>
                  <a:pt x="1996582" y="26625"/>
                  <a:pt x="2002777" y="26625"/>
                </a:cubicBezTo>
                <a:cubicBezTo>
                  <a:pt x="2011037" y="26625"/>
                  <a:pt x="2017847" y="29986"/>
                  <a:pt x="2023207" y="36708"/>
                </a:cubicBezTo>
                <a:lnTo>
                  <a:pt x="2023207" y="28207"/>
                </a:lnTo>
                <a:lnTo>
                  <a:pt x="2034147" y="28207"/>
                </a:lnTo>
                <a:lnTo>
                  <a:pt x="2034147" y="88747"/>
                </a:lnTo>
                <a:cubicBezTo>
                  <a:pt x="2034147" y="99650"/>
                  <a:pt x="2033038" y="107376"/>
                  <a:pt x="2030819" y="111926"/>
                </a:cubicBezTo>
                <a:cubicBezTo>
                  <a:pt x="2028600" y="116476"/>
                  <a:pt x="2025085" y="120070"/>
                  <a:pt x="2020274" y="122708"/>
                </a:cubicBezTo>
                <a:cubicBezTo>
                  <a:pt x="2015464" y="125347"/>
                  <a:pt x="2009543" y="126666"/>
                  <a:pt x="2002514" y="126666"/>
                </a:cubicBezTo>
                <a:cubicBezTo>
                  <a:pt x="1994166" y="126666"/>
                  <a:pt x="1987422" y="124782"/>
                  <a:pt x="1982281" y="121015"/>
                </a:cubicBezTo>
                <a:cubicBezTo>
                  <a:pt x="1977141" y="117247"/>
                  <a:pt x="1974658" y="111574"/>
                  <a:pt x="1974834" y="103995"/>
                </a:cubicBezTo>
                <a:moveTo>
                  <a:pt x="1984654" y="61951"/>
                </a:moveTo>
                <a:cubicBezTo>
                  <a:pt x="1984654" y="71110"/>
                  <a:pt x="1986477" y="77793"/>
                  <a:pt x="1990124" y="82000"/>
                </a:cubicBezTo>
                <a:cubicBezTo>
                  <a:pt x="1993770" y="86207"/>
                  <a:pt x="1998340" y="88310"/>
                  <a:pt x="2003832" y="88310"/>
                </a:cubicBezTo>
                <a:cubicBezTo>
                  <a:pt x="2009280" y="88310"/>
                  <a:pt x="2013849" y="86218"/>
                  <a:pt x="2017539" y="82033"/>
                </a:cubicBezTo>
                <a:cubicBezTo>
                  <a:pt x="2021230" y="77848"/>
                  <a:pt x="2023075" y="71285"/>
                  <a:pt x="2023075" y="62344"/>
                </a:cubicBezTo>
                <a:cubicBezTo>
                  <a:pt x="2023075" y="53799"/>
                  <a:pt x="2021175" y="47357"/>
                  <a:pt x="2017375" y="43018"/>
                </a:cubicBezTo>
                <a:cubicBezTo>
                  <a:pt x="2013574" y="38680"/>
                  <a:pt x="2008994" y="36510"/>
                  <a:pt x="2003634" y="36510"/>
                </a:cubicBezTo>
                <a:cubicBezTo>
                  <a:pt x="1998362" y="36510"/>
                  <a:pt x="1993880" y="38647"/>
                  <a:pt x="1990190" y="42919"/>
                </a:cubicBezTo>
                <a:cubicBezTo>
                  <a:pt x="1986499" y="47192"/>
                  <a:pt x="1984654" y="53536"/>
                  <a:pt x="1984654" y="61951"/>
                </a:cubicBezTo>
                <a:close/>
                <a:moveTo>
                  <a:pt x="2085158" y="63201"/>
                </a:moveTo>
                <a:cubicBezTo>
                  <a:pt x="2085158" y="50240"/>
                  <a:pt x="2088761" y="40640"/>
                  <a:pt x="2095966" y="34402"/>
                </a:cubicBezTo>
                <a:cubicBezTo>
                  <a:pt x="2101985" y="29217"/>
                  <a:pt x="2109323" y="26625"/>
                  <a:pt x="2117978" y="26625"/>
                </a:cubicBezTo>
                <a:cubicBezTo>
                  <a:pt x="2127600" y="26625"/>
                  <a:pt x="2135464" y="29777"/>
                  <a:pt x="2141571" y="36082"/>
                </a:cubicBezTo>
                <a:cubicBezTo>
                  <a:pt x="2147678" y="42387"/>
                  <a:pt x="2150732" y="51097"/>
                  <a:pt x="2150732" y="62213"/>
                </a:cubicBezTo>
                <a:cubicBezTo>
                  <a:pt x="2150732" y="71219"/>
                  <a:pt x="2149381" y="78304"/>
                  <a:pt x="2146679" y="83466"/>
                </a:cubicBezTo>
                <a:cubicBezTo>
                  <a:pt x="2143977" y="88629"/>
                  <a:pt x="2140045" y="92638"/>
                  <a:pt x="2134882" y="95494"/>
                </a:cubicBezTo>
                <a:cubicBezTo>
                  <a:pt x="2129720" y="98350"/>
                  <a:pt x="2124085" y="99778"/>
                  <a:pt x="2117978" y="99778"/>
                </a:cubicBezTo>
                <a:cubicBezTo>
                  <a:pt x="2108180" y="99778"/>
                  <a:pt x="2100261" y="96636"/>
                  <a:pt x="2094220" y="90353"/>
                </a:cubicBezTo>
                <a:cubicBezTo>
                  <a:pt x="2088179" y="84071"/>
                  <a:pt x="2085158" y="75020"/>
                  <a:pt x="2085158" y="63201"/>
                </a:cubicBezTo>
                <a:moveTo>
                  <a:pt x="2097350" y="63168"/>
                </a:moveTo>
                <a:cubicBezTo>
                  <a:pt x="2097350" y="72098"/>
                  <a:pt x="2099305" y="78785"/>
                  <a:pt x="2103216" y="83228"/>
                </a:cubicBezTo>
                <a:cubicBezTo>
                  <a:pt x="2107126" y="87671"/>
                  <a:pt x="2112047" y="89892"/>
                  <a:pt x="2117978" y="89892"/>
                </a:cubicBezTo>
                <a:cubicBezTo>
                  <a:pt x="2123865" y="89892"/>
                  <a:pt x="2128764" y="87660"/>
                  <a:pt x="2132674" y="83195"/>
                </a:cubicBezTo>
                <a:cubicBezTo>
                  <a:pt x="2136585" y="78730"/>
                  <a:pt x="2138540" y="71923"/>
                  <a:pt x="2138540" y="62775"/>
                </a:cubicBezTo>
                <a:cubicBezTo>
                  <a:pt x="2138540" y="54151"/>
                  <a:pt x="2136574" y="47618"/>
                  <a:pt x="2132641" y="43175"/>
                </a:cubicBezTo>
                <a:cubicBezTo>
                  <a:pt x="2128709" y="38732"/>
                  <a:pt x="2123821" y="36510"/>
                  <a:pt x="2117978" y="36510"/>
                </a:cubicBezTo>
                <a:cubicBezTo>
                  <a:pt x="2112047" y="36510"/>
                  <a:pt x="2107126" y="38721"/>
                  <a:pt x="2103216" y="43142"/>
                </a:cubicBezTo>
                <a:cubicBezTo>
                  <a:pt x="2099305" y="47563"/>
                  <a:pt x="2097350" y="54238"/>
                  <a:pt x="2097350" y="63168"/>
                </a:cubicBezTo>
                <a:close/>
                <a:moveTo>
                  <a:pt x="2167451" y="98196"/>
                </a:moveTo>
                <a:lnTo>
                  <a:pt x="2167451" y="37433"/>
                </a:lnTo>
                <a:lnTo>
                  <a:pt x="2156972" y="37433"/>
                </a:lnTo>
                <a:lnTo>
                  <a:pt x="2156972" y="28207"/>
                </a:lnTo>
                <a:lnTo>
                  <a:pt x="2167451" y="28207"/>
                </a:lnTo>
                <a:lnTo>
                  <a:pt x="2167451" y="20776"/>
                </a:lnTo>
                <a:cubicBezTo>
                  <a:pt x="2167451" y="16086"/>
                  <a:pt x="2167868" y="12601"/>
                  <a:pt x="2168703" y="10322"/>
                </a:cubicBezTo>
                <a:cubicBezTo>
                  <a:pt x="2169845" y="7255"/>
                  <a:pt x="2171855" y="4768"/>
                  <a:pt x="2174733" y="2861"/>
                </a:cubicBezTo>
                <a:cubicBezTo>
                  <a:pt x="2177611" y="954"/>
                  <a:pt x="2181642" y="0"/>
                  <a:pt x="2186826" y="0"/>
                </a:cubicBezTo>
                <a:cubicBezTo>
                  <a:pt x="2190165" y="0"/>
                  <a:pt x="2193856" y="395"/>
                  <a:pt x="2197898" y="1186"/>
                </a:cubicBezTo>
                <a:lnTo>
                  <a:pt x="2196119" y="11533"/>
                </a:lnTo>
                <a:cubicBezTo>
                  <a:pt x="2193658" y="11094"/>
                  <a:pt x="2191330" y="10874"/>
                  <a:pt x="2189133" y="10874"/>
                </a:cubicBezTo>
                <a:cubicBezTo>
                  <a:pt x="2185530" y="10874"/>
                  <a:pt x="2182982" y="11640"/>
                  <a:pt x="2181488" y="13172"/>
                </a:cubicBezTo>
                <a:cubicBezTo>
                  <a:pt x="2179994" y="14705"/>
                  <a:pt x="2179248" y="17571"/>
                  <a:pt x="2179248" y="21773"/>
                </a:cubicBezTo>
                <a:lnTo>
                  <a:pt x="2179248" y="28207"/>
                </a:lnTo>
                <a:lnTo>
                  <a:pt x="2192889" y="28207"/>
                </a:lnTo>
                <a:lnTo>
                  <a:pt x="2192889" y="37433"/>
                </a:lnTo>
                <a:lnTo>
                  <a:pt x="2179248" y="37433"/>
                </a:lnTo>
                <a:lnTo>
                  <a:pt x="2179248" y="98196"/>
                </a:lnTo>
                <a:lnTo>
                  <a:pt x="2167451" y="98196"/>
                </a:lnTo>
                <a:close/>
                <a:moveTo>
                  <a:pt x="2285331" y="89554"/>
                </a:moveTo>
                <a:cubicBezTo>
                  <a:pt x="2280938" y="93292"/>
                  <a:pt x="2276709" y="95930"/>
                  <a:pt x="2272645" y="97469"/>
                </a:cubicBezTo>
                <a:cubicBezTo>
                  <a:pt x="2268581" y="99008"/>
                  <a:pt x="2264220" y="99778"/>
                  <a:pt x="2259563" y="99778"/>
                </a:cubicBezTo>
                <a:cubicBezTo>
                  <a:pt x="2251874" y="99778"/>
                  <a:pt x="2245965" y="97898"/>
                  <a:pt x="2241835" y="94139"/>
                </a:cubicBezTo>
                <a:cubicBezTo>
                  <a:pt x="2237705" y="90379"/>
                  <a:pt x="2235640" y="85576"/>
                  <a:pt x="2235640" y="79729"/>
                </a:cubicBezTo>
                <a:cubicBezTo>
                  <a:pt x="2235640" y="76300"/>
                  <a:pt x="2236420" y="73168"/>
                  <a:pt x="2237980" y="70333"/>
                </a:cubicBezTo>
                <a:cubicBezTo>
                  <a:pt x="2239540" y="67497"/>
                  <a:pt x="2241583" y="65221"/>
                  <a:pt x="2244109" y="63506"/>
                </a:cubicBezTo>
                <a:cubicBezTo>
                  <a:pt x="2246635" y="61791"/>
                  <a:pt x="2249480" y="60494"/>
                  <a:pt x="2252643" y="59616"/>
                </a:cubicBezTo>
                <a:cubicBezTo>
                  <a:pt x="2254972" y="58999"/>
                  <a:pt x="2258487" y="58405"/>
                  <a:pt x="2263188" y="57834"/>
                </a:cubicBezTo>
                <a:cubicBezTo>
                  <a:pt x="2272766" y="56700"/>
                  <a:pt x="2279817" y="55348"/>
                  <a:pt x="2284343" y="53777"/>
                </a:cubicBezTo>
                <a:cubicBezTo>
                  <a:pt x="2284387" y="52158"/>
                  <a:pt x="2284409" y="51130"/>
                  <a:pt x="2284409" y="50692"/>
                </a:cubicBezTo>
                <a:cubicBezTo>
                  <a:pt x="2284409" y="45877"/>
                  <a:pt x="2283288" y="42485"/>
                  <a:pt x="2281048" y="40516"/>
                </a:cubicBezTo>
                <a:cubicBezTo>
                  <a:pt x="2278016" y="37846"/>
                  <a:pt x="2273513" y="36510"/>
                  <a:pt x="2267537" y="36510"/>
                </a:cubicBezTo>
                <a:cubicBezTo>
                  <a:pt x="2261958" y="36510"/>
                  <a:pt x="2257839" y="37488"/>
                  <a:pt x="2255181" y="39443"/>
                </a:cubicBezTo>
                <a:cubicBezTo>
                  <a:pt x="2252522" y="41398"/>
                  <a:pt x="2250556" y="44858"/>
                  <a:pt x="2249282" y="49823"/>
                </a:cubicBezTo>
                <a:lnTo>
                  <a:pt x="2237683" y="48241"/>
                </a:lnTo>
                <a:cubicBezTo>
                  <a:pt x="2238738" y="43261"/>
                  <a:pt x="2240473" y="39240"/>
                  <a:pt x="2242890" y="36177"/>
                </a:cubicBezTo>
                <a:cubicBezTo>
                  <a:pt x="2245306" y="33114"/>
                  <a:pt x="2248799" y="30756"/>
                  <a:pt x="2253368" y="29105"/>
                </a:cubicBezTo>
                <a:cubicBezTo>
                  <a:pt x="2257938" y="27451"/>
                  <a:pt x="2263232" y="26625"/>
                  <a:pt x="2269251" y="26625"/>
                </a:cubicBezTo>
                <a:cubicBezTo>
                  <a:pt x="2275226" y="26625"/>
                  <a:pt x="2280081" y="27328"/>
                  <a:pt x="2283816" y="28734"/>
                </a:cubicBezTo>
                <a:cubicBezTo>
                  <a:pt x="2287550" y="30140"/>
                  <a:pt x="2290296" y="31908"/>
                  <a:pt x="2292053" y="34039"/>
                </a:cubicBezTo>
                <a:cubicBezTo>
                  <a:pt x="2293811" y="36170"/>
                  <a:pt x="2295041" y="38861"/>
                  <a:pt x="2295744" y="42112"/>
                </a:cubicBezTo>
                <a:cubicBezTo>
                  <a:pt x="2296139" y="44133"/>
                  <a:pt x="2296337" y="47780"/>
                  <a:pt x="2296337" y="53052"/>
                </a:cubicBezTo>
                <a:lnTo>
                  <a:pt x="2296337" y="68869"/>
                </a:lnTo>
                <a:cubicBezTo>
                  <a:pt x="2296337" y="79897"/>
                  <a:pt x="2296590" y="86871"/>
                  <a:pt x="2297095" y="89793"/>
                </a:cubicBezTo>
                <a:cubicBezTo>
                  <a:pt x="2297600" y="92715"/>
                  <a:pt x="2298600" y="95516"/>
                  <a:pt x="2300094" y="98196"/>
                </a:cubicBezTo>
                <a:lnTo>
                  <a:pt x="2287704" y="98196"/>
                </a:lnTo>
                <a:cubicBezTo>
                  <a:pt x="2286474" y="95733"/>
                  <a:pt x="2285683" y="92852"/>
                  <a:pt x="2285331" y="89554"/>
                </a:cubicBezTo>
                <a:moveTo>
                  <a:pt x="2284343" y="63004"/>
                </a:moveTo>
                <a:cubicBezTo>
                  <a:pt x="2280037" y="64776"/>
                  <a:pt x="2273579" y="66282"/>
                  <a:pt x="2264967" y="67522"/>
                </a:cubicBezTo>
                <a:cubicBezTo>
                  <a:pt x="2260090" y="68228"/>
                  <a:pt x="2256641" y="69022"/>
                  <a:pt x="2254620" y="69905"/>
                </a:cubicBezTo>
                <a:cubicBezTo>
                  <a:pt x="2252599" y="70786"/>
                  <a:pt x="2251040" y="72077"/>
                  <a:pt x="2249941" y="73777"/>
                </a:cubicBezTo>
                <a:cubicBezTo>
                  <a:pt x="2248843" y="75475"/>
                  <a:pt x="2248294" y="77361"/>
                  <a:pt x="2248294" y="79434"/>
                </a:cubicBezTo>
                <a:cubicBezTo>
                  <a:pt x="2248294" y="82610"/>
                  <a:pt x="2249491" y="85257"/>
                  <a:pt x="2251885" y="87375"/>
                </a:cubicBezTo>
                <a:cubicBezTo>
                  <a:pt x="2254280" y="89493"/>
                  <a:pt x="2257784" y="90551"/>
                  <a:pt x="2262397" y="90551"/>
                </a:cubicBezTo>
                <a:cubicBezTo>
                  <a:pt x="2266966" y="90551"/>
                  <a:pt x="2271030" y="89547"/>
                  <a:pt x="2274589" y="87538"/>
                </a:cubicBezTo>
                <a:cubicBezTo>
                  <a:pt x="2278148" y="85529"/>
                  <a:pt x="2280762" y="82781"/>
                  <a:pt x="2282432" y="79294"/>
                </a:cubicBezTo>
                <a:cubicBezTo>
                  <a:pt x="2283706" y="76600"/>
                  <a:pt x="2284343" y="72627"/>
                  <a:pt x="2284343" y="67374"/>
                </a:cubicBezTo>
                <a:lnTo>
                  <a:pt x="2284343" y="63004"/>
                </a:lnTo>
                <a:close/>
                <a:moveTo>
                  <a:pt x="2314703" y="98196"/>
                </a:moveTo>
                <a:lnTo>
                  <a:pt x="2314703" y="28207"/>
                </a:lnTo>
                <a:lnTo>
                  <a:pt x="2325380" y="28207"/>
                </a:lnTo>
                <a:lnTo>
                  <a:pt x="2325380" y="38092"/>
                </a:lnTo>
                <a:cubicBezTo>
                  <a:pt x="2330520" y="30447"/>
                  <a:pt x="2337945" y="26625"/>
                  <a:pt x="2347655" y="26625"/>
                </a:cubicBezTo>
                <a:cubicBezTo>
                  <a:pt x="2351873" y="26625"/>
                  <a:pt x="2355750" y="27383"/>
                  <a:pt x="2359287" y="28899"/>
                </a:cubicBezTo>
                <a:cubicBezTo>
                  <a:pt x="2362824" y="30414"/>
                  <a:pt x="2365471" y="32402"/>
                  <a:pt x="2367228" y="34863"/>
                </a:cubicBezTo>
                <a:cubicBezTo>
                  <a:pt x="2368986" y="37323"/>
                  <a:pt x="2370216" y="40245"/>
                  <a:pt x="2370919" y="43628"/>
                </a:cubicBezTo>
                <a:cubicBezTo>
                  <a:pt x="2371358" y="45825"/>
                  <a:pt x="2371578" y="49669"/>
                  <a:pt x="2371578" y="55161"/>
                </a:cubicBezTo>
                <a:lnTo>
                  <a:pt x="2371578" y="98196"/>
                </a:lnTo>
                <a:lnTo>
                  <a:pt x="2359715" y="98196"/>
                </a:lnTo>
                <a:lnTo>
                  <a:pt x="2359715" y="55577"/>
                </a:lnTo>
                <a:cubicBezTo>
                  <a:pt x="2359715" y="50739"/>
                  <a:pt x="2359254" y="47121"/>
                  <a:pt x="2358331" y="44724"/>
                </a:cubicBezTo>
                <a:cubicBezTo>
                  <a:pt x="2357408" y="42326"/>
                  <a:pt x="2355772" y="40413"/>
                  <a:pt x="2353421" y="38984"/>
                </a:cubicBezTo>
                <a:cubicBezTo>
                  <a:pt x="2351071" y="37555"/>
                  <a:pt x="2348314" y="36840"/>
                  <a:pt x="2345150" y="36840"/>
                </a:cubicBezTo>
                <a:cubicBezTo>
                  <a:pt x="2340098" y="36840"/>
                  <a:pt x="2335737" y="38446"/>
                  <a:pt x="2332069" y="41657"/>
                </a:cubicBezTo>
                <a:cubicBezTo>
                  <a:pt x="2328400" y="44867"/>
                  <a:pt x="2326566" y="50958"/>
                  <a:pt x="2326566" y="59931"/>
                </a:cubicBezTo>
                <a:lnTo>
                  <a:pt x="2326566" y="98196"/>
                </a:lnTo>
                <a:lnTo>
                  <a:pt x="2314703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employeebyaprivateemployerfora">
            <a:extLst xmlns:a="http://schemas.openxmlformats.org/drawingml/2006/main">
              <a:ext uri="{FF2B5EF4-FFF2-40B4-BE49-F238E27FC236}">
                <a16:creationId xmlns:a16="http://schemas.microsoft.com/office/drawing/2014/main" id="{AC15FA20-B90F-4DCF-8EE5-FF3CDD03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191" y="4133944"/>
            <a:ext cx="2209733" cy="126666"/>
          </a:xfrm>
          <a:custGeom xmlns:a="http://schemas.openxmlformats.org/drawingml/2006/main">
            <a:pathLst>
              <a:path w="2209733" h="126666">
                <a:moveTo>
                  <a:pt x="51866" y="75657"/>
                </a:moveTo>
                <a:lnTo>
                  <a:pt x="64124" y="77173"/>
                </a:lnTo>
                <a:cubicBezTo>
                  <a:pt x="62191" y="84334"/>
                  <a:pt x="58610" y="89892"/>
                  <a:pt x="53382" y="93846"/>
                </a:cubicBezTo>
                <a:cubicBezTo>
                  <a:pt x="48153" y="97800"/>
                  <a:pt x="41475" y="99778"/>
                  <a:pt x="33347" y="99778"/>
                </a:cubicBezTo>
                <a:cubicBezTo>
                  <a:pt x="23110" y="99778"/>
                  <a:pt x="14993" y="96625"/>
                  <a:pt x="8996" y="90320"/>
                </a:cubicBezTo>
                <a:cubicBezTo>
                  <a:pt x="2999" y="84016"/>
                  <a:pt x="0" y="75174"/>
                  <a:pt x="0" y="63794"/>
                </a:cubicBezTo>
                <a:cubicBezTo>
                  <a:pt x="0" y="52020"/>
                  <a:pt x="3032" y="42881"/>
                  <a:pt x="9095" y="36379"/>
                </a:cubicBezTo>
                <a:cubicBezTo>
                  <a:pt x="15158" y="29876"/>
                  <a:pt x="23022" y="26625"/>
                  <a:pt x="32688" y="26625"/>
                </a:cubicBezTo>
                <a:cubicBezTo>
                  <a:pt x="42046" y="26625"/>
                  <a:pt x="49691" y="29805"/>
                  <a:pt x="55622" y="36166"/>
                </a:cubicBezTo>
                <a:cubicBezTo>
                  <a:pt x="61554" y="42526"/>
                  <a:pt x="64519" y="51474"/>
                  <a:pt x="64519" y="63010"/>
                </a:cubicBezTo>
                <a:cubicBezTo>
                  <a:pt x="64519" y="63711"/>
                  <a:pt x="64497" y="64764"/>
                  <a:pt x="64453" y="66167"/>
                </a:cubicBezTo>
                <a:lnTo>
                  <a:pt x="12258" y="66167"/>
                </a:lnTo>
                <a:cubicBezTo>
                  <a:pt x="12697" y="73834"/>
                  <a:pt x="14872" y="79704"/>
                  <a:pt x="18782" y="83780"/>
                </a:cubicBezTo>
                <a:cubicBezTo>
                  <a:pt x="22693" y="87855"/>
                  <a:pt x="27570" y="89892"/>
                  <a:pt x="33413" y="89892"/>
                </a:cubicBezTo>
                <a:cubicBezTo>
                  <a:pt x="37763" y="89892"/>
                  <a:pt x="41475" y="88761"/>
                  <a:pt x="44551" y="86498"/>
                </a:cubicBezTo>
                <a:cubicBezTo>
                  <a:pt x="47626" y="84234"/>
                  <a:pt x="50065" y="80620"/>
                  <a:pt x="51866" y="75657"/>
                </a:cubicBezTo>
                <a:moveTo>
                  <a:pt x="12917" y="56281"/>
                </a:moveTo>
                <a:lnTo>
                  <a:pt x="51998" y="56281"/>
                </a:lnTo>
                <a:cubicBezTo>
                  <a:pt x="51470" y="50490"/>
                  <a:pt x="49977" y="46147"/>
                  <a:pt x="47516" y="43251"/>
                </a:cubicBezTo>
                <a:cubicBezTo>
                  <a:pt x="43738" y="38757"/>
                  <a:pt x="38839" y="36510"/>
                  <a:pt x="32820" y="36510"/>
                </a:cubicBezTo>
                <a:cubicBezTo>
                  <a:pt x="27372" y="36510"/>
                  <a:pt x="22792" y="38304"/>
                  <a:pt x="19079" y="41892"/>
                </a:cubicBezTo>
                <a:cubicBezTo>
                  <a:pt x="15366" y="45478"/>
                  <a:pt x="13312" y="50275"/>
                  <a:pt x="12917" y="56281"/>
                </a:cubicBezTo>
                <a:close/>
                <a:moveTo>
                  <a:pt x="78997" y="98196"/>
                </a:moveTo>
                <a:lnTo>
                  <a:pt x="78997" y="28207"/>
                </a:lnTo>
                <a:lnTo>
                  <a:pt x="89608" y="28207"/>
                </a:lnTo>
                <a:lnTo>
                  <a:pt x="89608" y="37960"/>
                </a:lnTo>
                <a:cubicBezTo>
                  <a:pt x="91804" y="34553"/>
                  <a:pt x="94726" y="31811"/>
                  <a:pt x="98373" y="29737"/>
                </a:cubicBezTo>
                <a:cubicBezTo>
                  <a:pt x="102019" y="27662"/>
                  <a:pt x="106171" y="26625"/>
                  <a:pt x="110829" y="26625"/>
                </a:cubicBezTo>
                <a:cubicBezTo>
                  <a:pt x="116013" y="26625"/>
                  <a:pt x="120264" y="27696"/>
                  <a:pt x="123581" y="29838"/>
                </a:cubicBezTo>
                <a:cubicBezTo>
                  <a:pt x="126898" y="31978"/>
                  <a:pt x="129238" y="34971"/>
                  <a:pt x="130600" y="38817"/>
                </a:cubicBezTo>
                <a:cubicBezTo>
                  <a:pt x="136135" y="30689"/>
                  <a:pt x="143341" y="26625"/>
                  <a:pt x="152216" y="26625"/>
                </a:cubicBezTo>
                <a:cubicBezTo>
                  <a:pt x="159158" y="26625"/>
                  <a:pt x="164496" y="28547"/>
                  <a:pt x="168230" y="32391"/>
                </a:cubicBezTo>
                <a:cubicBezTo>
                  <a:pt x="171965" y="36236"/>
                  <a:pt x="173832" y="42156"/>
                  <a:pt x="173832" y="50152"/>
                </a:cubicBezTo>
                <a:lnTo>
                  <a:pt x="173832" y="98196"/>
                </a:lnTo>
                <a:lnTo>
                  <a:pt x="162035" y="98196"/>
                </a:lnTo>
                <a:lnTo>
                  <a:pt x="162035" y="54059"/>
                </a:lnTo>
                <a:cubicBezTo>
                  <a:pt x="162035" y="49309"/>
                  <a:pt x="161651" y="45889"/>
                  <a:pt x="160882" y="43801"/>
                </a:cubicBezTo>
                <a:cubicBezTo>
                  <a:pt x="160113" y="41711"/>
                  <a:pt x="158718" y="40029"/>
                  <a:pt x="156697" y="38753"/>
                </a:cubicBezTo>
                <a:cubicBezTo>
                  <a:pt x="154676" y="37478"/>
                  <a:pt x="152304" y="36840"/>
                  <a:pt x="149580" y="36840"/>
                </a:cubicBezTo>
                <a:cubicBezTo>
                  <a:pt x="144659" y="36840"/>
                  <a:pt x="140573" y="38479"/>
                  <a:pt x="137322" y="41756"/>
                </a:cubicBezTo>
                <a:cubicBezTo>
                  <a:pt x="134070" y="45032"/>
                  <a:pt x="132445" y="50277"/>
                  <a:pt x="132445" y="57490"/>
                </a:cubicBezTo>
                <a:lnTo>
                  <a:pt x="132445" y="98196"/>
                </a:lnTo>
                <a:lnTo>
                  <a:pt x="120582" y="98196"/>
                </a:lnTo>
                <a:lnTo>
                  <a:pt x="120582" y="52673"/>
                </a:lnTo>
                <a:cubicBezTo>
                  <a:pt x="120582" y="47395"/>
                  <a:pt x="119616" y="43437"/>
                  <a:pt x="117683" y="40798"/>
                </a:cubicBezTo>
                <a:cubicBezTo>
                  <a:pt x="115749" y="38159"/>
                  <a:pt x="112586" y="36840"/>
                  <a:pt x="108192" y="36840"/>
                </a:cubicBezTo>
                <a:cubicBezTo>
                  <a:pt x="104853" y="36840"/>
                  <a:pt x="101767" y="37720"/>
                  <a:pt x="98933" y="39480"/>
                </a:cubicBezTo>
                <a:cubicBezTo>
                  <a:pt x="96099" y="41239"/>
                  <a:pt x="94045" y="43812"/>
                  <a:pt x="92771" y="47199"/>
                </a:cubicBezTo>
                <a:cubicBezTo>
                  <a:pt x="91497" y="50585"/>
                  <a:pt x="90860" y="55467"/>
                  <a:pt x="90860" y="61844"/>
                </a:cubicBezTo>
                <a:lnTo>
                  <a:pt x="90860" y="98196"/>
                </a:lnTo>
                <a:lnTo>
                  <a:pt x="78997" y="98196"/>
                </a:lnTo>
                <a:close/>
                <a:moveTo>
                  <a:pt x="191427" y="125084"/>
                </a:moveTo>
                <a:lnTo>
                  <a:pt x="191427" y="28207"/>
                </a:lnTo>
                <a:lnTo>
                  <a:pt x="202235" y="28207"/>
                </a:lnTo>
                <a:lnTo>
                  <a:pt x="202235" y="37235"/>
                </a:lnTo>
                <a:cubicBezTo>
                  <a:pt x="204784" y="33699"/>
                  <a:pt x="207661" y="31046"/>
                  <a:pt x="210869" y="29278"/>
                </a:cubicBezTo>
                <a:cubicBezTo>
                  <a:pt x="214076" y="27509"/>
                  <a:pt x="217964" y="26625"/>
                  <a:pt x="222534" y="26625"/>
                </a:cubicBezTo>
                <a:cubicBezTo>
                  <a:pt x="228509" y="26625"/>
                  <a:pt x="233781" y="28163"/>
                  <a:pt x="238350" y="31238"/>
                </a:cubicBezTo>
                <a:cubicBezTo>
                  <a:pt x="242920" y="34314"/>
                  <a:pt x="246369" y="38652"/>
                  <a:pt x="248697" y="44254"/>
                </a:cubicBezTo>
                <a:cubicBezTo>
                  <a:pt x="251026" y="49856"/>
                  <a:pt x="252190" y="55996"/>
                  <a:pt x="252190" y="62674"/>
                </a:cubicBezTo>
                <a:cubicBezTo>
                  <a:pt x="252190" y="69835"/>
                  <a:pt x="250905" y="76283"/>
                  <a:pt x="248335" y="82017"/>
                </a:cubicBezTo>
                <a:cubicBezTo>
                  <a:pt x="245765" y="87750"/>
                  <a:pt x="242030" y="92144"/>
                  <a:pt x="237131" y="95197"/>
                </a:cubicBezTo>
                <a:cubicBezTo>
                  <a:pt x="232232" y="98251"/>
                  <a:pt x="227081" y="99778"/>
                  <a:pt x="221677" y="99778"/>
                </a:cubicBezTo>
                <a:cubicBezTo>
                  <a:pt x="217723" y="99778"/>
                  <a:pt x="214175" y="98932"/>
                  <a:pt x="211034" y="97240"/>
                </a:cubicBezTo>
                <a:cubicBezTo>
                  <a:pt x="207892" y="95547"/>
                  <a:pt x="205311" y="93410"/>
                  <a:pt x="203290" y="90827"/>
                </a:cubicBezTo>
                <a:lnTo>
                  <a:pt x="203290" y="125084"/>
                </a:lnTo>
                <a:lnTo>
                  <a:pt x="191427" y="125084"/>
                </a:lnTo>
                <a:moveTo>
                  <a:pt x="202170" y="63498"/>
                </a:moveTo>
                <a:cubicBezTo>
                  <a:pt x="202170" y="72494"/>
                  <a:pt x="203993" y="79142"/>
                  <a:pt x="207640" y="83442"/>
                </a:cubicBezTo>
                <a:cubicBezTo>
                  <a:pt x="211286" y="87742"/>
                  <a:pt x="215702" y="89892"/>
                  <a:pt x="220886" y="89892"/>
                </a:cubicBezTo>
                <a:cubicBezTo>
                  <a:pt x="226158" y="89892"/>
                  <a:pt x="230673" y="87665"/>
                  <a:pt x="234429" y="83211"/>
                </a:cubicBezTo>
                <a:cubicBezTo>
                  <a:pt x="238186" y="78757"/>
                  <a:pt x="240064" y="71857"/>
                  <a:pt x="240064" y="62509"/>
                </a:cubicBezTo>
                <a:cubicBezTo>
                  <a:pt x="240064" y="53601"/>
                  <a:pt x="238230" y="46931"/>
                  <a:pt x="234561" y="42499"/>
                </a:cubicBezTo>
                <a:cubicBezTo>
                  <a:pt x="230892" y="38067"/>
                  <a:pt x="226510" y="35851"/>
                  <a:pt x="221413" y="35851"/>
                </a:cubicBezTo>
                <a:cubicBezTo>
                  <a:pt x="216361" y="35851"/>
                  <a:pt x="211890" y="38210"/>
                  <a:pt x="208002" y="42928"/>
                </a:cubicBezTo>
                <a:cubicBezTo>
                  <a:pt x="204114" y="47645"/>
                  <a:pt x="202170" y="54502"/>
                  <a:pt x="202170" y="63498"/>
                </a:cubicBezTo>
                <a:close/>
                <a:moveTo>
                  <a:pt x="266207" y="98196"/>
                </a:moveTo>
                <a:lnTo>
                  <a:pt x="266207" y="1582"/>
                </a:lnTo>
                <a:lnTo>
                  <a:pt x="278069" y="1582"/>
                </a:lnTo>
                <a:lnTo>
                  <a:pt x="278069" y="98196"/>
                </a:lnTo>
                <a:lnTo>
                  <a:pt x="266207" y="98196"/>
                </a:lnTo>
                <a:close/>
                <a:moveTo>
                  <a:pt x="292018" y="63201"/>
                </a:moveTo>
                <a:cubicBezTo>
                  <a:pt x="292018" y="50240"/>
                  <a:pt x="295621" y="40640"/>
                  <a:pt x="302826" y="34402"/>
                </a:cubicBezTo>
                <a:cubicBezTo>
                  <a:pt x="308845" y="29217"/>
                  <a:pt x="316183" y="26625"/>
                  <a:pt x="324838" y="26625"/>
                </a:cubicBezTo>
                <a:cubicBezTo>
                  <a:pt x="334460" y="26625"/>
                  <a:pt x="342324" y="29777"/>
                  <a:pt x="348431" y="36082"/>
                </a:cubicBezTo>
                <a:cubicBezTo>
                  <a:pt x="354538" y="42387"/>
                  <a:pt x="357592" y="51097"/>
                  <a:pt x="357592" y="62213"/>
                </a:cubicBezTo>
                <a:cubicBezTo>
                  <a:pt x="357592" y="71219"/>
                  <a:pt x="356241" y="78304"/>
                  <a:pt x="353539" y="83466"/>
                </a:cubicBezTo>
                <a:cubicBezTo>
                  <a:pt x="350837" y="88629"/>
                  <a:pt x="346905" y="92638"/>
                  <a:pt x="341742" y="95494"/>
                </a:cubicBezTo>
                <a:cubicBezTo>
                  <a:pt x="336580" y="98350"/>
                  <a:pt x="330945" y="99778"/>
                  <a:pt x="324838" y="99778"/>
                </a:cubicBezTo>
                <a:cubicBezTo>
                  <a:pt x="315040" y="99778"/>
                  <a:pt x="307121" y="96636"/>
                  <a:pt x="301080" y="90353"/>
                </a:cubicBezTo>
                <a:cubicBezTo>
                  <a:pt x="295039" y="84071"/>
                  <a:pt x="292018" y="75020"/>
                  <a:pt x="292018" y="63201"/>
                </a:cubicBezTo>
                <a:moveTo>
                  <a:pt x="304210" y="63168"/>
                </a:moveTo>
                <a:cubicBezTo>
                  <a:pt x="304210" y="72098"/>
                  <a:pt x="306165" y="78785"/>
                  <a:pt x="310076" y="83228"/>
                </a:cubicBezTo>
                <a:cubicBezTo>
                  <a:pt x="313986" y="87671"/>
                  <a:pt x="318907" y="89892"/>
                  <a:pt x="324838" y="89892"/>
                </a:cubicBezTo>
                <a:cubicBezTo>
                  <a:pt x="330725" y="89892"/>
                  <a:pt x="335624" y="87660"/>
                  <a:pt x="339534" y="83195"/>
                </a:cubicBezTo>
                <a:cubicBezTo>
                  <a:pt x="343445" y="78730"/>
                  <a:pt x="345400" y="71923"/>
                  <a:pt x="345400" y="62775"/>
                </a:cubicBezTo>
                <a:cubicBezTo>
                  <a:pt x="345400" y="54151"/>
                  <a:pt x="343434" y="47618"/>
                  <a:pt x="339501" y="43175"/>
                </a:cubicBezTo>
                <a:cubicBezTo>
                  <a:pt x="335569" y="38732"/>
                  <a:pt x="330681" y="36510"/>
                  <a:pt x="324838" y="36510"/>
                </a:cubicBezTo>
                <a:cubicBezTo>
                  <a:pt x="318907" y="36510"/>
                  <a:pt x="313986" y="38721"/>
                  <a:pt x="310076" y="43142"/>
                </a:cubicBezTo>
                <a:cubicBezTo>
                  <a:pt x="306165" y="47563"/>
                  <a:pt x="304210" y="54238"/>
                  <a:pt x="304210" y="63168"/>
                </a:cubicBezTo>
                <a:close/>
                <a:moveTo>
                  <a:pt x="370949" y="125216"/>
                </a:moveTo>
                <a:lnTo>
                  <a:pt x="369631" y="114079"/>
                </a:lnTo>
                <a:cubicBezTo>
                  <a:pt x="372224" y="114782"/>
                  <a:pt x="374486" y="115133"/>
                  <a:pt x="376419" y="115133"/>
                </a:cubicBezTo>
                <a:cubicBezTo>
                  <a:pt x="379056" y="115133"/>
                  <a:pt x="381164" y="114688"/>
                  <a:pt x="382746" y="113798"/>
                </a:cubicBezTo>
                <a:cubicBezTo>
                  <a:pt x="384328" y="112910"/>
                  <a:pt x="385624" y="111666"/>
                  <a:pt x="386634" y="110065"/>
                </a:cubicBezTo>
                <a:cubicBezTo>
                  <a:pt x="387381" y="108865"/>
                  <a:pt x="388590" y="105887"/>
                  <a:pt x="390259" y="101131"/>
                </a:cubicBezTo>
                <a:cubicBezTo>
                  <a:pt x="390479" y="100463"/>
                  <a:pt x="390830" y="99485"/>
                  <a:pt x="391314" y="98196"/>
                </a:cubicBezTo>
                <a:lnTo>
                  <a:pt x="364755" y="28207"/>
                </a:lnTo>
                <a:lnTo>
                  <a:pt x="377540" y="28207"/>
                </a:lnTo>
                <a:lnTo>
                  <a:pt x="392104" y="68642"/>
                </a:lnTo>
                <a:cubicBezTo>
                  <a:pt x="393994" y="73772"/>
                  <a:pt x="395685" y="79164"/>
                  <a:pt x="397179" y="84817"/>
                </a:cubicBezTo>
                <a:cubicBezTo>
                  <a:pt x="398541" y="79382"/>
                  <a:pt x="400167" y="74078"/>
                  <a:pt x="402056" y="68906"/>
                </a:cubicBezTo>
                <a:lnTo>
                  <a:pt x="417016" y="28207"/>
                </a:lnTo>
                <a:lnTo>
                  <a:pt x="428878" y="28207"/>
                </a:lnTo>
                <a:lnTo>
                  <a:pt x="402254" y="99429"/>
                </a:lnTo>
                <a:cubicBezTo>
                  <a:pt x="399398" y="107124"/>
                  <a:pt x="397179" y="112421"/>
                  <a:pt x="395597" y="115322"/>
                </a:cubicBezTo>
                <a:cubicBezTo>
                  <a:pt x="393488" y="119235"/>
                  <a:pt x="391072" y="122104"/>
                  <a:pt x="388348" y="123929"/>
                </a:cubicBezTo>
                <a:cubicBezTo>
                  <a:pt x="385624" y="125754"/>
                  <a:pt x="382373" y="126666"/>
                  <a:pt x="378594" y="126666"/>
                </a:cubicBezTo>
                <a:cubicBezTo>
                  <a:pt x="376310" y="126666"/>
                  <a:pt x="373761" y="126183"/>
                  <a:pt x="370949" y="125216"/>
                </a:cubicBezTo>
                <a:close/>
                <a:moveTo>
                  <a:pt x="486873" y="75657"/>
                </a:moveTo>
                <a:lnTo>
                  <a:pt x="499131" y="77173"/>
                </a:lnTo>
                <a:cubicBezTo>
                  <a:pt x="497198" y="84334"/>
                  <a:pt x="493617" y="89892"/>
                  <a:pt x="488389" y="93846"/>
                </a:cubicBezTo>
                <a:cubicBezTo>
                  <a:pt x="483161" y="97800"/>
                  <a:pt x="476483" y="99778"/>
                  <a:pt x="468355" y="99778"/>
                </a:cubicBezTo>
                <a:cubicBezTo>
                  <a:pt x="458118" y="99778"/>
                  <a:pt x="450001" y="96625"/>
                  <a:pt x="444003" y="90320"/>
                </a:cubicBezTo>
                <a:cubicBezTo>
                  <a:pt x="438006" y="84016"/>
                  <a:pt x="435008" y="75174"/>
                  <a:pt x="435008" y="63794"/>
                </a:cubicBezTo>
                <a:cubicBezTo>
                  <a:pt x="435008" y="52020"/>
                  <a:pt x="438039" y="42881"/>
                  <a:pt x="444102" y="36379"/>
                </a:cubicBezTo>
                <a:cubicBezTo>
                  <a:pt x="450165" y="29876"/>
                  <a:pt x="458030" y="26625"/>
                  <a:pt x="467696" y="26625"/>
                </a:cubicBezTo>
                <a:cubicBezTo>
                  <a:pt x="477054" y="26625"/>
                  <a:pt x="484699" y="29805"/>
                  <a:pt x="490630" y="36166"/>
                </a:cubicBezTo>
                <a:cubicBezTo>
                  <a:pt x="496561" y="42526"/>
                  <a:pt x="499527" y="51474"/>
                  <a:pt x="499527" y="63010"/>
                </a:cubicBezTo>
                <a:cubicBezTo>
                  <a:pt x="499527" y="63711"/>
                  <a:pt x="499505" y="64764"/>
                  <a:pt x="499461" y="66167"/>
                </a:cubicBezTo>
                <a:lnTo>
                  <a:pt x="447266" y="66167"/>
                </a:lnTo>
                <a:cubicBezTo>
                  <a:pt x="447705" y="73834"/>
                  <a:pt x="449880" y="79704"/>
                  <a:pt x="453790" y="83780"/>
                </a:cubicBezTo>
                <a:cubicBezTo>
                  <a:pt x="457700" y="87855"/>
                  <a:pt x="462577" y="89892"/>
                  <a:pt x="468420" y="89892"/>
                </a:cubicBezTo>
                <a:cubicBezTo>
                  <a:pt x="472770" y="89892"/>
                  <a:pt x="476483" y="88761"/>
                  <a:pt x="479558" y="86498"/>
                </a:cubicBezTo>
                <a:cubicBezTo>
                  <a:pt x="482634" y="84234"/>
                  <a:pt x="485072" y="80620"/>
                  <a:pt x="486873" y="75657"/>
                </a:cubicBezTo>
                <a:moveTo>
                  <a:pt x="447925" y="56281"/>
                </a:moveTo>
                <a:lnTo>
                  <a:pt x="487005" y="56281"/>
                </a:lnTo>
                <a:cubicBezTo>
                  <a:pt x="486478" y="50490"/>
                  <a:pt x="484984" y="46147"/>
                  <a:pt x="482524" y="43251"/>
                </a:cubicBezTo>
                <a:cubicBezTo>
                  <a:pt x="478745" y="38757"/>
                  <a:pt x="473846" y="36510"/>
                  <a:pt x="467827" y="36510"/>
                </a:cubicBezTo>
                <a:cubicBezTo>
                  <a:pt x="462379" y="36510"/>
                  <a:pt x="457799" y="38304"/>
                  <a:pt x="454087" y="41892"/>
                </a:cubicBezTo>
                <a:cubicBezTo>
                  <a:pt x="450374" y="45478"/>
                  <a:pt x="448320" y="50275"/>
                  <a:pt x="447925" y="56281"/>
                </a:cubicBezTo>
                <a:close/>
                <a:moveTo>
                  <a:pt x="561917" y="75657"/>
                </a:moveTo>
                <a:lnTo>
                  <a:pt x="574175" y="77173"/>
                </a:lnTo>
                <a:cubicBezTo>
                  <a:pt x="572242" y="84334"/>
                  <a:pt x="568661" y="89892"/>
                  <a:pt x="563433" y="93846"/>
                </a:cubicBezTo>
                <a:cubicBezTo>
                  <a:pt x="558204" y="97800"/>
                  <a:pt x="551526" y="99778"/>
                  <a:pt x="543398" y="99778"/>
                </a:cubicBezTo>
                <a:cubicBezTo>
                  <a:pt x="533161" y="99778"/>
                  <a:pt x="525044" y="96625"/>
                  <a:pt x="519047" y="90320"/>
                </a:cubicBezTo>
                <a:cubicBezTo>
                  <a:pt x="513049" y="84016"/>
                  <a:pt x="510051" y="75174"/>
                  <a:pt x="510051" y="63794"/>
                </a:cubicBezTo>
                <a:cubicBezTo>
                  <a:pt x="510051" y="52020"/>
                  <a:pt x="513082" y="42881"/>
                  <a:pt x="519146" y="36379"/>
                </a:cubicBezTo>
                <a:cubicBezTo>
                  <a:pt x="525209" y="29876"/>
                  <a:pt x="533073" y="26625"/>
                  <a:pt x="542739" y="26625"/>
                </a:cubicBezTo>
                <a:cubicBezTo>
                  <a:pt x="552097" y="26625"/>
                  <a:pt x="559742" y="29805"/>
                  <a:pt x="565673" y="36166"/>
                </a:cubicBezTo>
                <a:cubicBezTo>
                  <a:pt x="571605" y="42526"/>
                  <a:pt x="574570" y="51474"/>
                  <a:pt x="574570" y="63010"/>
                </a:cubicBezTo>
                <a:cubicBezTo>
                  <a:pt x="574570" y="63711"/>
                  <a:pt x="574548" y="64764"/>
                  <a:pt x="574504" y="66167"/>
                </a:cubicBezTo>
                <a:lnTo>
                  <a:pt x="522309" y="66167"/>
                </a:lnTo>
                <a:cubicBezTo>
                  <a:pt x="522748" y="73834"/>
                  <a:pt x="524923" y="79704"/>
                  <a:pt x="528833" y="83780"/>
                </a:cubicBezTo>
                <a:cubicBezTo>
                  <a:pt x="532744" y="87855"/>
                  <a:pt x="537620" y="89892"/>
                  <a:pt x="543464" y="89892"/>
                </a:cubicBezTo>
                <a:cubicBezTo>
                  <a:pt x="547813" y="89892"/>
                  <a:pt x="551526" y="88761"/>
                  <a:pt x="554601" y="86498"/>
                </a:cubicBezTo>
                <a:cubicBezTo>
                  <a:pt x="557677" y="84234"/>
                  <a:pt x="560115" y="80620"/>
                  <a:pt x="561917" y="75657"/>
                </a:cubicBezTo>
                <a:moveTo>
                  <a:pt x="522968" y="56281"/>
                </a:moveTo>
                <a:lnTo>
                  <a:pt x="562049" y="56281"/>
                </a:lnTo>
                <a:cubicBezTo>
                  <a:pt x="561521" y="50490"/>
                  <a:pt x="560028" y="46147"/>
                  <a:pt x="557567" y="43251"/>
                </a:cubicBezTo>
                <a:cubicBezTo>
                  <a:pt x="553789" y="38757"/>
                  <a:pt x="548890" y="36510"/>
                  <a:pt x="542871" y="36510"/>
                </a:cubicBezTo>
                <a:cubicBezTo>
                  <a:pt x="537423" y="36510"/>
                  <a:pt x="532842" y="38304"/>
                  <a:pt x="529130" y="41892"/>
                </a:cubicBezTo>
                <a:cubicBezTo>
                  <a:pt x="525417" y="45478"/>
                  <a:pt x="523363" y="50275"/>
                  <a:pt x="522968" y="56281"/>
                </a:cubicBezTo>
                <a:close/>
                <a:moveTo>
                  <a:pt x="637510" y="98196"/>
                </a:moveTo>
                <a:lnTo>
                  <a:pt x="626504" y="98196"/>
                </a:lnTo>
                <a:lnTo>
                  <a:pt x="626504" y="1582"/>
                </a:lnTo>
                <a:lnTo>
                  <a:pt x="638366" y="1582"/>
                </a:lnTo>
                <a:lnTo>
                  <a:pt x="638366" y="36177"/>
                </a:lnTo>
                <a:cubicBezTo>
                  <a:pt x="643375" y="29809"/>
                  <a:pt x="649768" y="26625"/>
                  <a:pt x="657544" y="26625"/>
                </a:cubicBezTo>
                <a:cubicBezTo>
                  <a:pt x="661850" y="26625"/>
                  <a:pt x="665925" y="27493"/>
                  <a:pt x="669769" y="29228"/>
                </a:cubicBezTo>
                <a:cubicBezTo>
                  <a:pt x="673614" y="30964"/>
                  <a:pt x="676777" y="33402"/>
                  <a:pt x="679259" y="36543"/>
                </a:cubicBezTo>
                <a:cubicBezTo>
                  <a:pt x="681742" y="39685"/>
                  <a:pt x="683686" y="43474"/>
                  <a:pt x="685092" y="47912"/>
                </a:cubicBezTo>
                <a:cubicBezTo>
                  <a:pt x="686498" y="52349"/>
                  <a:pt x="687201" y="57094"/>
                  <a:pt x="687201" y="62147"/>
                </a:cubicBezTo>
                <a:cubicBezTo>
                  <a:pt x="687201" y="74141"/>
                  <a:pt x="684235" y="83412"/>
                  <a:pt x="678304" y="89958"/>
                </a:cubicBezTo>
                <a:cubicBezTo>
                  <a:pt x="672372" y="96504"/>
                  <a:pt x="665255" y="99778"/>
                  <a:pt x="656951" y="99778"/>
                </a:cubicBezTo>
                <a:cubicBezTo>
                  <a:pt x="648691" y="99778"/>
                  <a:pt x="642211" y="96285"/>
                  <a:pt x="637510" y="89299"/>
                </a:cubicBezTo>
                <a:lnTo>
                  <a:pt x="637510" y="98196"/>
                </a:lnTo>
                <a:moveTo>
                  <a:pt x="637378" y="62676"/>
                </a:moveTo>
                <a:cubicBezTo>
                  <a:pt x="637378" y="71027"/>
                  <a:pt x="638520" y="77060"/>
                  <a:pt x="640805" y="80777"/>
                </a:cubicBezTo>
                <a:cubicBezTo>
                  <a:pt x="644539" y="86854"/>
                  <a:pt x="649592" y="89892"/>
                  <a:pt x="655963" y="89892"/>
                </a:cubicBezTo>
                <a:cubicBezTo>
                  <a:pt x="661147" y="89892"/>
                  <a:pt x="665628" y="87651"/>
                  <a:pt x="669407" y="83170"/>
                </a:cubicBezTo>
                <a:cubicBezTo>
                  <a:pt x="673185" y="78688"/>
                  <a:pt x="675075" y="72010"/>
                  <a:pt x="675075" y="63135"/>
                </a:cubicBezTo>
                <a:cubicBezTo>
                  <a:pt x="675075" y="54042"/>
                  <a:pt x="673262" y="47332"/>
                  <a:pt x="669638" y="43004"/>
                </a:cubicBezTo>
                <a:cubicBezTo>
                  <a:pt x="666013" y="38675"/>
                  <a:pt x="661630" y="36510"/>
                  <a:pt x="656490" y="36510"/>
                </a:cubicBezTo>
                <a:cubicBezTo>
                  <a:pt x="651305" y="36510"/>
                  <a:pt x="646824" y="38751"/>
                  <a:pt x="643046" y="43233"/>
                </a:cubicBezTo>
                <a:cubicBezTo>
                  <a:pt x="639267" y="47714"/>
                  <a:pt x="637378" y="54195"/>
                  <a:pt x="637378" y="62676"/>
                </a:cubicBezTo>
                <a:close/>
                <a:moveTo>
                  <a:pt x="701086" y="125216"/>
                </a:moveTo>
                <a:lnTo>
                  <a:pt x="699768" y="114079"/>
                </a:lnTo>
                <a:cubicBezTo>
                  <a:pt x="702360" y="114782"/>
                  <a:pt x="704623" y="115133"/>
                  <a:pt x="706556" y="115133"/>
                </a:cubicBezTo>
                <a:cubicBezTo>
                  <a:pt x="709192" y="115133"/>
                  <a:pt x="711301" y="114688"/>
                  <a:pt x="712883" y="113798"/>
                </a:cubicBezTo>
                <a:cubicBezTo>
                  <a:pt x="714464" y="112910"/>
                  <a:pt x="715760" y="111666"/>
                  <a:pt x="716771" y="110065"/>
                </a:cubicBezTo>
                <a:cubicBezTo>
                  <a:pt x="717518" y="108865"/>
                  <a:pt x="718726" y="105887"/>
                  <a:pt x="720396" y="101131"/>
                </a:cubicBezTo>
                <a:cubicBezTo>
                  <a:pt x="720615" y="100463"/>
                  <a:pt x="720967" y="99485"/>
                  <a:pt x="721450" y="98196"/>
                </a:cubicBezTo>
                <a:lnTo>
                  <a:pt x="694891" y="28207"/>
                </a:lnTo>
                <a:lnTo>
                  <a:pt x="707676" y="28207"/>
                </a:lnTo>
                <a:lnTo>
                  <a:pt x="722241" y="68642"/>
                </a:lnTo>
                <a:cubicBezTo>
                  <a:pt x="724130" y="73772"/>
                  <a:pt x="725822" y="79164"/>
                  <a:pt x="727315" y="84817"/>
                </a:cubicBezTo>
                <a:cubicBezTo>
                  <a:pt x="728677" y="79382"/>
                  <a:pt x="730303" y="74078"/>
                  <a:pt x="732192" y="68906"/>
                </a:cubicBezTo>
                <a:lnTo>
                  <a:pt x="747152" y="28207"/>
                </a:lnTo>
                <a:lnTo>
                  <a:pt x="759015" y="28207"/>
                </a:lnTo>
                <a:lnTo>
                  <a:pt x="732390" y="99429"/>
                </a:lnTo>
                <a:cubicBezTo>
                  <a:pt x="729534" y="107124"/>
                  <a:pt x="727315" y="112421"/>
                  <a:pt x="725734" y="115322"/>
                </a:cubicBezTo>
                <a:cubicBezTo>
                  <a:pt x="723625" y="119235"/>
                  <a:pt x="721208" y="122104"/>
                  <a:pt x="718484" y="123929"/>
                </a:cubicBezTo>
                <a:cubicBezTo>
                  <a:pt x="715760" y="125754"/>
                  <a:pt x="712509" y="126666"/>
                  <a:pt x="708731" y="126666"/>
                </a:cubicBezTo>
                <a:cubicBezTo>
                  <a:pt x="706446" y="126666"/>
                  <a:pt x="703898" y="126183"/>
                  <a:pt x="701086" y="125216"/>
                </a:cubicBezTo>
                <a:close/>
                <a:moveTo>
                  <a:pt x="852291" y="89554"/>
                </a:moveTo>
                <a:cubicBezTo>
                  <a:pt x="847897" y="93292"/>
                  <a:pt x="843668" y="95930"/>
                  <a:pt x="839604" y="97469"/>
                </a:cubicBezTo>
                <a:cubicBezTo>
                  <a:pt x="835540" y="99008"/>
                  <a:pt x="831180" y="99778"/>
                  <a:pt x="826522" y="99778"/>
                </a:cubicBezTo>
                <a:cubicBezTo>
                  <a:pt x="818834" y="99778"/>
                  <a:pt x="812924" y="97898"/>
                  <a:pt x="808794" y="94139"/>
                </a:cubicBezTo>
                <a:cubicBezTo>
                  <a:pt x="804665" y="90379"/>
                  <a:pt x="802600" y="85576"/>
                  <a:pt x="802600" y="79729"/>
                </a:cubicBezTo>
                <a:cubicBezTo>
                  <a:pt x="802600" y="76300"/>
                  <a:pt x="803379" y="73168"/>
                  <a:pt x="804939" y="70333"/>
                </a:cubicBezTo>
                <a:cubicBezTo>
                  <a:pt x="806499" y="67497"/>
                  <a:pt x="808542" y="65221"/>
                  <a:pt x="811068" y="63506"/>
                </a:cubicBezTo>
                <a:cubicBezTo>
                  <a:pt x="813594" y="61791"/>
                  <a:pt x="816439" y="60494"/>
                  <a:pt x="819603" y="59616"/>
                </a:cubicBezTo>
                <a:cubicBezTo>
                  <a:pt x="821931" y="58999"/>
                  <a:pt x="825446" y="58405"/>
                  <a:pt x="830147" y="57834"/>
                </a:cubicBezTo>
                <a:cubicBezTo>
                  <a:pt x="839725" y="56700"/>
                  <a:pt x="846777" y="55348"/>
                  <a:pt x="851302" y="53777"/>
                </a:cubicBezTo>
                <a:cubicBezTo>
                  <a:pt x="851346" y="52158"/>
                  <a:pt x="851368" y="51130"/>
                  <a:pt x="851368" y="50692"/>
                </a:cubicBezTo>
                <a:cubicBezTo>
                  <a:pt x="851368" y="45877"/>
                  <a:pt x="850248" y="42485"/>
                  <a:pt x="848007" y="40516"/>
                </a:cubicBezTo>
                <a:cubicBezTo>
                  <a:pt x="844975" y="37846"/>
                  <a:pt x="840472" y="36510"/>
                  <a:pt x="834497" y="36510"/>
                </a:cubicBezTo>
                <a:cubicBezTo>
                  <a:pt x="828917" y="36510"/>
                  <a:pt x="824798" y="37488"/>
                  <a:pt x="822140" y="39443"/>
                </a:cubicBezTo>
                <a:cubicBezTo>
                  <a:pt x="819482" y="41398"/>
                  <a:pt x="817516" y="44858"/>
                  <a:pt x="816242" y="49823"/>
                </a:cubicBezTo>
                <a:lnTo>
                  <a:pt x="804643" y="48241"/>
                </a:lnTo>
                <a:cubicBezTo>
                  <a:pt x="805697" y="43261"/>
                  <a:pt x="807432" y="39240"/>
                  <a:pt x="809849" y="36177"/>
                </a:cubicBezTo>
                <a:cubicBezTo>
                  <a:pt x="812265" y="33114"/>
                  <a:pt x="815758" y="30756"/>
                  <a:pt x="820328" y="29105"/>
                </a:cubicBezTo>
                <a:cubicBezTo>
                  <a:pt x="824897" y="27451"/>
                  <a:pt x="830191" y="26625"/>
                  <a:pt x="836210" y="26625"/>
                </a:cubicBezTo>
                <a:cubicBezTo>
                  <a:pt x="842185" y="26625"/>
                  <a:pt x="847040" y="27328"/>
                  <a:pt x="850775" y="28734"/>
                </a:cubicBezTo>
                <a:cubicBezTo>
                  <a:pt x="854509" y="30140"/>
                  <a:pt x="857255" y="31908"/>
                  <a:pt x="859013" y="34039"/>
                </a:cubicBezTo>
                <a:cubicBezTo>
                  <a:pt x="860770" y="36170"/>
                  <a:pt x="862000" y="38861"/>
                  <a:pt x="862703" y="42112"/>
                </a:cubicBezTo>
                <a:cubicBezTo>
                  <a:pt x="863099" y="44133"/>
                  <a:pt x="863296" y="47780"/>
                  <a:pt x="863296" y="53052"/>
                </a:cubicBezTo>
                <a:lnTo>
                  <a:pt x="863296" y="68869"/>
                </a:lnTo>
                <a:cubicBezTo>
                  <a:pt x="863296" y="79897"/>
                  <a:pt x="863549" y="86871"/>
                  <a:pt x="864054" y="89793"/>
                </a:cubicBezTo>
                <a:cubicBezTo>
                  <a:pt x="864560" y="92715"/>
                  <a:pt x="865559" y="95516"/>
                  <a:pt x="867053" y="98196"/>
                </a:cubicBezTo>
                <a:lnTo>
                  <a:pt x="854663" y="98196"/>
                </a:lnTo>
                <a:cubicBezTo>
                  <a:pt x="853433" y="95733"/>
                  <a:pt x="852642" y="92852"/>
                  <a:pt x="852291" y="89554"/>
                </a:cubicBezTo>
                <a:moveTo>
                  <a:pt x="851302" y="63004"/>
                </a:moveTo>
                <a:cubicBezTo>
                  <a:pt x="846996" y="64776"/>
                  <a:pt x="840538" y="66282"/>
                  <a:pt x="831927" y="67522"/>
                </a:cubicBezTo>
                <a:cubicBezTo>
                  <a:pt x="827050" y="68228"/>
                  <a:pt x="823601" y="69022"/>
                  <a:pt x="821580" y="69905"/>
                </a:cubicBezTo>
                <a:cubicBezTo>
                  <a:pt x="819559" y="70786"/>
                  <a:pt x="817999" y="72077"/>
                  <a:pt x="816901" y="73777"/>
                </a:cubicBezTo>
                <a:cubicBezTo>
                  <a:pt x="815802" y="75475"/>
                  <a:pt x="815253" y="77361"/>
                  <a:pt x="815253" y="79434"/>
                </a:cubicBezTo>
                <a:cubicBezTo>
                  <a:pt x="815253" y="82610"/>
                  <a:pt x="816450" y="85257"/>
                  <a:pt x="818845" y="87375"/>
                </a:cubicBezTo>
                <a:cubicBezTo>
                  <a:pt x="821239" y="89493"/>
                  <a:pt x="824743" y="90551"/>
                  <a:pt x="829356" y="90551"/>
                </a:cubicBezTo>
                <a:cubicBezTo>
                  <a:pt x="833926" y="90551"/>
                  <a:pt x="837990" y="89547"/>
                  <a:pt x="841548" y="87538"/>
                </a:cubicBezTo>
                <a:cubicBezTo>
                  <a:pt x="845107" y="85529"/>
                  <a:pt x="847721" y="82781"/>
                  <a:pt x="849391" y="79294"/>
                </a:cubicBezTo>
                <a:cubicBezTo>
                  <a:pt x="850665" y="76600"/>
                  <a:pt x="851302" y="72627"/>
                  <a:pt x="851302" y="67374"/>
                </a:cubicBezTo>
                <a:lnTo>
                  <a:pt x="851302" y="63004"/>
                </a:lnTo>
                <a:close/>
                <a:moveTo>
                  <a:pt x="919184" y="125084"/>
                </a:moveTo>
                <a:lnTo>
                  <a:pt x="919184" y="28207"/>
                </a:lnTo>
                <a:lnTo>
                  <a:pt x="929992" y="28207"/>
                </a:lnTo>
                <a:lnTo>
                  <a:pt x="929992" y="37235"/>
                </a:lnTo>
                <a:cubicBezTo>
                  <a:pt x="932541" y="33699"/>
                  <a:pt x="935418" y="31046"/>
                  <a:pt x="938626" y="29278"/>
                </a:cubicBezTo>
                <a:cubicBezTo>
                  <a:pt x="941833" y="27509"/>
                  <a:pt x="945721" y="26625"/>
                  <a:pt x="950291" y="26625"/>
                </a:cubicBezTo>
                <a:cubicBezTo>
                  <a:pt x="956266" y="26625"/>
                  <a:pt x="961538" y="28163"/>
                  <a:pt x="966107" y="31238"/>
                </a:cubicBezTo>
                <a:cubicBezTo>
                  <a:pt x="970677" y="34314"/>
                  <a:pt x="974126" y="38652"/>
                  <a:pt x="976454" y="44254"/>
                </a:cubicBezTo>
                <a:cubicBezTo>
                  <a:pt x="978783" y="49856"/>
                  <a:pt x="979947" y="55996"/>
                  <a:pt x="979947" y="62674"/>
                </a:cubicBezTo>
                <a:cubicBezTo>
                  <a:pt x="979947" y="69835"/>
                  <a:pt x="978662" y="76283"/>
                  <a:pt x="976092" y="82017"/>
                </a:cubicBezTo>
                <a:cubicBezTo>
                  <a:pt x="973522" y="87750"/>
                  <a:pt x="969787" y="92144"/>
                  <a:pt x="964888" y="95197"/>
                </a:cubicBezTo>
                <a:cubicBezTo>
                  <a:pt x="959989" y="98251"/>
                  <a:pt x="954838" y="99778"/>
                  <a:pt x="949434" y="99778"/>
                </a:cubicBezTo>
                <a:cubicBezTo>
                  <a:pt x="945480" y="99778"/>
                  <a:pt x="941932" y="98932"/>
                  <a:pt x="938791" y="97240"/>
                </a:cubicBezTo>
                <a:cubicBezTo>
                  <a:pt x="935649" y="95547"/>
                  <a:pt x="933068" y="93410"/>
                  <a:pt x="931047" y="90827"/>
                </a:cubicBezTo>
                <a:lnTo>
                  <a:pt x="931047" y="125084"/>
                </a:lnTo>
                <a:lnTo>
                  <a:pt x="919184" y="125084"/>
                </a:lnTo>
                <a:moveTo>
                  <a:pt x="929927" y="63498"/>
                </a:moveTo>
                <a:cubicBezTo>
                  <a:pt x="929927" y="72494"/>
                  <a:pt x="931750" y="79142"/>
                  <a:pt x="935397" y="83442"/>
                </a:cubicBezTo>
                <a:cubicBezTo>
                  <a:pt x="939043" y="87742"/>
                  <a:pt x="943459" y="89892"/>
                  <a:pt x="948643" y="89892"/>
                </a:cubicBezTo>
                <a:cubicBezTo>
                  <a:pt x="953915" y="89892"/>
                  <a:pt x="958430" y="87665"/>
                  <a:pt x="962186" y="83211"/>
                </a:cubicBezTo>
                <a:cubicBezTo>
                  <a:pt x="965943" y="78757"/>
                  <a:pt x="967821" y="71857"/>
                  <a:pt x="967821" y="62509"/>
                </a:cubicBezTo>
                <a:cubicBezTo>
                  <a:pt x="967821" y="53601"/>
                  <a:pt x="965987" y="46931"/>
                  <a:pt x="962318" y="42499"/>
                </a:cubicBezTo>
                <a:cubicBezTo>
                  <a:pt x="958649" y="38067"/>
                  <a:pt x="954267" y="35851"/>
                  <a:pt x="949170" y="35851"/>
                </a:cubicBezTo>
                <a:cubicBezTo>
                  <a:pt x="944118" y="35851"/>
                  <a:pt x="939647" y="38210"/>
                  <a:pt x="935759" y="42928"/>
                </a:cubicBezTo>
                <a:cubicBezTo>
                  <a:pt x="931871" y="47645"/>
                  <a:pt x="929927" y="54502"/>
                  <a:pt x="929927" y="63498"/>
                </a:cubicBezTo>
                <a:close/>
                <a:moveTo>
                  <a:pt x="994096" y="98196"/>
                </a:moveTo>
                <a:lnTo>
                  <a:pt x="994096" y="28207"/>
                </a:lnTo>
                <a:lnTo>
                  <a:pt x="1004772" y="28207"/>
                </a:lnTo>
                <a:lnTo>
                  <a:pt x="1004772" y="38751"/>
                </a:lnTo>
                <a:cubicBezTo>
                  <a:pt x="1007496" y="33814"/>
                  <a:pt x="1010012" y="30559"/>
                  <a:pt x="1012318" y="28985"/>
                </a:cubicBezTo>
                <a:cubicBezTo>
                  <a:pt x="1014625" y="27412"/>
                  <a:pt x="1017162" y="26625"/>
                  <a:pt x="1019930" y="26625"/>
                </a:cubicBezTo>
                <a:cubicBezTo>
                  <a:pt x="1023928" y="26625"/>
                  <a:pt x="1027992" y="27894"/>
                  <a:pt x="1032122" y="30431"/>
                </a:cubicBezTo>
                <a:lnTo>
                  <a:pt x="1028036" y="41387"/>
                </a:lnTo>
                <a:cubicBezTo>
                  <a:pt x="1025136" y="39674"/>
                  <a:pt x="1022237" y="38817"/>
                  <a:pt x="1019337" y="38817"/>
                </a:cubicBezTo>
                <a:cubicBezTo>
                  <a:pt x="1016745" y="38817"/>
                  <a:pt x="1014416" y="39598"/>
                  <a:pt x="1012351" y="41161"/>
                </a:cubicBezTo>
                <a:cubicBezTo>
                  <a:pt x="1010286" y="42722"/>
                  <a:pt x="1008814" y="44888"/>
                  <a:pt x="1007936" y="47658"/>
                </a:cubicBezTo>
                <a:cubicBezTo>
                  <a:pt x="1006617" y="51880"/>
                  <a:pt x="1005958" y="56498"/>
                  <a:pt x="1005958" y="61512"/>
                </a:cubicBezTo>
                <a:lnTo>
                  <a:pt x="1005958" y="98196"/>
                </a:lnTo>
                <a:lnTo>
                  <a:pt x="994096" y="98196"/>
                </a:lnTo>
                <a:close/>
                <a:moveTo>
                  <a:pt x="1039239" y="15290"/>
                </a:moveTo>
                <a:lnTo>
                  <a:pt x="1039239" y="1582"/>
                </a:lnTo>
                <a:lnTo>
                  <a:pt x="1051101" y="1582"/>
                </a:lnTo>
                <a:lnTo>
                  <a:pt x="1051101" y="15290"/>
                </a:lnTo>
                <a:lnTo>
                  <a:pt x="1039239" y="15290"/>
                </a:lnTo>
                <a:moveTo>
                  <a:pt x="1039239" y="98196"/>
                </a:moveTo>
                <a:lnTo>
                  <a:pt x="1039239" y="28207"/>
                </a:lnTo>
                <a:lnTo>
                  <a:pt x="1051101" y="28207"/>
                </a:lnTo>
                <a:lnTo>
                  <a:pt x="1051101" y="98196"/>
                </a:lnTo>
                <a:lnTo>
                  <a:pt x="1039239" y="98196"/>
                </a:lnTo>
                <a:close/>
                <a:moveTo>
                  <a:pt x="1088577" y="98196"/>
                </a:moveTo>
                <a:lnTo>
                  <a:pt x="1061952" y="28207"/>
                </a:lnTo>
                <a:lnTo>
                  <a:pt x="1074474" y="28207"/>
                </a:lnTo>
                <a:lnTo>
                  <a:pt x="1089500" y="70121"/>
                </a:lnTo>
                <a:cubicBezTo>
                  <a:pt x="1091126" y="74646"/>
                  <a:pt x="1092619" y="79348"/>
                  <a:pt x="1093981" y="84224"/>
                </a:cubicBezTo>
                <a:cubicBezTo>
                  <a:pt x="1095036" y="80534"/>
                  <a:pt x="1096508" y="76096"/>
                  <a:pt x="1098397" y="70912"/>
                </a:cubicBezTo>
                <a:lnTo>
                  <a:pt x="1113950" y="28207"/>
                </a:lnTo>
                <a:lnTo>
                  <a:pt x="1126142" y="28207"/>
                </a:lnTo>
                <a:lnTo>
                  <a:pt x="1099649" y="98196"/>
                </a:lnTo>
                <a:lnTo>
                  <a:pt x="1088577" y="98196"/>
                </a:lnTo>
                <a:close/>
                <a:moveTo>
                  <a:pt x="1182292" y="89554"/>
                </a:moveTo>
                <a:cubicBezTo>
                  <a:pt x="1177898" y="93292"/>
                  <a:pt x="1173670" y="95930"/>
                  <a:pt x="1169605" y="97469"/>
                </a:cubicBezTo>
                <a:cubicBezTo>
                  <a:pt x="1165541" y="99008"/>
                  <a:pt x="1161181" y="99778"/>
                  <a:pt x="1156524" y="99778"/>
                </a:cubicBezTo>
                <a:cubicBezTo>
                  <a:pt x="1148835" y="99778"/>
                  <a:pt x="1142926" y="97898"/>
                  <a:pt x="1138796" y="94139"/>
                </a:cubicBezTo>
                <a:cubicBezTo>
                  <a:pt x="1134666" y="90379"/>
                  <a:pt x="1132601" y="85576"/>
                  <a:pt x="1132601" y="79729"/>
                </a:cubicBezTo>
                <a:cubicBezTo>
                  <a:pt x="1132601" y="76300"/>
                  <a:pt x="1133381" y="73168"/>
                  <a:pt x="1134940" y="70333"/>
                </a:cubicBezTo>
                <a:cubicBezTo>
                  <a:pt x="1136500" y="67497"/>
                  <a:pt x="1138543" y="65221"/>
                  <a:pt x="1141069" y="63506"/>
                </a:cubicBezTo>
                <a:cubicBezTo>
                  <a:pt x="1143596" y="61791"/>
                  <a:pt x="1146440" y="60494"/>
                  <a:pt x="1149604" y="59616"/>
                </a:cubicBezTo>
                <a:cubicBezTo>
                  <a:pt x="1151932" y="58999"/>
                  <a:pt x="1155447" y="58405"/>
                  <a:pt x="1160148" y="57834"/>
                </a:cubicBezTo>
                <a:cubicBezTo>
                  <a:pt x="1169726" y="56700"/>
                  <a:pt x="1176778" y="55348"/>
                  <a:pt x="1181303" y="53777"/>
                </a:cubicBezTo>
                <a:cubicBezTo>
                  <a:pt x="1181347" y="52158"/>
                  <a:pt x="1181369" y="51130"/>
                  <a:pt x="1181369" y="50692"/>
                </a:cubicBezTo>
                <a:cubicBezTo>
                  <a:pt x="1181369" y="45877"/>
                  <a:pt x="1180249" y="42485"/>
                  <a:pt x="1178008" y="40516"/>
                </a:cubicBezTo>
                <a:cubicBezTo>
                  <a:pt x="1174977" y="37846"/>
                  <a:pt x="1170473" y="36510"/>
                  <a:pt x="1164498" y="36510"/>
                </a:cubicBezTo>
                <a:cubicBezTo>
                  <a:pt x="1158918" y="36510"/>
                  <a:pt x="1154799" y="37488"/>
                  <a:pt x="1152141" y="39443"/>
                </a:cubicBezTo>
                <a:cubicBezTo>
                  <a:pt x="1149483" y="41398"/>
                  <a:pt x="1147517" y="44858"/>
                  <a:pt x="1146243" y="49823"/>
                </a:cubicBezTo>
                <a:lnTo>
                  <a:pt x="1134644" y="48241"/>
                </a:lnTo>
                <a:cubicBezTo>
                  <a:pt x="1135698" y="43261"/>
                  <a:pt x="1137434" y="39240"/>
                  <a:pt x="1139850" y="36177"/>
                </a:cubicBezTo>
                <a:cubicBezTo>
                  <a:pt x="1142267" y="33114"/>
                  <a:pt x="1145759" y="30756"/>
                  <a:pt x="1150329" y="29105"/>
                </a:cubicBezTo>
                <a:cubicBezTo>
                  <a:pt x="1154898" y="27451"/>
                  <a:pt x="1160192" y="26625"/>
                  <a:pt x="1166211" y="26625"/>
                </a:cubicBezTo>
                <a:cubicBezTo>
                  <a:pt x="1172187" y="26625"/>
                  <a:pt x="1177042" y="27328"/>
                  <a:pt x="1180776" y="28734"/>
                </a:cubicBezTo>
                <a:cubicBezTo>
                  <a:pt x="1184511" y="30140"/>
                  <a:pt x="1187257" y="31908"/>
                  <a:pt x="1189014" y="34039"/>
                </a:cubicBezTo>
                <a:cubicBezTo>
                  <a:pt x="1190771" y="36170"/>
                  <a:pt x="1192002" y="38861"/>
                  <a:pt x="1192705" y="42112"/>
                </a:cubicBezTo>
                <a:cubicBezTo>
                  <a:pt x="1193100" y="44133"/>
                  <a:pt x="1193298" y="47780"/>
                  <a:pt x="1193298" y="53052"/>
                </a:cubicBezTo>
                <a:lnTo>
                  <a:pt x="1193298" y="68869"/>
                </a:lnTo>
                <a:cubicBezTo>
                  <a:pt x="1193298" y="79897"/>
                  <a:pt x="1193550" y="86871"/>
                  <a:pt x="1194056" y="89793"/>
                </a:cubicBezTo>
                <a:cubicBezTo>
                  <a:pt x="1194561" y="92715"/>
                  <a:pt x="1195560" y="95516"/>
                  <a:pt x="1197054" y="98196"/>
                </a:cubicBezTo>
                <a:lnTo>
                  <a:pt x="1184664" y="98196"/>
                </a:lnTo>
                <a:cubicBezTo>
                  <a:pt x="1183434" y="95733"/>
                  <a:pt x="1182643" y="92852"/>
                  <a:pt x="1182292" y="89554"/>
                </a:cubicBezTo>
                <a:moveTo>
                  <a:pt x="1181303" y="63004"/>
                </a:moveTo>
                <a:cubicBezTo>
                  <a:pt x="1176998" y="64776"/>
                  <a:pt x="1170539" y="66282"/>
                  <a:pt x="1161928" y="67522"/>
                </a:cubicBezTo>
                <a:cubicBezTo>
                  <a:pt x="1157051" y="68228"/>
                  <a:pt x="1153602" y="69022"/>
                  <a:pt x="1151581" y="69905"/>
                </a:cubicBezTo>
                <a:cubicBezTo>
                  <a:pt x="1149560" y="70786"/>
                  <a:pt x="1148000" y="72077"/>
                  <a:pt x="1146902" y="73777"/>
                </a:cubicBezTo>
                <a:cubicBezTo>
                  <a:pt x="1145803" y="75475"/>
                  <a:pt x="1145254" y="77361"/>
                  <a:pt x="1145254" y="79434"/>
                </a:cubicBezTo>
                <a:cubicBezTo>
                  <a:pt x="1145254" y="82610"/>
                  <a:pt x="1146451" y="85257"/>
                  <a:pt x="1148846" y="87375"/>
                </a:cubicBezTo>
                <a:cubicBezTo>
                  <a:pt x="1151240" y="89493"/>
                  <a:pt x="1154744" y="90551"/>
                  <a:pt x="1159358" y="90551"/>
                </a:cubicBezTo>
                <a:cubicBezTo>
                  <a:pt x="1163927" y="90551"/>
                  <a:pt x="1167991" y="89547"/>
                  <a:pt x="1171550" y="87538"/>
                </a:cubicBezTo>
                <a:cubicBezTo>
                  <a:pt x="1175108" y="85529"/>
                  <a:pt x="1177723" y="82781"/>
                  <a:pt x="1179392" y="79294"/>
                </a:cubicBezTo>
                <a:cubicBezTo>
                  <a:pt x="1180666" y="76600"/>
                  <a:pt x="1181303" y="72627"/>
                  <a:pt x="1181303" y="67374"/>
                </a:cubicBezTo>
                <a:lnTo>
                  <a:pt x="1181303" y="63004"/>
                </a:lnTo>
                <a:close/>
                <a:moveTo>
                  <a:pt x="1237564" y="87717"/>
                </a:moveTo>
                <a:lnTo>
                  <a:pt x="1239277" y="98196"/>
                </a:lnTo>
                <a:cubicBezTo>
                  <a:pt x="1235938" y="98811"/>
                  <a:pt x="1232951" y="99119"/>
                  <a:pt x="1230315" y="99119"/>
                </a:cubicBezTo>
                <a:cubicBezTo>
                  <a:pt x="1226009" y="99119"/>
                  <a:pt x="1222670" y="98438"/>
                  <a:pt x="1220297" y="97076"/>
                </a:cubicBezTo>
                <a:cubicBezTo>
                  <a:pt x="1217925" y="95713"/>
                  <a:pt x="1216255" y="93923"/>
                  <a:pt x="1215289" y="91704"/>
                </a:cubicBezTo>
                <a:cubicBezTo>
                  <a:pt x="1214322" y="89486"/>
                  <a:pt x="1213839" y="84817"/>
                  <a:pt x="1213839" y="77700"/>
                </a:cubicBezTo>
                <a:lnTo>
                  <a:pt x="1213839" y="37433"/>
                </a:lnTo>
                <a:lnTo>
                  <a:pt x="1205140" y="37433"/>
                </a:lnTo>
                <a:lnTo>
                  <a:pt x="1205140" y="28207"/>
                </a:lnTo>
                <a:lnTo>
                  <a:pt x="1213839" y="28207"/>
                </a:lnTo>
                <a:lnTo>
                  <a:pt x="1213839" y="10827"/>
                </a:lnTo>
                <a:lnTo>
                  <a:pt x="1225635" y="3691"/>
                </a:lnTo>
                <a:lnTo>
                  <a:pt x="1225635" y="28207"/>
                </a:lnTo>
                <a:lnTo>
                  <a:pt x="1237564" y="28207"/>
                </a:lnTo>
                <a:lnTo>
                  <a:pt x="1237564" y="37433"/>
                </a:lnTo>
                <a:lnTo>
                  <a:pt x="1225635" y="37433"/>
                </a:lnTo>
                <a:lnTo>
                  <a:pt x="1225635" y="78359"/>
                </a:lnTo>
                <a:cubicBezTo>
                  <a:pt x="1225635" y="81742"/>
                  <a:pt x="1225844" y="83917"/>
                  <a:pt x="1226262" y="84883"/>
                </a:cubicBezTo>
                <a:cubicBezTo>
                  <a:pt x="1226679" y="85850"/>
                  <a:pt x="1227360" y="86619"/>
                  <a:pt x="1228305" y="87190"/>
                </a:cubicBezTo>
                <a:cubicBezTo>
                  <a:pt x="1229249" y="87761"/>
                  <a:pt x="1230600" y="88047"/>
                  <a:pt x="1232358" y="88047"/>
                </a:cubicBezTo>
                <a:cubicBezTo>
                  <a:pt x="1233676" y="88047"/>
                  <a:pt x="1235411" y="87937"/>
                  <a:pt x="1237564" y="87717"/>
                </a:cubicBezTo>
                <a:close/>
                <a:moveTo>
                  <a:pt x="1297097" y="75657"/>
                </a:moveTo>
                <a:lnTo>
                  <a:pt x="1309355" y="77173"/>
                </a:lnTo>
                <a:cubicBezTo>
                  <a:pt x="1307422" y="84334"/>
                  <a:pt x="1303841" y="89892"/>
                  <a:pt x="1298613" y="93846"/>
                </a:cubicBezTo>
                <a:cubicBezTo>
                  <a:pt x="1293385" y="97800"/>
                  <a:pt x="1286706" y="99778"/>
                  <a:pt x="1278578" y="99778"/>
                </a:cubicBezTo>
                <a:cubicBezTo>
                  <a:pt x="1268341" y="99778"/>
                  <a:pt x="1260224" y="96625"/>
                  <a:pt x="1254227" y="90320"/>
                </a:cubicBezTo>
                <a:cubicBezTo>
                  <a:pt x="1248230" y="84016"/>
                  <a:pt x="1245231" y="75174"/>
                  <a:pt x="1245231" y="63794"/>
                </a:cubicBezTo>
                <a:cubicBezTo>
                  <a:pt x="1245231" y="52020"/>
                  <a:pt x="1248263" y="42881"/>
                  <a:pt x="1254326" y="36379"/>
                </a:cubicBezTo>
                <a:cubicBezTo>
                  <a:pt x="1260389" y="29876"/>
                  <a:pt x="1268254" y="26625"/>
                  <a:pt x="1277919" y="26625"/>
                </a:cubicBezTo>
                <a:cubicBezTo>
                  <a:pt x="1287278" y="26625"/>
                  <a:pt x="1294922" y="29805"/>
                  <a:pt x="1300854" y="36166"/>
                </a:cubicBezTo>
                <a:cubicBezTo>
                  <a:pt x="1306785" y="42526"/>
                  <a:pt x="1309751" y="51474"/>
                  <a:pt x="1309751" y="63010"/>
                </a:cubicBezTo>
                <a:cubicBezTo>
                  <a:pt x="1309751" y="63711"/>
                  <a:pt x="1309729" y="64764"/>
                  <a:pt x="1309685" y="66167"/>
                </a:cubicBezTo>
                <a:lnTo>
                  <a:pt x="1257489" y="66167"/>
                </a:lnTo>
                <a:cubicBezTo>
                  <a:pt x="1257929" y="73834"/>
                  <a:pt x="1260104" y="79704"/>
                  <a:pt x="1264014" y="83780"/>
                </a:cubicBezTo>
                <a:cubicBezTo>
                  <a:pt x="1267924" y="87855"/>
                  <a:pt x="1272801" y="89892"/>
                  <a:pt x="1278644" y="89892"/>
                </a:cubicBezTo>
                <a:cubicBezTo>
                  <a:pt x="1282994" y="89892"/>
                  <a:pt x="1286706" y="88761"/>
                  <a:pt x="1289782" y="86498"/>
                </a:cubicBezTo>
                <a:cubicBezTo>
                  <a:pt x="1292857" y="84234"/>
                  <a:pt x="1295296" y="80620"/>
                  <a:pt x="1297097" y="75657"/>
                </a:cubicBezTo>
                <a:moveTo>
                  <a:pt x="1258148" y="56281"/>
                </a:moveTo>
                <a:lnTo>
                  <a:pt x="1297229" y="56281"/>
                </a:lnTo>
                <a:cubicBezTo>
                  <a:pt x="1296702" y="50490"/>
                  <a:pt x="1295208" y="46147"/>
                  <a:pt x="1292748" y="43251"/>
                </a:cubicBezTo>
                <a:cubicBezTo>
                  <a:pt x="1288969" y="38757"/>
                  <a:pt x="1284070" y="36510"/>
                  <a:pt x="1278051" y="36510"/>
                </a:cubicBezTo>
                <a:cubicBezTo>
                  <a:pt x="1272603" y="36510"/>
                  <a:pt x="1268023" y="38304"/>
                  <a:pt x="1264310" y="41892"/>
                </a:cubicBezTo>
                <a:cubicBezTo>
                  <a:pt x="1260598" y="45478"/>
                  <a:pt x="1258544" y="50275"/>
                  <a:pt x="1258148" y="56281"/>
                </a:cubicBezTo>
                <a:close/>
                <a:moveTo>
                  <a:pt x="1409662" y="75657"/>
                </a:moveTo>
                <a:lnTo>
                  <a:pt x="1421920" y="77173"/>
                </a:lnTo>
                <a:cubicBezTo>
                  <a:pt x="1419987" y="84334"/>
                  <a:pt x="1416407" y="89892"/>
                  <a:pt x="1411178" y="93846"/>
                </a:cubicBezTo>
                <a:cubicBezTo>
                  <a:pt x="1405950" y="97800"/>
                  <a:pt x="1399272" y="99778"/>
                  <a:pt x="1391144" y="99778"/>
                </a:cubicBezTo>
                <a:cubicBezTo>
                  <a:pt x="1380907" y="99778"/>
                  <a:pt x="1372790" y="96625"/>
                  <a:pt x="1366792" y="90320"/>
                </a:cubicBezTo>
                <a:cubicBezTo>
                  <a:pt x="1360795" y="84016"/>
                  <a:pt x="1357797" y="75174"/>
                  <a:pt x="1357797" y="63794"/>
                </a:cubicBezTo>
                <a:cubicBezTo>
                  <a:pt x="1357797" y="52020"/>
                  <a:pt x="1360828" y="42881"/>
                  <a:pt x="1366891" y="36379"/>
                </a:cubicBezTo>
                <a:cubicBezTo>
                  <a:pt x="1372954" y="29876"/>
                  <a:pt x="1380819" y="26625"/>
                  <a:pt x="1390485" y="26625"/>
                </a:cubicBezTo>
                <a:cubicBezTo>
                  <a:pt x="1399843" y="26625"/>
                  <a:pt x="1407488" y="29805"/>
                  <a:pt x="1413419" y="36166"/>
                </a:cubicBezTo>
                <a:cubicBezTo>
                  <a:pt x="1419350" y="42526"/>
                  <a:pt x="1422316" y="51474"/>
                  <a:pt x="1422316" y="63010"/>
                </a:cubicBezTo>
                <a:cubicBezTo>
                  <a:pt x="1422316" y="63711"/>
                  <a:pt x="1422294" y="64764"/>
                  <a:pt x="1422250" y="66167"/>
                </a:cubicBezTo>
                <a:lnTo>
                  <a:pt x="1370055" y="66167"/>
                </a:lnTo>
                <a:cubicBezTo>
                  <a:pt x="1370494" y="73834"/>
                  <a:pt x="1372669" y="79704"/>
                  <a:pt x="1376579" y="83780"/>
                </a:cubicBezTo>
                <a:cubicBezTo>
                  <a:pt x="1380489" y="87855"/>
                  <a:pt x="1385366" y="89892"/>
                  <a:pt x="1391210" y="89892"/>
                </a:cubicBezTo>
                <a:cubicBezTo>
                  <a:pt x="1395559" y="89892"/>
                  <a:pt x="1399272" y="88761"/>
                  <a:pt x="1402347" y="86498"/>
                </a:cubicBezTo>
                <a:cubicBezTo>
                  <a:pt x="1405423" y="84234"/>
                  <a:pt x="1407861" y="80620"/>
                  <a:pt x="1409662" y="75657"/>
                </a:cubicBezTo>
                <a:moveTo>
                  <a:pt x="1370714" y="56281"/>
                </a:moveTo>
                <a:lnTo>
                  <a:pt x="1409794" y="56281"/>
                </a:lnTo>
                <a:cubicBezTo>
                  <a:pt x="1409267" y="50490"/>
                  <a:pt x="1407773" y="46147"/>
                  <a:pt x="1405313" y="43251"/>
                </a:cubicBezTo>
                <a:cubicBezTo>
                  <a:pt x="1401534" y="38757"/>
                  <a:pt x="1396636" y="36510"/>
                  <a:pt x="1390616" y="36510"/>
                </a:cubicBezTo>
                <a:cubicBezTo>
                  <a:pt x="1385168" y="36510"/>
                  <a:pt x="1380588" y="38304"/>
                  <a:pt x="1376876" y="41892"/>
                </a:cubicBezTo>
                <a:cubicBezTo>
                  <a:pt x="1373163" y="45478"/>
                  <a:pt x="1371109" y="50275"/>
                  <a:pt x="1370714" y="56281"/>
                </a:cubicBezTo>
                <a:close/>
                <a:moveTo>
                  <a:pt x="1436794" y="98196"/>
                </a:moveTo>
                <a:lnTo>
                  <a:pt x="1436794" y="28207"/>
                </a:lnTo>
                <a:lnTo>
                  <a:pt x="1447404" y="28207"/>
                </a:lnTo>
                <a:lnTo>
                  <a:pt x="1447404" y="37960"/>
                </a:lnTo>
                <a:cubicBezTo>
                  <a:pt x="1449601" y="34553"/>
                  <a:pt x="1452522" y="31811"/>
                  <a:pt x="1456169" y="29737"/>
                </a:cubicBezTo>
                <a:cubicBezTo>
                  <a:pt x="1459816" y="27662"/>
                  <a:pt x="1463968" y="26625"/>
                  <a:pt x="1468625" y="26625"/>
                </a:cubicBezTo>
                <a:cubicBezTo>
                  <a:pt x="1473809" y="26625"/>
                  <a:pt x="1478060" y="27696"/>
                  <a:pt x="1481377" y="29838"/>
                </a:cubicBezTo>
                <a:cubicBezTo>
                  <a:pt x="1484694" y="31978"/>
                  <a:pt x="1487034" y="34971"/>
                  <a:pt x="1488396" y="38817"/>
                </a:cubicBezTo>
                <a:cubicBezTo>
                  <a:pt x="1493932" y="30689"/>
                  <a:pt x="1501137" y="26625"/>
                  <a:pt x="1510012" y="26625"/>
                </a:cubicBezTo>
                <a:cubicBezTo>
                  <a:pt x="1516954" y="26625"/>
                  <a:pt x="1522292" y="28547"/>
                  <a:pt x="1526027" y="32391"/>
                </a:cubicBezTo>
                <a:cubicBezTo>
                  <a:pt x="1529761" y="36236"/>
                  <a:pt x="1531628" y="42156"/>
                  <a:pt x="1531628" y="50152"/>
                </a:cubicBezTo>
                <a:lnTo>
                  <a:pt x="1531628" y="98196"/>
                </a:lnTo>
                <a:lnTo>
                  <a:pt x="1519832" y="98196"/>
                </a:lnTo>
                <a:lnTo>
                  <a:pt x="1519832" y="54059"/>
                </a:lnTo>
                <a:cubicBezTo>
                  <a:pt x="1519832" y="49309"/>
                  <a:pt x="1519447" y="45889"/>
                  <a:pt x="1518678" y="43801"/>
                </a:cubicBezTo>
                <a:cubicBezTo>
                  <a:pt x="1517909" y="41711"/>
                  <a:pt x="1516515" y="40029"/>
                  <a:pt x="1514494" y="38753"/>
                </a:cubicBezTo>
                <a:cubicBezTo>
                  <a:pt x="1512472" y="37478"/>
                  <a:pt x="1510100" y="36840"/>
                  <a:pt x="1507376" y="36840"/>
                </a:cubicBezTo>
                <a:cubicBezTo>
                  <a:pt x="1502455" y="36840"/>
                  <a:pt x="1498369" y="38479"/>
                  <a:pt x="1495118" y="41756"/>
                </a:cubicBezTo>
                <a:cubicBezTo>
                  <a:pt x="1491867" y="45032"/>
                  <a:pt x="1490241" y="50277"/>
                  <a:pt x="1490241" y="57490"/>
                </a:cubicBezTo>
                <a:lnTo>
                  <a:pt x="1490241" y="98196"/>
                </a:lnTo>
                <a:lnTo>
                  <a:pt x="1478379" y="98196"/>
                </a:lnTo>
                <a:lnTo>
                  <a:pt x="1478379" y="52673"/>
                </a:lnTo>
                <a:cubicBezTo>
                  <a:pt x="1478379" y="47395"/>
                  <a:pt x="1477412" y="43437"/>
                  <a:pt x="1475479" y="40798"/>
                </a:cubicBezTo>
                <a:cubicBezTo>
                  <a:pt x="1473546" y="38159"/>
                  <a:pt x="1470382" y="36840"/>
                  <a:pt x="1465989" y="36840"/>
                </a:cubicBezTo>
                <a:cubicBezTo>
                  <a:pt x="1462650" y="36840"/>
                  <a:pt x="1459563" y="37720"/>
                  <a:pt x="1456729" y="39480"/>
                </a:cubicBezTo>
                <a:cubicBezTo>
                  <a:pt x="1453895" y="41239"/>
                  <a:pt x="1451841" y="43812"/>
                  <a:pt x="1450567" y="47199"/>
                </a:cubicBezTo>
                <a:cubicBezTo>
                  <a:pt x="1449293" y="50585"/>
                  <a:pt x="1448656" y="55467"/>
                  <a:pt x="1448656" y="61844"/>
                </a:cubicBezTo>
                <a:lnTo>
                  <a:pt x="1448656" y="98196"/>
                </a:lnTo>
                <a:lnTo>
                  <a:pt x="1436794" y="98196"/>
                </a:lnTo>
                <a:close/>
                <a:moveTo>
                  <a:pt x="1549223" y="125084"/>
                </a:moveTo>
                <a:lnTo>
                  <a:pt x="1549223" y="28207"/>
                </a:lnTo>
                <a:lnTo>
                  <a:pt x="1560031" y="28207"/>
                </a:lnTo>
                <a:lnTo>
                  <a:pt x="1560031" y="37235"/>
                </a:lnTo>
                <a:cubicBezTo>
                  <a:pt x="1562580" y="33699"/>
                  <a:pt x="1565457" y="31046"/>
                  <a:pt x="1568665" y="29278"/>
                </a:cubicBezTo>
                <a:cubicBezTo>
                  <a:pt x="1571872" y="27509"/>
                  <a:pt x="1575760" y="26625"/>
                  <a:pt x="1580330" y="26625"/>
                </a:cubicBezTo>
                <a:cubicBezTo>
                  <a:pt x="1586305" y="26625"/>
                  <a:pt x="1591577" y="28163"/>
                  <a:pt x="1596146" y="31238"/>
                </a:cubicBezTo>
                <a:cubicBezTo>
                  <a:pt x="1600716" y="34314"/>
                  <a:pt x="1604165" y="38652"/>
                  <a:pt x="1606493" y="44254"/>
                </a:cubicBezTo>
                <a:cubicBezTo>
                  <a:pt x="1608822" y="49856"/>
                  <a:pt x="1609986" y="55996"/>
                  <a:pt x="1609986" y="62674"/>
                </a:cubicBezTo>
                <a:cubicBezTo>
                  <a:pt x="1609986" y="69835"/>
                  <a:pt x="1608701" y="76283"/>
                  <a:pt x="1606131" y="82017"/>
                </a:cubicBezTo>
                <a:cubicBezTo>
                  <a:pt x="1603561" y="87750"/>
                  <a:pt x="1599826" y="92144"/>
                  <a:pt x="1594927" y="95197"/>
                </a:cubicBezTo>
                <a:cubicBezTo>
                  <a:pt x="1590028" y="98251"/>
                  <a:pt x="1584877" y="99778"/>
                  <a:pt x="1579473" y="99778"/>
                </a:cubicBezTo>
                <a:cubicBezTo>
                  <a:pt x="1575519" y="99778"/>
                  <a:pt x="1571971" y="98932"/>
                  <a:pt x="1568830" y="97240"/>
                </a:cubicBezTo>
                <a:cubicBezTo>
                  <a:pt x="1565688" y="95547"/>
                  <a:pt x="1563107" y="93410"/>
                  <a:pt x="1561086" y="90827"/>
                </a:cubicBezTo>
                <a:lnTo>
                  <a:pt x="1561086" y="125084"/>
                </a:lnTo>
                <a:lnTo>
                  <a:pt x="1549223" y="125084"/>
                </a:lnTo>
                <a:moveTo>
                  <a:pt x="1559966" y="63498"/>
                </a:moveTo>
                <a:cubicBezTo>
                  <a:pt x="1559966" y="72494"/>
                  <a:pt x="1561789" y="79142"/>
                  <a:pt x="1565436" y="83442"/>
                </a:cubicBezTo>
                <a:cubicBezTo>
                  <a:pt x="1569082" y="87742"/>
                  <a:pt x="1573498" y="89892"/>
                  <a:pt x="1578682" y="89892"/>
                </a:cubicBezTo>
                <a:cubicBezTo>
                  <a:pt x="1583954" y="89892"/>
                  <a:pt x="1588469" y="87665"/>
                  <a:pt x="1592225" y="83211"/>
                </a:cubicBezTo>
                <a:cubicBezTo>
                  <a:pt x="1595982" y="78757"/>
                  <a:pt x="1597860" y="71857"/>
                  <a:pt x="1597860" y="62509"/>
                </a:cubicBezTo>
                <a:cubicBezTo>
                  <a:pt x="1597860" y="53601"/>
                  <a:pt x="1596026" y="46931"/>
                  <a:pt x="1592357" y="42499"/>
                </a:cubicBezTo>
                <a:cubicBezTo>
                  <a:pt x="1588688" y="38067"/>
                  <a:pt x="1584306" y="35851"/>
                  <a:pt x="1579209" y="35851"/>
                </a:cubicBezTo>
                <a:cubicBezTo>
                  <a:pt x="1574157" y="35851"/>
                  <a:pt x="1569686" y="38210"/>
                  <a:pt x="1565798" y="42928"/>
                </a:cubicBezTo>
                <a:cubicBezTo>
                  <a:pt x="1561910" y="47645"/>
                  <a:pt x="1559966" y="54502"/>
                  <a:pt x="1559966" y="63498"/>
                </a:cubicBezTo>
                <a:close/>
                <a:moveTo>
                  <a:pt x="1624003" y="98196"/>
                </a:moveTo>
                <a:lnTo>
                  <a:pt x="1624003" y="1582"/>
                </a:lnTo>
                <a:lnTo>
                  <a:pt x="1635866" y="1582"/>
                </a:lnTo>
                <a:lnTo>
                  <a:pt x="1635866" y="98196"/>
                </a:lnTo>
                <a:lnTo>
                  <a:pt x="1624003" y="98196"/>
                </a:lnTo>
                <a:close/>
                <a:moveTo>
                  <a:pt x="1649815" y="63201"/>
                </a:moveTo>
                <a:cubicBezTo>
                  <a:pt x="1649815" y="50240"/>
                  <a:pt x="1653417" y="40640"/>
                  <a:pt x="1660623" y="34402"/>
                </a:cubicBezTo>
                <a:cubicBezTo>
                  <a:pt x="1666642" y="29217"/>
                  <a:pt x="1673979" y="26625"/>
                  <a:pt x="1682634" y="26625"/>
                </a:cubicBezTo>
                <a:cubicBezTo>
                  <a:pt x="1692256" y="26625"/>
                  <a:pt x="1700121" y="29777"/>
                  <a:pt x="1706228" y="36082"/>
                </a:cubicBezTo>
                <a:cubicBezTo>
                  <a:pt x="1712335" y="42387"/>
                  <a:pt x="1715388" y="51097"/>
                  <a:pt x="1715388" y="62213"/>
                </a:cubicBezTo>
                <a:cubicBezTo>
                  <a:pt x="1715388" y="71219"/>
                  <a:pt x="1714037" y="78304"/>
                  <a:pt x="1711335" y="83466"/>
                </a:cubicBezTo>
                <a:cubicBezTo>
                  <a:pt x="1708633" y="88629"/>
                  <a:pt x="1704701" y="92638"/>
                  <a:pt x="1699539" y="95494"/>
                </a:cubicBezTo>
                <a:cubicBezTo>
                  <a:pt x="1694376" y="98350"/>
                  <a:pt x="1688742" y="99778"/>
                  <a:pt x="1682634" y="99778"/>
                </a:cubicBezTo>
                <a:cubicBezTo>
                  <a:pt x="1672837" y="99778"/>
                  <a:pt x="1664917" y="96636"/>
                  <a:pt x="1658876" y="90353"/>
                </a:cubicBezTo>
                <a:cubicBezTo>
                  <a:pt x="1652835" y="84071"/>
                  <a:pt x="1649815" y="75020"/>
                  <a:pt x="1649815" y="63201"/>
                </a:cubicBezTo>
                <a:moveTo>
                  <a:pt x="1662007" y="63168"/>
                </a:moveTo>
                <a:cubicBezTo>
                  <a:pt x="1662007" y="72098"/>
                  <a:pt x="1663962" y="78785"/>
                  <a:pt x="1667872" y="83228"/>
                </a:cubicBezTo>
                <a:cubicBezTo>
                  <a:pt x="1671782" y="87671"/>
                  <a:pt x="1676703" y="89892"/>
                  <a:pt x="1682634" y="89892"/>
                </a:cubicBezTo>
                <a:cubicBezTo>
                  <a:pt x="1688522" y="89892"/>
                  <a:pt x="1693421" y="87660"/>
                  <a:pt x="1697331" y="83195"/>
                </a:cubicBezTo>
                <a:cubicBezTo>
                  <a:pt x="1701241" y="78730"/>
                  <a:pt x="1703196" y="71923"/>
                  <a:pt x="1703196" y="62775"/>
                </a:cubicBezTo>
                <a:cubicBezTo>
                  <a:pt x="1703196" y="54151"/>
                  <a:pt x="1701230" y="47618"/>
                  <a:pt x="1697298" y="43175"/>
                </a:cubicBezTo>
                <a:cubicBezTo>
                  <a:pt x="1693366" y="38732"/>
                  <a:pt x="1688478" y="36510"/>
                  <a:pt x="1682634" y="36510"/>
                </a:cubicBezTo>
                <a:cubicBezTo>
                  <a:pt x="1676703" y="36510"/>
                  <a:pt x="1671782" y="38721"/>
                  <a:pt x="1667872" y="43142"/>
                </a:cubicBezTo>
                <a:cubicBezTo>
                  <a:pt x="1663962" y="47563"/>
                  <a:pt x="1662007" y="54238"/>
                  <a:pt x="1662007" y="63168"/>
                </a:cubicBezTo>
                <a:close/>
                <a:moveTo>
                  <a:pt x="1728746" y="125216"/>
                </a:moveTo>
                <a:lnTo>
                  <a:pt x="1727428" y="114079"/>
                </a:lnTo>
                <a:cubicBezTo>
                  <a:pt x="1730020" y="114782"/>
                  <a:pt x="1732283" y="115133"/>
                  <a:pt x="1734216" y="115133"/>
                </a:cubicBezTo>
                <a:cubicBezTo>
                  <a:pt x="1736852" y="115133"/>
                  <a:pt x="1738961" y="114688"/>
                  <a:pt x="1740543" y="113798"/>
                </a:cubicBezTo>
                <a:cubicBezTo>
                  <a:pt x="1742124" y="112910"/>
                  <a:pt x="1743420" y="111666"/>
                  <a:pt x="1744431" y="110065"/>
                </a:cubicBezTo>
                <a:cubicBezTo>
                  <a:pt x="1745178" y="108865"/>
                  <a:pt x="1746386" y="105887"/>
                  <a:pt x="1748056" y="101131"/>
                </a:cubicBezTo>
                <a:cubicBezTo>
                  <a:pt x="1748275" y="100463"/>
                  <a:pt x="1748627" y="99485"/>
                  <a:pt x="1749110" y="98196"/>
                </a:cubicBezTo>
                <a:lnTo>
                  <a:pt x="1722551" y="28207"/>
                </a:lnTo>
                <a:lnTo>
                  <a:pt x="1735336" y="28207"/>
                </a:lnTo>
                <a:lnTo>
                  <a:pt x="1749901" y="68642"/>
                </a:lnTo>
                <a:cubicBezTo>
                  <a:pt x="1751790" y="73772"/>
                  <a:pt x="1753482" y="79164"/>
                  <a:pt x="1754976" y="84817"/>
                </a:cubicBezTo>
                <a:cubicBezTo>
                  <a:pt x="1756338" y="79382"/>
                  <a:pt x="1757963" y="74078"/>
                  <a:pt x="1759852" y="68906"/>
                </a:cubicBezTo>
                <a:lnTo>
                  <a:pt x="1774812" y="28207"/>
                </a:lnTo>
                <a:lnTo>
                  <a:pt x="1786675" y="28207"/>
                </a:lnTo>
                <a:lnTo>
                  <a:pt x="1760050" y="99429"/>
                </a:lnTo>
                <a:cubicBezTo>
                  <a:pt x="1757194" y="107124"/>
                  <a:pt x="1754976" y="112421"/>
                  <a:pt x="1753394" y="115322"/>
                </a:cubicBezTo>
                <a:cubicBezTo>
                  <a:pt x="1751285" y="119235"/>
                  <a:pt x="1748868" y="122104"/>
                  <a:pt x="1746144" y="123929"/>
                </a:cubicBezTo>
                <a:cubicBezTo>
                  <a:pt x="1743420" y="125754"/>
                  <a:pt x="1740169" y="126666"/>
                  <a:pt x="1736391" y="126666"/>
                </a:cubicBezTo>
                <a:cubicBezTo>
                  <a:pt x="1734106" y="126666"/>
                  <a:pt x="1731558" y="126183"/>
                  <a:pt x="1728746" y="125216"/>
                </a:cubicBezTo>
                <a:close/>
                <a:moveTo>
                  <a:pt x="1844670" y="75657"/>
                </a:moveTo>
                <a:lnTo>
                  <a:pt x="1856928" y="77173"/>
                </a:lnTo>
                <a:cubicBezTo>
                  <a:pt x="1854995" y="84334"/>
                  <a:pt x="1851414" y="89892"/>
                  <a:pt x="1846186" y="93846"/>
                </a:cubicBezTo>
                <a:cubicBezTo>
                  <a:pt x="1840957" y="97800"/>
                  <a:pt x="1834279" y="99778"/>
                  <a:pt x="1826151" y="99778"/>
                </a:cubicBezTo>
                <a:cubicBezTo>
                  <a:pt x="1815914" y="99778"/>
                  <a:pt x="1807797" y="96625"/>
                  <a:pt x="1801800" y="90320"/>
                </a:cubicBezTo>
                <a:cubicBezTo>
                  <a:pt x="1795803" y="84016"/>
                  <a:pt x="1792804" y="75174"/>
                  <a:pt x="1792804" y="63794"/>
                </a:cubicBezTo>
                <a:cubicBezTo>
                  <a:pt x="1792804" y="52020"/>
                  <a:pt x="1795836" y="42881"/>
                  <a:pt x="1801899" y="36379"/>
                </a:cubicBezTo>
                <a:cubicBezTo>
                  <a:pt x="1807962" y="29876"/>
                  <a:pt x="1815826" y="26625"/>
                  <a:pt x="1825492" y="26625"/>
                </a:cubicBezTo>
                <a:cubicBezTo>
                  <a:pt x="1834850" y="26625"/>
                  <a:pt x="1842495" y="29805"/>
                  <a:pt x="1848426" y="36166"/>
                </a:cubicBezTo>
                <a:cubicBezTo>
                  <a:pt x="1854358" y="42526"/>
                  <a:pt x="1857323" y="51474"/>
                  <a:pt x="1857323" y="63010"/>
                </a:cubicBezTo>
                <a:cubicBezTo>
                  <a:pt x="1857323" y="63711"/>
                  <a:pt x="1857301" y="64764"/>
                  <a:pt x="1857257" y="66167"/>
                </a:cubicBezTo>
                <a:lnTo>
                  <a:pt x="1805062" y="66167"/>
                </a:lnTo>
                <a:cubicBezTo>
                  <a:pt x="1805501" y="73834"/>
                  <a:pt x="1807676" y="79704"/>
                  <a:pt x="1811587" y="83780"/>
                </a:cubicBezTo>
                <a:cubicBezTo>
                  <a:pt x="1815497" y="87855"/>
                  <a:pt x="1820374" y="89892"/>
                  <a:pt x="1826217" y="89892"/>
                </a:cubicBezTo>
                <a:cubicBezTo>
                  <a:pt x="1830567" y="89892"/>
                  <a:pt x="1834279" y="88761"/>
                  <a:pt x="1837355" y="86498"/>
                </a:cubicBezTo>
                <a:cubicBezTo>
                  <a:pt x="1840430" y="84234"/>
                  <a:pt x="1842869" y="80620"/>
                  <a:pt x="1844670" y="75657"/>
                </a:cubicBezTo>
                <a:moveTo>
                  <a:pt x="1805721" y="56281"/>
                </a:moveTo>
                <a:lnTo>
                  <a:pt x="1844802" y="56281"/>
                </a:lnTo>
                <a:cubicBezTo>
                  <a:pt x="1844275" y="50490"/>
                  <a:pt x="1842781" y="46147"/>
                  <a:pt x="1840320" y="43251"/>
                </a:cubicBezTo>
                <a:cubicBezTo>
                  <a:pt x="1836542" y="38757"/>
                  <a:pt x="1831643" y="36510"/>
                  <a:pt x="1825624" y="36510"/>
                </a:cubicBezTo>
                <a:cubicBezTo>
                  <a:pt x="1820176" y="36510"/>
                  <a:pt x="1815596" y="38304"/>
                  <a:pt x="1811883" y="41892"/>
                </a:cubicBezTo>
                <a:cubicBezTo>
                  <a:pt x="1808171" y="45478"/>
                  <a:pt x="1806117" y="50275"/>
                  <a:pt x="1805721" y="56281"/>
                </a:cubicBezTo>
                <a:close/>
                <a:moveTo>
                  <a:pt x="1871670" y="98196"/>
                </a:moveTo>
                <a:lnTo>
                  <a:pt x="1871670" y="28207"/>
                </a:lnTo>
                <a:lnTo>
                  <a:pt x="1882346" y="28207"/>
                </a:lnTo>
                <a:lnTo>
                  <a:pt x="1882346" y="38751"/>
                </a:lnTo>
                <a:cubicBezTo>
                  <a:pt x="1885070" y="33814"/>
                  <a:pt x="1887585" y="30559"/>
                  <a:pt x="1889892" y="28985"/>
                </a:cubicBezTo>
                <a:cubicBezTo>
                  <a:pt x="1892199" y="27412"/>
                  <a:pt x="1894736" y="26625"/>
                  <a:pt x="1897504" y="26625"/>
                </a:cubicBezTo>
                <a:cubicBezTo>
                  <a:pt x="1901502" y="26625"/>
                  <a:pt x="1905566" y="27894"/>
                  <a:pt x="1909696" y="30431"/>
                </a:cubicBezTo>
                <a:lnTo>
                  <a:pt x="1905610" y="41387"/>
                </a:lnTo>
                <a:cubicBezTo>
                  <a:pt x="1902710" y="39674"/>
                  <a:pt x="1899811" y="38817"/>
                  <a:pt x="1896911" y="38817"/>
                </a:cubicBezTo>
                <a:cubicBezTo>
                  <a:pt x="1894319" y="38817"/>
                  <a:pt x="1891990" y="39598"/>
                  <a:pt x="1889925" y="41161"/>
                </a:cubicBezTo>
                <a:cubicBezTo>
                  <a:pt x="1887860" y="42722"/>
                  <a:pt x="1886388" y="44888"/>
                  <a:pt x="1885510" y="47658"/>
                </a:cubicBezTo>
                <a:cubicBezTo>
                  <a:pt x="1884191" y="51880"/>
                  <a:pt x="1883532" y="56498"/>
                  <a:pt x="1883532" y="61512"/>
                </a:cubicBezTo>
                <a:lnTo>
                  <a:pt x="1883532" y="98196"/>
                </a:lnTo>
                <a:lnTo>
                  <a:pt x="1871670" y="98196"/>
                </a:lnTo>
                <a:close/>
                <a:moveTo>
                  <a:pt x="1957102" y="98196"/>
                </a:moveTo>
                <a:lnTo>
                  <a:pt x="1957102" y="37433"/>
                </a:lnTo>
                <a:lnTo>
                  <a:pt x="1946623" y="37433"/>
                </a:lnTo>
                <a:lnTo>
                  <a:pt x="1946623" y="28207"/>
                </a:lnTo>
                <a:lnTo>
                  <a:pt x="1957102" y="28207"/>
                </a:lnTo>
                <a:lnTo>
                  <a:pt x="1957102" y="20776"/>
                </a:lnTo>
                <a:cubicBezTo>
                  <a:pt x="1957102" y="16086"/>
                  <a:pt x="1957519" y="12601"/>
                  <a:pt x="1958354" y="10322"/>
                </a:cubicBezTo>
                <a:cubicBezTo>
                  <a:pt x="1959497" y="7255"/>
                  <a:pt x="1961507" y="4768"/>
                  <a:pt x="1964384" y="2861"/>
                </a:cubicBezTo>
                <a:cubicBezTo>
                  <a:pt x="1967262" y="954"/>
                  <a:pt x="1971293" y="0"/>
                  <a:pt x="1976478" y="0"/>
                </a:cubicBezTo>
                <a:cubicBezTo>
                  <a:pt x="1979817" y="0"/>
                  <a:pt x="1983507" y="395"/>
                  <a:pt x="1987549" y="1186"/>
                </a:cubicBezTo>
                <a:lnTo>
                  <a:pt x="1985770" y="11533"/>
                </a:lnTo>
                <a:cubicBezTo>
                  <a:pt x="1983310" y="11094"/>
                  <a:pt x="1980981" y="10874"/>
                  <a:pt x="1978784" y="10874"/>
                </a:cubicBezTo>
                <a:cubicBezTo>
                  <a:pt x="1975182" y="10874"/>
                  <a:pt x="1972633" y="11640"/>
                  <a:pt x="1971139" y="13172"/>
                </a:cubicBezTo>
                <a:cubicBezTo>
                  <a:pt x="1969646" y="14705"/>
                  <a:pt x="1968899" y="17571"/>
                  <a:pt x="1968899" y="21773"/>
                </a:cubicBezTo>
                <a:lnTo>
                  <a:pt x="1968899" y="28207"/>
                </a:lnTo>
                <a:lnTo>
                  <a:pt x="1982541" y="28207"/>
                </a:lnTo>
                <a:lnTo>
                  <a:pt x="1982541" y="37433"/>
                </a:lnTo>
                <a:lnTo>
                  <a:pt x="1968899" y="37433"/>
                </a:lnTo>
                <a:lnTo>
                  <a:pt x="1968899" y="98196"/>
                </a:lnTo>
                <a:lnTo>
                  <a:pt x="1957102" y="98196"/>
                </a:lnTo>
                <a:close/>
                <a:moveTo>
                  <a:pt x="1987374" y="63201"/>
                </a:moveTo>
                <a:cubicBezTo>
                  <a:pt x="1987374" y="50240"/>
                  <a:pt x="1990977" y="40640"/>
                  <a:pt x="1998182" y="34402"/>
                </a:cubicBezTo>
                <a:cubicBezTo>
                  <a:pt x="2004202" y="29217"/>
                  <a:pt x="2011539" y="26625"/>
                  <a:pt x="2020194" y="26625"/>
                </a:cubicBezTo>
                <a:cubicBezTo>
                  <a:pt x="2029816" y="26625"/>
                  <a:pt x="2037680" y="29777"/>
                  <a:pt x="2043787" y="36082"/>
                </a:cubicBezTo>
                <a:cubicBezTo>
                  <a:pt x="2049894" y="42387"/>
                  <a:pt x="2052948" y="51097"/>
                  <a:pt x="2052948" y="62213"/>
                </a:cubicBezTo>
                <a:cubicBezTo>
                  <a:pt x="2052948" y="71219"/>
                  <a:pt x="2051597" y="78304"/>
                  <a:pt x="2048895" y="83466"/>
                </a:cubicBezTo>
                <a:cubicBezTo>
                  <a:pt x="2046193" y="88629"/>
                  <a:pt x="2042261" y="92638"/>
                  <a:pt x="2037098" y="95494"/>
                </a:cubicBezTo>
                <a:cubicBezTo>
                  <a:pt x="2031936" y="98350"/>
                  <a:pt x="2026301" y="99778"/>
                  <a:pt x="2020194" y="99778"/>
                </a:cubicBezTo>
                <a:cubicBezTo>
                  <a:pt x="2010396" y="99778"/>
                  <a:pt x="2002477" y="96636"/>
                  <a:pt x="1996436" y="90353"/>
                </a:cubicBezTo>
                <a:cubicBezTo>
                  <a:pt x="1990395" y="84071"/>
                  <a:pt x="1987374" y="75020"/>
                  <a:pt x="1987374" y="63201"/>
                </a:cubicBezTo>
                <a:moveTo>
                  <a:pt x="1999566" y="63168"/>
                </a:moveTo>
                <a:cubicBezTo>
                  <a:pt x="1999566" y="72098"/>
                  <a:pt x="2001522" y="78785"/>
                  <a:pt x="2005432" y="83228"/>
                </a:cubicBezTo>
                <a:cubicBezTo>
                  <a:pt x="2009342" y="87671"/>
                  <a:pt x="2014263" y="89892"/>
                  <a:pt x="2020194" y="89892"/>
                </a:cubicBezTo>
                <a:cubicBezTo>
                  <a:pt x="2026081" y="89892"/>
                  <a:pt x="2030980" y="87660"/>
                  <a:pt x="2034891" y="83195"/>
                </a:cubicBezTo>
                <a:cubicBezTo>
                  <a:pt x="2038801" y="78730"/>
                  <a:pt x="2040756" y="71923"/>
                  <a:pt x="2040756" y="62775"/>
                </a:cubicBezTo>
                <a:cubicBezTo>
                  <a:pt x="2040756" y="54151"/>
                  <a:pt x="2038790" y="47618"/>
                  <a:pt x="2034858" y="43175"/>
                </a:cubicBezTo>
                <a:cubicBezTo>
                  <a:pt x="2030925" y="38732"/>
                  <a:pt x="2026038" y="36510"/>
                  <a:pt x="2020194" y="36510"/>
                </a:cubicBezTo>
                <a:cubicBezTo>
                  <a:pt x="2014263" y="36510"/>
                  <a:pt x="2009342" y="38721"/>
                  <a:pt x="2005432" y="43142"/>
                </a:cubicBezTo>
                <a:cubicBezTo>
                  <a:pt x="2001522" y="47563"/>
                  <a:pt x="1999566" y="54238"/>
                  <a:pt x="1999566" y="63168"/>
                </a:cubicBezTo>
                <a:close/>
                <a:moveTo>
                  <a:pt x="2066701" y="98196"/>
                </a:moveTo>
                <a:lnTo>
                  <a:pt x="2066701" y="28207"/>
                </a:lnTo>
                <a:lnTo>
                  <a:pt x="2077377" y="28207"/>
                </a:lnTo>
                <a:lnTo>
                  <a:pt x="2077377" y="38751"/>
                </a:lnTo>
                <a:cubicBezTo>
                  <a:pt x="2080101" y="33814"/>
                  <a:pt x="2082617" y="30559"/>
                  <a:pt x="2084923" y="28985"/>
                </a:cubicBezTo>
                <a:cubicBezTo>
                  <a:pt x="2087230" y="27412"/>
                  <a:pt x="2089767" y="26625"/>
                  <a:pt x="2092535" y="26625"/>
                </a:cubicBezTo>
                <a:cubicBezTo>
                  <a:pt x="2096533" y="26625"/>
                  <a:pt x="2100597" y="27894"/>
                  <a:pt x="2104727" y="30431"/>
                </a:cubicBezTo>
                <a:lnTo>
                  <a:pt x="2100641" y="41387"/>
                </a:lnTo>
                <a:cubicBezTo>
                  <a:pt x="2097742" y="39674"/>
                  <a:pt x="2094842" y="38817"/>
                  <a:pt x="2091942" y="38817"/>
                </a:cubicBezTo>
                <a:cubicBezTo>
                  <a:pt x="2089350" y="38817"/>
                  <a:pt x="2087021" y="39598"/>
                  <a:pt x="2084956" y="41161"/>
                </a:cubicBezTo>
                <a:cubicBezTo>
                  <a:pt x="2082891" y="42722"/>
                  <a:pt x="2081419" y="44888"/>
                  <a:pt x="2080541" y="47658"/>
                </a:cubicBezTo>
                <a:cubicBezTo>
                  <a:pt x="2079223" y="51880"/>
                  <a:pt x="2078564" y="56498"/>
                  <a:pt x="2078564" y="61512"/>
                </a:cubicBezTo>
                <a:lnTo>
                  <a:pt x="2078564" y="98196"/>
                </a:lnTo>
                <a:lnTo>
                  <a:pt x="2066701" y="98196"/>
                </a:lnTo>
                <a:close/>
                <a:moveTo>
                  <a:pt x="2194970" y="89554"/>
                </a:moveTo>
                <a:cubicBezTo>
                  <a:pt x="2190577" y="93292"/>
                  <a:pt x="2186348" y="95930"/>
                  <a:pt x="2182284" y="97469"/>
                </a:cubicBezTo>
                <a:cubicBezTo>
                  <a:pt x="2178220" y="99008"/>
                  <a:pt x="2173859" y="99778"/>
                  <a:pt x="2169202" y="99778"/>
                </a:cubicBezTo>
                <a:cubicBezTo>
                  <a:pt x="2161514" y="99778"/>
                  <a:pt x="2155604" y="97898"/>
                  <a:pt x="2151474" y="94139"/>
                </a:cubicBezTo>
                <a:cubicBezTo>
                  <a:pt x="2147344" y="90379"/>
                  <a:pt x="2145279" y="85576"/>
                  <a:pt x="2145279" y="79729"/>
                </a:cubicBezTo>
                <a:cubicBezTo>
                  <a:pt x="2145279" y="76300"/>
                  <a:pt x="2146059" y="73168"/>
                  <a:pt x="2147619" y="70333"/>
                </a:cubicBezTo>
                <a:cubicBezTo>
                  <a:pt x="2149179" y="67497"/>
                  <a:pt x="2151222" y="65221"/>
                  <a:pt x="2153748" y="63506"/>
                </a:cubicBezTo>
                <a:cubicBezTo>
                  <a:pt x="2156274" y="61791"/>
                  <a:pt x="2159119" y="60494"/>
                  <a:pt x="2162282" y="59616"/>
                </a:cubicBezTo>
                <a:cubicBezTo>
                  <a:pt x="2164611" y="58999"/>
                  <a:pt x="2168126" y="58405"/>
                  <a:pt x="2172827" y="57834"/>
                </a:cubicBezTo>
                <a:cubicBezTo>
                  <a:pt x="2182405" y="56700"/>
                  <a:pt x="2189457" y="55348"/>
                  <a:pt x="2193982" y="53777"/>
                </a:cubicBezTo>
                <a:cubicBezTo>
                  <a:pt x="2194026" y="52158"/>
                  <a:pt x="2194048" y="51130"/>
                  <a:pt x="2194048" y="50692"/>
                </a:cubicBezTo>
                <a:cubicBezTo>
                  <a:pt x="2194048" y="45877"/>
                  <a:pt x="2192927" y="42485"/>
                  <a:pt x="2190687" y="40516"/>
                </a:cubicBezTo>
                <a:cubicBezTo>
                  <a:pt x="2187655" y="37846"/>
                  <a:pt x="2183152" y="36510"/>
                  <a:pt x="2177177" y="36510"/>
                </a:cubicBezTo>
                <a:cubicBezTo>
                  <a:pt x="2171597" y="36510"/>
                  <a:pt x="2167478" y="37488"/>
                  <a:pt x="2164820" y="39443"/>
                </a:cubicBezTo>
                <a:cubicBezTo>
                  <a:pt x="2162162" y="41398"/>
                  <a:pt x="2160195" y="44858"/>
                  <a:pt x="2158921" y="49823"/>
                </a:cubicBezTo>
                <a:lnTo>
                  <a:pt x="2147322" y="48241"/>
                </a:lnTo>
                <a:cubicBezTo>
                  <a:pt x="2148377" y="43261"/>
                  <a:pt x="2150112" y="39240"/>
                  <a:pt x="2152529" y="36177"/>
                </a:cubicBezTo>
                <a:cubicBezTo>
                  <a:pt x="2154945" y="33114"/>
                  <a:pt x="2158438" y="30756"/>
                  <a:pt x="2163007" y="29105"/>
                </a:cubicBezTo>
                <a:cubicBezTo>
                  <a:pt x="2167577" y="27451"/>
                  <a:pt x="2172871" y="26625"/>
                  <a:pt x="2178890" y="26625"/>
                </a:cubicBezTo>
                <a:cubicBezTo>
                  <a:pt x="2184865" y="26625"/>
                  <a:pt x="2189720" y="27328"/>
                  <a:pt x="2193455" y="28734"/>
                </a:cubicBezTo>
                <a:cubicBezTo>
                  <a:pt x="2197189" y="30140"/>
                  <a:pt x="2199935" y="31908"/>
                  <a:pt x="2201693" y="34039"/>
                </a:cubicBezTo>
                <a:cubicBezTo>
                  <a:pt x="2203450" y="36170"/>
                  <a:pt x="2204680" y="38861"/>
                  <a:pt x="2205383" y="42112"/>
                </a:cubicBezTo>
                <a:cubicBezTo>
                  <a:pt x="2205779" y="44133"/>
                  <a:pt x="2205976" y="47780"/>
                  <a:pt x="2205976" y="53052"/>
                </a:cubicBezTo>
                <a:lnTo>
                  <a:pt x="2205976" y="68869"/>
                </a:lnTo>
                <a:cubicBezTo>
                  <a:pt x="2205976" y="79897"/>
                  <a:pt x="2206229" y="86871"/>
                  <a:pt x="2206734" y="89793"/>
                </a:cubicBezTo>
                <a:cubicBezTo>
                  <a:pt x="2207239" y="92715"/>
                  <a:pt x="2208239" y="95516"/>
                  <a:pt x="2209733" y="98196"/>
                </a:cubicBezTo>
                <a:lnTo>
                  <a:pt x="2197343" y="98196"/>
                </a:lnTo>
                <a:cubicBezTo>
                  <a:pt x="2196113" y="95733"/>
                  <a:pt x="2195322" y="92852"/>
                  <a:pt x="2194970" y="89554"/>
                </a:cubicBezTo>
                <a:moveTo>
                  <a:pt x="2193982" y="63004"/>
                </a:moveTo>
                <a:cubicBezTo>
                  <a:pt x="2189676" y="64776"/>
                  <a:pt x="2183218" y="66282"/>
                  <a:pt x="2174606" y="67522"/>
                </a:cubicBezTo>
                <a:cubicBezTo>
                  <a:pt x="2169729" y="68228"/>
                  <a:pt x="2166281" y="69022"/>
                  <a:pt x="2164260" y="69905"/>
                </a:cubicBezTo>
                <a:cubicBezTo>
                  <a:pt x="2162238" y="70786"/>
                  <a:pt x="2160679" y="72077"/>
                  <a:pt x="2159580" y="73777"/>
                </a:cubicBezTo>
                <a:cubicBezTo>
                  <a:pt x="2158482" y="75475"/>
                  <a:pt x="2157933" y="77361"/>
                  <a:pt x="2157933" y="79434"/>
                </a:cubicBezTo>
                <a:cubicBezTo>
                  <a:pt x="2157933" y="82610"/>
                  <a:pt x="2159130" y="85257"/>
                  <a:pt x="2161525" y="87375"/>
                </a:cubicBezTo>
                <a:cubicBezTo>
                  <a:pt x="2163919" y="89493"/>
                  <a:pt x="2167423" y="90551"/>
                  <a:pt x="2172036" y="90551"/>
                </a:cubicBezTo>
                <a:cubicBezTo>
                  <a:pt x="2176605" y="90551"/>
                  <a:pt x="2180669" y="89547"/>
                  <a:pt x="2184228" y="87538"/>
                </a:cubicBezTo>
                <a:cubicBezTo>
                  <a:pt x="2187787" y="85529"/>
                  <a:pt x="2190401" y="82781"/>
                  <a:pt x="2192071" y="79294"/>
                </a:cubicBezTo>
                <a:cubicBezTo>
                  <a:pt x="2193345" y="76600"/>
                  <a:pt x="2193982" y="72627"/>
                  <a:pt x="2193982" y="67374"/>
                </a:cubicBezTo>
                <a:lnTo>
                  <a:pt x="2193982" y="63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Facebookpostaboutvaccinescaninfringe">
            <a:extLst xmlns:a="http://schemas.openxmlformats.org/drawingml/2006/main">
              <a:ext uri="{FF2B5EF4-FFF2-40B4-BE49-F238E27FC236}">
                <a16:creationId xmlns:a16="http://schemas.microsoft.com/office/drawing/2014/main" id="{E622CC77-F982-47D6-B3BB-58429E99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320" y="4302656"/>
            <a:ext cx="2541565" cy="126666"/>
          </a:xfrm>
          <a:custGeom xmlns:a="http://schemas.openxmlformats.org/drawingml/2006/main">
            <a:pathLst>
              <a:path w="2541565" h="126666">
                <a:moveTo>
                  <a:pt x="0" y="98196"/>
                </a:moveTo>
                <a:lnTo>
                  <a:pt x="0" y="1582"/>
                </a:lnTo>
                <a:lnTo>
                  <a:pt x="65178" y="1582"/>
                </a:lnTo>
                <a:lnTo>
                  <a:pt x="65178" y="12983"/>
                </a:lnTo>
                <a:lnTo>
                  <a:pt x="12785" y="12983"/>
                </a:lnTo>
                <a:lnTo>
                  <a:pt x="12785" y="42837"/>
                </a:lnTo>
                <a:lnTo>
                  <a:pt x="58127" y="42837"/>
                </a:lnTo>
                <a:lnTo>
                  <a:pt x="58127" y="54238"/>
                </a:lnTo>
                <a:lnTo>
                  <a:pt x="12785" y="54238"/>
                </a:lnTo>
                <a:lnTo>
                  <a:pt x="12785" y="98196"/>
                </a:lnTo>
                <a:lnTo>
                  <a:pt x="0" y="98196"/>
                </a:lnTo>
                <a:close/>
                <a:moveTo>
                  <a:pt x="125963" y="89554"/>
                </a:moveTo>
                <a:cubicBezTo>
                  <a:pt x="121569" y="93292"/>
                  <a:pt x="117340" y="95930"/>
                  <a:pt x="113276" y="97469"/>
                </a:cubicBezTo>
                <a:cubicBezTo>
                  <a:pt x="109212" y="99008"/>
                  <a:pt x="104852" y="99778"/>
                  <a:pt x="100195" y="99778"/>
                </a:cubicBezTo>
                <a:cubicBezTo>
                  <a:pt x="92506" y="99778"/>
                  <a:pt x="86597" y="97898"/>
                  <a:pt x="82467" y="94139"/>
                </a:cubicBezTo>
                <a:cubicBezTo>
                  <a:pt x="78337" y="90379"/>
                  <a:pt x="76272" y="85576"/>
                  <a:pt x="76272" y="79729"/>
                </a:cubicBezTo>
                <a:cubicBezTo>
                  <a:pt x="76272" y="76300"/>
                  <a:pt x="77052" y="73168"/>
                  <a:pt x="78611" y="70333"/>
                </a:cubicBezTo>
                <a:cubicBezTo>
                  <a:pt x="80171" y="67497"/>
                  <a:pt x="82214" y="65221"/>
                  <a:pt x="84740" y="63506"/>
                </a:cubicBezTo>
                <a:cubicBezTo>
                  <a:pt x="87267" y="61791"/>
                  <a:pt x="90111" y="60494"/>
                  <a:pt x="93275" y="59616"/>
                </a:cubicBezTo>
                <a:cubicBezTo>
                  <a:pt x="95603" y="58999"/>
                  <a:pt x="99118" y="58405"/>
                  <a:pt x="103819" y="57834"/>
                </a:cubicBezTo>
                <a:cubicBezTo>
                  <a:pt x="113397" y="56700"/>
                  <a:pt x="120449" y="55348"/>
                  <a:pt x="124974" y="53777"/>
                </a:cubicBezTo>
                <a:cubicBezTo>
                  <a:pt x="125018" y="52158"/>
                  <a:pt x="125040" y="51130"/>
                  <a:pt x="125040" y="50692"/>
                </a:cubicBezTo>
                <a:cubicBezTo>
                  <a:pt x="125040" y="45877"/>
                  <a:pt x="123920" y="42485"/>
                  <a:pt x="121679" y="40516"/>
                </a:cubicBezTo>
                <a:cubicBezTo>
                  <a:pt x="118647" y="37846"/>
                  <a:pt x="114144" y="36510"/>
                  <a:pt x="108169" y="36510"/>
                </a:cubicBezTo>
                <a:cubicBezTo>
                  <a:pt x="102589" y="36510"/>
                  <a:pt x="98470" y="37488"/>
                  <a:pt x="95812" y="39443"/>
                </a:cubicBezTo>
                <a:cubicBezTo>
                  <a:pt x="93154" y="41398"/>
                  <a:pt x="91188" y="44858"/>
                  <a:pt x="89914" y="49823"/>
                </a:cubicBezTo>
                <a:lnTo>
                  <a:pt x="78315" y="48241"/>
                </a:lnTo>
                <a:cubicBezTo>
                  <a:pt x="79369" y="43261"/>
                  <a:pt x="81105" y="39240"/>
                  <a:pt x="83521" y="36177"/>
                </a:cubicBezTo>
                <a:cubicBezTo>
                  <a:pt x="85937" y="33114"/>
                  <a:pt x="89430" y="30756"/>
                  <a:pt x="94000" y="29105"/>
                </a:cubicBezTo>
                <a:cubicBezTo>
                  <a:pt x="98569" y="27451"/>
                  <a:pt x="103863" y="26625"/>
                  <a:pt x="109882" y="26625"/>
                </a:cubicBezTo>
                <a:cubicBezTo>
                  <a:pt x="115858" y="26625"/>
                  <a:pt x="120712" y="27328"/>
                  <a:pt x="124447" y="28734"/>
                </a:cubicBezTo>
                <a:cubicBezTo>
                  <a:pt x="128181" y="30140"/>
                  <a:pt x="130927" y="31908"/>
                  <a:pt x="132685" y="34039"/>
                </a:cubicBezTo>
                <a:cubicBezTo>
                  <a:pt x="134442" y="36170"/>
                  <a:pt x="135672" y="38861"/>
                  <a:pt x="136375" y="42112"/>
                </a:cubicBezTo>
                <a:cubicBezTo>
                  <a:pt x="136771" y="44133"/>
                  <a:pt x="136969" y="47780"/>
                  <a:pt x="136969" y="53052"/>
                </a:cubicBezTo>
                <a:lnTo>
                  <a:pt x="136969" y="68869"/>
                </a:lnTo>
                <a:cubicBezTo>
                  <a:pt x="136969" y="79897"/>
                  <a:pt x="137221" y="86871"/>
                  <a:pt x="137726" y="89793"/>
                </a:cubicBezTo>
                <a:cubicBezTo>
                  <a:pt x="138232" y="92715"/>
                  <a:pt x="139231" y="95516"/>
                  <a:pt x="140725" y="98196"/>
                </a:cubicBezTo>
                <a:lnTo>
                  <a:pt x="128335" y="98196"/>
                </a:lnTo>
                <a:cubicBezTo>
                  <a:pt x="127105" y="95733"/>
                  <a:pt x="126314" y="92852"/>
                  <a:pt x="125963" y="89554"/>
                </a:cubicBezTo>
                <a:moveTo>
                  <a:pt x="124974" y="63004"/>
                </a:moveTo>
                <a:cubicBezTo>
                  <a:pt x="120669" y="64776"/>
                  <a:pt x="114210" y="66282"/>
                  <a:pt x="105599" y="67522"/>
                </a:cubicBezTo>
                <a:cubicBezTo>
                  <a:pt x="100722" y="68228"/>
                  <a:pt x="97273" y="69022"/>
                  <a:pt x="95252" y="69905"/>
                </a:cubicBezTo>
                <a:cubicBezTo>
                  <a:pt x="93231" y="70786"/>
                  <a:pt x="91671" y="72077"/>
                  <a:pt x="90573" y="73777"/>
                </a:cubicBezTo>
                <a:cubicBezTo>
                  <a:pt x="89474" y="75475"/>
                  <a:pt x="88925" y="77361"/>
                  <a:pt x="88925" y="79434"/>
                </a:cubicBezTo>
                <a:cubicBezTo>
                  <a:pt x="88925" y="82610"/>
                  <a:pt x="90122" y="85257"/>
                  <a:pt x="92517" y="87375"/>
                </a:cubicBezTo>
                <a:cubicBezTo>
                  <a:pt x="94911" y="89493"/>
                  <a:pt x="98415" y="90551"/>
                  <a:pt x="103028" y="90551"/>
                </a:cubicBezTo>
                <a:cubicBezTo>
                  <a:pt x="107598" y="90551"/>
                  <a:pt x="111662" y="89547"/>
                  <a:pt x="115221" y="87538"/>
                </a:cubicBezTo>
                <a:cubicBezTo>
                  <a:pt x="118779" y="85529"/>
                  <a:pt x="121393" y="82781"/>
                  <a:pt x="123063" y="79294"/>
                </a:cubicBezTo>
                <a:cubicBezTo>
                  <a:pt x="124337" y="76600"/>
                  <a:pt x="124974" y="72627"/>
                  <a:pt x="124974" y="67374"/>
                </a:cubicBezTo>
                <a:lnTo>
                  <a:pt x="124974" y="63004"/>
                </a:lnTo>
                <a:close/>
                <a:moveTo>
                  <a:pt x="201006" y="72494"/>
                </a:moveTo>
                <a:lnTo>
                  <a:pt x="212671" y="74009"/>
                </a:lnTo>
                <a:cubicBezTo>
                  <a:pt x="211397" y="82070"/>
                  <a:pt x="208134" y="88380"/>
                  <a:pt x="202884" y="92940"/>
                </a:cubicBezTo>
                <a:cubicBezTo>
                  <a:pt x="197634" y="97498"/>
                  <a:pt x="191186" y="99778"/>
                  <a:pt x="183541" y="99778"/>
                </a:cubicBezTo>
                <a:cubicBezTo>
                  <a:pt x="173964" y="99778"/>
                  <a:pt x="166264" y="96647"/>
                  <a:pt x="160442" y="90386"/>
                </a:cubicBezTo>
                <a:cubicBezTo>
                  <a:pt x="154621" y="84126"/>
                  <a:pt x="151710" y="75152"/>
                  <a:pt x="151710" y="63465"/>
                </a:cubicBezTo>
                <a:cubicBezTo>
                  <a:pt x="151710" y="55908"/>
                  <a:pt x="152962" y="49296"/>
                  <a:pt x="155467" y="43628"/>
                </a:cubicBezTo>
                <a:cubicBezTo>
                  <a:pt x="157971" y="37960"/>
                  <a:pt x="161782" y="33710"/>
                  <a:pt x="166901" y="30876"/>
                </a:cubicBezTo>
                <a:cubicBezTo>
                  <a:pt x="172019" y="28042"/>
                  <a:pt x="177588" y="26625"/>
                  <a:pt x="183607" y="26625"/>
                </a:cubicBezTo>
                <a:cubicBezTo>
                  <a:pt x="191208" y="26625"/>
                  <a:pt x="197425" y="28553"/>
                  <a:pt x="202258" y="32410"/>
                </a:cubicBezTo>
                <a:cubicBezTo>
                  <a:pt x="207091" y="36265"/>
                  <a:pt x="210188" y="41740"/>
                  <a:pt x="211550" y="48834"/>
                </a:cubicBezTo>
                <a:lnTo>
                  <a:pt x="200017" y="50614"/>
                </a:lnTo>
                <a:cubicBezTo>
                  <a:pt x="198919" y="45935"/>
                  <a:pt x="196975" y="42414"/>
                  <a:pt x="194185" y="40053"/>
                </a:cubicBezTo>
                <a:cubicBezTo>
                  <a:pt x="191395" y="37691"/>
                  <a:pt x="188023" y="36510"/>
                  <a:pt x="184069" y="36510"/>
                </a:cubicBezTo>
                <a:cubicBezTo>
                  <a:pt x="178093" y="36510"/>
                  <a:pt x="173239" y="38642"/>
                  <a:pt x="169504" y="42905"/>
                </a:cubicBezTo>
                <a:cubicBezTo>
                  <a:pt x="165770" y="47167"/>
                  <a:pt x="163902" y="53910"/>
                  <a:pt x="163902" y="63135"/>
                </a:cubicBezTo>
                <a:cubicBezTo>
                  <a:pt x="163902" y="72492"/>
                  <a:pt x="165704" y="79291"/>
                  <a:pt x="169306" y="83532"/>
                </a:cubicBezTo>
                <a:cubicBezTo>
                  <a:pt x="172909" y="87772"/>
                  <a:pt x="177610" y="89892"/>
                  <a:pt x="183410" y="89892"/>
                </a:cubicBezTo>
                <a:cubicBezTo>
                  <a:pt x="188067" y="89892"/>
                  <a:pt x="191955" y="88470"/>
                  <a:pt x="195075" y="85625"/>
                </a:cubicBezTo>
                <a:cubicBezTo>
                  <a:pt x="198194" y="82780"/>
                  <a:pt x="200171" y="78403"/>
                  <a:pt x="201006" y="72494"/>
                </a:cubicBezTo>
                <a:close/>
                <a:moveTo>
                  <a:pt x="270732" y="75657"/>
                </a:moveTo>
                <a:lnTo>
                  <a:pt x="282990" y="77173"/>
                </a:lnTo>
                <a:cubicBezTo>
                  <a:pt x="281056" y="84334"/>
                  <a:pt x="277476" y="89892"/>
                  <a:pt x="272247" y="93846"/>
                </a:cubicBezTo>
                <a:cubicBezTo>
                  <a:pt x="267019" y="97800"/>
                  <a:pt x="260341" y="99778"/>
                  <a:pt x="252213" y="99778"/>
                </a:cubicBezTo>
                <a:cubicBezTo>
                  <a:pt x="241976" y="99778"/>
                  <a:pt x="233859" y="96625"/>
                  <a:pt x="227861" y="90320"/>
                </a:cubicBezTo>
                <a:cubicBezTo>
                  <a:pt x="221864" y="84016"/>
                  <a:pt x="218866" y="75174"/>
                  <a:pt x="218866" y="63794"/>
                </a:cubicBezTo>
                <a:cubicBezTo>
                  <a:pt x="218866" y="52020"/>
                  <a:pt x="221897" y="42881"/>
                  <a:pt x="227960" y="36379"/>
                </a:cubicBezTo>
                <a:cubicBezTo>
                  <a:pt x="234023" y="29876"/>
                  <a:pt x="241888" y="26625"/>
                  <a:pt x="251554" y="26625"/>
                </a:cubicBezTo>
                <a:cubicBezTo>
                  <a:pt x="260912" y="26625"/>
                  <a:pt x="268557" y="29805"/>
                  <a:pt x="274488" y="36166"/>
                </a:cubicBezTo>
                <a:cubicBezTo>
                  <a:pt x="280419" y="42526"/>
                  <a:pt x="283385" y="51474"/>
                  <a:pt x="283385" y="63010"/>
                </a:cubicBezTo>
                <a:cubicBezTo>
                  <a:pt x="283385" y="63711"/>
                  <a:pt x="283363" y="64764"/>
                  <a:pt x="283319" y="66167"/>
                </a:cubicBezTo>
                <a:lnTo>
                  <a:pt x="231124" y="66167"/>
                </a:lnTo>
                <a:cubicBezTo>
                  <a:pt x="231563" y="73834"/>
                  <a:pt x="233738" y="79704"/>
                  <a:pt x="237648" y="83780"/>
                </a:cubicBezTo>
                <a:cubicBezTo>
                  <a:pt x="241558" y="87855"/>
                  <a:pt x="246435" y="89892"/>
                  <a:pt x="252279" y="89892"/>
                </a:cubicBezTo>
                <a:cubicBezTo>
                  <a:pt x="256628" y="89892"/>
                  <a:pt x="260341" y="88761"/>
                  <a:pt x="263416" y="86498"/>
                </a:cubicBezTo>
                <a:cubicBezTo>
                  <a:pt x="266492" y="84234"/>
                  <a:pt x="268930" y="80620"/>
                  <a:pt x="270732" y="75657"/>
                </a:cubicBezTo>
                <a:moveTo>
                  <a:pt x="231783" y="56281"/>
                </a:moveTo>
                <a:lnTo>
                  <a:pt x="270863" y="56281"/>
                </a:lnTo>
                <a:cubicBezTo>
                  <a:pt x="270336" y="50490"/>
                  <a:pt x="268842" y="46147"/>
                  <a:pt x="266382" y="43251"/>
                </a:cubicBezTo>
                <a:cubicBezTo>
                  <a:pt x="262603" y="38757"/>
                  <a:pt x="257705" y="36510"/>
                  <a:pt x="251686" y="36510"/>
                </a:cubicBezTo>
                <a:cubicBezTo>
                  <a:pt x="246238" y="36510"/>
                  <a:pt x="241657" y="38304"/>
                  <a:pt x="237945" y="41892"/>
                </a:cubicBezTo>
                <a:cubicBezTo>
                  <a:pt x="234232" y="45478"/>
                  <a:pt x="232178" y="50275"/>
                  <a:pt x="231783" y="56281"/>
                </a:cubicBezTo>
                <a:close/>
                <a:moveTo>
                  <a:pt x="308803" y="98196"/>
                </a:moveTo>
                <a:lnTo>
                  <a:pt x="297797" y="98196"/>
                </a:lnTo>
                <a:lnTo>
                  <a:pt x="297797" y="1582"/>
                </a:lnTo>
                <a:lnTo>
                  <a:pt x="309660" y="1582"/>
                </a:lnTo>
                <a:lnTo>
                  <a:pt x="309660" y="36177"/>
                </a:lnTo>
                <a:cubicBezTo>
                  <a:pt x="314669" y="29809"/>
                  <a:pt x="321061" y="26625"/>
                  <a:pt x="328838" y="26625"/>
                </a:cubicBezTo>
                <a:cubicBezTo>
                  <a:pt x="333143" y="26625"/>
                  <a:pt x="337218" y="27493"/>
                  <a:pt x="341063" y="29228"/>
                </a:cubicBezTo>
                <a:cubicBezTo>
                  <a:pt x="344907" y="30964"/>
                  <a:pt x="348071" y="33402"/>
                  <a:pt x="350553" y="36543"/>
                </a:cubicBezTo>
                <a:cubicBezTo>
                  <a:pt x="353035" y="39685"/>
                  <a:pt x="354979" y="43474"/>
                  <a:pt x="356385" y="47912"/>
                </a:cubicBezTo>
                <a:cubicBezTo>
                  <a:pt x="357791" y="52349"/>
                  <a:pt x="358494" y="57094"/>
                  <a:pt x="358494" y="62147"/>
                </a:cubicBezTo>
                <a:cubicBezTo>
                  <a:pt x="358494" y="74141"/>
                  <a:pt x="355529" y="83412"/>
                  <a:pt x="349597" y="89958"/>
                </a:cubicBezTo>
                <a:cubicBezTo>
                  <a:pt x="343666" y="96504"/>
                  <a:pt x="336548" y="99778"/>
                  <a:pt x="328245" y="99778"/>
                </a:cubicBezTo>
                <a:cubicBezTo>
                  <a:pt x="319985" y="99778"/>
                  <a:pt x="313504" y="96285"/>
                  <a:pt x="308803" y="89299"/>
                </a:cubicBezTo>
                <a:lnTo>
                  <a:pt x="308803" y="98196"/>
                </a:lnTo>
                <a:moveTo>
                  <a:pt x="308671" y="62676"/>
                </a:moveTo>
                <a:cubicBezTo>
                  <a:pt x="308671" y="71027"/>
                  <a:pt x="309814" y="77060"/>
                  <a:pt x="312098" y="80777"/>
                </a:cubicBezTo>
                <a:cubicBezTo>
                  <a:pt x="315833" y="86854"/>
                  <a:pt x="320885" y="89892"/>
                  <a:pt x="327256" y="89892"/>
                </a:cubicBezTo>
                <a:cubicBezTo>
                  <a:pt x="332441" y="89892"/>
                  <a:pt x="336922" y="87651"/>
                  <a:pt x="340700" y="83170"/>
                </a:cubicBezTo>
                <a:cubicBezTo>
                  <a:pt x="344479" y="78688"/>
                  <a:pt x="346368" y="72010"/>
                  <a:pt x="346368" y="63135"/>
                </a:cubicBezTo>
                <a:cubicBezTo>
                  <a:pt x="346368" y="54042"/>
                  <a:pt x="344556" y="47332"/>
                  <a:pt x="340931" y="43004"/>
                </a:cubicBezTo>
                <a:cubicBezTo>
                  <a:pt x="337306" y="38675"/>
                  <a:pt x="332924" y="36510"/>
                  <a:pt x="327783" y="36510"/>
                </a:cubicBezTo>
                <a:cubicBezTo>
                  <a:pt x="322599" y="36510"/>
                  <a:pt x="318118" y="38751"/>
                  <a:pt x="314339" y="43233"/>
                </a:cubicBezTo>
                <a:cubicBezTo>
                  <a:pt x="310561" y="47714"/>
                  <a:pt x="308671" y="54195"/>
                  <a:pt x="308671" y="62676"/>
                </a:cubicBezTo>
                <a:close/>
                <a:moveTo>
                  <a:pt x="368491" y="63201"/>
                </a:moveTo>
                <a:cubicBezTo>
                  <a:pt x="368491" y="50240"/>
                  <a:pt x="372093" y="40640"/>
                  <a:pt x="379299" y="34402"/>
                </a:cubicBezTo>
                <a:cubicBezTo>
                  <a:pt x="385318" y="29217"/>
                  <a:pt x="392655" y="26625"/>
                  <a:pt x="401310" y="26625"/>
                </a:cubicBezTo>
                <a:cubicBezTo>
                  <a:pt x="410932" y="26625"/>
                  <a:pt x="418797" y="29777"/>
                  <a:pt x="424904" y="36082"/>
                </a:cubicBezTo>
                <a:cubicBezTo>
                  <a:pt x="431011" y="42387"/>
                  <a:pt x="434064" y="51097"/>
                  <a:pt x="434064" y="62213"/>
                </a:cubicBezTo>
                <a:cubicBezTo>
                  <a:pt x="434064" y="71219"/>
                  <a:pt x="432713" y="78304"/>
                  <a:pt x="430011" y="83466"/>
                </a:cubicBezTo>
                <a:cubicBezTo>
                  <a:pt x="427309" y="88629"/>
                  <a:pt x="423377" y="92638"/>
                  <a:pt x="418215" y="95494"/>
                </a:cubicBezTo>
                <a:cubicBezTo>
                  <a:pt x="413052" y="98350"/>
                  <a:pt x="407417" y="99778"/>
                  <a:pt x="401310" y="99778"/>
                </a:cubicBezTo>
                <a:cubicBezTo>
                  <a:pt x="391513" y="99778"/>
                  <a:pt x="383593" y="96636"/>
                  <a:pt x="377552" y="90353"/>
                </a:cubicBezTo>
                <a:cubicBezTo>
                  <a:pt x="371511" y="84071"/>
                  <a:pt x="368491" y="75020"/>
                  <a:pt x="368491" y="63201"/>
                </a:cubicBezTo>
                <a:moveTo>
                  <a:pt x="380683" y="63168"/>
                </a:moveTo>
                <a:cubicBezTo>
                  <a:pt x="380683" y="72098"/>
                  <a:pt x="382638" y="78785"/>
                  <a:pt x="386548" y="83228"/>
                </a:cubicBezTo>
                <a:cubicBezTo>
                  <a:pt x="390458" y="87671"/>
                  <a:pt x="395379" y="89892"/>
                  <a:pt x="401310" y="89892"/>
                </a:cubicBezTo>
                <a:cubicBezTo>
                  <a:pt x="407198" y="89892"/>
                  <a:pt x="412097" y="87660"/>
                  <a:pt x="416007" y="83195"/>
                </a:cubicBezTo>
                <a:cubicBezTo>
                  <a:pt x="419917" y="78730"/>
                  <a:pt x="421872" y="71923"/>
                  <a:pt x="421872" y="62775"/>
                </a:cubicBezTo>
                <a:cubicBezTo>
                  <a:pt x="421872" y="54151"/>
                  <a:pt x="419906" y="47618"/>
                  <a:pt x="415974" y="43175"/>
                </a:cubicBezTo>
                <a:cubicBezTo>
                  <a:pt x="412042" y="38732"/>
                  <a:pt x="407154" y="36510"/>
                  <a:pt x="401310" y="36510"/>
                </a:cubicBezTo>
                <a:cubicBezTo>
                  <a:pt x="395379" y="36510"/>
                  <a:pt x="390458" y="38721"/>
                  <a:pt x="386548" y="43142"/>
                </a:cubicBezTo>
                <a:cubicBezTo>
                  <a:pt x="382638" y="47563"/>
                  <a:pt x="380683" y="54238"/>
                  <a:pt x="380683" y="63168"/>
                </a:cubicBezTo>
                <a:close/>
                <a:moveTo>
                  <a:pt x="443534" y="63201"/>
                </a:moveTo>
                <a:cubicBezTo>
                  <a:pt x="443534" y="50240"/>
                  <a:pt x="447137" y="40640"/>
                  <a:pt x="454342" y="34402"/>
                </a:cubicBezTo>
                <a:cubicBezTo>
                  <a:pt x="460361" y="29217"/>
                  <a:pt x="467698" y="26625"/>
                  <a:pt x="476354" y="26625"/>
                </a:cubicBezTo>
                <a:cubicBezTo>
                  <a:pt x="485976" y="26625"/>
                  <a:pt x="493840" y="29777"/>
                  <a:pt x="499947" y="36082"/>
                </a:cubicBezTo>
                <a:cubicBezTo>
                  <a:pt x="506054" y="42387"/>
                  <a:pt x="509108" y="51097"/>
                  <a:pt x="509108" y="62213"/>
                </a:cubicBezTo>
                <a:cubicBezTo>
                  <a:pt x="509108" y="71219"/>
                  <a:pt x="507757" y="78304"/>
                  <a:pt x="505055" y="83466"/>
                </a:cubicBezTo>
                <a:cubicBezTo>
                  <a:pt x="502353" y="88629"/>
                  <a:pt x="498420" y="92638"/>
                  <a:pt x="493258" y="95494"/>
                </a:cubicBezTo>
                <a:cubicBezTo>
                  <a:pt x="488096" y="98350"/>
                  <a:pt x="482461" y="99778"/>
                  <a:pt x="476354" y="99778"/>
                </a:cubicBezTo>
                <a:cubicBezTo>
                  <a:pt x="466556" y="99778"/>
                  <a:pt x="458637" y="96636"/>
                  <a:pt x="452596" y="90353"/>
                </a:cubicBezTo>
                <a:cubicBezTo>
                  <a:pt x="446554" y="84071"/>
                  <a:pt x="443534" y="75020"/>
                  <a:pt x="443534" y="63201"/>
                </a:cubicBezTo>
                <a:moveTo>
                  <a:pt x="455726" y="63168"/>
                </a:moveTo>
                <a:cubicBezTo>
                  <a:pt x="455726" y="72098"/>
                  <a:pt x="457681" y="78785"/>
                  <a:pt x="461591" y="83228"/>
                </a:cubicBezTo>
                <a:cubicBezTo>
                  <a:pt x="465502" y="87671"/>
                  <a:pt x="470422" y="89892"/>
                  <a:pt x="476354" y="89892"/>
                </a:cubicBezTo>
                <a:cubicBezTo>
                  <a:pt x="482241" y="89892"/>
                  <a:pt x="487140" y="87660"/>
                  <a:pt x="491050" y="83195"/>
                </a:cubicBezTo>
                <a:cubicBezTo>
                  <a:pt x="494960" y="78730"/>
                  <a:pt x="496916" y="71923"/>
                  <a:pt x="496916" y="62775"/>
                </a:cubicBezTo>
                <a:cubicBezTo>
                  <a:pt x="496916" y="54151"/>
                  <a:pt x="494949" y="47618"/>
                  <a:pt x="491017" y="43175"/>
                </a:cubicBezTo>
                <a:cubicBezTo>
                  <a:pt x="487085" y="38732"/>
                  <a:pt x="482197" y="36510"/>
                  <a:pt x="476354" y="36510"/>
                </a:cubicBezTo>
                <a:cubicBezTo>
                  <a:pt x="470422" y="36510"/>
                  <a:pt x="465502" y="38721"/>
                  <a:pt x="461591" y="43142"/>
                </a:cubicBezTo>
                <a:cubicBezTo>
                  <a:pt x="457681" y="47563"/>
                  <a:pt x="455726" y="54238"/>
                  <a:pt x="455726" y="63168"/>
                </a:cubicBezTo>
                <a:close/>
                <a:moveTo>
                  <a:pt x="523058" y="98196"/>
                </a:moveTo>
                <a:lnTo>
                  <a:pt x="523058" y="1582"/>
                </a:lnTo>
                <a:lnTo>
                  <a:pt x="534921" y="1582"/>
                </a:lnTo>
                <a:lnTo>
                  <a:pt x="534921" y="56677"/>
                </a:lnTo>
                <a:lnTo>
                  <a:pt x="562996" y="28207"/>
                </a:lnTo>
                <a:lnTo>
                  <a:pt x="578351" y="28207"/>
                </a:lnTo>
                <a:lnTo>
                  <a:pt x="551595" y="54172"/>
                </a:lnTo>
                <a:lnTo>
                  <a:pt x="581053" y="98196"/>
                </a:lnTo>
                <a:lnTo>
                  <a:pt x="566423" y="98196"/>
                </a:lnTo>
                <a:lnTo>
                  <a:pt x="543291" y="62410"/>
                </a:lnTo>
                <a:lnTo>
                  <a:pt x="534921" y="70451"/>
                </a:lnTo>
                <a:lnTo>
                  <a:pt x="534921" y="98196"/>
                </a:lnTo>
                <a:lnTo>
                  <a:pt x="523058" y="98196"/>
                </a:lnTo>
                <a:close/>
                <a:moveTo>
                  <a:pt x="627999" y="125084"/>
                </a:moveTo>
                <a:lnTo>
                  <a:pt x="627999" y="28207"/>
                </a:lnTo>
                <a:lnTo>
                  <a:pt x="638807" y="28207"/>
                </a:lnTo>
                <a:lnTo>
                  <a:pt x="638807" y="37235"/>
                </a:lnTo>
                <a:cubicBezTo>
                  <a:pt x="641355" y="33699"/>
                  <a:pt x="644233" y="31046"/>
                  <a:pt x="647441" y="29278"/>
                </a:cubicBezTo>
                <a:cubicBezTo>
                  <a:pt x="650648" y="27509"/>
                  <a:pt x="654536" y="26625"/>
                  <a:pt x="659105" y="26625"/>
                </a:cubicBezTo>
                <a:cubicBezTo>
                  <a:pt x="665081" y="26625"/>
                  <a:pt x="670353" y="28163"/>
                  <a:pt x="674922" y="31238"/>
                </a:cubicBezTo>
                <a:cubicBezTo>
                  <a:pt x="679492" y="34314"/>
                  <a:pt x="682940" y="38652"/>
                  <a:pt x="685269" y="44254"/>
                </a:cubicBezTo>
                <a:cubicBezTo>
                  <a:pt x="687598" y="49856"/>
                  <a:pt x="688762" y="55996"/>
                  <a:pt x="688762" y="62674"/>
                </a:cubicBezTo>
                <a:cubicBezTo>
                  <a:pt x="688762" y="69835"/>
                  <a:pt x="687477" y="76283"/>
                  <a:pt x="684907" y="82017"/>
                </a:cubicBezTo>
                <a:cubicBezTo>
                  <a:pt x="682336" y="87750"/>
                  <a:pt x="678602" y="92144"/>
                  <a:pt x="673703" y="95197"/>
                </a:cubicBezTo>
                <a:cubicBezTo>
                  <a:pt x="668804" y="98251"/>
                  <a:pt x="663653" y="99778"/>
                  <a:pt x="658249" y="99778"/>
                </a:cubicBezTo>
                <a:cubicBezTo>
                  <a:pt x="654294" y="99778"/>
                  <a:pt x="650747" y="98932"/>
                  <a:pt x="647605" y="97240"/>
                </a:cubicBezTo>
                <a:cubicBezTo>
                  <a:pt x="644464" y="95547"/>
                  <a:pt x="641883" y="93410"/>
                  <a:pt x="639862" y="90827"/>
                </a:cubicBezTo>
                <a:lnTo>
                  <a:pt x="639862" y="125084"/>
                </a:lnTo>
                <a:lnTo>
                  <a:pt x="627999" y="125084"/>
                </a:lnTo>
                <a:moveTo>
                  <a:pt x="638741" y="63498"/>
                </a:moveTo>
                <a:cubicBezTo>
                  <a:pt x="638741" y="72494"/>
                  <a:pt x="640565" y="79142"/>
                  <a:pt x="644211" y="83442"/>
                </a:cubicBezTo>
                <a:cubicBezTo>
                  <a:pt x="647858" y="87742"/>
                  <a:pt x="652273" y="89892"/>
                  <a:pt x="657458" y="89892"/>
                </a:cubicBezTo>
                <a:cubicBezTo>
                  <a:pt x="662730" y="89892"/>
                  <a:pt x="667244" y="87665"/>
                  <a:pt x="671001" y="83211"/>
                </a:cubicBezTo>
                <a:cubicBezTo>
                  <a:pt x="674757" y="78757"/>
                  <a:pt x="676636" y="71857"/>
                  <a:pt x="676636" y="62509"/>
                </a:cubicBezTo>
                <a:cubicBezTo>
                  <a:pt x="676636" y="53601"/>
                  <a:pt x="674801" y="46931"/>
                  <a:pt x="671133" y="42499"/>
                </a:cubicBezTo>
                <a:cubicBezTo>
                  <a:pt x="667464" y="38067"/>
                  <a:pt x="663082" y="35851"/>
                  <a:pt x="657985" y="35851"/>
                </a:cubicBezTo>
                <a:cubicBezTo>
                  <a:pt x="652932" y="35851"/>
                  <a:pt x="648462" y="38210"/>
                  <a:pt x="644574" y="42928"/>
                </a:cubicBezTo>
                <a:cubicBezTo>
                  <a:pt x="640685" y="47645"/>
                  <a:pt x="638741" y="54502"/>
                  <a:pt x="638741" y="63498"/>
                </a:cubicBezTo>
                <a:close/>
                <a:moveTo>
                  <a:pt x="698627" y="63201"/>
                </a:moveTo>
                <a:cubicBezTo>
                  <a:pt x="698627" y="50240"/>
                  <a:pt x="702230" y="40640"/>
                  <a:pt x="709435" y="34402"/>
                </a:cubicBezTo>
                <a:cubicBezTo>
                  <a:pt x="715454" y="29217"/>
                  <a:pt x="722791" y="26625"/>
                  <a:pt x="731447" y="26625"/>
                </a:cubicBezTo>
                <a:cubicBezTo>
                  <a:pt x="741069" y="26625"/>
                  <a:pt x="748933" y="29777"/>
                  <a:pt x="755040" y="36082"/>
                </a:cubicBezTo>
                <a:cubicBezTo>
                  <a:pt x="761147" y="42387"/>
                  <a:pt x="764201" y="51097"/>
                  <a:pt x="764201" y="62213"/>
                </a:cubicBezTo>
                <a:cubicBezTo>
                  <a:pt x="764201" y="71219"/>
                  <a:pt x="762850" y="78304"/>
                  <a:pt x="760148" y="83466"/>
                </a:cubicBezTo>
                <a:cubicBezTo>
                  <a:pt x="757446" y="88629"/>
                  <a:pt x="753513" y="92638"/>
                  <a:pt x="748351" y="95494"/>
                </a:cubicBezTo>
                <a:cubicBezTo>
                  <a:pt x="743189" y="98350"/>
                  <a:pt x="737554" y="99778"/>
                  <a:pt x="731447" y="99778"/>
                </a:cubicBezTo>
                <a:cubicBezTo>
                  <a:pt x="721649" y="99778"/>
                  <a:pt x="713730" y="96636"/>
                  <a:pt x="707689" y="90353"/>
                </a:cubicBezTo>
                <a:cubicBezTo>
                  <a:pt x="701648" y="84071"/>
                  <a:pt x="698627" y="75020"/>
                  <a:pt x="698627" y="63201"/>
                </a:cubicBezTo>
                <a:moveTo>
                  <a:pt x="710819" y="63168"/>
                </a:moveTo>
                <a:cubicBezTo>
                  <a:pt x="710819" y="72098"/>
                  <a:pt x="712774" y="78785"/>
                  <a:pt x="716684" y="83228"/>
                </a:cubicBezTo>
                <a:cubicBezTo>
                  <a:pt x="720595" y="87671"/>
                  <a:pt x="725515" y="89892"/>
                  <a:pt x="731447" y="89892"/>
                </a:cubicBezTo>
                <a:cubicBezTo>
                  <a:pt x="737334" y="89892"/>
                  <a:pt x="742233" y="87660"/>
                  <a:pt x="746143" y="83195"/>
                </a:cubicBezTo>
                <a:cubicBezTo>
                  <a:pt x="750053" y="78730"/>
                  <a:pt x="752009" y="71923"/>
                  <a:pt x="752009" y="62775"/>
                </a:cubicBezTo>
                <a:cubicBezTo>
                  <a:pt x="752009" y="54151"/>
                  <a:pt x="750042" y="47618"/>
                  <a:pt x="746110" y="43175"/>
                </a:cubicBezTo>
                <a:cubicBezTo>
                  <a:pt x="742178" y="38732"/>
                  <a:pt x="737290" y="36510"/>
                  <a:pt x="731447" y="36510"/>
                </a:cubicBezTo>
                <a:cubicBezTo>
                  <a:pt x="725515" y="36510"/>
                  <a:pt x="720595" y="38721"/>
                  <a:pt x="716684" y="43142"/>
                </a:cubicBezTo>
                <a:cubicBezTo>
                  <a:pt x="712774" y="47563"/>
                  <a:pt x="710819" y="54238"/>
                  <a:pt x="710819" y="63168"/>
                </a:cubicBezTo>
                <a:close/>
                <a:moveTo>
                  <a:pt x="773341" y="77239"/>
                </a:moveTo>
                <a:lnTo>
                  <a:pt x="785071" y="75393"/>
                </a:lnTo>
                <a:cubicBezTo>
                  <a:pt x="785730" y="80074"/>
                  <a:pt x="787565" y="83661"/>
                  <a:pt x="790574" y="86154"/>
                </a:cubicBezTo>
                <a:cubicBezTo>
                  <a:pt x="793584" y="88646"/>
                  <a:pt x="797791" y="89892"/>
                  <a:pt x="803195" y="89892"/>
                </a:cubicBezTo>
                <a:cubicBezTo>
                  <a:pt x="808643" y="89892"/>
                  <a:pt x="812685" y="88792"/>
                  <a:pt x="815321" y="86591"/>
                </a:cubicBezTo>
                <a:cubicBezTo>
                  <a:pt x="817957" y="84388"/>
                  <a:pt x="819275" y="81806"/>
                  <a:pt x="819275" y="78843"/>
                </a:cubicBezTo>
                <a:cubicBezTo>
                  <a:pt x="819275" y="76183"/>
                  <a:pt x="818111" y="74091"/>
                  <a:pt x="815782" y="72566"/>
                </a:cubicBezTo>
                <a:cubicBezTo>
                  <a:pt x="814157" y="71519"/>
                  <a:pt x="810115" y="70190"/>
                  <a:pt x="803656" y="68576"/>
                </a:cubicBezTo>
                <a:cubicBezTo>
                  <a:pt x="794957" y="66378"/>
                  <a:pt x="788927" y="64477"/>
                  <a:pt x="785566" y="62872"/>
                </a:cubicBezTo>
                <a:cubicBezTo>
                  <a:pt x="782205" y="61267"/>
                  <a:pt x="779656" y="59046"/>
                  <a:pt x="777921" y="56209"/>
                </a:cubicBezTo>
                <a:cubicBezTo>
                  <a:pt x="776185" y="53373"/>
                  <a:pt x="775318" y="50240"/>
                  <a:pt x="775318" y="46810"/>
                </a:cubicBezTo>
                <a:cubicBezTo>
                  <a:pt x="775318" y="43688"/>
                  <a:pt x="776032" y="40796"/>
                  <a:pt x="777459" y="38135"/>
                </a:cubicBezTo>
                <a:cubicBezTo>
                  <a:pt x="778887" y="35474"/>
                  <a:pt x="780832" y="33265"/>
                  <a:pt x="783292" y="31506"/>
                </a:cubicBezTo>
                <a:cubicBezTo>
                  <a:pt x="785137" y="30143"/>
                  <a:pt x="787653" y="28989"/>
                  <a:pt x="790838" y="28044"/>
                </a:cubicBezTo>
                <a:cubicBezTo>
                  <a:pt x="794023" y="27098"/>
                  <a:pt x="797439" y="26625"/>
                  <a:pt x="801086" y="26625"/>
                </a:cubicBezTo>
                <a:cubicBezTo>
                  <a:pt x="806578" y="26625"/>
                  <a:pt x="811400" y="27421"/>
                  <a:pt x="815552" y="29014"/>
                </a:cubicBezTo>
                <a:cubicBezTo>
                  <a:pt x="819703" y="30605"/>
                  <a:pt x="822768" y="32761"/>
                  <a:pt x="824745" y="35483"/>
                </a:cubicBezTo>
                <a:cubicBezTo>
                  <a:pt x="826722" y="38203"/>
                  <a:pt x="828084" y="41840"/>
                  <a:pt x="828831" y="46396"/>
                </a:cubicBezTo>
                <a:lnTo>
                  <a:pt x="817232" y="47978"/>
                </a:lnTo>
                <a:cubicBezTo>
                  <a:pt x="816705" y="44375"/>
                  <a:pt x="815178" y="41563"/>
                  <a:pt x="812652" y="39542"/>
                </a:cubicBezTo>
                <a:cubicBezTo>
                  <a:pt x="810126" y="37521"/>
                  <a:pt x="806556" y="36510"/>
                  <a:pt x="801943" y="36510"/>
                </a:cubicBezTo>
                <a:cubicBezTo>
                  <a:pt x="796495" y="36510"/>
                  <a:pt x="792606" y="37407"/>
                  <a:pt x="790278" y="39200"/>
                </a:cubicBezTo>
                <a:cubicBezTo>
                  <a:pt x="787949" y="40992"/>
                  <a:pt x="786785" y="43090"/>
                  <a:pt x="786785" y="45496"/>
                </a:cubicBezTo>
                <a:cubicBezTo>
                  <a:pt x="786785" y="47025"/>
                  <a:pt x="787268" y="48403"/>
                  <a:pt x="788235" y="49627"/>
                </a:cubicBezTo>
                <a:cubicBezTo>
                  <a:pt x="789201" y="50894"/>
                  <a:pt x="790717" y="51943"/>
                  <a:pt x="792782" y="52774"/>
                </a:cubicBezTo>
                <a:cubicBezTo>
                  <a:pt x="793968" y="53212"/>
                  <a:pt x="797461" y="54218"/>
                  <a:pt x="803261" y="55791"/>
                </a:cubicBezTo>
                <a:cubicBezTo>
                  <a:pt x="811652" y="58031"/>
                  <a:pt x="817507" y="59864"/>
                  <a:pt x="820824" y="61290"/>
                </a:cubicBezTo>
                <a:cubicBezTo>
                  <a:pt x="824141" y="62717"/>
                  <a:pt x="826744" y="64791"/>
                  <a:pt x="828633" y="67514"/>
                </a:cubicBezTo>
                <a:cubicBezTo>
                  <a:pt x="830523" y="70235"/>
                  <a:pt x="831467" y="73615"/>
                  <a:pt x="831467" y="77653"/>
                </a:cubicBezTo>
                <a:cubicBezTo>
                  <a:pt x="831467" y="81604"/>
                  <a:pt x="830314" y="85325"/>
                  <a:pt x="828007" y="88815"/>
                </a:cubicBezTo>
                <a:cubicBezTo>
                  <a:pt x="825701" y="92304"/>
                  <a:pt x="822373" y="95003"/>
                  <a:pt x="818023" y="96913"/>
                </a:cubicBezTo>
                <a:cubicBezTo>
                  <a:pt x="813673" y="98823"/>
                  <a:pt x="808753" y="99778"/>
                  <a:pt x="803261" y="99778"/>
                </a:cubicBezTo>
                <a:cubicBezTo>
                  <a:pt x="794166" y="99778"/>
                  <a:pt x="787235" y="97883"/>
                  <a:pt x="782468" y="94093"/>
                </a:cubicBezTo>
                <a:cubicBezTo>
                  <a:pt x="777701" y="90304"/>
                  <a:pt x="774659" y="84686"/>
                  <a:pt x="773341" y="77239"/>
                </a:cubicBezTo>
                <a:close/>
                <a:moveTo>
                  <a:pt x="871470" y="87717"/>
                </a:moveTo>
                <a:lnTo>
                  <a:pt x="873184" y="98196"/>
                </a:lnTo>
                <a:cubicBezTo>
                  <a:pt x="869845" y="98811"/>
                  <a:pt x="866857" y="99119"/>
                  <a:pt x="864221" y="99119"/>
                </a:cubicBezTo>
                <a:cubicBezTo>
                  <a:pt x="859915" y="99119"/>
                  <a:pt x="856576" y="98438"/>
                  <a:pt x="854204" y="97076"/>
                </a:cubicBezTo>
                <a:cubicBezTo>
                  <a:pt x="851831" y="95713"/>
                  <a:pt x="850162" y="93923"/>
                  <a:pt x="849195" y="91704"/>
                </a:cubicBezTo>
                <a:cubicBezTo>
                  <a:pt x="848228" y="89486"/>
                  <a:pt x="847745" y="84817"/>
                  <a:pt x="847745" y="77700"/>
                </a:cubicBezTo>
                <a:lnTo>
                  <a:pt x="847745" y="37433"/>
                </a:lnTo>
                <a:lnTo>
                  <a:pt x="839046" y="37433"/>
                </a:lnTo>
                <a:lnTo>
                  <a:pt x="839046" y="28207"/>
                </a:lnTo>
                <a:lnTo>
                  <a:pt x="847745" y="28207"/>
                </a:lnTo>
                <a:lnTo>
                  <a:pt x="847745" y="10827"/>
                </a:lnTo>
                <a:lnTo>
                  <a:pt x="859542" y="3691"/>
                </a:lnTo>
                <a:lnTo>
                  <a:pt x="859542" y="28207"/>
                </a:lnTo>
                <a:lnTo>
                  <a:pt x="871470" y="28207"/>
                </a:lnTo>
                <a:lnTo>
                  <a:pt x="871470" y="37433"/>
                </a:lnTo>
                <a:lnTo>
                  <a:pt x="859542" y="37433"/>
                </a:lnTo>
                <a:lnTo>
                  <a:pt x="859542" y="78359"/>
                </a:lnTo>
                <a:cubicBezTo>
                  <a:pt x="859542" y="81742"/>
                  <a:pt x="859750" y="83917"/>
                  <a:pt x="860168" y="84883"/>
                </a:cubicBezTo>
                <a:cubicBezTo>
                  <a:pt x="860585" y="85850"/>
                  <a:pt x="861266" y="86619"/>
                  <a:pt x="862211" y="87190"/>
                </a:cubicBezTo>
                <a:cubicBezTo>
                  <a:pt x="863155" y="87761"/>
                  <a:pt x="864506" y="88047"/>
                  <a:pt x="866264" y="88047"/>
                </a:cubicBezTo>
                <a:cubicBezTo>
                  <a:pt x="867582" y="88047"/>
                  <a:pt x="869317" y="87937"/>
                  <a:pt x="871470" y="87717"/>
                </a:cubicBezTo>
                <a:close/>
                <a:moveTo>
                  <a:pt x="966285" y="89554"/>
                </a:moveTo>
                <a:cubicBezTo>
                  <a:pt x="961891" y="93292"/>
                  <a:pt x="957662" y="95930"/>
                  <a:pt x="953598" y="97469"/>
                </a:cubicBezTo>
                <a:cubicBezTo>
                  <a:pt x="949534" y="99008"/>
                  <a:pt x="945174" y="99778"/>
                  <a:pt x="940516" y="99778"/>
                </a:cubicBezTo>
                <a:cubicBezTo>
                  <a:pt x="932828" y="99778"/>
                  <a:pt x="926918" y="97898"/>
                  <a:pt x="922788" y="94139"/>
                </a:cubicBezTo>
                <a:cubicBezTo>
                  <a:pt x="918659" y="90379"/>
                  <a:pt x="916594" y="85576"/>
                  <a:pt x="916594" y="79729"/>
                </a:cubicBezTo>
                <a:cubicBezTo>
                  <a:pt x="916594" y="76300"/>
                  <a:pt x="917373" y="73168"/>
                  <a:pt x="918933" y="70333"/>
                </a:cubicBezTo>
                <a:cubicBezTo>
                  <a:pt x="920493" y="67497"/>
                  <a:pt x="922536" y="65221"/>
                  <a:pt x="925062" y="63506"/>
                </a:cubicBezTo>
                <a:cubicBezTo>
                  <a:pt x="927588" y="61791"/>
                  <a:pt x="930433" y="60494"/>
                  <a:pt x="933597" y="59616"/>
                </a:cubicBezTo>
                <a:cubicBezTo>
                  <a:pt x="935925" y="58999"/>
                  <a:pt x="939440" y="58405"/>
                  <a:pt x="944141" y="57834"/>
                </a:cubicBezTo>
                <a:cubicBezTo>
                  <a:pt x="953719" y="56700"/>
                  <a:pt x="960771" y="55348"/>
                  <a:pt x="965296" y="53777"/>
                </a:cubicBezTo>
                <a:cubicBezTo>
                  <a:pt x="965340" y="52158"/>
                  <a:pt x="965362" y="51130"/>
                  <a:pt x="965362" y="50692"/>
                </a:cubicBezTo>
                <a:cubicBezTo>
                  <a:pt x="965362" y="45877"/>
                  <a:pt x="964242" y="42485"/>
                  <a:pt x="962001" y="40516"/>
                </a:cubicBezTo>
                <a:cubicBezTo>
                  <a:pt x="958969" y="37846"/>
                  <a:pt x="954466" y="36510"/>
                  <a:pt x="948491" y="36510"/>
                </a:cubicBezTo>
                <a:cubicBezTo>
                  <a:pt x="942911" y="36510"/>
                  <a:pt x="938792" y="37488"/>
                  <a:pt x="936134" y="39443"/>
                </a:cubicBezTo>
                <a:cubicBezTo>
                  <a:pt x="933476" y="41398"/>
                  <a:pt x="931510" y="44858"/>
                  <a:pt x="930236" y="49823"/>
                </a:cubicBezTo>
                <a:lnTo>
                  <a:pt x="918637" y="48241"/>
                </a:lnTo>
                <a:cubicBezTo>
                  <a:pt x="919691" y="43261"/>
                  <a:pt x="921426" y="39240"/>
                  <a:pt x="923843" y="36177"/>
                </a:cubicBezTo>
                <a:cubicBezTo>
                  <a:pt x="926259" y="33114"/>
                  <a:pt x="929752" y="30756"/>
                  <a:pt x="934322" y="29105"/>
                </a:cubicBezTo>
                <a:cubicBezTo>
                  <a:pt x="938891" y="27451"/>
                  <a:pt x="944185" y="26625"/>
                  <a:pt x="950204" y="26625"/>
                </a:cubicBezTo>
                <a:cubicBezTo>
                  <a:pt x="956179" y="26625"/>
                  <a:pt x="961034" y="27328"/>
                  <a:pt x="964769" y="28734"/>
                </a:cubicBezTo>
                <a:cubicBezTo>
                  <a:pt x="968503" y="30140"/>
                  <a:pt x="971249" y="31908"/>
                  <a:pt x="973007" y="34039"/>
                </a:cubicBezTo>
                <a:cubicBezTo>
                  <a:pt x="974764" y="36170"/>
                  <a:pt x="975994" y="38861"/>
                  <a:pt x="976697" y="42112"/>
                </a:cubicBezTo>
                <a:cubicBezTo>
                  <a:pt x="977093" y="44133"/>
                  <a:pt x="977290" y="47780"/>
                  <a:pt x="977290" y="53052"/>
                </a:cubicBezTo>
                <a:lnTo>
                  <a:pt x="977290" y="68869"/>
                </a:lnTo>
                <a:cubicBezTo>
                  <a:pt x="977290" y="79897"/>
                  <a:pt x="977543" y="86871"/>
                  <a:pt x="978048" y="89793"/>
                </a:cubicBezTo>
                <a:cubicBezTo>
                  <a:pt x="978554" y="92715"/>
                  <a:pt x="979553" y="95516"/>
                  <a:pt x="981047" y="98196"/>
                </a:cubicBezTo>
                <a:lnTo>
                  <a:pt x="968657" y="98196"/>
                </a:lnTo>
                <a:cubicBezTo>
                  <a:pt x="967427" y="95733"/>
                  <a:pt x="966636" y="92852"/>
                  <a:pt x="966285" y="89554"/>
                </a:cubicBezTo>
                <a:moveTo>
                  <a:pt x="965296" y="63004"/>
                </a:moveTo>
                <a:cubicBezTo>
                  <a:pt x="960990" y="64776"/>
                  <a:pt x="954532" y="66282"/>
                  <a:pt x="945921" y="67522"/>
                </a:cubicBezTo>
                <a:cubicBezTo>
                  <a:pt x="941044" y="68228"/>
                  <a:pt x="937595" y="69022"/>
                  <a:pt x="935574" y="69905"/>
                </a:cubicBezTo>
                <a:cubicBezTo>
                  <a:pt x="933553" y="70786"/>
                  <a:pt x="931993" y="72077"/>
                  <a:pt x="930895" y="73777"/>
                </a:cubicBezTo>
                <a:cubicBezTo>
                  <a:pt x="929796" y="75475"/>
                  <a:pt x="929247" y="77361"/>
                  <a:pt x="929247" y="79434"/>
                </a:cubicBezTo>
                <a:cubicBezTo>
                  <a:pt x="929247" y="82610"/>
                  <a:pt x="930444" y="85257"/>
                  <a:pt x="932839" y="87375"/>
                </a:cubicBezTo>
                <a:cubicBezTo>
                  <a:pt x="935233" y="89493"/>
                  <a:pt x="938737" y="90551"/>
                  <a:pt x="943350" y="90551"/>
                </a:cubicBezTo>
                <a:cubicBezTo>
                  <a:pt x="947920" y="90551"/>
                  <a:pt x="951984" y="89547"/>
                  <a:pt x="955542" y="87538"/>
                </a:cubicBezTo>
                <a:cubicBezTo>
                  <a:pt x="959101" y="85529"/>
                  <a:pt x="961715" y="82781"/>
                  <a:pt x="963385" y="79294"/>
                </a:cubicBezTo>
                <a:cubicBezTo>
                  <a:pt x="964659" y="76600"/>
                  <a:pt x="965296" y="72627"/>
                  <a:pt x="965296" y="67374"/>
                </a:cubicBezTo>
                <a:lnTo>
                  <a:pt x="965296" y="63004"/>
                </a:lnTo>
                <a:close/>
                <a:moveTo>
                  <a:pt x="1006597" y="98196"/>
                </a:moveTo>
                <a:lnTo>
                  <a:pt x="995591" y="98196"/>
                </a:lnTo>
                <a:lnTo>
                  <a:pt x="995591" y="1582"/>
                </a:lnTo>
                <a:lnTo>
                  <a:pt x="1007453" y="1582"/>
                </a:lnTo>
                <a:lnTo>
                  <a:pt x="1007453" y="36177"/>
                </a:lnTo>
                <a:cubicBezTo>
                  <a:pt x="1012462" y="29809"/>
                  <a:pt x="1018855" y="26625"/>
                  <a:pt x="1026631" y="26625"/>
                </a:cubicBezTo>
                <a:cubicBezTo>
                  <a:pt x="1030937" y="26625"/>
                  <a:pt x="1035012" y="27493"/>
                  <a:pt x="1038856" y="29228"/>
                </a:cubicBezTo>
                <a:cubicBezTo>
                  <a:pt x="1042701" y="30964"/>
                  <a:pt x="1045864" y="33402"/>
                  <a:pt x="1048346" y="36543"/>
                </a:cubicBezTo>
                <a:cubicBezTo>
                  <a:pt x="1050829" y="39685"/>
                  <a:pt x="1052773" y="43474"/>
                  <a:pt x="1054179" y="47912"/>
                </a:cubicBezTo>
                <a:cubicBezTo>
                  <a:pt x="1055585" y="52349"/>
                  <a:pt x="1056288" y="57094"/>
                  <a:pt x="1056288" y="62147"/>
                </a:cubicBezTo>
                <a:cubicBezTo>
                  <a:pt x="1056288" y="74141"/>
                  <a:pt x="1053322" y="83412"/>
                  <a:pt x="1047391" y="89958"/>
                </a:cubicBezTo>
                <a:cubicBezTo>
                  <a:pt x="1041460" y="96504"/>
                  <a:pt x="1034342" y="99778"/>
                  <a:pt x="1026038" y="99778"/>
                </a:cubicBezTo>
                <a:cubicBezTo>
                  <a:pt x="1017778" y="99778"/>
                  <a:pt x="1011298" y="96285"/>
                  <a:pt x="1006597" y="89299"/>
                </a:cubicBezTo>
                <a:lnTo>
                  <a:pt x="1006597" y="98196"/>
                </a:lnTo>
                <a:moveTo>
                  <a:pt x="1006465" y="62676"/>
                </a:moveTo>
                <a:cubicBezTo>
                  <a:pt x="1006465" y="71027"/>
                  <a:pt x="1007607" y="77060"/>
                  <a:pt x="1009892" y="80777"/>
                </a:cubicBezTo>
                <a:cubicBezTo>
                  <a:pt x="1013626" y="86854"/>
                  <a:pt x="1018679" y="89892"/>
                  <a:pt x="1025050" y="89892"/>
                </a:cubicBezTo>
                <a:cubicBezTo>
                  <a:pt x="1030234" y="89892"/>
                  <a:pt x="1034715" y="87651"/>
                  <a:pt x="1038494" y="83170"/>
                </a:cubicBezTo>
                <a:cubicBezTo>
                  <a:pt x="1042272" y="78688"/>
                  <a:pt x="1044162" y="72010"/>
                  <a:pt x="1044162" y="63135"/>
                </a:cubicBezTo>
                <a:cubicBezTo>
                  <a:pt x="1044162" y="54042"/>
                  <a:pt x="1042349" y="47332"/>
                  <a:pt x="1038725" y="43004"/>
                </a:cubicBezTo>
                <a:cubicBezTo>
                  <a:pt x="1035100" y="38675"/>
                  <a:pt x="1030717" y="36510"/>
                  <a:pt x="1025577" y="36510"/>
                </a:cubicBezTo>
                <a:cubicBezTo>
                  <a:pt x="1020392" y="36510"/>
                  <a:pt x="1015911" y="38751"/>
                  <a:pt x="1012133" y="43233"/>
                </a:cubicBezTo>
                <a:cubicBezTo>
                  <a:pt x="1008354" y="47714"/>
                  <a:pt x="1006465" y="54195"/>
                  <a:pt x="1006465" y="62676"/>
                </a:cubicBezTo>
                <a:close/>
                <a:moveTo>
                  <a:pt x="1066285" y="63201"/>
                </a:moveTo>
                <a:cubicBezTo>
                  <a:pt x="1066285" y="50240"/>
                  <a:pt x="1069887" y="40640"/>
                  <a:pt x="1077093" y="34402"/>
                </a:cubicBezTo>
                <a:cubicBezTo>
                  <a:pt x="1083112" y="29217"/>
                  <a:pt x="1090449" y="26625"/>
                  <a:pt x="1099104" y="26625"/>
                </a:cubicBezTo>
                <a:cubicBezTo>
                  <a:pt x="1108726" y="26625"/>
                  <a:pt x="1116591" y="29777"/>
                  <a:pt x="1122698" y="36082"/>
                </a:cubicBezTo>
                <a:cubicBezTo>
                  <a:pt x="1128805" y="42387"/>
                  <a:pt x="1131858" y="51097"/>
                  <a:pt x="1131858" y="62213"/>
                </a:cubicBezTo>
                <a:cubicBezTo>
                  <a:pt x="1131858" y="71219"/>
                  <a:pt x="1130507" y="78304"/>
                  <a:pt x="1127805" y="83466"/>
                </a:cubicBezTo>
                <a:cubicBezTo>
                  <a:pt x="1125103" y="88629"/>
                  <a:pt x="1121171" y="92638"/>
                  <a:pt x="1116009" y="95494"/>
                </a:cubicBezTo>
                <a:cubicBezTo>
                  <a:pt x="1110846" y="98350"/>
                  <a:pt x="1105211" y="99778"/>
                  <a:pt x="1099104" y="99778"/>
                </a:cubicBezTo>
                <a:cubicBezTo>
                  <a:pt x="1089307" y="99778"/>
                  <a:pt x="1081387" y="96636"/>
                  <a:pt x="1075346" y="90353"/>
                </a:cubicBezTo>
                <a:cubicBezTo>
                  <a:pt x="1069305" y="84071"/>
                  <a:pt x="1066285" y="75020"/>
                  <a:pt x="1066285" y="63201"/>
                </a:cubicBezTo>
                <a:moveTo>
                  <a:pt x="1078477" y="63168"/>
                </a:moveTo>
                <a:cubicBezTo>
                  <a:pt x="1078477" y="72098"/>
                  <a:pt x="1080432" y="78785"/>
                  <a:pt x="1084342" y="83228"/>
                </a:cubicBezTo>
                <a:cubicBezTo>
                  <a:pt x="1088252" y="87671"/>
                  <a:pt x="1093173" y="89892"/>
                  <a:pt x="1099104" y="89892"/>
                </a:cubicBezTo>
                <a:cubicBezTo>
                  <a:pt x="1104992" y="89892"/>
                  <a:pt x="1109891" y="87660"/>
                  <a:pt x="1113801" y="83195"/>
                </a:cubicBezTo>
                <a:cubicBezTo>
                  <a:pt x="1117711" y="78730"/>
                  <a:pt x="1119666" y="71923"/>
                  <a:pt x="1119666" y="62775"/>
                </a:cubicBezTo>
                <a:cubicBezTo>
                  <a:pt x="1119666" y="54151"/>
                  <a:pt x="1117700" y="47618"/>
                  <a:pt x="1113768" y="43175"/>
                </a:cubicBezTo>
                <a:cubicBezTo>
                  <a:pt x="1109836" y="38732"/>
                  <a:pt x="1104948" y="36510"/>
                  <a:pt x="1099104" y="36510"/>
                </a:cubicBezTo>
                <a:cubicBezTo>
                  <a:pt x="1093173" y="36510"/>
                  <a:pt x="1088252" y="38721"/>
                  <a:pt x="1084342" y="43142"/>
                </a:cubicBezTo>
                <a:cubicBezTo>
                  <a:pt x="1080432" y="47563"/>
                  <a:pt x="1078477" y="54238"/>
                  <a:pt x="1078477" y="63168"/>
                </a:cubicBezTo>
                <a:close/>
                <a:moveTo>
                  <a:pt x="1191612" y="98196"/>
                </a:moveTo>
                <a:lnTo>
                  <a:pt x="1191612" y="87915"/>
                </a:lnTo>
                <a:cubicBezTo>
                  <a:pt x="1186164" y="95823"/>
                  <a:pt x="1178761" y="99778"/>
                  <a:pt x="1169403" y="99778"/>
                </a:cubicBezTo>
                <a:cubicBezTo>
                  <a:pt x="1165273" y="99778"/>
                  <a:pt x="1161418" y="98987"/>
                  <a:pt x="1157837" y="97405"/>
                </a:cubicBezTo>
                <a:cubicBezTo>
                  <a:pt x="1154256" y="95823"/>
                  <a:pt x="1151598" y="93835"/>
                  <a:pt x="1149862" y="91441"/>
                </a:cubicBezTo>
                <a:cubicBezTo>
                  <a:pt x="1148127" y="89046"/>
                  <a:pt x="1146908" y="86114"/>
                  <a:pt x="1146205" y="82643"/>
                </a:cubicBezTo>
                <a:cubicBezTo>
                  <a:pt x="1145722" y="80314"/>
                  <a:pt x="1145480" y="76624"/>
                  <a:pt x="1145480" y="71571"/>
                </a:cubicBezTo>
                <a:lnTo>
                  <a:pt x="1145480" y="28207"/>
                </a:lnTo>
                <a:lnTo>
                  <a:pt x="1157342" y="28207"/>
                </a:lnTo>
                <a:lnTo>
                  <a:pt x="1157342" y="67024"/>
                </a:lnTo>
                <a:cubicBezTo>
                  <a:pt x="1157342" y="73219"/>
                  <a:pt x="1157584" y="77392"/>
                  <a:pt x="1158067" y="79545"/>
                </a:cubicBezTo>
                <a:cubicBezTo>
                  <a:pt x="1158814" y="82665"/>
                  <a:pt x="1160396" y="85114"/>
                  <a:pt x="1162812" y="86893"/>
                </a:cubicBezTo>
                <a:cubicBezTo>
                  <a:pt x="1165229" y="88673"/>
                  <a:pt x="1168217" y="89563"/>
                  <a:pt x="1171775" y="89563"/>
                </a:cubicBezTo>
                <a:cubicBezTo>
                  <a:pt x="1175334" y="89563"/>
                  <a:pt x="1178673" y="88651"/>
                  <a:pt x="1181793" y="86828"/>
                </a:cubicBezTo>
                <a:cubicBezTo>
                  <a:pt x="1184912" y="85004"/>
                  <a:pt x="1187120" y="82522"/>
                  <a:pt x="1188416" y="79380"/>
                </a:cubicBezTo>
                <a:cubicBezTo>
                  <a:pt x="1189712" y="76239"/>
                  <a:pt x="1190360" y="71681"/>
                  <a:pt x="1190360" y="65706"/>
                </a:cubicBezTo>
                <a:lnTo>
                  <a:pt x="1190360" y="28207"/>
                </a:lnTo>
                <a:lnTo>
                  <a:pt x="1202223" y="28207"/>
                </a:lnTo>
                <a:lnTo>
                  <a:pt x="1202223" y="98196"/>
                </a:lnTo>
                <a:lnTo>
                  <a:pt x="1191612" y="98196"/>
                </a:lnTo>
                <a:close/>
                <a:moveTo>
                  <a:pt x="1246686" y="87717"/>
                </a:moveTo>
                <a:lnTo>
                  <a:pt x="1248400" y="98196"/>
                </a:lnTo>
                <a:cubicBezTo>
                  <a:pt x="1245061" y="98811"/>
                  <a:pt x="1242073" y="99119"/>
                  <a:pt x="1239437" y="99119"/>
                </a:cubicBezTo>
                <a:cubicBezTo>
                  <a:pt x="1235131" y="99119"/>
                  <a:pt x="1231792" y="98438"/>
                  <a:pt x="1229420" y="97076"/>
                </a:cubicBezTo>
                <a:cubicBezTo>
                  <a:pt x="1227047" y="95713"/>
                  <a:pt x="1225378" y="93923"/>
                  <a:pt x="1224411" y="91704"/>
                </a:cubicBezTo>
                <a:cubicBezTo>
                  <a:pt x="1223444" y="89486"/>
                  <a:pt x="1222961" y="84817"/>
                  <a:pt x="1222961" y="77700"/>
                </a:cubicBezTo>
                <a:lnTo>
                  <a:pt x="1222961" y="37433"/>
                </a:lnTo>
                <a:lnTo>
                  <a:pt x="1214262" y="37433"/>
                </a:lnTo>
                <a:lnTo>
                  <a:pt x="1214262" y="28207"/>
                </a:lnTo>
                <a:lnTo>
                  <a:pt x="1222961" y="28207"/>
                </a:lnTo>
                <a:lnTo>
                  <a:pt x="1222961" y="10827"/>
                </a:lnTo>
                <a:lnTo>
                  <a:pt x="1234758" y="3691"/>
                </a:lnTo>
                <a:lnTo>
                  <a:pt x="1234758" y="28207"/>
                </a:lnTo>
                <a:lnTo>
                  <a:pt x="1246686" y="28207"/>
                </a:lnTo>
                <a:lnTo>
                  <a:pt x="1246686" y="37433"/>
                </a:lnTo>
                <a:lnTo>
                  <a:pt x="1234758" y="37433"/>
                </a:lnTo>
                <a:lnTo>
                  <a:pt x="1234758" y="78359"/>
                </a:lnTo>
                <a:cubicBezTo>
                  <a:pt x="1234758" y="81742"/>
                  <a:pt x="1234967" y="83917"/>
                  <a:pt x="1235384" y="84883"/>
                </a:cubicBezTo>
                <a:cubicBezTo>
                  <a:pt x="1235801" y="85850"/>
                  <a:pt x="1236482" y="86619"/>
                  <a:pt x="1237427" y="87190"/>
                </a:cubicBezTo>
                <a:cubicBezTo>
                  <a:pt x="1238372" y="87761"/>
                  <a:pt x="1239723" y="88047"/>
                  <a:pt x="1241480" y="88047"/>
                </a:cubicBezTo>
                <a:cubicBezTo>
                  <a:pt x="1242798" y="88047"/>
                  <a:pt x="1244533" y="87937"/>
                  <a:pt x="1246686" y="87717"/>
                </a:cubicBezTo>
                <a:close/>
                <a:moveTo>
                  <a:pt x="1315271" y="98196"/>
                </a:moveTo>
                <a:lnTo>
                  <a:pt x="1288646" y="28207"/>
                </a:lnTo>
                <a:lnTo>
                  <a:pt x="1301168" y="28207"/>
                </a:lnTo>
                <a:lnTo>
                  <a:pt x="1316194" y="70121"/>
                </a:lnTo>
                <a:cubicBezTo>
                  <a:pt x="1317819" y="74646"/>
                  <a:pt x="1319313" y="79348"/>
                  <a:pt x="1320675" y="84224"/>
                </a:cubicBezTo>
                <a:cubicBezTo>
                  <a:pt x="1321730" y="80534"/>
                  <a:pt x="1323202" y="76096"/>
                  <a:pt x="1325091" y="70912"/>
                </a:cubicBezTo>
                <a:lnTo>
                  <a:pt x="1340644" y="28207"/>
                </a:lnTo>
                <a:lnTo>
                  <a:pt x="1352836" y="28207"/>
                </a:lnTo>
                <a:lnTo>
                  <a:pt x="1326343" y="98196"/>
                </a:lnTo>
                <a:lnTo>
                  <a:pt x="1315271" y="98196"/>
                </a:lnTo>
                <a:close/>
                <a:moveTo>
                  <a:pt x="1408986" y="89554"/>
                </a:moveTo>
                <a:cubicBezTo>
                  <a:pt x="1404592" y="93292"/>
                  <a:pt x="1400363" y="95930"/>
                  <a:pt x="1396299" y="97469"/>
                </a:cubicBezTo>
                <a:cubicBezTo>
                  <a:pt x="1392235" y="99008"/>
                  <a:pt x="1387875" y="99778"/>
                  <a:pt x="1383217" y="99778"/>
                </a:cubicBezTo>
                <a:cubicBezTo>
                  <a:pt x="1375529" y="99778"/>
                  <a:pt x="1369619" y="97898"/>
                  <a:pt x="1365490" y="94139"/>
                </a:cubicBezTo>
                <a:cubicBezTo>
                  <a:pt x="1361360" y="90379"/>
                  <a:pt x="1359295" y="85576"/>
                  <a:pt x="1359295" y="79729"/>
                </a:cubicBezTo>
                <a:cubicBezTo>
                  <a:pt x="1359295" y="76300"/>
                  <a:pt x="1360074" y="73168"/>
                  <a:pt x="1361634" y="70333"/>
                </a:cubicBezTo>
                <a:cubicBezTo>
                  <a:pt x="1363194" y="67497"/>
                  <a:pt x="1365237" y="65221"/>
                  <a:pt x="1367763" y="63506"/>
                </a:cubicBezTo>
                <a:cubicBezTo>
                  <a:pt x="1370289" y="61791"/>
                  <a:pt x="1373134" y="60494"/>
                  <a:pt x="1376298" y="59616"/>
                </a:cubicBezTo>
                <a:cubicBezTo>
                  <a:pt x="1378626" y="58999"/>
                  <a:pt x="1382141" y="58405"/>
                  <a:pt x="1386842" y="57834"/>
                </a:cubicBezTo>
                <a:cubicBezTo>
                  <a:pt x="1396420" y="56700"/>
                  <a:pt x="1403472" y="55348"/>
                  <a:pt x="1407997" y="53777"/>
                </a:cubicBezTo>
                <a:cubicBezTo>
                  <a:pt x="1408041" y="52158"/>
                  <a:pt x="1408063" y="51130"/>
                  <a:pt x="1408063" y="50692"/>
                </a:cubicBezTo>
                <a:cubicBezTo>
                  <a:pt x="1408063" y="45877"/>
                  <a:pt x="1406943" y="42485"/>
                  <a:pt x="1404702" y="40516"/>
                </a:cubicBezTo>
                <a:cubicBezTo>
                  <a:pt x="1401670" y="37846"/>
                  <a:pt x="1397167" y="36510"/>
                  <a:pt x="1391192" y="36510"/>
                </a:cubicBezTo>
                <a:cubicBezTo>
                  <a:pt x="1385612" y="36510"/>
                  <a:pt x="1381493" y="37488"/>
                  <a:pt x="1378835" y="39443"/>
                </a:cubicBezTo>
                <a:cubicBezTo>
                  <a:pt x="1376177" y="41398"/>
                  <a:pt x="1374211" y="44858"/>
                  <a:pt x="1372937" y="49823"/>
                </a:cubicBezTo>
                <a:lnTo>
                  <a:pt x="1361338" y="48241"/>
                </a:lnTo>
                <a:cubicBezTo>
                  <a:pt x="1362392" y="43261"/>
                  <a:pt x="1364128" y="39240"/>
                  <a:pt x="1366544" y="36177"/>
                </a:cubicBezTo>
                <a:cubicBezTo>
                  <a:pt x="1368960" y="33114"/>
                  <a:pt x="1372453" y="30756"/>
                  <a:pt x="1377023" y="29105"/>
                </a:cubicBezTo>
                <a:cubicBezTo>
                  <a:pt x="1381592" y="27451"/>
                  <a:pt x="1386886" y="26625"/>
                  <a:pt x="1392905" y="26625"/>
                </a:cubicBezTo>
                <a:cubicBezTo>
                  <a:pt x="1398881" y="26625"/>
                  <a:pt x="1403735" y="27328"/>
                  <a:pt x="1407470" y="28734"/>
                </a:cubicBezTo>
                <a:cubicBezTo>
                  <a:pt x="1411204" y="30140"/>
                  <a:pt x="1413950" y="31908"/>
                  <a:pt x="1415708" y="34039"/>
                </a:cubicBezTo>
                <a:cubicBezTo>
                  <a:pt x="1417465" y="36170"/>
                  <a:pt x="1418695" y="38861"/>
                  <a:pt x="1419398" y="42112"/>
                </a:cubicBezTo>
                <a:cubicBezTo>
                  <a:pt x="1419794" y="44133"/>
                  <a:pt x="1419992" y="47780"/>
                  <a:pt x="1419992" y="53052"/>
                </a:cubicBezTo>
                <a:lnTo>
                  <a:pt x="1419992" y="68869"/>
                </a:lnTo>
                <a:cubicBezTo>
                  <a:pt x="1419992" y="79897"/>
                  <a:pt x="1420244" y="86871"/>
                  <a:pt x="1420749" y="89793"/>
                </a:cubicBezTo>
                <a:cubicBezTo>
                  <a:pt x="1421255" y="92715"/>
                  <a:pt x="1422254" y="95516"/>
                  <a:pt x="1423748" y="98196"/>
                </a:cubicBezTo>
                <a:lnTo>
                  <a:pt x="1411358" y="98196"/>
                </a:lnTo>
                <a:cubicBezTo>
                  <a:pt x="1410128" y="95733"/>
                  <a:pt x="1409337" y="92852"/>
                  <a:pt x="1408986" y="89554"/>
                </a:cubicBezTo>
                <a:moveTo>
                  <a:pt x="1407997" y="63004"/>
                </a:moveTo>
                <a:cubicBezTo>
                  <a:pt x="1403691" y="64776"/>
                  <a:pt x="1397233" y="66282"/>
                  <a:pt x="1388622" y="67522"/>
                </a:cubicBezTo>
                <a:cubicBezTo>
                  <a:pt x="1383745" y="68228"/>
                  <a:pt x="1380296" y="69022"/>
                  <a:pt x="1378275" y="69905"/>
                </a:cubicBezTo>
                <a:cubicBezTo>
                  <a:pt x="1376254" y="70786"/>
                  <a:pt x="1374694" y="72077"/>
                  <a:pt x="1373596" y="73777"/>
                </a:cubicBezTo>
                <a:cubicBezTo>
                  <a:pt x="1372497" y="75475"/>
                  <a:pt x="1371948" y="77361"/>
                  <a:pt x="1371948" y="79434"/>
                </a:cubicBezTo>
                <a:cubicBezTo>
                  <a:pt x="1371948" y="82610"/>
                  <a:pt x="1373145" y="85257"/>
                  <a:pt x="1375540" y="87375"/>
                </a:cubicBezTo>
                <a:cubicBezTo>
                  <a:pt x="1377934" y="89493"/>
                  <a:pt x="1381438" y="90551"/>
                  <a:pt x="1386051" y="90551"/>
                </a:cubicBezTo>
                <a:cubicBezTo>
                  <a:pt x="1390621" y="90551"/>
                  <a:pt x="1394685" y="89547"/>
                  <a:pt x="1398243" y="87538"/>
                </a:cubicBezTo>
                <a:cubicBezTo>
                  <a:pt x="1401802" y="85529"/>
                  <a:pt x="1404416" y="82781"/>
                  <a:pt x="1406086" y="79294"/>
                </a:cubicBezTo>
                <a:cubicBezTo>
                  <a:pt x="1407360" y="76600"/>
                  <a:pt x="1407997" y="72627"/>
                  <a:pt x="1407997" y="67374"/>
                </a:cubicBezTo>
                <a:lnTo>
                  <a:pt x="1407997" y="63004"/>
                </a:lnTo>
                <a:close/>
                <a:moveTo>
                  <a:pt x="1484029" y="72494"/>
                </a:moveTo>
                <a:lnTo>
                  <a:pt x="1495694" y="74009"/>
                </a:lnTo>
                <a:cubicBezTo>
                  <a:pt x="1494420" y="82070"/>
                  <a:pt x="1491157" y="88380"/>
                  <a:pt x="1485907" y="92940"/>
                </a:cubicBezTo>
                <a:cubicBezTo>
                  <a:pt x="1480657" y="97498"/>
                  <a:pt x="1474209" y="99778"/>
                  <a:pt x="1466564" y="99778"/>
                </a:cubicBezTo>
                <a:cubicBezTo>
                  <a:pt x="1456986" y="99778"/>
                  <a:pt x="1449287" y="96647"/>
                  <a:pt x="1443465" y="90386"/>
                </a:cubicBezTo>
                <a:cubicBezTo>
                  <a:pt x="1437644" y="84126"/>
                  <a:pt x="1434733" y="75152"/>
                  <a:pt x="1434733" y="63465"/>
                </a:cubicBezTo>
                <a:cubicBezTo>
                  <a:pt x="1434733" y="55908"/>
                  <a:pt x="1435985" y="49296"/>
                  <a:pt x="1438490" y="43628"/>
                </a:cubicBezTo>
                <a:cubicBezTo>
                  <a:pt x="1440994" y="37960"/>
                  <a:pt x="1444805" y="33710"/>
                  <a:pt x="1449924" y="30876"/>
                </a:cubicBezTo>
                <a:cubicBezTo>
                  <a:pt x="1455042" y="28042"/>
                  <a:pt x="1460611" y="26625"/>
                  <a:pt x="1466630" y="26625"/>
                </a:cubicBezTo>
                <a:cubicBezTo>
                  <a:pt x="1474231" y="26625"/>
                  <a:pt x="1480448" y="28553"/>
                  <a:pt x="1485281" y="32410"/>
                </a:cubicBezTo>
                <a:cubicBezTo>
                  <a:pt x="1490114" y="36265"/>
                  <a:pt x="1493211" y="41740"/>
                  <a:pt x="1494573" y="48834"/>
                </a:cubicBezTo>
                <a:lnTo>
                  <a:pt x="1483040" y="50614"/>
                </a:lnTo>
                <a:cubicBezTo>
                  <a:pt x="1481942" y="45935"/>
                  <a:pt x="1479998" y="42414"/>
                  <a:pt x="1477208" y="40053"/>
                </a:cubicBezTo>
                <a:cubicBezTo>
                  <a:pt x="1474418" y="37691"/>
                  <a:pt x="1471046" y="36510"/>
                  <a:pt x="1467092" y="36510"/>
                </a:cubicBezTo>
                <a:cubicBezTo>
                  <a:pt x="1461116" y="36510"/>
                  <a:pt x="1456262" y="38642"/>
                  <a:pt x="1452527" y="42905"/>
                </a:cubicBezTo>
                <a:cubicBezTo>
                  <a:pt x="1448792" y="47167"/>
                  <a:pt x="1446925" y="53910"/>
                  <a:pt x="1446925" y="63135"/>
                </a:cubicBezTo>
                <a:cubicBezTo>
                  <a:pt x="1446925" y="72492"/>
                  <a:pt x="1448727" y="79291"/>
                  <a:pt x="1452329" y="83532"/>
                </a:cubicBezTo>
                <a:cubicBezTo>
                  <a:pt x="1455932" y="87772"/>
                  <a:pt x="1460633" y="89892"/>
                  <a:pt x="1466433" y="89892"/>
                </a:cubicBezTo>
                <a:cubicBezTo>
                  <a:pt x="1471090" y="89892"/>
                  <a:pt x="1474978" y="88470"/>
                  <a:pt x="1478097" y="85625"/>
                </a:cubicBezTo>
                <a:cubicBezTo>
                  <a:pt x="1481217" y="82780"/>
                  <a:pt x="1483194" y="78403"/>
                  <a:pt x="1484029" y="72494"/>
                </a:cubicBezTo>
                <a:close/>
                <a:moveTo>
                  <a:pt x="1551514" y="72494"/>
                </a:moveTo>
                <a:lnTo>
                  <a:pt x="1563179" y="74009"/>
                </a:lnTo>
                <a:cubicBezTo>
                  <a:pt x="1561905" y="82070"/>
                  <a:pt x="1558642" y="88380"/>
                  <a:pt x="1553392" y="92940"/>
                </a:cubicBezTo>
                <a:cubicBezTo>
                  <a:pt x="1548142" y="97498"/>
                  <a:pt x="1541694" y="99778"/>
                  <a:pt x="1534049" y="99778"/>
                </a:cubicBezTo>
                <a:cubicBezTo>
                  <a:pt x="1524471" y="99778"/>
                  <a:pt x="1516772" y="96647"/>
                  <a:pt x="1510950" y="90386"/>
                </a:cubicBezTo>
                <a:cubicBezTo>
                  <a:pt x="1505129" y="84126"/>
                  <a:pt x="1502218" y="75152"/>
                  <a:pt x="1502218" y="63465"/>
                </a:cubicBezTo>
                <a:cubicBezTo>
                  <a:pt x="1502218" y="55908"/>
                  <a:pt x="1503470" y="49296"/>
                  <a:pt x="1505975" y="43628"/>
                </a:cubicBezTo>
                <a:cubicBezTo>
                  <a:pt x="1508479" y="37960"/>
                  <a:pt x="1512290" y="33710"/>
                  <a:pt x="1517409" y="30876"/>
                </a:cubicBezTo>
                <a:cubicBezTo>
                  <a:pt x="1522527" y="28042"/>
                  <a:pt x="1528096" y="26625"/>
                  <a:pt x="1534115" y="26625"/>
                </a:cubicBezTo>
                <a:cubicBezTo>
                  <a:pt x="1541716" y="26625"/>
                  <a:pt x="1547933" y="28553"/>
                  <a:pt x="1552766" y="32410"/>
                </a:cubicBezTo>
                <a:cubicBezTo>
                  <a:pt x="1557599" y="36265"/>
                  <a:pt x="1560696" y="41740"/>
                  <a:pt x="1562058" y="48834"/>
                </a:cubicBezTo>
                <a:lnTo>
                  <a:pt x="1550525" y="50614"/>
                </a:lnTo>
                <a:cubicBezTo>
                  <a:pt x="1549427" y="45935"/>
                  <a:pt x="1547483" y="42414"/>
                  <a:pt x="1544693" y="40053"/>
                </a:cubicBezTo>
                <a:cubicBezTo>
                  <a:pt x="1541903" y="37691"/>
                  <a:pt x="1538531" y="36510"/>
                  <a:pt x="1534577" y="36510"/>
                </a:cubicBezTo>
                <a:cubicBezTo>
                  <a:pt x="1528601" y="36510"/>
                  <a:pt x="1523747" y="38642"/>
                  <a:pt x="1520012" y="42905"/>
                </a:cubicBezTo>
                <a:cubicBezTo>
                  <a:pt x="1516277" y="47167"/>
                  <a:pt x="1514410" y="53910"/>
                  <a:pt x="1514410" y="63135"/>
                </a:cubicBezTo>
                <a:cubicBezTo>
                  <a:pt x="1514410" y="72492"/>
                  <a:pt x="1516212" y="79291"/>
                  <a:pt x="1519814" y="83532"/>
                </a:cubicBezTo>
                <a:cubicBezTo>
                  <a:pt x="1523417" y="87772"/>
                  <a:pt x="1528118" y="89892"/>
                  <a:pt x="1533918" y="89892"/>
                </a:cubicBezTo>
                <a:cubicBezTo>
                  <a:pt x="1538575" y="89892"/>
                  <a:pt x="1542463" y="88470"/>
                  <a:pt x="1545582" y="85625"/>
                </a:cubicBezTo>
                <a:cubicBezTo>
                  <a:pt x="1548702" y="82780"/>
                  <a:pt x="1550679" y="78403"/>
                  <a:pt x="1551514" y="72494"/>
                </a:cubicBezTo>
                <a:close/>
                <a:moveTo>
                  <a:pt x="1573394" y="15290"/>
                </a:moveTo>
                <a:lnTo>
                  <a:pt x="1573394" y="1582"/>
                </a:lnTo>
                <a:lnTo>
                  <a:pt x="1585256" y="1582"/>
                </a:lnTo>
                <a:lnTo>
                  <a:pt x="1585256" y="15290"/>
                </a:lnTo>
                <a:lnTo>
                  <a:pt x="1573394" y="15290"/>
                </a:lnTo>
                <a:moveTo>
                  <a:pt x="1573394" y="98196"/>
                </a:moveTo>
                <a:lnTo>
                  <a:pt x="1573394" y="28207"/>
                </a:lnTo>
                <a:lnTo>
                  <a:pt x="1585256" y="28207"/>
                </a:lnTo>
                <a:lnTo>
                  <a:pt x="1585256" y="98196"/>
                </a:lnTo>
                <a:lnTo>
                  <a:pt x="1573394" y="98196"/>
                </a:lnTo>
                <a:close/>
                <a:moveTo>
                  <a:pt x="1603291" y="98196"/>
                </a:moveTo>
                <a:lnTo>
                  <a:pt x="1603291" y="28207"/>
                </a:lnTo>
                <a:lnTo>
                  <a:pt x="1613967" y="28207"/>
                </a:lnTo>
                <a:lnTo>
                  <a:pt x="1613967" y="38092"/>
                </a:lnTo>
                <a:cubicBezTo>
                  <a:pt x="1619108" y="30447"/>
                  <a:pt x="1626533" y="26625"/>
                  <a:pt x="1636243" y="26625"/>
                </a:cubicBezTo>
                <a:cubicBezTo>
                  <a:pt x="1640460" y="26625"/>
                  <a:pt x="1644338" y="27383"/>
                  <a:pt x="1647875" y="28899"/>
                </a:cubicBezTo>
                <a:cubicBezTo>
                  <a:pt x="1651411" y="30414"/>
                  <a:pt x="1654058" y="32402"/>
                  <a:pt x="1655816" y="34863"/>
                </a:cubicBezTo>
                <a:cubicBezTo>
                  <a:pt x="1657573" y="37323"/>
                  <a:pt x="1658804" y="40245"/>
                  <a:pt x="1659506" y="43628"/>
                </a:cubicBezTo>
                <a:cubicBezTo>
                  <a:pt x="1659946" y="45825"/>
                  <a:pt x="1660166" y="49669"/>
                  <a:pt x="1660166" y="55161"/>
                </a:cubicBezTo>
                <a:lnTo>
                  <a:pt x="1660166" y="98196"/>
                </a:lnTo>
                <a:lnTo>
                  <a:pt x="1648303" y="98196"/>
                </a:lnTo>
                <a:lnTo>
                  <a:pt x="1648303" y="55577"/>
                </a:lnTo>
                <a:cubicBezTo>
                  <a:pt x="1648303" y="50739"/>
                  <a:pt x="1647842" y="47121"/>
                  <a:pt x="1646919" y="44724"/>
                </a:cubicBezTo>
                <a:cubicBezTo>
                  <a:pt x="1645996" y="42326"/>
                  <a:pt x="1644360" y="40413"/>
                  <a:pt x="1642009" y="38984"/>
                </a:cubicBezTo>
                <a:cubicBezTo>
                  <a:pt x="1639659" y="37555"/>
                  <a:pt x="1636902" y="36840"/>
                  <a:pt x="1633738" y="36840"/>
                </a:cubicBezTo>
                <a:cubicBezTo>
                  <a:pt x="1628686" y="36840"/>
                  <a:pt x="1624325" y="38446"/>
                  <a:pt x="1620657" y="41657"/>
                </a:cubicBezTo>
                <a:cubicBezTo>
                  <a:pt x="1616988" y="44867"/>
                  <a:pt x="1615154" y="50958"/>
                  <a:pt x="1615154" y="59931"/>
                </a:cubicBezTo>
                <a:lnTo>
                  <a:pt x="1615154" y="98196"/>
                </a:lnTo>
                <a:lnTo>
                  <a:pt x="1603291" y="98196"/>
                </a:lnTo>
                <a:close/>
                <a:moveTo>
                  <a:pt x="1726246" y="75657"/>
                </a:moveTo>
                <a:lnTo>
                  <a:pt x="1738504" y="77173"/>
                </a:lnTo>
                <a:cubicBezTo>
                  <a:pt x="1736571" y="84334"/>
                  <a:pt x="1732990" y="89892"/>
                  <a:pt x="1727762" y="93846"/>
                </a:cubicBezTo>
                <a:cubicBezTo>
                  <a:pt x="1722533" y="97800"/>
                  <a:pt x="1715855" y="99778"/>
                  <a:pt x="1707727" y="99778"/>
                </a:cubicBezTo>
                <a:cubicBezTo>
                  <a:pt x="1697490" y="99778"/>
                  <a:pt x="1689373" y="96625"/>
                  <a:pt x="1683376" y="90320"/>
                </a:cubicBezTo>
                <a:cubicBezTo>
                  <a:pt x="1677379" y="84016"/>
                  <a:pt x="1674380" y="75174"/>
                  <a:pt x="1674380" y="63794"/>
                </a:cubicBezTo>
                <a:cubicBezTo>
                  <a:pt x="1674380" y="52020"/>
                  <a:pt x="1677412" y="42881"/>
                  <a:pt x="1683475" y="36379"/>
                </a:cubicBezTo>
                <a:cubicBezTo>
                  <a:pt x="1689538" y="29876"/>
                  <a:pt x="1697402" y="26625"/>
                  <a:pt x="1707068" y="26625"/>
                </a:cubicBezTo>
                <a:cubicBezTo>
                  <a:pt x="1716426" y="26625"/>
                  <a:pt x="1724071" y="29805"/>
                  <a:pt x="1730003" y="36166"/>
                </a:cubicBezTo>
                <a:cubicBezTo>
                  <a:pt x="1735934" y="42526"/>
                  <a:pt x="1738899" y="51474"/>
                  <a:pt x="1738899" y="63010"/>
                </a:cubicBezTo>
                <a:cubicBezTo>
                  <a:pt x="1738899" y="63711"/>
                  <a:pt x="1738877" y="64764"/>
                  <a:pt x="1738834" y="66167"/>
                </a:cubicBezTo>
                <a:lnTo>
                  <a:pt x="1686638" y="66167"/>
                </a:lnTo>
                <a:cubicBezTo>
                  <a:pt x="1687078" y="73834"/>
                  <a:pt x="1689252" y="79704"/>
                  <a:pt x="1693163" y="83780"/>
                </a:cubicBezTo>
                <a:cubicBezTo>
                  <a:pt x="1697073" y="87855"/>
                  <a:pt x="1701950" y="89892"/>
                  <a:pt x="1707793" y="89892"/>
                </a:cubicBezTo>
                <a:cubicBezTo>
                  <a:pt x="1712143" y="89892"/>
                  <a:pt x="1715855" y="88761"/>
                  <a:pt x="1718931" y="86498"/>
                </a:cubicBezTo>
                <a:cubicBezTo>
                  <a:pt x="1722006" y="84234"/>
                  <a:pt x="1724445" y="80620"/>
                  <a:pt x="1726246" y="75657"/>
                </a:cubicBezTo>
                <a:moveTo>
                  <a:pt x="1687297" y="56281"/>
                </a:moveTo>
                <a:lnTo>
                  <a:pt x="1726378" y="56281"/>
                </a:lnTo>
                <a:cubicBezTo>
                  <a:pt x="1725851" y="50490"/>
                  <a:pt x="1724357" y="46147"/>
                  <a:pt x="1721896" y="43251"/>
                </a:cubicBezTo>
                <a:cubicBezTo>
                  <a:pt x="1718118" y="38757"/>
                  <a:pt x="1713219" y="36510"/>
                  <a:pt x="1707200" y="36510"/>
                </a:cubicBezTo>
                <a:cubicBezTo>
                  <a:pt x="1701752" y="36510"/>
                  <a:pt x="1697172" y="38304"/>
                  <a:pt x="1693459" y="41892"/>
                </a:cubicBezTo>
                <a:cubicBezTo>
                  <a:pt x="1689747" y="45478"/>
                  <a:pt x="1687693" y="50275"/>
                  <a:pt x="1687297" y="56281"/>
                </a:cubicBezTo>
                <a:close/>
                <a:moveTo>
                  <a:pt x="1748632" y="77239"/>
                </a:moveTo>
                <a:lnTo>
                  <a:pt x="1760363" y="75393"/>
                </a:lnTo>
                <a:cubicBezTo>
                  <a:pt x="1761022" y="80074"/>
                  <a:pt x="1762857" y="83661"/>
                  <a:pt x="1765866" y="86154"/>
                </a:cubicBezTo>
                <a:cubicBezTo>
                  <a:pt x="1768876" y="88646"/>
                  <a:pt x="1773083" y="89892"/>
                  <a:pt x="1778487" y="89892"/>
                </a:cubicBezTo>
                <a:cubicBezTo>
                  <a:pt x="1783935" y="89892"/>
                  <a:pt x="1787977" y="88792"/>
                  <a:pt x="1790613" y="86591"/>
                </a:cubicBezTo>
                <a:cubicBezTo>
                  <a:pt x="1793249" y="84388"/>
                  <a:pt x="1794567" y="81806"/>
                  <a:pt x="1794567" y="78843"/>
                </a:cubicBezTo>
                <a:cubicBezTo>
                  <a:pt x="1794567" y="76183"/>
                  <a:pt x="1793403" y="74091"/>
                  <a:pt x="1791074" y="72566"/>
                </a:cubicBezTo>
                <a:cubicBezTo>
                  <a:pt x="1789449" y="71519"/>
                  <a:pt x="1785406" y="70190"/>
                  <a:pt x="1778948" y="68576"/>
                </a:cubicBezTo>
                <a:cubicBezTo>
                  <a:pt x="1770249" y="66378"/>
                  <a:pt x="1764219" y="64477"/>
                  <a:pt x="1760857" y="62872"/>
                </a:cubicBezTo>
                <a:cubicBezTo>
                  <a:pt x="1757496" y="61267"/>
                  <a:pt x="1754948" y="59046"/>
                  <a:pt x="1753213" y="56209"/>
                </a:cubicBezTo>
                <a:cubicBezTo>
                  <a:pt x="1751477" y="53373"/>
                  <a:pt x="1750610" y="50240"/>
                  <a:pt x="1750610" y="46810"/>
                </a:cubicBezTo>
                <a:cubicBezTo>
                  <a:pt x="1750610" y="43688"/>
                  <a:pt x="1751323" y="40796"/>
                  <a:pt x="1752751" y="38135"/>
                </a:cubicBezTo>
                <a:cubicBezTo>
                  <a:pt x="1754179" y="35474"/>
                  <a:pt x="1756123" y="33265"/>
                  <a:pt x="1758584" y="31506"/>
                </a:cubicBezTo>
                <a:cubicBezTo>
                  <a:pt x="1760429" y="30143"/>
                  <a:pt x="1762944" y="28989"/>
                  <a:pt x="1766130" y="28044"/>
                </a:cubicBezTo>
                <a:cubicBezTo>
                  <a:pt x="1769315" y="27098"/>
                  <a:pt x="1772731" y="26625"/>
                  <a:pt x="1776378" y="26625"/>
                </a:cubicBezTo>
                <a:cubicBezTo>
                  <a:pt x="1781870" y="26625"/>
                  <a:pt x="1786692" y="27421"/>
                  <a:pt x="1790843" y="29014"/>
                </a:cubicBezTo>
                <a:cubicBezTo>
                  <a:pt x="1794995" y="30605"/>
                  <a:pt x="1798060" y="32761"/>
                  <a:pt x="1800037" y="35483"/>
                </a:cubicBezTo>
                <a:cubicBezTo>
                  <a:pt x="1802014" y="38203"/>
                  <a:pt x="1803376" y="41840"/>
                  <a:pt x="1804123" y="46396"/>
                </a:cubicBezTo>
                <a:lnTo>
                  <a:pt x="1792524" y="47978"/>
                </a:lnTo>
                <a:cubicBezTo>
                  <a:pt x="1791997" y="44375"/>
                  <a:pt x="1790470" y="41563"/>
                  <a:pt x="1787944" y="39542"/>
                </a:cubicBezTo>
                <a:cubicBezTo>
                  <a:pt x="1785417" y="37521"/>
                  <a:pt x="1781848" y="36510"/>
                  <a:pt x="1777234" y="36510"/>
                </a:cubicBezTo>
                <a:cubicBezTo>
                  <a:pt x="1771786" y="36510"/>
                  <a:pt x="1767898" y="37407"/>
                  <a:pt x="1765570" y="39200"/>
                </a:cubicBezTo>
                <a:cubicBezTo>
                  <a:pt x="1763241" y="40992"/>
                  <a:pt x="1762077" y="43090"/>
                  <a:pt x="1762077" y="45496"/>
                </a:cubicBezTo>
                <a:cubicBezTo>
                  <a:pt x="1762077" y="47025"/>
                  <a:pt x="1762560" y="48403"/>
                  <a:pt x="1763527" y="49627"/>
                </a:cubicBezTo>
                <a:cubicBezTo>
                  <a:pt x="1764493" y="50894"/>
                  <a:pt x="1766009" y="51943"/>
                  <a:pt x="1768074" y="52774"/>
                </a:cubicBezTo>
                <a:cubicBezTo>
                  <a:pt x="1769260" y="53212"/>
                  <a:pt x="1772753" y="54218"/>
                  <a:pt x="1778553" y="55791"/>
                </a:cubicBezTo>
                <a:cubicBezTo>
                  <a:pt x="1786944" y="58031"/>
                  <a:pt x="1792799" y="59864"/>
                  <a:pt x="1796116" y="61290"/>
                </a:cubicBezTo>
                <a:cubicBezTo>
                  <a:pt x="1799433" y="62717"/>
                  <a:pt x="1802036" y="64791"/>
                  <a:pt x="1803925" y="67514"/>
                </a:cubicBezTo>
                <a:cubicBezTo>
                  <a:pt x="1805814" y="70235"/>
                  <a:pt x="1806759" y="73615"/>
                  <a:pt x="1806759" y="77653"/>
                </a:cubicBezTo>
                <a:cubicBezTo>
                  <a:pt x="1806759" y="81604"/>
                  <a:pt x="1805606" y="85325"/>
                  <a:pt x="1803299" y="88815"/>
                </a:cubicBezTo>
                <a:cubicBezTo>
                  <a:pt x="1800993" y="92304"/>
                  <a:pt x="1797664" y="95003"/>
                  <a:pt x="1793315" y="96913"/>
                </a:cubicBezTo>
                <a:cubicBezTo>
                  <a:pt x="1788965" y="98823"/>
                  <a:pt x="1784044" y="99778"/>
                  <a:pt x="1778553" y="99778"/>
                </a:cubicBezTo>
                <a:cubicBezTo>
                  <a:pt x="1769458" y="99778"/>
                  <a:pt x="1762527" y="97883"/>
                  <a:pt x="1757760" y="94093"/>
                </a:cubicBezTo>
                <a:cubicBezTo>
                  <a:pt x="1752993" y="90304"/>
                  <a:pt x="1749950" y="84686"/>
                  <a:pt x="1748632" y="77239"/>
                </a:cubicBezTo>
                <a:close/>
                <a:moveTo>
                  <a:pt x="1904055" y="72494"/>
                </a:moveTo>
                <a:lnTo>
                  <a:pt x="1915720" y="74009"/>
                </a:lnTo>
                <a:cubicBezTo>
                  <a:pt x="1914446" y="82070"/>
                  <a:pt x="1911184" y="88380"/>
                  <a:pt x="1905933" y="92940"/>
                </a:cubicBezTo>
                <a:cubicBezTo>
                  <a:pt x="1900683" y="97498"/>
                  <a:pt x="1894235" y="99778"/>
                  <a:pt x="1886591" y="99778"/>
                </a:cubicBezTo>
                <a:cubicBezTo>
                  <a:pt x="1877013" y="99778"/>
                  <a:pt x="1869313" y="96647"/>
                  <a:pt x="1863492" y="90386"/>
                </a:cubicBezTo>
                <a:cubicBezTo>
                  <a:pt x="1857670" y="84126"/>
                  <a:pt x="1854759" y="75152"/>
                  <a:pt x="1854759" y="63465"/>
                </a:cubicBezTo>
                <a:cubicBezTo>
                  <a:pt x="1854759" y="55908"/>
                  <a:pt x="1856012" y="49296"/>
                  <a:pt x="1858516" y="43628"/>
                </a:cubicBezTo>
                <a:cubicBezTo>
                  <a:pt x="1861020" y="37960"/>
                  <a:pt x="1864832" y="33710"/>
                  <a:pt x="1869950" y="30876"/>
                </a:cubicBezTo>
                <a:cubicBezTo>
                  <a:pt x="1875069" y="28042"/>
                  <a:pt x="1880637" y="26625"/>
                  <a:pt x="1886657" y="26625"/>
                </a:cubicBezTo>
                <a:cubicBezTo>
                  <a:pt x="1894257" y="26625"/>
                  <a:pt x="1900474" y="28553"/>
                  <a:pt x="1905307" y="32410"/>
                </a:cubicBezTo>
                <a:cubicBezTo>
                  <a:pt x="1910140" y="36265"/>
                  <a:pt x="1913237" y="41740"/>
                  <a:pt x="1914599" y="48834"/>
                </a:cubicBezTo>
                <a:lnTo>
                  <a:pt x="1903066" y="50614"/>
                </a:lnTo>
                <a:cubicBezTo>
                  <a:pt x="1901968" y="45935"/>
                  <a:pt x="1900024" y="42414"/>
                  <a:pt x="1897234" y="40053"/>
                </a:cubicBezTo>
                <a:cubicBezTo>
                  <a:pt x="1894444" y="37691"/>
                  <a:pt x="1891072" y="36510"/>
                  <a:pt x="1887118" y="36510"/>
                </a:cubicBezTo>
                <a:cubicBezTo>
                  <a:pt x="1881143" y="36510"/>
                  <a:pt x="1876288" y="38642"/>
                  <a:pt x="1872553" y="42905"/>
                </a:cubicBezTo>
                <a:cubicBezTo>
                  <a:pt x="1868819" y="47167"/>
                  <a:pt x="1866951" y="53910"/>
                  <a:pt x="1866951" y="63135"/>
                </a:cubicBezTo>
                <a:cubicBezTo>
                  <a:pt x="1866951" y="72492"/>
                  <a:pt x="1868753" y="79291"/>
                  <a:pt x="1872356" y="83532"/>
                </a:cubicBezTo>
                <a:cubicBezTo>
                  <a:pt x="1875958" y="87772"/>
                  <a:pt x="1880659" y="89892"/>
                  <a:pt x="1886459" y="89892"/>
                </a:cubicBezTo>
                <a:cubicBezTo>
                  <a:pt x="1891116" y="89892"/>
                  <a:pt x="1895004" y="88470"/>
                  <a:pt x="1898124" y="85625"/>
                </a:cubicBezTo>
                <a:cubicBezTo>
                  <a:pt x="1901243" y="82780"/>
                  <a:pt x="1903220" y="78403"/>
                  <a:pt x="1904055" y="72494"/>
                </a:cubicBezTo>
                <a:close/>
                <a:moveTo>
                  <a:pt x="1971540" y="89554"/>
                </a:moveTo>
                <a:cubicBezTo>
                  <a:pt x="1967146" y="93292"/>
                  <a:pt x="1962918" y="95930"/>
                  <a:pt x="1958854" y="97469"/>
                </a:cubicBezTo>
                <a:cubicBezTo>
                  <a:pt x="1954790" y="99008"/>
                  <a:pt x="1950429" y="99778"/>
                  <a:pt x="1945772" y="99778"/>
                </a:cubicBezTo>
                <a:cubicBezTo>
                  <a:pt x="1938083" y="99778"/>
                  <a:pt x="1932174" y="97898"/>
                  <a:pt x="1928044" y="94139"/>
                </a:cubicBezTo>
                <a:cubicBezTo>
                  <a:pt x="1923914" y="90379"/>
                  <a:pt x="1921849" y="85576"/>
                  <a:pt x="1921849" y="79729"/>
                </a:cubicBezTo>
                <a:cubicBezTo>
                  <a:pt x="1921849" y="76300"/>
                  <a:pt x="1922629" y="73168"/>
                  <a:pt x="1924188" y="70333"/>
                </a:cubicBezTo>
                <a:cubicBezTo>
                  <a:pt x="1925748" y="67497"/>
                  <a:pt x="1927791" y="65221"/>
                  <a:pt x="1930317" y="63506"/>
                </a:cubicBezTo>
                <a:cubicBezTo>
                  <a:pt x="1932844" y="61791"/>
                  <a:pt x="1935689" y="60494"/>
                  <a:pt x="1938852" y="59616"/>
                </a:cubicBezTo>
                <a:cubicBezTo>
                  <a:pt x="1941181" y="58999"/>
                  <a:pt x="1944695" y="58405"/>
                  <a:pt x="1949396" y="57834"/>
                </a:cubicBezTo>
                <a:cubicBezTo>
                  <a:pt x="1958974" y="56700"/>
                  <a:pt x="1966026" y="55348"/>
                  <a:pt x="1970551" y="53777"/>
                </a:cubicBezTo>
                <a:cubicBezTo>
                  <a:pt x="1970595" y="52158"/>
                  <a:pt x="1970617" y="51130"/>
                  <a:pt x="1970617" y="50692"/>
                </a:cubicBezTo>
                <a:cubicBezTo>
                  <a:pt x="1970617" y="45877"/>
                  <a:pt x="1969497" y="42485"/>
                  <a:pt x="1967256" y="40516"/>
                </a:cubicBezTo>
                <a:cubicBezTo>
                  <a:pt x="1964225" y="37846"/>
                  <a:pt x="1959721" y="36510"/>
                  <a:pt x="1953746" y="36510"/>
                </a:cubicBezTo>
                <a:cubicBezTo>
                  <a:pt x="1948166" y="36510"/>
                  <a:pt x="1944047" y="37488"/>
                  <a:pt x="1941389" y="39443"/>
                </a:cubicBezTo>
                <a:cubicBezTo>
                  <a:pt x="1938731" y="41398"/>
                  <a:pt x="1936765" y="44858"/>
                  <a:pt x="1935491" y="49823"/>
                </a:cubicBezTo>
                <a:lnTo>
                  <a:pt x="1923892" y="48241"/>
                </a:lnTo>
                <a:cubicBezTo>
                  <a:pt x="1924946" y="43261"/>
                  <a:pt x="1926682" y="39240"/>
                  <a:pt x="1929098" y="36177"/>
                </a:cubicBezTo>
                <a:cubicBezTo>
                  <a:pt x="1931515" y="33114"/>
                  <a:pt x="1935008" y="30756"/>
                  <a:pt x="1939577" y="29105"/>
                </a:cubicBezTo>
                <a:cubicBezTo>
                  <a:pt x="1944146" y="27451"/>
                  <a:pt x="1949440" y="26625"/>
                  <a:pt x="1955460" y="26625"/>
                </a:cubicBezTo>
                <a:cubicBezTo>
                  <a:pt x="1961435" y="26625"/>
                  <a:pt x="1966290" y="27328"/>
                  <a:pt x="1970024" y="28734"/>
                </a:cubicBezTo>
                <a:cubicBezTo>
                  <a:pt x="1973759" y="30140"/>
                  <a:pt x="1976505" y="31908"/>
                  <a:pt x="1978262" y="34039"/>
                </a:cubicBezTo>
                <a:cubicBezTo>
                  <a:pt x="1980020" y="36170"/>
                  <a:pt x="1981250" y="38861"/>
                  <a:pt x="1981953" y="42112"/>
                </a:cubicBezTo>
                <a:cubicBezTo>
                  <a:pt x="1982348" y="44133"/>
                  <a:pt x="1982546" y="47780"/>
                  <a:pt x="1982546" y="53052"/>
                </a:cubicBezTo>
                <a:lnTo>
                  <a:pt x="1982546" y="68869"/>
                </a:lnTo>
                <a:cubicBezTo>
                  <a:pt x="1982546" y="79897"/>
                  <a:pt x="1982798" y="86871"/>
                  <a:pt x="1983304" y="89793"/>
                </a:cubicBezTo>
                <a:cubicBezTo>
                  <a:pt x="1983809" y="92715"/>
                  <a:pt x="1984809" y="95516"/>
                  <a:pt x="1986302" y="98196"/>
                </a:cubicBezTo>
                <a:lnTo>
                  <a:pt x="1973912" y="98196"/>
                </a:lnTo>
                <a:cubicBezTo>
                  <a:pt x="1972682" y="95733"/>
                  <a:pt x="1971891" y="92852"/>
                  <a:pt x="1971540" y="89554"/>
                </a:cubicBezTo>
                <a:moveTo>
                  <a:pt x="1970551" y="63004"/>
                </a:moveTo>
                <a:cubicBezTo>
                  <a:pt x="1966246" y="64776"/>
                  <a:pt x="1959787" y="66282"/>
                  <a:pt x="1951176" y="67522"/>
                </a:cubicBezTo>
                <a:cubicBezTo>
                  <a:pt x="1946299" y="68228"/>
                  <a:pt x="1942850" y="69022"/>
                  <a:pt x="1940829" y="69905"/>
                </a:cubicBezTo>
                <a:cubicBezTo>
                  <a:pt x="1938808" y="70786"/>
                  <a:pt x="1937248" y="72077"/>
                  <a:pt x="1936150" y="73777"/>
                </a:cubicBezTo>
                <a:cubicBezTo>
                  <a:pt x="1935052" y="75475"/>
                  <a:pt x="1934502" y="77361"/>
                  <a:pt x="1934502" y="79434"/>
                </a:cubicBezTo>
                <a:cubicBezTo>
                  <a:pt x="1934502" y="82610"/>
                  <a:pt x="1935700" y="85257"/>
                  <a:pt x="1938094" y="87375"/>
                </a:cubicBezTo>
                <a:cubicBezTo>
                  <a:pt x="1940489" y="89493"/>
                  <a:pt x="1943992" y="90551"/>
                  <a:pt x="1948606" y="90551"/>
                </a:cubicBezTo>
                <a:cubicBezTo>
                  <a:pt x="1953175" y="90551"/>
                  <a:pt x="1957239" y="89547"/>
                  <a:pt x="1960798" y="87538"/>
                </a:cubicBezTo>
                <a:cubicBezTo>
                  <a:pt x="1964357" y="85529"/>
                  <a:pt x="1966971" y="82781"/>
                  <a:pt x="1968640" y="79294"/>
                </a:cubicBezTo>
                <a:cubicBezTo>
                  <a:pt x="1969914" y="76600"/>
                  <a:pt x="1970551" y="72627"/>
                  <a:pt x="1970551" y="67374"/>
                </a:cubicBezTo>
                <a:lnTo>
                  <a:pt x="1970551" y="63004"/>
                </a:lnTo>
                <a:close/>
                <a:moveTo>
                  <a:pt x="2000912" y="98196"/>
                </a:moveTo>
                <a:lnTo>
                  <a:pt x="2000912" y="28207"/>
                </a:lnTo>
                <a:lnTo>
                  <a:pt x="2011588" y="28207"/>
                </a:lnTo>
                <a:lnTo>
                  <a:pt x="2011588" y="38092"/>
                </a:lnTo>
                <a:cubicBezTo>
                  <a:pt x="2016729" y="30447"/>
                  <a:pt x="2024154" y="26625"/>
                  <a:pt x="2033863" y="26625"/>
                </a:cubicBezTo>
                <a:cubicBezTo>
                  <a:pt x="2038081" y="26625"/>
                  <a:pt x="2041959" y="27383"/>
                  <a:pt x="2045495" y="28899"/>
                </a:cubicBezTo>
                <a:cubicBezTo>
                  <a:pt x="2049032" y="30414"/>
                  <a:pt x="2051679" y="32402"/>
                  <a:pt x="2053437" y="34863"/>
                </a:cubicBezTo>
                <a:cubicBezTo>
                  <a:pt x="2055194" y="37323"/>
                  <a:pt x="2056424" y="40245"/>
                  <a:pt x="2057127" y="43628"/>
                </a:cubicBezTo>
                <a:cubicBezTo>
                  <a:pt x="2057567" y="45825"/>
                  <a:pt x="2057786" y="49669"/>
                  <a:pt x="2057786" y="55161"/>
                </a:cubicBezTo>
                <a:lnTo>
                  <a:pt x="2057786" y="98196"/>
                </a:lnTo>
                <a:lnTo>
                  <a:pt x="2045924" y="98196"/>
                </a:lnTo>
                <a:lnTo>
                  <a:pt x="2045924" y="55577"/>
                </a:lnTo>
                <a:cubicBezTo>
                  <a:pt x="2045924" y="50739"/>
                  <a:pt x="2045462" y="47121"/>
                  <a:pt x="2044540" y="44724"/>
                </a:cubicBezTo>
                <a:cubicBezTo>
                  <a:pt x="2043617" y="42326"/>
                  <a:pt x="2041981" y="40413"/>
                  <a:pt x="2039630" y="38984"/>
                </a:cubicBezTo>
                <a:cubicBezTo>
                  <a:pt x="2037279" y="37555"/>
                  <a:pt x="2034522" y="36840"/>
                  <a:pt x="2031359" y="36840"/>
                </a:cubicBezTo>
                <a:cubicBezTo>
                  <a:pt x="2026307" y="36840"/>
                  <a:pt x="2021946" y="38446"/>
                  <a:pt x="2018277" y="41657"/>
                </a:cubicBezTo>
                <a:cubicBezTo>
                  <a:pt x="2014609" y="44867"/>
                  <a:pt x="2012774" y="50958"/>
                  <a:pt x="2012774" y="59931"/>
                </a:cubicBezTo>
                <a:lnTo>
                  <a:pt x="2012774" y="98196"/>
                </a:lnTo>
                <a:lnTo>
                  <a:pt x="2000912" y="98196"/>
                </a:lnTo>
                <a:close/>
                <a:moveTo>
                  <a:pt x="2113543" y="15290"/>
                </a:moveTo>
                <a:lnTo>
                  <a:pt x="2113543" y="1582"/>
                </a:lnTo>
                <a:lnTo>
                  <a:pt x="2125406" y="1582"/>
                </a:lnTo>
                <a:lnTo>
                  <a:pt x="2125406" y="15290"/>
                </a:lnTo>
                <a:lnTo>
                  <a:pt x="2113543" y="15290"/>
                </a:lnTo>
                <a:moveTo>
                  <a:pt x="2113543" y="98196"/>
                </a:moveTo>
                <a:lnTo>
                  <a:pt x="2113543" y="28207"/>
                </a:lnTo>
                <a:lnTo>
                  <a:pt x="2125406" y="28207"/>
                </a:lnTo>
                <a:lnTo>
                  <a:pt x="2125406" y="98196"/>
                </a:lnTo>
                <a:lnTo>
                  <a:pt x="2113543" y="98196"/>
                </a:lnTo>
                <a:close/>
                <a:moveTo>
                  <a:pt x="2143440" y="98196"/>
                </a:moveTo>
                <a:lnTo>
                  <a:pt x="2143440" y="28207"/>
                </a:lnTo>
                <a:lnTo>
                  <a:pt x="2154117" y="28207"/>
                </a:lnTo>
                <a:lnTo>
                  <a:pt x="2154117" y="38092"/>
                </a:lnTo>
                <a:cubicBezTo>
                  <a:pt x="2159257" y="30447"/>
                  <a:pt x="2166682" y="26625"/>
                  <a:pt x="2176392" y="26625"/>
                </a:cubicBezTo>
                <a:cubicBezTo>
                  <a:pt x="2180610" y="26625"/>
                  <a:pt x="2184487" y="27383"/>
                  <a:pt x="2188024" y="28899"/>
                </a:cubicBezTo>
                <a:cubicBezTo>
                  <a:pt x="2191561" y="30414"/>
                  <a:pt x="2194208" y="32402"/>
                  <a:pt x="2195965" y="34863"/>
                </a:cubicBezTo>
                <a:cubicBezTo>
                  <a:pt x="2197723" y="37323"/>
                  <a:pt x="2198953" y="40245"/>
                  <a:pt x="2199656" y="43628"/>
                </a:cubicBezTo>
                <a:cubicBezTo>
                  <a:pt x="2200095" y="45825"/>
                  <a:pt x="2200315" y="49669"/>
                  <a:pt x="2200315" y="55161"/>
                </a:cubicBezTo>
                <a:lnTo>
                  <a:pt x="2200315" y="98196"/>
                </a:lnTo>
                <a:lnTo>
                  <a:pt x="2188452" y="98196"/>
                </a:lnTo>
                <a:lnTo>
                  <a:pt x="2188452" y="55577"/>
                </a:lnTo>
                <a:cubicBezTo>
                  <a:pt x="2188452" y="50739"/>
                  <a:pt x="2187991" y="47121"/>
                  <a:pt x="2187068" y="44724"/>
                </a:cubicBezTo>
                <a:cubicBezTo>
                  <a:pt x="2186146" y="42326"/>
                  <a:pt x="2184509" y="40413"/>
                  <a:pt x="2182158" y="38984"/>
                </a:cubicBezTo>
                <a:cubicBezTo>
                  <a:pt x="2179808" y="37555"/>
                  <a:pt x="2177051" y="36840"/>
                  <a:pt x="2173888" y="36840"/>
                </a:cubicBezTo>
                <a:cubicBezTo>
                  <a:pt x="2168835" y="36840"/>
                  <a:pt x="2164474" y="38446"/>
                  <a:pt x="2160806" y="41657"/>
                </a:cubicBezTo>
                <a:cubicBezTo>
                  <a:pt x="2157137" y="44867"/>
                  <a:pt x="2155303" y="50958"/>
                  <a:pt x="2155303" y="59931"/>
                </a:cubicBezTo>
                <a:lnTo>
                  <a:pt x="2155303" y="98196"/>
                </a:lnTo>
                <a:lnTo>
                  <a:pt x="2143440" y="98196"/>
                </a:lnTo>
                <a:close/>
                <a:moveTo>
                  <a:pt x="2221317" y="98196"/>
                </a:moveTo>
                <a:lnTo>
                  <a:pt x="2221317" y="37433"/>
                </a:lnTo>
                <a:lnTo>
                  <a:pt x="2210839" y="37433"/>
                </a:lnTo>
                <a:lnTo>
                  <a:pt x="2210839" y="28207"/>
                </a:lnTo>
                <a:lnTo>
                  <a:pt x="2221317" y="28207"/>
                </a:lnTo>
                <a:lnTo>
                  <a:pt x="2221317" y="20776"/>
                </a:lnTo>
                <a:cubicBezTo>
                  <a:pt x="2221317" y="16086"/>
                  <a:pt x="2221735" y="12601"/>
                  <a:pt x="2222570" y="10322"/>
                </a:cubicBezTo>
                <a:cubicBezTo>
                  <a:pt x="2223712" y="7255"/>
                  <a:pt x="2225722" y="4768"/>
                  <a:pt x="2228600" y="2861"/>
                </a:cubicBezTo>
                <a:cubicBezTo>
                  <a:pt x="2231478" y="954"/>
                  <a:pt x="2235509" y="0"/>
                  <a:pt x="2240693" y="0"/>
                </a:cubicBezTo>
                <a:cubicBezTo>
                  <a:pt x="2244032" y="0"/>
                  <a:pt x="2247723" y="395"/>
                  <a:pt x="2251765" y="1186"/>
                </a:cubicBezTo>
                <a:lnTo>
                  <a:pt x="2249985" y="11533"/>
                </a:lnTo>
                <a:cubicBezTo>
                  <a:pt x="2247525" y="11094"/>
                  <a:pt x="2245196" y="10874"/>
                  <a:pt x="2243000" y="10874"/>
                </a:cubicBezTo>
                <a:cubicBezTo>
                  <a:pt x="2239397" y="10874"/>
                  <a:pt x="2236849" y="11640"/>
                  <a:pt x="2235355" y="13172"/>
                </a:cubicBezTo>
                <a:cubicBezTo>
                  <a:pt x="2233861" y="14705"/>
                  <a:pt x="2233114" y="17571"/>
                  <a:pt x="2233114" y="21773"/>
                </a:cubicBezTo>
                <a:lnTo>
                  <a:pt x="2233114" y="28207"/>
                </a:lnTo>
                <a:lnTo>
                  <a:pt x="2246756" y="28207"/>
                </a:lnTo>
                <a:lnTo>
                  <a:pt x="2246756" y="37433"/>
                </a:lnTo>
                <a:lnTo>
                  <a:pt x="2233114" y="37433"/>
                </a:lnTo>
                <a:lnTo>
                  <a:pt x="2233114" y="98196"/>
                </a:lnTo>
                <a:lnTo>
                  <a:pt x="2221317" y="98196"/>
                </a:lnTo>
                <a:close/>
                <a:moveTo>
                  <a:pt x="2255873" y="98196"/>
                </a:moveTo>
                <a:lnTo>
                  <a:pt x="2255873" y="28207"/>
                </a:lnTo>
                <a:lnTo>
                  <a:pt x="2266549" y="28207"/>
                </a:lnTo>
                <a:lnTo>
                  <a:pt x="2266549" y="38751"/>
                </a:lnTo>
                <a:cubicBezTo>
                  <a:pt x="2269273" y="33814"/>
                  <a:pt x="2271789" y="30559"/>
                  <a:pt x="2274095" y="28985"/>
                </a:cubicBezTo>
                <a:cubicBezTo>
                  <a:pt x="2276402" y="27412"/>
                  <a:pt x="2278939" y="26625"/>
                  <a:pt x="2281707" y="26625"/>
                </a:cubicBezTo>
                <a:cubicBezTo>
                  <a:pt x="2285705" y="26625"/>
                  <a:pt x="2289769" y="27894"/>
                  <a:pt x="2293899" y="30431"/>
                </a:cubicBezTo>
                <a:lnTo>
                  <a:pt x="2289813" y="41387"/>
                </a:lnTo>
                <a:cubicBezTo>
                  <a:pt x="2286913" y="39674"/>
                  <a:pt x="2284014" y="38817"/>
                  <a:pt x="2281114" y="38817"/>
                </a:cubicBezTo>
                <a:cubicBezTo>
                  <a:pt x="2278522" y="38817"/>
                  <a:pt x="2276193" y="39598"/>
                  <a:pt x="2274128" y="41161"/>
                </a:cubicBezTo>
                <a:cubicBezTo>
                  <a:pt x="2272063" y="42722"/>
                  <a:pt x="2270591" y="44888"/>
                  <a:pt x="2269713" y="47658"/>
                </a:cubicBezTo>
                <a:cubicBezTo>
                  <a:pt x="2268395" y="51880"/>
                  <a:pt x="2267736" y="56498"/>
                  <a:pt x="2267736" y="61512"/>
                </a:cubicBezTo>
                <a:lnTo>
                  <a:pt x="2267736" y="98196"/>
                </a:lnTo>
                <a:lnTo>
                  <a:pt x="2255873" y="98196"/>
                </a:lnTo>
                <a:close/>
                <a:moveTo>
                  <a:pt x="2301016" y="15290"/>
                </a:moveTo>
                <a:lnTo>
                  <a:pt x="2301016" y="1582"/>
                </a:lnTo>
                <a:lnTo>
                  <a:pt x="2312879" y="1582"/>
                </a:lnTo>
                <a:lnTo>
                  <a:pt x="2312879" y="15290"/>
                </a:lnTo>
                <a:lnTo>
                  <a:pt x="2301016" y="15290"/>
                </a:lnTo>
                <a:moveTo>
                  <a:pt x="2301016" y="98196"/>
                </a:moveTo>
                <a:lnTo>
                  <a:pt x="2301016" y="28207"/>
                </a:lnTo>
                <a:lnTo>
                  <a:pt x="2312879" y="28207"/>
                </a:lnTo>
                <a:lnTo>
                  <a:pt x="2312879" y="98196"/>
                </a:lnTo>
                <a:lnTo>
                  <a:pt x="2301016" y="98196"/>
                </a:lnTo>
                <a:close/>
                <a:moveTo>
                  <a:pt x="2330914" y="98196"/>
                </a:moveTo>
                <a:lnTo>
                  <a:pt x="2330914" y="28207"/>
                </a:lnTo>
                <a:lnTo>
                  <a:pt x="2341590" y="28207"/>
                </a:lnTo>
                <a:lnTo>
                  <a:pt x="2341590" y="38092"/>
                </a:lnTo>
                <a:cubicBezTo>
                  <a:pt x="2346730" y="30447"/>
                  <a:pt x="2354156" y="26625"/>
                  <a:pt x="2363865" y="26625"/>
                </a:cubicBezTo>
                <a:cubicBezTo>
                  <a:pt x="2368083" y="26625"/>
                  <a:pt x="2371960" y="27383"/>
                  <a:pt x="2375497" y="28899"/>
                </a:cubicBezTo>
                <a:cubicBezTo>
                  <a:pt x="2379034" y="30414"/>
                  <a:pt x="2381681" y="32402"/>
                  <a:pt x="2383439" y="34863"/>
                </a:cubicBezTo>
                <a:cubicBezTo>
                  <a:pt x="2385196" y="37323"/>
                  <a:pt x="2386426" y="40245"/>
                  <a:pt x="2387129" y="43628"/>
                </a:cubicBezTo>
                <a:cubicBezTo>
                  <a:pt x="2387568" y="45825"/>
                  <a:pt x="2387788" y="49669"/>
                  <a:pt x="2387788" y="55161"/>
                </a:cubicBezTo>
                <a:lnTo>
                  <a:pt x="2387788" y="98196"/>
                </a:lnTo>
                <a:lnTo>
                  <a:pt x="2375926" y="98196"/>
                </a:lnTo>
                <a:lnTo>
                  <a:pt x="2375926" y="55577"/>
                </a:lnTo>
                <a:cubicBezTo>
                  <a:pt x="2375926" y="50739"/>
                  <a:pt x="2375464" y="47121"/>
                  <a:pt x="2374542" y="44724"/>
                </a:cubicBezTo>
                <a:cubicBezTo>
                  <a:pt x="2373619" y="42326"/>
                  <a:pt x="2371982" y="40413"/>
                  <a:pt x="2369632" y="38984"/>
                </a:cubicBezTo>
                <a:cubicBezTo>
                  <a:pt x="2367281" y="37555"/>
                  <a:pt x="2364524" y="36840"/>
                  <a:pt x="2361361" y="36840"/>
                </a:cubicBezTo>
                <a:cubicBezTo>
                  <a:pt x="2356308" y="36840"/>
                  <a:pt x="2351948" y="38446"/>
                  <a:pt x="2348279" y="41657"/>
                </a:cubicBezTo>
                <a:cubicBezTo>
                  <a:pt x="2344611" y="44867"/>
                  <a:pt x="2342776" y="50958"/>
                  <a:pt x="2342776" y="59931"/>
                </a:cubicBezTo>
                <a:lnTo>
                  <a:pt x="2342776" y="98196"/>
                </a:lnTo>
                <a:lnTo>
                  <a:pt x="2330914" y="98196"/>
                </a:lnTo>
                <a:close/>
                <a:moveTo>
                  <a:pt x="2403782" y="103995"/>
                </a:moveTo>
                <a:lnTo>
                  <a:pt x="2415315" y="105709"/>
                </a:lnTo>
                <a:cubicBezTo>
                  <a:pt x="2415798" y="109268"/>
                  <a:pt x="2417138" y="111860"/>
                  <a:pt x="2419335" y="113485"/>
                </a:cubicBezTo>
                <a:cubicBezTo>
                  <a:pt x="2422278" y="115682"/>
                  <a:pt x="2426299" y="116781"/>
                  <a:pt x="2431395" y="116781"/>
                </a:cubicBezTo>
                <a:cubicBezTo>
                  <a:pt x="2436887" y="116781"/>
                  <a:pt x="2441127" y="115679"/>
                  <a:pt x="2444114" y="113477"/>
                </a:cubicBezTo>
                <a:cubicBezTo>
                  <a:pt x="2447102" y="111276"/>
                  <a:pt x="2449123" y="108194"/>
                  <a:pt x="2450178" y="104230"/>
                </a:cubicBezTo>
                <a:cubicBezTo>
                  <a:pt x="2450793" y="101810"/>
                  <a:pt x="2451078" y="96724"/>
                  <a:pt x="2451034" y="88974"/>
                </a:cubicBezTo>
                <a:cubicBezTo>
                  <a:pt x="2445850" y="95122"/>
                  <a:pt x="2439391" y="98196"/>
                  <a:pt x="2431659" y="98196"/>
                </a:cubicBezTo>
                <a:cubicBezTo>
                  <a:pt x="2422037" y="98196"/>
                  <a:pt x="2414590" y="94725"/>
                  <a:pt x="2409318" y="87783"/>
                </a:cubicBezTo>
                <a:cubicBezTo>
                  <a:pt x="2404045" y="80841"/>
                  <a:pt x="2401409" y="72516"/>
                  <a:pt x="2401409" y="62806"/>
                </a:cubicBezTo>
                <a:cubicBezTo>
                  <a:pt x="2401409" y="56128"/>
                  <a:pt x="2402617" y="49966"/>
                  <a:pt x="2405034" y="44320"/>
                </a:cubicBezTo>
                <a:cubicBezTo>
                  <a:pt x="2407450" y="38674"/>
                  <a:pt x="2410954" y="34314"/>
                  <a:pt x="2415545" y="31238"/>
                </a:cubicBezTo>
                <a:cubicBezTo>
                  <a:pt x="2420137" y="28163"/>
                  <a:pt x="2425530" y="26625"/>
                  <a:pt x="2431725" y="26625"/>
                </a:cubicBezTo>
                <a:cubicBezTo>
                  <a:pt x="2439985" y="26625"/>
                  <a:pt x="2446795" y="29986"/>
                  <a:pt x="2452155" y="36708"/>
                </a:cubicBezTo>
                <a:lnTo>
                  <a:pt x="2452155" y="28207"/>
                </a:lnTo>
                <a:lnTo>
                  <a:pt x="2463095" y="28207"/>
                </a:lnTo>
                <a:lnTo>
                  <a:pt x="2463095" y="88747"/>
                </a:lnTo>
                <a:cubicBezTo>
                  <a:pt x="2463095" y="99650"/>
                  <a:pt x="2461985" y="107376"/>
                  <a:pt x="2459766" y="111926"/>
                </a:cubicBezTo>
                <a:cubicBezTo>
                  <a:pt x="2457548" y="116476"/>
                  <a:pt x="2454033" y="120070"/>
                  <a:pt x="2449222" y="122708"/>
                </a:cubicBezTo>
                <a:cubicBezTo>
                  <a:pt x="2444411" y="125347"/>
                  <a:pt x="2438491" y="126666"/>
                  <a:pt x="2431461" y="126666"/>
                </a:cubicBezTo>
                <a:cubicBezTo>
                  <a:pt x="2423113" y="126666"/>
                  <a:pt x="2416369" y="124782"/>
                  <a:pt x="2411229" y="121015"/>
                </a:cubicBezTo>
                <a:cubicBezTo>
                  <a:pt x="2406088" y="117247"/>
                  <a:pt x="2403606" y="111574"/>
                  <a:pt x="2403782" y="103995"/>
                </a:cubicBezTo>
                <a:moveTo>
                  <a:pt x="2413601" y="61951"/>
                </a:moveTo>
                <a:cubicBezTo>
                  <a:pt x="2413601" y="71110"/>
                  <a:pt x="2415425" y="77793"/>
                  <a:pt x="2419071" y="82000"/>
                </a:cubicBezTo>
                <a:cubicBezTo>
                  <a:pt x="2422718" y="86207"/>
                  <a:pt x="2427287" y="88310"/>
                  <a:pt x="2432779" y="88310"/>
                </a:cubicBezTo>
                <a:cubicBezTo>
                  <a:pt x="2438227" y="88310"/>
                  <a:pt x="2442796" y="86218"/>
                  <a:pt x="2446487" y="82033"/>
                </a:cubicBezTo>
                <a:cubicBezTo>
                  <a:pt x="2450178" y="77848"/>
                  <a:pt x="2452023" y="71285"/>
                  <a:pt x="2452023" y="62344"/>
                </a:cubicBezTo>
                <a:cubicBezTo>
                  <a:pt x="2452023" y="53799"/>
                  <a:pt x="2450123" y="47357"/>
                  <a:pt x="2446322" y="43018"/>
                </a:cubicBezTo>
                <a:cubicBezTo>
                  <a:pt x="2442522" y="38680"/>
                  <a:pt x="2437942" y="36510"/>
                  <a:pt x="2432581" y="36510"/>
                </a:cubicBezTo>
                <a:cubicBezTo>
                  <a:pt x="2427309" y="36510"/>
                  <a:pt x="2422828" y="38647"/>
                  <a:pt x="2419137" y="42919"/>
                </a:cubicBezTo>
                <a:cubicBezTo>
                  <a:pt x="2415447" y="47192"/>
                  <a:pt x="2413601" y="53536"/>
                  <a:pt x="2413601" y="61951"/>
                </a:cubicBezTo>
                <a:close/>
                <a:moveTo>
                  <a:pt x="2528912" y="75657"/>
                </a:moveTo>
                <a:lnTo>
                  <a:pt x="2541170" y="77173"/>
                </a:lnTo>
                <a:cubicBezTo>
                  <a:pt x="2539236" y="84334"/>
                  <a:pt x="2535656" y="89892"/>
                  <a:pt x="2530427" y="93846"/>
                </a:cubicBezTo>
                <a:cubicBezTo>
                  <a:pt x="2525199" y="97800"/>
                  <a:pt x="2518521" y="99778"/>
                  <a:pt x="2510393" y="99778"/>
                </a:cubicBezTo>
                <a:cubicBezTo>
                  <a:pt x="2500156" y="99778"/>
                  <a:pt x="2492039" y="96625"/>
                  <a:pt x="2486041" y="90320"/>
                </a:cubicBezTo>
                <a:cubicBezTo>
                  <a:pt x="2480044" y="84016"/>
                  <a:pt x="2477046" y="75174"/>
                  <a:pt x="2477046" y="63794"/>
                </a:cubicBezTo>
                <a:cubicBezTo>
                  <a:pt x="2477046" y="52020"/>
                  <a:pt x="2480077" y="42881"/>
                  <a:pt x="2486140" y="36379"/>
                </a:cubicBezTo>
                <a:cubicBezTo>
                  <a:pt x="2492203" y="29876"/>
                  <a:pt x="2500068" y="26625"/>
                  <a:pt x="2509734" y="26625"/>
                </a:cubicBezTo>
                <a:cubicBezTo>
                  <a:pt x="2519092" y="26625"/>
                  <a:pt x="2526737" y="29805"/>
                  <a:pt x="2532668" y="36166"/>
                </a:cubicBezTo>
                <a:cubicBezTo>
                  <a:pt x="2538599" y="42526"/>
                  <a:pt x="2541565" y="51474"/>
                  <a:pt x="2541565" y="63010"/>
                </a:cubicBezTo>
                <a:cubicBezTo>
                  <a:pt x="2541565" y="63711"/>
                  <a:pt x="2541543" y="64764"/>
                  <a:pt x="2541499" y="66167"/>
                </a:cubicBezTo>
                <a:lnTo>
                  <a:pt x="2489304" y="66167"/>
                </a:lnTo>
                <a:cubicBezTo>
                  <a:pt x="2489743" y="73834"/>
                  <a:pt x="2491918" y="79704"/>
                  <a:pt x="2495828" y="83780"/>
                </a:cubicBezTo>
                <a:cubicBezTo>
                  <a:pt x="2499738" y="87855"/>
                  <a:pt x="2504615" y="89892"/>
                  <a:pt x="2510459" y="89892"/>
                </a:cubicBezTo>
                <a:cubicBezTo>
                  <a:pt x="2514808" y="89892"/>
                  <a:pt x="2518521" y="88761"/>
                  <a:pt x="2521596" y="86498"/>
                </a:cubicBezTo>
                <a:cubicBezTo>
                  <a:pt x="2524672" y="84234"/>
                  <a:pt x="2527110" y="80620"/>
                  <a:pt x="2528912" y="75657"/>
                </a:cubicBezTo>
                <a:moveTo>
                  <a:pt x="2489963" y="56281"/>
                </a:moveTo>
                <a:lnTo>
                  <a:pt x="2529043" y="56281"/>
                </a:lnTo>
                <a:cubicBezTo>
                  <a:pt x="2528516" y="50490"/>
                  <a:pt x="2527022" y="46147"/>
                  <a:pt x="2524562" y="43251"/>
                </a:cubicBezTo>
                <a:cubicBezTo>
                  <a:pt x="2520783" y="38757"/>
                  <a:pt x="2515885" y="36510"/>
                  <a:pt x="2509865" y="36510"/>
                </a:cubicBezTo>
                <a:cubicBezTo>
                  <a:pt x="2504417" y="36510"/>
                  <a:pt x="2499837" y="38304"/>
                  <a:pt x="2496125" y="41892"/>
                </a:cubicBezTo>
                <a:cubicBezTo>
                  <a:pt x="2492412" y="45478"/>
                  <a:pt x="2490358" y="50275"/>
                  <a:pt x="2489963" y="562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upontheirconstitutionalrighttofreedomof">
            <a:extLst xmlns:a="http://schemas.openxmlformats.org/drawingml/2006/main">
              <a:ext uri="{FF2B5EF4-FFF2-40B4-BE49-F238E27FC236}">
                <a16:creationId xmlns:a16="http://schemas.microsoft.com/office/drawing/2014/main" id="{4B86E145-A1D9-4EAE-8D2E-8126F54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81" y="4462933"/>
            <a:ext cx="2554241" cy="126666"/>
          </a:xfrm>
          <a:custGeom xmlns:a="http://schemas.openxmlformats.org/drawingml/2006/main">
            <a:pathLst>
              <a:path w="2554241" h="126666">
                <a:moveTo>
                  <a:pt x="46132" y="98196"/>
                </a:moveTo>
                <a:lnTo>
                  <a:pt x="46132" y="87915"/>
                </a:lnTo>
                <a:cubicBezTo>
                  <a:pt x="40684" y="95823"/>
                  <a:pt x="33281" y="99778"/>
                  <a:pt x="23923" y="99778"/>
                </a:cubicBezTo>
                <a:cubicBezTo>
                  <a:pt x="19793" y="99778"/>
                  <a:pt x="15938" y="98987"/>
                  <a:pt x="12357" y="97405"/>
                </a:cubicBezTo>
                <a:cubicBezTo>
                  <a:pt x="8776" y="95823"/>
                  <a:pt x="6118" y="93835"/>
                  <a:pt x="4383" y="91441"/>
                </a:cubicBezTo>
                <a:cubicBezTo>
                  <a:pt x="2647" y="89046"/>
                  <a:pt x="1428" y="86114"/>
                  <a:pt x="725" y="82643"/>
                </a:cubicBezTo>
                <a:cubicBezTo>
                  <a:pt x="242" y="80314"/>
                  <a:pt x="0" y="76624"/>
                  <a:pt x="0" y="71571"/>
                </a:cubicBezTo>
                <a:lnTo>
                  <a:pt x="0" y="28207"/>
                </a:lnTo>
                <a:lnTo>
                  <a:pt x="11863" y="28207"/>
                </a:lnTo>
                <a:lnTo>
                  <a:pt x="11863" y="67024"/>
                </a:lnTo>
                <a:cubicBezTo>
                  <a:pt x="11863" y="73219"/>
                  <a:pt x="12104" y="77392"/>
                  <a:pt x="12588" y="79545"/>
                </a:cubicBezTo>
                <a:cubicBezTo>
                  <a:pt x="13334" y="82665"/>
                  <a:pt x="14916" y="85114"/>
                  <a:pt x="17333" y="86893"/>
                </a:cubicBezTo>
                <a:cubicBezTo>
                  <a:pt x="19749" y="88673"/>
                  <a:pt x="22737" y="89563"/>
                  <a:pt x="26295" y="89563"/>
                </a:cubicBezTo>
                <a:cubicBezTo>
                  <a:pt x="29854" y="89563"/>
                  <a:pt x="33193" y="88651"/>
                  <a:pt x="36313" y="86828"/>
                </a:cubicBezTo>
                <a:cubicBezTo>
                  <a:pt x="39432" y="85004"/>
                  <a:pt x="41640" y="82522"/>
                  <a:pt x="42936" y="79380"/>
                </a:cubicBezTo>
                <a:cubicBezTo>
                  <a:pt x="44232" y="76239"/>
                  <a:pt x="44880" y="71681"/>
                  <a:pt x="44880" y="65706"/>
                </a:cubicBezTo>
                <a:lnTo>
                  <a:pt x="44880" y="28207"/>
                </a:lnTo>
                <a:lnTo>
                  <a:pt x="56743" y="28207"/>
                </a:lnTo>
                <a:lnTo>
                  <a:pt x="56743" y="98196"/>
                </a:lnTo>
                <a:lnTo>
                  <a:pt x="46132" y="98196"/>
                </a:lnTo>
                <a:close/>
                <a:moveTo>
                  <a:pt x="75307" y="125084"/>
                </a:moveTo>
                <a:lnTo>
                  <a:pt x="75307" y="28207"/>
                </a:lnTo>
                <a:lnTo>
                  <a:pt x="86115" y="28207"/>
                </a:lnTo>
                <a:lnTo>
                  <a:pt x="86115" y="37235"/>
                </a:lnTo>
                <a:cubicBezTo>
                  <a:pt x="88663" y="33699"/>
                  <a:pt x="91541" y="31046"/>
                  <a:pt x="94748" y="29278"/>
                </a:cubicBezTo>
                <a:cubicBezTo>
                  <a:pt x="97955" y="27509"/>
                  <a:pt x="101844" y="26625"/>
                  <a:pt x="106413" y="26625"/>
                </a:cubicBezTo>
                <a:cubicBezTo>
                  <a:pt x="112388" y="26625"/>
                  <a:pt x="117661" y="28163"/>
                  <a:pt x="122230" y="31238"/>
                </a:cubicBezTo>
                <a:cubicBezTo>
                  <a:pt x="126799" y="34314"/>
                  <a:pt x="130248" y="38652"/>
                  <a:pt x="132577" y="44254"/>
                </a:cubicBezTo>
                <a:cubicBezTo>
                  <a:pt x="134905" y="49856"/>
                  <a:pt x="136070" y="55996"/>
                  <a:pt x="136070" y="62674"/>
                </a:cubicBezTo>
                <a:cubicBezTo>
                  <a:pt x="136070" y="69835"/>
                  <a:pt x="134784" y="76283"/>
                  <a:pt x="132214" y="82017"/>
                </a:cubicBezTo>
                <a:cubicBezTo>
                  <a:pt x="129644" y="87750"/>
                  <a:pt x="125909" y="92144"/>
                  <a:pt x="121011" y="95197"/>
                </a:cubicBezTo>
                <a:cubicBezTo>
                  <a:pt x="116112" y="98251"/>
                  <a:pt x="110960" y="99778"/>
                  <a:pt x="105556" y="99778"/>
                </a:cubicBezTo>
                <a:cubicBezTo>
                  <a:pt x="101602" y="99778"/>
                  <a:pt x="98054" y="98932"/>
                  <a:pt x="94913" y="97240"/>
                </a:cubicBezTo>
                <a:cubicBezTo>
                  <a:pt x="91772" y="95547"/>
                  <a:pt x="89190" y="93410"/>
                  <a:pt x="87169" y="90827"/>
                </a:cubicBezTo>
                <a:lnTo>
                  <a:pt x="87169" y="125084"/>
                </a:lnTo>
                <a:lnTo>
                  <a:pt x="75307" y="125084"/>
                </a:lnTo>
                <a:moveTo>
                  <a:pt x="86049" y="63498"/>
                </a:moveTo>
                <a:cubicBezTo>
                  <a:pt x="86049" y="72494"/>
                  <a:pt x="87872" y="79142"/>
                  <a:pt x="91519" y="83442"/>
                </a:cubicBezTo>
                <a:cubicBezTo>
                  <a:pt x="95166" y="87742"/>
                  <a:pt x="99581" y="89892"/>
                  <a:pt x="104765" y="89892"/>
                </a:cubicBezTo>
                <a:cubicBezTo>
                  <a:pt x="110038" y="89892"/>
                  <a:pt x="114552" y="87665"/>
                  <a:pt x="118309" y="83211"/>
                </a:cubicBezTo>
                <a:cubicBezTo>
                  <a:pt x="122065" y="78757"/>
                  <a:pt x="123943" y="71857"/>
                  <a:pt x="123943" y="62509"/>
                </a:cubicBezTo>
                <a:cubicBezTo>
                  <a:pt x="123943" y="53601"/>
                  <a:pt x="122109" y="46931"/>
                  <a:pt x="118440" y="42499"/>
                </a:cubicBezTo>
                <a:cubicBezTo>
                  <a:pt x="114772" y="38067"/>
                  <a:pt x="110389" y="35851"/>
                  <a:pt x="105293" y="35851"/>
                </a:cubicBezTo>
                <a:cubicBezTo>
                  <a:pt x="100240" y="35851"/>
                  <a:pt x="95770" y="38210"/>
                  <a:pt x="91881" y="42928"/>
                </a:cubicBezTo>
                <a:cubicBezTo>
                  <a:pt x="87993" y="47645"/>
                  <a:pt x="86049" y="54502"/>
                  <a:pt x="86049" y="63498"/>
                </a:cubicBezTo>
                <a:close/>
                <a:moveTo>
                  <a:pt x="145935" y="63201"/>
                </a:moveTo>
                <a:cubicBezTo>
                  <a:pt x="145935" y="50240"/>
                  <a:pt x="149537" y="40640"/>
                  <a:pt x="156743" y="34402"/>
                </a:cubicBezTo>
                <a:cubicBezTo>
                  <a:pt x="162762" y="29217"/>
                  <a:pt x="170099" y="26625"/>
                  <a:pt x="178754" y="26625"/>
                </a:cubicBezTo>
                <a:cubicBezTo>
                  <a:pt x="188376" y="26625"/>
                  <a:pt x="196241" y="29777"/>
                  <a:pt x="202348" y="36082"/>
                </a:cubicBezTo>
                <a:cubicBezTo>
                  <a:pt x="208455" y="42387"/>
                  <a:pt x="211508" y="51097"/>
                  <a:pt x="211508" y="62213"/>
                </a:cubicBezTo>
                <a:cubicBezTo>
                  <a:pt x="211508" y="71219"/>
                  <a:pt x="210157" y="78304"/>
                  <a:pt x="207455" y="83466"/>
                </a:cubicBezTo>
                <a:cubicBezTo>
                  <a:pt x="204753" y="88629"/>
                  <a:pt x="200821" y="92638"/>
                  <a:pt x="195659" y="95494"/>
                </a:cubicBezTo>
                <a:cubicBezTo>
                  <a:pt x="190496" y="98350"/>
                  <a:pt x="184861" y="99778"/>
                  <a:pt x="178754" y="99778"/>
                </a:cubicBezTo>
                <a:cubicBezTo>
                  <a:pt x="168957" y="99778"/>
                  <a:pt x="161037" y="96636"/>
                  <a:pt x="154996" y="90353"/>
                </a:cubicBezTo>
                <a:cubicBezTo>
                  <a:pt x="148955" y="84071"/>
                  <a:pt x="145935" y="75020"/>
                  <a:pt x="145935" y="63201"/>
                </a:cubicBezTo>
                <a:moveTo>
                  <a:pt x="158127" y="63168"/>
                </a:moveTo>
                <a:cubicBezTo>
                  <a:pt x="158127" y="72098"/>
                  <a:pt x="160082" y="78785"/>
                  <a:pt x="163992" y="83228"/>
                </a:cubicBezTo>
                <a:cubicBezTo>
                  <a:pt x="167902" y="87671"/>
                  <a:pt x="172823" y="89892"/>
                  <a:pt x="178754" y="89892"/>
                </a:cubicBezTo>
                <a:cubicBezTo>
                  <a:pt x="184642" y="89892"/>
                  <a:pt x="189541" y="87660"/>
                  <a:pt x="193451" y="83195"/>
                </a:cubicBezTo>
                <a:cubicBezTo>
                  <a:pt x="197361" y="78730"/>
                  <a:pt x="199316" y="71923"/>
                  <a:pt x="199316" y="62775"/>
                </a:cubicBezTo>
                <a:cubicBezTo>
                  <a:pt x="199316" y="54151"/>
                  <a:pt x="197350" y="47618"/>
                  <a:pt x="193418" y="43175"/>
                </a:cubicBezTo>
                <a:cubicBezTo>
                  <a:pt x="189486" y="38732"/>
                  <a:pt x="184598" y="36510"/>
                  <a:pt x="178754" y="36510"/>
                </a:cubicBezTo>
                <a:cubicBezTo>
                  <a:pt x="172823" y="36510"/>
                  <a:pt x="167902" y="38721"/>
                  <a:pt x="163992" y="43142"/>
                </a:cubicBezTo>
                <a:cubicBezTo>
                  <a:pt x="160082" y="47563"/>
                  <a:pt x="158127" y="54238"/>
                  <a:pt x="158127" y="63168"/>
                </a:cubicBezTo>
                <a:close/>
                <a:moveTo>
                  <a:pt x="225393" y="98196"/>
                </a:moveTo>
                <a:lnTo>
                  <a:pt x="225393" y="28207"/>
                </a:lnTo>
                <a:lnTo>
                  <a:pt x="236069" y="28207"/>
                </a:lnTo>
                <a:lnTo>
                  <a:pt x="236069" y="38092"/>
                </a:lnTo>
                <a:cubicBezTo>
                  <a:pt x="241210" y="30447"/>
                  <a:pt x="248635" y="26625"/>
                  <a:pt x="258345" y="26625"/>
                </a:cubicBezTo>
                <a:cubicBezTo>
                  <a:pt x="262563" y="26625"/>
                  <a:pt x="266440" y="27383"/>
                  <a:pt x="269977" y="28899"/>
                </a:cubicBezTo>
                <a:cubicBezTo>
                  <a:pt x="273514" y="30414"/>
                  <a:pt x="276161" y="32402"/>
                  <a:pt x="277918" y="34863"/>
                </a:cubicBezTo>
                <a:cubicBezTo>
                  <a:pt x="279675" y="37323"/>
                  <a:pt x="280906" y="40245"/>
                  <a:pt x="281609" y="43628"/>
                </a:cubicBezTo>
                <a:cubicBezTo>
                  <a:pt x="282048" y="45825"/>
                  <a:pt x="282268" y="49669"/>
                  <a:pt x="282268" y="55161"/>
                </a:cubicBezTo>
                <a:lnTo>
                  <a:pt x="282268" y="98196"/>
                </a:lnTo>
                <a:lnTo>
                  <a:pt x="270405" y="98196"/>
                </a:lnTo>
                <a:lnTo>
                  <a:pt x="270405" y="55577"/>
                </a:lnTo>
                <a:cubicBezTo>
                  <a:pt x="270405" y="50739"/>
                  <a:pt x="269944" y="47121"/>
                  <a:pt x="269021" y="44724"/>
                </a:cubicBezTo>
                <a:cubicBezTo>
                  <a:pt x="268098" y="42326"/>
                  <a:pt x="266462" y="40413"/>
                  <a:pt x="264111" y="38984"/>
                </a:cubicBezTo>
                <a:cubicBezTo>
                  <a:pt x="261761" y="37555"/>
                  <a:pt x="259004" y="36840"/>
                  <a:pt x="255840" y="36840"/>
                </a:cubicBezTo>
                <a:cubicBezTo>
                  <a:pt x="250788" y="36840"/>
                  <a:pt x="246427" y="38446"/>
                  <a:pt x="242759" y="41657"/>
                </a:cubicBezTo>
                <a:cubicBezTo>
                  <a:pt x="239090" y="44867"/>
                  <a:pt x="237256" y="50958"/>
                  <a:pt x="237256" y="59931"/>
                </a:cubicBezTo>
                <a:lnTo>
                  <a:pt x="237256" y="98196"/>
                </a:lnTo>
                <a:lnTo>
                  <a:pt x="225393" y="98196"/>
                </a:lnTo>
                <a:close/>
                <a:moveTo>
                  <a:pt x="363858" y="87717"/>
                </a:moveTo>
                <a:lnTo>
                  <a:pt x="365572" y="98196"/>
                </a:lnTo>
                <a:cubicBezTo>
                  <a:pt x="362232" y="98811"/>
                  <a:pt x="359245" y="99119"/>
                  <a:pt x="356609" y="99119"/>
                </a:cubicBezTo>
                <a:cubicBezTo>
                  <a:pt x="352303" y="99119"/>
                  <a:pt x="348964" y="98438"/>
                  <a:pt x="346591" y="97076"/>
                </a:cubicBezTo>
                <a:cubicBezTo>
                  <a:pt x="344219" y="95713"/>
                  <a:pt x="342549" y="93923"/>
                  <a:pt x="341583" y="91704"/>
                </a:cubicBezTo>
                <a:cubicBezTo>
                  <a:pt x="340616" y="89486"/>
                  <a:pt x="340133" y="84817"/>
                  <a:pt x="340133" y="77700"/>
                </a:cubicBezTo>
                <a:lnTo>
                  <a:pt x="340133" y="37433"/>
                </a:lnTo>
                <a:lnTo>
                  <a:pt x="331434" y="37433"/>
                </a:lnTo>
                <a:lnTo>
                  <a:pt x="331434" y="28207"/>
                </a:lnTo>
                <a:lnTo>
                  <a:pt x="340133" y="28207"/>
                </a:lnTo>
                <a:lnTo>
                  <a:pt x="340133" y="10827"/>
                </a:lnTo>
                <a:lnTo>
                  <a:pt x="351930" y="3691"/>
                </a:lnTo>
                <a:lnTo>
                  <a:pt x="351930" y="28207"/>
                </a:lnTo>
                <a:lnTo>
                  <a:pt x="363858" y="28207"/>
                </a:lnTo>
                <a:lnTo>
                  <a:pt x="363858" y="37433"/>
                </a:lnTo>
                <a:lnTo>
                  <a:pt x="351930" y="37433"/>
                </a:lnTo>
                <a:lnTo>
                  <a:pt x="351930" y="78359"/>
                </a:lnTo>
                <a:cubicBezTo>
                  <a:pt x="351930" y="81742"/>
                  <a:pt x="352138" y="83917"/>
                  <a:pt x="352556" y="84883"/>
                </a:cubicBezTo>
                <a:cubicBezTo>
                  <a:pt x="352973" y="85850"/>
                  <a:pt x="353654" y="86619"/>
                  <a:pt x="354599" y="87190"/>
                </a:cubicBezTo>
                <a:cubicBezTo>
                  <a:pt x="355543" y="87761"/>
                  <a:pt x="356894" y="88047"/>
                  <a:pt x="358652" y="88047"/>
                </a:cubicBezTo>
                <a:cubicBezTo>
                  <a:pt x="359970" y="88047"/>
                  <a:pt x="361705" y="87937"/>
                  <a:pt x="363858" y="87717"/>
                </a:cubicBezTo>
                <a:close/>
                <a:moveTo>
                  <a:pt x="375479" y="98196"/>
                </a:moveTo>
                <a:lnTo>
                  <a:pt x="375479" y="1582"/>
                </a:lnTo>
                <a:lnTo>
                  <a:pt x="387342" y="1582"/>
                </a:lnTo>
                <a:lnTo>
                  <a:pt x="387342" y="36247"/>
                </a:lnTo>
                <a:cubicBezTo>
                  <a:pt x="392878" y="29832"/>
                  <a:pt x="399864" y="26625"/>
                  <a:pt x="408299" y="26625"/>
                </a:cubicBezTo>
                <a:cubicBezTo>
                  <a:pt x="413484" y="26625"/>
                  <a:pt x="417987" y="27646"/>
                  <a:pt x="421809" y="29689"/>
                </a:cubicBezTo>
                <a:cubicBezTo>
                  <a:pt x="425632" y="31732"/>
                  <a:pt x="428367" y="34555"/>
                  <a:pt x="430014" y="38158"/>
                </a:cubicBezTo>
                <a:cubicBezTo>
                  <a:pt x="431662" y="41761"/>
                  <a:pt x="432486" y="46989"/>
                  <a:pt x="432486" y="53843"/>
                </a:cubicBezTo>
                <a:lnTo>
                  <a:pt x="432486" y="98196"/>
                </a:lnTo>
                <a:lnTo>
                  <a:pt x="420623" y="98196"/>
                </a:lnTo>
                <a:lnTo>
                  <a:pt x="420623" y="53843"/>
                </a:lnTo>
                <a:cubicBezTo>
                  <a:pt x="420623" y="47912"/>
                  <a:pt x="419338" y="43595"/>
                  <a:pt x="416768" y="40893"/>
                </a:cubicBezTo>
                <a:cubicBezTo>
                  <a:pt x="414198" y="38191"/>
                  <a:pt x="410562" y="36840"/>
                  <a:pt x="405861" y="36840"/>
                </a:cubicBezTo>
                <a:cubicBezTo>
                  <a:pt x="402346" y="36840"/>
                  <a:pt x="399040" y="37752"/>
                  <a:pt x="395942" y="39575"/>
                </a:cubicBezTo>
                <a:cubicBezTo>
                  <a:pt x="392845" y="41398"/>
                  <a:pt x="390637" y="43870"/>
                  <a:pt x="389319" y="46989"/>
                </a:cubicBezTo>
                <a:cubicBezTo>
                  <a:pt x="388001" y="50108"/>
                  <a:pt x="387342" y="54414"/>
                  <a:pt x="387342" y="59906"/>
                </a:cubicBezTo>
                <a:lnTo>
                  <a:pt x="387342" y="98196"/>
                </a:lnTo>
                <a:lnTo>
                  <a:pt x="375479" y="98196"/>
                </a:lnTo>
                <a:close/>
                <a:moveTo>
                  <a:pt x="498434" y="75657"/>
                </a:moveTo>
                <a:lnTo>
                  <a:pt x="510692" y="77173"/>
                </a:lnTo>
                <a:cubicBezTo>
                  <a:pt x="508759" y="84334"/>
                  <a:pt x="505179" y="89892"/>
                  <a:pt x="499950" y="93846"/>
                </a:cubicBezTo>
                <a:cubicBezTo>
                  <a:pt x="494722" y="97800"/>
                  <a:pt x="488044" y="99778"/>
                  <a:pt x="479916" y="99778"/>
                </a:cubicBezTo>
                <a:cubicBezTo>
                  <a:pt x="469679" y="99778"/>
                  <a:pt x="461562" y="96625"/>
                  <a:pt x="455564" y="90320"/>
                </a:cubicBezTo>
                <a:cubicBezTo>
                  <a:pt x="449567" y="84016"/>
                  <a:pt x="446569" y="75174"/>
                  <a:pt x="446569" y="63794"/>
                </a:cubicBezTo>
                <a:cubicBezTo>
                  <a:pt x="446569" y="52020"/>
                  <a:pt x="449600" y="42881"/>
                  <a:pt x="455663" y="36379"/>
                </a:cubicBezTo>
                <a:cubicBezTo>
                  <a:pt x="461726" y="29876"/>
                  <a:pt x="469591" y="26625"/>
                  <a:pt x="479257" y="26625"/>
                </a:cubicBezTo>
                <a:cubicBezTo>
                  <a:pt x="488615" y="26625"/>
                  <a:pt x="496260" y="29805"/>
                  <a:pt x="502191" y="36166"/>
                </a:cubicBezTo>
                <a:cubicBezTo>
                  <a:pt x="508122" y="42526"/>
                  <a:pt x="511088" y="51474"/>
                  <a:pt x="511088" y="63010"/>
                </a:cubicBezTo>
                <a:cubicBezTo>
                  <a:pt x="511088" y="63711"/>
                  <a:pt x="511066" y="64764"/>
                  <a:pt x="511022" y="66167"/>
                </a:cubicBezTo>
                <a:lnTo>
                  <a:pt x="458827" y="66167"/>
                </a:lnTo>
                <a:cubicBezTo>
                  <a:pt x="459266" y="73834"/>
                  <a:pt x="461441" y="79704"/>
                  <a:pt x="465351" y="83780"/>
                </a:cubicBezTo>
                <a:cubicBezTo>
                  <a:pt x="469261" y="87855"/>
                  <a:pt x="474138" y="89892"/>
                  <a:pt x="479982" y="89892"/>
                </a:cubicBezTo>
                <a:cubicBezTo>
                  <a:pt x="484331" y="89892"/>
                  <a:pt x="488044" y="88761"/>
                  <a:pt x="491119" y="86498"/>
                </a:cubicBezTo>
                <a:cubicBezTo>
                  <a:pt x="494195" y="84234"/>
                  <a:pt x="496633" y="80620"/>
                  <a:pt x="498434" y="75657"/>
                </a:cubicBezTo>
                <a:moveTo>
                  <a:pt x="459486" y="56281"/>
                </a:moveTo>
                <a:lnTo>
                  <a:pt x="498566" y="56281"/>
                </a:lnTo>
                <a:cubicBezTo>
                  <a:pt x="498039" y="50490"/>
                  <a:pt x="496545" y="46147"/>
                  <a:pt x="494085" y="43251"/>
                </a:cubicBezTo>
                <a:cubicBezTo>
                  <a:pt x="490306" y="38757"/>
                  <a:pt x="485408" y="36510"/>
                  <a:pt x="479388" y="36510"/>
                </a:cubicBezTo>
                <a:cubicBezTo>
                  <a:pt x="473940" y="36510"/>
                  <a:pt x="469360" y="38304"/>
                  <a:pt x="465648" y="41892"/>
                </a:cubicBezTo>
                <a:cubicBezTo>
                  <a:pt x="461935" y="45478"/>
                  <a:pt x="459881" y="50275"/>
                  <a:pt x="459486" y="56281"/>
                </a:cubicBezTo>
                <a:close/>
                <a:moveTo>
                  <a:pt x="525632" y="15290"/>
                </a:moveTo>
                <a:lnTo>
                  <a:pt x="525632" y="1582"/>
                </a:lnTo>
                <a:lnTo>
                  <a:pt x="537495" y="1582"/>
                </a:lnTo>
                <a:lnTo>
                  <a:pt x="537495" y="15290"/>
                </a:lnTo>
                <a:lnTo>
                  <a:pt x="525632" y="15290"/>
                </a:lnTo>
                <a:moveTo>
                  <a:pt x="525632" y="98196"/>
                </a:moveTo>
                <a:lnTo>
                  <a:pt x="525632" y="28207"/>
                </a:lnTo>
                <a:lnTo>
                  <a:pt x="537495" y="28207"/>
                </a:lnTo>
                <a:lnTo>
                  <a:pt x="537495" y="98196"/>
                </a:lnTo>
                <a:lnTo>
                  <a:pt x="525632" y="98196"/>
                </a:lnTo>
                <a:close/>
                <a:moveTo>
                  <a:pt x="555397" y="98196"/>
                </a:moveTo>
                <a:lnTo>
                  <a:pt x="555397" y="28207"/>
                </a:lnTo>
                <a:lnTo>
                  <a:pt x="566074" y="28207"/>
                </a:lnTo>
                <a:lnTo>
                  <a:pt x="566074" y="38751"/>
                </a:lnTo>
                <a:cubicBezTo>
                  <a:pt x="568798" y="33814"/>
                  <a:pt x="571313" y="30559"/>
                  <a:pt x="573619" y="28985"/>
                </a:cubicBezTo>
                <a:cubicBezTo>
                  <a:pt x="575926" y="27412"/>
                  <a:pt x="578463" y="26625"/>
                  <a:pt x="581231" y="26625"/>
                </a:cubicBezTo>
                <a:cubicBezTo>
                  <a:pt x="585229" y="26625"/>
                  <a:pt x="589293" y="27894"/>
                  <a:pt x="593423" y="30431"/>
                </a:cubicBezTo>
                <a:lnTo>
                  <a:pt x="589337" y="41387"/>
                </a:lnTo>
                <a:cubicBezTo>
                  <a:pt x="586438" y="39674"/>
                  <a:pt x="583538" y="38817"/>
                  <a:pt x="580638" y="38817"/>
                </a:cubicBezTo>
                <a:cubicBezTo>
                  <a:pt x="578046" y="38817"/>
                  <a:pt x="575717" y="39598"/>
                  <a:pt x="573652" y="41161"/>
                </a:cubicBezTo>
                <a:cubicBezTo>
                  <a:pt x="571587" y="42722"/>
                  <a:pt x="570116" y="44888"/>
                  <a:pt x="569237" y="47658"/>
                </a:cubicBezTo>
                <a:cubicBezTo>
                  <a:pt x="567919" y="51880"/>
                  <a:pt x="567260" y="56498"/>
                  <a:pt x="567260" y="61512"/>
                </a:cubicBezTo>
                <a:lnTo>
                  <a:pt x="567260" y="98196"/>
                </a:lnTo>
                <a:lnTo>
                  <a:pt x="555397" y="98196"/>
                </a:lnTo>
                <a:close/>
                <a:moveTo>
                  <a:pt x="683667" y="72494"/>
                </a:moveTo>
                <a:lnTo>
                  <a:pt x="695332" y="74009"/>
                </a:lnTo>
                <a:cubicBezTo>
                  <a:pt x="694058" y="82070"/>
                  <a:pt x="690795" y="88380"/>
                  <a:pt x="685545" y="92940"/>
                </a:cubicBezTo>
                <a:cubicBezTo>
                  <a:pt x="680295" y="97498"/>
                  <a:pt x="673847" y="99778"/>
                  <a:pt x="666202" y="99778"/>
                </a:cubicBezTo>
                <a:cubicBezTo>
                  <a:pt x="656625" y="99778"/>
                  <a:pt x="648925" y="96647"/>
                  <a:pt x="643103" y="90386"/>
                </a:cubicBezTo>
                <a:cubicBezTo>
                  <a:pt x="637282" y="84126"/>
                  <a:pt x="634371" y="75152"/>
                  <a:pt x="634371" y="63465"/>
                </a:cubicBezTo>
                <a:cubicBezTo>
                  <a:pt x="634371" y="55908"/>
                  <a:pt x="635623" y="49296"/>
                  <a:pt x="638128" y="43628"/>
                </a:cubicBezTo>
                <a:cubicBezTo>
                  <a:pt x="640632" y="37960"/>
                  <a:pt x="644443" y="33710"/>
                  <a:pt x="649562" y="30876"/>
                </a:cubicBezTo>
                <a:cubicBezTo>
                  <a:pt x="654680" y="28042"/>
                  <a:pt x="660249" y="26625"/>
                  <a:pt x="666268" y="26625"/>
                </a:cubicBezTo>
                <a:cubicBezTo>
                  <a:pt x="673869" y="26625"/>
                  <a:pt x="680086" y="28553"/>
                  <a:pt x="684919" y="32410"/>
                </a:cubicBezTo>
                <a:cubicBezTo>
                  <a:pt x="689752" y="36265"/>
                  <a:pt x="692849" y="41740"/>
                  <a:pt x="694211" y="48834"/>
                </a:cubicBezTo>
                <a:lnTo>
                  <a:pt x="682678" y="50614"/>
                </a:lnTo>
                <a:cubicBezTo>
                  <a:pt x="681580" y="45935"/>
                  <a:pt x="679636" y="42414"/>
                  <a:pt x="676846" y="40053"/>
                </a:cubicBezTo>
                <a:cubicBezTo>
                  <a:pt x="674056" y="37691"/>
                  <a:pt x="670684" y="36510"/>
                  <a:pt x="666730" y="36510"/>
                </a:cubicBezTo>
                <a:cubicBezTo>
                  <a:pt x="660754" y="36510"/>
                  <a:pt x="655900" y="38642"/>
                  <a:pt x="652165" y="42905"/>
                </a:cubicBezTo>
                <a:cubicBezTo>
                  <a:pt x="648431" y="47167"/>
                  <a:pt x="646563" y="53910"/>
                  <a:pt x="646563" y="63135"/>
                </a:cubicBezTo>
                <a:cubicBezTo>
                  <a:pt x="646563" y="72492"/>
                  <a:pt x="648365" y="79291"/>
                  <a:pt x="651967" y="83532"/>
                </a:cubicBezTo>
                <a:cubicBezTo>
                  <a:pt x="655570" y="87772"/>
                  <a:pt x="660271" y="89892"/>
                  <a:pt x="666071" y="89892"/>
                </a:cubicBezTo>
                <a:cubicBezTo>
                  <a:pt x="670728" y="89892"/>
                  <a:pt x="674616" y="88470"/>
                  <a:pt x="677736" y="85625"/>
                </a:cubicBezTo>
                <a:cubicBezTo>
                  <a:pt x="680855" y="82780"/>
                  <a:pt x="682832" y="78403"/>
                  <a:pt x="683667" y="72494"/>
                </a:cubicBezTo>
                <a:close/>
                <a:moveTo>
                  <a:pt x="701065" y="63201"/>
                </a:moveTo>
                <a:cubicBezTo>
                  <a:pt x="701065" y="50240"/>
                  <a:pt x="704668" y="40640"/>
                  <a:pt x="711874" y="34402"/>
                </a:cubicBezTo>
                <a:cubicBezTo>
                  <a:pt x="717893" y="29217"/>
                  <a:pt x="725230" y="26625"/>
                  <a:pt x="733885" y="26625"/>
                </a:cubicBezTo>
                <a:cubicBezTo>
                  <a:pt x="743507" y="26625"/>
                  <a:pt x="751372" y="29777"/>
                  <a:pt x="757479" y="36082"/>
                </a:cubicBezTo>
                <a:cubicBezTo>
                  <a:pt x="763586" y="42387"/>
                  <a:pt x="766639" y="51097"/>
                  <a:pt x="766639" y="62213"/>
                </a:cubicBezTo>
                <a:cubicBezTo>
                  <a:pt x="766639" y="71219"/>
                  <a:pt x="765288" y="78304"/>
                  <a:pt x="762586" y="83466"/>
                </a:cubicBezTo>
                <a:cubicBezTo>
                  <a:pt x="759884" y="88629"/>
                  <a:pt x="755952" y="92638"/>
                  <a:pt x="750789" y="95494"/>
                </a:cubicBezTo>
                <a:cubicBezTo>
                  <a:pt x="745627" y="98350"/>
                  <a:pt x="739992" y="99778"/>
                  <a:pt x="733885" y="99778"/>
                </a:cubicBezTo>
                <a:cubicBezTo>
                  <a:pt x="724088" y="99778"/>
                  <a:pt x="716168" y="96636"/>
                  <a:pt x="710127" y="90353"/>
                </a:cubicBezTo>
                <a:cubicBezTo>
                  <a:pt x="704086" y="84071"/>
                  <a:pt x="701065" y="75020"/>
                  <a:pt x="701065" y="63201"/>
                </a:cubicBezTo>
                <a:moveTo>
                  <a:pt x="713257" y="63168"/>
                </a:moveTo>
                <a:cubicBezTo>
                  <a:pt x="713257" y="72098"/>
                  <a:pt x="715213" y="78785"/>
                  <a:pt x="719123" y="83228"/>
                </a:cubicBezTo>
                <a:cubicBezTo>
                  <a:pt x="723033" y="87671"/>
                  <a:pt x="727954" y="89892"/>
                  <a:pt x="733885" y="89892"/>
                </a:cubicBezTo>
                <a:cubicBezTo>
                  <a:pt x="739773" y="89892"/>
                  <a:pt x="744671" y="87660"/>
                  <a:pt x="748582" y="83195"/>
                </a:cubicBezTo>
                <a:cubicBezTo>
                  <a:pt x="752492" y="78730"/>
                  <a:pt x="754447" y="71923"/>
                  <a:pt x="754447" y="62775"/>
                </a:cubicBezTo>
                <a:cubicBezTo>
                  <a:pt x="754447" y="54151"/>
                  <a:pt x="752481" y="47618"/>
                  <a:pt x="748549" y="43175"/>
                </a:cubicBezTo>
                <a:cubicBezTo>
                  <a:pt x="744616" y="38732"/>
                  <a:pt x="739729" y="36510"/>
                  <a:pt x="733885" y="36510"/>
                </a:cubicBezTo>
                <a:cubicBezTo>
                  <a:pt x="727954" y="36510"/>
                  <a:pt x="723033" y="38721"/>
                  <a:pt x="719123" y="43142"/>
                </a:cubicBezTo>
                <a:cubicBezTo>
                  <a:pt x="715213" y="47563"/>
                  <a:pt x="713257" y="54238"/>
                  <a:pt x="713257" y="63168"/>
                </a:cubicBezTo>
                <a:close/>
                <a:moveTo>
                  <a:pt x="780524" y="98196"/>
                </a:moveTo>
                <a:lnTo>
                  <a:pt x="780524" y="28207"/>
                </a:lnTo>
                <a:lnTo>
                  <a:pt x="791200" y="28207"/>
                </a:lnTo>
                <a:lnTo>
                  <a:pt x="791200" y="38092"/>
                </a:lnTo>
                <a:cubicBezTo>
                  <a:pt x="796341" y="30447"/>
                  <a:pt x="803766" y="26625"/>
                  <a:pt x="813476" y="26625"/>
                </a:cubicBezTo>
                <a:cubicBezTo>
                  <a:pt x="817693" y="26625"/>
                  <a:pt x="821571" y="27383"/>
                  <a:pt x="825108" y="28899"/>
                </a:cubicBezTo>
                <a:cubicBezTo>
                  <a:pt x="828644" y="30414"/>
                  <a:pt x="831291" y="32402"/>
                  <a:pt x="833049" y="34863"/>
                </a:cubicBezTo>
                <a:cubicBezTo>
                  <a:pt x="834806" y="37323"/>
                  <a:pt x="836036" y="40245"/>
                  <a:pt x="836739" y="43628"/>
                </a:cubicBezTo>
                <a:cubicBezTo>
                  <a:pt x="837179" y="45825"/>
                  <a:pt x="837399" y="49669"/>
                  <a:pt x="837399" y="55161"/>
                </a:cubicBezTo>
                <a:lnTo>
                  <a:pt x="837399" y="98196"/>
                </a:lnTo>
                <a:lnTo>
                  <a:pt x="825536" y="98196"/>
                </a:lnTo>
                <a:lnTo>
                  <a:pt x="825536" y="55577"/>
                </a:lnTo>
                <a:cubicBezTo>
                  <a:pt x="825536" y="50739"/>
                  <a:pt x="825075" y="47121"/>
                  <a:pt x="824152" y="44724"/>
                </a:cubicBezTo>
                <a:cubicBezTo>
                  <a:pt x="823229" y="42326"/>
                  <a:pt x="821593" y="40413"/>
                  <a:pt x="819242" y="38984"/>
                </a:cubicBezTo>
                <a:cubicBezTo>
                  <a:pt x="816892" y="37555"/>
                  <a:pt x="814135" y="36840"/>
                  <a:pt x="810971" y="36840"/>
                </a:cubicBezTo>
                <a:cubicBezTo>
                  <a:pt x="805919" y="36840"/>
                  <a:pt x="801558" y="38446"/>
                  <a:pt x="797889" y="41657"/>
                </a:cubicBezTo>
                <a:cubicBezTo>
                  <a:pt x="794221" y="44867"/>
                  <a:pt x="792387" y="50958"/>
                  <a:pt x="792387" y="59931"/>
                </a:cubicBezTo>
                <a:lnTo>
                  <a:pt x="792387" y="98196"/>
                </a:lnTo>
                <a:lnTo>
                  <a:pt x="780524" y="98196"/>
                </a:lnTo>
                <a:close/>
                <a:moveTo>
                  <a:pt x="850822" y="77239"/>
                </a:moveTo>
                <a:lnTo>
                  <a:pt x="862553" y="75393"/>
                </a:lnTo>
                <a:cubicBezTo>
                  <a:pt x="863212" y="80074"/>
                  <a:pt x="865046" y="83661"/>
                  <a:pt x="868056" y="86154"/>
                </a:cubicBezTo>
                <a:cubicBezTo>
                  <a:pt x="871066" y="88646"/>
                  <a:pt x="875272" y="89892"/>
                  <a:pt x="880677" y="89892"/>
                </a:cubicBezTo>
                <a:cubicBezTo>
                  <a:pt x="886125" y="89892"/>
                  <a:pt x="890167" y="88792"/>
                  <a:pt x="892803" y="86591"/>
                </a:cubicBezTo>
                <a:cubicBezTo>
                  <a:pt x="895439" y="84388"/>
                  <a:pt x="896757" y="81806"/>
                  <a:pt x="896757" y="78843"/>
                </a:cubicBezTo>
                <a:cubicBezTo>
                  <a:pt x="896757" y="76183"/>
                  <a:pt x="895593" y="74091"/>
                  <a:pt x="893264" y="72566"/>
                </a:cubicBezTo>
                <a:cubicBezTo>
                  <a:pt x="891638" y="71519"/>
                  <a:pt x="887596" y="70190"/>
                  <a:pt x="881138" y="68576"/>
                </a:cubicBezTo>
                <a:cubicBezTo>
                  <a:pt x="872439" y="66378"/>
                  <a:pt x="866408" y="64477"/>
                  <a:pt x="863047" y="62872"/>
                </a:cubicBezTo>
                <a:cubicBezTo>
                  <a:pt x="859686" y="61267"/>
                  <a:pt x="857138" y="59046"/>
                  <a:pt x="855403" y="56209"/>
                </a:cubicBezTo>
                <a:cubicBezTo>
                  <a:pt x="853667" y="53373"/>
                  <a:pt x="852799" y="50240"/>
                  <a:pt x="852799" y="46810"/>
                </a:cubicBezTo>
                <a:cubicBezTo>
                  <a:pt x="852799" y="43688"/>
                  <a:pt x="853513" y="40796"/>
                  <a:pt x="854941" y="38135"/>
                </a:cubicBezTo>
                <a:cubicBezTo>
                  <a:pt x="856369" y="35474"/>
                  <a:pt x="858313" y="33265"/>
                  <a:pt x="860774" y="31506"/>
                </a:cubicBezTo>
                <a:cubicBezTo>
                  <a:pt x="862619" y="30143"/>
                  <a:pt x="865134" y="28989"/>
                  <a:pt x="868320" y="28044"/>
                </a:cubicBezTo>
                <a:cubicBezTo>
                  <a:pt x="871505" y="27098"/>
                  <a:pt x="874921" y="26625"/>
                  <a:pt x="878568" y="26625"/>
                </a:cubicBezTo>
                <a:cubicBezTo>
                  <a:pt x="884060" y="26625"/>
                  <a:pt x="888881" y="27421"/>
                  <a:pt x="893033" y="29014"/>
                </a:cubicBezTo>
                <a:cubicBezTo>
                  <a:pt x="897185" y="30605"/>
                  <a:pt x="900250" y="32761"/>
                  <a:pt x="902227" y="35483"/>
                </a:cubicBezTo>
                <a:cubicBezTo>
                  <a:pt x="904204" y="38203"/>
                  <a:pt x="905566" y="41840"/>
                  <a:pt x="906313" y="46396"/>
                </a:cubicBezTo>
                <a:lnTo>
                  <a:pt x="894714" y="47978"/>
                </a:lnTo>
                <a:cubicBezTo>
                  <a:pt x="894187" y="44375"/>
                  <a:pt x="892660" y="41563"/>
                  <a:pt x="890134" y="39542"/>
                </a:cubicBezTo>
                <a:cubicBezTo>
                  <a:pt x="887607" y="37521"/>
                  <a:pt x="884038" y="36510"/>
                  <a:pt x="879424" y="36510"/>
                </a:cubicBezTo>
                <a:cubicBezTo>
                  <a:pt x="873976" y="36510"/>
                  <a:pt x="870088" y="37407"/>
                  <a:pt x="867759" y="39200"/>
                </a:cubicBezTo>
                <a:cubicBezTo>
                  <a:pt x="865431" y="40992"/>
                  <a:pt x="864267" y="43090"/>
                  <a:pt x="864267" y="45496"/>
                </a:cubicBezTo>
                <a:cubicBezTo>
                  <a:pt x="864267" y="47025"/>
                  <a:pt x="864750" y="48403"/>
                  <a:pt x="865716" y="49627"/>
                </a:cubicBezTo>
                <a:cubicBezTo>
                  <a:pt x="866683" y="50894"/>
                  <a:pt x="868199" y="51943"/>
                  <a:pt x="870264" y="52774"/>
                </a:cubicBezTo>
                <a:cubicBezTo>
                  <a:pt x="871450" y="53212"/>
                  <a:pt x="874943" y="54218"/>
                  <a:pt x="880742" y="55791"/>
                </a:cubicBezTo>
                <a:cubicBezTo>
                  <a:pt x="889134" y="58031"/>
                  <a:pt x="894989" y="59864"/>
                  <a:pt x="898306" y="61290"/>
                </a:cubicBezTo>
                <a:cubicBezTo>
                  <a:pt x="901623" y="62717"/>
                  <a:pt x="904226" y="64791"/>
                  <a:pt x="906115" y="67514"/>
                </a:cubicBezTo>
                <a:cubicBezTo>
                  <a:pt x="908004" y="70235"/>
                  <a:pt x="908949" y="73615"/>
                  <a:pt x="908949" y="77653"/>
                </a:cubicBezTo>
                <a:cubicBezTo>
                  <a:pt x="908949" y="81604"/>
                  <a:pt x="907796" y="85325"/>
                  <a:pt x="905489" y="88815"/>
                </a:cubicBezTo>
                <a:cubicBezTo>
                  <a:pt x="903182" y="92304"/>
                  <a:pt x="899854" y="95003"/>
                  <a:pt x="895505" y="96913"/>
                </a:cubicBezTo>
                <a:cubicBezTo>
                  <a:pt x="891155" y="98823"/>
                  <a:pt x="886234" y="99778"/>
                  <a:pt x="880742" y="99778"/>
                </a:cubicBezTo>
                <a:cubicBezTo>
                  <a:pt x="871648" y="99778"/>
                  <a:pt x="864717" y="97883"/>
                  <a:pt x="859950" y="94093"/>
                </a:cubicBezTo>
                <a:cubicBezTo>
                  <a:pt x="855183" y="90304"/>
                  <a:pt x="852140" y="84686"/>
                  <a:pt x="850822" y="77239"/>
                </a:cubicBezTo>
                <a:close/>
                <a:moveTo>
                  <a:pt x="948952" y="87717"/>
                </a:moveTo>
                <a:lnTo>
                  <a:pt x="950666" y="98196"/>
                </a:lnTo>
                <a:cubicBezTo>
                  <a:pt x="947326" y="98811"/>
                  <a:pt x="944339" y="99119"/>
                  <a:pt x="941703" y="99119"/>
                </a:cubicBezTo>
                <a:cubicBezTo>
                  <a:pt x="937397" y="99119"/>
                  <a:pt x="934058" y="98438"/>
                  <a:pt x="931685" y="97076"/>
                </a:cubicBezTo>
                <a:cubicBezTo>
                  <a:pt x="929313" y="95713"/>
                  <a:pt x="927643" y="93923"/>
                  <a:pt x="926677" y="91704"/>
                </a:cubicBezTo>
                <a:cubicBezTo>
                  <a:pt x="925710" y="89486"/>
                  <a:pt x="925227" y="84817"/>
                  <a:pt x="925227" y="77700"/>
                </a:cubicBezTo>
                <a:lnTo>
                  <a:pt x="925227" y="37433"/>
                </a:lnTo>
                <a:lnTo>
                  <a:pt x="916528" y="37433"/>
                </a:lnTo>
                <a:lnTo>
                  <a:pt x="916528" y="28207"/>
                </a:lnTo>
                <a:lnTo>
                  <a:pt x="925227" y="28207"/>
                </a:lnTo>
                <a:lnTo>
                  <a:pt x="925227" y="10827"/>
                </a:lnTo>
                <a:lnTo>
                  <a:pt x="937024" y="3691"/>
                </a:lnTo>
                <a:lnTo>
                  <a:pt x="937024" y="28207"/>
                </a:lnTo>
                <a:lnTo>
                  <a:pt x="948952" y="28207"/>
                </a:lnTo>
                <a:lnTo>
                  <a:pt x="948952" y="37433"/>
                </a:lnTo>
                <a:lnTo>
                  <a:pt x="937024" y="37433"/>
                </a:lnTo>
                <a:lnTo>
                  <a:pt x="937024" y="78359"/>
                </a:lnTo>
                <a:cubicBezTo>
                  <a:pt x="937024" y="81742"/>
                  <a:pt x="937232" y="83917"/>
                  <a:pt x="937650" y="84883"/>
                </a:cubicBezTo>
                <a:cubicBezTo>
                  <a:pt x="938067" y="85850"/>
                  <a:pt x="938748" y="86619"/>
                  <a:pt x="939693" y="87190"/>
                </a:cubicBezTo>
                <a:cubicBezTo>
                  <a:pt x="940637" y="87761"/>
                  <a:pt x="941988" y="88047"/>
                  <a:pt x="943746" y="88047"/>
                </a:cubicBezTo>
                <a:cubicBezTo>
                  <a:pt x="945064" y="88047"/>
                  <a:pt x="946799" y="87937"/>
                  <a:pt x="948952" y="87717"/>
                </a:cubicBezTo>
                <a:close/>
                <a:moveTo>
                  <a:pt x="960640" y="15290"/>
                </a:moveTo>
                <a:lnTo>
                  <a:pt x="960640" y="1582"/>
                </a:lnTo>
                <a:lnTo>
                  <a:pt x="972502" y="1582"/>
                </a:lnTo>
                <a:lnTo>
                  <a:pt x="972502" y="15290"/>
                </a:lnTo>
                <a:lnTo>
                  <a:pt x="960640" y="15290"/>
                </a:lnTo>
                <a:moveTo>
                  <a:pt x="960640" y="98196"/>
                </a:moveTo>
                <a:lnTo>
                  <a:pt x="960640" y="28207"/>
                </a:lnTo>
                <a:lnTo>
                  <a:pt x="972502" y="28207"/>
                </a:lnTo>
                <a:lnTo>
                  <a:pt x="972502" y="98196"/>
                </a:lnTo>
                <a:lnTo>
                  <a:pt x="960640" y="98196"/>
                </a:lnTo>
                <a:close/>
                <a:moveTo>
                  <a:pt x="1016437" y="87717"/>
                </a:moveTo>
                <a:lnTo>
                  <a:pt x="1018151" y="98196"/>
                </a:lnTo>
                <a:cubicBezTo>
                  <a:pt x="1014811" y="98811"/>
                  <a:pt x="1011824" y="99119"/>
                  <a:pt x="1009188" y="99119"/>
                </a:cubicBezTo>
                <a:cubicBezTo>
                  <a:pt x="1004882" y="99119"/>
                  <a:pt x="1001543" y="98438"/>
                  <a:pt x="999170" y="97076"/>
                </a:cubicBezTo>
                <a:cubicBezTo>
                  <a:pt x="996798" y="95713"/>
                  <a:pt x="995128" y="93923"/>
                  <a:pt x="994162" y="91704"/>
                </a:cubicBezTo>
                <a:cubicBezTo>
                  <a:pt x="993195" y="89486"/>
                  <a:pt x="992712" y="84817"/>
                  <a:pt x="992712" y="77700"/>
                </a:cubicBezTo>
                <a:lnTo>
                  <a:pt x="992712" y="37433"/>
                </a:lnTo>
                <a:lnTo>
                  <a:pt x="984013" y="37433"/>
                </a:lnTo>
                <a:lnTo>
                  <a:pt x="984013" y="28207"/>
                </a:lnTo>
                <a:lnTo>
                  <a:pt x="992712" y="28207"/>
                </a:lnTo>
                <a:lnTo>
                  <a:pt x="992712" y="10827"/>
                </a:lnTo>
                <a:lnTo>
                  <a:pt x="1004509" y="3691"/>
                </a:lnTo>
                <a:lnTo>
                  <a:pt x="1004509" y="28207"/>
                </a:lnTo>
                <a:lnTo>
                  <a:pt x="1016437" y="28207"/>
                </a:lnTo>
                <a:lnTo>
                  <a:pt x="1016437" y="37433"/>
                </a:lnTo>
                <a:lnTo>
                  <a:pt x="1004509" y="37433"/>
                </a:lnTo>
                <a:lnTo>
                  <a:pt x="1004509" y="78359"/>
                </a:lnTo>
                <a:cubicBezTo>
                  <a:pt x="1004509" y="81742"/>
                  <a:pt x="1004717" y="83917"/>
                  <a:pt x="1005135" y="84883"/>
                </a:cubicBezTo>
                <a:cubicBezTo>
                  <a:pt x="1005552" y="85850"/>
                  <a:pt x="1006233" y="86619"/>
                  <a:pt x="1007178" y="87190"/>
                </a:cubicBezTo>
                <a:cubicBezTo>
                  <a:pt x="1008122" y="87761"/>
                  <a:pt x="1009473" y="88047"/>
                  <a:pt x="1011231" y="88047"/>
                </a:cubicBezTo>
                <a:cubicBezTo>
                  <a:pt x="1012549" y="88047"/>
                  <a:pt x="1014284" y="87937"/>
                  <a:pt x="1016437" y="87717"/>
                </a:cubicBezTo>
                <a:close/>
                <a:moveTo>
                  <a:pt x="1073927" y="98196"/>
                </a:moveTo>
                <a:lnTo>
                  <a:pt x="1073927" y="87915"/>
                </a:lnTo>
                <a:cubicBezTo>
                  <a:pt x="1068479" y="95823"/>
                  <a:pt x="1061076" y="99778"/>
                  <a:pt x="1051718" y="99778"/>
                </a:cubicBezTo>
                <a:cubicBezTo>
                  <a:pt x="1047588" y="99778"/>
                  <a:pt x="1043732" y="98987"/>
                  <a:pt x="1040152" y="97405"/>
                </a:cubicBezTo>
                <a:cubicBezTo>
                  <a:pt x="1036571" y="95823"/>
                  <a:pt x="1033913" y="93835"/>
                  <a:pt x="1032177" y="91441"/>
                </a:cubicBezTo>
                <a:cubicBezTo>
                  <a:pt x="1030442" y="89046"/>
                  <a:pt x="1029223" y="86114"/>
                  <a:pt x="1028520" y="82643"/>
                </a:cubicBezTo>
                <a:cubicBezTo>
                  <a:pt x="1028036" y="80314"/>
                  <a:pt x="1027795" y="76624"/>
                  <a:pt x="1027795" y="71571"/>
                </a:cubicBezTo>
                <a:lnTo>
                  <a:pt x="1027795" y="28207"/>
                </a:lnTo>
                <a:lnTo>
                  <a:pt x="1039657" y="28207"/>
                </a:lnTo>
                <a:lnTo>
                  <a:pt x="1039657" y="67024"/>
                </a:lnTo>
                <a:cubicBezTo>
                  <a:pt x="1039657" y="73219"/>
                  <a:pt x="1039899" y="77392"/>
                  <a:pt x="1040382" y="79545"/>
                </a:cubicBezTo>
                <a:cubicBezTo>
                  <a:pt x="1041129" y="82665"/>
                  <a:pt x="1042711" y="85114"/>
                  <a:pt x="1045127" y="86893"/>
                </a:cubicBezTo>
                <a:cubicBezTo>
                  <a:pt x="1047544" y="88673"/>
                  <a:pt x="1050531" y="89563"/>
                  <a:pt x="1054090" y="89563"/>
                </a:cubicBezTo>
                <a:cubicBezTo>
                  <a:pt x="1057649" y="89563"/>
                  <a:pt x="1060988" y="88651"/>
                  <a:pt x="1064107" y="86828"/>
                </a:cubicBezTo>
                <a:cubicBezTo>
                  <a:pt x="1067227" y="85004"/>
                  <a:pt x="1069435" y="82522"/>
                  <a:pt x="1070731" y="79380"/>
                </a:cubicBezTo>
                <a:cubicBezTo>
                  <a:pt x="1072027" y="76239"/>
                  <a:pt x="1072675" y="71681"/>
                  <a:pt x="1072675" y="65706"/>
                </a:cubicBezTo>
                <a:lnTo>
                  <a:pt x="1072675" y="28207"/>
                </a:lnTo>
                <a:lnTo>
                  <a:pt x="1084537" y="28207"/>
                </a:lnTo>
                <a:lnTo>
                  <a:pt x="1084537" y="98196"/>
                </a:lnTo>
                <a:lnTo>
                  <a:pt x="1073927" y="98196"/>
                </a:lnTo>
                <a:close/>
                <a:moveTo>
                  <a:pt x="1129002" y="87717"/>
                </a:moveTo>
                <a:lnTo>
                  <a:pt x="1130715" y="98196"/>
                </a:lnTo>
                <a:cubicBezTo>
                  <a:pt x="1127376" y="98811"/>
                  <a:pt x="1124388" y="99119"/>
                  <a:pt x="1121752" y="99119"/>
                </a:cubicBezTo>
                <a:cubicBezTo>
                  <a:pt x="1117447" y="99119"/>
                  <a:pt x="1114108" y="98438"/>
                  <a:pt x="1111735" y="97076"/>
                </a:cubicBezTo>
                <a:cubicBezTo>
                  <a:pt x="1109363" y="95713"/>
                  <a:pt x="1107693" y="93923"/>
                  <a:pt x="1106726" y="91704"/>
                </a:cubicBezTo>
                <a:cubicBezTo>
                  <a:pt x="1105760" y="89486"/>
                  <a:pt x="1105277" y="84817"/>
                  <a:pt x="1105277" y="77700"/>
                </a:cubicBezTo>
                <a:lnTo>
                  <a:pt x="1105277" y="37433"/>
                </a:lnTo>
                <a:lnTo>
                  <a:pt x="1096577" y="37433"/>
                </a:lnTo>
                <a:lnTo>
                  <a:pt x="1096577" y="28207"/>
                </a:lnTo>
                <a:lnTo>
                  <a:pt x="1105277" y="28207"/>
                </a:lnTo>
                <a:lnTo>
                  <a:pt x="1105277" y="10827"/>
                </a:lnTo>
                <a:lnTo>
                  <a:pt x="1117073" y="3691"/>
                </a:lnTo>
                <a:lnTo>
                  <a:pt x="1117073" y="28207"/>
                </a:lnTo>
                <a:lnTo>
                  <a:pt x="1129002" y="28207"/>
                </a:lnTo>
                <a:lnTo>
                  <a:pt x="1129002" y="37433"/>
                </a:lnTo>
                <a:lnTo>
                  <a:pt x="1117073" y="37433"/>
                </a:lnTo>
                <a:lnTo>
                  <a:pt x="1117073" y="78359"/>
                </a:lnTo>
                <a:cubicBezTo>
                  <a:pt x="1117073" y="81742"/>
                  <a:pt x="1117282" y="83917"/>
                  <a:pt x="1117699" y="84883"/>
                </a:cubicBezTo>
                <a:cubicBezTo>
                  <a:pt x="1118117" y="85850"/>
                  <a:pt x="1118798" y="86619"/>
                  <a:pt x="1119742" y="87190"/>
                </a:cubicBezTo>
                <a:cubicBezTo>
                  <a:pt x="1120687" y="87761"/>
                  <a:pt x="1122038" y="88047"/>
                  <a:pt x="1123795" y="88047"/>
                </a:cubicBezTo>
                <a:cubicBezTo>
                  <a:pt x="1125113" y="88047"/>
                  <a:pt x="1126849" y="87937"/>
                  <a:pt x="1129002" y="87717"/>
                </a:cubicBezTo>
                <a:close/>
                <a:moveTo>
                  <a:pt x="1140689" y="15290"/>
                </a:moveTo>
                <a:lnTo>
                  <a:pt x="1140689" y="1582"/>
                </a:lnTo>
                <a:lnTo>
                  <a:pt x="1152552" y="1582"/>
                </a:lnTo>
                <a:lnTo>
                  <a:pt x="1152552" y="15290"/>
                </a:lnTo>
                <a:lnTo>
                  <a:pt x="1140689" y="15290"/>
                </a:lnTo>
                <a:moveTo>
                  <a:pt x="1140689" y="98196"/>
                </a:moveTo>
                <a:lnTo>
                  <a:pt x="1140689" y="28207"/>
                </a:lnTo>
                <a:lnTo>
                  <a:pt x="1152552" y="28207"/>
                </a:lnTo>
                <a:lnTo>
                  <a:pt x="1152552" y="98196"/>
                </a:lnTo>
                <a:lnTo>
                  <a:pt x="1140689" y="98196"/>
                </a:lnTo>
                <a:close/>
                <a:moveTo>
                  <a:pt x="1166171" y="63201"/>
                </a:moveTo>
                <a:cubicBezTo>
                  <a:pt x="1166171" y="50240"/>
                  <a:pt x="1169774" y="40640"/>
                  <a:pt x="1176979" y="34402"/>
                </a:cubicBezTo>
                <a:cubicBezTo>
                  <a:pt x="1182999" y="29217"/>
                  <a:pt x="1190336" y="26625"/>
                  <a:pt x="1198991" y="26625"/>
                </a:cubicBezTo>
                <a:cubicBezTo>
                  <a:pt x="1208613" y="26625"/>
                  <a:pt x="1216477" y="29777"/>
                  <a:pt x="1222584" y="36082"/>
                </a:cubicBezTo>
                <a:cubicBezTo>
                  <a:pt x="1228691" y="42387"/>
                  <a:pt x="1231745" y="51097"/>
                  <a:pt x="1231745" y="62213"/>
                </a:cubicBezTo>
                <a:cubicBezTo>
                  <a:pt x="1231745" y="71219"/>
                  <a:pt x="1230394" y="78304"/>
                  <a:pt x="1227692" y="83466"/>
                </a:cubicBezTo>
                <a:cubicBezTo>
                  <a:pt x="1224990" y="88629"/>
                  <a:pt x="1221058" y="92638"/>
                  <a:pt x="1215895" y="95494"/>
                </a:cubicBezTo>
                <a:cubicBezTo>
                  <a:pt x="1210733" y="98350"/>
                  <a:pt x="1205098" y="99778"/>
                  <a:pt x="1198991" y="99778"/>
                </a:cubicBezTo>
                <a:cubicBezTo>
                  <a:pt x="1189193" y="99778"/>
                  <a:pt x="1181274" y="96636"/>
                  <a:pt x="1175233" y="90353"/>
                </a:cubicBezTo>
                <a:cubicBezTo>
                  <a:pt x="1169192" y="84071"/>
                  <a:pt x="1166171" y="75020"/>
                  <a:pt x="1166171" y="63201"/>
                </a:cubicBezTo>
                <a:moveTo>
                  <a:pt x="1178363" y="63168"/>
                </a:moveTo>
                <a:cubicBezTo>
                  <a:pt x="1178363" y="72098"/>
                  <a:pt x="1180318" y="78785"/>
                  <a:pt x="1184229" y="83228"/>
                </a:cubicBezTo>
                <a:cubicBezTo>
                  <a:pt x="1188139" y="87671"/>
                  <a:pt x="1193060" y="89892"/>
                  <a:pt x="1198991" y="89892"/>
                </a:cubicBezTo>
                <a:cubicBezTo>
                  <a:pt x="1204878" y="89892"/>
                  <a:pt x="1209777" y="87660"/>
                  <a:pt x="1213687" y="83195"/>
                </a:cubicBezTo>
                <a:cubicBezTo>
                  <a:pt x="1217598" y="78730"/>
                  <a:pt x="1219553" y="71923"/>
                  <a:pt x="1219553" y="62775"/>
                </a:cubicBezTo>
                <a:cubicBezTo>
                  <a:pt x="1219553" y="54151"/>
                  <a:pt x="1217587" y="47618"/>
                  <a:pt x="1213655" y="43175"/>
                </a:cubicBezTo>
                <a:cubicBezTo>
                  <a:pt x="1209722" y="38732"/>
                  <a:pt x="1204834" y="36510"/>
                  <a:pt x="1198991" y="36510"/>
                </a:cubicBezTo>
                <a:cubicBezTo>
                  <a:pt x="1193060" y="36510"/>
                  <a:pt x="1188139" y="38721"/>
                  <a:pt x="1184229" y="43142"/>
                </a:cubicBezTo>
                <a:cubicBezTo>
                  <a:pt x="1180318" y="47563"/>
                  <a:pt x="1178363" y="54238"/>
                  <a:pt x="1178363" y="63168"/>
                </a:cubicBezTo>
                <a:close/>
                <a:moveTo>
                  <a:pt x="1245630" y="98196"/>
                </a:moveTo>
                <a:lnTo>
                  <a:pt x="1245630" y="28207"/>
                </a:lnTo>
                <a:lnTo>
                  <a:pt x="1256306" y="28207"/>
                </a:lnTo>
                <a:lnTo>
                  <a:pt x="1256306" y="38092"/>
                </a:lnTo>
                <a:cubicBezTo>
                  <a:pt x="1261446" y="30447"/>
                  <a:pt x="1268871" y="26625"/>
                  <a:pt x="1278581" y="26625"/>
                </a:cubicBezTo>
                <a:cubicBezTo>
                  <a:pt x="1282799" y="26625"/>
                  <a:pt x="1286676" y="27383"/>
                  <a:pt x="1290213" y="28899"/>
                </a:cubicBezTo>
                <a:cubicBezTo>
                  <a:pt x="1293750" y="30414"/>
                  <a:pt x="1296397" y="32402"/>
                  <a:pt x="1298154" y="34863"/>
                </a:cubicBezTo>
                <a:cubicBezTo>
                  <a:pt x="1299912" y="37323"/>
                  <a:pt x="1301142" y="40245"/>
                  <a:pt x="1301845" y="43628"/>
                </a:cubicBezTo>
                <a:cubicBezTo>
                  <a:pt x="1302284" y="45825"/>
                  <a:pt x="1302504" y="49669"/>
                  <a:pt x="1302504" y="55161"/>
                </a:cubicBezTo>
                <a:lnTo>
                  <a:pt x="1302504" y="98196"/>
                </a:lnTo>
                <a:lnTo>
                  <a:pt x="1290641" y="98196"/>
                </a:lnTo>
                <a:lnTo>
                  <a:pt x="1290641" y="55577"/>
                </a:lnTo>
                <a:cubicBezTo>
                  <a:pt x="1290641" y="50739"/>
                  <a:pt x="1290180" y="47121"/>
                  <a:pt x="1289258" y="44724"/>
                </a:cubicBezTo>
                <a:cubicBezTo>
                  <a:pt x="1288335" y="42326"/>
                  <a:pt x="1286698" y="40413"/>
                  <a:pt x="1284348" y="38984"/>
                </a:cubicBezTo>
                <a:cubicBezTo>
                  <a:pt x="1281997" y="37555"/>
                  <a:pt x="1279240" y="36840"/>
                  <a:pt x="1276077" y="36840"/>
                </a:cubicBezTo>
                <a:cubicBezTo>
                  <a:pt x="1271024" y="36840"/>
                  <a:pt x="1266664" y="38446"/>
                  <a:pt x="1262995" y="41657"/>
                </a:cubicBezTo>
                <a:cubicBezTo>
                  <a:pt x="1259326" y="44867"/>
                  <a:pt x="1257492" y="50958"/>
                  <a:pt x="1257492" y="59931"/>
                </a:cubicBezTo>
                <a:lnTo>
                  <a:pt x="1257492" y="98196"/>
                </a:lnTo>
                <a:lnTo>
                  <a:pt x="1245630" y="98196"/>
                </a:lnTo>
                <a:close/>
                <a:moveTo>
                  <a:pt x="1366344" y="89554"/>
                </a:moveTo>
                <a:cubicBezTo>
                  <a:pt x="1361951" y="93292"/>
                  <a:pt x="1357722" y="95930"/>
                  <a:pt x="1353658" y="97469"/>
                </a:cubicBezTo>
                <a:cubicBezTo>
                  <a:pt x="1349594" y="99008"/>
                  <a:pt x="1345233" y="99778"/>
                  <a:pt x="1340576" y="99778"/>
                </a:cubicBezTo>
                <a:cubicBezTo>
                  <a:pt x="1332887" y="99778"/>
                  <a:pt x="1326978" y="97898"/>
                  <a:pt x="1322848" y="94139"/>
                </a:cubicBezTo>
                <a:cubicBezTo>
                  <a:pt x="1318718" y="90379"/>
                  <a:pt x="1316653" y="85576"/>
                  <a:pt x="1316653" y="79729"/>
                </a:cubicBezTo>
                <a:cubicBezTo>
                  <a:pt x="1316653" y="76300"/>
                  <a:pt x="1317433" y="73168"/>
                  <a:pt x="1318993" y="70333"/>
                </a:cubicBezTo>
                <a:cubicBezTo>
                  <a:pt x="1320552" y="67497"/>
                  <a:pt x="1322595" y="65221"/>
                  <a:pt x="1325122" y="63506"/>
                </a:cubicBezTo>
                <a:cubicBezTo>
                  <a:pt x="1327648" y="61791"/>
                  <a:pt x="1330493" y="60494"/>
                  <a:pt x="1333656" y="59616"/>
                </a:cubicBezTo>
                <a:cubicBezTo>
                  <a:pt x="1335985" y="58999"/>
                  <a:pt x="1339500" y="58405"/>
                  <a:pt x="1344201" y="57834"/>
                </a:cubicBezTo>
                <a:cubicBezTo>
                  <a:pt x="1353779" y="56700"/>
                  <a:pt x="1360830" y="55348"/>
                  <a:pt x="1365356" y="53777"/>
                </a:cubicBezTo>
                <a:cubicBezTo>
                  <a:pt x="1365400" y="52158"/>
                  <a:pt x="1365422" y="51130"/>
                  <a:pt x="1365422" y="50692"/>
                </a:cubicBezTo>
                <a:cubicBezTo>
                  <a:pt x="1365422" y="45877"/>
                  <a:pt x="1364301" y="42485"/>
                  <a:pt x="1362060" y="40516"/>
                </a:cubicBezTo>
                <a:cubicBezTo>
                  <a:pt x="1359029" y="37846"/>
                  <a:pt x="1354526" y="36510"/>
                  <a:pt x="1348550" y="36510"/>
                </a:cubicBezTo>
                <a:cubicBezTo>
                  <a:pt x="1342970" y="36510"/>
                  <a:pt x="1338852" y="37488"/>
                  <a:pt x="1336193" y="39443"/>
                </a:cubicBezTo>
                <a:cubicBezTo>
                  <a:pt x="1333535" y="41398"/>
                  <a:pt x="1331569" y="44858"/>
                  <a:pt x="1330295" y="49823"/>
                </a:cubicBezTo>
                <a:lnTo>
                  <a:pt x="1318696" y="48241"/>
                </a:lnTo>
                <a:cubicBezTo>
                  <a:pt x="1319751" y="43261"/>
                  <a:pt x="1321486" y="39240"/>
                  <a:pt x="1323902" y="36177"/>
                </a:cubicBezTo>
                <a:cubicBezTo>
                  <a:pt x="1326319" y="33114"/>
                  <a:pt x="1329812" y="30756"/>
                  <a:pt x="1334381" y="29105"/>
                </a:cubicBezTo>
                <a:cubicBezTo>
                  <a:pt x="1338950" y="27451"/>
                  <a:pt x="1344245" y="26625"/>
                  <a:pt x="1350264" y="26625"/>
                </a:cubicBezTo>
                <a:cubicBezTo>
                  <a:pt x="1356239" y="26625"/>
                  <a:pt x="1361094" y="27328"/>
                  <a:pt x="1364828" y="28734"/>
                </a:cubicBezTo>
                <a:cubicBezTo>
                  <a:pt x="1368563" y="30140"/>
                  <a:pt x="1371309" y="31908"/>
                  <a:pt x="1373066" y="34039"/>
                </a:cubicBezTo>
                <a:cubicBezTo>
                  <a:pt x="1374824" y="36170"/>
                  <a:pt x="1376054" y="38861"/>
                  <a:pt x="1376757" y="42112"/>
                </a:cubicBezTo>
                <a:cubicBezTo>
                  <a:pt x="1377152" y="44133"/>
                  <a:pt x="1377350" y="47780"/>
                  <a:pt x="1377350" y="53052"/>
                </a:cubicBezTo>
                <a:lnTo>
                  <a:pt x="1377350" y="68869"/>
                </a:lnTo>
                <a:cubicBezTo>
                  <a:pt x="1377350" y="79897"/>
                  <a:pt x="1377603" y="86871"/>
                  <a:pt x="1378108" y="89793"/>
                </a:cubicBezTo>
                <a:cubicBezTo>
                  <a:pt x="1378613" y="92715"/>
                  <a:pt x="1379613" y="95516"/>
                  <a:pt x="1381107" y="98196"/>
                </a:cubicBezTo>
                <a:lnTo>
                  <a:pt x="1368717" y="98196"/>
                </a:lnTo>
                <a:cubicBezTo>
                  <a:pt x="1367486" y="95733"/>
                  <a:pt x="1366696" y="92852"/>
                  <a:pt x="1366344" y="89554"/>
                </a:cubicBezTo>
                <a:moveTo>
                  <a:pt x="1365356" y="63004"/>
                </a:moveTo>
                <a:cubicBezTo>
                  <a:pt x="1361050" y="64776"/>
                  <a:pt x="1354591" y="66282"/>
                  <a:pt x="1345980" y="67522"/>
                </a:cubicBezTo>
                <a:cubicBezTo>
                  <a:pt x="1341103" y="68228"/>
                  <a:pt x="1337654" y="69022"/>
                  <a:pt x="1335633" y="69905"/>
                </a:cubicBezTo>
                <a:cubicBezTo>
                  <a:pt x="1333612" y="70786"/>
                  <a:pt x="1332053" y="72077"/>
                  <a:pt x="1330954" y="73777"/>
                </a:cubicBezTo>
                <a:cubicBezTo>
                  <a:pt x="1329856" y="75475"/>
                  <a:pt x="1329307" y="77361"/>
                  <a:pt x="1329307" y="79434"/>
                </a:cubicBezTo>
                <a:cubicBezTo>
                  <a:pt x="1329307" y="82610"/>
                  <a:pt x="1330504" y="85257"/>
                  <a:pt x="1332898" y="87375"/>
                </a:cubicBezTo>
                <a:cubicBezTo>
                  <a:pt x="1335293" y="89493"/>
                  <a:pt x="1338797" y="90551"/>
                  <a:pt x="1343410" y="90551"/>
                </a:cubicBezTo>
                <a:cubicBezTo>
                  <a:pt x="1347979" y="90551"/>
                  <a:pt x="1352043" y="89547"/>
                  <a:pt x="1355602" y="87538"/>
                </a:cubicBezTo>
                <a:cubicBezTo>
                  <a:pt x="1359161" y="85529"/>
                  <a:pt x="1361775" y="82781"/>
                  <a:pt x="1363444" y="79294"/>
                </a:cubicBezTo>
                <a:cubicBezTo>
                  <a:pt x="1364719" y="76600"/>
                  <a:pt x="1365356" y="72627"/>
                  <a:pt x="1365356" y="67374"/>
                </a:cubicBezTo>
                <a:lnTo>
                  <a:pt x="1365356" y="63004"/>
                </a:lnTo>
                <a:close/>
                <a:moveTo>
                  <a:pt x="1395453" y="98196"/>
                </a:moveTo>
                <a:lnTo>
                  <a:pt x="1395453" y="1582"/>
                </a:lnTo>
                <a:lnTo>
                  <a:pt x="1407316" y="1582"/>
                </a:lnTo>
                <a:lnTo>
                  <a:pt x="1407316" y="98196"/>
                </a:lnTo>
                <a:lnTo>
                  <a:pt x="1395453" y="98196"/>
                </a:lnTo>
                <a:close/>
                <a:moveTo>
                  <a:pt x="1463070" y="98196"/>
                </a:moveTo>
                <a:lnTo>
                  <a:pt x="1463070" y="28207"/>
                </a:lnTo>
                <a:lnTo>
                  <a:pt x="1473746" y="28207"/>
                </a:lnTo>
                <a:lnTo>
                  <a:pt x="1473746" y="38751"/>
                </a:lnTo>
                <a:cubicBezTo>
                  <a:pt x="1476470" y="33814"/>
                  <a:pt x="1478985" y="30559"/>
                  <a:pt x="1481292" y="28985"/>
                </a:cubicBezTo>
                <a:cubicBezTo>
                  <a:pt x="1483599" y="27412"/>
                  <a:pt x="1486136" y="26625"/>
                  <a:pt x="1488904" y="26625"/>
                </a:cubicBezTo>
                <a:cubicBezTo>
                  <a:pt x="1492902" y="26625"/>
                  <a:pt x="1496966" y="27894"/>
                  <a:pt x="1501096" y="30431"/>
                </a:cubicBezTo>
                <a:lnTo>
                  <a:pt x="1497010" y="41387"/>
                </a:lnTo>
                <a:cubicBezTo>
                  <a:pt x="1494110" y="39674"/>
                  <a:pt x="1491210" y="38817"/>
                  <a:pt x="1488311" y="38817"/>
                </a:cubicBezTo>
                <a:cubicBezTo>
                  <a:pt x="1485719" y="38817"/>
                  <a:pt x="1483390" y="39598"/>
                  <a:pt x="1481325" y="41161"/>
                </a:cubicBezTo>
                <a:cubicBezTo>
                  <a:pt x="1479260" y="42722"/>
                  <a:pt x="1477788" y="44888"/>
                  <a:pt x="1476909" y="47658"/>
                </a:cubicBezTo>
                <a:cubicBezTo>
                  <a:pt x="1475591" y="51880"/>
                  <a:pt x="1474932" y="56498"/>
                  <a:pt x="1474932" y="61512"/>
                </a:cubicBezTo>
                <a:lnTo>
                  <a:pt x="1474932" y="98196"/>
                </a:lnTo>
                <a:lnTo>
                  <a:pt x="1463070" y="98196"/>
                </a:lnTo>
                <a:close/>
                <a:moveTo>
                  <a:pt x="1508212" y="15290"/>
                </a:moveTo>
                <a:lnTo>
                  <a:pt x="1508212" y="1582"/>
                </a:lnTo>
                <a:lnTo>
                  <a:pt x="1520075" y="1582"/>
                </a:lnTo>
                <a:lnTo>
                  <a:pt x="1520075" y="15290"/>
                </a:lnTo>
                <a:lnTo>
                  <a:pt x="1508212" y="15290"/>
                </a:lnTo>
                <a:moveTo>
                  <a:pt x="1508212" y="98196"/>
                </a:moveTo>
                <a:lnTo>
                  <a:pt x="1508212" y="28207"/>
                </a:lnTo>
                <a:lnTo>
                  <a:pt x="1520075" y="28207"/>
                </a:lnTo>
                <a:lnTo>
                  <a:pt x="1520075" y="98196"/>
                </a:lnTo>
                <a:lnTo>
                  <a:pt x="1508212" y="98196"/>
                </a:lnTo>
                <a:close/>
                <a:moveTo>
                  <a:pt x="1535935" y="103995"/>
                </a:moveTo>
                <a:lnTo>
                  <a:pt x="1547468" y="105709"/>
                </a:lnTo>
                <a:cubicBezTo>
                  <a:pt x="1547951" y="109268"/>
                  <a:pt x="1549291" y="111860"/>
                  <a:pt x="1551488" y="113485"/>
                </a:cubicBezTo>
                <a:cubicBezTo>
                  <a:pt x="1554432" y="115682"/>
                  <a:pt x="1558452" y="116781"/>
                  <a:pt x="1563548" y="116781"/>
                </a:cubicBezTo>
                <a:cubicBezTo>
                  <a:pt x="1569040" y="116781"/>
                  <a:pt x="1573280" y="115679"/>
                  <a:pt x="1576268" y="113477"/>
                </a:cubicBezTo>
                <a:cubicBezTo>
                  <a:pt x="1579255" y="111276"/>
                  <a:pt x="1581276" y="108194"/>
                  <a:pt x="1582331" y="104230"/>
                </a:cubicBezTo>
                <a:cubicBezTo>
                  <a:pt x="1582946" y="101810"/>
                  <a:pt x="1583232" y="96724"/>
                  <a:pt x="1583188" y="88974"/>
                </a:cubicBezTo>
                <a:cubicBezTo>
                  <a:pt x="1578003" y="95122"/>
                  <a:pt x="1571545" y="98196"/>
                  <a:pt x="1563812" y="98196"/>
                </a:cubicBezTo>
                <a:cubicBezTo>
                  <a:pt x="1554190" y="98196"/>
                  <a:pt x="1546743" y="94725"/>
                  <a:pt x="1541471" y="87783"/>
                </a:cubicBezTo>
                <a:cubicBezTo>
                  <a:pt x="1536199" y="80841"/>
                  <a:pt x="1533562" y="72516"/>
                  <a:pt x="1533562" y="62806"/>
                </a:cubicBezTo>
                <a:cubicBezTo>
                  <a:pt x="1533562" y="56128"/>
                  <a:pt x="1534771" y="49966"/>
                  <a:pt x="1537187" y="44320"/>
                </a:cubicBezTo>
                <a:cubicBezTo>
                  <a:pt x="1539604" y="38674"/>
                  <a:pt x="1543107" y="34314"/>
                  <a:pt x="1547699" y="31238"/>
                </a:cubicBezTo>
                <a:cubicBezTo>
                  <a:pt x="1552290" y="28163"/>
                  <a:pt x="1557683" y="26625"/>
                  <a:pt x="1563878" y="26625"/>
                </a:cubicBezTo>
                <a:cubicBezTo>
                  <a:pt x="1572138" y="26625"/>
                  <a:pt x="1578948" y="29986"/>
                  <a:pt x="1584308" y="36708"/>
                </a:cubicBezTo>
                <a:lnTo>
                  <a:pt x="1584308" y="28207"/>
                </a:lnTo>
                <a:lnTo>
                  <a:pt x="1595248" y="28207"/>
                </a:lnTo>
                <a:lnTo>
                  <a:pt x="1595248" y="88747"/>
                </a:lnTo>
                <a:cubicBezTo>
                  <a:pt x="1595248" y="99650"/>
                  <a:pt x="1594139" y="107376"/>
                  <a:pt x="1591920" y="111926"/>
                </a:cubicBezTo>
                <a:cubicBezTo>
                  <a:pt x="1589701" y="116476"/>
                  <a:pt x="1586186" y="120070"/>
                  <a:pt x="1581375" y="122708"/>
                </a:cubicBezTo>
                <a:cubicBezTo>
                  <a:pt x="1576564" y="125347"/>
                  <a:pt x="1570644" y="126666"/>
                  <a:pt x="1563614" y="126666"/>
                </a:cubicBezTo>
                <a:cubicBezTo>
                  <a:pt x="1555267" y="126666"/>
                  <a:pt x="1548523" y="124782"/>
                  <a:pt x="1543382" y="121015"/>
                </a:cubicBezTo>
                <a:cubicBezTo>
                  <a:pt x="1538242" y="117247"/>
                  <a:pt x="1535759" y="111574"/>
                  <a:pt x="1535935" y="103995"/>
                </a:cubicBezTo>
                <a:moveTo>
                  <a:pt x="1545755" y="61951"/>
                </a:moveTo>
                <a:cubicBezTo>
                  <a:pt x="1545755" y="71110"/>
                  <a:pt x="1547578" y="77793"/>
                  <a:pt x="1551225" y="82000"/>
                </a:cubicBezTo>
                <a:cubicBezTo>
                  <a:pt x="1554871" y="86207"/>
                  <a:pt x="1559441" y="88310"/>
                  <a:pt x="1564932" y="88310"/>
                </a:cubicBezTo>
                <a:cubicBezTo>
                  <a:pt x="1570380" y="88310"/>
                  <a:pt x="1574950" y="86218"/>
                  <a:pt x="1578640" y="82033"/>
                </a:cubicBezTo>
                <a:cubicBezTo>
                  <a:pt x="1582331" y="77848"/>
                  <a:pt x="1584176" y="71285"/>
                  <a:pt x="1584176" y="62344"/>
                </a:cubicBezTo>
                <a:cubicBezTo>
                  <a:pt x="1584176" y="53799"/>
                  <a:pt x="1582276" y="47357"/>
                  <a:pt x="1578476" y="43018"/>
                </a:cubicBezTo>
                <a:cubicBezTo>
                  <a:pt x="1574675" y="38680"/>
                  <a:pt x="1570095" y="36510"/>
                  <a:pt x="1564735" y="36510"/>
                </a:cubicBezTo>
                <a:cubicBezTo>
                  <a:pt x="1559462" y="36510"/>
                  <a:pt x="1554981" y="38647"/>
                  <a:pt x="1551290" y="42919"/>
                </a:cubicBezTo>
                <a:cubicBezTo>
                  <a:pt x="1547600" y="47192"/>
                  <a:pt x="1545755" y="53536"/>
                  <a:pt x="1545755" y="61951"/>
                </a:cubicBezTo>
                <a:close/>
                <a:moveTo>
                  <a:pt x="1613153" y="98196"/>
                </a:moveTo>
                <a:lnTo>
                  <a:pt x="1613153" y="1582"/>
                </a:lnTo>
                <a:lnTo>
                  <a:pt x="1625015" y="1582"/>
                </a:lnTo>
                <a:lnTo>
                  <a:pt x="1625015" y="36247"/>
                </a:lnTo>
                <a:cubicBezTo>
                  <a:pt x="1630551" y="29832"/>
                  <a:pt x="1637537" y="26625"/>
                  <a:pt x="1645972" y="26625"/>
                </a:cubicBezTo>
                <a:cubicBezTo>
                  <a:pt x="1651157" y="26625"/>
                  <a:pt x="1655660" y="27646"/>
                  <a:pt x="1659483" y="29689"/>
                </a:cubicBezTo>
                <a:cubicBezTo>
                  <a:pt x="1663305" y="31732"/>
                  <a:pt x="1666040" y="34555"/>
                  <a:pt x="1667688" y="38158"/>
                </a:cubicBezTo>
                <a:cubicBezTo>
                  <a:pt x="1669335" y="41761"/>
                  <a:pt x="1670159" y="46989"/>
                  <a:pt x="1670159" y="53843"/>
                </a:cubicBezTo>
                <a:lnTo>
                  <a:pt x="1670159" y="98196"/>
                </a:lnTo>
                <a:lnTo>
                  <a:pt x="1658296" y="98196"/>
                </a:lnTo>
                <a:lnTo>
                  <a:pt x="1658296" y="53843"/>
                </a:lnTo>
                <a:cubicBezTo>
                  <a:pt x="1658296" y="47912"/>
                  <a:pt x="1657011" y="43595"/>
                  <a:pt x="1654441" y="40893"/>
                </a:cubicBezTo>
                <a:cubicBezTo>
                  <a:pt x="1651871" y="38191"/>
                  <a:pt x="1648235" y="36840"/>
                  <a:pt x="1643534" y="36840"/>
                </a:cubicBezTo>
                <a:cubicBezTo>
                  <a:pt x="1640019" y="36840"/>
                  <a:pt x="1636713" y="37752"/>
                  <a:pt x="1633616" y="39575"/>
                </a:cubicBezTo>
                <a:cubicBezTo>
                  <a:pt x="1630518" y="41398"/>
                  <a:pt x="1628310" y="43870"/>
                  <a:pt x="1626992" y="46989"/>
                </a:cubicBezTo>
                <a:cubicBezTo>
                  <a:pt x="1625674" y="50108"/>
                  <a:pt x="1625015" y="54414"/>
                  <a:pt x="1625015" y="59906"/>
                </a:cubicBezTo>
                <a:lnTo>
                  <a:pt x="1625015" y="98196"/>
                </a:lnTo>
                <a:lnTo>
                  <a:pt x="1613153" y="98196"/>
                </a:lnTo>
                <a:close/>
                <a:moveTo>
                  <a:pt x="1714096" y="87717"/>
                </a:moveTo>
                <a:lnTo>
                  <a:pt x="1715809" y="98196"/>
                </a:lnTo>
                <a:cubicBezTo>
                  <a:pt x="1712470" y="98811"/>
                  <a:pt x="1709483" y="99119"/>
                  <a:pt x="1706847" y="99119"/>
                </a:cubicBezTo>
                <a:cubicBezTo>
                  <a:pt x="1702541" y="99119"/>
                  <a:pt x="1699202" y="98438"/>
                  <a:pt x="1696829" y="97076"/>
                </a:cubicBezTo>
                <a:cubicBezTo>
                  <a:pt x="1694457" y="95713"/>
                  <a:pt x="1692787" y="93923"/>
                  <a:pt x="1691821" y="91704"/>
                </a:cubicBezTo>
                <a:cubicBezTo>
                  <a:pt x="1690854" y="89486"/>
                  <a:pt x="1690371" y="84817"/>
                  <a:pt x="1690371" y="77700"/>
                </a:cubicBezTo>
                <a:lnTo>
                  <a:pt x="1690371" y="37433"/>
                </a:lnTo>
                <a:lnTo>
                  <a:pt x="1681672" y="37433"/>
                </a:lnTo>
                <a:lnTo>
                  <a:pt x="1681672" y="28207"/>
                </a:lnTo>
                <a:lnTo>
                  <a:pt x="1690371" y="28207"/>
                </a:lnTo>
                <a:lnTo>
                  <a:pt x="1690371" y="10827"/>
                </a:lnTo>
                <a:lnTo>
                  <a:pt x="1702167" y="3691"/>
                </a:lnTo>
                <a:lnTo>
                  <a:pt x="1702167" y="28207"/>
                </a:lnTo>
                <a:lnTo>
                  <a:pt x="1714096" y="28207"/>
                </a:lnTo>
                <a:lnTo>
                  <a:pt x="1714096" y="37433"/>
                </a:lnTo>
                <a:lnTo>
                  <a:pt x="1702167" y="37433"/>
                </a:lnTo>
                <a:lnTo>
                  <a:pt x="1702167" y="78359"/>
                </a:lnTo>
                <a:cubicBezTo>
                  <a:pt x="1702167" y="81742"/>
                  <a:pt x="1702376" y="83917"/>
                  <a:pt x="1702794" y="84883"/>
                </a:cubicBezTo>
                <a:cubicBezTo>
                  <a:pt x="1703211" y="85850"/>
                  <a:pt x="1703892" y="86619"/>
                  <a:pt x="1704837" y="87190"/>
                </a:cubicBezTo>
                <a:cubicBezTo>
                  <a:pt x="1705781" y="87761"/>
                  <a:pt x="1707132" y="88047"/>
                  <a:pt x="1708890" y="88047"/>
                </a:cubicBezTo>
                <a:cubicBezTo>
                  <a:pt x="1710208" y="88047"/>
                  <a:pt x="1711943" y="87937"/>
                  <a:pt x="1714096" y="87717"/>
                </a:cubicBezTo>
                <a:close/>
                <a:moveTo>
                  <a:pt x="1789139" y="87717"/>
                </a:moveTo>
                <a:lnTo>
                  <a:pt x="1790853" y="98196"/>
                </a:lnTo>
                <a:cubicBezTo>
                  <a:pt x="1787514" y="98811"/>
                  <a:pt x="1784526" y="99119"/>
                  <a:pt x="1781890" y="99119"/>
                </a:cubicBezTo>
                <a:cubicBezTo>
                  <a:pt x="1777584" y="99119"/>
                  <a:pt x="1774245" y="98438"/>
                  <a:pt x="1771873" y="97076"/>
                </a:cubicBezTo>
                <a:cubicBezTo>
                  <a:pt x="1769500" y="95713"/>
                  <a:pt x="1767831" y="93923"/>
                  <a:pt x="1766864" y="91704"/>
                </a:cubicBezTo>
                <a:cubicBezTo>
                  <a:pt x="1765897" y="89486"/>
                  <a:pt x="1765414" y="84817"/>
                  <a:pt x="1765414" y="77700"/>
                </a:cubicBezTo>
                <a:lnTo>
                  <a:pt x="1765414" y="37433"/>
                </a:lnTo>
                <a:lnTo>
                  <a:pt x="1756715" y="37433"/>
                </a:lnTo>
                <a:lnTo>
                  <a:pt x="1756715" y="28207"/>
                </a:lnTo>
                <a:lnTo>
                  <a:pt x="1765414" y="28207"/>
                </a:lnTo>
                <a:lnTo>
                  <a:pt x="1765414" y="10827"/>
                </a:lnTo>
                <a:lnTo>
                  <a:pt x="1777211" y="3691"/>
                </a:lnTo>
                <a:lnTo>
                  <a:pt x="1777211" y="28207"/>
                </a:lnTo>
                <a:lnTo>
                  <a:pt x="1789139" y="28207"/>
                </a:lnTo>
                <a:lnTo>
                  <a:pt x="1789139" y="37433"/>
                </a:lnTo>
                <a:lnTo>
                  <a:pt x="1777211" y="37433"/>
                </a:lnTo>
                <a:lnTo>
                  <a:pt x="1777211" y="78359"/>
                </a:lnTo>
                <a:cubicBezTo>
                  <a:pt x="1777211" y="81742"/>
                  <a:pt x="1777420" y="83917"/>
                  <a:pt x="1777837" y="84883"/>
                </a:cubicBezTo>
                <a:cubicBezTo>
                  <a:pt x="1778254" y="85850"/>
                  <a:pt x="1778935" y="86619"/>
                  <a:pt x="1779880" y="87190"/>
                </a:cubicBezTo>
                <a:cubicBezTo>
                  <a:pt x="1780825" y="87761"/>
                  <a:pt x="1782176" y="88047"/>
                  <a:pt x="1783933" y="88047"/>
                </a:cubicBezTo>
                <a:cubicBezTo>
                  <a:pt x="1785251" y="88047"/>
                  <a:pt x="1786987" y="87937"/>
                  <a:pt x="1789139" y="87717"/>
                </a:cubicBezTo>
                <a:close/>
                <a:moveTo>
                  <a:pt x="1796345" y="63201"/>
                </a:moveTo>
                <a:cubicBezTo>
                  <a:pt x="1796345" y="50240"/>
                  <a:pt x="1799948" y="40640"/>
                  <a:pt x="1807153" y="34402"/>
                </a:cubicBezTo>
                <a:cubicBezTo>
                  <a:pt x="1813172" y="29217"/>
                  <a:pt x="1820510" y="26625"/>
                  <a:pt x="1829165" y="26625"/>
                </a:cubicBezTo>
                <a:cubicBezTo>
                  <a:pt x="1838787" y="26625"/>
                  <a:pt x="1846651" y="29777"/>
                  <a:pt x="1852758" y="36082"/>
                </a:cubicBezTo>
                <a:cubicBezTo>
                  <a:pt x="1858865" y="42387"/>
                  <a:pt x="1861919" y="51097"/>
                  <a:pt x="1861919" y="62213"/>
                </a:cubicBezTo>
                <a:cubicBezTo>
                  <a:pt x="1861919" y="71219"/>
                  <a:pt x="1860568" y="78304"/>
                  <a:pt x="1857866" y="83466"/>
                </a:cubicBezTo>
                <a:cubicBezTo>
                  <a:pt x="1855164" y="88629"/>
                  <a:pt x="1851232" y="92638"/>
                  <a:pt x="1846069" y="95494"/>
                </a:cubicBezTo>
                <a:cubicBezTo>
                  <a:pt x="1840907" y="98350"/>
                  <a:pt x="1835272" y="99778"/>
                  <a:pt x="1829165" y="99778"/>
                </a:cubicBezTo>
                <a:cubicBezTo>
                  <a:pt x="1819367" y="99778"/>
                  <a:pt x="1811448" y="96636"/>
                  <a:pt x="1805407" y="90353"/>
                </a:cubicBezTo>
                <a:cubicBezTo>
                  <a:pt x="1799366" y="84071"/>
                  <a:pt x="1796345" y="75020"/>
                  <a:pt x="1796345" y="63201"/>
                </a:cubicBezTo>
                <a:moveTo>
                  <a:pt x="1808537" y="63168"/>
                </a:moveTo>
                <a:cubicBezTo>
                  <a:pt x="1808537" y="72098"/>
                  <a:pt x="1810492" y="78785"/>
                  <a:pt x="1814403" y="83228"/>
                </a:cubicBezTo>
                <a:cubicBezTo>
                  <a:pt x="1818313" y="87671"/>
                  <a:pt x="1823234" y="89892"/>
                  <a:pt x="1829165" y="89892"/>
                </a:cubicBezTo>
                <a:cubicBezTo>
                  <a:pt x="1835052" y="89892"/>
                  <a:pt x="1839951" y="87660"/>
                  <a:pt x="1843861" y="83195"/>
                </a:cubicBezTo>
                <a:cubicBezTo>
                  <a:pt x="1847772" y="78730"/>
                  <a:pt x="1849727" y="71923"/>
                  <a:pt x="1849727" y="62775"/>
                </a:cubicBezTo>
                <a:cubicBezTo>
                  <a:pt x="1849727" y="54151"/>
                  <a:pt x="1847761" y="47618"/>
                  <a:pt x="1843828" y="43175"/>
                </a:cubicBezTo>
                <a:cubicBezTo>
                  <a:pt x="1839896" y="38732"/>
                  <a:pt x="1835008" y="36510"/>
                  <a:pt x="1829165" y="36510"/>
                </a:cubicBezTo>
                <a:cubicBezTo>
                  <a:pt x="1823234" y="36510"/>
                  <a:pt x="1818313" y="38721"/>
                  <a:pt x="1814403" y="43142"/>
                </a:cubicBezTo>
                <a:cubicBezTo>
                  <a:pt x="1810492" y="47563"/>
                  <a:pt x="1808537" y="54238"/>
                  <a:pt x="1808537" y="63168"/>
                </a:cubicBezTo>
                <a:close/>
                <a:moveTo>
                  <a:pt x="1916160" y="98196"/>
                </a:moveTo>
                <a:lnTo>
                  <a:pt x="1916160" y="37433"/>
                </a:lnTo>
                <a:lnTo>
                  <a:pt x="1905681" y="37433"/>
                </a:lnTo>
                <a:lnTo>
                  <a:pt x="1905681" y="28207"/>
                </a:lnTo>
                <a:lnTo>
                  <a:pt x="1916160" y="28207"/>
                </a:lnTo>
                <a:lnTo>
                  <a:pt x="1916160" y="20776"/>
                </a:lnTo>
                <a:cubicBezTo>
                  <a:pt x="1916160" y="16086"/>
                  <a:pt x="1916577" y="12601"/>
                  <a:pt x="1917412" y="10322"/>
                </a:cubicBezTo>
                <a:cubicBezTo>
                  <a:pt x="1918554" y="7255"/>
                  <a:pt x="1920564" y="4768"/>
                  <a:pt x="1923442" y="2861"/>
                </a:cubicBezTo>
                <a:cubicBezTo>
                  <a:pt x="1926320" y="954"/>
                  <a:pt x="1930351" y="0"/>
                  <a:pt x="1935535" y="0"/>
                </a:cubicBezTo>
                <a:cubicBezTo>
                  <a:pt x="1938874" y="0"/>
                  <a:pt x="1942565" y="395"/>
                  <a:pt x="1946607" y="1186"/>
                </a:cubicBezTo>
                <a:lnTo>
                  <a:pt x="1944828" y="11533"/>
                </a:lnTo>
                <a:cubicBezTo>
                  <a:pt x="1942367" y="11094"/>
                  <a:pt x="1940039" y="10874"/>
                  <a:pt x="1937842" y="10874"/>
                </a:cubicBezTo>
                <a:cubicBezTo>
                  <a:pt x="1934239" y="10874"/>
                  <a:pt x="1931691" y="11640"/>
                  <a:pt x="1930197" y="13172"/>
                </a:cubicBezTo>
                <a:cubicBezTo>
                  <a:pt x="1928703" y="14705"/>
                  <a:pt x="1927956" y="17571"/>
                  <a:pt x="1927956" y="21773"/>
                </a:cubicBezTo>
                <a:lnTo>
                  <a:pt x="1927956" y="28207"/>
                </a:lnTo>
                <a:lnTo>
                  <a:pt x="1941598" y="28207"/>
                </a:lnTo>
                <a:lnTo>
                  <a:pt x="1941598" y="37433"/>
                </a:lnTo>
                <a:lnTo>
                  <a:pt x="1927956" y="37433"/>
                </a:lnTo>
                <a:lnTo>
                  <a:pt x="1927956" y="98196"/>
                </a:lnTo>
                <a:lnTo>
                  <a:pt x="1916160" y="98196"/>
                </a:lnTo>
                <a:close/>
                <a:moveTo>
                  <a:pt x="1950716" y="98196"/>
                </a:moveTo>
                <a:lnTo>
                  <a:pt x="1950716" y="28207"/>
                </a:lnTo>
                <a:lnTo>
                  <a:pt x="1961392" y="28207"/>
                </a:lnTo>
                <a:lnTo>
                  <a:pt x="1961392" y="38751"/>
                </a:lnTo>
                <a:cubicBezTo>
                  <a:pt x="1964116" y="33814"/>
                  <a:pt x="1966631" y="30559"/>
                  <a:pt x="1968938" y="28985"/>
                </a:cubicBezTo>
                <a:cubicBezTo>
                  <a:pt x="1971244" y="27412"/>
                  <a:pt x="1973782" y="26625"/>
                  <a:pt x="1976550" y="26625"/>
                </a:cubicBezTo>
                <a:cubicBezTo>
                  <a:pt x="1980548" y="26625"/>
                  <a:pt x="1984612" y="27894"/>
                  <a:pt x="1988742" y="30431"/>
                </a:cubicBezTo>
                <a:lnTo>
                  <a:pt x="1984656" y="41387"/>
                </a:lnTo>
                <a:cubicBezTo>
                  <a:pt x="1981756" y="39674"/>
                  <a:pt x="1978856" y="38817"/>
                  <a:pt x="1975957" y="38817"/>
                </a:cubicBezTo>
                <a:cubicBezTo>
                  <a:pt x="1973364" y="38817"/>
                  <a:pt x="1971036" y="39598"/>
                  <a:pt x="1968971" y="41161"/>
                </a:cubicBezTo>
                <a:cubicBezTo>
                  <a:pt x="1966906" y="42722"/>
                  <a:pt x="1965434" y="44888"/>
                  <a:pt x="1964555" y="47658"/>
                </a:cubicBezTo>
                <a:cubicBezTo>
                  <a:pt x="1963237" y="51880"/>
                  <a:pt x="1962578" y="56498"/>
                  <a:pt x="1962578" y="61512"/>
                </a:cubicBezTo>
                <a:lnTo>
                  <a:pt x="1962578" y="98196"/>
                </a:lnTo>
                <a:lnTo>
                  <a:pt x="1950716" y="98196"/>
                </a:lnTo>
                <a:close/>
                <a:moveTo>
                  <a:pt x="2043704" y="75657"/>
                </a:moveTo>
                <a:lnTo>
                  <a:pt x="2055962" y="77173"/>
                </a:lnTo>
                <a:cubicBezTo>
                  <a:pt x="2054029" y="84334"/>
                  <a:pt x="2050448" y="89892"/>
                  <a:pt x="2045220" y="93846"/>
                </a:cubicBezTo>
                <a:cubicBezTo>
                  <a:pt x="2039992" y="97800"/>
                  <a:pt x="2033313" y="99778"/>
                  <a:pt x="2025185" y="99778"/>
                </a:cubicBezTo>
                <a:cubicBezTo>
                  <a:pt x="2014948" y="99778"/>
                  <a:pt x="2006831" y="96625"/>
                  <a:pt x="2000834" y="90320"/>
                </a:cubicBezTo>
                <a:cubicBezTo>
                  <a:pt x="1994837" y="84016"/>
                  <a:pt x="1991838" y="75174"/>
                  <a:pt x="1991838" y="63794"/>
                </a:cubicBezTo>
                <a:cubicBezTo>
                  <a:pt x="1991838" y="52020"/>
                  <a:pt x="1994870" y="42881"/>
                  <a:pt x="2000933" y="36379"/>
                </a:cubicBezTo>
                <a:cubicBezTo>
                  <a:pt x="2006996" y="29876"/>
                  <a:pt x="2014860" y="26625"/>
                  <a:pt x="2024526" y="26625"/>
                </a:cubicBezTo>
                <a:cubicBezTo>
                  <a:pt x="2033885" y="26625"/>
                  <a:pt x="2041529" y="29805"/>
                  <a:pt x="2047461" y="36166"/>
                </a:cubicBezTo>
                <a:cubicBezTo>
                  <a:pt x="2053392" y="42526"/>
                  <a:pt x="2056358" y="51474"/>
                  <a:pt x="2056358" y="63010"/>
                </a:cubicBezTo>
                <a:cubicBezTo>
                  <a:pt x="2056358" y="63711"/>
                  <a:pt x="2056336" y="64764"/>
                  <a:pt x="2056292" y="66167"/>
                </a:cubicBezTo>
                <a:lnTo>
                  <a:pt x="2004096" y="66167"/>
                </a:lnTo>
                <a:cubicBezTo>
                  <a:pt x="2004536" y="73834"/>
                  <a:pt x="2006710" y="79704"/>
                  <a:pt x="2010621" y="83780"/>
                </a:cubicBezTo>
                <a:cubicBezTo>
                  <a:pt x="2014531" y="87855"/>
                  <a:pt x="2019408" y="89892"/>
                  <a:pt x="2025251" y="89892"/>
                </a:cubicBezTo>
                <a:cubicBezTo>
                  <a:pt x="2029601" y="89892"/>
                  <a:pt x="2033313" y="88761"/>
                  <a:pt x="2036389" y="86498"/>
                </a:cubicBezTo>
                <a:cubicBezTo>
                  <a:pt x="2039464" y="84234"/>
                  <a:pt x="2041903" y="80620"/>
                  <a:pt x="2043704" y="75657"/>
                </a:cubicBezTo>
                <a:moveTo>
                  <a:pt x="2004755" y="56281"/>
                </a:moveTo>
                <a:lnTo>
                  <a:pt x="2043836" y="56281"/>
                </a:lnTo>
                <a:cubicBezTo>
                  <a:pt x="2043309" y="50490"/>
                  <a:pt x="2041815" y="46147"/>
                  <a:pt x="2039355" y="43251"/>
                </a:cubicBezTo>
                <a:cubicBezTo>
                  <a:pt x="2035576" y="38757"/>
                  <a:pt x="2030677" y="36510"/>
                  <a:pt x="2024658" y="36510"/>
                </a:cubicBezTo>
                <a:cubicBezTo>
                  <a:pt x="2019210" y="36510"/>
                  <a:pt x="2014630" y="38304"/>
                  <a:pt x="2010917" y="41892"/>
                </a:cubicBezTo>
                <a:cubicBezTo>
                  <a:pt x="2007205" y="45478"/>
                  <a:pt x="2005151" y="50275"/>
                  <a:pt x="2004755" y="56281"/>
                </a:cubicBezTo>
                <a:close/>
                <a:moveTo>
                  <a:pt x="2118747" y="75657"/>
                </a:moveTo>
                <a:lnTo>
                  <a:pt x="2131005" y="77173"/>
                </a:lnTo>
                <a:cubicBezTo>
                  <a:pt x="2129072" y="84334"/>
                  <a:pt x="2125491" y="89892"/>
                  <a:pt x="2120263" y="93846"/>
                </a:cubicBezTo>
                <a:cubicBezTo>
                  <a:pt x="2115034" y="97800"/>
                  <a:pt x="2108356" y="99778"/>
                  <a:pt x="2100228" y="99778"/>
                </a:cubicBezTo>
                <a:cubicBezTo>
                  <a:pt x="2089991" y="99778"/>
                  <a:pt x="2081874" y="96625"/>
                  <a:pt x="2075877" y="90320"/>
                </a:cubicBezTo>
                <a:cubicBezTo>
                  <a:pt x="2069880" y="84016"/>
                  <a:pt x="2066881" y="75174"/>
                  <a:pt x="2066881" y="63794"/>
                </a:cubicBezTo>
                <a:cubicBezTo>
                  <a:pt x="2066881" y="52020"/>
                  <a:pt x="2069913" y="42881"/>
                  <a:pt x="2075976" y="36379"/>
                </a:cubicBezTo>
                <a:cubicBezTo>
                  <a:pt x="2082039" y="29876"/>
                  <a:pt x="2089903" y="26625"/>
                  <a:pt x="2099569" y="26625"/>
                </a:cubicBezTo>
                <a:cubicBezTo>
                  <a:pt x="2108927" y="26625"/>
                  <a:pt x="2116572" y="29805"/>
                  <a:pt x="2122503" y="36166"/>
                </a:cubicBezTo>
                <a:cubicBezTo>
                  <a:pt x="2128435" y="42526"/>
                  <a:pt x="2131400" y="51474"/>
                  <a:pt x="2131400" y="63010"/>
                </a:cubicBezTo>
                <a:cubicBezTo>
                  <a:pt x="2131400" y="63711"/>
                  <a:pt x="2131378" y="64764"/>
                  <a:pt x="2131334" y="66167"/>
                </a:cubicBezTo>
                <a:lnTo>
                  <a:pt x="2079139" y="66167"/>
                </a:lnTo>
                <a:cubicBezTo>
                  <a:pt x="2079578" y="73834"/>
                  <a:pt x="2081753" y="79704"/>
                  <a:pt x="2085663" y="83780"/>
                </a:cubicBezTo>
                <a:cubicBezTo>
                  <a:pt x="2089574" y="87855"/>
                  <a:pt x="2094451" y="89892"/>
                  <a:pt x="2100294" y="89892"/>
                </a:cubicBezTo>
                <a:cubicBezTo>
                  <a:pt x="2104644" y="89892"/>
                  <a:pt x="2108356" y="88761"/>
                  <a:pt x="2111432" y="86498"/>
                </a:cubicBezTo>
                <a:cubicBezTo>
                  <a:pt x="2114507" y="84234"/>
                  <a:pt x="2116946" y="80620"/>
                  <a:pt x="2118747" y="75657"/>
                </a:cubicBezTo>
                <a:moveTo>
                  <a:pt x="2079798" y="56281"/>
                </a:moveTo>
                <a:lnTo>
                  <a:pt x="2118879" y="56281"/>
                </a:lnTo>
                <a:cubicBezTo>
                  <a:pt x="2118352" y="50490"/>
                  <a:pt x="2116858" y="46147"/>
                  <a:pt x="2114397" y="43251"/>
                </a:cubicBezTo>
                <a:cubicBezTo>
                  <a:pt x="2110619" y="38757"/>
                  <a:pt x="2105720" y="36510"/>
                  <a:pt x="2099701" y="36510"/>
                </a:cubicBezTo>
                <a:cubicBezTo>
                  <a:pt x="2094253" y="36510"/>
                  <a:pt x="2089673" y="38304"/>
                  <a:pt x="2085960" y="41892"/>
                </a:cubicBezTo>
                <a:cubicBezTo>
                  <a:pt x="2082248" y="45478"/>
                  <a:pt x="2080194" y="50275"/>
                  <a:pt x="2079798" y="56281"/>
                </a:cubicBezTo>
                <a:close/>
                <a:moveTo>
                  <a:pt x="2191286" y="98196"/>
                </a:moveTo>
                <a:lnTo>
                  <a:pt x="2191286" y="89365"/>
                </a:lnTo>
                <a:cubicBezTo>
                  <a:pt x="2186848" y="96307"/>
                  <a:pt x="2180324" y="99778"/>
                  <a:pt x="2171713" y="99778"/>
                </a:cubicBezTo>
                <a:cubicBezTo>
                  <a:pt x="2166133" y="99778"/>
                  <a:pt x="2161003" y="98240"/>
                  <a:pt x="2156324" y="95164"/>
                </a:cubicBezTo>
                <a:cubicBezTo>
                  <a:pt x="2151645" y="92089"/>
                  <a:pt x="2148020" y="87794"/>
                  <a:pt x="2145450" y="82280"/>
                </a:cubicBezTo>
                <a:cubicBezTo>
                  <a:pt x="2142880" y="76766"/>
                  <a:pt x="2141595" y="70429"/>
                  <a:pt x="2141595" y="63267"/>
                </a:cubicBezTo>
                <a:cubicBezTo>
                  <a:pt x="2141595" y="56281"/>
                  <a:pt x="2142759" y="49944"/>
                  <a:pt x="2145088" y="44254"/>
                </a:cubicBezTo>
                <a:cubicBezTo>
                  <a:pt x="2147416" y="38564"/>
                  <a:pt x="2150909" y="34204"/>
                  <a:pt x="2155566" y="31172"/>
                </a:cubicBezTo>
                <a:cubicBezTo>
                  <a:pt x="2160224" y="28141"/>
                  <a:pt x="2165430" y="26625"/>
                  <a:pt x="2171185" y="26625"/>
                </a:cubicBezTo>
                <a:cubicBezTo>
                  <a:pt x="2175403" y="26625"/>
                  <a:pt x="2179160" y="27515"/>
                  <a:pt x="2182455" y="29294"/>
                </a:cubicBezTo>
                <a:cubicBezTo>
                  <a:pt x="2185750" y="31073"/>
                  <a:pt x="2188430" y="33391"/>
                  <a:pt x="2190495" y="36247"/>
                </a:cubicBezTo>
                <a:lnTo>
                  <a:pt x="2190495" y="1582"/>
                </a:lnTo>
                <a:lnTo>
                  <a:pt x="2202292" y="1582"/>
                </a:lnTo>
                <a:lnTo>
                  <a:pt x="2202292" y="98196"/>
                </a:lnTo>
                <a:lnTo>
                  <a:pt x="2191286" y="98196"/>
                </a:lnTo>
                <a:moveTo>
                  <a:pt x="2153787" y="63234"/>
                </a:moveTo>
                <a:cubicBezTo>
                  <a:pt x="2153787" y="72164"/>
                  <a:pt x="2155676" y="78840"/>
                  <a:pt x="2159455" y="83261"/>
                </a:cubicBezTo>
                <a:cubicBezTo>
                  <a:pt x="2163233" y="87682"/>
                  <a:pt x="2167693" y="89892"/>
                  <a:pt x="2172833" y="89892"/>
                </a:cubicBezTo>
                <a:cubicBezTo>
                  <a:pt x="2178017" y="89892"/>
                  <a:pt x="2182422" y="87780"/>
                  <a:pt x="2186047" y="83557"/>
                </a:cubicBezTo>
                <a:cubicBezTo>
                  <a:pt x="2189671" y="79332"/>
                  <a:pt x="2191484" y="72886"/>
                  <a:pt x="2191484" y="64219"/>
                </a:cubicBezTo>
                <a:cubicBezTo>
                  <a:pt x="2191484" y="54676"/>
                  <a:pt x="2189638" y="47673"/>
                  <a:pt x="2185948" y="43208"/>
                </a:cubicBezTo>
                <a:cubicBezTo>
                  <a:pt x="2182257" y="38743"/>
                  <a:pt x="2177710" y="36510"/>
                  <a:pt x="2172306" y="36510"/>
                </a:cubicBezTo>
                <a:cubicBezTo>
                  <a:pt x="2167034" y="36510"/>
                  <a:pt x="2162629" y="38656"/>
                  <a:pt x="2159092" y="42946"/>
                </a:cubicBezTo>
                <a:cubicBezTo>
                  <a:pt x="2155555" y="47235"/>
                  <a:pt x="2153787" y="53998"/>
                  <a:pt x="2153787" y="63234"/>
                </a:cubicBezTo>
                <a:close/>
                <a:moveTo>
                  <a:pt x="2216506" y="63201"/>
                </a:moveTo>
                <a:cubicBezTo>
                  <a:pt x="2216506" y="50240"/>
                  <a:pt x="2220109" y="40640"/>
                  <a:pt x="2227315" y="34402"/>
                </a:cubicBezTo>
                <a:cubicBezTo>
                  <a:pt x="2233334" y="29217"/>
                  <a:pt x="2240671" y="26625"/>
                  <a:pt x="2249326" y="26625"/>
                </a:cubicBezTo>
                <a:cubicBezTo>
                  <a:pt x="2258948" y="26625"/>
                  <a:pt x="2266813" y="29777"/>
                  <a:pt x="2272920" y="36082"/>
                </a:cubicBezTo>
                <a:cubicBezTo>
                  <a:pt x="2279027" y="42387"/>
                  <a:pt x="2282080" y="51097"/>
                  <a:pt x="2282080" y="62213"/>
                </a:cubicBezTo>
                <a:cubicBezTo>
                  <a:pt x="2282080" y="71219"/>
                  <a:pt x="2280729" y="78304"/>
                  <a:pt x="2278027" y="83466"/>
                </a:cubicBezTo>
                <a:cubicBezTo>
                  <a:pt x="2275325" y="88629"/>
                  <a:pt x="2271393" y="92638"/>
                  <a:pt x="2266231" y="95494"/>
                </a:cubicBezTo>
                <a:cubicBezTo>
                  <a:pt x="2261068" y="98350"/>
                  <a:pt x="2255433" y="99778"/>
                  <a:pt x="2249326" y="99778"/>
                </a:cubicBezTo>
                <a:cubicBezTo>
                  <a:pt x="2239529" y="99778"/>
                  <a:pt x="2231609" y="96636"/>
                  <a:pt x="2225568" y="90353"/>
                </a:cubicBezTo>
                <a:cubicBezTo>
                  <a:pt x="2219527" y="84071"/>
                  <a:pt x="2216506" y="75020"/>
                  <a:pt x="2216506" y="63201"/>
                </a:cubicBezTo>
                <a:moveTo>
                  <a:pt x="2228699" y="63168"/>
                </a:moveTo>
                <a:cubicBezTo>
                  <a:pt x="2228699" y="72098"/>
                  <a:pt x="2230654" y="78785"/>
                  <a:pt x="2234564" y="83228"/>
                </a:cubicBezTo>
                <a:cubicBezTo>
                  <a:pt x="2238474" y="87671"/>
                  <a:pt x="2243395" y="89892"/>
                  <a:pt x="2249326" y="89892"/>
                </a:cubicBezTo>
                <a:cubicBezTo>
                  <a:pt x="2255214" y="89892"/>
                  <a:pt x="2260112" y="87660"/>
                  <a:pt x="2264023" y="83195"/>
                </a:cubicBezTo>
                <a:cubicBezTo>
                  <a:pt x="2267933" y="78730"/>
                  <a:pt x="2269888" y="71923"/>
                  <a:pt x="2269888" y="62775"/>
                </a:cubicBezTo>
                <a:cubicBezTo>
                  <a:pt x="2269888" y="54151"/>
                  <a:pt x="2267922" y="47618"/>
                  <a:pt x="2263990" y="43175"/>
                </a:cubicBezTo>
                <a:cubicBezTo>
                  <a:pt x="2260058" y="38732"/>
                  <a:pt x="2255170" y="36510"/>
                  <a:pt x="2249326" y="36510"/>
                </a:cubicBezTo>
                <a:cubicBezTo>
                  <a:pt x="2243395" y="36510"/>
                  <a:pt x="2238474" y="38721"/>
                  <a:pt x="2234564" y="43142"/>
                </a:cubicBezTo>
                <a:cubicBezTo>
                  <a:pt x="2230654" y="47563"/>
                  <a:pt x="2228699" y="54238"/>
                  <a:pt x="2228699" y="63168"/>
                </a:cubicBezTo>
                <a:close/>
                <a:moveTo>
                  <a:pt x="2295965" y="98196"/>
                </a:moveTo>
                <a:lnTo>
                  <a:pt x="2295965" y="28207"/>
                </a:lnTo>
                <a:lnTo>
                  <a:pt x="2306576" y="28207"/>
                </a:lnTo>
                <a:lnTo>
                  <a:pt x="2306576" y="37960"/>
                </a:lnTo>
                <a:cubicBezTo>
                  <a:pt x="2308772" y="34553"/>
                  <a:pt x="2311694" y="31811"/>
                  <a:pt x="2315341" y="29737"/>
                </a:cubicBezTo>
                <a:cubicBezTo>
                  <a:pt x="2318987" y="27662"/>
                  <a:pt x="2323139" y="26625"/>
                  <a:pt x="2327796" y="26625"/>
                </a:cubicBezTo>
                <a:cubicBezTo>
                  <a:pt x="2332981" y="26625"/>
                  <a:pt x="2337232" y="27696"/>
                  <a:pt x="2340549" y="29838"/>
                </a:cubicBezTo>
                <a:cubicBezTo>
                  <a:pt x="2343866" y="31978"/>
                  <a:pt x="2346205" y="34971"/>
                  <a:pt x="2347567" y="38817"/>
                </a:cubicBezTo>
                <a:cubicBezTo>
                  <a:pt x="2353103" y="30689"/>
                  <a:pt x="2360309" y="26625"/>
                  <a:pt x="2369184" y="26625"/>
                </a:cubicBezTo>
                <a:cubicBezTo>
                  <a:pt x="2376125" y="26625"/>
                  <a:pt x="2381464" y="28547"/>
                  <a:pt x="2385198" y="32391"/>
                </a:cubicBezTo>
                <a:cubicBezTo>
                  <a:pt x="2388933" y="36236"/>
                  <a:pt x="2390800" y="42156"/>
                  <a:pt x="2390800" y="50152"/>
                </a:cubicBezTo>
                <a:lnTo>
                  <a:pt x="2390800" y="98196"/>
                </a:lnTo>
                <a:lnTo>
                  <a:pt x="2379003" y="98196"/>
                </a:lnTo>
                <a:lnTo>
                  <a:pt x="2379003" y="54059"/>
                </a:lnTo>
                <a:cubicBezTo>
                  <a:pt x="2379003" y="49309"/>
                  <a:pt x="2378619" y="45889"/>
                  <a:pt x="2377850" y="43801"/>
                </a:cubicBezTo>
                <a:cubicBezTo>
                  <a:pt x="2377081" y="41711"/>
                  <a:pt x="2375686" y="40029"/>
                  <a:pt x="2373665" y="38753"/>
                </a:cubicBezTo>
                <a:cubicBezTo>
                  <a:pt x="2371644" y="37478"/>
                  <a:pt x="2369272" y="36840"/>
                  <a:pt x="2366548" y="36840"/>
                </a:cubicBezTo>
                <a:cubicBezTo>
                  <a:pt x="2361627" y="36840"/>
                  <a:pt x="2357541" y="38479"/>
                  <a:pt x="2354289" y="41756"/>
                </a:cubicBezTo>
                <a:cubicBezTo>
                  <a:pt x="2351038" y="45032"/>
                  <a:pt x="2349413" y="50277"/>
                  <a:pt x="2349413" y="57490"/>
                </a:cubicBezTo>
                <a:lnTo>
                  <a:pt x="2349413" y="98196"/>
                </a:lnTo>
                <a:lnTo>
                  <a:pt x="2337550" y="98196"/>
                </a:lnTo>
                <a:lnTo>
                  <a:pt x="2337550" y="52673"/>
                </a:lnTo>
                <a:cubicBezTo>
                  <a:pt x="2337550" y="47395"/>
                  <a:pt x="2336583" y="43437"/>
                  <a:pt x="2334650" y="40798"/>
                </a:cubicBezTo>
                <a:cubicBezTo>
                  <a:pt x="2332717" y="38159"/>
                  <a:pt x="2329554" y="36840"/>
                  <a:pt x="2325160" y="36840"/>
                </a:cubicBezTo>
                <a:cubicBezTo>
                  <a:pt x="2321821" y="36840"/>
                  <a:pt x="2318735" y="37720"/>
                  <a:pt x="2315901" y="39480"/>
                </a:cubicBezTo>
                <a:cubicBezTo>
                  <a:pt x="2313067" y="41239"/>
                  <a:pt x="2311013" y="43812"/>
                  <a:pt x="2309739" y="47199"/>
                </a:cubicBezTo>
                <a:cubicBezTo>
                  <a:pt x="2308465" y="50585"/>
                  <a:pt x="2307828" y="55467"/>
                  <a:pt x="2307828" y="61844"/>
                </a:cubicBezTo>
                <a:lnTo>
                  <a:pt x="2307828" y="98196"/>
                </a:lnTo>
                <a:lnTo>
                  <a:pt x="2295965" y="98196"/>
                </a:lnTo>
                <a:close/>
                <a:moveTo>
                  <a:pt x="2441501" y="63201"/>
                </a:moveTo>
                <a:cubicBezTo>
                  <a:pt x="2441501" y="50240"/>
                  <a:pt x="2445104" y="40640"/>
                  <a:pt x="2452309" y="34402"/>
                </a:cubicBezTo>
                <a:cubicBezTo>
                  <a:pt x="2458328" y="29217"/>
                  <a:pt x="2465666" y="26625"/>
                  <a:pt x="2474321" y="26625"/>
                </a:cubicBezTo>
                <a:cubicBezTo>
                  <a:pt x="2483943" y="26625"/>
                  <a:pt x="2491807" y="29777"/>
                  <a:pt x="2497914" y="36082"/>
                </a:cubicBezTo>
                <a:cubicBezTo>
                  <a:pt x="2504021" y="42387"/>
                  <a:pt x="2507075" y="51097"/>
                  <a:pt x="2507075" y="62213"/>
                </a:cubicBezTo>
                <a:cubicBezTo>
                  <a:pt x="2507075" y="71219"/>
                  <a:pt x="2505724" y="78304"/>
                  <a:pt x="2503022" y="83466"/>
                </a:cubicBezTo>
                <a:cubicBezTo>
                  <a:pt x="2500320" y="88629"/>
                  <a:pt x="2496388" y="92638"/>
                  <a:pt x="2491225" y="95494"/>
                </a:cubicBezTo>
                <a:cubicBezTo>
                  <a:pt x="2486063" y="98350"/>
                  <a:pt x="2480428" y="99778"/>
                  <a:pt x="2474321" y="99778"/>
                </a:cubicBezTo>
                <a:cubicBezTo>
                  <a:pt x="2464523" y="99778"/>
                  <a:pt x="2456604" y="96636"/>
                  <a:pt x="2450563" y="90353"/>
                </a:cubicBezTo>
                <a:cubicBezTo>
                  <a:pt x="2444522" y="84071"/>
                  <a:pt x="2441501" y="75020"/>
                  <a:pt x="2441501" y="63201"/>
                </a:cubicBezTo>
                <a:moveTo>
                  <a:pt x="2453693" y="63168"/>
                </a:moveTo>
                <a:cubicBezTo>
                  <a:pt x="2453693" y="72098"/>
                  <a:pt x="2455648" y="78785"/>
                  <a:pt x="2459559" y="83228"/>
                </a:cubicBezTo>
                <a:cubicBezTo>
                  <a:pt x="2463469" y="87671"/>
                  <a:pt x="2468390" y="89892"/>
                  <a:pt x="2474321" y="89892"/>
                </a:cubicBezTo>
                <a:cubicBezTo>
                  <a:pt x="2480208" y="89892"/>
                  <a:pt x="2485107" y="87660"/>
                  <a:pt x="2489017" y="83195"/>
                </a:cubicBezTo>
                <a:cubicBezTo>
                  <a:pt x="2492928" y="78730"/>
                  <a:pt x="2494883" y="71923"/>
                  <a:pt x="2494883" y="62775"/>
                </a:cubicBezTo>
                <a:cubicBezTo>
                  <a:pt x="2494883" y="54151"/>
                  <a:pt x="2492917" y="47618"/>
                  <a:pt x="2488984" y="43175"/>
                </a:cubicBezTo>
                <a:cubicBezTo>
                  <a:pt x="2485052" y="38732"/>
                  <a:pt x="2480164" y="36510"/>
                  <a:pt x="2474321" y="36510"/>
                </a:cubicBezTo>
                <a:cubicBezTo>
                  <a:pt x="2468390" y="36510"/>
                  <a:pt x="2463469" y="38721"/>
                  <a:pt x="2459559" y="43142"/>
                </a:cubicBezTo>
                <a:cubicBezTo>
                  <a:pt x="2455648" y="47563"/>
                  <a:pt x="2453693" y="54238"/>
                  <a:pt x="2453693" y="63168"/>
                </a:cubicBezTo>
                <a:close/>
                <a:moveTo>
                  <a:pt x="2523794" y="98196"/>
                </a:moveTo>
                <a:lnTo>
                  <a:pt x="2523794" y="37433"/>
                </a:lnTo>
                <a:lnTo>
                  <a:pt x="2513315" y="37433"/>
                </a:lnTo>
                <a:lnTo>
                  <a:pt x="2513315" y="28207"/>
                </a:lnTo>
                <a:lnTo>
                  <a:pt x="2523794" y="28207"/>
                </a:lnTo>
                <a:lnTo>
                  <a:pt x="2523794" y="20776"/>
                </a:lnTo>
                <a:cubicBezTo>
                  <a:pt x="2523794" y="16086"/>
                  <a:pt x="2524211" y="12601"/>
                  <a:pt x="2525046" y="10322"/>
                </a:cubicBezTo>
                <a:cubicBezTo>
                  <a:pt x="2526188" y="7255"/>
                  <a:pt x="2528198" y="4768"/>
                  <a:pt x="2531076" y="2861"/>
                </a:cubicBezTo>
                <a:cubicBezTo>
                  <a:pt x="2533954" y="954"/>
                  <a:pt x="2537985" y="0"/>
                  <a:pt x="2543169" y="0"/>
                </a:cubicBezTo>
                <a:cubicBezTo>
                  <a:pt x="2546509" y="0"/>
                  <a:pt x="2550199" y="395"/>
                  <a:pt x="2554241" y="1186"/>
                </a:cubicBezTo>
                <a:lnTo>
                  <a:pt x="2552462" y="11533"/>
                </a:lnTo>
                <a:cubicBezTo>
                  <a:pt x="2550001" y="11094"/>
                  <a:pt x="2547673" y="10874"/>
                  <a:pt x="2545476" y="10874"/>
                </a:cubicBezTo>
                <a:cubicBezTo>
                  <a:pt x="2541873" y="10874"/>
                  <a:pt x="2539325" y="11640"/>
                  <a:pt x="2537831" y="13172"/>
                </a:cubicBezTo>
                <a:cubicBezTo>
                  <a:pt x="2536338" y="14705"/>
                  <a:pt x="2535591" y="17571"/>
                  <a:pt x="2535591" y="21773"/>
                </a:cubicBezTo>
                <a:lnTo>
                  <a:pt x="2535591" y="28207"/>
                </a:lnTo>
                <a:lnTo>
                  <a:pt x="2549233" y="28207"/>
                </a:lnTo>
                <a:lnTo>
                  <a:pt x="2549233" y="37433"/>
                </a:lnTo>
                <a:lnTo>
                  <a:pt x="2535591" y="37433"/>
                </a:lnTo>
                <a:lnTo>
                  <a:pt x="2535591" y="98196"/>
                </a:lnTo>
                <a:lnTo>
                  <a:pt x="2523794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speechguaranteedbytheFirstAmendment.">
            <a:extLst xmlns:a="http://schemas.openxmlformats.org/drawingml/2006/main">
              <a:ext uri="{FF2B5EF4-FFF2-40B4-BE49-F238E27FC236}">
                <a16:creationId xmlns:a16="http://schemas.microsoft.com/office/drawing/2014/main" id="{80A020B6-7F56-4A55-8815-8ED4264A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00" y="4624792"/>
            <a:ext cx="2640003" cy="125084"/>
          </a:xfrm>
          <a:custGeom xmlns:a="http://schemas.openxmlformats.org/drawingml/2006/main">
            <a:pathLst>
              <a:path w="2640003" h="125084">
                <a:moveTo>
                  <a:pt x="0" y="75657"/>
                </a:moveTo>
                <a:lnTo>
                  <a:pt x="11731" y="73812"/>
                </a:lnTo>
                <a:cubicBezTo>
                  <a:pt x="12390" y="78492"/>
                  <a:pt x="14224" y="82079"/>
                  <a:pt x="17234" y="84572"/>
                </a:cubicBezTo>
                <a:cubicBezTo>
                  <a:pt x="20243" y="87064"/>
                  <a:pt x="24450" y="88310"/>
                  <a:pt x="29854" y="88310"/>
                </a:cubicBezTo>
                <a:cubicBezTo>
                  <a:pt x="35302" y="88310"/>
                  <a:pt x="39344" y="87210"/>
                  <a:pt x="41980" y="85009"/>
                </a:cubicBezTo>
                <a:cubicBezTo>
                  <a:pt x="44617" y="82807"/>
                  <a:pt x="45935" y="80224"/>
                  <a:pt x="45935" y="77261"/>
                </a:cubicBezTo>
                <a:cubicBezTo>
                  <a:pt x="45935" y="74602"/>
                  <a:pt x="44770" y="72509"/>
                  <a:pt x="42442" y="70984"/>
                </a:cubicBezTo>
                <a:cubicBezTo>
                  <a:pt x="40816" y="69938"/>
                  <a:pt x="36774" y="68608"/>
                  <a:pt x="30315" y="66995"/>
                </a:cubicBezTo>
                <a:cubicBezTo>
                  <a:pt x="21616" y="64797"/>
                  <a:pt x="15586" y="62895"/>
                  <a:pt x="12225" y="61290"/>
                </a:cubicBezTo>
                <a:cubicBezTo>
                  <a:pt x="8864" y="59685"/>
                  <a:pt x="6316" y="57464"/>
                  <a:pt x="4580" y="54628"/>
                </a:cubicBezTo>
                <a:cubicBezTo>
                  <a:pt x="2845" y="51791"/>
                  <a:pt x="1977" y="48658"/>
                  <a:pt x="1977" y="45228"/>
                </a:cubicBezTo>
                <a:cubicBezTo>
                  <a:pt x="1977" y="42106"/>
                  <a:pt x="2691" y="39214"/>
                  <a:pt x="4119" y="36554"/>
                </a:cubicBezTo>
                <a:cubicBezTo>
                  <a:pt x="5547" y="33893"/>
                  <a:pt x="7491" y="31683"/>
                  <a:pt x="9951" y="29924"/>
                </a:cubicBezTo>
                <a:cubicBezTo>
                  <a:pt x="11797" y="28561"/>
                  <a:pt x="14312" y="27407"/>
                  <a:pt x="17497" y="26462"/>
                </a:cubicBezTo>
                <a:cubicBezTo>
                  <a:pt x="20683" y="25516"/>
                  <a:pt x="24099" y="25043"/>
                  <a:pt x="27745" y="25043"/>
                </a:cubicBezTo>
                <a:cubicBezTo>
                  <a:pt x="33237" y="25043"/>
                  <a:pt x="38059" y="25840"/>
                  <a:pt x="42211" y="27432"/>
                </a:cubicBezTo>
                <a:cubicBezTo>
                  <a:pt x="46363" y="29024"/>
                  <a:pt x="49427" y="31180"/>
                  <a:pt x="51405" y="33901"/>
                </a:cubicBezTo>
                <a:cubicBezTo>
                  <a:pt x="53382" y="36621"/>
                  <a:pt x="54744" y="40259"/>
                  <a:pt x="55491" y="44814"/>
                </a:cubicBezTo>
                <a:lnTo>
                  <a:pt x="43892" y="46396"/>
                </a:lnTo>
                <a:cubicBezTo>
                  <a:pt x="43364" y="42793"/>
                  <a:pt x="41838" y="39981"/>
                  <a:pt x="39311" y="37960"/>
                </a:cubicBezTo>
                <a:cubicBezTo>
                  <a:pt x="36785" y="35939"/>
                  <a:pt x="33215" y="34929"/>
                  <a:pt x="28602" y="34929"/>
                </a:cubicBezTo>
                <a:cubicBezTo>
                  <a:pt x="23154" y="34929"/>
                  <a:pt x="19266" y="35825"/>
                  <a:pt x="16937" y="37618"/>
                </a:cubicBezTo>
                <a:cubicBezTo>
                  <a:pt x="14609" y="39410"/>
                  <a:pt x="13444" y="41509"/>
                  <a:pt x="13444" y="43914"/>
                </a:cubicBezTo>
                <a:cubicBezTo>
                  <a:pt x="13444" y="45444"/>
                  <a:pt x="13928" y="46821"/>
                  <a:pt x="14894" y="48046"/>
                </a:cubicBezTo>
                <a:cubicBezTo>
                  <a:pt x="15861" y="49313"/>
                  <a:pt x="17376" y="50362"/>
                  <a:pt x="19441" y="51192"/>
                </a:cubicBezTo>
                <a:cubicBezTo>
                  <a:pt x="20628" y="51630"/>
                  <a:pt x="24121" y="52636"/>
                  <a:pt x="29920" y="54210"/>
                </a:cubicBezTo>
                <a:cubicBezTo>
                  <a:pt x="38312" y="56449"/>
                  <a:pt x="44166" y="58282"/>
                  <a:pt x="47483" y="59708"/>
                </a:cubicBezTo>
                <a:cubicBezTo>
                  <a:pt x="50800" y="61135"/>
                  <a:pt x="53404" y="63209"/>
                  <a:pt x="55293" y="65932"/>
                </a:cubicBezTo>
                <a:cubicBezTo>
                  <a:pt x="57182" y="68653"/>
                  <a:pt x="58127" y="72033"/>
                  <a:pt x="58127" y="76071"/>
                </a:cubicBezTo>
                <a:cubicBezTo>
                  <a:pt x="58127" y="80022"/>
                  <a:pt x="56973" y="83743"/>
                  <a:pt x="54667" y="87233"/>
                </a:cubicBezTo>
                <a:cubicBezTo>
                  <a:pt x="52360" y="90722"/>
                  <a:pt x="49032" y="93421"/>
                  <a:pt x="44682" y="95331"/>
                </a:cubicBezTo>
                <a:cubicBezTo>
                  <a:pt x="40333" y="97241"/>
                  <a:pt x="35412" y="98196"/>
                  <a:pt x="29920" y="98196"/>
                </a:cubicBezTo>
                <a:cubicBezTo>
                  <a:pt x="20825" y="98196"/>
                  <a:pt x="13895" y="96301"/>
                  <a:pt x="9128" y="92512"/>
                </a:cubicBezTo>
                <a:cubicBezTo>
                  <a:pt x="4361" y="88722"/>
                  <a:pt x="1318" y="83104"/>
                  <a:pt x="0" y="75657"/>
                </a:cubicBezTo>
                <a:close/>
                <a:moveTo>
                  <a:pt x="72230" y="123503"/>
                </a:moveTo>
                <a:lnTo>
                  <a:pt x="72230" y="26625"/>
                </a:lnTo>
                <a:lnTo>
                  <a:pt x="83038" y="26625"/>
                </a:lnTo>
                <a:lnTo>
                  <a:pt x="83038" y="35654"/>
                </a:lnTo>
                <a:cubicBezTo>
                  <a:pt x="85586" y="32117"/>
                  <a:pt x="88464" y="29464"/>
                  <a:pt x="91672" y="27696"/>
                </a:cubicBezTo>
                <a:cubicBezTo>
                  <a:pt x="94879" y="25927"/>
                  <a:pt x="98767" y="25043"/>
                  <a:pt x="103336" y="25043"/>
                </a:cubicBezTo>
                <a:cubicBezTo>
                  <a:pt x="109312" y="25043"/>
                  <a:pt x="114584" y="26581"/>
                  <a:pt x="119153" y="29656"/>
                </a:cubicBezTo>
                <a:cubicBezTo>
                  <a:pt x="123722" y="32732"/>
                  <a:pt x="127171" y="37071"/>
                  <a:pt x="129500" y="42672"/>
                </a:cubicBezTo>
                <a:cubicBezTo>
                  <a:pt x="131829" y="48274"/>
                  <a:pt x="132993" y="54414"/>
                  <a:pt x="132993" y="61092"/>
                </a:cubicBezTo>
                <a:cubicBezTo>
                  <a:pt x="132993" y="68254"/>
                  <a:pt x="131708" y="74701"/>
                  <a:pt x="129138" y="80435"/>
                </a:cubicBezTo>
                <a:cubicBezTo>
                  <a:pt x="126567" y="86169"/>
                  <a:pt x="122833" y="90562"/>
                  <a:pt x="117934" y="93616"/>
                </a:cubicBezTo>
                <a:cubicBezTo>
                  <a:pt x="113035" y="96669"/>
                  <a:pt x="107884" y="98196"/>
                  <a:pt x="102480" y="98196"/>
                </a:cubicBezTo>
                <a:cubicBezTo>
                  <a:pt x="98525" y="98196"/>
                  <a:pt x="94978" y="97350"/>
                  <a:pt x="91836" y="95659"/>
                </a:cubicBezTo>
                <a:cubicBezTo>
                  <a:pt x="88695" y="93966"/>
                  <a:pt x="86114" y="91828"/>
                  <a:pt x="84093" y="89245"/>
                </a:cubicBezTo>
                <a:lnTo>
                  <a:pt x="84093" y="123503"/>
                </a:lnTo>
                <a:lnTo>
                  <a:pt x="72230" y="123503"/>
                </a:lnTo>
                <a:moveTo>
                  <a:pt x="82972" y="61916"/>
                </a:moveTo>
                <a:cubicBezTo>
                  <a:pt x="82972" y="70912"/>
                  <a:pt x="84796" y="77560"/>
                  <a:pt x="88442" y="81860"/>
                </a:cubicBezTo>
                <a:cubicBezTo>
                  <a:pt x="92089" y="86160"/>
                  <a:pt x="96504" y="88310"/>
                  <a:pt x="101689" y="88310"/>
                </a:cubicBezTo>
                <a:cubicBezTo>
                  <a:pt x="106961" y="88310"/>
                  <a:pt x="111475" y="86083"/>
                  <a:pt x="115232" y="81629"/>
                </a:cubicBezTo>
                <a:cubicBezTo>
                  <a:pt x="118988" y="77175"/>
                  <a:pt x="120867" y="70275"/>
                  <a:pt x="120867" y="60928"/>
                </a:cubicBezTo>
                <a:cubicBezTo>
                  <a:pt x="120867" y="52020"/>
                  <a:pt x="119032" y="45350"/>
                  <a:pt x="115364" y="40918"/>
                </a:cubicBezTo>
                <a:cubicBezTo>
                  <a:pt x="111695" y="36486"/>
                  <a:pt x="107313" y="34270"/>
                  <a:pt x="102216" y="34270"/>
                </a:cubicBezTo>
                <a:cubicBezTo>
                  <a:pt x="97163" y="34270"/>
                  <a:pt x="92693" y="36628"/>
                  <a:pt x="88805" y="41346"/>
                </a:cubicBezTo>
                <a:cubicBezTo>
                  <a:pt x="84916" y="46064"/>
                  <a:pt x="82972" y="52920"/>
                  <a:pt x="82972" y="61916"/>
                </a:cubicBezTo>
                <a:close/>
                <a:moveTo>
                  <a:pt x="195185" y="74075"/>
                </a:moveTo>
                <a:lnTo>
                  <a:pt x="207443" y="75591"/>
                </a:lnTo>
                <a:cubicBezTo>
                  <a:pt x="205510" y="82753"/>
                  <a:pt x="201929" y="88310"/>
                  <a:pt x="196701" y="92265"/>
                </a:cubicBezTo>
                <a:cubicBezTo>
                  <a:pt x="191472" y="96219"/>
                  <a:pt x="184794" y="98196"/>
                  <a:pt x="176666" y="98196"/>
                </a:cubicBezTo>
                <a:cubicBezTo>
                  <a:pt x="166429" y="98196"/>
                  <a:pt x="158312" y="95043"/>
                  <a:pt x="152315" y="88739"/>
                </a:cubicBezTo>
                <a:cubicBezTo>
                  <a:pt x="146318" y="82434"/>
                  <a:pt x="143319" y="73592"/>
                  <a:pt x="143319" y="62213"/>
                </a:cubicBezTo>
                <a:cubicBezTo>
                  <a:pt x="143319" y="50438"/>
                  <a:pt x="146350" y="41299"/>
                  <a:pt x="152414" y="34797"/>
                </a:cubicBezTo>
                <a:cubicBezTo>
                  <a:pt x="158477" y="28294"/>
                  <a:pt x="166341" y="25043"/>
                  <a:pt x="176007" y="25043"/>
                </a:cubicBezTo>
                <a:cubicBezTo>
                  <a:pt x="185365" y="25043"/>
                  <a:pt x="193010" y="28224"/>
                  <a:pt x="198941" y="34585"/>
                </a:cubicBezTo>
                <a:cubicBezTo>
                  <a:pt x="204873" y="40944"/>
                  <a:pt x="207838" y="49892"/>
                  <a:pt x="207838" y="61428"/>
                </a:cubicBezTo>
                <a:cubicBezTo>
                  <a:pt x="207838" y="62130"/>
                  <a:pt x="207816" y="63182"/>
                  <a:pt x="207772" y="64585"/>
                </a:cubicBezTo>
                <a:lnTo>
                  <a:pt x="155577" y="64585"/>
                </a:lnTo>
                <a:cubicBezTo>
                  <a:pt x="156016" y="72252"/>
                  <a:pt x="158191" y="78123"/>
                  <a:pt x="162101" y="82198"/>
                </a:cubicBezTo>
                <a:cubicBezTo>
                  <a:pt x="166012" y="86273"/>
                  <a:pt x="170888" y="88310"/>
                  <a:pt x="176732" y="88310"/>
                </a:cubicBezTo>
                <a:cubicBezTo>
                  <a:pt x="181082" y="88310"/>
                  <a:pt x="184794" y="87179"/>
                  <a:pt x="187870" y="84916"/>
                </a:cubicBezTo>
                <a:cubicBezTo>
                  <a:pt x="190945" y="82652"/>
                  <a:pt x="193383" y="79039"/>
                  <a:pt x="195185" y="74075"/>
                </a:cubicBezTo>
                <a:moveTo>
                  <a:pt x="156236" y="54700"/>
                </a:moveTo>
                <a:lnTo>
                  <a:pt x="195317" y="54700"/>
                </a:lnTo>
                <a:cubicBezTo>
                  <a:pt x="194789" y="48908"/>
                  <a:pt x="193296" y="44565"/>
                  <a:pt x="190835" y="41669"/>
                </a:cubicBezTo>
                <a:cubicBezTo>
                  <a:pt x="187057" y="37176"/>
                  <a:pt x="182158" y="34929"/>
                  <a:pt x="176139" y="34929"/>
                </a:cubicBezTo>
                <a:cubicBezTo>
                  <a:pt x="170691" y="34929"/>
                  <a:pt x="166110" y="36723"/>
                  <a:pt x="162398" y="40310"/>
                </a:cubicBezTo>
                <a:cubicBezTo>
                  <a:pt x="158685" y="43896"/>
                  <a:pt x="156631" y="48693"/>
                  <a:pt x="156236" y="54700"/>
                </a:cubicBezTo>
                <a:close/>
                <a:moveTo>
                  <a:pt x="270228" y="74075"/>
                </a:moveTo>
                <a:lnTo>
                  <a:pt x="282486" y="75591"/>
                </a:lnTo>
                <a:cubicBezTo>
                  <a:pt x="280553" y="82753"/>
                  <a:pt x="276972" y="88310"/>
                  <a:pt x="271744" y="92265"/>
                </a:cubicBezTo>
                <a:cubicBezTo>
                  <a:pt x="266516" y="96219"/>
                  <a:pt x="259837" y="98196"/>
                  <a:pt x="251709" y="98196"/>
                </a:cubicBezTo>
                <a:cubicBezTo>
                  <a:pt x="241472" y="98196"/>
                  <a:pt x="233355" y="95043"/>
                  <a:pt x="227358" y="88739"/>
                </a:cubicBezTo>
                <a:cubicBezTo>
                  <a:pt x="221361" y="82434"/>
                  <a:pt x="218362" y="73592"/>
                  <a:pt x="218362" y="62213"/>
                </a:cubicBezTo>
                <a:cubicBezTo>
                  <a:pt x="218362" y="50438"/>
                  <a:pt x="221394" y="41299"/>
                  <a:pt x="227457" y="34797"/>
                </a:cubicBezTo>
                <a:cubicBezTo>
                  <a:pt x="233520" y="28294"/>
                  <a:pt x="241385" y="25043"/>
                  <a:pt x="251050" y="25043"/>
                </a:cubicBezTo>
                <a:cubicBezTo>
                  <a:pt x="260409" y="25043"/>
                  <a:pt x="268053" y="28224"/>
                  <a:pt x="273985" y="34585"/>
                </a:cubicBezTo>
                <a:cubicBezTo>
                  <a:pt x="279916" y="40944"/>
                  <a:pt x="282882" y="49892"/>
                  <a:pt x="282882" y="61428"/>
                </a:cubicBezTo>
                <a:cubicBezTo>
                  <a:pt x="282882" y="62130"/>
                  <a:pt x="282860" y="63182"/>
                  <a:pt x="282816" y="64585"/>
                </a:cubicBezTo>
                <a:lnTo>
                  <a:pt x="230620" y="64585"/>
                </a:lnTo>
                <a:cubicBezTo>
                  <a:pt x="231060" y="72252"/>
                  <a:pt x="233234" y="78123"/>
                  <a:pt x="237145" y="82198"/>
                </a:cubicBezTo>
                <a:cubicBezTo>
                  <a:pt x="241055" y="86273"/>
                  <a:pt x="245932" y="88310"/>
                  <a:pt x="251775" y="88310"/>
                </a:cubicBezTo>
                <a:cubicBezTo>
                  <a:pt x="256125" y="88310"/>
                  <a:pt x="259837" y="87179"/>
                  <a:pt x="262913" y="84916"/>
                </a:cubicBezTo>
                <a:cubicBezTo>
                  <a:pt x="265988" y="82652"/>
                  <a:pt x="268427" y="79039"/>
                  <a:pt x="270228" y="74075"/>
                </a:cubicBezTo>
                <a:moveTo>
                  <a:pt x="231279" y="54700"/>
                </a:moveTo>
                <a:lnTo>
                  <a:pt x="270360" y="54700"/>
                </a:lnTo>
                <a:cubicBezTo>
                  <a:pt x="269833" y="48908"/>
                  <a:pt x="268339" y="44565"/>
                  <a:pt x="265879" y="41669"/>
                </a:cubicBezTo>
                <a:cubicBezTo>
                  <a:pt x="262100" y="37176"/>
                  <a:pt x="257201" y="34929"/>
                  <a:pt x="251182" y="34929"/>
                </a:cubicBezTo>
                <a:cubicBezTo>
                  <a:pt x="245734" y="34929"/>
                  <a:pt x="241154" y="36723"/>
                  <a:pt x="237441" y="40310"/>
                </a:cubicBezTo>
                <a:cubicBezTo>
                  <a:pt x="233729" y="43896"/>
                  <a:pt x="231675" y="48693"/>
                  <a:pt x="231279" y="54700"/>
                </a:cubicBezTo>
                <a:close/>
                <a:moveTo>
                  <a:pt x="343030" y="70912"/>
                </a:moveTo>
                <a:lnTo>
                  <a:pt x="354695" y="72428"/>
                </a:lnTo>
                <a:cubicBezTo>
                  <a:pt x="353421" y="80488"/>
                  <a:pt x="350159" y="86799"/>
                  <a:pt x="344909" y="91358"/>
                </a:cubicBezTo>
                <a:cubicBezTo>
                  <a:pt x="339658" y="95917"/>
                  <a:pt x="333211" y="98196"/>
                  <a:pt x="325566" y="98196"/>
                </a:cubicBezTo>
                <a:cubicBezTo>
                  <a:pt x="315988" y="98196"/>
                  <a:pt x="308288" y="95065"/>
                  <a:pt x="302467" y="88805"/>
                </a:cubicBezTo>
                <a:cubicBezTo>
                  <a:pt x="296645" y="82544"/>
                  <a:pt x="293735" y="73570"/>
                  <a:pt x="293735" y="61883"/>
                </a:cubicBezTo>
                <a:cubicBezTo>
                  <a:pt x="293735" y="54326"/>
                  <a:pt x="294987" y="47714"/>
                  <a:pt x="297491" y="42046"/>
                </a:cubicBezTo>
                <a:cubicBezTo>
                  <a:pt x="299995" y="36379"/>
                  <a:pt x="303807" y="32128"/>
                  <a:pt x="308925" y="29294"/>
                </a:cubicBezTo>
                <a:cubicBezTo>
                  <a:pt x="314044" y="26460"/>
                  <a:pt x="319613" y="25043"/>
                  <a:pt x="325632" y="25043"/>
                </a:cubicBezTo>
                <a:cubicBezTo>
                  <a:pt x="333233" y="25043"/>
                  <a:pt x="339450" y="26972"/>
                  <a:pt x="344282" y="30828"/>
                </a:cubicBezTo>
                <a:cubicBezTo>
                  <a:pt x="349115" y="34684"/>
                  <a:pt x="352213" y="40158"/>
                  <a:pt x="353575" y="47253"/>
                </a:cubicBezTo>
                <a:lnTo>
                  <a:pt x="342042" y="49032"/>
                </a:lnTo>
                <a:cubicBezTo>
                  <a:pt x="340943" y="44353"/>
                  <a:pt x="338999" y="40833"/>
                  <a:pt x="336209" y="38471"/>
                </a:cubicBezTo>
                <a:cubicBezTo>
                  <a:pt x="333419" y="36109"/>
                  <a:pt x="330047" y="34929"/>
                  <a:pt x="326093" y="34929"/>
                </a:cubicBezTo>
                <a:cubicBezTo>
                  <a:pt x="320118" y="34929"/>
                  <a:pt x="315263" y="37060"/>
                  <a:pt x="311529" y="41323"/>
                </a:cubicBezTo>
                <a:cubicBezTo>
                  <a:pt x="307794" y="45585"/>
                  <a:pt x="305927" y="52329"/>
                  <a:pt x="305927" y="61554"/>
                </a:cubicBezTo>
                <a:cubicBezTo>
                  <a:pt x="305927" y="70911"/>
                  <a:pt x="307728" y="77710"/>
                  <a:pt x="311331" y="81951"/>
                </a:cubicBezTo>
                <a:cubicBezTo>
                  <a:pt x="314934" y="86190"/>
                  <a:pt x="319635" y="88310"/>
                  <a:pt x="325434" y="88310"/>
                </a:cubicBezTo>
                <a:cubicBezTo>
                  <a:pt x="330091" y="88310"/>
                  <a:pt x="333980" y="86888"/>
                  <a:pt x="337099" y="84043"/>
                </a:cubicBezTo>
                <a:cubicBezTo>
                  <a:pt x="340218" y="81198"/>
                  <a:pt x="342196" y="76821"/>
                  <a:pt x="343030" y="70912"/>
                </a:cubicBezTo>
                <a:close/>
                <a:moveTo>
                  <a:pt x="364844" y="96614"/>
                </a:moveTo>
                <a:lnTo>
                  <a:pt x="364844" y="0"/>
                </a:lnTo>
                <a:lnTo>
                  <a:pt x="376707" y="0"/>
                </a:lnTo>
                <a:lnTo>
                  <a:pt x="376707" y="34665"/>
                </a:lnTo>
                <a:cubicBezTo>
                  <a:pt x="382243" y="28251"/>
                  <a:pt x="389229" y="25043"/>
                  <a:pt x="397664" y="25043"/>
                </a:cubicBezTo>
                <a:cubicBezTo>
                  <a:pt x="402849" y="25043"/>
                  <a:pt x="407352" y="26065"/>
                  <a:pt x="411174" y="28108"/>
                </a:cubicBezTo>
                <a:cubicBezTo>
                  <a:pt x="414997" y="30151"/>
                  <a:pt x="417732" y="32974"/>
                  <a:pt x="419379" y="36576"/>
                </a:cubicBezTo>
                <a:cubicBezTo>
                  <a:pt x="421027" y="40179"/>
                  <a:pt x="421851" y="45407"/>
                  <a:pt x="421851" y="52261"/>
                </a:cubicBezTo>
                <a:lnTo>
                  <a:pt x="421851" y="96614"/>
                </a:lnTo>
                <a:lnTo>
                  <a:pt x="409988" y="96614"/>
                </a:lnTo>
                <a:lnTo>
                  <a:pt x="409988" y="52261"/>
                </a:lnTo>
                <a:cubicBezTo>
                  <a:pt x="409988" y="46330"/>
                  <a:pt x="408703" y="42013"/>
                  <a:pt x="406133" y="39311"/>
                </a:cubicBezTo>
                <a:cubicBezTo>
                  <a:pt x="403562" y="36609"/>
                  <a:pt x="399927" y="35258"/>
                  <a:pt x="395226" y="35258"/>
                </a:cubicBezTo>
                <a:cubicBezTo>
                  <a:pt x="391711" y="35258"/>
                  <a:pt x="388405" y="36170"/>
                  <a:pt x="385307" y="37993"/>
                </a:cubicBezTo>
                <a:cubicBezTo>
                  <a:pt x="382210" y="39817"/>
                  <a:pt x="380002" y="42288"/>
                  <a:pt x="378684" y="45407"/>
                </a:cubicBezTo>
                <a:cubicBezTo>
                  <a:pt x="377366" y="48527"/>
                  <a:pt x="376707" y="52832"/>
                  <a:pt x="376707" y="58324"/>
                </a:cubicBezTo>
                <a:lnTo>
                  <a:pt x="376707" y="96614"/>
                </a:lnTo>
                <a:lnTo>
                  <a:pt x="364844" y="96614"/>
                </a:lnTo>
                <a:close/>
                <a:moveTo>
                  <a:pt x="475234" y="102414"/>
                </a:moveTo>
                <a:lnTo>
                  <a:pt x="486767" y="104127"/>
                </a:lnTo>
                <a:cubicBezTo>
                  <a:pt x="487250" y="107686"/>
                  <a:pt x="488590" y="110278"/>
                  <a:pt x="490787" y="111904"/>
                </a:cubicBezTo>
                <a:cubicBezTo>
                  <a:pt x="493731" y="114101"/>
                  <a:pt x="497751" y="115199"/>
                  <a:pt x="502847" y="115199"/>
                </a:cubicBezTo>
                <a:cubicBezTo>
                  <a:pt x="508339" y="115199"/>
                  <a:pt x="512579" y="114098"/>
                  <a:pt x="515567" y="111895"/>
                </a:cubicBezTo>
                <a:cubicBezTo>
                  <a:pt x="518554" y="109695"/>
                  <a:pt x="520575" y="106612"/>
                  <a:pt x="521630" y="102648"/>
                </a:cubicBezTo>
                <a:cubicBezTo>
                  <a:pt x="522245" y="100228"/>
                  <a:pt x="522530" y="95142"/>
                  <a:pt x="522487" y="87392"/>
                </a:cubicBezTo>
                <a:cubicBezTo>
                  <a:pt x="517302" y="93540"/>
                  <a:pt x="510844" y="96614"/>
                  <a:pt x="503111" y="96614"/>
                </a:cubicBezTo>
                <a:cubicBezTo>
                  <a:pt x="493489" y="96614"/>
                  <a:pt x="486042" y="93143"/>
                  <a:pt x="480770" y="86201"/>
                </a:cubicBezTo>
                <a:cubicBezTo>
                  <a:pt x="475497" y="79260"/>
                  <a:pt x="472861" y="70934"/>
                  <a:pt x="472861" y="61224"/>
                </a:cubicBezTo>
                <a:cubicBezTo>
                  <a:pt x="472861" y="54546"/>
                  <a:pt x="474070" y="48384"/>
                  <a:pt x="476486" y="42738"/>
                </a:cubicBezTo>
                <a:cubicBezTo>
                  <a:pt x="478902" y="37093"/>
                  <a:pt x="482406" y="32732"/>
                  <a:pt x="486998" y="29656"/>
                </a:cubicBezTo>
                <a:cubicBezTo>
                  <a:pt x="491589" y="26581"/>
                  <a:pt x="496982" y="25043"/>
                  <a:pt x="503177" y="25043"/>
                </a:cubicBezTo>
                <a:cubicBezTo>
                  <a:pt x="511437" y="25043"/>
                  <a:pt x="518247" y="28404"/>
                  <a:pt x="523607" y="35126"/>
                </a:cubicBezTo>
                <a:lnTo>
                  <a:pt x="523607" y="26625"/>
                </a:lnTo>
                <a:lnTo>
                  <a:pt x="534547" y="26625"/>
                </a:lnTo>
                <a:lnTo>
                  <a:pt x="534547" y="87165"/>
                </a:lnTo>
                <a:cubicBezTo>
                  <a:pt x="534547" y="98068"/>
                  <a:pt x="533437" y="105795"/>
                  <a:pt x="531219" y="110345"/>
                </a:cubicBezTo>
                <a:cubicBezTo>
                  <a:pt x="529000" y="114895"/>
                  <a:pt x="525485" y="118489"/>
                  <a:pt x="520674" y="121126"/>
                </a:cubicBezTo>
                <a:cubicBezTo>
                  <a:pt x="515863" y="123765"/>
                  <a:pt x="509943" y="125084"/>
                  <a:pt x="502913" y="125084"/>
                </a:cubicBezTo>
                <a:cubicBezTo>
                  <a:pt x="494565" y="125084"/>
                  <a:pt x="487821" y="123201"/>
                  <a:pt x="482681" y="119433"/>
                </a:cubicBezTo>
                <a:cubicBezTo>
                  <a:pt x="477540" y="115666"/>
                  <a:pt x="475058" y="109993"/>
                  <a:pt x="475234" y="102414"/>
                </a:cubicBezTo>
                <a:moveTo>
                  <a:pt x="485053" y="60369"/>
                </a:moveTo>
                <a:cubicBezTo>
                  <a:pt x="485053" y="69529"/>
                  <a:pt x="486877" y="76212"/>
                  <a:pt x="490523" y="80418"/>
                </a:cubicBezTo>
                <a:cubicBezTo>
                  <a:pt x="494170" y="84625"/>
                  <a:pt x="498739" y="86729"/>
                  <a:pt x="504231" y="86729"/>
                </a:cubicBezTo>
                <a:cubicBezTo>
                  <a:pt x="509679" y="86729"/>
                  <a:pt x="514249" y="84636"/>
                  <a:pt x="517939" y="80451"/>
                </a:cubicBezTo>
                <a:cubicBezTo>
                  <a:pt x="521630" y="76267"/>
                  <a:pt x="523475" y="69704"/>
                  <a:pt x="523475" y="60763"/>
                </a:cubicBezTo>
                <a:cubicBezTo>
                  <a:pt x="523475" y="52217"/>
                  <a:pt x="521575" y="45775"/>
                  <a:pt x="517774" y="41437"/>
                </a:cubicBezTo>
                <a:cubicBezTo>
                  <a:pt x="513974" y="37098"/>
                  <a:pt x="509394" y="34929"/>
                  <a:pt x="504034" y="34929"/>
                </a:cubicBezTo>
                <a:cubicBezTo>
                  <a:pt x="498761" y="34929"/>
                  <a:pt x="494280" y="37065"/>
                  <a:pt x="490589" y="41338"/>
                </a:cubicBezTo>
                <a:cubicBezTo>
                  <a:pt x="486899" y="45611"/>
                  <a:pt x="485053" y="51954"/>
                  <a:pt x="485053" y="60369"/>
                </a:cubicBezTo>
                <a:close/>
                <a:moveTo>
                  <a:pt x="598321" y="96614"/>
                </a:moveTo>
                <a:lnTo>
                  <a:pt x="598321" y="86333"/>
                </a:lnTo>
                <a:cubicBezTo>
                  <a:pt x="592873" y="94242"/>
                  <a:pt x="585470" y="98196"/>
                  <a:pt x="576112" y="98196"/>
                </a:cubicBezTo>
                <a:cubicBezTo>
                  <a:pt x="571982" y="98196"/>
                  <a:pt x="568126" y="97405"/>
                  <a:pt x="564546" y="95823"/>
                </a:cubicBezTo>
                <a:cubicBezTo>
                  <a:pt x="560965" y="94242"/>
                  <a:pt x="558307" y="92254"/>
                  <a:pt x="556571" y="89859"/>
                </a:cubicBezTo>
                <a:cubicBezTo>
                  <a:pt x="554836" y="87465"/>
                  <a:pt x="553617" y="84532"/>
                  <a:pt x="552914" y="81061"/>
                </a:cubicBezTo>
                <a:cubicBezTo>
                  <a:pt x="552430" y="78732"/>
                  <a:pt x="552189" y="75042"/>
                  <a:pt x="552189" y="69989"/>
                </a:cubicBezTo>
                <a:lnTo>
                  <a:pt x="552189" y="26625"/>
                </a:lnTo>
                <a:lnTo>
                  <a:pt x="564051" y="26625"/>
                </a:lnTo>
                <a:lnTo>
                  <a:pt x="564051" y="65442"/>
                </a:lnTo>
                <a:cubicBezTo>
                  <a:pt x="564051" y="71637"/>
                  <a:pt x="564293" y="75811"/>
                  <a:pt x="564776" y="77964"/>
                </a:cubicBezTo>
                <a:cubicBezTo>
                  <a:pt x="565523" y="81083"/>
                  <a:pt x="567105" y="83532"/>
                  <a:pt x="569521" y="85312"/>
                </a:cubicBezTo>
                <a:cubicBezTo>
                  <a:pt x="571938" y="87091"/>
                  <a:pt x="574925" y="87981"/>
                  <a:pt x="578484" y="87981"/>
                </a:cubicBezTo>
                <a:cubicBezTo>
                  <a:pt x="582043" y="87981"/>
                  <a:pt x="585382" y="87069"/>
                  <a:pt x="588501" y="85246"/>
                </a:cubicBezTo>
                <a:cubicBezTo>
                  <a:pt x="591621" y="83423"/>
                  <a:pt x="593829" y="80940"/>
                  <a:pt x="595125" y="77799"/>
                </a:cubicBezTo>
                <a:cubicBezTo>
                  <a:pt x="596421" y="74657"/>
                  <a:pt x="597069" y="70099"/>
                  <a:pt x="597069" y="64124"/>
                </a:cubicBezTo>
                <a:lnTo>
                  <a:pt x="597069" y="26625"/>
                </a:lnTo>
                <a:lnTo>
                  <a:pt x="608931" y="26625"/>
                </a:lnTo>
                <a:lnTo>
                  <a:pt x="608931" y="96614"/>
                </a:lnTo>
                <a:lnTo>
                  <a:pt x="598321" y="96614"/>
                </a:lnTo>
                <a:close/>
                <a:moveTo>
                  <a:pt x="673167" y="87973"/>
                </a:moveTo>
                <a:cubicBezTo>
                  <a:pt x="668773" y="91710"/>
                  <a:pt x="664544" y="94348"/>
                  <a:pt x="660480" y="95887"/>
                </a:cubicBezTo>
                <a:cubicBezTo>
                  <a:pt x="656416" y="97426"/>
                  <a:pt x="652056" y="98196"/>
                  <a:pt x="647399" y="98196"/>
                </a:cubicBezTo>
                <a:cubicBezTo>
                  <a:pt x="639710" y="98196"/>
                  <a:pt x="633800" y="96316"/>
                  <a:pt x="629671" y="92557"/>
                </a:cubicBezTo>
                <a:cubicBezTo>
                  <a:pt x="625541" y="88798"/>
                  <a:pt x="623476" y="83994"/>
                  <a:pt x="623476" y="78147"/>
                </a:cubicBezTo>
                <a:cubicBezTo>
                  <a:pt x="623476" y="74719"/>
                  <a:pt x="624255" y="71587"/>
                  <a:pt x="625815" y="68752"/>
                </a:cubicBezTo>
                <a:cubicBezTo>
                  <a:pt x="627375" y="65915"/>
                  <a:pt x="629418" y="63639"/>
                  <a:pt x="631944" y="61924"/>
                </a:cubicBezTo>
                <a:cubicBezTo>
                  <a:pt x="634470" y="60209"/>
                  <a:pt x="637315" y="58913"/>
                  <a:pt x="640479" y="58034"/>
                </a:cubicBezTo>
                <a:cubicBezTo>
                  <a:pt x="642807" y="57418"/>
                  <a:pt x="646322" y="56824"/>
                  <a:pt x="651023" y="56253"/>
                </a:cubicBezTo>
                <a:cubicBezTo>
                  <a:pt x="660601" y="55118"/>
                  <a:pt x="667653" y="53766"/>
                  <a:pt x="672178" y="52195"/>
                </a:cubicBezTo>
                <a:cubicBezTo>
                  <a:pt x="672222" y="50577"/>
                  <a:pt x="672244" y="49548"/>
                  <a:pt x="672244" y="49110"/>
                </a:cubicBezTo>
                <a:cubicBezTo>
                  <a:pt x="672244" y="44295"/>
                  <a:pt x="671124" y="40903"/>
                  <a:pt x="668883" y="38934"/>
                </a:cubicBezTo>
                <a:cubicBezTo>
                  <a:pt x="665851" y="36264"/>
                  <a:pt x="661348" y="34929"/>
                  <a:pt x="655373" y="34929"/>
                </a:cubicBezTo>
                <a:cubicBezTo>
                  <a:pt x="649793" y="34929"/>
                  <a:pt x="645674" y="35906"/>
                  <a:pt x="643016" y="37861"/>
                </a:cubicBezTo>
                <a:cubicBezTo>
                  <a:pt x="640358" y="39817"/>
                  <a:pt x="638392" y="43276"/>
                  <a:pt x="637118" y="48241"/>
                </a:cubicBezTo>
                <a:lnTo>
                  <a:pt x="625519" y="46660"/>
                </a:lnTo>
                <a:cubicBezTo>
                  <a:pt x="626573" y="41680"/>
                  <a:pt x="628309" y="37658"/>
                  <a:pt x="630725" y="34595"/>
                </a:cubicBezTo>
                <a:cubicBezTo>
                  <a:pt x="633141" y="31532"/>
                  <a:pt x="636634" y="29175"/>
                  <a:pt x="641204" y="27523"/>
                </a:cubicBezTo>
                <a:cubicBezTo>
                  <a:pt x="645773" y="25870"/>
                  <a:pt x="651067" y="25043"/>
                  <a:pt x="657086" y="25043"/>
                </a:cubicBezTo>
                <a:cubicBezTo>
                  <a:pt x="663062" y="25043"/>
                  <a:pt x="667916" y="25746"/>
                  <a:pt x="671651" y="27152"/>
                </a:cubicBezTo>
                <a:cubicBezTo>
                  <a:pt x="675385" y="28558"/>
                  <a:pt x="678131" y="30326"/>
                  <a:pt x="679889" y="32457"/>
                </a:cubicBezTo>
                <a:cubicBezTo>
                  <a:pt x="681646" y="34588"/>
                  <a:pt x="682876" y="37279"/>
                  <a:pt x="683579" y="40531"/>
                </a:cubicBezTo>
                <a:cubicBezTo>
                  <a:pt x="683975" y="42552"/>
                  <a:pt x="684173" y="46198"/>
                  <a:pt x="684173" y="51470"/>
                </a:cubicBezTo>
                <a:lnTo>
                  <a:pt x="684173" y="67287"/>
                </a:lnTo>
                <a:cubicBezTo>
                  <a:pt x="684173" y="78315"/>
                  <a:pt x="684425" y="85290"/>
                  <a:pt x="684930" y="88212"/>
                </a:cubicBezTo>
                <a:cubicBezTo>
                  <a:pt x="685436" y="91133"/>
                  <a:pt x="686435" y="93934"/>
                  <a:pt x="687929" y="96614"/>
                </a:cubicBezTo>
                <a:lnTo>
                  <a:pt x="675539" y="96614"/>
                </a:lnTo>
                <a:cubicBezTo>
                  <a:pt x="674309" y="94151"/>
                  <a:pt x="673518" y="91271"/>
                  <a:pt x="673167" y="87973"/>
                </a:cubicBezTo>
                <a:moveTo>
                  <a:pt x="672178" y="61422"/>
                </a:moveTo>
                <a:cubicBezTo>
                  <a:pt x="667872" y="63194"/>
                  <a:pt x="661414" y="64701"/>
                  <a:pt x="652803" y="65940"/>
                </a:cubicBezTo>
                <a:cubicBezTo>
                  <a:pt x="647926" y="66646"/>
                  <a:pt x="644477" y="67440"/>
                  <a:pt x="642456" y="68323"/>
                </a:cubicBezTo>
                <a:cubicBezTo>
                  <a:pt x="640435" y="69205"/>
                  <a:pt x="638875" y="70495"/>
                  <a:pt x="637777" y="72195"/>
                </a:cubicBezTo>
                <a:cubicBezTo>
                  <a:pt x="636678" y="73893"/>
                  <a:pt x="636129" y="75779"/>
                  <a:pt x="636129" y="77852"/>
                </a:cubicBezTo>
                <a:cubicBezTo>
                  <a:pt x="636129" y="81028"/>
                  <a:pt x="637326" y="83675"/>
                  <a:pt x="639721" y="85794"/>
                </a:cubicBezTo>
                <a:cubicBezTo>
                  <a:pt x="642115" y="87911"/>
                  <a:pt x="645619" y="88969"/>
                  <a:pt x="650232" y="88969"/>
                </a:cubicBezTo>
                <a:cubicBezTo>
                  <a:pt x="654802" y="88969"/>
                  <a:pt x="658866" y="87965"/>
                  <a:pt x="662424" y="85956"/>
                </a:cubicBezTo>
                <a:cubicBezTo>
                  <a:pt x="665983" y="83948"/>
                  <a:pt x="668597" y="81200"/>
                  <a:pt x="670267" y="77712"/>
                </a:cubicBezTo>
                <a:cubicBezTo>
                  <a:pt x="671541" y="75018"/>
                  <a:pt x="672178" y="71045"/>
                  <a:pt x="672178" y="65792"/>
                </a:cubicBezTo>
                <a:lnTo>
                  <a:pt x="672178" y="61422"/>
                </a:lnTo>
                <a:close/>
                <a:moveTo>
                  <a:pt x="702407" y="96614"/>
                </a:moveTo>
                <a:lnTo>
                  <a:pt x="702407" y="26625"/>
                </a:lnTo>
                <a:lnTo>
                  <a:pt x="713083" y="26625"/>
                </a:lnTo>
                <a:lnTo>
                  <a:pt x="713083" y="37169"/>
                </a:lnTo>
                <a:cubicBezTo>
                  <a:pt x="715807" y="32232"/>
                  <a:pt x="718322" y="28977"/>
                  <a:pt x="720629" y="27403"/>
                </a:cubicBezTo>
                <a:cubicBezTo>
                  <a:pt x="722936" y="25830"/>
                  <a:pt x="725473" y="25043"/>
                  <a:pt x="728241" y="25043"/>
                </a:cubicBezTo>
                <a:cubicBezTo>
                  <a:pt x="732239" y="25043"/>
                  <a:pt x="736303" y="26312"/>
                  <a:pt x="740433" y="28849"/>
                </a:cubicBezTo>
                <a:lnTo>
                  <a:pt x="736347" y="39806"/>
                </a:lnTo>
                <a:cubicBezTo>
                  <a:pt x="733447" y="38092"/>
                  <a:pt x="730547" y="37235"/>
                  <a:pt x="727648" y="37235"/>
                </a:cubicBezTo>
                <a:cubicBezTo>
                  <a:pt x="725055" y="37235"/>
                  <a:pt x="722727" y="38017"/>
                  <a:pt x="720662" y="39579"/>
                </a:cubicBezTo>
                <a:cubicBezTo>
                  <a:pt x="718597" y="41140"/>
                  <a:pt x="717125" y="43306"/>
                  <a:pt x="716246" y="46077"/>
                </a:cubicBezTo>
                <a:cubicBezTo>
                  <a:pt x="714928" y="50299"/>
                  <a:pt x="714269" y="54917"/>
                  <a:pt x="714269" y="59931"/>
                </a:cubicBezTo>
                <a:lnTo>
                  <a:pt x="714269" y="96614"/>
                </a:lnTo>
                <a:lnTo>
                  <a:pt x="702407" y="96614"/>
                </a:lnTo>
                <a:close/>
                <a:moveTo>
                  <a:pt x="793155" y="87973"/>
                </a:moveTo>
                <a:cubicBezTo>
                  <a:pt x="788761" y="91710"/>
                  <a:pt x="784532" y="94348"/>
                  <a:pt x="780468" y="95887"/>
                </a:cubicBezTo>
                <a:cubicBezTo>
                  <a:pt x="776404" y="97426"/>
                  <a:pt x="772044" y="98196"/>
                  <a:pt x="767386" y="98196"/>
                </a:cubicBezTo>
                <a:cubicBezTo>
                  <a:pt x="759698" y="98196"/>
                  <a:pt x="753788" y="96316"/>
                  <a:pt x="749658" y="92557"/>
                </a:cubicBezTo>
                <a:cubicBezTo>
                  <a:pt x="745528" y="88798"/>
                  <a:pt x="743463" y="83994"/>
                  <a:pt x="743463" y="78147"/>
                </a:cubicBezTo>
                <a:cubicBezTo>
                  <a:pt x="743463" y="74719"/>
                  <a:pt x="744243" y="71587"/>
                  <a:pt x="745803" y="68752"/>
                </a:cubicBezTo>
                <a:cubicBezTo>
                  <a:pt x="747363" y="65915"/>
                  <a:pt x="749406" y="63639"/>
                  <a:pt x="751932" y="61924"/>
                </a:cubicBezTo>
                <a:cubicBezTo>
                  <a:pt x="754458" y="60209"/>
                  <a:pt x="757303" y="58913"/>
                  <a:pt x="760467" y="58034"/>
                </a:cubicBezTo>
                <a:cubicBezTo>
                  <a:pt x="762795" y="57418"/>
                  <a:pt x="766310" y="56824"/>
                  <a:pt x="771011" y="56253"/>
                </a:cubicBezTo>
                <a:cubicBezTo>
                  <a:pt x="780589" y="55118"/>
                  <a:pt x="787641" y="53766"/>
                  <a:pt x="792166" y="52195"/>
                </a:cubicBezTo>
                <a:cubicBezTo>
                  <a:pt x="792210" y="50577"/>
                  <a:pt x="792232" y="49548"/>
                  <a:pt x="792232" y="49110"/>
                </a:cubicBezTo>
                <a:cubicBezTo>
                  <a:pt x="792232" y="44295"/>
                  <a:pt x="791112" y="40903"/>
                  <a:pt x="788871" y="38934"/>
                </a:cubicBezTo>
                <a:cubicBezTo>
                  <a:pt x="785839" y="36264"/>
                  <a:pt x="781336" y="34929"/>
                  <a:pt x="775361" y="34929"/>
                </a:cubicBezTo>
                <a:cubicBezTo>
                  <a:pt x="769781" y="34929"/>
                  <a:pt x="765662" y="35906"/>
                  <a:pt x="763004" y="37861"/>
                </a:cubicBezTo>
                <a:cubicBezTo>
                  <a:pt x="760346" y="39817"/>
                  <a:pt x="758380" y="43276"/>
                  <a:pt x="757105" y="48241"/>
                </a:cubicBezTo>
                <a:lnTo>
                  <a:pt x="745506" y="46660"/>
                </a:lnTo>
                <a:cubicBezTo>
                  <a:pt x="746561" y="41680"/>
                  <a:pt x="748296" y="37658"/>
                  <a:pt x="750713" y="34595"/>
                </a:cubicBezTo>
                <a:cubicBezTo>
                  <a:pt x="753129" y="31532"/>
                  <a:pt x="756622" y="29175"/>
                  <a:pt x="761191" y="27523"/>
                </a:cubicBezTo>
                <a:cubicBezTo>
                  <a:pt x="765761" y="25870"/>
                  <a:pt x="771055" y="25043"/>
                  <a:pt x="777074" y="25043"/>
                </a:cubicBezTo>
                <a:cubicBezTo>
                  <a:pt x="783049" y="25043"/>
                  <a:pt x="787904" y="25746"/>
                  <a:pt x="791639" y="27152"/>
                </a:cubicBezTo>
                <a:cubicBezTo>
                  <a:pt x="795373" y="28558"/>
                  <a:pt x="798119" y="30326"/>
                  <a:pt x="799877" y="32457"/>
                </a:cubicBezTo>
                <a:cubicBezTo>
                  <a:pt x="801634" y="34588"/>
                  <a:pt x="802864" y="37279"/>
                  <a:pt x="803567" y="40531"/>
                </a:cubicBezTo>
                <a:cubicBezTo>
                  <a:pt x="803963" y="42552"/>
                  <a:pt x="804160" y="46198"/>
                  <a:pt x="804160" y="51470"/>
                </a:cubicBezTo>
                <a:lnTo>
                  <a:pt x="804160" y="67287"/>
                </a:lnTo>
                <a:cubicBezTo>
                  <a:pt x="804160" y="78315"/>
                  <a:pt x="804413" y="85290"/>
                  <a:pt x="804918" y="88212"/>
                </a:cubicBezTo>
                <a:cubicBezTo>
                  <a:pt x="805424" y="91133"/>
                  <a:pt x="806423" y="93934"/>
                  <a:pt x="807917" y="96614"/>
                </a:cubicBezTo>
                <a:lnTo>
                  <a:pt x="795527" y="96614"/>
                </a:lnTo>
                <a:cubicBezTo>
                  <a:pt x="794297" y="94151"/>
                  <a:pt x="793506" y="91271"/>
                  <a:pt x="793155" y="87973"/>
                </a:cubicBezTo>
                <a:moveTo>
                  <a:pt x="792166" y="61422"/>
                </a:moveTo>
                <a:cubicBezTo>
                  <a:pt x="787860" y="63194"/>
                  <a:pt x="781402" y="64701"/>
                  <a:pt x="772790" y="65940"/>
                </a:cubicBezTo>
                <a:cubicBezTo>
                  <a:pt x="767914" y="66646"/>
                  <a:pt x="764465" y="67440"/>
                  <a:pt x="762444" y="68323"/>
                </a:cubicBezTo>
                <a:cubicBezTo>
                  <a:pt x="760423" y="69205"/>
                  <a:pt x="758863" y="70495"/>
                  <a:pt x="757764" y="72195"/>
                </a:cubicBezTo>
                <a:cubicBezTo>
                  <a:pt x="756666" y="73893"/>
                  <a:pt x="756117" y="75779"/>
                  <a:pt x="756117" y="77852"/>
                </a:cubicBezTo>
                <a:cubicBezTo>
                  <a:pt x="756117" y="81028"/>
                  <a:pt x="757314" y="83675"/>
                  <a:pt x="759709" y="85794"/>
                </a:cubicBezTo>
                <a:cubicBezTo>
                  <a:pt x="762103" y="87911"/>
                  <a:pt x="765607" y="88969"/>
                  <a:pt x="770220" y="88969"/>
                </a:cubicBezTo>
                <a:cubicBezTo>
                  <a:pt x="774789" y="88969"/>
                  <a:pt x="778854" y="87965"/>
                  <a:pt x="782412" y="85956"/>
                </a:cubicBezTo>
                <a:cubicBezTo>
                  <a:pt x="785971" y="83948"/>
                  <a:pt x="788585" y="81200"/>
                  <a:pt x="790255" y="77712"/>
                </a:cubicBezTo>
                <a:cubicBezTo>
                  <a:pt x="791529" y="75018"/>
                  <a:pt x="792166" y="71045"/>
                  <a:pt x="792166" y="65792"/>
                </a:cubicBezTo>
                <a:lnTo>
                  <a:pt x="792166" y="61422"/>
                </a:lnTo>
                <a:close/>
                <a:moveTo>
                  <a:pt x="822527" y="96614"/>
                </a:moveTo>
                <a:lnTo>
                  <a:pt x="822527" y="26625"/>
                </a:lnTo>
                <a:lnTo>
                  <a:pt x="833203" y="26625"/>
                </a:lnTo>
                <a:lnTo>
                  <a:pt x="833203" y="36510"/>
                </a:lnTo>
                <a:cubicBezTo>
                  <a:pt x="838344" y="28866"/>
                  <a:pt x="845769" y="25043"/>
                  <a:pt x="855479" y="25043"/>
                </a:cubicBezTo>
                <a:cubicBezTo>
                  <a:pt x="859696" y="25043"/>
                  <a:pt x="863574" y="25801"/>
                  <a:pt x="867111" y="27317"/>
                </a:cubicBezTo>
                <a:cubicBezTo>
                  <a:pt x="870647" y="28833"/>
                  <a:pt x="873294" y="30821"/>
                  <a:pt x="875052" y="33281"/>
                </a:cubicBezTo>
                <a:cubicBezTo>
                  <a:pt x="876809" y="35742"/>
                  <a:pt x="878039" y="38663"/>
                  <a:pt x="878742" y="42046"/>
                </a:cubicBezTo>
                <a:cubicBezTo>
                  <a:pt x="879182" y="44243"/>
                  <a:pt x="879401" y="48087"/>
                  <a:pt x="879401" y="53579"/>
                </a:cubicBezTo>
                <a:lnTo>
                  <a:pt x="879401" y="96614"/>
                </a:lnTo>
                <a:lnTo>
                  <a:pt x="867539" y="96614"/>
                </a:lnTo>
                <a:lnTo>
                  <a:pt x="867539" y="53995"/>
                </a:lnTo>
                <a:cubicBezTo>
                  <a:pt x="867539" y="49157"/>
                  <a:pt x="867078" y="45539"/>
                  <a:pt x="866155" y="43142"/>
                </a:cubicBezTo>
                <a:cubicBezTo>
                  <a:pt x="865232" y="40745"/>
                  <a:pt x="863596" y="38831"/>
                  <a:pt x="861245" y="37402"/>
                </a:cubicBezTo>
                <a:cubicBezTo>
                  <a:pt x="858895" y="35973"/>
                  <a:pt x="856138" y="35258"/>
                  <a:pt x="852974" y="35258"/>
                </a:cubicBezTo>
                <a:cubicBezTo>
                  <a:pt x="847922" y="35258"/>
                  <a:pt x="843561" y="36864"/>
                  <a:pt x="839892" y="40075"/>
                </a:cubicBezTo>
                <a:cubicBezTo>
                  <a:pt x="836224" y="43285"/>
                  <a:pt x="834390" y="49377"/>
                  <a:pt x="834390" y="58349"/>
                </a:cubicBezTo>
                <a:lnTo>
                  <a:pt x="834390" y="96614"/>
                </a:lnTo>
                <a:lnTo>
                  <a:pt x="822527" y="96614"/>
                </a:lnTo>
                <a:close/>
                <a:moveTo>
                  <a:pt x="923470" y="86136"/>
                </a:moveTo>
                <a:lnTo>
                  <a:pt x="925184" y="96614"/>
                </a:lnTo>
                <a:cubicBezTo>
                  <a:pt x="921845" y="97229"/>
                  <a:pt x="918857" y="97537"/>
                  <a:pt x="916221" y="97537"/>
                </a:cubicBezTo>
                <a:cubicBezTo>
                  <a:pt x="911915" y="97537"/>
                  <a:pt x="908576" y="96856"/>
                  <a:pt x="906204" y="95494"/>
                </a:cubicBezTo>
                <a:cubicBezTo>
                  <a:pt x="903831" y="94132"/>
                  <a:pt x="902162" y="92341"/>
                  <a:pt x="901195" y="90123"/>
                </a:cubicBezTo>
                <a:cubicBezTo>
                  <a:pt x="900228" y="87904"/>
                  <a:pt x="899745" y="83236"/>
                  <a:pt x="899745" y="76118"/>
                </a:cubicBezTo>
                <a:lnTo>
                  <a:pt x="899745" y="35851"/>
                </a:lnTo>
                <a:lnTo>
                  <a:pt x="891046" y="35851"/>
                </a:lnTo>
                <a:lnTo>
                  <a:pt x="891046" y="26625"/>
                </a:lnTo>
                <a:lnTo>
                  <a:pt x="899745" y="26625"/>
                </a:lnTo>
                <a:lnTo>
                  <a:pt x="899745" y="9245"/>
                </a:lnTo>
                <a:lnTo>
                  <a:pt x="911542" y="2109"/>
                </a:lnTo>
                <a:lnTo>
                  <a:pt x="911542" y="26625"/>
                </a:lnTo>
                <a:lnTo>
                  <a:pt x="923470" y="26625"/>
                </a:lnTo>
                <a:lnTo>
                  <a:pt x="923470" y="35851"/>
                </a:lnTo>
                <a:lnTo>
                  <a:pt x="911542" y="35851"/>
                </a:lnTo>
                <a:lnTo>
                  <a:pt x="911542" y="76777"/>
                </a:lnTo>
                <a:cubicBezTo>
                  <a:pt x="911542" y="80160"/>
                  <a:pt x="911751" y="82335"/>
                  <a:pt x="912168" y="83302"/>
                </a:cubicBezTo>
                <a:cubicBezTo>
                  <a:pt x="912585" y="84268"/>
                  <a:pt x="913266" y="85037"/>
                  <a:pt x="914211" y="85608"/>
                </a:cubicBezTo>
                <a:cubicBezTo>
                  <a:pt x="915156" y="86179"/>
                  <a:pt x="916507" y="86465"/>
                  <a:pt x="918264" y="86465"/>
                </a:cubicBezTo>
                <a:cubicBezTo>
                  <a:pt x="919582" y="86465"/>
                  <a:pt x="921317" y="86355"/>
                  <a:pt x="923470" y="86136"/>
                </a:cubicBezTo>
                <a:close/>
                <a:moveTo>
                  <a:pt x="983003" y="74075"/>
                </a:moveTo>
                <a:lnTo>
                  <a:pt x="995261" y="75591"/>
                </a:lnTo>
                <a:cubicBezTo>
                  <a:pt x="993328" y="82753"/>
                  <a:pt x="989747" y="88310"/>
                  <a:pt x="984519" y="92265"/>
                </a:cubicBezTo>
                <a:cubicBezTo>
                  <a:pt x="979291" y="96219"/>
                  <a:pt x="972613" y="98196"/>
                  <a:pt x="964484" y="98196"/>
                </a:cubicBezTo>
                <a:cubicBezTo>
                  <a:pt x="954247" y="98196"/>
                  <a:pt x="946130" y="95043"/>
                  <a:pt x="940133" y="88739"/>
                </a:cubicBezTo>
                <a:cubicBezTo>
                  <a:pt x="934136" y="82434"/>
                  <a:pt x="931137" y="73592"/>
                  <a:pt x="931137" y="62213"/>
                </a:cubicBezTo>
                <a:cubicBezTo>
                  <a:pt x="931137" y="50438"/>
                  <a:pt x="934169" y="41299"/>
                  <a:pt x="940232" y="34797"/>
                </a:cubicBezTo>
                <a:cubicBezTo>
                  <a:pt x="946295" y="28294"/>
                  <a:pt x="954160" y="25043"/>
                  <a:pt x="963825" y="25043"/>
                </a:cubicBezTo>
                <a:cubicBezTo>
                  <a:pt x="973184" y="25043"/>
                  <a:pt x="980828" y="28224"/>
                  <a:pt x="986760" y="34585"/>
                </a:cubicBezTo>
                <a:cubicBezTo>
                  <a:pt x="992691" y="40944"/>
                  <a:pt x="995657" y="49892"/>
                  <a:pt x="995657" y="61428"/>
                </a:cubicBezTo>
                <a:cubicBezTo>
                  <a:pt x="995657" y="62130"/>
                  <a:pt x="995635" y="63182"/>
                  <a:pt x="995591" y="64585"/>
                </a:cubicBezTo>
                <a:lnTo>
                  <a:pt x="943395" y="64585"/>
                </a:lnTo>
                <a:cubicBezTo>
                  <a:pt x="943835" y="72252"/>
                  <a:pt x="946010" y="78123"/>
                  <a:pt x="949920" y="82198"/>
                </a:cubicBezTo>
                <a:cubicBezTo>
                  <a:pt x="953830" y="86273"/>
                  <a:pt x="958707" y="88310"/>
                  <a:pt x="964550" y="88310"/>
                </a:cubicBezTo>
                <a:cubicBezTo>
                  <a:pt x="968900" y="88310"/>
                  <a:pt x="972613" y="87179"/>
                  <a:pt x="975688" y="84916"/>
                </a:cubicBezTo>
                <a:cubicBezTo>
                  <a:pt x="978763" y="82652"/>
                  <a:pt x="981202" y="79039"/>
                  <a:pt x="983003" y="74075"/>
                </a:cubicBezTo>
                <a:moveTo>
                  <a:pt x="944054" y="54700"/>
                </a:moveTo>
                <a:lnTo>
                  <a:pt x="983135" y="54700"/>
                </a:lnTo>
                <a:cubicBezTo>
                  <a:pt x="982608" y="48908"/>
                  <a:pt x="981114" y="44565"/>
                  <a:pt x="978654" y="41669"/>
                </a:cubicBezTo>
                <a:cubicBezTo>
                  <a:pt x="974875" y="37176"/>
                  <a:pt x="969976" y="34929"/>
                  <a:pt x="963957" y="34929"/>
                </a:cubicBezTo>
                <a:cubicBezTo>
                  <a:pt x="958509" y="34929"/>
                  <a:pt x="953929" y="36723"/>
                  <a:pt x="950216" y="40310"/>
                </a:cubicBezTo>
                <a:cubicBezTo>
                  <a:pt x="946504" y="43896"/>
                  <a:pt x="944450" y="48693"/>
                  <a:pt x="944054" y="54700"/>
                </a:cubicBezTo>
                <a:close/>
                <a:moveTo>
                  <a:pt x="1058047" y="74075"/>
                </a:moveTo>
                <a:lnTo>
                  <a:pt x="1070305" y="75591"/>
                </a:lnTo>
                <a:cubicBezTo>
                  <a:pt x="1068371" y="82753"/>
                  <a:pt x="1064791" y="88310"/>
                  <a:pt x="1059562" y="92265"/>
                </a:cubicBezTo>
                <a:cubicBezTo>
                  <a:pt x="1054334" y="96219"/>
                  <a:pt x="1047656" y="98196"/>
                  <a:pt x="1039528" y="98196"/>
                </a:cubicBezTo>
                <a:cubicBezTo>
                  <a:pt x="1029291" y="98196"/>
                  <a:pt x="1021174" y="95043"/>
                  <a:pt x="1015177" y="88739"/>
                </a:cubicBezTo>
                <a:cubicBezTo>
                  <a:pt x="1009179" y="82434"/>
                  <a:pt x="1006181" y="73592"/>
                  <a:pt x="1006181" y="62213"/>
                </a:cubicBezTo>
                <a:cubicBezTo>
                  <a:pt x="1006181" y="50438"/>
                  <a:pt x="1009212" y="41299"/>
                  <a:pt x="1015275" y="34797"/>
                </a:cubicBezTo>
                <a:cubicBezTo>
                  <a:pt x="1021339" y="28294"/>
                  <a:pt x="1029203" y="25043"/>
                  <a:pt x="1038869" y="25043"/>
                </a:cubicBezTo>
                <a:cubicBezTo>
                  <a:pt x="1048227" y="25043"/>
                  <a:pt x="1055872" y="28224"/>
                  <a:pt x="1061803" y="34585"/>
                </a:cubicBezTo>
                <a:cubicBezTo>
                  <a:pt x="1067734" y="40944"/>
                  <a:pt x="1070700" y="49892"/>
                  <a:pt x="1070700" y="61428"/>
                </a:cubicBezTo>
                <a:cubicBezTo>
                  <a:pt x="1070700" y="62130"/>
                  <a:pt x="1070678" y="63182"/>
                  <a:pt x="1070634" y="64585"/>
                </a:cubicBezTo>
                <a:lnTo>
                  <a:pt x="1018439" y="64585"/>
                </a:lnTo>
                <a:cubicBezTo>
                  <a:pt x="1018878" y="72252"/>
                  <a:pt x="1021053" y="78123"/>
                  <a:pt x="1024963" y="82198"/>
                </a:cubicBezTo>
                <a:cubicBezTo>
                  <a:pt x="1028873" y="86273"/>
                  <a:pt x="1033750" y="88310"/>
                  <a:pt x="1039594" y="88310"/>
                </a:cubicBezTo>
                <a:cubicBezTo>
                  <a:pt x="1043943" y="88310"/>
                  <a:pt x="1047656" y="87179"/>
                  <a:pt x="1050731" y="84916"/>
                </a:cubicBezTo>
                <a:cubicBezTo>
                  <a:pt x="1053807" y="82652"/>
                  <a:pt x="1056245" y="79039"/>
                  <a:pt x="1058047" y="74075"/>
                </a:cubicBezTo>
                <a:moveTo>
                  <a:pt x="1019098" y="54700"/>
                </a:moveTo>
                <a:lnTo>
                  <a:pt x="1058178" y="54700"/>
                </a:lnTo>
                <a:cubicBezTo>
                  <a:pt x="1057651" y="48908"/>
                  <a:pt x="1056157" y="44565"/>
                  <a:pt x="1053697" y="41669"/>
                </a:cubicBezTo>
                <a:cubicBezTo>
                  <a:pt x="1049919" y="37176"/>
                  <a:pt x="1045020" y="34929"/>
                  <a:pt x="1039001" y="34929"/>
                </a:cubicBezTo>
                <a:cubicBezTo>
                  <a:pt x="1033553" y="34929"/>
                  <a:pt x="1028972" y="36723"/>
                  <a:pt x="1025260" y="40310"/>
                </a:cubicBezTo>
                <a:cubicBezTo>
                  <a:pt x="1021547" y="43896"/>
                  <a:pt x="1019493" y="48693"/>
                  <a:pt x="1019098" y="54700"/>
                </a:cubicBezTo>
                <a:close/>
                <a:moveTo>
                  <a:pt x="1130586" y="96614"/>
                </a:moveTo>
                <a:lnTo>
                  <a:pt x="1130586" y="87783"/>
                </a:lnTo>
                <a:cubicBezTo>
                  <a:pt x="1126148" y="94725"/>
                  <a:pt x="1119624" y="98196"/>
                  <a:pt x="1111012" y="98196"/>
                </a:cubicBezTo>
                <a:cubicBezTo>
                  <a:pt x="1105433" y="98196"/>
                  <a:pt x="1100303" y="96658"/>
                  <a:pt x="1095624" y="93583"/>
                </a:cubicBezTo>
                <a:cubicBezTo>
                  <a:pt x="1090945" y="90507"/>
                  <a:pt x="1087320" y="86212"/>
                  <a:pt x="1084750" y="80699"/>
                </a:cubicBezTo>
                <a:cubicBezTo>
                  <a:pt x="1082180" y="75185"/>
                  <a:pt x="1080895" y="68847"/>
                  <a:pt x="1080895" y="61685"/>
                </a:cubicBezTo>
                <a:cubicBezTo>
                  <a:pt x="1080895" y="54700"/>
                  <a:pt x="1082059" y="48362"/>
                  <a:pt x="1084388" y="42672"/>
                </a:cubicBezTo>
                <a:cubicBezTo>
                  <a:pt x="1086716" y="36983"/>
                  <a:pt x="1090209" y="32622"/>
                  <a:pt x="1094866" y="29591"/>
                </a:cubicBezTo>
                <a:cubicBezTo>
                  <a:pt x="1099523" y="26559"/>
                  <a:pt x="1104730" y="25043"/>
                  <a:pt x="1110485" y="25043"/>
                </a:cubicBezTo>
                <a:cubicBezTo>
                  <a:pt x="1114703" y="25043"/>
                  <a:pt x="1118460" y="25933"/>
                  <a:pt x="1121755" y="27712"/>
                </a:cubicBezTo>
                <a:cubicBezTo>
                  <a:pt x="1125050" y="29492"/>
                  <a:pt x="1127730" y="31809"/>
                  <a:pt x="1129795" y="34665"/>
                </a:cubicBezTo>
                <a:lnTo>
                  <a:pt x="1129795" y="0"/>
                </a:lnTo>
                <a:lnTo>
                  <a:pt x="1141592" y="0"/>
                </a:lnTo>
                <a:lnTo>
                  <a:pt x="1141592" y="96614"/>
                </a:lnTo>
                <a:lnTo>
                  <a:pt x="1130586" y="96614"/>
                </a:lnTo>
                <a:moveTo>
                  <a:pt x="1093087" y="61652"/>
                </a:moveTo>
                <a:cubicBezTo>
                  <a:pt x="1093087" y="70582"/>
                  <a:pt x="1094976" y="77258"/>
                  <a:pt x="1098754" y="81679"/>
                </a:cubicBezTo>
                <a:cubicBezTo>
                  <a:pt x="1102533" y="86100"/>
                  <a:pt x="1106992" y="88310"/>
                  <a:pt x="1112133" y="88310"/>
                </a:cubicBezTo>
                <a:cubicBezTo>
                  <a:pt x="1117317" y="88310"/>
                  <a:pt x="1121722" y="86199"/>
                  <a:pt x="1125346" y="81975"/>
                </a:cubicBezTo>
                <a:cubicBezTo>
                  <a:pt x="1128971" y="77751"/>
                  <a:pt x="1130783" y="71305"/>
                  <a:pt x="1130783" y="62637"/>
                </a:cubicBezTo>
                <a:cubicBezTo>
                  <a:pt x="1130783" y="53095"/>
                  <a:pt x="1128938" y="46091"/>
                  <a:pt x="1125248" y="41626"/>
                </a:cubicBezTo>
                <a:cubicBezTo>
                  <a:pt x="1121557" y="37161"/>
                  <a:pt x="1117010" y="34929"/>
                  <a:pt x="1111606" y="34929"/>
                </a:cubicBezTo>
                <a:cubicBezTo>
                  <a:pt x="1106333" y="34929"/>
                  <a:pt x="1101929" y="37074"/>
                  <a:pt x="1098392" y="41365"/>
                </a:cubicBezTo>
                <a:cubicBezTo>
                  <a:pt x="1094855" y="45654"/>
                  <a:pt x="1093087" y="52416"/>
                  <a:pt x="1093087" y="61652"/>
                </a:cubicBezTo>
                <a:close/>
                <a:moveTo>
                  <a:pt x="1208683" y="96614"/>
                </a:moveTo>
                <a:lnTo>
                  <a:pt x="1197677" y="96614"/>
                </a:lnTo>
                <a:lnTo>
                  <a:pt x="1197677" y="0"/>
                </a:lnTo>
                <a:lnTo>
                  <a:pt x="1209540" y="0"/>
                </a:lnTo>
                <a:lnTo>
                  <a:pt x="1209540" y="34595"/>
                </a:lnTo>
                <a:cubicBezTo>
                  <a:pt x="1214548" y="28227"/>
                  <a:pt x="1220941" y="25043"/>
                  <a:pt x="1228718" y="25043"/>
                </a:cubicBezTo>
                <a:cubicBezTo>
                  <a:pt x="1233023" y="25043"/>
                  <a:pt x="1237098" y="25911"/>
                  <a:pt x="1240943" y="27646"/>
                </a:cubicBezTo>
                <a:cubicBezTo>
                  <a:pt x="1244787" y="29382"/>
                  <a:pt x="1247950" y="31820"/>
                  <a:pt x="1250433" y="34962"/>
                </a:cubicBezTo>
                <a:cubicBezTo>
                  <a:pt x="1252915" y="38103"/>
                  <a:pt x="1254859" y="41893"/>
                  <a:pt x="1256265" y="46330"/>
                </a:cubicBezTo>
                <a:cubicBezTo>
                  <a:pt x="1257671" y="50767"/>
                  <a:pt x="1258374" y="55513"/>
                  <a:pt x="1258374" y="60565"/>
                </a:cubicBezTo>
                <a:cubicBezTo>
                  <a:pt x="1258374" y="72559"/>
                  <a:pt x="1255408" y="81830"/>
                  <a:pt x="1249477" y="88376"/>
                </a:cubicBezTo>
                <a:cubicBezTo>
                  <a:pt x="1243546" y="94923"/>
                  <a:pt x="1236428" y="98196"/>
                  <a:pt x="1228124" y="98196"/>
                </a:cubicBezTo>
                <a:cubicBezTo>
                  <a:pt x="1219865" y="98196"/>
                  <a:pt x="1213384" y="94703"/>
                  <a:pt x="1208683" y="87717"/>
                </a:cubicBezTo>
                <a:lnTo>
                  <a:pt x="1208683" y="96614"/>
                </a:lnTo>
                <a:moveTo>
                  <a:pt x="1208551" y="61094"/>
                </a:moveTo>
                <a:cubicBezTo>
                  <a:pt x="1208551" y="69445"/>
                  <a:pt x="1209693" y="75478"/>
                  <a:pt x="1211978" y="79195"/>
                </a:cubicBezTo>
                <a:cubicBezTo>
                  <a:pt x="1215713" y="85272"/>
                  <a:pt x="1220765" y="88310"/>
                  <a:pt x="1227136" y="88310"/>
                </a:cubicBezTo>
                <a:cubicBezTo>
                  <a:pt x="1232320" y="88310"/>
                  <a:pt x="1236802" y="86070"/>
                  <a:pt x="1240580" y="81588"/>
                </a:cubicBezTo>
                <a:cubicBezTo>
                  <a:pt x="1244359" y="77107"/>
                  <a:pt x="1246248" y="70429"/>
                  <a:pt x="1246248" y="61554"/>
                </a:cubicBezTo>
                <a:cubicBezTo>
                  <a:pt x="1246248" y="52460"/>
                  <a:pt x="1244435" y="45750"/>
                  <a:pt x="1240811" y="41422"/>
                </a:cubicBezTo>
                <a:cubicBezTo>
                  <a:pt x="1237186" y="37093"/>
                  <a:pt x="1232804" y="34929"/>
                  <a:pt x="1227663" y="34929"/>
                </a:cubicBezTo>
                <a:cubicBezTo>
                  <a:pt x="1222479" y="34929"/>
                  <a:pt x="1217997" y="37169"/>
                  <a:pt x="1214219" y="41651"/>
                </a:cubicBezTo>
                <a:cubicBezTo>
                  <a:pt x="1210440" y="46132"/>
                  <a:pt x="1208551" y="52613"/>
                  <a:pt x="1208551" y="61094"/>
                </a:cubicBezTo>
                <a:close/>
                <a:moveTo>
                  <a:pt x="1272259" y="123635"/>
                </a:moveTo>
                <a:lnTo>
                  <a:pt x="1270941" y="112497"/>
                </a:lnTo>
                <a:cubicBezTo>
                  <a:pt x="1273533" y="113200"/>
                  <a:pt x="1275796" y="113551"/>
                  <a:pt x="1277729" y="113551"/>
                </a:cubicBezTo>
                <a:cubicBezTo>
                  <a:pt x="1280365" y="113551"/>
                  <a:pt x="1282474" y="113106"/>
                  <a:pt x="1284056" y="112217"/>
                </a:cubicBezTo>
                <a:cubicBezTo>
                  <a:pt x="1285638" y="111328"/>
                  <a:pt x="1286934" y="110084"/>
                  <a:pt x="1287944" y="108483"/>
                </a:cubicBezTo>
                <a:cubicBezTo>
                  <a:pt x="1288691" y="107283"/>
                  <a:pt x="1289899" y="104305"/>
                  <a:pt x="1291569" y="99549"/>
                </a:cubicBezTo>
                <a:cubicBezTo>
                  <a:pt x="1291788" y="98882"/>
                  <a:pt x="1292140" y="97903"/>
                  <a:pt x="1292623" y="96614"/>
                </a:cubicBezTo>
                <a:lnTo>
                  <a:pt x="1266064" y="26625"/>
                </a:lnTo>
                <a:lnTo>
                  <a:pt x="1278849" y="26625"/>
                </a:lnTo>
                <a:lnTo>
                  <a:pt x="1293414" y="67061"/>
                </a:lnTo>
                <a:cubicBezTo>
                  <a:pt x="1295303" y="72190"/>
                  <a:pt x="1296995" y="77582"/>
                  <a:pt x="1298489" y="83236"/>
                </a:cubicBezTo>
                <a:cubicBezTo>
                  <a:pt x="1299851" y="77800"/>
                  <a:pt x="1301476" y="72496"/>
                  <a:pt x="1303365" y="67324"/>
                </a:cubicBezTo>
                <a:lnTo>
                  <a:pt x="1318326" y="26625"/>
                </a:lnTo>
                <a:lnTo>
                  <a:pt x="1330188" y="26625"/>
                </a:lnTo>
                <a:lnTo>
                  <a:pt x="1303563" y="97848"/>
                </a:lnTo>
                <a:cubicBezTo>
                  <a:pt x="1300707" y="105542"/>
                  <a:pt x="1298489" y="110840"/>
                  <a:pt x="1296907" y="113741"/>
                </a:cubicBezTo>
                <a:cubicBezTo>
                  <a:pt x="1294798" y="117654"/>
                  <a:pt x="1292382" y="120523"/>
                  <a:pt x="1289658" y="122347"/>
                </a:cubicBezTo>
                <a:cubicBezTo>
                  <a:pt x="1286934" y="124172"/>
                  <a:pt x="1283682" y="125084"/>
                  <a:pt x="1279904" y="125084"/>
                </a:cubicBezTo>
                <a:cubicBezTo>
                  <a:pt x="1277619" y="125084"/>
                  <a:pt x="1275071" y="124601"/>
                  <a:pt x="1272259" y="123635"/>
                </a:cubicBezTo>
                <a:close/>
                <a:moveTo>
                  <a:pt x="1403693" y="86136"/>
                </a:moveTo>
                <a:lnTo>
                  <a:pt x="1405406" y="96614"/>
                </a:lnTo>
                <a:cubicBezTo>
                  <a:pt x="1402067" y="97229"/>
                  <a:pt x="1399079" y="97537"/>
                  <a:pt x="1396443" y="97537"/>
                </a:cubicBezTo>
                <a:cubicBezTo>
                  <a:pt x="1392138" y="97537"/>
                  <a:pt x="1388798" y="96856"/>
                  <a:pt x="1386426" y="95494"/>
                </a:cubicBezTo>
                <a:cubicBezTo>
                  <a:pt x="1384053" y="94132"/>
                  <a:pt x="1382384" y="92341"/>
                  <a:pt x="1381417" y="90123"/>
                </a:cubicBezTo>
                <a:cubicBezTo>
                  <a:pt x="1380451" y="87904"/>
                  <a:pt x="1379967" y="83236"/>
                  <a:pt x="1379967" y="76118"/>
                </a:cubicBezTo>
                <a:lnTo>
                  <a:pt x="1379967" y="35851"/>
                </a:lnTo>
                <a:lnTo>
                  <a:pt x="1371268" y="35851"/>
                </a:lnTo>
                <a:lnTo>
                  <a:pt x="1371268" y="26625"/>
                </a:lnTo>
                <a:lnTo>
                  <a:pt x="1379967" y="26625"/>
                </a:lnTo>
                <a:lnTo>
                  <a:pt x="1379967" y="9245"/>
                </a:lnTo>
                <a:lnTo>
                  <a:pt x="1391764" y="2109"/>
                </a:lnTo>
                <a:lnTo>
                  <a:pt x="1391764" y="26625"/>
                </a:lnTo>
                <a:lnTo>
                  <a:pt x="1403693" y="26625"/>
                </a:lnTo>
                <a:lnTo>
                  <a:pt x="1403693" y="35851"/>
                </a:lnTo>
                <a:lnTo>
                  <a:pt x="1391764" y="35851"/>
                </a:lnTo>
                <a:lnTo>
                  <a:pt x="1391764" y="76777"/>
                </a:lnTo>
                <a:cubicBezTo>
                  <a:pt x="1391764" y="80160"/>
                  <a:pt x="1391973" y="82335"/>
                  <a:pt x="1392390" y="83302"/>
                </a:cubicBezTo>
                <a:cubicBezTo>
                  <a:pt x="1392808" y="84268"/>
                  <a:pt x="1393489" y="85037"/>
                  <a:pt x="1394433" y="85608"/>
                </a:cubicBezTo>
                <a:cubicBezTo>
                  <a:pt x="1395378" y="86179"/>
                  <a:pt x="1396729" y="86465"/>
                  <a:pt x="1398486" y="86465"/>
                </a:cubicBezTo>
                <a:cubicBezTo>
                  <a:pt x="1399804" y="86465"/>
                  <a:pt x="1401540" y="86355"/>
                  <a:pt x="1403693" y="86136"/>
                </a:cubicBezTo>
                <a:close/>
                <a:moveTo>
                  <a:pt x="1415314" y="96614"/>
                </a:moveTo>
                <a:lnTo>
                  <a:pt x="1415314" y="0"/>
                </a:lnTo>
                <a:lnTo>
                  <a:pt x="1427177" y="0"/>
                </a:lnTo>
                <a:lnTo>
                  <a:pt x="1427177" y="34665"/>
                </a:lnTo>
                <a:cubicBezTo>
                  <a:pt x="1432713" y="28251"/>
                  <a:pt x="1439698" y="25043"/>
                  <a:pt x="1448134" y="25043"/>
                </a:cubicBezTo>
                <a:cubicBezTo>
                  <a:pt x="1453318" y="25043"/>
                  <a:pt x="1457822" y="26065"/>
                  <a:pt x="1461644" y="28108"/>
                </a:cubicBezTo>
                <a:cubicBezTo>
                  <a:pt x="1465467" y="30151"/>
                  <a:pt x="1468202" y="32974"/>
                  <a:pt x="1469849" y="36576"/>
                </a:cubicBezTo>
                <a:cubicBezTo>
                  <a:pt x="1471497" y="40179"/>
                  <a:pt x="1472321" y="45407"/>
                  <a:pt x="1472321" y="52261"/>
                </a:cubicBezTo>
                <a:lnTo>
                  <a:pt x="1472321" y="96614"/>
                </a:lnTo>
                <a:lnTo>
                  <a:pt x="1460458" y="96614"/>
                </a:lnTo>
                <a:lnTo>
                  <a:pt x="1460458" y="52261"/>
                </a:lnTo>
                <a:cubicBezTo>
                  <a:pt x="1460458" y="46330"/>
                  <a:pt x="1459173" y="42013"/>
                  <a:pt x="1456603" y="39311"/>
                </a:cubicBezTo>
                <a:cubicBezTo>
                  <a:pt x="1454032" y="36609"/>
                  <a:pt x="1450397" y="35258"/>
                  <a:pt x="1445696" y="35258"/>
                </a:cubicBezTo>
                <a:cubicBezTo>
                  <a:pt x="1442181" y="35258"/>
                  <a:pt x="1438875" y="36170"/>
                  <a:pt x="1435777" y="37993"/>
                </a:cubicBezTo>
                <a:cubicBezTo>
                  <a:pt x="1432680" y="39817"/>
                  <a:pt x="1430472" y="42288"/>
                  <a:pt x="1429154" y="45407"/>
                </a:cubicBezTo>
                <a:cubicBezTo>
                  <a:pt x="1427836" y="48527"/>
                  <a:pt x="1427177" y="52832"/>
                  <a:pt x="1427177" y="58324"/>
                </a:cubicBezTo>
                <a:lnTo>
                  <a:pt x="1427177" y="96614"/>
                </a:lnTo>
                <a:lnTo>
                  <a:pt x="1415314" y="96614"/>
                </a:lnTo>
                <a:close/>
                <a:moveTo>
                  <a:pt x="1538269" y="74075"/>
                </a:moveTo>
                <a:lnTo>
                  <a:pt x="1550527" y="75591"/>
                </a:lnTo>
                <a:cubicBezTo>
                  <a:pt x="1548594" y="82753"/>
                  <a:pt x="1545013" y="88310"/>
                  <a:pt x="1539785" y="92265"/>
                </a:cubicBezTo>
                <a:cubicBezTo>
                  <a:pt x="1534557" y="96219"/>
                  <a:pt x="1527878" y="98196"/>
                  <a:pt x="1519750" y="98196"/>
                </a:cubicBezTo>
                <a:cubicBezTo>
                  <a:pt x="1509513" y="98196"/>
                  <a:pt x="1501396" y="95043"/>
                  <a:pt x="1495399" y="88739"/>
                </a:cubicBezTo>
                <a:cubicBezTo>
                  <a:pt x="1489402" y="82434"/>
                  <a:pt x="1486403" y="73592"/>
                  <a:pt x="1486403" y="62213"/>
                </a:cubicBezTo>
                <a:cubicBezTo>
                  <a:pt x="1486403" y="50438"/>
                  <a:pt x="1489435" y="41299"/>
                  <a:pt x="1495498" y="34797"/>
                </a:cubicBezTo>
                <a:cubicBezTo>
                  <a:pt x="1501561" y="28294"/>
                  <a:pt x="1509426" y="25043"/>
                  <a:pt x="1519091" y="25043"/>
                </a:cubicBezTo>
                <a:cubicBezTo>
                  <a:pt x="1528450" y="25043"/>
                  <a:pt x="1536094" y="28224"/>
                  <a:pt x="1542026" y="34585"/>
                </a:cubicBezTo>
                <a:cubicBezTo>
                  <a:pt x="1547957" y="40944"/>
                  <a:pt x="1550923" y="49892"/>
                  <a:pt x="1550923" y="61428"/>
                </a:cubicBezTo>
                <a:cubicBezTo>
                  <a:pt x="1550923" y="62130"/>
                  <a:pt x="1550901" y="63182"/>
                  <a:pt x="1550857" y="64585"/>
                </a:cubicBezTo>
                <a:lnTo>
                  <a:pt x="1498661" y="64585"/>
                </a:lnTo>
                <a:cubicBezTo>
                  <a:pt x="1499101" y="72252"/>
                  <a:pt x="1501276" y="78123"/>
                  <a:pt x="1505186" y="82198"/>
                </a:cubicBezTo>
                <a:cubicBezTo>
                  <a:pt x="1509096" y="86273"/>
                  <a:pt x="1513973" y="88310"/>
                  <a:pt x="1519816" y="88310"/>
                </a:cubicBezTo>
                <a:cubicBezTo>
                  <a:pt x="1524166" y="88310"/>
                  <a:pt x="1527878" y="87179"/>
                  <a:pt x="1530954" y="84916"/>
                </a:cubicBezTo>
                <a:cubicBezTo>
                  <a:pt x="1534029" y="82652"/>
                  <a:pt x="1536468" y="79039"/>
                  <a:pt x="1538269" y="74075"/>
                </a:cubicBezTo>
                <a:moveTo>
                  <a:pt x="1499320" y="54700"/>
                </a:moveTo>
                <a:lnTo>
                  <a:pt x="1538401" y="54700"/>
                </a:lnTo>
                <a:cubicBezTo>
                  <a:pt x="1537874" y="48908"/>
                  <a:pt x="1536380" y="44565"/>
                  <a:pt x="1533920" y="41669"/>
                </a:cubicBezTo>
                <a:cubicBezTo>
                  <a:pt x="1530141" y="37176"/>
                  <a:pt x="1525242" y="34929"/>
                  <a:pt x="1519223" y="34929"/>
                </a:cubicBezTo>
                <a:cubicBezTo>
                  <a:pt x="1513775" y="34929"/>
                  <a:pt x="1509195" y="36723"/>
                  <a:pt x="1505482" y="40310"/>
                </a:cubicBezTo>
                <a:cubicBezTo>
                  <a:pt x="1501770" y="43896"/>
                  <a:pt x="1499716" y="48693"/>
                  <a:pt x="1499320" y="54700"/>
                </a:cubicBezTo>
                <a:close/>
                <a:moveTo>
                  <a:pt x="1605097" y="96614"/>
                </a:moveTo>
                <a:lnTo>
                  <a:pt x="1605097" y="0"/>
                </a:lnTo>
                <a:lnTo>
                  <a:pt x="1670275" y="0"/>
                </a:lnTo>
                <a:lnTo>
                  <a:pt x="1670275" y="11401"/>
                </a:lnTo>
                <a:lnTo>
                  <a:pt x="1617882" y="11401"/>
                </a:lnTo>
                <a:lnTo>
                  <a:pt x="1617882" y="41255"/>
                </a:lnTo>
                <a:lnTo>
                  <a:pt x="1663224" y="41255"/>
                </a:lnTo>
                <a:lnTo>
                  <a:pt x="1663224" y="52657"/>
                </a:lnTo>
                <a:lnTo>
                  <a:pt x="1617882" y="52657"/>
                </a:lnTo>
                <a:lnTo>
                  <a:pt x="1617882" y="96614"/>
                </a:lnTo>
                <a:lnTo>
                  <a:pt x="1605097" y="96614"/>
                </a:lnTo>
                <a:close/>
                <a:moveTo>
                  <a:pt x="1685455" y="13708"/>
                </a:moveTo>
                <a:lnTo>
                  <a:pt x="1685455" y="0"/>
                </a:lnTo>
                <a:lnTo>
                  <a:pt x="1697318" y="0"/>
                </a:lnTo>
                <a:lnTo>
                  <a:pt x="1697318" y="13708"/>
                </a:lnTo>
                <a:lnTo>
                  <a:pt x="1685455" y="13708"/>
                </a:lnTo>
                <a:moveTo>
                  <a:pt x="1685455" y="96614"/>
                </a:moveTo>
                <a:lnTo>
                  <a:pt x="1685455" y="26625"/>
                </a:lnTo>
                <a:lnTo>
                  <a:pt x="1697318" y="26625"/>
                </a:lnTo>
                <a:lnTo>
                  <a:pt x="1697318" y="96614"/>
                </a:lnTo>
                <a:lnTo>
                  <a:pt x="1685455" y="96614"/>
                </a:lnTo>
                <a:close/>
                <a:moveTo>
                  <a:pt x="1715220" y="96614"/>
                </a:moveTo>
                <a:lnTo>
                  <a:pt x="1715220" y="26625"/>
                </a:lnTo>
                <a:lnTo>
                  <a:pt x="1725896" y="26625"/>
                </a:lnTo>
                <a:lnTo>
                  <a:pt x="1725896" y="37169"/>
                </a:lnTo>
                <a:cubicBezTo>
                  <a:pt x="1728621" y="32232"/>
                  <a:pt x="1731136" y="28977"/>
                  <a:pt x="1733442" y="27403"/>
                </a:cubicBezTo>
                <a:cubicBezTo>
                  <a:pt x="1735749" y="25830"/>
                  <a:pt x="1738286" y="25043"/>
                  <a:pt x="1741054" y="25043"/>
                </a:cubicBezTo>
                <a:cubicBezTo>
                  <a:pt x="1745052" y="25043"/>
                  <a:pt x="1749116" y="26312"/>
                  <a:pt x="1753246" y="28849"/>
                </a:cubicBezTo>
                <a:lnTo>
                  <a:pt x="1749160" y="39806"/>
                </a:lnTo>
                <a:cubicBezTo>
                  <a:pt x="1746261" y="38092"/>
                  <a:pt x="1743361" y="37235"/>
                  <a:pt x="1740461" y="37235"/>
                </a:cubicBezTo>
                <a:cubicBezTo>
                  <a:pt x="1737869" y="37235"/>
                  <a:pt x="1735540" y="38017"/>
                  <a:pt x="1733475" y="39579"/>
                </a:cubicBezTo>
                <a:cubicBezTo>
                  <a:pt x="1731410" y="41140"/>
                  <a:pt x="1729939" y="43306"/>
                  <a:pt x="1729060" y="46077"/>
                </a:cubicBezTo>
                <a:cubicBezTo>
                  <a:pt x="1727742" y="50299"/>
                  <a:pt x="1727083" y="54917"/>
                  <a:pt x="1727083" y="59931"/>
                </a:cubicBezTo>
                <a:lnTo>
                  <a:pt x="1727083" y="96614"/>
                </a:lnTo>
                <a:lnTo>
                  <a:pt x="1715220" y="96614"/>
                </a:lnTo>
                <a:close/>
                <a:moveTo>
                  <a:pt x="1755552" y="75657"/>
                </a:moveTo>
                <a:lnTo>
                  <a:pt x="1767283" y="73812"/>
                </a:lnTo>
                <a:cubicBezTo>
                  <a:pt x="1767942" y="78492"/>
                  <a:pt x="1769776" y="82079"/>
                  <a:pt x="1772786" y="84572"/>
                </a:cubicBezTo>
                <a:cubicBezTo>
                  <a:pt x="1775796" y="87064"/>
                  <a:pt x="1780002" y="88310"/>
                  <a:pt x="1785406" y="88310"/>
                </a:cubicBezTo>
                <a:cubicBezTo>
                  <a:pt x="1790854" y="88310"/>
                  <a:pt x="1794897" y="87210"/>
                  <a:pt x="1797533" y="85009"/>
                </a:cubicBezTo>
                <a:cubicBezTo>
                  <a:pt x="1800169" y="82807"/>
                  <a:pt x="1801487" y="80224"/>
                  <a:pt x="1801487" y="77261"/>
                </a:cubicBezTo>
                <a:cubicBezTo>
                  <a:pt x="1801487" y="74602"/>
                  <a:pt x="1800323" y="72509"/>
                  <a:pt x="1797994" y="70984"/>
                </a:cubicBezTo>
                <a:cubicBezTo>
                  <a:pt x="1796368" y="69938"/>
                  <a:pt x="1792326" y="68608"/>
                  <a:pt x="1785868" y="66995"/>
                </a:cubicBezTo>
                <a:cubicBezTo>
                  <a:pt x="1777169" y="64797"/>
                  <a:pt x="1771138" y="62895"/>
                  <a:pt x="1767777" y="61290"/>
                </a:cubicBezTo>
                <a:cubicBezTo>
                  <a:pt x="1764416" y="59685"/>
                  <a:pt x="1761868" y="57464"/>
                  <a:pt x="1760133" y="54628"/>
                </a:cubicBezTo>
                <a:cubicBezTo>
                  <a:pt x="1758397" y="51791"/>
                  <a:pt x="1757529" y="48658"/>
                  <a:pt x="1757529" y="45228"/>
                </a:cubicBezTo>
                <a:cubicBezTo>
                  <a:pt x="1757529" y="42106"/>
                  <a:pt x="1758243" y="39214"/>
                  <a:pt x="1759671" y="36554"/>
                </a:cubicBezTo>
                <a:cubicBezTo>
                  <a:pt x="1761099" y="33893"/>
                  <a:pt x="1763043" y="31683"/>
                  <a:pt x="1765504" y="29924"/>
                </a:cubicBezTo>
                <a:cubicBezTo>
                  <a:pt x="1767349" y="28561"/>
                  <a:pt x="1769864" y="27407"/>
                  <a:pt x="1773050" y="26462"/>
                </a:cubicBezTo>
                <a:cubicBezTo>
                  <a:pt x="1776235" y="25516"/>
                  <a:pt x="1779651" y="25043"/>
                  <a:pt x="1783298" y="25043"/>
                </a:cubicBezTo>
                <a:cubicBezTo>
                  <a:pt x="1788789" y="25043"/>
                  <a:pt x="1793611" y="25840"/>
                  <a:pt x="1797763" y="27432"/>
                </a:cubicBezTo>
                <a:cubicBezTo>
                  <a:pt x="1801915" y="29024"/>
                  <a:pt x="1804980" y="31180"/>
                  <a:pt x="1806957" y="33901"/>
                </a:cubicBezTo>
                <a:cubicBezTo>
                  <a:pt x="1808934" y="36621"/>
                  <a:pt x="1810296" y="40259"/>
                  <a:pt x="1811043" y="44814"/>
                </a:cubicBezTo>
                <a:lnTo>
                  <a:pt x="1799444" y="46396"/>
                </a:lnTo>
                <a:cubicBezTo>
                  <a:pt x="1798917" y="42793"/>
                  <a:pt x="1797390" y="39981"/>
                  <a:pt x="1794864" y="37960"/>
                </a:cubicBezTo>
                <a:cubicBezTo>
                  <a:pt x="1792337" y="35939"/>
                  <a:pt x="1788768" y="34929"/>
                  <a:pt x="1784154" y="34929"/>
                </a:cubicBezTo>
                <a:cubicBezTo>
                  <a:pt x="1778706" y="34929"/>
                  <a:pt x="1774818" y="35825"/>
                  <a:pt x="1772489" y="37618"/>
                </a:cubicBezTo>
                <a:cubicBezTo>
                  <a:pt x="1770161" y="39410"/>
                  <a:pt x="1768997" y="41509"/>
                  <a:pt x="1768997" y="43914"/>
                </a:cubicBezTo>
                <a:cubicBezTo>
                  <a:pt x="1768997" y="45444"/>
                  <a:pt x="1769480" y="46821"/>
                  <a:pt x="1770446" y="48046"/>
                </a:cubicBezTo>
                <a:cubicBezTo>
                  <a:pt x="1771413" y="49313"/>
                  <a:pt x="1772929" y="50362"/>
                  <a:pt x="1774994" y="51192"/>
                </a:cubicBezTo>
                <a:cubicBezTo>
                  <a:pt x="1776180" y="51630"/>
                  <a:pt x="1779673" y="52636"/>
                  <a:pt x="1785472" y="54210"/>
                </a:cubicBezTo>
                <a:cubicBezTo>
                  <a:pt x="1793864" y="56449"/>
                  <a:pt x="1799718" y="58282"/>
                  <a:pt x="1803036" y="59708"/>
                </a:cubicBezTo>
                <a:cubicBezTo>
                  <a:pt x="1806353" y="61135"/>
                  <a:pt x="1808956" y="63209"/>
                  <a:pt x="1810845" y="65932"/>
                </a:cubicBezTo>
                <a:cubicBezTo>
                  <a:pt x="1812734" y="68653"/>
                  <a:pt x="1813679" y="72033"/>
                  <a:pt x="1813679" y="76071"/>
                </a:cubicBezTo>
                <a:cubicBezTo>
                  <a:pt x="1813679" y="80022"/>
                  <a:pt x="1812526" y="83743"/>
                  <a:pt x="1810219" y="87233"/>
                </a:cubicBezTo>
                <a:cubicBezTo>
                  <a:pt x="1807912" y="90722"/>
                  <a:pt x="1804584" y="93421"/>
                  <a:pt x="1800235" y="95331"/>
                </a:cubicBezTo>
                <a:cubicBezTo>
                  <a:pt x="1795885" y="97241"/>
                  <a:pt x="1790964" y="98196"/>
                  <a:pt x="1785472" y="98196"/>
                </a:cubicBezTo>
                <a:cubicBezTo>
                  <a:pt x="1776378" y="98196"/>
                  <a:pt x="1769447" y="96301"/>
                  <a:pt x="1764680" y="92512"/>
                </a:cubicBezTo>
                <a:cubicBezTo>
                  <a:pt x="1759913" y="88722"/>
                  <a:pt x="1756870" y="83104"/>
                  <a:pt x="1755552" y="75657"/>
                </a:cubicBezTo>
                <a:close/>
                <a:moveTo>
                  <a:pt x="1853682" y="86136"/>
                </a:moveTo>
                <a:lnTo>
                  <a:pt x="1855396" y="96614"/>
                </a:lnTo>
                <a:cubicBezTo>
                  <a:pt x="1852057" y="97229"/>
                  <a:pt x="1849069" y="97537"/>
                  <a:pt x="1846433" y="97537"/>
                </a:cubicBezTo>
                <a:cubicBezTo>
                  <a:pt x="1842127" y="97537"/>
                  <a:pt x="1838788" y="96856"/>
                  <a:pt x="1836416" y="95494"/>
                </a:cubicBezTo>
                <a:cubicBezTo>
                  <a:pt x="1834043" y="94132"/>
                  <a:pt x="1832374" y="92341"/>
                  <a:pt x="1831407" y="90123"/>
                </a:cubicBezTo>
                <a:cubicBezTo>
                  <a:pt x="1830440" y="87904"/>
                  <a:pt x="1829957" y="83236"/>
                  <a:pt x="1829957" y="76118"/>
                </a:cubicBezTo>
                <a:lnTo>
                  <a:pt x="1829957" y="35851"/>
                </a:lnTo>
                <a:lnTo>
                  <a:pt x="1821258" y="35851"/>
                </a:lnTo>
                <a:lnTo>
                  <a:pt x="1821258" y="26625"/>
                </a:lnTo>
                <a:lnTo>
                  <a:pt x="1829957" y="26625"/>
                </a:lnTo>
                <a:lnTo>
                  <a:pt x="1829957" y="9245"/>
                </a:lnTo>
                <a:lnTo>
                  <a:pt x="1841754" y="2109"/>
                </a:lnTo>
                <a:lnTo>
                  <a:pt x="1841754" y="26625"/>
                </a:lnTo>
                <a:lnTo>
                  <a:pt x="1853682" y="26625"/>
                </a:lnTo>
                <a:lnTo>
                  <a:pt x="1853682" y="35851"/>
                </a:lnTo>
                <a:lnTo>
                  <a:pt x="1841754" y="35851"/>
                </a:lnTo>
                <a:lnTo>
                  <a:pt x="1841754" y="76777"/>
                </a:lnTo>
                <a:cubicBezTo>
                  <a:pt x="1841754" y="80160"/>
                  <a:pt x="1841962" y="82335"/>
                  <a:pt x="1842380" y="83302"/>
                </a:cubicBezTo>
                <a:cubicBezTo>
                  <a:pt x="1842797" y="84268"/>
                  <a:pt x="1843478" y="85037"/>
                  <a:pt x="1844423" y="85608"/>
                </a:cubicBezTo>
                <a:cubicBezTo>
                  <a:pt x="1845368" y="86179"/>
                  <a:pt x="1846719" y="86465"/>
                  <a:pt x="1848476" y="86465"/>
                </a:cubicBezTo>
                <a:cubicBezTo>
                  <a:pt x="1849794" y="86465"/>
                  <a:pt x="1851529" y="86355"/>
                  <a:pt x="1853682" y="86136"/>
                </a:cubicBezTo>
                <a:close/>
                <a:moveTo>
                  <a:pt x="1886414" y="96614"/>
                </a:moveTo>
                <a:lnTo>
                  <a:pt x="1923518" y="0"/>
                </a:lnTo>
                <a:lnTo>
                  <a:pt x="1937292" y="0"/>
                </a:lnTo>
                <a:lnTo>
                  <a:pt x="1976834" y="96614"/>
                </a:lnTo>
                <a:lnTo>
                  <a:pt x="1962269" y="96614"/>
                </a:lnTo>
                <a:lnTo>
                  <a:pt x="1951000" y="67485"/>
                </a:lnTo>
                <a:lnTo>
                  <a:pt x="1910601" y="67485"/>
                </a:lnTo>
                <a:lnTo>
                  <a:pt x="1899990" y="96614"/>
                </a:lnTo>
                <a:lnTo>
                  <a:pt x="1886414" y="96614"/>
                </a:lnTo>
                <a:moveTo>
                  <a:pt x="1914291" y="56940"/>
                </a:moveTo>
                <a:lnTo>
                  <a:pt x="1947045" y="56940"/>
                </a:lnTo>
                <a:lnTo>
                  <a:pt x="1936962" y="30184"/>
                </a:lnTo>
                <a:cubicBezTo>
                  <a:pt x="1933887" y="22056"/>
                  <a:pt x="1931602" y="15377"/>
                  <a:pt x="1930108" y="10149"/>
                </a:cubicBezTo>
                <a:cubicBezTo>
                  <a:pt x="1928878" y="16344"/>
                  <a:pt x="1927143" y="22495"/>
                  <a:pt x="1924902" y="28602"/>
                </a:cubicBezTo>
                <a:lnTo>
                  <a:pt x="1914291" y="56940"/>
                </a:lnTo>
                <a:close/>
                <a:moveTo>
                  <a:pt x="1985534" y="96614"/>
                </a:moveTo>
                <a:lnTo>
                  <a:pt x="1985534" y="26625"/>
                </a:lnTo>
                <a:lnTo>
                  <a:pt x="1996144" y="26625"/>
                </a:lnTo>
                <a:lnTo>
                  <a:pt x="1996144" y="36379"/>
                </a:lnTo>
                <a:cubicBezTo>
                  <a:pt x="1998341" y="32971"/>
                  <a:pt x="2001263" y="30230"/>
                  <a:pt x="2004910" y="28155"/>
                </a:cubicBezTo>
                <a:cubicBezTo>
                  <a:pt x="2008556" y="26081"/>
                  <a:pt x="2012708" y="25043"/>
                  <a:pt x="2017365" y="25043"/>
                </a:cubicBezTo>
                <a:cubicBezTo>
                  <a:pt x="2022550" y="25043"/>
                  <a:pt x="2026800" y="26114"/>
                  <a:pt x="2030118" y="28256"/>
                </a:cubicBezTo>
                <a:cubicBezTo>
                  <a:pt x="2033435" y="30397"/>
                  <a:pt x="2035774" y="33390"/>
                  <a:pt x="2037136" y="37235"/>
                </a:cubicBezTo>
                <a:cubicBezTo>
                  <a:pt x="2042672" y="29107"/>
                  <a:pt x="2049878" y="25043"/>
                  <a:pt x="2058753" y="25043"/>
                </a:cubicBezTo>
                <a:cubicBezTo>
                  <a:pt x="2065694" y="25043"/>
                  <a:pt x="2071033" y="26965"/>
                  <a:pt x="2074767" y="30810"/>
                </a:cubicBezTo>
                <a:cubicBezTo>
                  <a:pt x="2078502" y="34654"/>
                  <a:pt x="2080369" y="40574"/>
                  <a:pt x="2080369" y="48571"/>
                </a:cubicBezTo>
                <a:lnTo>
                  <a:pt x="2080369" y="96614"/>
                </a:lnTo>
                <a:lnTo>
                  <a:pt x="2068572" y="96614"/>
                </a:lnTo>
                <a:lnTo>
                  <a:pt x="2068572" y="52478"/>
                </a:lnTo>
                <a:cubicBezTo>
                  <a:pt x="2068572" y="47727"/>
                  <a:pt x="2068188" y="44308"/>
                  <a:pt x="2067419" y="42219"/>
                </a:cubicBezTo>
                <a:cubicBezTo>
                  <a:pt x="2066650" y="40130"/>
                  <a:pt x="2065255" y="38447"/>
                  <a:pt x="2063234" y="37171"/>
                </a:cubicBezTo>
                <a:cubicBezTo>
                  <a:pt x="2061213" y="35896"/>
                  <a:pt x="2058840" y="35258"/>
                  <a:pt x="2056116" y="35258"/>
                </a:cubicBezTo>
                <a:cubicBezTo>
                  <a:pt x="2051196" y="35258"/>
                  <a:pt x="2047110" y="36897"/>
                  <a:pt x="2043858" y="40174"/>
                </a:cubicBezTo>
                <a:cubicBezTo>
                  <a:pt x="2040607" y="43450"/>
                  <a:pt x="2038982" y="48695"/>
                  <a:pt x="2038982" y="55909"/>
                </a:cubicBezTo>
                <a:lnTo>
                  <a:pt x="2038982" y="96614"/>
                </a:lnTo>
                <a:lnTo>
                  <a:pt x="2027119" y="96614"/>
                </a:lnTo>
                <a:lnTo>
                  <a:pt x="2027119" y="51091"/>
                </a:lnTo>
                <a:cubicBezTo>
                  <a:pt x="2027119" y="45814"/>
                  <a:pt x="2026152" y="41855"/>
                  <a:pt x="2024219" y="39217"/>
                </a:cubicBezTo>
                <a:cubicBezTo>
                  <a:pt x="2022286" y="36578"/>
                  <a:pt x="2019123" y="35258"/>
                  <a:pt x="2014729" y="35258"/>
                </a:cubicBezTo>
                <a:cubicBezTo>
                  <a:pt x="2011390" y="35258"/>
                  <a:pt x="2008304" y="36138"/>
                  <a:pt x="2005470" y="37898"/>
                </a:cubicBezTo>
                <a:cubicBezTo>
                  <a:pt x="2002636" y="39657"/>
                  <a:pt x="2000582" y="42230"/>
                  <a:pt x="1999308" y="45617"/>
                </a:cubicBezTo>
                <a:cubicBezTo>
                  <a:pt x="1998034" y="49003"/>
                  <a:pt x="1997397" y="53885"/>
                  <a:pt x="1997397" y="60262"/>
                </a:cubicBezTo>
                <a:lnTo>
                  <a:pt x="1997397" y="96614"/>
                </a:lnTo>
                <a:lnTo>
                  <a:pt x="1985534" y="96614"/>
                </a:lnTo>
                <a:close/>
                <a:moveTo>
                  <a:pt x="2145876" y="74075"/>
                </a:moveTo>
                <a:lnTo>
                  <a:pt x="2158134" y="75591"/>
                </a:lnTo>
                <a:cubicBezTo>
                  <a:pt x="2156201" y="82753"/>
                  <a:pt x="2152620" y="88310"/>
                  <a:pt x="2147392" y="92265"/>
                </a:cubicBezTo>
                <a:cubicBezTo>
                  <a:pt x="2142163" y="96219"/>
                  <a:pt x="2135485" y="98196"/>
                  <a:pt x="2127357" y="98196"/>
                </a:cubicBezTo>
                <a:cubicBezTo>
                  <a:pt x="2117120" y="98196"/>
                  <a:pt x="2109003" y="95043"/>
                  <a:pt x="2103006" y="88739"/>
                </a:cubicBezTo>
                <a:cubicBezTo>
                  <a:pt x="2097008" y="82434"/>
                  <a:pt x="2094010" y="73592"/>
                  <a:pt x="2094010" y="62213"/>
                </a:cubicBezTo>
                <a:cubicBezTo>
                  <a:pt x="2094010" y="50438"/>
                  <a:pt x="2097041" y="41299"/>
                  <a:pt x="2103105" y="34797"/>
                </a:cubicBezTo>
                <a:cubicBezTo>
                  <a:pt x="2109168" y="28294"/>
                  <a:pt x="2117032" y="25043"/>
                  <a:pt x="2126698" y="25043"/>
                </a:cubicBezTo>
                <a:cubicBezTo>
                  <a:pt x="2136056" y="25043"/>
                  <a:pt x="2143701" y="28224"/>
                  <a:pt x="2149632" y="34585"/>
                </a:cubicBezTo>
                <a:cubicBezTo>
                  <a:pt x="2155564" y="40944"/>
                  <a:pt x="2158529" y="49892"/>
                  <a:pt x="2158529" y="61428"/>
                </a:cubicBezTo>
                <a:cubicBezTo>
                  <a:pt x="2158529" y="62130"/>
                  <a:pt x="2158507" y="63182"/>
                  <a:pt x="2158463" y="64585"/>
                </a:cubicBezTo>
                <a:lnTo>
                  <a:pt x="2106268" y="64585"/>
                </a:lnTo>
                <a:cubicBezTo>
                  <a:pt x="2106707" y="72252"/>
                  <a:pt x="2108882" y="78123"/>
                  <a:pt x="2112792" y="82198"/>
                </a:cubicBezTo>
                <a:cubicBezTo>
                  <a:pt x="2116703" y="86273"/>
                  <a:pt x="2121579" y="88310"/>
                  <a:pt x="2127423" y="88310"/>
                </a:cubicBezTo>
                <a:cubicBezTo>
                  <a:pt x="2131772" y="88310"/>
                  <a:pt x="2135485" y="87179"/>
                  <a:pt x="2138560" y="84916"/>
                </a:cubicBezTo>
                <a:cubicBezTo>
                  <a:pt x="2141636" y="82652"/>
                  <a:pt x="2144074" y="79039"/>
                  <a:pt x="2145876" y="74075"/>
                </a:cubicBezTo>
                <a:moveTo>
                  <a:pt x="2106927" y="54700"/>
                </a:moveTo>
                <a:lnTo>
                  <a:pt x="2146008" y="54700"/>
                </a:lnTo>
                <a:cubicBezTo>
                  <a:pt x="2145480" y="48908"/>
                  <a:pt x="2143987" y="44565"/>
                  <a:pt x="2141526" y="41669"/>
                </a:cubicBezTo>
                <a:cubicBezTo>
                  <a:pt x="2137748" y="37176"/>
                  <a:pt x="2132849" y="34929"/>
                  <a:pt x="2126830" y="34929"/>
                </a:cubicBezTo>
                <a:cubicBezTo>
                  <a:pt x="2121382" y="34929"/>
                  <a:pt x="2116801" y="36723"/>
                  <a:pt x="2113089" y="40310"/>
                </a:cubicBezTo>
                <a:cubicBezTo>
                  <a:pt x="2109376" y="43896"/>
                  <a:pt x="2107322" y="48693"/>
                  <a:pt x="2106927" y="54700"/>
                </a:cubicBezTo>
                <a:close/>
                <a:moveTo>
                  <a:pt x="2173007" y="96614"/>
                </a:moveTo>
                <a:lnTo>
                  <a:pt x="2173007" y="26625"/>
                </a:lnTo>
                <a:lnTo>
                  <a:pt x="2183683" y="26625"/>
                </a:lnTo>
                <a:lnTo>
                  <a:pt x="2183683" y="36510"/>
                </a:lnTo>
                <a:cubicBezTo>
                  <a:pt x="2188824" y="28866"/>
                  <a:pt x="2196249" y="25043"/>
                  <a:pt x="2205959" y="25043"/>
                </a:cubicBezTo>
                <a:cubicBezTo>
                  <a:pt x="2210176" y="25043"/>
                  <a:pt x="2214054" y="25801"/>
                  <a:pt x="2217590" y="27317"/>
                </a:cubicBezTo>
                <a:cubicBezTo>
                  <a:pt x="2221127" y="28833"/>
                  <a:pt x="2223774" y="30821"/>
                  <a:pt x="2225532" y="33281"/>
                </a:cubicBezTo>
                <a:cubicBezTo>
                  <a:pt x="2227289" y="35742"/>
                  <a:pt x="2228519" y="38663"/>
                  <a:pt x="2229222" y="42046"/>
                </a:cubicBezTo>
                <a:cubicBezTo>
                  <a:pt x="2229662" y="44243"/>
                  <a:pt x="2229881" y="48087"/>
                  <a:pt x="2229881" y="53579"/>
                </a:cubicBezTo>
                <a:lnTo>
                  <a:pt x="2229881" y="96614"/>
                </a:lnTo>
                <a:lnTo>
                  <a:pt x="2218019" y="96614"/>
                </a:lnTo>
                <a:lnTo>
                  <a:pt x="2218019" y="53995"/>
                </a:lnTo>
                <a:cubicBezTo>
                  <a:pt x="2218019" y="49157"/>
                  <a:pt x="2217557" y="45539"/>
                  <a:pt x="2216635" y="43142"/>
                </a:cubicBezTo>
                <a:cubicBezTo>
                  <a:pt x="2215712" y="40745"/>
                  <a:pt x="2214076" y="38831"/>
                  <a:pt x="2211725" y="37402"/>
                </a:cubicBezTo>
                <a:cubicBezTo>
                  <a:pt x="2209375" y="35973"/>
                  <a:pt x="2206618" y="35258"/>
                  <a:pt x="2203454" y="35258"/>
                </a:cubicBezTo>
                <a:cubicBezTo>
                  <a:pt x="2198402" y="35258"/>
                  <a:pt x="2194041" y="36864"/>
                  <a:pt x="2190372" y="40075"/>
                </a:cubicBezTo>
                <a:cubicBezTo>
                  <a:pt x="2186704" y="43285"/>
                  <a:pt x="2184869" y="49377"/>
                  <a:pt x="2184869" y="58349"/>
                </a:cubicBezTo>
                <a:lnTo>
                  <a:pt x="2184869" y="96614"/>
                </a:lnTo>
                <a:lnTo>
                  <a:pt x="2173007" y="96614"/>
                </a:lnTo>
                <a:close/>
                <a:moveTo>
                  <a:pt x="2293458" y="96614"/>
                </a:moveTo>
                <a:lnTo>
                  <a:pt x="2293458" y="87783"/>
                </a:lnTo>
                <a:cubicBezTo>
                  <a:pt x="2289020" y="94725"/>
                  <a:pt x="2282496" y="98196"/>
                  <a:pt x="2273885" y="98196"/>
                </a:cubicBezTo>
                <a:cubicBezTo>
                  <a:pt x="2268305" y="98196"/>
                  <a:pt x="2263175" y="96658"/>
                  <a:pt x="2258496" y="93583"/>
                </a:cubicBezTo>
                <a:cubicBezTo>
                  <a:pt x="2253817" y="90507"/>
                  <a:pt x="2250192" y="86212"/>
                  <a:pt x="2247622" y="80699"/>
                </a:cubicBezTo>
                <a:cubicBezTo>
                  <a:pt x="2245052" y="75185"/>
                  <a:pt x="2243767" y="68847"/>
                  <a:pt x="2243767" y="61685"/>
                </a:cubicBezTo>
                <a:cubicBezTo>
                  <a:pt x="2243767" y="54700"/>
                  <a:pt x="2244931" y="48362"/>
                  <a:pt x="2247260" y="42672"/>
                </a:cubicBezTo>
                <a:cubicBezTo>
                  <a:pt x="2249588" y="36983"/>
                  <a:pt x="2253081" y="32622"/>
                  <a:pt x="2257738" y="29591"/>
                </a:cubicBezTo>
                <a:cubicBezTo>
                  <a:pt x="2262395" y="26559"/>
                  <a:pt x="2267602" y="25043"/>
                  <a:pt x="2273357" y="25043"/>
                </a:cubicBezTo>
                <a:cubicBezTo>
                  <a:pt x="2277575" y="25043"/>
                  <a:pt x="2281332" y="25933"/>
                  <a:pt x="2284627" y="27712"/>
                </a:cubicBezTo>
                <a:cubicBezTo>
                  <a:pt x="2287922" y="29492"/>
                  <a:pt x="2290602" y="31809"/>
                  <a:pt x="2292667" y="34665"/>
                </a:cubicBezTo>
                <a:lnTo>
                  <a:pt x="2292667" y="0"/>
                </a:lnTo>
                <a:lnTo>
                  <a:pt x="2304464" y="0"/>
                </a:lnTo>
                <a:lnTo>
                  <a:pt x="2304464" y="96614"/>
                </a:lnTo>
                <a:lnTo>
                  <a:pt x="2293458" y="96614"/>
                </a:lnTo>
                <a:moveTo>
                  <a:pt x="2255959" y="61652"/>
                </a:moveTo>
                <a:cubicBezTo>
                  <a:pt x="2255959" y="70582"/>
                  <a:pt x="2257848" y="77258"/>
                  <a:pt x="2261627" y="81679"/>
                </a:cubicBezTo>
                <a:cubicBezTo>
                  <a:pt x="2265405" y="86100"/>
                  <a:pt x="2269865" y="88310"/>
                  <a:pt x="2275005" y="88310"/>
                </a:cubicBezTo>
                <a:cubicBezTo>
                  <a:pt x="2280189" y="88310"/>
                  <a:pt x="2284594" y="86199"/>
                  <a:pt x="2288219" y="81975"/>
                </a:cubicBezTo>
                <a:cubicBezTo>
                  <a:pt x="2291843" y="77751"/>
                  <a:pt x="2293656" y="71305"/>
                  <a:pt x="2293656" y="62637"/>
                </a:cubicBezTo>
                <a:cubicBezTo>
                  <a:pt x="2293656" y="53095"/>
                  <a:pt x="2291810" y="46091"/>
                  <a:pt x="2288120" y="41626"/>
                </a:cubicBezTo>
                <a:cubicBezTo>
                  <a:pt x="2284429" y="37161"/>
                  <a:pt x="2279882" y="34929"/>
                  <a:pt x="2274478" y="34929"/>
                </a:cubicBezTo>
                <a:cubicBezTo>
                  <a:pt x="2269206" y="34929"/>
                  <a:pt x="2264801" y="37074"/>
                  <a:pt x="2261264" y="41365"/>
                </a:cubicBezTo>
                <a:cubicBezTo>
                  <a:pt x="2257727" y="45654"/>
                  <a:pt x="2255959" y="52416"/>
                  <a:pt x="2255959" y="61652"/>
                </a:cubicBezTo>
                <a:close/>
                <a:moveTo>
                  <a:pt x="2323094" y="96614"/>
                </a:moveTo>
                <a:lnTo>
                  <a:pt x="2323094" y="26625"/>
                </a:lnTo>
                <a:lnTo>
                  <a:pt x="2333704" y="26625"/>
                </a:lnTo>
                <a:lnTo>
                  <a:pt x="2333704" y="36379"/>
                </a:lnTo>
                <a:cubicBezTo>
                  <a:pt x="2335901" y="32971"/>
                  <a:pt x="2338823" y="30230"/>
                  <a:pt x="2342469" y="28155"/>
                </a:cubicBezTo>
                <a:cubicBezTo>
                  <a:pt x="2346116" y="26081"/>
                  <a:pt x="2350268" y="25043"/>
                  <a:pt x="2354925" y="25043"/>
                </a:cubicBezTo>
                <a:cubicBezTo>
                  <a:pt x="2360109" y="25043"/>
                  <a:pt x="2364360" y="26114"/>
                  <a:pt x="2367677" y="28256"/>
                </a:cubicBezTo>
                <a:cubicBezTo>
                  <a:pt x="2370994" y="30397"/>
                  <a:pt x="2373334" y="33390"/>
                  <a:pt x="2374696" y="37235"/>
                </a:cubicBezTo>
                <a:cubicBezTo>
                  <a:pt x="2380232" y="29107"/>
                  <a:pt x="2387437" y="25043"/>
                  <a:pt x="2396312" y="25043"/>
                </a:cubicBezTo>
                <a:cubicBezTo>
                  <a:pt x="2403254" y="25043"/>
                  <a:pt x="2408592" y="26965"/>
                  <a:pt x="2412327" y="30810"/>
                </a:cubicBezTo>
                <a:cubicBezTo>
                  <a:pt x="2416061" y="34654"/>
                  <a:pt x="2417928" y="40574"/>
                  <a:pt x="2417928" y="48571"/>
                </a:cubicBezTo>
                <a:lnTo>
                  <a:pt x="2417928" y="96614"/>
                </a:lnTo>
                <a:lnTo>
                  <a:pt x="2406132" y="96614"/>
                </a:lnTo>
                <a:lnTo>
                  <a:pt x="2406132" y="52478"/>
                </a:lnTo>
                <a:cubicBezTo>
                  <a:pt x="2406132" y="47727"/>
                  <a:pt x="2405747" y="44308"/>
                  <a:pt x="2404978" y="42219"/>
                </a:cubicBezTo>
                <a:cubicBezTo>
                  <a:pt x="2404210" y="40130"/>
                  <a:pt x="2402815" y="38447"/>
                  <a:pt x="2400794" y="37171"/>
                </a:cubicBezTo>
                <a:cubicBezTo>
                  <a:pt x="2398773" y="35896"/>
                  <a:pt x="2396400" y="35258"/>
                  <a:pt x="2393676" y="35258"/>
                </a:cubicBezTo>
                <a:cubicBezTo>
                  <a:pt x="2388755" y="35258"/>
                  <a:pt x="2384669" y="36897"/>
                  <a:pt x="2381418" y="40174"/>
                </a:cubicBezTo>
                <a:cubicBezTo>
                  <a:pt x="2378167" y="43450"/>
                  <a:pt x="2376541" y="48695"/>
                  <a:pt x="2376541" y="55909"/>
                </a:cubicBezTo>
                <a:lnTo>
                  <a:pt x="2376541" y="96614"/>
                </a:lnTo>
                <a:lnTo>
                  <a:pt x="2364679" y="96614"/>
                </a:lnTo>
                <a:lnTo>
                  <a:pt x="2364679" y="51091"/>
                </a:lnTo>
                <a:cubicBezTo>
                  <a:pt x="2364679" y="45814"/>
                  <a:pt x="2363712" y="41855"/>
                  <a:pt x="2361779" y="39217"/>
                </a:cubicBezTo>
                <a:cubicBezTo>
                  <a:pt x="2359846" y="36578"/>
                  <a:pt x="2356682" y="35258"/>
                  <a:pt x="2352289" y="35258"/>
                </a:cubicBezTo>
                <a:cubicBezTo>
                  <a:pt x="2348950" y="35258"/>
                  <a:pt x="2345863" y="36138"/>
                  <a:pt x="2343029" y="37898"/>
                </a:cubicBezTo>
                <a:cubicBezTo>
                  <a:pt x="2340196" y="39657"/>
                  <a:pt x="2338142" y="42230"/>
                  <a:pt x="2336867" y="45617"/>
                </a:cubicBezTo>
                <a:cubicBezTo>
                  <a:pt x="2335593" y="49003"/>
                  <a:pt x="2334956" y="53885"/>
                  <a:pt x="2334956" y="60262"/>
                </a:cubicBezTo>
                <a:lnTo>
                  <a:pt x="2334956" y="96614"/>
                </a:lnTo>
                <a:lnTo>
                  <a:pt x="2323094" y="96614"/>
                </a:lnTo>
                <a:close/>
                <a:moveTo>
                  <a:pt x="2483435" y="74075"/>
                </a:moveTo>
                <a:lnTo>
                  <a:pt x="2495693" y="75591"/>
                </a:lnTo>
                <a:cubicBezTo>
                  <a:pt x="2493760" y="82753"/>
                  <a:pt x="2490179" y="88310"/>
                  <a:pt x="2484951" y="92265"/>
                </a:cubicBezTo>
                <a:cubicBezTo>
                  <a:pt x="2479723" y="96219"/>
                  <a:pt x="2473045" y="98196"/>
                  <a:pt x="2464917" y="98196"/>
                </a:cubicBezTo>
                <a:cubicBezTo>
                  <a:pt x="2454680" y="98196"/>
                  <a:pt x="2446562" y="95043"/>
                  <a:pt x="2440565" y="88739"/>
                </a:cubicBezTo>
                <a:cubicBezTo>
                  <a:pt x="2434568" y="82434"/>
                  <a:pt x="2431570" y="73592"/>
                  <a:pt x="2431570" y="62213"/>
                </a:cubicBezTo>
                <a:cubicBezTo>
                  <a:pt x="2431570" y="50438"/>
                  <a:pt x="2434601" y="41299"/>
                  <a:pt x="2440664" y="34797"/>
                </a:cubicBezTo>
                <a:cubicBezTo>
                  <a:pt x="2446727" y="28294"/>
                  <a:pt x="2454592" y="25043"/>
                  <a:pt x="2464258" y="25043"/>
                </a:cubicBezTo>
                <a:cubicBezTo>
                  <a:pt x="2473616" y="25043"/>
                  <a:pt x="2481261" y="28224"/>
                  <a:pt x="2487192" y="34585"/>
                </a:cubicBezTo>
                <a:cubicBezTo>
                  <a:pt x="2493123" y="40944"/>
                  <a:pt x="2496089" y="49892"/>
                  <a:pt x="2496089" y="61428"/>
                </a:cubicBezTo>
                <a:cubicBezTo>
                  <a:pt x="2496089" y="62130"/>
                  <a:pt x="2496067" y="63182"/>
                  <a:pt x="2496023" y="64585"/>
                </a:cubicBezTo>
                <a:lnTo>
                  <a:pt x="2443828" y="64585"/>
                </a:lnTo>
                <a:cubicBezTo>
                  <a:pt x="2444267" y="72252"/>
                  <a:pt x="2446442" y="78123"/>
                  <a:pt x="2450352" y="82198"/>
                </a:cubicBezTo>
                <a:cubicBezTo>
                  <a:pt x="2454262" y="86273"/>
                  <a:pt x="2459139" y="88310"/>
                  <a:pt x="2464982" y="88310"/>
                </a:cubicBezTo>
                <a:cubicBezTo>
                  <a:pt x="2469332" y="88310"/>
                  <a:pt x="2473045" y="87179"/>
                  <a:pt x="2476120" y="84916"/>
                </a:cubicBezTo>
                <a:cubicBezTo>
                  <a:pt x="2479196" y="82652"/>
                  <a:pt x="2481634" y="79039"/>
                  <a:pt x="2483435" y="74075"/>
                </a:cubicBezTo>
                <a:moveTo>
                  <a:pt x="2444487" y="54700"/>
                </a:moveTo>
                <a:lnTo>
                  <a:pt x="2483567" y="54700"/>
                </a:lnTo>
                <a:cubicBezTo>
                  <a:pt x="2483040" y="48908"/>
                  <a:pt x="2481546" y="44565"/>
                  <a:pt x="2479086" y="41669"/>
                </a:cubicBezTo>
                <a:cubicBezTo>
                  <a:pt x="2475307" y="37176"/>
                  <a:pt x="2470408" y="34929"/>
                  <a:pt x="2464389" y="34929"/>
                </a:cubicBezTo>
                <a:cubicBezTo>
                  <a:pt x="2458941" y="34929"/>
                  <a:pt x="2454361" y="36723"/>
                  <a:pt x="2450648" y="40310"/>
                </a:cubicBezTo>
                <a:cubicBezTo>
                  <a:pt x="2446936" y="43896"/>
                  <a:pt x="2444882" y="48693"/>
                  <a:pt x="2444487" y="54700"/>
                </a:cubicBezTo>
                <a:close/>
                <a:moveTo>
                  <a:pt x="2510567" y="96614"/>
                </a:moveTo>
                <a:lnTo>
                  <a:pt x="2510567" y="26625"/>
                </a:lnTo>
                <a:lnTo>
                  <a:pt x="2521243" y="26625"/>
                </a:lnTo>
                <a:lnTo>
                  <a:pt x="2521243" y="36510"/>
                </a:lnTo>
                <a:cubicBezTo>
                  <a:pt x="2526384" y="28866"/>
                  <a:pt x="2533809" y="25043"/>
                  <a:pt x="2543518" y="25043"/>
                </a:cubicBezTo>
                <a:cubicBezTo>
                  <a:pt x="2547736" y="25043"/>
                  <a:pt x="2551614" y="25801"/>
                  <a:pt x="2555150" y="27317"/>
                </a:cubicBezTo>
                <a:cubicBezTo>
                  <a:pt x="2558687" y="28833"/>
                  <a:pt x="2561334" y="30821"/>
                  <a:pt x="2563092" y="33281"/>
                </a:cubicBezTo>
                <a:cubicBezTo>
                  <a:pt x="2564849" y="35742"/>
                  <a:pt x="2566079" y="38663"/>
                  <a:pt x="2566782" y="42046"/>
                </a:cubicBezTo>
                <a:cubicBezTo>
                  <a:pt x="2567222" y="44243"/>
                  <a:pt x="2567441" y="48087"/>
                  <a:pt x="2567441" y="53579"/>
                </a:cubicBezTo>
                <a:lnTo>
                  <a:pt x="2567441" y="96614"/>
                </a:lnTo>
                <a:lnTo>
                  <a:pt x="2555579" y="96614"/>
                </a:lnTo>
                <a:lnTo>
                  <a:pt x="2555579" y="53995"/>
                </a:lnTo>
                <a:cubicBezTo>
                  <a:pt x="2555579" y="49157"/>
                  <a:pt x="2555117" y="45539"/>
                  <a:pt x="2554195" y="43142"/>
                </a:cubicBezTo>
                <a:cubicBezTo>
                  <a:pt x="2553272" y="40745"/>
                  <a:pt x="2551636" y="38831"/>
                  <a:pt x="2549285" y="37402"/>
                </a:cubicBezTo>
                <a:cubicBezTo>
                  <a:pt x="2546934" y="35973"/>
                  <a:pt x="2544177" y="35258"/>
                  <a:pt x="2541014" y="35258"/>
                </a:cubicBezTo>
                <a:cubicBezTo>
                  <a:pt x="2535962" y="35258"/>
                  <a:pt x="2531601" y="36864"/>
                  <a:pt x="2527932" y="40075"/>
                </a:cubicBezTo>
                <a:cubicBezTo>
                  <a:pt x="2524264" y="43285"/>
                  <a:pt x="2522429" y="49377"/>
                  <a:pt x="2522429" y="58349"/>
                </a:cubicBezTo>
                <a:lnTo>
                  <a:pt x="2522429" y="96614"/>
                </a:lnTo>
                <a:lnTo>
                  <a:pt x="2510567" y="96614"/>
                </a:lnTo>
                <a:close/>
                <a:moveTo>
                  <a:pt x="2611510" y="86136"/>
                </a:moveTo>
                <a:lnTo>
                  <a:pt x="2613224" y="96614"/>
                </a:lnTo>
                <a:cubicBezTo>
                  <a:pt x="2609885" y="97229"/>
                  <a:pt x="2606897" y="97537"/>
                  <a:pt x="2604261" y="97537"/>
                </a:cubicBezTo>
                <a:cubicBezTo>
                  <a:pt x="2599955" y="97537"/>
                  <a:pt x="2596616" y="96856"/>
                  <a:pt x="2594243" y="95494"/>
                </a:cubicBezTo>
                <a:cubicBezTo>
                  <a:pt x="2591871" y="94132"/>
                  <a:pt x="2590201" y="92341"/>
                  <a:pt x="2589235" y="90123"/>
                </a:cubicBezTo>
                <a:cubicBezTo>
                  <a:pt x="2588268" y="87904"/>
                  <a:pt x="2587785" y="83236"/>
                  <a:pt x="2587785" y="76118"/>
                </a:cubicBezTo>
                <a:lnTo>
                  <a:pt x="2587785" y="35851"/>
                </a:lnTo>
                <a:lnTo>
                  <a:pt x="2579086" y="35851"/>
                </a:lnTo>
                <a:lnTo>
                  <a:pt x="2579086" y="26625"/>
                </a:lnTo>
                <a:lnTo>
                  <a:pt x="2587785" y="26625"/>
                </a:lnTo>
                <a:lnTo>
                  <a:pt x="2587785" y="9245"/>
                </a:lnTo>
                <a:lnTo>
                  <a:pt x="2599582" y="2109"/>
                </a:lnTo>
                <a:lnTo>
                  <a:pt x="2599582" y="26625"/>
                </a:lnTo>
                <a:lnTo>
                  <a:pt x="2611510" y="26625"/>
                </a:lnTo>
                <a:lnTo>
                  <a:pt x="2611510" y="35851"/>
                </a:lnTo>
                <a:lnTo>
                  <a:pt x="2599582" y="35851"/>
                </a:lnTo>
                <a:lnTo>
                  <a:pt x="2599582" y="76777"/>
                </a:lnTo>
                <a:cubicBezTo>
                  <a:pt x="2599582" y="80160"/>
                  <a:pt x="2599790" y="82335"/>
                  <a:pt x="2600208" y="83302"/>
                </a:cubicBezTo>
                <a:cubicBezTo>
                  <a:pt x="2600625" y="84268"/>
                  <a:pt x="2601306" y="85037"/>
                  <a:pt x="2602251" y="85608"/>
                </a:cubicBezTo>
                <a:cubicBezTo>
                  <a:pt x="2603195" y="86179"/>
                  <a:pt x="2604546" y="86465"/>
                  <a:pt x="2606304" y="86465"/>
                </a:cubicBezTo>
                <a:cubicBezTo>
                  <a:pt x="2607622" y="86465"/>
                  <a:pt x="2609357" y="86355"/>
                  <a:pt x="2611510" y="86136"/>
                </a:cubicBezTo>
                <a:close/>
                <a:moveTo>
                  <a:pt x="2626493" y="96614"/>
                </a:moveTo>
                <a:lnTo>
                  <a:pt x="2626493" y="83038"/>
                </a:lnTo>
                <a:lnTo>
                  <a:pt x="2640003" y="83038"/>
                </a:lnTo>
                <a:lnTo>
                  <a:pt x="2640003" y="96614"/>
                </a:lnTo>
                <a:lnTo>
                  <a:pt x="2626493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....">
            <a:extLst xmlns:a="http://schemas.openxmlformats.org/drawingml/2006/main">
              <a:ext uri="{FF2B5EF4-FFF2-40B4-BE49-F238E27FC236}">
                <a16:creationId xmlns:a16="http://schemas.microsoft.com/office/drawing/2014/main" id="{A1A7C1AE-749A-428F-B6E8-77D54168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455" y="4293265"/>
            <a:ext cx="163855" cy="23231"/>
          </a:xfrm>
          <a:custGeom xmlns:a="http://schemas.openxmlformats.org/drawingml/2006/main">
            <a:pathLst>
              <a:path w="163855" h="23231">
                <a:moveTo>
                  <a:pt x="0" y="23231"/>
                </a:moveTo>
                <a:lnTo>
                  <a:pt x="0" y="0"/>
                </a:lnTo>
                <a:lnTo>
                  <a:pt x="23149" y="0"/>
                </a:lnTo>
                <a:lnTo>
                  <a:pt x="23149" y="23231"/>
                </a:lnTo>
                <a:lnTo>
                  <a:pt x="0" y="23231"/>
                </a:lnTo>
                <a:close/>
                <a:moveTo>
                  <a:pt x="46902" y="23231"/>
                </a:moveTo>
                <a:lnTo>
                  <a:pt x="46902" y="0"/>
                </a:lnTo>
                <a:lnTo>
                  <a:pt x="70051" y="0"/>
                </a:lnTo>
                <a:lnTo>
                  <a:pt x="70051" y="23231"/>
                </a:lnTo>
                <a:lnTo>
                  <a:pt x="46902" y="23231"/>
                </a:lnTo>
                <a:close/>
                <a:moveTo>
                  <a:pt x="93804" y="23231"/>
                </a:moveTo>
                <a:lnTo>
                  <a:pt x="93804" y="0"/>
                </a:lnTo>
                <a:lnTo>
                  <a:pt x="116953" y="0"/>
                </a:lnTo>
                <a:lnTo>
                  <a:pt x="116953" y="23231"/>
                </a:lnTo>
                <a:lnTo>
                  <a:pt x="93804" y="23231"/>
                </a:lnTo>
                <a:close/>
                <a:moveTo>
                  <a:pt x="140706" y="23231"/>
                </a:moveTo>
                <a:lnTo>
                  <a:pt x="140706" y="0"/>
                </a:lnTo>
                <a:lnTo>
                  <a:pt x="163855" y="0"/>
                </a:lnTo>
                <a:lnTo>
                  <a:pt x="163855" y="23231"/>
                </a:lnTo>
                <a:lnTo>
                  <a:pt x="140706" y="23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4AB74-F75F-43B8-9CC4-AEE7375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159" y="6009946"/>
            <a:ext cx="2699397" cy="885740"/>
          </a:xfrm>
          <a:custGeom xmlns:a="http://schemas.openxmlformats.org/drawingml/2006/main">
            <a:pathLst>
              <a:path w="2699397" h="885740">
                <a:moveTo>
                  <a:pt x="0" y="0"/>
                </a:moveTo>
                <a:lnTo>
                  <a:pt x="2699397" y="0"/>
                </a:lnTo>
                <a:lnTo>
                  <a:pt x="2699397" y="885740"/>
                </a:lnTo>
                <a:lnTo>
                  <a:pt x="0" y="8857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EBA13-E25D-445D-B008-CC2BF57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159" y="6009946"/>
            <a:ext cx="2699397" cy="885740"/>
          </a:xfrm>
          <a:custGeom xmlns:a="http://schemas.openxmlformats.org/drawingml/2006/main">
            <a:pathLst>
              <a:path w="2699397" h="885740" fill="none">
                <a:moveTo>
                  <a:pt x="0" y="0"/>
                </a:moveTo>
                <a:lnTo>
                  <a:pt x="2699397" y="0"/>
                </a:lnTo>
                <a:lnTo>
                  <a:pt x="2699397" y="885740"/>
                </a:lnTo>
                <a:lnTo>
                  <a:pt x="0" y="8857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D79B00"/>
            </a:solidFill>
            <a:miter/>
          </a:ln>
        </p:spPr>
      </p:sp>
      <p:sp>
        <p:nvSpPr>
          <p:cNvPr id="74" name="Text Mutaion">
            <a:extLst xmlns:a="http://schemas.openxmlformats.org/drawingml/2006/main">
              <a:ext uri="{FF2B5EF4-FFF2-40B4-BE49-F238E27FC236}">
                <a16:creationId xmlns:a16="http://schemas.microsoft.com/office/drawing/2014/main" id="{04946C6A-E57F-481A-96D1-17E474AB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68" y="6067282"/>
            <a:ext cx="498667" cy="98196"/>
          </a:xfrm>
          <a:custGeom xmlns:a="http://schemas.openxmlformats.org/drawingml/2006/main">
            <a:pathLst>
              <a:path w="498667" h="98196">
                <a:moveTo>
                  <a:pt x="0" y="96614"/>
                </a:moveTo>
                <a:lnTo>
                  <a:pt x="0" y="0"/>
                </a:lnTo>
                <a:lnTo>
                  <a:pt x="29195" y="0"/>
                </a:lnTo>
                <a:lnTo>
                  <a:pt x="46725" y="65903"/>
                </a:lnTo>
                <a:lnTo>
                  <a:pt x="64058" y="0"/>
                </a:lnTo>
                <a:lnTo>
                  <a:pt x="93319" y="0"/>
                </a:lnTo>
                <a:lnTo>
                  <a:pt x="93319" y="96614"/>
                </a:lnTo>
                <a:lnTo>
                  <a:pt x="75196" y="96614"/>
                </a:lnTo>
                <a:lnTo>
                  <a:pt x="75196" y="20562"/>
                </a:lnTo>
                <a:lnTo>
                  <a:pt x="56018" y="96614"/>
                </a:lnTo>
                <a:lnTo>
                  <a:pt x="37235" y="96614"/>
                </a:lnTo>
                <a:lnTo>
                  <a:pt x="18123" y="20562"/>
                </a:lnTo>
                <a:lnTo>
                  <a:pt x="18123" y="96614"/>
                </a:lnTo>
                <a:lnTo>
                  <a:pt x="0" y="96614"/>
                </a:lnTo>
                <a:close/>
                <a:moveTo>
                  <a:pt x="158628" y="96614"/>
                </a:moveTo>
                <a:lnTo>
                  <a:pt x="158628" y="86136"/>
                </a:lnTo>
                <a:cubicBezTo>
                  <a:pt x="156080" y="89870"/>
                  <a:pt x="152730" y="92814"/>
                  <a:pt x="148578" y="94967"/>
                </a:cubicBezTo>
                <a:cubicBezTo>
                  <a:pt x="144426" y="97119"/>
                  <a:pt x="140044" y="98196"/>
                  <a:pt x="135430" y="98196"/>
                </a:cubicBezTo>
                <a:cubicBezTo>
                  <a:pt x="130729" y="98196"/>
                  <a:pt x="126511" y="97163"/>
                  <a:pt x="122777" y="95098"/>
                </a:cubicBezTo>
                <a:cubicBezTo>
                  <a:pt x="119042" y="93033"/>
                  <a:pt x="116340" y="90134"/>
                  <a:pt x="114671" y="86399"/>
                </a:cubicBezTo>
                <a:cubicBezTo>
                  <a:pt x="113001" y="82665"/>
                  <a:pt x="112166" y="77502"/>
                  <a:pt x="112166" y="70912"/>
                </a:cubicBezTo>
                <a:lnTo>
                  <a:pt x="112166" y="26625"/>
                </a:lnTo>
                <a:lnTo>
                  <a:pt x="130685" y="26625"/>
                </a:lnTo>
                <a:lnTo>
                  <a:pt x="130685" y="58712"/>
                </a:lnTo>
                <a:cubicBezTo>
                  <a:pt x="130685" y="68531"/>
                  <a:pt x="131026" y="74548"/>
                  <a:pt x="131707" y="76761"/>
                </a:cubicBezTo>
                <a:cubicBezTo>
                  <a:pt x="132388" y="78974"/>
                  <a:pt x="133629" y="80727"/>
                  <a:pt x="135430" y="82021"/>
                </a:cubicBezTo>
                <a:cubicBezTo>
                  <a:pt x="137232" y="83314"/>
                  <a:pt x="139516" y="83961"/>
                  <a:pt x="142284" y="83961"/>
                </a:cubicBezTo>
                <a:cubicBezTo>
                  <a:pt x="145448" y="83961"/>
                  <a:pt x="148281" y="83095"/>
                  <a:pt x="150786" y="81364"/>
                </a:cubicBezTo>
                <a:cubicBezTo>
                  <a:pt x="153290" y="79632"/>
                  <a:pt x="155004" y="77484"/>
                  <a:pt x="155926" y="74920"/>
                </a:cubicBezTo>
                <a:cubicBezTo>
                  <a:pt x="156849" y="72355"/>
                  <a:pt x="157310" y="66076"/>
                  <a:pt x="157310" y="56082"/>
                </a:cubicBezTo>
                <a:lnTo>
                  <a:pt x="157310" y="26625"/>
                </a:lnTo>
                <a:lnTo>
                  <a:pt x="175829" y="26625"/>
                </a:lnTo>
                <a:lnTo>
                  <a:pt x="175829" y="96614"/>
                </a:lnTo>
                <a:lnTo>
                  <a:pt x="158628" y="96614"/>
                </a:lnTo>
                <a:close/>
                <a:moveTo>
                  <a:pt x="227123" y="26625"/>
                </a:moveTo>
                <a:lnTo>
                  <a:pt x="227123" y="41387"/>
                </a:lnTo>
                <a:lnTo>
                  <a:pt x="214470" y="41387"/>
                </a:lnTo>
                <a:lnTo>
                  <a:pt x="214470" y="69549"/>
                </a:lnTo>
                <a:cubicBezTo>
                  <a:pt x="214470" y="75252"/>
                  <a:pt x="214591" y="78575"/>
                  <a:pt x="214832" y="79518"/>
                </a:cubicBezTo>
                <a:cubicBezTo>
                  <a:pt x="215074" y="80460"/>
                  <a:pt x="215623" y="81239"/>
                  <a:pt x="216480" y="81854"/>
                </a:cubicBezTo>
                <a:cubicBezTo>
                  <a:pt x="217337" y="82468"/>
                  <a:pt x="218380" y="82774"/>
                  <a:pt x="219610" y="82774"/>
                </a:cubicBezTo>
                <a:cubicBezTo>
                  <a:pt x="221324" y="82774"/>
                  <a:pt x="223806" y="82181"/>
                  <a:pt x="227057" y="80995"/>
                </a:cubicBezTo>
                <a:lnTo>
                  <a:pt x="228639" y="95416"/>
                </a:lnTo>
                <a:cubicBezTo>
                  <a:pt x="224333" y="97269"/>
                  <a:pt x="219457" y="98196"/>
                  <a:pt x="214009" y="98196"/>
                </a:cubicBezTo>
                <a:cubicBezTo>
                  <a:pt x="210670" y="98196"/>
                  <a:pt x="207660" y="97636"/>
                  <a:pt x="204980" y="96515"/>
                </a:cubicBezTo>
                <a:cubicBezTo>
                  <a:pt x="202300" y="95395"/>
                  <a:pt x="200334" y="93945"/>
                  <a:pt x="199082" y="92166"/>
                </a:cubicBezTo>
                <a:cubicBezTo>
                  <a:pt x="197829" y="90386"/>
                  <a:pt x="196962" y="87981"/>
                  <a:pt x="196478" y="84949"/>
                </a:cubicBezTo>
                <a:cubicBezTo>
                  <a:pt x="196083" y="82796"/>
                  <a:pt x="195885" y="78447"/>
                  <a:pt x="195885" y="71900"/>
                </a:cubicBezTo>
                <a:lnTo>
                  <a:pt x="195885" y="41387"/>
                </a:lnTo>
                <a:lnTo>
                  <a:pt x="187384" y="41387"/>
                </a:lnTo>
                <a:lnTo>
                  <a:pt x="187384" y="26625"/>
                </a:lnTo>
                <a:lnTo>
                  <a:pt x="195885" y="26625"/>
                </a:lnTo>
                <a:lnTo>
                  <a:pt x="195885" y="12653"/>
                </a:lnTo>
                <a:lnTo>
                  <a:pt x="214470" y="1713"/>
                </a:lnTo>
                <a:lnTo>
                  <a:pt x="214470" y="26625"/>
                </a:lnTo>
                <a:lnTo>
                  <a:pt x="227123" y="26625"/>
                </a:lnTo>
                <a:close/>
                <a:moveTo>
                  <a:pt x="253813" y="48241"/>
                </a:moveTo>
                <a:lnTo>
                  <a:pt x="237008" y="45210"/>
                </a:lnTo>
                <a:cubicBezTo>
                  <a:pt x="238897" y="38354"/>
                  <a:pt x="242148" y="33280"/>
                  <a:pt x="246762" y="29986"/>
                </a:cubicBezTo>
                <a:cubicBezTo>
                  <a:pt x="251375" y="26691"/>
                  <a:pt x="258229" y="25043"/>
                  <a:pt x="267323" y="25043"/>
                </a:cubicBezTo>
                <a:cubicBezTo>
                  <a:pt x="275583" y="25043"/>
                  <a:pt x="281734" y="26021"/>
                  <a:pt x="285776" y="27976"/>
                </a:cubicBezTo>
                <a:cubicBezTo>
                  <a:pt x="289818" y="29931"/>
                  <a:pt x="292663" y="32413"/>
                  <a:pt x="294311" y="35423"/>
                </a:cubicBezTo>
                <a:cubicBezTo>
                  <a:pt x="295958" y="38433"/>
                  <a:pt x="296782" y="43957"/>
                  <a:pt x="296782" y="51998"/>
                </a:cubicBezTo>
                <a:lnTo>
                  <a:pt x="296584" y="73614"/>
                </a:lnTo>
                <a:cubicBezTo>
                  <a:pt x="296584" y="79765"/>
                  <a:pt x="296881" y="84301"/>
                  <a:pt x="297474" y="87223"/>
                </a:cubicBezTo>
                <a:cubicBezTo>
                  <a:pt x="298067" y="90145"/>
                  <a:pt x="299177" y="93275"/>
                  <a:pt x="300802" y="96614"/>
                </a:cubicBezTo>
                <a:lnTo>
                  <a:pt x="282481" y="96614"/>
                </a:lnTo>
                <a:cubicBezTo>
                  <a:pt x="281998" y="95384"/>
                  <a:pt x="281405" y="93561"/>
                  <a:pt x="280702" y="91144"/>
                </a:cubicBezTo>
                <a:cubicBezTo>
                  <a:pt x="280394" y="90046"/>
                  <a:pt x="280174" y="89321"/>
                  <a:pt x="280043" y="88969"/>
                </a:cubicBezTo>
                <a:cubicBezTo>
                  <a:pt x="276879" y="92045"/>
                  <a:pt x="273496" y="94351"/>
                  <a:pt x="269894" y="95889"/>
                </a:cubicBezTo>
                <a:cubicBezTo>
                  <a:pt x="266291" y="97427"/>
                  <a:pt x="262447" y="98196"/>
                  <a:pt x="258361" y="98196"/>
                </a:cubicBezTo>
                <a:cubicBezTo>
                  <a:pt x="251155" y="98196"/>
                  <a:pt x="245476" y="96249"/>
                  <a:pt x="241325" y="92355"/>
                </a:cubicBezTo>
                <a:cubicBezTo>
                  <a:pt x="237173" y="88461"/>
                  <a:pt x="235097" y="83539"/>
                  <a:pt x="235097" y="77589"/>
                </a:cubicBezTo>
                <a:cubicBezTo>
                  <a:pt x="235097" y="73651"/>
                  <a:pt x="236041" y="70140"/>
                  <a:pt x="237930" y="67057"/>
                </a:cubicBezTo>
                <a:cubicBezTo>
                  <a:pt x="239820" y="63971"/>
                  <a:pt x="242467" y="61609"/>
                  <a:pt x="245872" y="59968"/>
                </a:cubicBezTo>
                <a:cubicBezTo>
                  <a:pt x="249277" y="58327"/>
                  <a:pt x="254187" y="56894"/>
                  <a:pt x="260601" y="55670"/>
                </a:cubicBezTo>
                <a:cubicBezTo>
                  <a:pt x="269257" y="54051"/>
                  <a:pt x="275254" y="52541"/>
                  <a:pt x="278593" y="51141"/>
                </a:cubicBezTo>
                <a:lnTo>
                  <a:pt x="278593" y="49275"/>
                </a:lnTo>
                <a:cubicBezTo>
                  <a:pt x="278593" y="45676"/>
                  <a:pt x="277714" y="43111"/>
                  <a:pt x="275957" y="41579"/>
                </a:cubicBezTo>
                <a:cubicBezTo>
                  <a:pt x="274199" y="40045"/>
                  <a:pt x="270882" y="39278"/>
                  <a:pt x="266005" y="39278"/>
                </a:cubicBezTo>
                <a:cubicBezTo>
                  <a:pt x="262710" y="39278"/>
                  <a:pt x="260140" y="39941"/>
                  <a:pt x="258295" y="41268"/>
                </a:cubicBezTo>
                <a:cubicBezTo>
                  <a:pt x="256449" y="42593"/>
                  <a:pt x="254956" y="44917"/>
                  <a:pt x="253813" y="48241"/>
                </a:cubicBezTo>
                <a:moveTo>
                  <a:pt x="278593" y="63267"/>
                </a:moveTo>
                <a:cubicBezTo>
                  <a:pt x="276220" y="64048"/>
                  <a:pt x="272464" y="64982"/>
                  <a:pt x="267323" y="66068"/>
                </a:cubicBezTo>
                <a:cubicBezTo>
                  <a:pt x="262183" y="67153"/>
                  <a:pt x="258822" y="68216"/>
                  <a:pt x="257240" y="69258"/>
                </a:cubicBezTo>
                <a:cubicBezTo>
                  <a:pt x="254824" y="70951"/>
                  <a:pt x="253615" y="73100"/>
                  <a:pt x="253615" y="75704"/>
                </a:cubicBezTo>
                <a:cubicBezTo>
                  <a:pt x="253615" y="78266"/>
                  <a:pt x="254582" y="80481"/>
                  <a:pt x="256515" y="82348"/>
                </a:cubicBezTo>
                <a:cubicBezTo>
                  <a:pt x="258448" y="84214"/>
                  <a:pt x="260909" y="85147"/>
                  <a:pt x="263896" y="85147"/>
                </a:cubicBezTo>
                <a:cubicBezTo>
                  <a:pt x="267235" y="85147"/>
                  <a:pt x="270421" y="84062"/>
                  <a:pt x="273452" y="81891"/>
                </a:cubicBezTo>
                <a:cubicBezTo>
                  <a:pt x="275693" y="80242"/>
                  <a:pt x="277165" y="78223"/>
                  <a:pt x="277868" y="75834"/>
                </a:cubicBezTo>
                <a:cubicBezTo>
                  <a:pt x="278351" y="74272"/>
                  <a:pt x="278593" y="71298"/>
                  <a:pt x="278593" y="66914"/>
                </a:cubicBezTo>
                <a:lnTo>
                  <a:pt x="278593" y="63267"/>
                </a:lnTo>
                <a:close/>
                <a:moveTo>
                  <a:pt x="315016" y="17135"/>
                </a:moveTo>
                <a:lnTo>
                  <a:pt x="315016" y="0"/>
                </a:lnTo>
                <a:lnTo>
                  <a:pt x="333535" y="0"/>
                </a:lnTo>
                <a:lnTo>
                  <a:pt x="333535" y="17135"/>
                </a:lnTo>
                <a:lnTo>
                  <a:pt x="315016" y="17135"/>
                </a:lnTo>
                <a:moveTo>
                  <a:pt x="315016" y="96614"/>
                </a:moveTo>
                <a:lnTo>
                  <a:pt x="315016" y="26625"/>
                </a:lnTo>
                <a:lnTo>
                  <a:pt x="333535" y="26625"/>
                </a:lnTo>
                <a:lnTo>
                  <a:pt x="333535" y="96614"/>
                </a:lnTo>
                <a:lnTo>
                  <a:pt x="315016" y="96614"/>
                </a:lnTo>
                <a:close/>
                <a:moveTo>
                  <a:pt x="348254" y="60631"/>
                </a:moveTo>
                <a:cubicBezTo>
                  <a:pt x="348254" y="54480"/>
                  <a:pt x="349770" y="48527"/>
                  <a:pt x="352801" y="42771"/>
                </a:cubicBezTo>
                <a:cubicBezTo>
                  <a:pt x="355833" y="37016"/>
                  <a:pt x="360128" y="32622"/>
                  <a:pt x="365686" y="29591"/>
                </a:cubicBezTo>
                <a:cubicBezTo>
                  <a:pt x="371243" y="26559"/>
                  <a:pt x="377449" y="25043"/>
                  <a:pt x="384303" y="25043"/>
                </a:cubicBezTo>
                <a:cubicBezTo>
                  <a:pt x="394892" y="25043"/>
                  <a:pt x="403569" y="28481"/>
                  <a:pt x="410335" y="35357"/>
                </a:cubicBezTo>
                <a:cubicBezTo>
                  <a:pt x="417101" y="42233"/>
                  <a:pt x="420484" y="50921"/>
                  <a:pt x="420484" y="61422"/>
                </a:cubicBezTo>
                <a:cubicBezTo>
                  <a:pt x="420484" y="72010"/>
                  <a:pt x="417068" y="80786"/>
                  <a:pt x="410236" y="87750"/>
                </a:cubicBezTo>
                <a:cubicBezTo>
                  <a:pt x="403404" y="94714"/>
                  <a:pt x="394804" y="98196"/>
                  <a:pt x="384435" y="98196"/>
                </a:cubicBezTo>
                <a:cubicBezTo>
                  <a:pt x="378020" y="98196"/>
                  <a:pt x="371902" y="96746"/>
                  <a:pt x="366081" y="93846"/>
                </a:cubicBezTo>
                <a:cubicBezTo>
                  <a:pt x="360260" y="90946"/>
                  <a:pt x="355833" y="86696"/>
                  <a:pt x="352801" y="81094"/>
                </a:cubicBezTo>
                <a:cubicBezTo>
                  <a:pt x="349770" y="75492"/>
                  <a:pt x="348254" y="68671"/>
                  <a:pt x="348254" y="60631"/>
                </a:cubicBezTo>
                <a:moveTo>
                  <a:pt x="367234" y="61620"/>
                </a:moveTo>
                <a:cubicBezTo>
                  <a:pt x="367234" y="68539"/>
                  <a:pt x="368882" y="73839"/>
                  <a:pt x="372177" y="77519"/>
                </a:cubicBezTo>
                <a:cubicBezTo>
                  <a:pt x="375472" y="81198"/>
                  <a:pt x="379536" y="83038"/>
                  <a:pt x="384369" y="83038"/>
                </a:cubicBezTo>
                <a:cubicBezTo>
                  <a:pt x="389202" y="83038"/>
                  <a:pt x="393255" y="81198"/>
                  <a:pt x="396528" y="77519"/>
                </a:cubicBezTo>
                <a:cubicBezTo>
                  <a:pt x="399802" y="73839"/>
                  <a:pt x="401438" y="68495"/>
                  <a:pt x="401438" y="61488"/>
                </a:cubicBezTo>
                <a:cubicBezTo>
                  <a:pt x="401438" y="54656"/>
                  <a:pt x="399802" y="49400"/>
                  <a:pt x="396528" y="45720"/>
                </a:cubicBezTo>
                <a:cubicBezTo>
                  <a:pt x="393255" y="42041"/>
                  <a:pt x="389202" y="40201"/>
                  <a:pt x="384369" y="40201"/>
                </a:cubicBezTo>
                <a:cubicBezTo>
                  <a:pt x="379536" y="40201"/>
                  <a:pt x="375472" y="42041"/>
                  <a:pt x="372177" y="45720"/>
                </a:cubicBezTo>
                <a:cubicBezTo>
                  <a:pt x="368882" y="49400"/>
                  <a:pt x="367234" y="54700"/>
                  <a:pt x="367234" y="61620"/>
                </a:cubicBezTo>
                <a:close/>
                <a:moveTo>
                  <a:pt x="498667" y="96614"/>
                </a:moveTo>
                <a:lnTo>
                  <a:pt x="480148" y="96614"/>
                </a:lnTo>
                <a:lnTo>
                  <a:pt x="480148" y="60936"/>
                </a:lnTo>
                <a:cubicBezTo>
                  <a:pt x="480148" y="53387"/>
                  <a:pt x="479753" y="48505"/>
                  <a:pt x="478962" y="46289"/>
                </a:cubicBezTo>
                <a:cubicBezTo>
                  <a:pt x="478171" y="44073"/>
                  <a:pt x="476886" y="42350"/>
                  <a:pt x="475107" y="41122"/>
                </a:cubicBezTo>
                <a:cubicBezTo>
                  <a:pt x="473327" y="39893"/>
                  <a:pt x="471185" y="39278"/>
                  <a:pt x="468681" y="39278"/>
                </a:cubicBezTo>
                <a:cubicBezTo>
                  <a:pt x="465474" y="39278"/>
                  <a:pt x="462596" y="40156"/>
                  <a:pt x="460048" y="41912"/>
                </a:cubicBezTo>
                <a:cubicBezTo>
                  <a:pt x="457499" y="43667"/>
                  <a:pt x="455753" y="45993"/>
                  <a:pt x="454808" y="48890"/>
                </a:cubicBezTo>
                <a:cubicBezTo>
                  <a:pt x="453864" y="51786"/>
                  <a:pt x="453391" y="57139"/>
                  <a:pt x="453391" y="64952"/>
                </a:cubicBezTo>
                <a:lnTo>
                  <a:pt x="453391" y="96614"/>
                </a:lnTo>
                <a:lnTo>
                  <a:pt x="434873" y="96614"/>
                </a:lnTo>
                <a:lnTo>
                  <a:pt x="434873" y="26625"/>
                </a:lnTo>
                <a:lnTo>
                  <a:pt x="452073" y="26625"/>
                </a:lnTo>
                <a:lnTo>
                  <a:pt x="452073" y="36906"/>
                </a:lnTo>
                <a:cubicBezTo>
                  <a:pt x="458180" y="28997"/>
                  <a:pt x="465869" y="25043"/>
                  <a:pt x="475140" y="25043"/>
                </a:cubicBezTo>
                <a:cubicBezTo>
                  <a:pt x="479226" y="25043"/>
                  <a:pt x="482960" y="25779"/>
                  <a:pt x="486343" y="27251"/>
                </a:cubicBezTo>
                <a:cubicBezTo>
                  <a:pt x="489726" y="28723"/>
                  <a:pt x="492285" y="30601"/>
                  <a:pt x="494021" y="32886"/>
                </a:cubicBezTo>
                <a:cubicBezTo>
                  <a:pt x="495756" y="35170"/>
                  <a:pt x="496965" y="37763"/>
                  <a:pt x="497646" y="40662"/>
                </a:cubicBezTo>
                <a:cubicBezTo>
                  <a:pt x="498327" y="43562"/>
                  <a:pt x="498667" y="47714"/>
                  <a:pt x="498667" y="53118"/>
                </a:cubicBezTo>
                <a:lnTo>
                  <a:pt x="498667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0">
            <a:extLst xmlns:a="http://schemas.openxmlformats.org/drawingml/2006/main">
              <a:ext uri="{FF2B5EF4-FFF2-40B4-BE49-F238E27FC236}">
                <a16:creationId xmlns:a16="http://schemas.microsoft.com/office/drawing/2014/main" id="{35319796-7743-40B9-B7D9-9A46DA3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4" y="6118399"/>
            <a:ext cx="52270" cy="82249"/>
          </a:xfrm>
          <a:custGeom xmlns:a="http://schemas.openxmlformats.org/drawingml/2006/main">
            <a:pathLst>
              <a:path w="52270" h="82249">
                <a:moveTo>
                  <a:pt x="26135" y="0"/>
                </a:moveTo>
                <a:cubicBezTo>
                  <a:pt x="33932" y="0"/>
                  <a:pt x="40026" y="2784"/>
                  <a:pt x="44419" y="8351"/>
                </a:cubicBezTo>
                <a:cubicBezTo>
                  <a:pt x="49653" y="14944"/>
                  <a:pt x="52270" y="25878"/>
                  <a:pt x="52270" y="41152"/>
                </a:cubicBezTo>
                <a:cubicBezTo>
                  <a:pt x="52270" y="56389"/>
                  <a:pt x="49635" y="67341"/>
                  <a:pt x="44364" y="74008"/>
                </a:cubicBezTo>
                <a:cubicBezTo>
                  <a:pt x="40008" y="79502"/>
                  <a:pt x="33932" y="82249"/>
                  <a:pt x="26135" y="82249"/>
                </a:cubicBezTo>
                <a:cubicBezTo>
                  <a:pt x="18302" y="82249"/>
                  <a:pt x="11988" y="79236"/>
                  <a:pt x="7193" y="73212"/>
                </a:cubicBezTo>
                <a:cubicBezTo>
                  <a:pt x="2398" y="67186"/>
                  <a:pt x="0" y="56444"/>
                  <a:pt x="0" y="40987"/>
                </a:cubicBezTo>
                <a:cubicBezTo>
                  <a:pt x="0" y="25823"/>
                  <a:pt x="2635" y="14907"/>
                  <a:pt x="7906" y="8241"/>
                </a:cubicBezTo>
                <a:cubicBezTo>
                  <a:pt x="12262" y="2747"/>
                  <a:pt x="18338" y="0"/>
                  <a:pt x="26135" y="0"/>
                </a:cubicBezTo>
                <a:moveTo>
                  <a:pt x="26135" y="12848"/>
                </a:moveTo>
                <a:cubicBezTo>
                  <a:pt x="24268" y="12848"/>
                  <a:pt x="22603" y="13442"/>
                  <a:pt x="21139" y="14631"/>
                </a:cubicBezTo>
                <a:cubicBezTo>
                  <a:pt x="19675" y="15819"/>
                  <a:pt x="18540" y="17949"/>
                  <a:pt x="17735" y="21020"/>
                </a:cubicBezTo>
                <a:cubicBezTo>
                  <a:pt x="16673" y="25007"/>
                  <a:pt x="16142" y="31717"/>
                  <a:pt x="16142" y="41152"/>
                </a:cubicBezTo>
                <a:cubicBezTo>
                  <a:pt x="16142" y="50586"/>
                  <a:pt x="16618" y="57068"/>
                  <a:pt x="17570" y="60597"/>
                </a:cubicBezTo>
                <a:cubicBezTo>
                  <a:pt x="18522" y="64126"/>
                  <a:pt x="19720" y="66475"/>
                  <a:pt x="21166" y="67645"/>
                </a:cubicBezTo>
                <a:cubicBezTo>
                  <a:pt x="22612" y="68816"/>
                  <a:pt x="24268" y="69401"/>
                  <a:pt x="26135" y="69401"/>
                </a:cubicBezTo>
                <a:cubicBezTo>
                  <a:pt x="28002" y="69401"/>
                  <a:pt x="29667" y="68807"/>
                  <a:pt x="31132" y="67618"/>
                </a:cubicBezTo>
                <a:cubicBezTo>
                  <a:pt x="32596" y="66430"/>
                  <a:pt x="33730" y="64300"/>
                  <a:pt x="34536" y="61228"/>
                </a:cubicBezTo>
                <a:cubicBezTo>
                  <a:pt x="35597" y="57279"/>
                  <a:pt x="36128" y="50586"/>
                  <a:pt x="36128" y="41152"/>
                </a:cubicBezTo>
                <a:cubicBezTo>
                  <a:pt x="36128" y="31717"/>
                  <a:pt x="35652" y="25235"/>
                  <a:pt x="34700" y="21707"/>
                </a:cubicBezTo>
                <a:cubicBezTo>
                  <a:pt x="33749" y="18178"/>
                  <a:pt x="32550" y="15819"/>
                  <a:pt x="31104" y="14631"/>
                </a:cubicBezTo>
                <a:cubicBezTo>
                  <a:pt x="29658" y="13442"/>
                  <a:pt x="28002" y="12848"/>
                  <a:pt x="26135" y="12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:Thefiringofaprivateemployer">
            <a:extLst xmlns:a="http://schemas.openxmlformats.org/drawingml/2006/main">
              <a:ext uri="{FF2B5EF4-FFF2-40B4-BE49-F238E27FC236}">
                <a16:creationId xmlns:a16="http://schemas.microsoft.com/office/drawing/2014/main" id="{752215C8-EB80-439C-B1E5-C84E2E87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7" y="6065700"/>
            <a:ext cx="1928896" cy="126666"/>
          </a:xfrm>
          <a:custGeom xmlns:a="http://schemas.openxmlformats.org/drawingml/2006/main">
            <a:pathLst>
              <a:path w="1928896" h="126666">
                <a:moveTo>
                  <a:pt x="0" y="46791"/>
                </a:moveTo>
                <a:lnTo>
                  <a:pt x="0" y="28207"/>
                </a:lnTo>
                <a:lnTo>
                  <a:pt x="18519" y="28207"/>
                </a:lnTo>
                <a:lnTo>
                  <a:pt x="18519" y="46791"/>
                </a:lnTo>
                <a:lnTo>
                  <a:pt x="0" y="46791"/>
                </a:lnTo>
                <a:moveTo>
                  <a:pt x="0" y="98196"/>
                </a:moveTo>
                <a:lnTo>
                  <a:pt x="0" y="79611"/>
                </a:lnTo>
                <a:lnTo>
                  <a:pt x="18519" y="79611"/>
                </a:lnTo>
                <a:lnTo>
                  <a:pt x="18519" y="98196"/>
                </a:lnTo>
                <a:lnTo>
                  <a:pt x="0" y="98196"/>
                </a:lnTo>
                <a:close/>
                <a:moveTo>
                  <a:pt x="101755" y="98196"/>
                </a:moveTo>
                <a:lnTo>
                  <a:pt x="101755" y="12983"/>
                </a:lnTo>
                <a:lnTo>
                  <a:pt x="69923" y="12983"/>
                </a:lnTo>
                <a:lnTo>
                  <a:pt x="69923" y="1582"/>
                </a:lnTo>
                <a:lnTo>
                  <a:pt x="146503" y="1582"/>
                </a:lnTo>
                <a:lnTo>
                  <a:pt x="146503" y="12983"/>
                </a:lnTo>
                <a:lnTo>
                  <a:pt x="114540" y="12983"/>
                </a:lnTo>
                <a:lnTo>
                  <a:pt x="114540" y="98196"/>
                </a:lnTo>
                <a:lnTo>
                  <a:pt x="101755" y="98196"/>
                </a:lnTo>
                <a:close/>
                <a:moveTo>
                  <a:pt x="158124" y="98196"/>
                </a:moveTo>
                <a:lnTo>
                  <a:pt x="158124" y="1582"/>
                </a:lnTo>
                <a:lnTo>
                  <a:pt x="169986" y="1582"/>
                </a:lnTo>
                <a:lnTo>
                  <a:pt x="169986" y="36247"/>
                </a:lnTo>
                <a:cubicBezTo>
                  <a:pt x="175522" y="29832"/>
                  <a:pt x="182508" y="26625"/>
                  <a:pt x="190943" y="26625"/>
                </a:cubicBezTo>
                <a:cubicBezTo>
                  <a:pt x="196128" y="26625"/>
                  <a:pt x="200631" y="27646"/>
                  <a:pt x="204454" y="29689"/>
                </a:cubicBezTo>
                <a:cubicBezTo>
                  <a:pt x="208276" y="31732"/>
                  <a:pt x="211011" y="34555"/>
                  <a:pt x="212658" y="38158"/>
                </a:cubicBezTo>
                <a:cubicBezTo>
                  <a:pt x="214306" y="41761"/>
                  <a:pt x="215130" y="46989"/>
                  <a:pt x="215130" y="53843"/>
                </a:cubicBezTo>
                <a:lnTo>
                  <a:pt x="215130" y="98196"/>
                </a:lnTo>
                <a:lnTo>
                  <a:pt x="203267" y="98196"/>
                </a:lnTo>
                <a:lnTo>
                  <a:pt x="203267" y="53843"/>
                </a:lnTo>
                <a:cubicBezTo>
                  <a:pt x="203267" y="47912"/>
                  <a:pt x="201982" y="43595"/>
                  <a:pt x="199412" y="40893"/>
                </a:cubicBezTo>
                <a:cubicBezTo>
                  <a:pt x="196842" y="38191"/>
                  <a:pt x="193206" y="36840"/>
                  <a:pt x="188505" y="36840"/>
                </a:cubicBezTo>
                <a:cubicBezTo>
                  <a:pt x="184990" y="36840"/>
                  <a:pt x="181684" y="37752"/>
                  <a:pt x="178587" y="39575"/>
                </a:cubicBezTo>
                <a:cubicBezTo>
                  <a:pt x="175489" y="41398"/>
                  <a:pt x="173281" y="43870"/>
                  <a:pt x="171963" y="46989"/>
                </a:cubicBezTo>
                <a:cubicBezTo>
                  <a:pt x="170645" y="50108"/>
                  <a:pt x="169986" y="54414"/>
                  <a:pt x="169986" y="59906"/>
                </a:cubicBezTo>
                <a:lnTo>
                  <a:pt x="169986" y="98196"/>
                </a:lnTo>
                <a:lnTo>
                  <a:pt x="158124" y="98196"/>
                </a:lnTo>
                <a:close/>
                <a:moveTo>
                  <a:pt x="281079" y="75657"/>
                </a:moveTo>
                <a:lnTo>
                  <a:pt x="293337" y="77173"/>
                </a:lnTo>
                <a:cubicBezTo>
                  <a:pt x="291404" y="84334"/>
                  <a:pt x="287823" y="89892"/>
                  <a:pt x="282595" y="93846"/>
                </a:cubicBezTo>
                <a:cubicBezTo>
                  <a:pt x="277366" y="97800"/>
                  <a:pt x="270688" y="99778"/>
                  <a:pt x="262560" y="99778"/>
                </a:cubicBezTo>
                <a:cubicBezTo>
                  <a:pt x="252323" y="99778"/>
                  <a:pt x="244206" y="96625"/>
                  <a:pt x="238209" y="90320"/>
                </a:cubicBezTo>
                <a:cubicBezTo>
                  <a:pt x="232212" y="84016"/>
                  <a:pt x="229213" y="75174"/>
                  <a:pt x="229213" y="63794"/>
                </a:cubicBezTo>
                <a:cubicBezTo>
                  <a:pt x="229213" y="52020"/>
                  <a:pt x="232245" y="42881"/>
                  <a:pt x="238308" y="36379"/>
                </a:cubicBezTo>
                <a:cubicBezTo>
                  <a:pt x="244371" y="29876"/>
                  <a:pt x="252235" y="26625"/>
                  <a:pt x="261901" y="26625"/>
                </a:cubicBezTo>
                <a:cubicBezTo>
                  <a:pt x="271259" y="26625"/>
                  <a:pt x="278904" y="29805"/>
                  <a:pt x="284835" y="36166"/>
                </a:cubicBezTo>
                <a:cubicBezTo>
                  <a:pt x="290767" y="42526"/>
                  <a:pt x="293732" y="51474"/>
                  <a:pt x="293732" y="63010"/>
                </a:cubicBezTo>
                <a:cubicBezTo>
                  <a:pt x="293732" y="63711"/>
                  <a:pt x="293710" y="64764"/>
                  <a:pt x="293666" y="66167"/>
                </a:cubicBezTo>
                <a:lnTo>
                  <a:pt x="241471" y="66167"/>
                </a:lnTo>
                <a:cubicBezTo>
                  <a:pt x="241910" y="73834"/>
                  <a:pt x="244085" y="79704"/>
                  <a:pt x="247995" y="83780"/>
                </a:cubicBezTo>
                <a:cubicBezTo>
                  <a:pt x="251906" y="87855"/>
                  <a:pt x="256783" y="89892"/>
                  <a:pt x="262626" y="89892"/>
                </a:cubicBezTo>
                <a:cubicBezTo>
                  <a:pt x="266976" y="89892"/>
                  <a:pt x="270688" y="88761"/>
                  <a:pt x="273764" y="86498"/>
                </a:cubicBezTo>
                <a:cubicBezTo>
                  <a:pt x="276839" y="84234"/>
                  <a:pt x="279278" y="80620"/>
                  <a:pt x="281079" y="75657"/>
                </a:cubicBezTo>
                <a:moveTo>
                  <a:pt x="242130" y="56281"/>
                </a:moveTo>
                <a:lnTo>
                  <a:pt x="281211" y="56281"/>
                </a:lnTo>
                <a:cubicBezTo>
                  <a:pt x="280683" y="50490"/>
                  <a:pt x="279190" y="46147"/>
                  <a:pt x="276729" y="43251"/>
                </a:cubicBezTo>
                <a:cubicBezTo>
                  <a:pt x="272951" y="38757"/>
                  <a:pt x="268052" y="36510"/>
                  <a:pt x="262033" y="36510"/>
                </a:cubicBezTo>
                <a:cubicBezTo>
                  <a:pt x="256585" y="36510"/>
                  <a:pt x="252005" y="38304"/>
                  <a:pt x="248292" y="41892"/>
                </a:cubicBezTo>
                <a:cubicBezTo>
                  <a:pt x="244579" y="45478"/>
                  <a:pt x="242525" y="50275"/>
                  <a:pt x="242130" y="56281"/>
                </a:cubicBezTo>
                <a:close/>
                <a:moveTo>
                  <a:pt x="348566" y="98196"/>
                </a:moveTo>
                <a:lnTo>
                  <a:pt x="348566" y="37433"/>
                </a:lnTo>
                <a:lnTo>
                  <a:pt x="338087" y="37433"/>
                </a:lnTo>
                <a:lnTo>
                  <a:pt x="338087" y="28207"/>
                </a:lnTo>
                <a:lnTo>
                  <a:pt x="348566" y="28207"/>
                </a:lnTo>
                <a:lnTo>
                  <a:pt x="348566" y="20776"/>
                </a:lnTo>
                <a:cubicBezTo>
                  <a:pt x="348566" y="16086"/>
                  <a:pt x="348983" y="12601"/>
                  <a:pt x="349818" y="10322"/>
                </a:cubicBezTo>
                <a:cubicBezTo>
                  <a:pt x="350960" y="7255"/>
                  <a:pt x="352970" y="4768"/>
                  <a:pt x="355848" y="2861"/>
                </a:cubicBezTo>
                <a:cubicBezTo>
                  <a:pt x="358726" y="954"/>
                  <a:pt x="362757" y="0"/>
                  <a:pt x="367941" y="0"/>
                </a:cubicBezTo>
                <a:cubicBezTo>
                  <a:pt x="371280" y="0"/>
                  <a:pt x="374971" y="395"/>
                  <a:pt x="379013" y="1186"/>
                </a:cubicBezTo>
                <a:lnTo>
                  <a:pt x="377234" y="11533"/>
                </a:lnTo>
                <a:cubicBezTo>
                  <a:pt x="374773" y="11094"/>
                  <a:pt x="372445" y="10874"/>
                  <a:pt x="370248" y="10874"/>
                </a:cubicBezTo>
                <a:cubicBezTo>
                  <a:pt x="366645" y="10874"/>
                  <a:pt x="364097" y="11640"/>
                  <a:pt x="362603" y="13172"/>
                </a:cubicBezTo>
                <a:cubicBezTo>
                  <a:pt x="361109" y="14705"/>
                  <a:pt x="360362" y="17571"/>
                  <a:pt x="360362" y="21773"/>
                </a:cubicBezTo>
                <a:lnTo>
                  <a:pt x="360362" y="28207"/>
                </a:lnTo>
                <a:lnTo>
                  <a:pt x="374004" y="28207"/>
                </a:lnTo>
                <a:lnTo>
                  <a:pt x="374004" y="37433"/>
                </a:lnTo>
                <a:lnTo>
                  <a:pt x="360362" y="37433"/>
                </a:lnTo>
                <a:lnTo>
                  <a:pt x="360362" y="98196"/>
                </a:lnTo>
                <a:lnTo>
                  <a:pt x="348566" y="98196"/>
                </a:lnTo>
                <a:close/>
                <a:moveTo>
                  <a:pt x="383319" y="15290"/>
                </a:moveTo>
                <a:lnTo>
                  <a:pt x="383319" y="1582"/>
                </a:lnTo>
                <a:lnTo>
                  <a:pt x="395182" y="1582"/>
                </a:lnTo>
                <a:lnTo>
                  <a:pt x="395182" y="15290"/>
                </a:lnTo>
                <a:lnTo>
                  <a:pt x="383319" y="15290"/>
                </a:lnTo>
                <a:moveTo>
                  <a:pt x="383319" y="98196"/>
                </a:moveTo>
                <a:lnTo>
                  <a:pt x="383319" y="28207"/>
                </a:lnTo>
                <a:lnTo>
                  <a:pt x="395182" y="28207"/>
                </a:lnTo>
                <a:lnTo>
                  <a:pt x="395182" y="98196"/>
                </a:lnTo>
                <a:lnTo>
                  <a:pt x="383319" y="98196"/>
                </a:lnTo>
                <a:close/>
                <a:moveTo>
                  <a:pt x="413085" y="98196"/>
                </a:moveTo>
                <a:lnTo>
                  <a:pt x="413085" y="28207"/>
                </a:lnTo>
                <a:lnTo>
                  <a:pt x="423761" y="28207"/>
                </a:lnTo>
                <a:lnTo>
                  <a:pt x="423761" y="38751"/>
                </a:lnTo>
                <a:cubicBezTo>
                  <a:pt x="426485" y="33814"/>
                  <a:pt x="429000" y="30559"/>
                  <a:pt x="431307" y="28985"/>
                </a:cubicBezTo>
                <a:cubicBezTo>
                  <a:pt x="433614" y="27412"/>
                  <a:pt x="436151" y="26625"/>
                  <a:pt x="438919" y="26625"/>
                </a:cubicBezTo>
                <a:cubicBezTo>
                  <a:pt x="442917" y="26625"/>
                  <a:pt x="446981" y="27894"/>
                  <a:pt x="451111" y="30431"/>
                </a:cubicBezTo>
                <a:lnTo>
                  <a:pt x="447025" y="41387"/>
                </a:lnTo>
                <a:cubicBezTo>
                  <a:pt x="444125" y="39674"/>
                  <a:pt x="441225" y="38817"/>
                  <a:pt x="438326" y="38817"/>
                </a:cubicBezTo>
                <a:cubicBezTo>
                  <a:pt x="435734" y="38817"/>
                  <a:pt x="433405" y="39598"/>
                  <a:pt x="431340" y="41161"/>
                </a:cubicBezTo>
                <a:cubicBezTo>
                  <a:pt x="429275" y="42722"/>
                  <a:pt x="427803" y="44888"/>
                  <a:pt x="426924" y="47658"/>
                </a:cubicBezTo>
                <a:cubicBezTo>
                  <a:pt x="425606" y="51880"/>
                  <a:pt x="424947" y="56498"/>
                  <a:pt x="424947" y="61512"/>
                </a:cubicBezTo>
                <a:lnTo>
                  <a:pt x="424947" y="98196"/>
                </a:lnTo>
                <a:lnTo>
                  <a:pt x="413085" y="98196"/>
                </a:lnTo>
                <a:close/>
                <a:moveTo>
                  <a:pt x="458228" y="15290"/>
                </a:moveTo>
                <a:lnTo>
                  <a:pt x="458228" y="1582"/>
                </a:lnTo>
                <a:lnTo>
                  <a:pt x="470090" y="1582"/>
                </a:lnTo>
                <a:lnTo>
                  <a:pt x="470090" y="15290"/>
                </a:lnTo>
                <a:lnTo>
                  <a:pt x="458228" y="15290"/>
                </a:lnTo>
                <a:moveTo>
                  <a:pt x="458228" y="98196"/>
                </a:moveTo>
                <a:lnTo>
                  <a:pt x="458228" y="28207"/>
                </a:lnTo>
                <a:lnTo>
                  <a:pt x="470090" y="28207"/>
                </a:lnTo>
                <a:lnTo>
                  <a:pt x="470090" y="98196"/>
                </a:lnTo>
                <a:lnTo>
                  <a:pt x="458228" y="98196"/>
                </a:lnTo>
                <a:close/>
                <a:moveTo>
                  <a:pt x="488125" y="98196"/>
                </a:moveTo>
                <a:lnTo>
                  <a:pt x="488125" y="28207"/>
                </a:lnTo>
                <a:lnTo>
                  <a:pt x="498801" y="28207"/>
                </a:lnTo>
                <a:lnTo>
                  <a:pt x="498801" y="38092"/>
                </a:lnTo>
                <a:cubicBezTo>
                  <a:pt x="503942" y="30447"/>
                  <a:pt x="511367" y="26625"/>
                  <a:pt x="521076" y="26625"/>
                </a:cubicBezTo>
                <a:cubicBezTo>
                  <a:pt x="525294" y="26625"/>
                  <a:pt x="529172" y="27383"/>
                  <a:pt x="532708" y="28899"/>
                </a:cubicBezTo>
                <a:cubicBezTo>
                  <a:pt x="536245" y="30414"/>
                  <a:pt x="538892" y="32402"/>
                  <a:pt x="540650" y="34863"/>
                </a:cubicBezTo>
                <a:cubicBezTo>
                  <a:pt x="542407" y="37323"/>
                  <a:pt x="543637" y="40245"/>
                  <a:pt x="544340" y="43628"/>
                </a:cubicBezTo>
                <a:cubicBezTo>
                  <a:pt x="544780" y="45825"/>
                  <a:pt x="544999" y="49669"/>
                  <a:pt x="544999" y="55161"/>
                </a:cubicBezTo>
                <a:lnTo>
                  <a:pt x="544999" y="98196"/>
                </a:lnTo>
                <a:lnTo>
                  <a:pt x="533137" y="98196"/>
                </a:lnTo>
                <a:lnTo>
                  <a:pt x="533137" y="55577"/>
                </a:lnTo>
                <a:cubicBezTo>
                  <a:pt x="533137" y="50739"/>
                  <a:pt x="532675" y="47121"/>
                  <a:pt x="531753" y="44724"/>
                </a:cubicBezTo>
                <a:cubicBezTo>
                  <a:pt x="530830" y="42326"/>
                  <a:pt x="529194" y="40413"/>
                  <a:pt x="526843" y="38984"/>
                </a:cubicBezTo>
                <a:cubicBezTo>
                  <a:pt x="524492" y="37555"/>
                  <a:pt x="521735" y="36840"/>
                  <a:pt x="518572" y="36840"/>
                </a:cubicBezTo>
                <a:cubicBezTo>
                  <a:pt x="513520" y="36840"/>
                  <a:pt x="509159" y="38446"/>
                  <a:pt x="505490" y="41657"/>
                </a:cubicBezTo>
                <a:cubicBezTo>
                  <a:pt x="501822" y="44867"/>
                  <a:pt x="499987" y="50958"/>
                  <a:pt x="499987" y="59931"/>
                </a:cubicBezTo>
                <a:lnTo>
                  <a:pt x="499987" y="98196"/>
                </a:lnTo>
                <a:lnTo>
                  <a:pt x="488125" y="98196"/>
                </a:lnTo>
                <a:close/>
                <a:moveTo>
                  <a:pt x="560993" y="103995"/>
                </a:moveTo>
                <a:lnTo>
                  <a:pt x="572526" y="105709"/>
                </a:lnTo>
                <a:cubicBezTo>
                  <a:pt x="573010" y="109268"/>
                  <a:pt x="574350" y="111860"/>
                  <a:pt x="576547" y="113485"/>
                </a:cubicBezTo>
                <a:cubicBezTo>
                  <a:pt x="579490" y="115682"/>
                  <a:pt x="583510" y="116781"/>
                  <a:pt x="588607" y="116781"/>
                </a:cubicBezTo>
                <a:cubicBezTo>
                  <a:pt x="594099" y="116781"/>
                  <a:pt x="598339" y="115679"/>
                  <a:pt x="601326" y="113477"/>
                </a:cubicBezTo>
                <a:cubicBezTo>
                  <a:pt x="604314" y="111276"/>
                  <a:pt x="606335" y="108194"/>
                  <a:pt x="607389" y="104230"/>
                </a:cubicBezTo>
                <a:cubicBezTo>
                  <a:pt x="608004" y="101810"/>
                  <a:pt x="608290" y="96724"/>
                  <a:pt x="608246" y="88974"/>
                </a:cubicBezTo>
                <a:cubicBezTo>
                  <a:pt x="603062" y="95122"/>
                  <a:pt x="596603" y="98196"/>
                  <a:pt x="588870" y="98196"/>
                </a:cubicBezTo>
                <a:cubicBezTo>
                  <a:pt x="579249" y="98196"/>
                  <a:pt x="571801" y="94725"/>
                  <a:pt x="566529" y="87783"/>
                </a:cubicBezTo>
                <a:cubicBezTo>
                  <a:pt x="561257" y="80841"/>
                  <a:pt x="558621" y="72516"/>
                  <a:pt x="558621" y="62806"/>
                </a:cubicBezTo>
                <a:cubicBezTo>
                  <a:pt x="558621" y="56128"/>
                  <a:pt x="559829" y="49966"/>
                  <a:pt x="562246" y="44320"/>
                </a:cubicBezTo>
                <a:cubicBezTo>
                  <a:pt x="564662" y="38674"/>
                  <a:pt x="568166" y="34314"/>
                  <a:pt x="572757" y="31238"/>
                </a:cubicBezTo>
                <a:cubicBezTo>
                  <a:pt x="577348" y="28163"/>
                  <a:pt x="582741" y="26625"/>
                  <a:pt x="588936" y="26625"/>
                </a:cubicBezTo>
                <a:cubicBezTo>
                  <a:pt x="597196" y="26625"/>
                  <a:pt x="604006" y="29986"/>
                  <a:pt x="609366" y="36708"/>
                </a:cubicBezTo>
                <a:lnTo>
                  <a:pt x="609366" y="28207"/>
                </a:lnTo>
                <a:lnTo>
                  <a:pt x="620306" y="28207"/>
                </a:lnTo>
                <a:lnTo>
                  <a:pt x="620306" y="88747"/>
                </a:lnTo>
                <a:cubicBezTo>
                  <a:pt x="620306" y="99650"/>
                  <a:pt x="619197" y="107376"/>
                  <a:pt x="616978" y="111926"/>
                </a:cubicBezTo>
                <a:cubicBezTo>
                  <a:pt x="614759" y="116476"/>
                  <a:pt x="611245" y="120070"/>
                  <a:pt x="606434" y="122708"/>
                </a:cubicBezTo>
                <a:cubicBezTo>
                  <a:pt x="601623" y="125347"/>
                  <a:pt x="595702" y="126666"/>
                  <a:pt x="588673" y="126666"/>
                </a:cubicBezTo>
                <a:cubicBezTo>
                  <a:pt x="580325" y="126666"/>
                  <a:pt x="573581" y="124782"/>
                  <a:pt x="568440" y="121015"/>
                </a:cubicBezTo>
                <a:cubicBezTo>
                  <a:pt x="563300" y="117247"/>
                  <a:pt x="560818" y="111574"/>
                  <a:pt x="560993" y="103995"/>
                </a:cubicBezTo>
                <a:moveTo>
                  <a:pt x="570813" y="61951"/>
                </a:moveTo>
                <a:cubicBezTo>
                  <a:pt x="570813" y="71110"/>
                  <a:pt x="572636" y="77793"/>
                  <a:pt x="576283" y="82000"/>
                </a:cubicBezTo>
                <a:cubicBezTo>
                  <a:pt x="579930" y="86207"/>
                  <a:pt x="584499" y="88310"/>
                  <a:pt x="589991" y="88310"/>
                </a:cubicBezTo>
                <a:cubicBezTo>
                  <a:pt x="595439" y="88310"/>
                  <a:pt x="600008" y="86218"/>
                  <a:pt x="603699" y="82033"/>
                </a:cubicBezTo>
                <a:cubicBezTo>
                  <a:pt x="607389" y="77848"/>
                  <a:pt x="609235" y="71285"/>
                  <a:pt x="609235" y="62344"/>
                </a:cubicBezTo>
                <a:cubicBezTo>
                  <a:pt x="609235" y="53799"/>
                  <a:pt x="607334" y="47357"/>
                  <a:pt x="603534" y="43018"/>
                </a:cubicBezTo>
                <a:cubicBezTo>
                  <a:pt x="599733" y="38680"/>
                  <a:pt x="595153" y="36510"/>
                  <a:pt x="589793" y="36510"/>
                </a:cubicBezTo>
                <a:cubicBezTo>
                  <a:pt x="584521" y="36510"/>
                  <a:pt x="580039" y="38647"/>
                  <a:pt x="576349" y="42919"/>
                </a:cubicBezTo>
                <a:cubicBezTo>
                  <a:pt x="572658" y="47192"/>
                  <a:pt x="570813" y="53536"/>
                  <a:pt x="570813" y="61951"/>
                </a:cubicBezTo>
                <a:close/>
                <a:moveTo>
                  <a:pt x="671317" y="63201"/>
                </a:moveTo>
                <a:cubicBezTo>
                  <a:pt x="671317" y="50240"/>
                  <a:pt x="674920" y="40640"/>
                  <a:pt x="682125" y="34402"/>
                </a:cubicBezTo>
                <a:cubicBezTo>
                  <a:pt x="688145" y="29217"/>
                  <a:pt x="695482" y="26625"/>
                  <a:pt x="704137" y="26625"/>
                </a:cubicBezTo>
                <a:cubicBezTo>
                  <a:pt x="713759" y="26625"/>
                  <a:pt x="721623" y="29777"/>
                  <a:pt x="727730" y="36082"/>
                </a:cubicBezTo>
                <a:cubicBezTo>
                  <a:pt x="733838" y="42387"/>
                  <a:pt x="736891" y="51097"/>
                  <a:pt x="736891" y="62213"/>
                </a:cubicBezTo>
                <a:cubicBezTo>
                  <a:pt x="736891" y="71219"/>
                  <a:pt x="735540" y="78304"/>
                  <a:pt x="732838" y="83466"/>
                </a:cubicBezTo>
                <a:cubicBezTo>
                  <a:pt x="730136" y="88629"/>
                  <a:pt x="726204" y="92638"/>
                  <a:pt x="721041" y="95494"/>
                </a:cubicBezTo>
                <a:cubicBezTo>
                  <a:pt x="715879" y="98350"/>
                  <a:pt x="710244" y="99778"/>
                  <a:pt x="704137" y="99778"/>
                </a:cubicBezTo>
                <a:cubicBezTo>
                  <a:pt x="694340" y="99778"/>
                  <a:pt x="686420" y="96636"/>
                  <a:pt x="680379" y="90353"/>
                </a:cubicBezTo>
                <a:cubicBezTo>
                  <a:pt x="674338" y="84071"/>
                  <a:pt x="671317" y="75020"/>
                  <a:pt x="671317" y="63201"/>
                </a:cubicBezTo>
                <a:moveTo>
                  <a:pt x="683509" y="63168"/>
                </a:moveTo>
                <a:cubicBezTo>
                  <a:pt x="683509" y="72098"/>
                  <a:pt x="685465" y="78785"/>
                  <a:pt x="689375" y="83228"/>
                </a:cubicBezTo>
                <a:cubicBezTo>
                  <a:pt x="693285" y="87671"/>
                  <a:pt x="698206" y="89892"/>
                  <a:pt x="704137" y="89892"/>
                </a:cubicBezTo>
                <a:cubicBezTo>
                  <a:pt x="710024" y="89892"/>
                  <a:pt x="714923" y="87660"/>
                  <a:pt x="718834" y="83195"/>
                </a:cubicBezTo>
                <a:cubicBezTo>
                  <a:pt x="722744" y="78730"/>
                  <a:pt x="724699" y="71923"/>
                  <a:pt x="724699" y="62775"/>
                </a:cubicBezTo>
                <a:cubicBezTo>
                  <a:pt x="724699" y="54151"/>
                  <a:pt x="722733" y="47618"/>
                  <a:pt x="718801" y="43175"/>
                </a:cubicBezTo>
                <a:cubicBezTo>
                  <a:pt x="714868" y="38732"/>
                  <a:pt x="709981" y="36510"/>
                  <a:pt x="704137" y="36510"/>
                </a:cubicBezTo>
                <a:cubicBezTo>
                  <a:pt x="698206" y="36510"/>
                  <a:pt x="693285" y="38721"/>
                  <a:pt x="689375" y="43142"/>
                </a:cubicBezTo>
                <a:cubicBezTo>
                  <a:pt x="685465" y="47563"/>
                  <a:pt x="683509" y="54238"/>
                  <a:pt x="683509" y="63168"/>
                </a:cubicBezTo>
                <a:close/>
                <a:moveTo>
                  <a:pt x="753610" y="98196"/>
                </a:moveTo>
                <a:lnTo>
                  <a:pt x="753610" y="37433"/>
                </a:lnTo>
                <a:lnTo>
                  <a:pt x="743131" y="37433"/>
                </a:lnTo>
                <a:lnTo>
                  <a:pt x="743131" y="28207"/>
                </a:lnTo>
                <a:lnTo>
                  <a:pt x="753610" y="28207"/>
                </a:lnTo>
                <a:lnTo>
                  <a:pt x="753610" y="20776"/>
                </a:lnTo>
                <a:cubicBezTo>
                  <a:pt x="753610" y="16086"/>
                  <a:pt x="754027" y="12601"/>
                  <a:pt x="754862" y="10322"/>
                </a:cubicBezTo>
                <a:cubicBezTo>
                  <a:pt x="756005" y="7255"/>
                  <a:pt x="758015" y="4768"/>
                  <a:pt x="760892" y="2861"/>
                </a:cubicBezTo>
                <a:cubicBezTo>
                  <a:pt x="763770" y="954"/>
                  <a:pt x="767801" y="0"/>
                  <a:pt x="772986" y="0"/>
                </a:cubicBezTo>
                <a:cubicBezTo>
                  <a:pt x="776325" y="0"/>
                  <a:pt x="780015" y="395"/>
                  <a:pt x="784057" y="1186"/>
                </a:cubicBezTo>
                <a:lnTo>
                  <a:pt x="782278" y="11533"/>
                </a:lnTo>
                <a:cubicBezTo>
                  <a:pt x="779818" y="11094"/>
                  <a:pt x="777489" y="10874"/>
                  <a:pt x="775292" y="10874"/>
                </a:cubicBezTo>
                <a:cubicBezTo>
                  <a:pt x="771689" y="10874"/>
                  <a:pt x="769141" y="11640"/>
                  <a:pt x="767647" y="13172"/>
                </a:cubicBezTo>
                <a:cubicBezTo>
                  <a:pt x="766154" y="14705"/>
                  <a:pt x="765407" y="17571"/>
                  <a:pt x="765407" y="21773"/>
                </a:cubicBezTo>
                <a:lnTo>
                  <a:pt x="765407" y="28207"/>
                </a:lnTo>
                <a:lnTo>
                  <a:pt x="779049" y="28207"/>
                </a:lnTo>
                <a:lnTo>
                  <a:pt x="779049" y="37433"/>
                </a:lnTo>
                <a:lnTo>
                  <a:pt x="765407" y="37433"/>
                </a:lnTo>
                <a:lnTo>
                  <a:pt x="765407" y="98196"/>
                </a:lnTo>
                <a:lnTo>
                  <a:pt x="753610" y="98196"/>
                </a:lnTo>
                <a:close/>
                <a:moveTo>
                  <a:pt x="871490" y="89554"/>
                </a:moveTo>
                <a:cubicBezTo>
                  <a:pt x="867097" y="93292"/>
                  <a:pt x="862868" y="95930"/>
                  <a:pt x="858804" y="97469"/>
                </a:cubicBezTo>
                <a:cubicBezTo>
                  <a:pt x="854740" y="99008"/>
                  <a:pt x="850379" y="99778"/>
                  <a:pt x="845722" y="99778"/>
                </a:cubicBezTo>
                <a:cubicBezTo>
                  <a:pt x="838033" y="99778"/>
                  <a:pt x="832124" y="97898"/>
                  <a:pt x="827994" y="94139"/>
                </a:cubicBezTo>
                <a:cubicBezTo>
                  <a:pt x="823864" y="90379"/>
                  <a:pt x="821799" y="85576"/>
                  <a:pt x="821799" y="79729"/>
                </a:cubicBezTo>
                <a:cubicBezTo>
                  <a:pt x="821799" y="76300"/>
                  <a:pt x="822579" y="73168"/>
                  <a:pt x="824139" y="70333"/>
                </a:cubicBezTo>
                <a:cubicBezTo>
                  <a:pt x="825698" y="67497"/>
                  <a:pt x="827741" y="65221"/>
                  <a:pt x="830268" y="63506"/>
                </a:cubicBezTo>
                <a:cubicBezTo>
                  <a:pt x="832794" y="61791"/>
                  <a:pt x="835639" y="60494"/>
                  <a:pt x="838802" y="59616"/>
                </a:cubicBezTo>
                <a:cubicBezTo>
                  <a:pt x="841131" y="58999"/>
                  <a:pt x="844646" y="58405"/>
                  <a:pt x="849347" y="57834"/>
                </a:cubicBezTo>
                <a:cubicBezTo>
                  <a:pt x="858925" y="56700"/>
                  <a:pt x="865976" y="55348"/>
                  <a:pt x="870502" y="53777"/>
                </a:cubicBezTo>
                <a:cubicBezTo>
                  <a:pt x="870546" y="52158"/>
                  <a:pt x="870568" y="51130"/>
                  <a:pt x="870568" y="50692"/>
                </a:cubicBezTo>
                <a:cubicBezTo>
                  <a:pt x="870568" y="45877"/>
                  <a:pt x="869447" y="42485"/>
                  <a:pt x="867207" y="40516"/>
                </a:cubicBezTo>
                <a:cubicBezTo>
                  <a:pt x="864175" y="37846"/>
                  <a:pt x="859672" y="36510"/>
                  <a:pt x="853696" y="36510"/>
                </a:cubicBezTo>
                <a:cubicBezTo>
                  <a:pt x="848117" y="36510"/>
                  <a:pt x="843998" y="37488"/>
                  <a:pt x="841340" y="39443"/>
                </a:cubicBezTo>
                <a:cubicBezTo>
                  <a:pt x="838681" y="41398"/>
                  <a:pt x="836715" y="44858"/>
                  <a:pt x="835441" y="49823"/>
                </a:cubicBezTo>
                <a:lnTo>
                  <a:pt x="823842" y="48241"/>
                </a:lnTo>
                <a:cubicBezTo>
                  <a:pt x="824897" y="43261"/>
                  <a:pt x="826632" y="39240"/>
                  <a:pt x="829049" y="36177"/>
                </a:cubicBezTo>
                <a:cubicBezTo>
                  <a:pt x="831465" y="33114"/>
                  <a:pt x="834958" y="30756"/>
                  <a:pt x="839527" y="29105"/>
                </a:cubicBezTo>
                <a:cubicBezTo>
                  <a:pt x="844096" y="27451"/>
                  <a:pt x="849391" y="26625"/>
                  <a:pt x="855410" y="26625"/>
                </a:cubicBezTo>
                <a:cubicBezTo>
                  <a:pt x="861385" y="26625"/>
                  <a:pt x="866240" y="27328"/>
                  <a:pt x="869974" y="28734"/>
                </a:cubicBezTo>
                <a:cubicBezTo>
                  <a:pt x="873709" y="30140"/>
                  <a:pt x="876455" y="31908"/>
                  <a:pt x="878212" y="34039"/>
                </a:cubicBezTo>
                <a:cubicBezTo>
                  <a:pt x="879970" y="36170"/>
                  <a:pt x="881200" y="38861"/>
                  <a:pt x="881903" y="42112"/>
                </a:cubicBezTo>
                <a:cubicBezTo>
                  <a:pt x="882298" y="44133"/>
                  <a:pt x="882496" y="47780"/>
                  <a:pt x="882496" y="53052"/>
                </a:cubicBezTo>
                <a:lnTo>
                  <a:pt x="882496" y="68869"/>
                </a:lnTo>
                <a:cubicBezTo>
                  <a:pt x="882496" y="79897"/>
                  <a:pt x="882749" y="86871"/>
                  <a:pt x="883254" y="89793"/>
                </a:cubicBezTo>
                <a:cubicBezTo>
                  <a:pt x="883759" y="92715"/>
                  <a:pt x="884759" y="95516"/>
                  <a:pt x="886253" y="98196"/>
                </a:cubicBezTo>
                <a:lnTo>
                  <a:pt x="873863" y="98196"/>
                </a:lnTo>
                <a:cubicBezTo>
                  <a:pt x="872633" y="95733"/>
                  <a:pt x="871842" y="92852"/>
                  <a:pt x="871490" y="89554"/>
                </a:cubicBezTo>
                <a:moveTo>
                  <a:pt x="870502" y="63004"/>
                </a:moveTo>
                <a:cubicBezTo>
                  <a:pt x="866196" y="64776"/>
                  <a:pt x="859737" y="66282"/>
                  <a:pt x="851126" y="67522"/>
                </a:cubicBezTo>
                <a:cubicBezTo>
                  <a:pt x="846249" y="68228"/>
                  <a:pt x="842800" y="69022"/>
                  <a:pt x="840779" y="69905"/>
                </a:cubicBezTo>
                <a:cubicBezTo>
                  <a:pt x="838758" y="70786"/>
                  <a:pt x="837199" y="72077"/>
                  <a:pt x="836100" y="73777"/>
                </a:cubicBezTo>
                <a:cubicBezTo>
                  <a:pt x="835002" y="75475"/>
                  <a:pt x="834453" y="77361"/>
                  <a:pt x="834453" y="79434"/>
                </a:cubicBezTo>
                <a:cubicBezTo>
                  <a:pt x="834453" y="82610"/>
                  <a:pt x="835650" y="85257"/>
                  <a:pt x="838044" y="87375"/>
                </a:cubicBezTo>
                <a:cubicBezTo>
                  <a:pt x="840439" y="89493"/>
                  <a:pt x="843943" y="90551"/>
                  <a:pt x="848556" y="90551"/>
                </a:cubicBezTo>
                <a:cubicBezTo>
                  <a:pt x="853125" y="90551"/>
                  <a:pt x="857189" y="89547"/>
                  <a:pt x="860748" y="87538"/>
                </a:cubicBezTo>
                <a:cubicBezTo>
                  <a:pt x="864307" y="85529"/>
                  <a:pt x="866921" y="82781"/>
                  <a:pt x="868590" y="79294"/>
                </a:cubicBezTo>
                <a:cubicBezTo>
                  <a:pt x="869865" y="76600"/>
                  <a:pt x="870502" y="72627"/>
                  <a:pt x="870502" y="67374"/>
                </a:cubicBezTo>
                <a:lnTo>
                  <a:pt x="870502" y="63004"/>
                </a:lnTo>
                <a:close/>
                <a:moveTo>
                  <a:pt x="938384" y="125084"/>
                </a:moveTo>
                <a:lnTo>
                  <a:pt x="938384" y="28207"/>
                </a:lnTo>
                <a:lnTo>
                  <a:pt x="949192" y="28207"/>
                </a:lnTo>
                <a:lnTo>
                  <a:pt x="949192" y="37235"/>
                </a:lnTo>
                <a:cubicBezTo>
                  <a:pt x="951741" y="33699"/>
                  <a:pt x="954618" y="31046"/>
                  <a:pt x="957826" y="29278"/>
                </a:cubicBezTo>
                <a:cubicBezTo>
                  <a:pt x="961033" y="27509"/>
                  <a:pt x="964921" y="26625"/>
                  <a:pt x="969491" y="26625"/>
                </a:cubicBezTo>
                <a:cubicBezTo>
                  <a:pt x="975466" y="26625"/>
                  <a:pt x="980738" y="28163"/>
                  <a:pt x="985307" y="31238"/>
                </a:cubicBezTo>
                <a:cubicBezTo>
                  <a:pt x="989877" y="34314"/>
                  <a:pt x="993326" y="38652"/>
                  <a:pt x="995654" y="44254"/>
                </a:cubicBezTo>
                <a:cubicBezTo>
                  <a:pt x="997983" y="49856"/>
                  <a:pt x="999147" y="55996"/>
                  <a:pt x="999147" y="62674"/>
                </a:cubicBezTo>
                <a:cubicBezTo>
                  <a:pt x="999147" y="69835"/>
                  <a:pt x="997862" y="76283"/>
                  <a:pt x="995292" y="82017"/>
                </a:cubicBezTo>
                <a:cubicBezTo>
                  <a:pt x="992721" y="87750"/>
                  <a:pt x="988987" y="92144"/>
                  <a:pt x="984088" y="95197"/>
                </a:cubicBezTo>
                <a:cubicBezTo>
                  <a:pt x="979189" y="98251"/>
                  <a:pt x="974038" y="99778"/>
                  <a:pt x="968634" y="99778"/>
                </a:cubicBezTo>
                <a:cubicBezTo>
                  <a:pt x="964680" y="99778"/>
                  <a:pt x="961132" y="98932"/>
                  <a:pt x="957990" y="97240"/>
                </a:cubicBezTo>
                <a:cubicBezTo>
                  <a:pt x="954849" y="95547"/>
                  <a:pt x="952268" y="93410"/>
                  <a:pt x="950247" y="90827"/>
                </a:cubicBezTo>
                <a:lnTo>
                  <a:pt x="950247" y="125084"/>
                </a:lnTo>
                <a:lnTo>
                  <a:pt x="938384" y="125084"/>
                </a:lnTo>
                <a:moveTo>
                  <a:pt x="949126" y="63498"/>
                </a:moveTo>
                <a:cubicBezTo>
                  <a:pt x="949126" y="72494"/>
                  <a:pt x="950950" y="79142"/>
                  <a:pt x="954596" y="83442"/>
                </a:cubicBezTo>
                <a:cubicBezTo>
                  <a:pt x="958243" y="87742"/>
                  <a:pt x="962659" y="89892"/>
                  <a:pt x="967843" y="89892"/>
                </a:cubicBezTo>
                <a:cubicBezTo>
                  <a:pt x="973115" y="89892"/>
                  <a:pt x="977630" y="87665"/>
                  <a:pt x="981386" y="83211"/>
                </a:cubicBezTo>
                <a:cubicBezTo>
                  <a:pt x="985143" y="78757"/>
                  <a:pt x="987021" y="71857"/>
                  <a:pt x="987021" y="62509"/>
                </a:cubicBezTo>
                <a:cubicBezTo>
                  <a:pt x="987021" y="53601"/>
                  <a:pt x="985187" y="46931"/>
                  <a:pt x="981518" y="42499"/>
                </a:cubicBezTo>
                <a:cubicBezTo>
                  <a:pt x="977849" y="38067"/>
                  <a:pt x="973467" y="35851"/>
                  <a:pt x="968370" y="35851"/>
                </a:cubicBezTo>
                <a:cubicBezTo>
                  <a:pt x="963318" y="35851"/>
                  <a:pt x="958847" y="38210"/>
                  <a:pt x="954959" y="42928"/>
                </a:cubicBezTo>
                <a:cubicBezTo>
                  <a:pt x="951071" y="47645"/>
                  <a:pt x="949126" y="54502"/>
                  <a:pt x="949126" y="63498"/>
                </a:cubicBezTo>
                <a:close/>
                <a:moveTo>
                  <a:pt x="1013295" y="98196"/>
                </a:moveTo>
                <a:lnTo>
                  <a:pt x="1013295" y="28207"/>
                </a:lnTo>
                <a:lnTo>
                  <a:pt x="1023972" y="28207"/>
                </a:lnTo>
                <a:lnTo>
                  <a:pt x="1023972" y="38751"/>
                </a:lnTo>
                <a:cubicBezTo>
                  <a:pt x="1026696" y="33814"/>
                  <a:pt x="1029211" y="30559"/>
                  <a:pt x="1031518" y="28985"/>
                </a:cubicBezTo>
                <a:cubicBezTo>
                  <a:pt x="1033824" y="27412"/>
                  <a:pt x="1036362" y="26625"/>
                  <a:pt x="1039130" y="26625"/>
                </a:cubicBezTo>
                <a:cubicBezTo>
                  <a:pt x="1043128" y="26625"/>
                  <a:pt x="1047192" y="27894"/>
                  <a:pt x="1051322" y="30431"/>
                </a:cubicBezTo>
                <a:lnTo>
                  <a:pt x="1047236" y="41387"/>
                </a:lnTo>
                <a:cubicBezTo>
                  <a:pt x="1044336" y="39674"/>
                  <a:pt x="1041436" y="38817"/>
                  <a:pt x="1038536" y="38817"/>
                </a:cubicBezTo>
                <a:cubicBezTo>
                  <a:pt x="1035944" y="38817"/>
                  <a:pt x="1033616" y="39598"/>
                  <a:pt x="1031551" y="41161"/>
                </a:cubicBezTo>
                <a:cubicBezTo>
                  <a:pt x="1029486" y="42722"/>
                  <a:pt x="1028014" y="44888"/>
                  <a:pt x="1027135" y="47658"/>
                </a:cubicBezTo>
                <a:cubicBezTo>
                  <a:pt x="1025817" y="51880"/>
                  <a:pt x="1025158" y="56498"/>
                  <a:pt x="1025158" y="61512"/>
                </a:cubicBezTo>
                <a:lnTo>
                  <a:pt x="1025158" y="98196"/>
                </a:lnTo>
                <a:lnTo>
                  <a:pt x="1013295" y="98196"/>
                </a:lnTo>
                <a:close/>
                <a:moveTo>
                  <a:pt x="1058439" y="15290"/>
                </a:moveTo>
                <a:lnTo>
                  <a:pt x="1058439" y="1582"/>
                </a:lnTo>
                <a:lnTo>
                  <a:pt x="1070301" y="1582"/>
                </a:lnTo>
                <a:lnTo>
                  <a:pt x="1070301" y="15290"/>
                </a:lnTo>
                <a:lnTo>
                  <a:pt x="1058439" y="15290"/>
                </a:lnTo>
                <a:moveTo>
                  <a:pt x="1058439" y="98196"/>
                </a:moveTo>
                <a:lnTo>
                  <a:pt x="1058439" y="28207"/>
                </a:lnTo>
                <a:lnTo>
                  <a:pt x="1070301" y="28207"/>
                </a:lnTo>
                <a:lnTo>
                  <a:pt x="1070301" y="98196"/>
                </a:lnTo>
                <a:lnTo>
                  <a:pt x="1058439" y="98196"/>
                </a:lnTo>
                <a:close/>
                <a:moveTo>
                  <a:pt x="1107777" y="98196"/>
                </a:moveTo>
                <a:lnTo>
                  <a:pt x="1081152" y="28207"/>
                </a:lnTo>
                <a:lnTo>
                  <a:pt x="1093674" y="28207"/>
                </a:lnTo>
                <a:lnTo>
                  <a:pt x="1108700" y="70121"/>
                </a:lnTo>
                <a:cubicBezTo>
                  <a:pt x="1110326" y="74646"/>
                  <a:pt x="1111819" y="79348"/>
                  <a:pt x="1113181" y="84224"/>
                </a:cubicBezTo>
                <a:cubicBezTo>
                  <a:pt x="1114236" y="80534"/>
                  <a:pt x="1115708" y="76096"/>
                  <a:pt x="1117597" y="70912"/>
                </a:cubicBezTo>
                <a:lnTo>
                  <a:pt x="1133150" y="28207"/>
                </a:lnTo>
                <a:lnTo>
                  <a:pt x="1145342" y="28207"/>
                </a:lnTo>
                <a:lnTo>
                  <a:pt x="1118849" y="98196"/>
                </a:lnTo>
                <a:lnTo>
                  <a:pt x="1107777" y="98196"/>
                </a:lnTo>
                <a:close/>
                <a:moveTo>
                  <a:pt x="1201492" y="89554"/>
                </a:moveTo>
                <a:cubicBezTo>
                  <a:pt x="1197098" y="93292"/>
                  <a:pt x="1192869" y="95930"/>
                  <a:pt x="1188805" y="97469"/>
                </a:cubicBezTo>
                <a:cubicBezTo>
                  <a:pt x="1184741" y="99008"/>
                  <a:pt x="1180381" y="99778"/>
                  <a:pt x="1175724" y="99778"/>
                </a:cubicBezTo>
                <a:cubicBezTo>
                  <a:pt x="1168035" y="99778"/>
                  <a:pt x="1162126" y="97898"/>
                  <a:pt x="1157996" y="94139"/>
                </a:cubicBezTo>
                <a:cubicBezTo>
                  <a:pt x="1153866" y="90379"/>
                  <a:pt x="1151801" y="85576"/>
                  <a:pt x="1151801" y="79729"/>
                </a:cubicBezTo>
                <a:cubicBezTo>
                  <a:pt x="1151801" y="76300"/>
                  <a:pt x="1152581" y="73168"/>
                  <a:pt x="1154140" y="70333"/>
                </a:cubicBezTo>
                <a:cubicBezTo>
                  <a:pt x="1155700" y="67497"/>
                  <a:pt x="1157743" y="65221"/>
                  <a:pt x="1160269" y="63506"/>
                </a:cubicBezTo>
                <a:cubicBezTo>
                  <a:pt x="1162796" y="61791"/>
                  <a:pt x="1165640" y="60494"/>
                  <a:pt x="1168804" y="59616"/>
                </a:cubicBezTo>
                <a:cubicBezTo>
                  <a:pt x="1171132" y="58999"/>
                  <a:pt x="1174647" y="58405"/>
                  <a:pt x="1179348" y="57834"/>
                </a:cubicBezTo>
                <a:cubicBezTo>
                  <a:pt x="1188926" y="56700"/>
                  <a:pt x="1195978" y="55348"/>
                  <a:pt x="1200503" y="53777"/>
                </a:cubicBezTo>
                <a:cubicBezTo>
                  <a:pt x="1200547" y="52158"/>
                  <a:pt x="1200569" y="51130"/>
                  <a:pt x="1200569" y="50692"/>
                </a:cubicBezTo>
                <a:cubicBezTo>
                  <a:pt x="1200569" y="45877"/>
                  <a:pt x="1199449" y="42485"/>
                  <a:pt x="1197208" y="40516"/>
                </a:cubicBezTo>
                <a:cubicBezTo>
                  <a:pt x="1194177" y="37846"/>
                  <a:pt x="1189673" y="36510"/>
                  <a:pt x="1183698" y="36510"/>
                </a:cubicBezTo>
                <a:cubicBezTo>
                  <a:pt x="1178118" y="36510"/>
                  <a:pt x="1173999" y="37488"/>
                  <a:pt x="1171341" y="39443"/>
                </a:cubicBezTo>
                <a:cubicBezTo>
                  <a:pt x="1168683" y="41398"/>
                  <a:pt x="1166717" y="44858"/>
                  <a:pt x="1165443" y="49823"/>
                </a:cubicBezTo>
                <a:lnTo>
                  <a:pt x="1153844" y="48241"/>
                </a:lnTo>
                <a:cubicBezTo>
                  <a:pt x="1154898" y="43261"/>
                  <a:pt x="1156634" y="39240"/>
                  <a:pt x="1159050" y="36177"/>
                </a:cubicBezTo>
                <a:cubicBezTo>
                  <a:pt x="1161467" y="33114"/>
                  <a:pt x="1164959" y="30756"/>
                  <a:pt x="1169529" y="29105"/>
                </a:cubicBezTo>
                <a:cubicBezTo>
                  <a:pt x="1174098" y="27451"/>
                  <a:pt x="1179392" y="26625"/>
                  <a:pt x="1185411" y="26625"/>
                </a:cubicBezTo>
                <a:cubicBezTo>
                  <a:pt x="1191387" y="26625"/>
                  <a:pt x="1196241" y="27328"/>
                  <a:pt x="1199976" y="28734"/>
                </a:cubicBezTo>
                <a:cubicBezTo>
                  <a:pt x="1203711" y="30140"/>
                  <a:pt x="1206456" y="31908"/>
                  <a:pt x="1208214" y="34039"/>
                </a:cubicBezTo>
                <a:cubicBezTo>
                  <a:pt x="1209971" y="36170"/>
                  <a:pt x="1211202" y="38861"/>
                  <a:pt x="1211904" y="42112"/>
                </a:cubicBezTo>
                <a:cubicBezTo>
                  <a:pt x="1212300" y="44133"/>
                  <a:pt x="1212498" y="47780"/>
                  <a:pt x="1212498" y="53052"/>
                </a:cubicBezTo>
                <a:lnTo>
                  <a:pt x="1212498" y="68869"/>
                </a:lnTo>
                <a:cubicBezTo>
                  <a:pt x="1212498" y="79897"/>
                  <a:pt x="1212750" y="86871"/>
                  <a:pt x="1213256" y="89793"/>
                </a:cubicBezTo>
                <a:cubicBezTo>
                  <a:pt x="1213761" y="92715"/>
                  <a:pt x="1214760" y="95516"/>
                  <a:pt x="1216254" y="98196"/>
                </a:cubicBezTo>
                <a:lnTo>
                  <a:pt x="1203864" y="98196"/>
                </a:lnTo>
                <a:cubicBezTo>
                  <a:pt x="1202634" y="95733"/>
                  <a:pt x="1201843" y="92852"/>
                  <a:pt x="1201492" y="89554"/>
                </a:cubicBezTo>
                <a:moveTo>
                  <a:pt x="1200503" y="63004"/>
                </a:moveTo>
                <a:cubicBezTo>
                  <a:pt x="1196198" y="64776"/>
                  <a:pt x="1189739" y="66282"/>
                  <a:pt x="1181128" y="67522"/>
                </a:cubicBezTo>
                <a:cubicBezTo>
                  <a:pt x="1176251" y="68228"/>
                  <a:pt x="1172802" y="69022"/>
                  <a:pt x="1170781" y="69905"/>
                </a:cubicBezTo>
                <a:cubicBezTo>
                  <a:pt x="1168760" y="70786"/>
                  <a:pt x="1167200" y="72077"/>
                  <a:pt x="1166102" y="73777"/>
                </a:cubicBezTo>
                <a:cubicBezTo>
                  <a:pt x="1165003" y="75475"/>
                  <a:pt x="1164454" y="77361"/>
                  <a:pt x="1164454" y="79434"/>
                </a:cubicBezTo>
                <a:cubicBezTo>
                  <a:pt x="1164454" y="82610"/>
                  <a:pt x="1165651" y="85257"/>
                  <a:pt x="1168046" y="87375"/>
                </a:cubicBezTo>
                <a:cubicBezTo>
                  <a:pt x="1170440" y="89493"/>
                  <a:pt x="1173944" y="90551"/>
                  <a:pt x="1178557" y="90551"/>
                </a:cubicBezTo>
                <a:cubicBezTo>
                  <a:pt x="1183127" y="90551"/>
                  <a:pt x="1187191" y="89547"/>
                  <a:pt x="1190750" y="87538"/>
                </a:cubicBezTo>
                <a:cubicBezTo>
                  <a:pt x="1194308" y="85529"/>
                  <a:pt x="1196922" y="82781"/>
                  <a:pt x="1198592" y="79294"/>
                </a:cubicBezTo>
                <a:cubicBezTo>
                  <a:pt x="1199866" y="76600"/>
                  <a:pt x="1200503" y="72627"/>
                  <a:pt x="1200503" y="67374"/>
                </a:cubicBezTo>
                <a:lnTo>
                  <a:pt x="1200503" y="63004"/>
                </a:lnTo>
                <a:close/>
                <a:moveTo>
                  <a:pt x="1256764" y="87717"/>
                </a:moveTo>
                <a:lnTo>
                  <a:pt x="1258477" y="98196"/>
                </a:lnTo>
                <a:cubicBezTo>
                  <a:pt x="1255138" y="98811"/>
                  <a:pt x="1252151" y="99119"/>
                  <a:pt x="1249515" y="99119"/>
                </a:cubicBezTo>
                <a:cubicBezTo>
                  <a:pt x="1245209" y="99119"/>
                  <a:pt x="1241870" y="98438"/>
                  <a:pt x="1239497" y="97076"/>
                </a:cubicBezTo>
                <a:cubicBezTo>
                  <a:pt x="1237125" y="95713"/>
                  <a:pt x="1235455" y="93923"/>
                  <a:pt x="1234489" y="91704"/>
                </a:cubicBezTo>
                <a:cubicBezTo>
                  <a:pt x="1233522" y="89486"/>
                  <a:pt x="1233039" y="84817"/>
                  <a:pt x="1233039" y="77700"/>
                </a:cubicBezTo>
                <a:lnTo>
                  <a:pt x="1233039" y="37433"/>
                </a:lnTo>
                <a:lnTo>
                  <a:pt x="1224339" y="37433"/>
                </a:lnTo>
                <a:lnTo>
                  <a:pt x="1224339" y="28207"/>
                </a:lnTo>
                <a:lnTo>
                  <a:pt x="1233039" y="28207"/>
                </a:lnTo>
                <a:lnTo>
                  <a:pt x="1233039" y="10827"/>
                </a:lnTo>
                <a:lnTo>
                  <a:pt x="1244835" y="3691"/>
                </a:lnTo>
                <a:lnTo>
                  <a:pt x="1244835" y="28207"/>
                </a:lnTo>
                <a:lnTo>
                  <a:pt x="1256764" y="28207"/>
                </a:lnTo>
                <a:lnTo>
                  <a:pt x="1256764" y="37433"/>
                </a:lnTo>
                <a:lnTo>
                  <a:pt x="1244835" y="37433"/>
                </a:lnTo>
                <a:lnTo>
                  <a:pt x="1244835" y="78359"/>
                </a:lnTo>
                <a:cubicBezTo>
                  <a:pt x="1244835" y="81742"/>
                  <a:pt x="1245044" y="83917"/>
                  <a:pt x="1245461" y="84883"/>
                </a:cubicBezTo>
                <a:cubicBezTo>
                  <a:pt x="1245879" y="85850"/>
                  <a:pt x="1246560" y="86619"/>
                  <a:pt x="1247504" y="87190"/>
                </a:cubicBezTo>
                <a:cubicBezTo>
                  <a:pt x="1248449" y="87761"/>
                  <a:pt x="1249800" y="88047"/>
                  <a:pt x="1251558" y="88047"/>
                </a:cubicBezTo>
                <a:cubicBezTo>
                  <a:pt x="1252876" y="88047"/>
                  <a:pt x="1254611" y="87937"/>
                  <a:pt x="1256764" y="87717"/>
                </a:cubicBezTo>
                <a:close/>
                <a:moveTo>
                  <a:pt x="1316297" y="75657"/>
                </a:moveTo>
                <a:lnTo>
                  <a:pt x="1328555" y="77173"/>
                </a:lnTo>
                <a:cubicBezTo>
                  <a:pt x="1326622" y="84334"/>
                  <a:pt x="1323041" y="89892"/>
                  <a:pt x="1317813" y="93846"/>
                </a:cubicBezTo>
                <a:cubicBezTo>
                  <a:pt x="1312585" y="97800"/>
                  <a:pt x="1305906" y="99778"/>
                  <a:pt x="1297778" y="99778"/>
                </a:cubicBezTo>
                <a:cubicBezTo>
                  <a:pt x="1287541" y="99778"/>
                  <a:pt x="1279424" y="96625"/>
                  <a:pt x="1273427" y="90320"/>
                </a:cubicBezTo>
                <a:cubicBezTo>
                  <a:pt x="1267430" y="84016"/>
                  <a:pt x="1264431" y="75174"/>
                  <a:pt x="1264431" y="63794"/>
                </a:cubicBezTo>
                <a:cubicBezTo>
                  <a:pt x="1264431" y="52020"/>
                  <a:pt x="1267463" y="42881"/>
                  <a:pt x="1273526" y="36379"/>
                </a:cubicBezTo>
                <a:cubicBezTo>
                  <a:pt x="1279589" y="29876"/>
                  <a:pt x="1287453" y="26625"/>
                  <a:pt x="1297119" y="26625"/>
                </a:cubicBezTo>
                <a:cubicBezTo>
                  <a:pt x="1306478" y="26625"/>
                  <a:pt x="1314122" y="29805"/>
                  <a:pt x="1320054" y="36166"/>
                </a:cubicBezTo>
                <a:cubicBezTo>
                  <a:pt x="1325985" y="42526"/>
                  <a:pt x="1328951" y="51474"/>
                  <a:pt x="1328951" y="63010"/>
                </a:cubicBezTo>
                <a:cubicBezTo>
                  <a:pt x="1328951" y="63711"/>
                  <a:pt x="1328929" y="64764"/>
                  <a:pt x="1328885" y="66167"/>
                </a:cubicBezTo>
                <a:lnTo>
                  <a:pt x="1276689" y="66167"/>
                </a:lnTo>
                <a:cubicBezTo>
                  <a:pt x="1277129" y="73834"/>
                  <a:pt x="1279303" y="79704"/>
                  <a:pt x="1283214" y="83780"/>
                </a:cubicBezTo>
                <a:cubicBezTo>
                  <a:pt x="1287124" y="87855"/>
                  <a:pt x="1292001" y="89892"/>
                  <a:pt x="1297844" y="89892"/>
                </a:cubicBezTo>
                <a:cubicBezTo>
                  <a:pt x="1302194" y="89892"/>
                  <a:pt x="1305906" y="88761"/>
                  <a:pt x="1308982" y="86498"/>
                </a:cubicBezTo>
                <a:cubicBezTo>
                  <a:pt x="1312057" y="84234"/>
                  <a:pt x="1314496" y="80620"/>
                  <a:pt x="1316297" y="75657"/>
                </a:cubicBezTo>
                <a:moveTo>
                  <a:pt x="1277348" y="56281"/>
                </a:moveTo>
                <a:lnTo>
                  <a:pt x="1316429" y="56281"/>
                </a:lnTo>
                <a:cubicBezTo>
                  <a:pt x="1315902" y="50490"/>
                  <a:pt x="1314408" y="46147"/>
                  <a:pt x="1311948" y="43251"/>
                </a:cubicBezTo>
                <a:cubicBezTo>
                  <a:pt x="1308169" y="38757"/>
                  <a:pt x="1303270" y="36510"/>
                  <a:pt x="1297251" y="36510"/>
                </a:cubicBezTo>
                <a:cubicBezTo>
                  <a:pt x="1291803" y="36510"/>
                  <a:pt x="1287223" y="38304"/>
                  <a:pt x="1283510" y="41892"/>
                </a:cubicBezTo>
                <a:cubicBezTo>
                  <a:pt x="1279798" y="45478"/>
                  <a:pt x="1277744" y="50275"/>
                  <a:pt x="1277348" y="56281"/>
                </a:cubicBezTo>
                <a:close/>
                <a:moveTo>
                  <a:pt x="1428862" y="75657"/>
                </a:moveTo>
                <a:lnTo>
                  <a:pt x="1441120" y="77173"/>
                </a:lnTo>
                <a:cubicBezTo>
                  <a:pt x="1439187" y="84334"/>
                  <a:pt x="1435606" y="89892"/>
                  <a:pt x="1430378" y="93846"/>
                </a:cubicBezTo>
                <a:cubicBezTo>
                  <a:pt x="1425149" y="97800"/>
                  <a:pt x="1418471" y="99778"/>
                  <a:pt x="1410343" y="99778"/>
                </a:cubicBezTo>
                <a:cubicBezTo>
                  <a:pt x="1400106" y="99778"/>
                  <a:pt x="1391989" y="96625"/>
                  <a:pt x="1385992" y="90320"/>
                </a:cubicBezTo>
                <a:cubicBezTo>
                  <a:pt x="1379995" y="84016"/>
                  <a:pt x="1376996" y="75174"/>
                  <a:pt x="1376996" y="63794"/>
                </a:cubicBezTo>
                <a:cubicBezTo>
                  <a:pt x="1376996" y="52020"/>
                  <a:pt x="1380027" y="42881"/>
                  <a:pt x="1386091" y="36379"/>
                </a:cubicBezTo>
                <a:cubicBezTo>
                  <a:pt x="1392154" y="29876"/>
                  <a:pt x="1400018" y="26625"/>
                  <a:pt x="1409684" y="26625"/>
                </a:cubicBezTo>
                <a:cubicBezTo>
                  <a:pt x="1419042" y="26625"/>
                  <a:pt x="1426687" y="29805"/>
                  <a:pt x="1432618" y="36166"/>
                </a:cubicBezTo>
                <a:cubicBezTo>
                  <a:pt x="1438550" y="42526"/>
                  <a:pt x="1441515" y="51474"/>
                  <a:pt x="1441515" y="63010"/>
                </a:cubicBezTo>
                <a:cubicBezTo>
                  <a:pt x="1441515" y="63711"/>
                  <a:pt x="1441493" y="64764"/>
                  <a:pt x="1441449" y="66167"/>
                </a:cubicBezTo>
                <a:lnTo>
                  <a:pt x="1389254" y="66167"/>
                </a:lnTo>
                <a:cubicBezTo>
                  <a:pt x="1389693" y="73834"/>
                  <a:pt x="1391868" y="79704"/>
                  <a:pt x="1395778" y="83780"/>
                </a:cubicBezTo>
                <a:cubicBezTo>
                  <a:pt x="1399689" y="87855"/>
                  <a:pt x="1404565" y="89892"/>
                  <a:pt x="1410409" y="89892"/>
                </a:cubicBezTo>
                <a:cubicBezTo>
                  <a:pt x="1414758" y="89892"/>
                  <a:pt x="1418471" y="88761"/>
                  <a:pt x="1421547" y="86498"/>
                </a:cubicBezTo>
                <a:cubicBezTo>
                  <a:pt x="1424622" y="84234"/>
                  <a:pt x="1427060" y="80620"/>
                  <a:pt x="1428862" y="75657"/>
                </a:cubicBezTo>
                <a:moveTo>
                  <a:pt x="1389913" y="56281"/>
                </a:moveTo>
                <a:lnTo>
                  <a:pt x="1428994" y="56281"/>
                </a:lnTo>
                <a:cubicBezTo>
                  <a:pt x="1428466" y="50490"/>
                  <a:pt x="1426973" y="46147"/>
                  <a:pt x="1424512" y="43251"/>
                </a:cubicBezTo>
                <a:cubicBezTo>
                  <a:pt x="1420734" y="38757"/>
                  <a:pt x="1415835" y="36510"/>
                  <a:pt x="1409816" y="36510"/>
                </a:cubicBezTo>
                <a:cubicBezTo>
                  <a:pt x="1404368" y="36510"/>
                  <a:pt x="1399787" y="38304"/>
                  <a:pt x="1396075" y="41892"/>
                </a:cubicBezTo>
                <a:cubicBezTo>
                  <a:pt x="1392362" y="45478"/>
                  <a:pt x="1390308" y="50275"/>
                  <a:pt x="1389913" y="56281"/>
                </a:cubicBezTo>
                <a:close/>
                <a:moveTo>
                  <a:pt x="1455993" y="98196"/>
                </a:moveTo>
                <a:lnTo>
                  <a:pt x="1455993" y="28207"/>
                </a:lnTo>
                <a:lnTo>
                  <a:pt x="1466604" y="28207"/>
                </a:lnTo>
                <a:lnTo>
                  <a:pt x="1466604" y="37960"/>
                </a:lnTo>
                <a:cubicBezTo>
                  <a:pt x="1468801" y="34553"/>
                  <a:pt x="1471722" y="31811"/>
                  <a:pt x="1475369" y="29737"/>
                </a:cubicBezTo>
                <a:cubicBezTo>
                  <a:pt x="1479016" y="27662"/>
                  <a:pt x="1483168" y="26625"/>
                  <a:pt x="1487825" y="26625"/>
                </a:cubicBezTo>
                <a:cubicBezTo>
                  <a:pt x="1493009" y="26625"/>
                  <a:pt x="1497260" y="27696"/>
                  <a:pt x="1500577" y="29838"/>
                </a:cubicBezTo>
                <a:cubicBezTo>
                  <a:pt x="1503894" y="31978"/>
                  <a:pt x="1506234" y="34971"/>
                  <a:pt x="1507596" y="38817"/>
                </a:cubicBezTo>
                <a:cubicBezTo>
                  <a:pt x="1513132" y="30689"/>
                  <a:pt x="1520337" y="26625"/>
                  <a:pt x="1529212" y="26625"/>
                </a:cubicBezTo>
                <a:cubicBezTo>
                  <a:pt x="1536154" y="26625"/>
                  <a:pt x="1541492" y="28547"/>
                  <a:pt x="1545226" y="32391"/>
                </a:cubicBezTo>
                <a:cubicBezTo>
                  <a:pt x="1548961" y="36236"/>
                  <a:pt x="1550828" y="42156"/>
                  <a:pt x="1550828" y="50152"/>
                </a:cubicBezTo>
                <a:lnTo>
                  <a:pt x="1550828" y="98196"/>
                </a:lnTo>
                <a:lnTo>
                  <a:pt x="1539032" y="98196"/>
                </a:lnTo>
                <a:lnTo>
                  <a:pt x="1539032" y="54059"/>
                </a:lnTo>
                <a:cubicBezTo>
                  <a:pt x="1539032" y="49309"/>
                  <a:pt x="1538647" y="45889"/>
                  <a:pt x="1537878" y="43801"/>
                </a:cubicBezTo>
                <a:cubicBezTo>
                  <a:pt x="1537109" y="41711"/>
                  <a:pt x="1535714" y="40029"/>
                  <a:pt x="1533693" y="38753"/>
                </a:cubicBezTo>
                <a:cubicBezTo>
                  <a:pt x="1531672" y="37478"/>
                  <a:pt x="1529300" y="36840"/>
                  <a:pt x="1526576" y="36840"/>
                </a:cubicBezTo>
                <a:cubicBezTo>
                  <a:pt x="1521655" y="36840"/>
                  <a:pt x="1517569" y="38479"/>
                  <a:pt x="1514318" y="41756"/>
                </a:cubicBezTo>
                <a:cubicBezTo>
                  <a:pt x="1511067" y="45032"/>
                  <a:pt x="1509441" y="50277"/>
                  <a:pt x="1509441" y="57490"/>
                </a:cubicBezTo>
                <a:lnTo>
                  <a:pt x="1509441" y="98196"/>
                </a:lnTo>
                <a:lnTo>
                  <a:pt x="1497578" y="98196"/>
                </a:lnTo>
                <a:lnTo>
                  <a:pt x="1497578" y="52673"/>
                </a:lnTo>
                <a:cubicBezTo>
                  <a:pt x="1497578" y="47395"/>
                  <a:pt x="1496612" y="43437"/>
                  <a:pt x="1494679" y="40798"/>
                </a:cubicBezTo>
                <a:cubicBezTo>
                  <a:pt x="1492746" y="38159"/>
                  <a:pt x="1489582" y="36840"/>
                  <a:pt x="1485189" y="36840"/>
                </a:cubicBezTo>
                <a:cubicBezTo>
                  <a:pt x="1481850" y="36840"/>
                  <a:pt x="1478763" y="37720"/>
                  <a:pt x="1475929" y="39480"/>
                </a:cubicBezTo>
                <a:cubicBezTo>
                  <a:pt x="1473095" y="41239"/>
                  <a:pt x="1471041" y="43812"/>
                  <a:pt x="1469767" y="47199"/>
                </a:cubicBezTo>
                <a:cubicBezTo>
                  <a:pt x="1468493" y="50585"/>
                  <a:pt x="1467856" y="55467"/>
                  <a:pt x="1467856" y="61844"/>
                </a:cubicBezTo>
                <a:lnTo>
                  <a:pt x="1467856" y="98196"/>
                </a:lnTo>
                <a:lnTo>
                  <a:pt x="1455993" y="98196"/>
                </a:lnTo>
                <a:close/>
                <a:moveTo>
                  <a:pt x="1568424" y="125084"/>
                </a:moveTo>
                <a:lnTo>
                  <a:pt x="1568424" y="28207"/>
                </a:lnTo>
                <a:lnTo>
                  <a:pt x="1579232" y="28207"/>
                </a:lnTo>
                <a:lnTo>
                  <a:pt x="1579232" y="37235"/>
                </a:lnTo>
                <a:cubicBezTo>
                  <a:pt x="1581780" y="33699"/>
                  <a:pt x="1584658" y="31046"/>
                  <a:pt x="1587865" y="29278"/>
                </a:cubicBezTo>
                <a:cubicBezTo>
                  <a:pt x="1591072" y="27509"/>
                  <a:pt x="1594961" y="26625"/>
                  <a:pt x="1599530" y="26625"/>
                </a:cubicBezTo>
                <a:cubicBezTo>
                  <a:pt x="1605505" y="26625"/>
                  <a:pt x="1610777" y="28163"/>
                  <a:pt x="1615347" y="31238"/>
                </a:cubicBezTo>
                <a:cubicBezTo>
                  <a:pt x="1619916" y="34314"/>
                  <a:pt x="1623365" y="38652"/>
                  <a:pt x="1625693" y="44254"/>
                </a:cubicBezTo>
                <a:cubicBezTo>
                  <a:pt x="1628022" y="49856"/>
                  <a:pt x="1629186" y="55996"/>
                  <a:pt x="1629186" y="62674"/>
                </a:cubicBezTo>
                <a:cubicBezTo>
                  <a:pt x="1629186" y="69835"/>
                  <a:pt x="1627901" y="76283"/>
                  <a:pt x="1625331" y="82017"/>
                </a:cubicBezTo>
                <a:cubicBezTo>
                  <a:pt x="1622761" y="87750"/>
                  <a:pt x="1619026" y="92144"/>
                  <a:pt x="1614127" y="95197"/>
                </a:cubicBezTo>
                <a:cubicBezTo>
                  <a:pt x="1609229" y="98251"/>
                  <a:pt x="1604077" y="99778"/>
                  <a:pt x="1598673" y="99778"/>
                </a:cubicBezTo>
                <a:cubicBezTo>
                  <a:pt x="1594719" y="99778"/>
                  <a:pt x="1591171" y="98932"/>
                  <a:pt x="1588030" y="97240"/>
                </a:cubicBezTo>
                <a:cubicBezTo>
                  <a:pt x="1584888" y="95547"/>
                  <a:pt x="1582307" y="93410"/>
                  <a:pt x="1580286" y="90827"/>
                </a:cubicBezTo>
                <a:lnTo>
                  <a:pt x="1580286" y="125084"/>
                </a:lnTo>
                <a:lnTo>
                  <a:pt x="1568424" y="125084"/>
                </a:lnTo>
                <a:moveTo>
                  <a:pt x="1579166" y="63498"/>
                </a:moveTo>
                <a:cubicBezTo>
                  <a:pt x="1579166" y="72494"/>
                  <a:pt x="1580989" y="79142"/>
                  <a:pt x="1584636" y="83442"/>
                </a:cubicBezTo>
                <a:cubicBezTo>
                  <a:pt x="1588282" y="87742"/>
                  <a:pt x="1592698" y="89892"/>
                  <a:pt x="1597882" y="89892"/>
                </a:cubicBezTo>
                <a:cubicBezTo>
                  <a:pt x="1603155" y="89892"/>
                  <a:pt x="1607669" y="87665"/>
                  <a:pt x="1611425" y="83211"/>
                </a:cubicBezTo>
                <a:cubicBezTo>
                  <a:pt x="1615182" y="78757"/>
                  <a:pt x="1617060" y="71857"/>
                  <a:pt x="1617060" y="62509"/>
                </a:cubicBezTo>
                <a:cubicBezTo>
                  <a:pt x="1617060" y="53601"/>
                  <a:pt x="1615226" y="46931"/>
                  <a:pt x="1611557" y="42499"/>
                </a:cubicBezTo>
                <a:cubicBezTo>
                  <a:pt x="1607889" y="38067"/>
                  <a:pt x="1603506" y="35851"/>
                  <a:pt x="1598410" y="35851"/>
                </a:cubicBezTo>
                <a:cubicBezTo>
                  <a:pt x="1593357" y="35851"/>
                  <a:pt x="1588886" y="38210"/>
                  <a:pt x="1584998" y="42928"/>
                </a:cubicBezTo>
                <a:cubicBezTo>
                  <a:pt x="1581110" y="47645"/>
                  <a:pt x="1579166" y="54502"/>
                  <a:pt x="1579166" y="63498"/>
                </a:cubicBezTo>
                <a:close/>
                <a:moveTo>
                  <a:pt x="1643203" y="98196"/>
                </a:moveTo>
                <a:lnTo>
                  <a:pt x="1643203" y="1582"/>
                </a:lnTo>
                <a:lnTo>
                  <a:pt x="1655066" y="1582"/>
                </a:lnTo>
                <a:lnTo>
                  <a:pt x="1655066" y="98196"/>
                </a:lnTo>
                <a:lnTo>
                  <a:pt x="1643203" y="98196"/>
                </a:lnTo>
                <a:close/>
                <a:moveTo>
                  <a:pt x="1669015" y="63201"/>
                </a:moveTo>
                <a:cubicBezTo>
                  <a:pt x="1669015" y="50240"/>
                  <a:pt x="1672617" y="40640"/>
                  <a:pt x="1679823" y="34402"/>
                </a:cubicBezTo>
                <a:cubicBezTo>
                  <a:pt x="1685842" y="29217"/>
                  <a:pt x="1693179" y="26625"/>
                  <a:pt x="1701834" y="26625"/>
                </a:cubicBezTo>
                <a:cubicBezTo>
                  <a:pt x="1711456" y="26625"/>
                  <a:pt x="1719321" y="29777"/>
                  <a:pt x="1725428" y="36082"/>
                </a:cubicBezTo>
                <a:cubicBezTo>
                  <a:pt x="1731535" y="42387"/>
                  <a:pt x="1734588" y="51097"/>
                  <a:pt x="1734588" y="62213"/>
                </a:cubicBezTo>
                <a:cubicBezTo>
                  <a:pt x="1734588" y="71219"/>
                  <a:pt x="1733237" y="78304"/>
                  <a:pt x="1730535" y="83466"/>
                </a:cubicBezTo>
                <a:cubicBezTo>
                  <a:pt x="1727833" y="88629"/>
                  <a:pt x="1723901" y="92638"/>
                  <a:pt x="1718739" y="95494"/>
                </a:cubicBezTo>
                <a:cubicBezTo>
                  <a:pt x="1713576" y="98350"/>
                  <a:pt x="1707941" y="99778"/>
                  <a:pt x="1701834" y="99778"/>
                </a:cubicBezTo>
                <a:cubicBezTo>
                  <a:pt x="1692037" y="99778"/>
                  <a:pt x="1684117" y="96636"/>
                  <a:pt x="1678076" y="90353"/>
                </a:cubicBezTo>
                <a:cubicBezTo>
                  <a:pt x="1672035" y="84071"/>
                  <a:pt x="1669015" y="75020"/>
                  <a:pt x="1669015" y="63201"/>
                </a:cubicBezTo>
                <a:moveTo>
                  <a:pt x="1681207" y="63168"/>
                </a:moveTo>
                <a:cubicBezTo>
                  <a:pt x="1681207" y="72098"/>
                  <a:pt x="1683162" y="78785"/>
                  <a:pt x="1687072" y="83228"/>
                </a:cubicBezTo>
                <a:cubicBezTo>
                  <a:pt x="1690982" y="87671"/>
                  <a:pt x="1695903" y="89892"/>
                  <a:pt x="1701834" y="89892"/>
                </a:cubicBezTo>
                <a:cubicBezTo>
                  <a:pt x="1707722" y="89892"/>
                  <a:pt x="1712621" y="87660"/>
                  <a:pt x="1716531" y="83195"/>
                </a:cubicBezTo>
                <a:cubicBezTo>
                  <a:pt x="1720441" y="78730"/>
                  <a:pt x="1722396" y="71923"/>
                  <a:pt x="1722396" y="62775"/>
                </a:cubicBezTo>
                <a:cubicBezTo>
                  <a:pt x="1722396" y="54151"/>
                  <a:pt x="1720430" y="47618"/>
                  <a:pt x="1716498" y="43175"/>
                </a:cubicBezTo>
                <a:cubicBezTo>
                  <a:pt x="1712566" y="38732"/>
                  <a:pt x="1707678" y="36510"/>
                  <a:pt x="1701834" y="36510"/>
                </a:cubicBezTo>
                <a:cubicBezTo>
                  <a:pt x="1695903" y="36510"/>
                  <a:pt x="1690982" y="38721"/>
                  <a:pt x="1687072" y="43142"/>
                </a:cubicBezTo>
                <a:cubicBezTo>
                  <a:pt x="1683162" y="47563"/>
                  <a:pt x="1681207" y="54238"/>
                  <a:pt x="1681207" y="63168"/>
                </a:cubicBezTo>
                <a:close/>
                <a:moveTo>
                  <a:pt x="1747946" y="125216"/>
                </a:moveTo>
                <a:lnTo>
                  <a:pt x="1746628" y="114079"/>
                </a:lnTo>
                <a:cubicBezTo>
                  <a:pt x="1749220" y="114782"/>
                  <a:pt x="1751482" y="115133"/>
                  <a:pt x="1753416" y="115133"/>
                </a:cubicBezTo>
                <a:cubicBezTo>
                  <a:pt x="1756052" y="115133"/>
                  <a:pt x="1758161" y="114688"/>
                  <a:pt x="1759742" y="113798"/>
                </a:cubicBezTo>
                <a:cubicBezTo>
                  <a:pt x="1761324" y="112910"/>
                  <a:pt x="1762620" y="111666"/>
                  <a:pt x="1763631" y="110065"/>
                </a:cubicBezTo>
                <a:cubicBezTo>
                  <a:pt x="1764378" y="108865"/>
                  <a:pt x="1765586" y="105887"/>
                  <a:pt x="1767255" y="101131"/>
                </a:cubicBezTo>
                <a:cubicBezTo>
                  <a:pt x="1767475" y="100463"/>
                  <a:pt x="1767826" y="99485"/>
                  <a:pt x="1768310" y="98196"/>
                </a:cubicBezTo>
                <a:lnTo>
                  <a:pt x="1741751" y="28207"/>
                </a:lnTo>
                <a:lnTo>
                  <a:pt x="1754536" y="28207"/>
                </a:lnTo>
                <a:lnTo>
                  <a:pt x="1769101" y="68642"/>
                </a:lnTo>
                <a:cubicBezTo>
                  <a:pt x="1770990" y="73772"/>
                  <a:pt x="1772681" y="79164"/>
                  <a:pt x="1774175" y="84817"/>
                </a:cubicBezTo>
                <a:cubicBezTo>
                  <a:pt x="1775537" y="79382"/>
                  <a:pt x="1777163" y="74078"/>
                  <a:pt x="1779052" y="68906"/>
                </a:cubicBezTo>
                <a:lnTo>
                  <a:pt x="1794012" y="28207"/>
                </a:lnTo>
                <a:lnTo>
                  <a:pt x="1805875" y="28207"/>
                </a:lnTo>
                <a:lnTo>
                  <a:pt x="1779250" y="99429"/>
                </a:lnTo>
                <a:cubicBezTo>
                  <a:pt x="1776394" y="107124"/>
                  <a:pt x="1774175" y="112421"/>
                  <a:pt x="1772593" y="115322"/>
                </a:cubicBezTo>
                <a:cubicBezTo>
                  <a:pt x="1770485" y="119235"/>
                  <a:pt x="1768068" y="122104"/>
                  <a:pt x="1765344" y="123929"/>
                </a:cubicBezTo>
                <a:cubicBezTo>
                  <a:pt x="1762620" y="125754"/>
                  <a:pt x="1759369" y="126666"/>
                  <a:pt x="1755590" y="126666"/>
                </a:cubicBezTo>
                <a:cubicBezTo>
                  <a:pt x="1753306" y="126666"/>
                  <a:pt x="1750758" y="126183"/>
                  <a:pt x="1747946" y="125216"/>
                </a:cubicBezTo>
                <a:close/>
                <a:moveTo>
                  <a:pt x="1863870" y="75657"/>
                </a:moveTo>
                <a:lnTo>
                  <a:pt x="1876128" y="77173"/>
                </a:lnTo>
                <a:cubicBezTo>
                  <a:pt x="1874195" y="84334"/>
                  <a:pt x="1870614" y="89892"/>
                  <a:pt x="1865386" y="93846"/>
                </a:cubicBezTo>
                <a:cubicBezTo>
                  <a:pt x="1860157" y="97800"/>
                  <a:pt x="1853479" y="99778"/>
                  <a:pt x="1845351" y="99778"/>
                </a:cubicBezTo>
                <a:cubicBezTo>
                  <a:pt x="1835114" y="99778"/>
                  <a:pt x="1826997" y="96625"/>
                  <a:pt x="1821000" y="90320"/>
                </a:cubicBezTo>
                <a:cubicBezTo>
                  <a:pt x="1815003" y="84016"/>
                  <a:pt x="1812004" y="75174"/>
                  <a:pt x="1812004" y="63794"/>
                </a:cubicBezTo>
                <a:cubicBezTo>
                  <a:pt x="1812004" y="52020"/>
                  <a:pt x="1815036" y="42881"/>
                  <a:pt x="1821099" y="36379"/>
                </a:cubicBezTo>
                <a:cubicBezTo>
                  <a:pt x="1827162" y="29876"/>
                  <a:pt x="1835026" y="26625"/>
                  <a:pt x="1844692" y="26625"/>
                </a:cubicBezTo>
                <a:cubicBezTo>
                  <a:pt x="1854050" y="26625"/>
                  <a:pt x="1861695" y="29805"/>
                  <a:pt x="1867626" y="36166"/>
                </a:cubicBezTo>
                <a:cubicBezTo>
                  <a:pt x="1873558" y="42526"/>
                  <a:pt x="1876523" y="51474"/>
                  <a:pt x="1876523" y="63010"/>
                </a:cubicBezTo>
                <a:cubicBezTo>
                  <a:pt x="1876523" y="63711"/>
                  <a:pt x="1876501" y="64764"/>
                  <a:pt x="1876457" y="66167"/>
                </a:cubicBezTo>
                <a:lnTo>
                  <a:pt x="1824262" y="66167"/>
                </a:lnTo>
                <a:cubicBezTo>
                  <a:pt x="1824701" y="73834"/>
                  <a:pt x="1826876" y="79704"/>
                  <a:pt x="1830786" y="83780"/>
                </a:cubicBezTo>
                <a:cubicBezTo>
                  <a:pt x="1834697" y="87855"/>
                  <a:pt x="1839574" y="89892"/>
                  <a:pt x="1845417" y="89892"/>
                </a:cubicBezTo>
                <a:cubicBezTo>
                  <a:pt x="1849767" y="89892"/>
                  <a:pt x="1853479" y="88761"/>
                  <a:pt x="1856555" y="86498"/>
                </a:cubicBezTo>
                <a:cubicBezTo>
                  <a:pt x="1859630" y="84234"/>
                  <a:pt x="1862068" y="80620"/>
                  <a:pt x="1863870" y="75657"/>
                </a:cubicBezTo>
                <a:moveTo>
                  <a:pt x="1824921" y="56281"/>
                </a:moveTo>
                <a:lnTo>
                  <a:pt x="1864002" y="56281"/>
                </a:lnTo>
                <a:cubicBezTo>
                  <a:pt x="1863474" y="50490"/>
                  <a:pt x="1861981" y="46147"/>
                  <a:pt x="1859520" y="43251"/>
                </a:cubicBezTo>
                <a:cubicBezTo>
                  <a:pt x="1855742" y="38757"/>
                  <a:pt x="1850843" y="36510"/>
                  <a:pt x="1844824" y="36510"/>
                </a:cubicBezTo>
                <a:cubicBezTo>
                  <a:pt x="1839376" y="36510"/>
                  <a:pt x="1834796" y="38304"/>
                  <a:pt x="1831083" y="41892"/>
                </a:cubicBezTo>
                <a:cubicBezTo>
                  <a:pt x="1827370" y="45478"/>
                  <a:pt x="1825316" y="50275"/>
                  <a:pt x="1824921" y="56281"/>
                </a:cubicBezTo>
                <a:close/>
                <a:moveTo>
                  <a:pt x="1890870" y="98196"/>
                </a:moveTo>
                <a:lnTo>
                  <a:pt x="1890870" y="28207"/>
                </a:lnTo>
                <a:lnTo>
                  <a:pt x="1901546" y="28207"/>
                </a:lnTo>
                <a:lnTo>
                  <a:pt x="1901546" y="38751"/>
                </a:lnTo>
                <a:cubicBezTo>
                  <a:pt x="1904270" y="33814"/>
                  <a:pt x="1906785" y="30559"/>
                  <a:pt x="1909092" y="28985"/>
                </a:cubicBezTo>
                <a:cubicBezTo>
                  <a:pt x="1911399" y="27412"/>
                  <a:pt x="1913936" y="26625"/>
                  <a:pt x="1916704" y="26625"/>
                </a:cubicBezTo>
                <a:cubicBezTo>
                  <a:pt x="1920702" y="26625"/>
                  <a:pt x="1924766" y="27894"/>
                  <a:pt x="1928896" y="30431"/>
                </a:cubicBezTo>
                <a:lnTo>
                  <a:pt x="1924810" y="41387"/>
                </a:lnTo>
                <a:cubicBezTo>
                  <a:pt x="1921910" y="39674"/>
                  <a:pt x="1919010" y="38817"/>
                  <a:pt x="1916111" y="38817"/>
                </a:cubicBezTo>
                <a:cubicBezTo>
                  <a:pt x="1913519" y="38817"/>
                  <a:pt x="1911190" y="39598"/>
                  <a:pt x="1909125" y="41161"/>
                </a:cubicBezTo>
                <a:cubicBezTo>
                  <a:pt x="1907060" y="42722"/>
                  <a:pt x="1905588" y="44888"/>
                  <a:pt x="1904709" y="47658"/>
                </a:cubicBezTo>
                <a:cubicBezTo>
                  <a:pt x="1903391" y="51880"/>
                  <a:pt x="1902732" y="56498"/>
                  <a:pt x="1902732" y="61512"/>
                </a:cubicBezTo>
                <a:lnTo>
                  <a:pt x="1902732" y="98196"/>
                </a:lnTo>
                <a:lnTo>
                  <a:pt x="1890870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foraFacebookpostaboutvaccinesdoes">
            <a:extLst xmlns:a="http://schemas.openxmlformats.org/drawingml/2006/main">
              <a:ext uri="{FF2B5EF4-FFF2-40B4-BE49-F238E27FC236}">
                <a16:creationId xmlns:a16="http://schemas.microsoft.com/office/drawing/2014/main" id="{F851621D-FAB1-41F9-8BAF-A56816B7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065" y="6259719"/>
            <a:ext cx="2454311" cy="125084"/>
          </a:xfrm>
          <a:custGeom xmlns:a="http://schemas.openxmlformats.org/drawingml/2006/main">
            <a:pathLst>
              <a:path w="2454311" h="125084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40751" y="63201"/>
                </a:moveTo>
                <a:cubicBezTo>
                  <a:pt x="40751" y="50240"/>
                  <a:pt x="44354" y="40640"/>
                  <a:pt x="51559" y="34402"/>
                </a:cubicBezTo>
                <a:cubicBezTo>
                  <a:pt x="57578" y="29217"/>
                  <a:pt x="64915" y="26625"/>
                  <a:pt x="73571" y="26625"/>
                </a:cubicBezTo>
                <a:cubicBezTo>
                  <a:pt x="83193" y="26625"/>
                  <a:pt x="91057" y="29777"/>
                  <a:pt x="97164" y="36082"/>
                </a:cubicBezTo>
                <a:cubicBezTo>
                  <a:pt x="103271" y="42387"/>
                  <a:pt x="106325" y="51097"/>
                  <a:pt x="106325" y="62213"/>
                </a:cubicBezTo>
                <a:cubicBezTo>
                  <a:pt x="106325" y="71219"/>
                  <a:pt x="104974" y="78304"/>
                  <a:pt x="102272" y="83466"/>
                </a:cubicBezTo>
                <a:cubicBezTo>
                  <a:pt x="99569" y="88629"/>
                  <a:pt x="95637" y="92638"/>
                  <a:pt x="90475" y="95494"/>
                </a:cubicBezTo>
                <a:cubicBezTo>
                  <a:pt x="85312" y="98350"/>
                  <a:pt x="79678" y="99778"/>
                  <a:pt x="73571" y="99778"/>
                </a:cubicBezTo>
                <a:cubicBezTo>
                  <a:pt x="63773" y="99778"/>
                  <a:pt x="55854" y="96636"/>
                  <a:pt x="49813" y="90353"/>
                </a:cubicBezTo>
                <a:cubicBezTo>
                  <a:pt x="43771" y="84071"/>
                  <a:pt x="40751" y="75020"/>
                  <a:pt x="40751" y="63201"/>
                </a:cubicBezTo>
                <a:moveTo>
                  <a:pt x="52943" y="63168"/>
                </a:moveTo>
                <a:cubicBezTo>
                  <a:pt x="52943" y="72098"/>
                  <a:pt x="54898" y="78785"/>
                  <a:pt x="58808" y="83228"/>
                </a:cubicBezTo>
                <a:cubicBezTo>
                  <a:pt x="62719" y="87671"/>
                  <a:pt x="67639" y="89892"/>
                  <a:pt x="73571" y="89892"/>
                </a:cubicBezTo>
                <a:cubicBezTo>
                  <a:pt x="79458" y="89892"/>
                  <a:pt x="84357" y="87660"/>
                  <a:pt x="88267" y="83195"/>
                </a:cubicBezTo>
                <a:cubicBezTo>
                  <a:pt x="92177" y="78730"/>
                  <a:pt x="94132" y="71923"/>
                  <a:pt x="94132" y="62775"/>
                </a:cubicBezTo>
                <a:cubicBezTo>
                  <a:pt x="94132" y="54151"/>
                  <a:pt x="92166" y="47618"/>
                  <a:pt x="88234" y="43175"/>
                </a:cubicBezTo>
                <a:cubicBezTo>
                  <a:pt x="84302" y="38732"/>
                  <a:pt x="79414" y="36510"/>
                  <a:pt x="73571" y="36510"/>
                </a:cubicBezTo>
                <a:cubicBezTo>
                  <a:pt x="67639" y="36510"/>
                  <a:pt x="62719" y="38721"/>
                  <a:pt x="58808" y="43142"/>
                </a:cubicBezTo>
                <a:cubicBezTo>
                  <a:pt x="54898" y="47563"/>
                  <a:pt x="52943" y="54238"/>
                  <a:pt x="52943" y="63168"/>
                </a:cubicBezTo>
                <a:close/>
                <a:moveTo>
                  <a:pt x="120078" y="98196"/>
                </a:moveTo>
                <a:lnTo>
                  <a:pt x="120078" y="28207"/>
                </a:lnTo>
                <a:lnTo>
                  <a:pt x="130754" y="28207"/>
                </a:lnTo>
                <a:lnTo>
                  <a:pt x="130754" y="38751"/>
                </a:lnTo>
                <a:cubicBezTo>
                  <a:pt x="133478" y="33814"/>
                  <a:pt x="135993" y="30559"/>
                  <a:pt x="138300" y="28985"/>
                </a:cubicBezTo>
                <a:cubicBezTo>
                  <a:pt x="140607" y="27412"/>
                  <a:pt x="143144" y="26625"/>
                  <a:pt x="145912" y="26625"/>
                </a:cubicBezTo>
                <a:cubicBezTo>
                  <a:pt x="149910" y="26625"/>
                  <a:pt x="153974" y="27894"/>
                  <a:pt x="158104" y="30431"/>
                </a:cubicBezTo>
                <a:lnTo>
                  <a:pt x="154018" y="41387"/>
                </a:lnTo>
                <a:cubicBezTo>
                  <a:pt x="151118" y="39674"/>
                  <a:pt x="148218" y="38817"/>
                  <a:pt x="145319" y="38817"/>
                </a:cubicBezTo>
                <a:cubicBezTo>
                  <a:pt x="142726" y="38817"/>
                  <a:pt x="140398" y="39598"/>
                  <a:pt x="138333" y="41161"/>
                </a:cubicBezTo>
                <a:cubicBezTo>
                  <a:pt x="136268" y="42722"/>
                  <a:pt x="134796" y="44888"/>
                  <a:pt x="133917" y="47658"/>
                </a:cubicBezTo>
                <a:cubicBezTo>
                  <a:pt x="132599" y="51880"/>
                  <a:pt x="131940" y="56498"/>
                  <a:pt x="131940" y="61512"/>
                </a:cubicBezTo>
                <a:lnTo>
                  <a:pt x="131940" y="98196"/>
                </a:lnTo>
                <a:lnTo>
                  <a:pt x="120078" y="98196"/>
                </a:lnTo>
                <a:close/>
                <a:moveTo>
                  <a:pt x="248347" y="89554"/>
                </a:moveTo>
                <a:cubicBezTo>
                  <a:pt x="243954" y="93292"/>
                  <a:pt x="239725" y="95930"/>
                  <a:pt x="235661" y="97469"/>
                </a:cubicBezTo>
                <a:cubicBezTo>
                  <a:pt x="231597" y="99008"/>
                  <a:pt x="227236" y="99778"/>
                  <a:pt x="222579" y="99778"/>
                </a:cubicBezTo>
                <a:cubicBezTo>
                  <a:pt x="214890" y="99778"/>
                  <a:pt x="208981" y="97898"/>
                  <a:pt x="204851" y="94139"/>
                </a:cubicBezTo>
                <a:cubicBezTo>
                  <a:pt x="200721" y="90379"/>
                  <a:pt x="198656" y="85576"/>
                  <a:pt x="198656" y="79729"/>
                </a:cubicBezTo>
                <a:cubicBezTo>
                  <a:pt x="198656" y="76300"/>
                  <a:pt x="199436" y="73168"/>
                  <a:pt x="200996" y="70333"/>
                </a:cubicBezTo>
                <a:cubicBezTo>
                  <a:pt x="202555" y="67497"/>
                  <a:pt x="204598" y="65221"/>
                  <a:pt x="207125" y="63506"/>
                </a:cubicBezTo>
                <a:cubicBezTo>
                  <a:pt x="209651" y="61791"/>
                  <a:pt x="212496" y="60494"/>
                  <a:pt x="215659" y="59616"/>
                </a:cubicBezTo>
                <a:cubicBezTo>
                  <a:pt x="217988" y="58999"/>
                  <a:pt x="221503" y="58405"/>
                  <a:pt x="226204" y="57834"/>
                </a:cubicBezTo>
                <a:cubicBezTo>
                  <a:pt x="235782" y="56700"/>
                  <a:pt x="242833" y="55348"/>
                  <a:pt x="247359" y="53777"/>
                </a:cubicBezTo>
                <a:cubicBezTo>
                  <a:pt x="247403" y="52158"/>
                  <a:pt x="247425" y="51130"/>
                  <a:pt x="247425" y="50692"/>
                </a:cubicBezTo>
                <a:cubicBezTo>
                  <a:pt x="247425" y="45877"/>
                  <a:pt x="246304" y="42485"/>
                  <a:pt x="244064" y="40516"/>
                </a:cubicBezTo>
                <a:cubicBezTo>
                  <a:pt x="241032" y="37846"/>
                  <a:pt x="236529" y="36510"/>
                  <a:pt x="230553" y="36510"/>
                </a:cubicBezTo>
                <a:cubicBezTo>
                  <a:pt x="224974" y="36510"/>
                  <a:pt x="220855" y="37488"/>
                  <a:pt x="218196" y="39443"/>
                </a:cubicBezTo>
                <a:cubicBezTo>
                  <a:pt x="215538" y="41398"/>
                  <a:pt x="213572" y="44858"/>
                  <a:pt x="212298" y="49823"/>
                </a:cubicBezTo>
                <a:lnTo>
                  <a:pt x="200699" y="48241"/>
                </a:lnTo>
                <a:cubicBezTo>
                  <a:pt x="201754" y="43261"/>
                  <a:pt x="203489" y="39240"/>
                  <a:pt x="205906" y="36177"/>
                </a:cubicBezTo>
                <a:cubicBezTo>
                  <a:pt x="208322" y="33114"/>
                  <a:pt x="211815" y="30756"/>
                  <a:pt x="216384" y="29105"/>
                </a:cubicBezTo>
                <a:cubicBezTo>
                  <a:pt x="220953" y="27451"/>
                  <a:pt x="226248" y="26625"/>
                  <a:pt x="232267" y="26625"/>
                </a:cubicBezTo>
                <a:cubicBezTo>
                  <a:pt x="238242" y="26625"/>
                  <a:pt x="243097" y="27328"/>
                  <a:pt x="246831" y="28734"/>
                </a:cubicBezTo>
                <a:cubicBezTo>
                  <a:pt x="250566" y="30140"/>
                  <a:pt x="253312" y="31908"/>
                  <a:pt x="255069" y="34039"/>
                </a:cubicBezTo>
                <a:cubicBezTo>
                  <a:pt x="256827" y="36170"/>
                  <a:pt x="258057" y="38861"/>
                  <a:pt x="258760" y="42112"/>
                </a:cubicBezTo>
                <a:cubicBezTo>
                  <a:pt x="259155" y="44133"/>
                  <a:pt x="259353" y="47780"/>
                  <a:pt x="259353" y="53052"/>
                </a:cubicBezTo>
                <a:lnTo>
                  <a:pt x="259353" y="68869"/>
                </a:lnTo>
                <a:cubicBezTo>
                  <a:pt x="259353" y="79897"/>
                  <a:pt x="259606" y="86871"/>
                  <a:pt x="260111" y="89793"/>
                </a:cubicBezTo>
                <a:cubicBezTo>
                  <a:pt x="260616" y="92715"/>
                  <a:pt x="261616" y="95516"/>
                  <a:pt x="263110" y="98196"/>
                </a:cubicBezTo>
                <a:lnTo>
                  <a:pt x="250720" y="98196"/>
                </a:lnTo>
                <a:cubicBezTo>
                  <a:pt x="249490" y="95733"/>
                  <a:pt x="248699" y="92852"/>
                  <a:pt x="248347" y="89554"/>
                </a:cubicBezTo>
                <a:moveTo>
                  <a:pt x="247359" y="63004"/>
                </a:moveTo>
                <a:cubicBezTo>
                  <a:pt x="243053" y="64776"/>
                  <a:pt x="236594" y="66282"/>
                  <a:pt x="227983" y="67522"/>
                </a:cubicBezTo>
                <a:cubicBezTo>
                  <a:pt x="223106" y="68228"/>
                  <a:pt x="219657" y="69022"/>
                  <a:pt x="217636" y="69905"/>
                </a:cubicBezTo>
                <a:cubicBezTo>
                  <a:pt x="215615" y="70786"/>
                  <a:pt x="214056" y="72077"/>
                  <a:pt x="212957" y="73777"/>
                </a:cubicBezTo>
                <a:cubicBezTo>
                  <a:pt x="211859" y="75475"/>
                  <a:pt x="211310" y="77361"/>
                  <a:pt x="211310" y="79434"/>
                </a:cubicBezTo>
                <a:cubicBezTo>
                  <a:pt x="211310" y="82610"/>
                  <a:pt x="212507" y="85257"/>
                  <a:pt x="214901" y="87375"/>
                </a:cubicBezTo>
                <a:cubicBezTo>
                  <a:pt x="217296" y="89493"/>
                  <a:pt x="220800" y="90551"/>
                  <a:pt x="225413" y="90551"/>
                </a:cubicBezTo>
                <a:cubicBezTo>
                  <a:pt x="229982" y="90551"/>
                  <a:pt x="234046" y="89547"/>
                  <a:pt x="237605" y="87538"/>
                </a:cubicBezTo>
                <a:cubicBezTo>
                  <a:pt x="241164" y="85529"/>
                  <a:pt x="243778" y="82781"/>
                  <a:pt x="245447" y="79294"/>
                </a:cubicBezTo>
                <a:cubicBezTo>
                  <a:pt x="246722" y="76600"/>
                  <a:pt x="247359" y="72627"/>
                  <a:pt x="247359" y="67374"/>
                </a:cubicBezTo>
                <a:lnTo>
                  <a:pt x="247359" y="63004"/>
                </a:lnTo>
                <a:close/>
                <a:moveTo>
                  <a:pt x="317415" y="98196"/>
                </a:moveTo>
                <a:lnTo>
                  <a:pt x="317415" y="1582"/>
                </a:lnTo>
                <a:lnTo>
                  <a:pt x="382594" y="1582"/>
                </a:lnTo>
                <a:lnTo>
                  <a:pt x="382594" y="12983"/>
                </a:lnTo>
                <a:lnTo>
                  <a:pt x="330201" y="12983"/>
                </a:lnTo>
                <a:lnTo>
                  <a:pt x="330201" y="42837"/>
                </a:lnTo>
                <a:lnTo>
                  <a:pt x="375542" y="42837"/>
                </a:lnTo>
                <a:lnTo>
                  <a:pt x="375542" y="54238"/>
                </a:lnTo>
                <a:lnTo>
                  <a:pt x="330201" y="54238"/>
                </a:lnTo>
                <a:lnTo>
                  <a:pt x="330201" y="98196"/>
                </a:lnTo>
                <a:lnTo>
                  <a:pt x="317415" y="98196"/>
                </a:lnTo>
                <a:close/>
                <a:moveTo>
                  <a:pt x="443378" y="89554"/>
                </a:moveTo>
                <a:cubicBezTo>
                  <a:pt x="438985" y="93292"/>
                  <a:pt x="434756" y="95930"/>
                  <a:pt x="430692" y="97469"/>
                </a:cubicBezTo>
                <a:cubicBezTo>
                  <a:pt x="426628" y="99008"/>
                  <a:pt x="422267" y="99778"/>
                  <a:pt x="417610" y="99778"/>
                </a:cubicBezTo>
                <a:cubicBezTo>
                  <a:pt x="409921" y="99778"/>
                  <a:pt x="404012" y="97898"/>
                  <a:pt x="399882" y="94139"/>
                </a:cubicBezTo>
                <a:cubicBezTo>
                  <a:pt x="395752" y="90379"/>
                  <a:pt x="393687" y="85576"/>
                  <a:pt x="393687" y="79729"/>
                </a:cubicBezTo>
                <a:cubicBezTo>
                  <a:pt x="393687" y="76300"/>
                  <a:pt x="394467" y="73168"/>
                  <a:pt x="396027" y="70333"/>
                </a:cubicBezTo>
                <a:cubicBezTo>
                  <a:pt x="397586" y="67497"/>
                  <a:pt x="399629" y="65221"/>
                  <a:pt x="402156" y="63506"/>
                </a:cubicBezTo>
                <a:cubicBezTo>
                  <a:pt x="404682" y="61791"/>
                  <a:pt x="407527" y="60494"/>
                  <a:pt x="410690" y="59616"/>
                </a:cubicBezTo>
                <a:cubicBezTo>
                  <a:pt x="413019" y="58999"/>
                  <a:pt x="416534" y="58405"/>
                  <a:pt x="421235" y="57834"/>
                </a:cubicBezTo>
                <a:cubicBezTo>
                  <a:pt x="430813" y="56700"/>
                  <a:pt x="437864" y="55348"/>
                  <a:pt x="442390" y="53777"/>
                </a:cubicBezTo>
                <a:cubicBezTo>
                  <a:pt x="442434" y="52158"/>
                  <a:pt x="442456" y="51130"/>
                  <a:pt x="442456" y="50692"/>
                </a:cubicBezTo>
                <a:cubicBezTo>
                  <a:pt x="442456" y="45877"/>
                  <a:pt x="441335" y="42485"/>
                  <a:pt x="439095" y="40516"/>
                </a:cubicBezTo>
                <a:cubicBezTo>
                  <a:pt x="436063" y="37846"/>
                  <a:pt x="431560" y="36510"/>
                  <a:pt x="425584" y="36510"/>
                </a:cubicBezTo>
                <a:cubicBezTo>
                  <a:pt x="420005" y="36510"/>
                  <a:pt x="415886" y="37488"/>
                  <a:pt x="413227" y="39443"/>
                </a:cubicBezTo>
                <a:cubicBezTo>
                  <a:pt x="410569" y="41398"/>
                  <a:pt x="408603" y="44858"/>
                  <a:pt x="407329" y="49823"/>
                </a:cubicBezTo>
                <a:lnTo>
                  <a:pt x="395730" y="48241"/>
                </a:lnTo>
                <a:cubicBezTo>
                  <a:pt x="396785" y="43261"/>
                  <a:pt x="398520" y="39240"/>
                  <a:pt x="400937" y="36177"/>
                </a:cubicBezTo>
                <a:cubicBezTo>
                  <a:pt x="403353" y="33114"/>
                  <a:pt x="406846" y="30756"/>
                  <a:pt x="411415" y="29105"/>
                </a:cubicBezTo>
                <a:cubicBezTo>
                  <a:pt x="415984" y="27451"/>
                  <a:pt x="421279" y="26625"/>
                  <a:pt x="427298" y="26625"/>
                </a:cubicBezTo>
                <a:cubicBezTo>
                  <a:pt x="433273" y="26625"/>
                  <a:pt x="438128" y="27328"/>
                  <a:pt x="441862" y="28734"/>
                </a:cubicBezTo>
                <a:cubicBezTo>
                  <a:pt x="445597" y="30140"/>
                  <a:pt x="448343" y="31908"/>
                  <a:pt x="450100" y="34039"/>
                </a:cubicBezTo>
                <a:cubicBezTo>
                  <a:pt x="451858" y="36170"/>
                  <a:pt x="453088" y="38861"/>
                  <a:pt x="453791" y="42112"/>
                </a:cubicBezTo>
                <a:cubicBezTo>
                  <a:pt x="454186" y="44133"/>
                  <a:pt x="454384" y="47780"/>
                  <a:pt x="454384" y="53052"/>
                </a:cubicBezTo>
                <a:lnTo>
                  <a:pt x="454384" y="68869"/>
                </a:lnTo>
                <a:cubicBezTo>
                  <a:pt x="454384" y="79897"/>
                  <a:pt x="454637" y="86871"/>
                  <a:pt x="455142" y="89793"/>
                </a:cubicBezTo>
                <a:cubicBezTo>
                  <a:pt x="455647" y="92715"/>
                  <a:pt x="456647" y="95516"/>
                  <a:pt x="458141" y="98196"/>
                </a:cubicBezTo>
                <a:lnTo>
                  <a:pt x="445751" y="98196"/>
                </a:lnTo>
                <a:cubicBezTo>
                  <a:pt x="444521" y="95733"/>
                  <a:pt x="443730" y="92852"/>
                  <a:pt x="443378" y="89554"/>
                </a:cubicBezTo>
                <a:moveTo>
                  <a:pt x="442390" y="63004"/>
                </a:moveTo>
                <a:cubicBezTo>
                  <a:pt x="438084" y="64776"/>
                  <a:pt x="431625" y="66282"/>
                  <a:pt x="423014" y="67522"/>
                </a:cubicBezTo>
                <a:cubicBezTo>
                  <a:pt x="418137" y="68228"/>
                  <a:pt x="414688" y="69022"/>
                  <a:pt x="412667" y="69905"/>
                </a:cubicBezTo>
                <a:cubicBezTo>
                  <a:pt x="410646" y="70786"/>
                  <a:pt x="409087" y="72077"/>
                  <a:pt x="407988" y="73777"/>
                </a:cubicBezTo>
                <a:cubicBezTo>
                  <a:pt x="406890" y="75475"/>
                  <a:pt x="406341" y="77361"/>
                  <a:pt x="406341" y="79434"/>
                </a:cubicBezTo>
                <a:cubicBezTo>
                  <a:pt x="406341" y="82610"/>
                  <a:pt x="407538" y="85257"/>
                  <a:pt x="409932" y="87375"/>
                </a:cubicBezTo>
                <a:cubicBezTo>
                  <a:pt x="412327" y="89493"/>
                  <a:pt x="415831" y="90551"/>
                  <a:pt x="420444" y="90551"/>
                </a:cubicBezTo>
                <a:cubicBezTo>
                  <a:pt x="425013" y="90551"/>
                  <a:pt x="429077" y="89547"/>
                  <a:pt x="432636" y="87538"/>
                </a:cubicBezTo>
                <a:cubicBezTo>
                  <a:pt x="436195" y="85529"/>
                  <a:pt x="438809" y="82781"/>
                  <a:pt x="440478" y="79294"/>
                </a:cubicBezTo>
                <a:cubicBezTo>
                  <a:pt x="441753" y="76600"/>
                  <a:pt x="442390" y="72627"/>
                  <a:pt x="442390" y="67374"/>
                </a:cubicBezTo>
                <a:lnTo>
                  <a:pt x="442390" y="63004"/>
                </a:lnTo>
                <a:close/>
                <a:moveTo>
                  <a:pt x="518422" y="72494"/>
                </a:moveTo>
                <a:lnTo>
                  <a:pt x="530086" y="74009"/>
                </a:lnTo>
                <a:cubicBezTo>
                  <a:pt x="528812" y="82070"/>
                  <a:pt x="525550" y="88380"/>
                  <a:pt x="520300" y="92940"/>
                </a:cubicBezTo>
                <a:cubicBezTo>
                  <a:pt x="515050" y="97498"/>
                  <a:pt x="508602" y="99778"/>
                  <a:pt x="500957" y="99778"/>
                </a:cubicBezTo>
                <a:cubicBezTo>
                  <a:pt x="491379" y="99778"/>
                  <a:pt x="483680" y="96647"/>
                  <a:pt x="477858" y="90386"/>
                </a:cubicBezTo>
                <a:cubicBezTo>
                  <a:pt x="472037" y="84126"/>
                  <a:pt x="469126" y="75152"/>
                  <a:pt x="469126" y="63465"/>
                </a:cubicBezTo>
                <a:cubicBezTo>
                  <a:pt x="469126" y="55908"/>
                  <a:pt x="470378" y="49296"/>
                  <a:pt x="472882" y="43628"/>
                </a:cubicBezTo>
                <a:cubicBezTo>
                  <a:pt x="475387" y="37960"/>
                  <a:pt x="479198" y="33710"/>
                  <a:pt x="484317" y="30876"/>
                </a:cubicBezTo>
                <a:cubicBezTo>
                  <a:pt x="489435" y="28042"/>
                  <a:pt x="495004" y="26625"/>
                  <a:pt x="501023" y="26625"/>
                </a:cubicBezTo>
                <a:cubicBezTo>
                  <a:pt x="508624" y="26625"/>
                  <a:pt x="514841" y="28553"/>
                  <a:pt x="519674" y="32410"/>
                </a:cubicBezTo>
                <a:cubicBezTo>
                  <a:pt x="524507" y="36265"/>
                  <a:pt x="527604" y="41740"/>
                  <a:pt x="528966" y="48834"/>
                </a:cubicBezTo>
                <a:lnTo>
                  <a:pt x="517433" y="50614"/>
                </a:lnTo>
                <a:cubicBezTo>
                  <a:pt x="516335" y="45935"/>
                  <a:pt x="514391" y="42414"/>
                  <a:pt x="511601" y="40053"/>
                </a:cubicBezTo>
                <a:cubicBezTo>
                  <a:pt x="508811" y="37691"/>
                  <a:pt x="505439" y="36510"/>
                  <a:pt x="501484" y="36510"/>
                </a:cubicBezTo>
                <a:cubicBezTo>
                  <a:pt x="495509" y="36510"/>
                  <a:pt x="490654" y="38642"/>
                  <a:pt x="486920" y="42905"/>
                </a:cubicBezTo>
                <a:cubicBezTo>
                  <a:pt x="483185" y="47167"/>
                  <a:pt x="481318" y="53910"/>
                  <a:pt x="481318" y="63135"/>
                </a:cubicBezTo>
                <a:cubicBezTo>
                  <a:pt x="481318" y="72492"/>
                  <a:pt x="483119" y="79291"/>
                  <a:pt x="486722" y="83532"/>
                </a:cubicBezTo>
                <a:cubicBezTo>
                  <a:pt x="490325" y="87772"/>
                  <a:pt x="495026" y="89892"/>
                  <a:pt x="500825" y="89892"/>
                </a:cubicBezTo>
                <a:cubicBezTo>
                  <a:pt x="505483" y="89892"/>
                  <a:pt x="509371" y="88470"/>
                  <a:pt x="512490" y="85625"/>
                </a:cubicBezTo>
                <a:cubicBezTo>
                  <a:pt x="515610" y="82780"/>
                  <a:pt x="517587" y="78403"/>
                  <a:pt x="518422" y="72494"/>
                </a:cubicBezTo>
                <a:close/>
                <a:moveTo>
                  <a:pt x="588147" y="75657"/>
                </a:moveTo>
                <a:lnTo>
                  <a:pt x="600405" y="77173"/>
                </a:lnTo>
                <a:cubicBezTo>
                  <a:pt x="598472" y="84334"/>
                  <a:pt x="594891" y="89892"/>
                  <a:pt x="589663" y="93846"/>
                </a:cubicBezTo>
                <a:cubicBezTo>
                  <a:pt x="584435" y="97800"/>
                  <a:pt x="577757" y="99778"/>
                  <a:pt x="569629" y="99778"/>
                </a:cubicBezTo>
                <a:cubicBezTo>
                  <a:pt x="559392" y="99778"/>
                  <a:pt x="551274" y="96625"/>
                  <a:pt x="545277" y="90320"/>
                </a:cubicBezTo>
                <a:cubicBezTo>
                  <a:pt x="539280" y="84016"/>
                  <a:pt x="536281" y="75174"/>
                  <a:pt x="536281" y="63794"/>
                </a:cubicBezTo>
                <a:cubicBezTo>
                  <a:pt x="536281" y="52020"/>
                  <a:pt x="539313" y="42881"/>
                  <a:pt x="545376" y="36379"/>
                </a:cubicBezTo>
                <a:cubicBezTo>
                  <a:pt x="551439" y="29876"/>
                  <a:pt x="559304" y="26625"/>
                  <a:pt x="568969" y="26625"/>
                </a:cubicBezTo>
                <a:cubicBezTo>
                  <a:pt x="578328" y="26625"/>
                  <a:pt x="585973" y="29805"/>
                  <a:pt x="591904" y="36166"/>
                </a:cubicBezTo>
                <a:cubicBezTo>
                  <a:pt x="597835" y="42526"/>
                  <a:pt x="600801" y="51474"/>
                  <a:pt x="600801" y="63010"/>
                </a:cubicBezTo>
                <a:cubicBezTo>
                  <a:pt x="600801" y="63711"/>
                  <a:pt x="600779" y="64764"/>
                  <a:pt x="600735" y="66167"/>
                </a:cubicBezTo>
                <a:lnTo>
                  <a:pt x="548539" y="66167"/>
                </a:lnTo>
                <a:cubicBezTo>
                  <a:pt x="548979" y="73834"/>
                  <a:pt x="551154" y="79704"/>
                  <a:pt x="555064" y="83780"/>
                </a:cubicBezTo>
                <a:cubicBezTo>
                  <a:pt x="558974" y="87855"/>
                  <a:pt x="563851" y="89892"/>
                  <a:pt x="569694" y="89892"/>
                </a:cubicBezTo>
                <a:cubicBezTo>
                  <a:pt x="574044" y="89892"/>
                  <a:pt x="577757" y="88761"/>
                  <a:pt x="580832" y="86498"/>
                </a:cubicBezTo>
                <a:cubicBezTo>
                  <a:pt x="583908" y="84234"/>
                  <a:pt x="586346" y="80620"/>
                  <a:pt x="588147" y="75657"/>
                </a:cubicBezTo>
                <a:moveTo>
                  <a:pt x="549199" y="56281"/>
                </a:moveTo>
                <a:lnTo>
                  <a:pt x="588279" y="56281"/>
                </a:lnTo>
                <a:cubicBezTo>
                  <a:pt x="587752" y="50490"/>
                  <a:pt x="586258" y="46147"/>
                  <a:pt x="583798" y="43251"/>
                </a:cubicBezTo>
                <a:cubicBezTo>
                  <a:pt x="580019" y="38757"/>
                  <a:pt x="575120" y="36510"/>
                  <a:pt x="569101" y="36510"/>
                </a:cubicBezTo>
                <a:cubicBezTo>
                  <a:pt x="563653" y="36510"/>
                  <a:pt x="559073" y="38304"/>
                  <a:pt x="555360" y="41892"/>
                </a:cubicBezTo>
                <a:cubicBezTo>
                  <a:pt x="551648" y="45478"/>
                  <a:pt x="549594" y="50275"/>
                  <a:pt x="549199" y="56281"/>
                </a:cubicBezTo>
                <a:close/>
                <a:moveTo>
                  <a:pt x="626218" y="98196"/>
                </a:moveTo>
                <a:lnTo>
                  <a:pt x="615213" y="98196"/>
                </a:lnTo>
                <a:lnTo>
                  <a:pt x="615213" y="1582"/>
                </a:lnTo>
                <a:lnTo>
                  <a:pt x="627075" y="1582"/>
                </a:lnTo>
                <a:lnTo>
                  <a:pt x="627075" y="36177"/>
                </a:lnTo>
                <a:cubicBezTo>
                  <a:pt x="632084" y="29809"/>
                  <a:pt x="638476" y="26625"/>
                  <a:pt x="646253" y="26625"/>
                </a:cubicBezTo>
                <a:cubicBezTo>
                  <a:pt x="650559" y="26625"/>
                  <a:pt x="654634" y="27493"/>
                  <a:pt x="658478" y="29228"/>
                </a:cubicBezTo>
                <a:cubicBezTo>
                  <a:pt x="662322" y="30964"/>
                  <a:pt x="665486" y="33402"/>
                  <a:pt x="667968" y="36543"/>
                </a:cubicBezTo>
                <a:cubicBezTo>
                  <a:pt x="670450" y="39685"/>
                  <a:pt x="672395" y="43474"/>
                  <a:pt x="673801" y="47912"/>
                </a:cubicBezTo>
                <a:cubicBezTo>
                  <a:pt x="675206" y="52349"/>
                  <a:pt x="675909" y="57094"/>
                  <a:pt x="675909" y="62147"/>
                </a:cubicBezTo>
                <a:cubicBezTo>
                  <a:pt x="675909" y="74141"/>
                  <a:pt x="672944" y="83412"/>
                  <a:pt x="667013" y="89958"/>
                </a:cubicBezTo>
                <a:cubicBezTo>
                  <a:pt x="661081" y="96504"/>
                  <a:pt x="653964" y="99778"/>
                  <a:pt x="645660" y="99778"/>
                </a:cubicBezTo>
                <a:cubicBezTo>
                  <a:pt x="637400" y="99778"/>
                  <a:pt x="630920" y="96285"/>
                  <a:pt x="626218" y="89299"/>
                </a:cubicBezTo>
                <a:lnTo>
                  <a:pt x="626218" y="98196"/>
                </a:lnTo>
                <a:moveTo>
                  <a:pt x="626087" y="62676"/>
                </a:moveTo>
                <a:cubicBezTo>
                  <a:pt x="626087" y="71027"/>
                  <a:pt x="627229" y="77060"/>
                  <a:pt x="629514" y="80777"/>
                </a:cubicBezTo>
                <a:cubicBezTo>
                  <a:pt x="633248" y="86854"/>
                  <a:pt x="638301" y="89892"/>
                  <a:pt x="644671" y="89892"/>
                </a:cubicBezTo>
                <a:cubicBezTo>
                  <a:pt x="649856" y="89892"/>
                  <a:pt x="654337" y="87651"/>
                  <a:pt x="658116" y="83170"/>
                </a:cubicBezTo>
                <a:cubicBezTo>
                  <a:pt x="661894" y="78688"/>
                  <a:pt x="663783" y="72010"/>
                  <a:pt x="663783" y="63135"/>
                </a:cubicBezTo>
                <a:cubicBezTo>
                  <a:pt x="663783" y="54042"/>
                  <a:pt x="661971" y="47332"/>
                  <a:pt x="658346" y="43004"/>
                </a:cubicBezTo>
                <a:cubicBezTo>
                  <a:pt x="654722" y="38675"/>
                  <a:pt x="650339" y="36510"/>
                  <a:pt x="645199" y="36510"/>
                </a:cubicBezTo>
                <a:cubicBezTo>
                  <a:pt x="640014" y="36510"/>
                  <a:pt x="635533" y="38751"/>
                  <a:pt x="631754" y="43233"/>
                </a:cubicBezTo>
                <a:cubicBezTo>
                  <a:pt x="627976" y="47714"/>
                  <a:pt x="626087" y="54195"/>
                  <a:pt x="626087" y="62676"/>
                </a:cubicBezTo>
                <a:close/>
                <a:moveTo>
                  <a:pt x="685907" y="63201"/>
                </a:moveTo>
                <a:cubicBezTo>
                  <a:pt x="685907" y="50240"/>
                  <a:pt x="689509" y="40640"/>
                  <a:pt x="696715" y="34402"/>
                </a:cubicBezTo>
                <a:cubicBezTo>
                  <a:pt x="702734" y="29217"/>
                  <a:pt x="710071" y="26625"/>
                  <a:pt x="718726" y="26625"/>
                </a:cubicBezTo>
                <a:cubicBezTo>
                  <a:pt x="728348" y="26625"/>
                  <a:pt x="736213" y="29777"/>
                  <a:pt x="742320" y="36082"/>
                </a:cubicBezTo>
                <a:cubicBezTo>
                  <a:pt x="748427" y="42387"/>
                  <a:pt x="751480" y="51097"/>
                  <a:pt x="751480" y="62213"/>
                </a:cubicBezTo>
                <a:cubicBezTo>
                  <a:pt x="751480" y="71219"/>
                  <a:pt x="750129" y="78304"/>
                  <a:pt x="747427" y="83466"/>
                </a:cubicBezTo>
                <a:cubicBezTo>
                  <a:pt x="744725" y="88629"/>
                  <a:pt x="740793" y="92638"/>
                  <a:pt x="735631" y="95494"/>
                </a:cubicBezTo>
                <a:cubicBezTo>
                  <a:pt x="730468" y="98350"/>
                  <a:pt x="724833" y="99778"/>
                  <a:pt x="718726" y="99778"/>
                </a:cubicBezTo>
                <a:cubicBezTo>
                  <a:pt x="708929" y="99778"/>
                  <a:pt x="701009" y="96636"/>
                  <a:pt x="694968" y="90353"/>
                </a:cubicBezTo>
                <a:cubicBezTo>
                  <a:pt x="688927" y="84071"/>
                  <a:pt x="685907" y="75020"/>
                  <a:pt x="685907" y="63201"/>
                </a:cubicBezTo>
                <a:moveTo>
                  <a:pt x="698099" y="63168"/>
                </a:moveTo>
                <a:cubicBezTo>
                  <a:pt x="698099" y="72098"/>
                  <a:pt x="700054" y="78785"/>
                  <a:pt x="703964" y="83228"/>
                </a:cubicBezTo>
                <a:cubicBezTo>
                  <a:pt x="707874" y="87671"/>
                  <a:pt x="712795" y="89892"/>
                  <a:pt x="718726" y="89892"/>
                </a:cubicBezTo>
                <a:cubicBezTo>
                  <a:pt x="724614" y="89892"/>
                  <a:pt x="729513" y="87660"/>
                  <a:pt x="733423" y="83195"/>
                </a:cubicBezTo>
                <a:cubicBezTo>
                  <a:pt x="737333" y="78730"/>
                  <a:pt x="739288" y="71923"/>
                  <a:pt x="739288" y="62775"/>
                </a:cubicBezTo>
                <a:cubicBezTo>
                  <a:pt x="739288" y="54151"/>
                  <a:pt x="737322" y="47618"/>
                  <a:pt x="733390" y="43175"/>
                </a:cubicBezTo>
                <a:cubicBezTo>
                  <a:pt x="729458" y="38732"/>
                  <a:pt x="724570" y="36510"/>
                  <a:pt x="718726" y="36510"/>
                </a:cubicBezTo>
                <a:cubicBezTo>
                  <a:pt x="712795" y="36510"/>
                  <a:pt x="707874" y="38721"/>
                  <a:pt x="703964" y="43142"/>
                </a:cubicBezTo>
                <a:cubicBezTo>
                  <a:pt x="700054" y="47563"/>
                  <a:pt x="698099" y="54238"/>
                  <a:pt x="698099" y="63168"/>
                </a:cubicBezTo>
                <a:close/>
                <a:moveTo>
                  <a:pt x="760950" y="63201"/>
                </a:moveTo>
                <a:cubicBezTo>
                  <a:pt x="760950" y="50240"/>
                  <a:pt x="764553" y="40640"/>
                  <a:pt x="771758" y="34402"/>
                </a:cubicBezTo>
                <a:cubicBezTo>
                  <a:pt x="777777" y="29217"/>
                  <a:pt x="785115" y="26625"/>
                  <a:pt x="793770" y="26625"/>
                </a:cubicBezTo>
                <a:cubicBezTo>
                  <a:pt x="803392" y="26625"/>
                  <a:pt x="811256" y="29777"/>
                  <a:pt x="817363" y="36082"/>
                </a:cubicBezTo>
                <a:cubicBezTo>
                  <a:pt x="823470" y="42387"/>
                  <a:pt x="826524" y="51097"/>
                  <a:pt x="826524" y="62213"/>
                </a:cubicBezTo>
                <a:cubicBezTo>
                  <a:pt x="826524" y="71219"/>
                  <a:pt x="825173" y="78304"/>
                  <a:pt x="822471" y="83466"/>
                </a:cubicBezTo>
                <a:cubicBezTo>
                  <a:pt x="819769" y="88629"/>
                  <a:pt x="815836" y="92638"/>
                  <a:pt x="810674" y="95494"/>
                </a:cubicBezTo>
                <a:cubicBezTo>
                  <a:pt x="805512" y="98350"/>
                  <a:pt x="799877" y="99778"/>
                  <a:pt x="793770" y="99778"/>
                </a:cubicBezTo>
                <a:cubicBezTo>
                  <a:pt x="783972" y="99778"/>
                  <a:pt x="776053" y="96636"/>
                  <a:pt x="770012" y="90353"/>
                </a:cubicBezTo>
                <a:cubicBezTo>
                  <a:pt x="763971" y="84071"/>
                  <a:pt x="760950" y="75020"/>
                  <a:pt x="760950" y="63201"/>
                </a:cubicBezTo>
                <a:moveTo>
                  <a:pt x="773142" y="63168"/>
                </a:moveTo>
                <a:cubicBezTo>
                  <a:pt x="773142" y="72098"/>
                  <a:pt x="775097" y="78785"/>
                  <a:pt x="779007" y="83228"/>
                </a:cubicBezTo>
                <a:cubicBezTo>
                  <a:pt x="782918" y="87671"/>
                  <a:pt x="787839" y="89892"/>
                  <a:pt x="793770" y="89892"/>
                </a:cubicBezTo>
                <a:cubicBezTo>
                  <a:pt x="799657" y="89892"/>
                  <a:pt x="804556" y="87660"/>
                  <a:pt x="808466" y="83195"/>
                </a:cubicBezTo>
                <a:cubicBezTo>
                  <a:pt x="812376" y="78730"/>
                  <a:pt x="814332" y="71923"/>
                  <a:pt x="814332" y="62775"/>
                </a:cubicBezTo>
                <a:cubicBezTo>
                  <a:pt x="814332" y="54151"/>
                  <a:pt x="812366" y="47618"/>
                  <a:pt x="808433" y="43175"/>
                </a:cubicBezTo>
                <a:cubicBezTo>
                  <a:pt x="804501" y="38732"/>
                  <a:pt x="799613" y="36510"/>
                  <a:pt x="793770" y="36510"/>
                </a:cubicBezTo>
                <a:cubicBezTo>
                  <a:pt x="787839" y="36510"/>
                  <a:pt x="782918" y="38721"/>
                  <a:pt x="779007" y="43142"/>
                </a:cubicBezTo>
                <a:cubicBezTo>
                  <a:pt x="775097" y="47563"/>
                  <a:pt x="773142" y="54238"/>
                  <a:pt x="773142" y="63168"/>
                </a:cubicBezTo>
                <a:close/>
                <a:moveTo>
                  <a:pt x="840474" y="98196"/>
                </a:moveTo>
                <a:lnTo>
                  <a:pt x="840474" y="1582"/>
                </a:lnTo>
                <a:lnTo>
                  <a:pt x="852337" y="1582"/>
                </a:lnTo>
                <a:lnTo>
                  <a:pt x="852337" y="56677"/>
                </a:lnTo>
                <a:lnTo>
                  <a:pt x="880412" y="28207"/>
                </a:lnTo>
                <a:lnTo>
                  <a:pt x="895767" y="28207"/>
                </a:lnTo>
                <a:lnTo>
                  <a:pt x="869010" y="54172"/>
                </a:lnTo>
                <a:lnTo>
                  <a:pt x="898469" y="98196"/>
                </a:lnTo>
                <a:lnTo>
                  <a:pt x="883839" y="98196"/>
                </a:lnTo>
                <a:lnTo>
                  <a:pt x="860707" y="62410"/>
                </a:lnTo>
                <a:lnTo>
                  <a:pt x="852337" y="70451"/>
                </a:lnTo>
                <a:lnTo>
                  <a:pt x="852337" y="98196"/>
                </a:lnTo>
                <a:lnTo>
                  <a:pt x="840474" y="98196"/>
                </a:lnTo>
                <a:close/>
                <a:moveTo>
                  <a:pt x="945415" y="125084"/>
                </a:moveTo>
                <a:lnTo>
                  <a:pt x="945415" y="28207"/>
                </a:lnTo>
                <a:lnTo>
                  <a:pt x="956223" y="28207"/>
                </a:lnTo>
                <a:lnTo>
                  <a:pt x="956223" y="37235"/>
                </a:lnTo>
                <a:cubicBezTo>
                  <a:pt x="958771" y="33699"/>
                  <a:pt x="961649" y="31046"/>
                  <a:pt x="964856" y="29278"/>
                </a:cubicBezTo>
                <a:cubicBezTo>
                  <a:pt x="968064" y="27509"/>
                  <a:pt x="971952" y="26625"/>
                  <a:pt x="976521" y="26625"/>
                </a:cubicBezTo>
                <a:cubicBezTo>
                  <a:pt x="982496" y="26625"/>
                  <a:pt x="987769" y="28163"/>
                  <a:pt x="992338" y="31238"/>
                </a:cubicBezTo>
                <a:cubicBezTo>
                  <a:pt x="996907" y="34314"/>
                  <a:pt x="1000356" y="38652"/>
                  <a:pt x="1002685" y="44254"/>
                </a:cubicBezTo>
                <a:cubicBezTo>
                  <a:pt x="1005013" y="49856"/>
                  <a:pt x="1006178" y="55996"/>
                  <a:pt x="1006178" y="62674"/>
                </a:cubicBezTo>
                <a:cubicBezTo>
                  <a:pt x="1006178" y="69835"/>
                  <a:pt x="1004893" y="76283"/>
                  <a:pt x="1002322" y="82017"/>
                </a:cubicBezTo>
                <a:cubicBezTo>
                  <a:pt x="999752" y="87750"/>
                  <a:pt x="996018" y="92144"/>
                  <a:pt x="991119" y="95197"/>
                </a:cubicBezTo>
                <a:cubicBezTo>
                  <a:pt x="986220" y="98251"/>
                  <a:pt x="981069" y="99778"/>
                  <a:pt x="975664" y="99778"/>
                </a:cubicBezTo>
                <a:cubicBezTo>
                  <a:pt x="971710" y="99778"/>
                  <a:pt x="968162" y="98932"/>
                  <a:pt x="965021" y="97240"/>
                </a:cubicBezTo>
                <a:cubicBezTo>
                  <a:pt x="961880" y="95547"/>
                  <a:pt x="959298" y="93410"/>
                  <a:pt x="957277" y="90827"/>
                </a:cubicBezTo>
                <a:lnTo>
                  <a:pt x="957277" y="125084"/>
                </a:lnTo>
                <a:lnTo>
                  <a:pt x="945415" y="125084"/>
                </a:lnTo>
                <a:moveTo>
                  <a:pt x="956157" y="63498"/>
                </a:moveTo>
                <a:cubicBezTo>
                  <a:pt x="956157" y="72494"/>
                  <a:pt x="957980" y="79142"/>
                  <a:pt x="961627" y="83442"/>
                </a:cubicBezTo>
                <a:cubicBezTo>
                  <a:pt x="965274" y="87742"/>
                  <a:pt x="969689" y="89892"/>
                  <a:pt x="974874" y="89892"/>
                </a:cubicBezTo>
                <a:cubicBezTo>
                  <a:pt x="980146" y="89892"/>
                  <a:pt x="984660" y="87665"/>
                  <a:pt x="988417" y="83211"/>
                </a:cubicBezTo>
                <a:cubicBezTo>
                  <a:pt x="992173" y="78757"/>
                  <a:pt x="994051" y="71857"/>
                  <a:pt x="994051" y="62509"/>
                </a:cubicBezTo>
                <a:cubicBezTo>
                  <a:pt x="994051" y="53601"/>
                  <a:pt x="992217" y="46931"/>
                  <a:pt x="988549" y="42499"/>
                </a:cubicBezTo>
                <a:cubicBezTo>
                  <a:pt x="984880" y="38067"/>
                  <a:pt x="980497" y="35851"/>
                  <a:pt x="975401" y="35851"/>
                </a:cubicBezTo>
                <a:cubicBezTo>
                  <a:pt x="970348" y="35851"/>
                  <a:pt x="965878" y="38210"/>
                  <a:pt x="961990" y="42928"/>
                </a:cubicBezTo>
                <a:cubicBezTo>
                  <a:pt x="958101" y="47645"/>
                  <a:pt x="956157" y="54502"/>
                  <a:pt x="956157" y="63498"/>
                </a:cubicBezTo>
                <a:close/>
                <a:moveTo>
                  <a:pt x="1016042" y="63201"/>
                </a:moveTo>
                <a:cubicBezTo>
                  <a:pt x="1016042" y="50240"/>
                  <a:pt x="1019645" y="40640"/>
                  <a:pt x="1026851" y="34402"/>
                </a:cubicBezTo>
                <a:cubicBezTo>
                  <a:pt x="1032870" y="29217"/>
                  <a:pt x="1040207" y="26625"/>
                  <a:pt x="1048862" y="26625"/>
                </a:cubicBezTo>
                <a:cubicBezTo>
                  <a:pt x="1058484" y="26625"/>
                  <a:pt x="1066349" y="29777"/>
                  <a:pt x="1072456" y="36082"/>
                </a:cubicBezTo>
                <a:cubicBezTo>
                  <a:pt x="1078563" y="42387"/>
                  <a:pt x="1081616" y="51097"/>
                  <a:pt x="1081616" y="62213"/>
                </a:cubicBezTo>
                <a:cubicBezTo>
                  <a:pt x="1081616" y="71219"/>
                  <a:pt x="1080265" y="78304"/>
                  <a:pt x="1077563" y="83466"/>
                </a:cubicBezTo>
                <a:cubicBezTo>
                  <a:pt x="1074861" y="88629"/>
                  <a:pt x="1070929" y="92638"/>
                  <a:pt x="1065766" y="95494"/>
                </a:cubicBezTo>
                <a:cubicBezTo>
                  <a:pt x="1060604" y="98350"/>
                  <a:pt x="1054969" y="99778"/>
                  <a:pt x="1048862" y="99778"/>
                </a:cubicBezTo>
                <a:cubicBezTo>
                  <a:pt x="1039065" y="99778"/>
                  <a:pt x="1031145" y="96636"/>
                  <a:pt x="1025104" y="90353"/>
                </a:cubicBezTo>
                <a:cubicBezTo>
                  <a:pt x="1019063" y="84071"/>
                  <a:pt x="1016042" y="75020"/>
                  <a:pt x="1016042" y="63201"/>
                </a:cubicBezTo>
                <a:moveTo>
                  <a:pt x="1028235" y="63168"/>
                </a:moveTo>
                <a:cubicBezTo>
                  <a:pt x="1028235" y="72098"/>
                  <a:pt x="1030190" y="78785"/>
                  <a:pt x="1034100" y="83228"/>
                </a:cubicBezTo>
                <a:cubicBezTo>
                  <a:pt x="1038010" y="87671"/>
                  <a:pt x="1042931" y="89892"/>
                  <a:pt x="1048862" y="89892"/>
                </a:cubicBezTo>
                <a:cubicBezTo>
                  <a:pt x="1054750" y="89892"/>
                  <a:pt x="1059648" y="87660"/>
                  <a:pt x="1063559" y="83195"/>
                </a:cubicBezTo>
                <a:cubicBezTo>
                  <a:pt x="1067469" y="78730"/>
                  <a:pt x="1069424" y="71923"/>
                  <a:pt x="1069424" y="62775"/>
                </a:cubicBezTo>
                <a:cubicBezTo>
                  <a:pt x="1069424" y="54151"/>
                  <a:pt x="1067458" y="47618"/>
                  <a:pt x="1063526" y="43175"/>
                </a:cubicBezTo>
                <a:cubicBezTo>
                  <a:pt x="1059594" y="38732"/>
                  <a:pt x="1054706" y="36510"/>
                  <a:pt x="1048862" y="36510"/>
                </a:cubicBezTo>
                <a:cubicBezTo>
                  <a:pt x="1042931" y="36510"/>
                  <a:pt x="1038010" y="38721"/>
                  <a:pt x="1034100" y="43142"/>
                </a:cubicBezTo>
                <a:cubicBezTo>
                  <a:pt x="1030190" y="47563"/>
                  <a:pt x="1028235" y="54238"/>
                  <a:pt x="1028235" y="63168"/>
                </a:cubicBezTo>
                <a:close/>
                <a:moveTo>
                  <a:pt x="1090756" y="77239"/>
                </a:moveTo>
                <a:lnTo>
                  <a:pt x="1102487" y="75393"/>
                </a:lnTo>
                <a:cubicBezTo>
                  <a:pt x="1103146" y="80074"/>
                  <a:pt x="1104980" y="83661"/>
                  <a:pt x="1107990" y="86154"/>
                </a:cubicBezTo>
                <a:cubicBezTo>
                  <a:pt x="1111000" y="88646"/>
                  <a:pt x="1115206" y="89892"/>
                  <a:pt x="1120610" y="89892"/>
                </a:cubicBezTo>
                <a:cubicBezTo>
                  <a:pt x="1126058" y="89892"/>
                  <a:pt x="1130101" y="88792"/>
                  <a:pt x="1132737" y="86591"/>
                </a:cubicBezTo>
                <a:cubicBezTo>
                  <a:pt x="1135373" y="84388"/>
                  <a:pt x="1136691" y="81806"/>
                  <a:pt x="1136691" y="78843"/>
                </a:cubicBezTo>
                <a:cubicBezTo>
                  <a:pt x="1136691" y="76183"/>
                  <a:pt x="1135527" y="74091"/>
                  <a:pt x="1133198" y="72566"/>
                </a:cubicBezTo>
                <a:cubicBezTo>
                  <a:pt x="1131572" y="71519"/>
                  <a:pt x="1127530" y="70190"/>
                  <a:pt x="1121072" y="68576"/>
                </a:cubicBezTo>
                <a:cubicBezTo>
                  <a:pt x="1112373" y="66378"/>
                  <a:pt x="1106342" y="64477"/>
                  <a:pt x="1102981" y="62872"/>
                </a:cubicBezTo>
                <a:cubicBezTo>
                  <a:pt x="1099620" y="61267"/>
                  <a:pt x="1097072" y="59046"/>
                  <a:pt x="1095337" y="56209"/>
                </a:cubicBezTo>
                <a:cubicBezTo>
                  <a:pt x="1093601" y="53373"/>
                  <a:pt x="1092733" y="50240"/>
                  <a:pt x="1092733" y="46810"/>
                </a:cubicBezTo>
                <a:cubicBezTo>
                  <a:pt x="1092733" y="43688"/>
                  <a:pt x="1093447" y="40796"/>
                  <a:pt x="1094875" y="38135"/>
                </a:cubicBezTo>
                <a:cubicBezTo>
                  <a:pt x="1096303" y="35474"/>
                  <a:pt x="1098247" y="33265"/>
                  <a:pt x="1100708" y="31506"/>
                </a:cubicBezTo>
                <a:cubicBezTo>
                  <a:pt x="1102553" y="30143"/>
                  <a:pt x="1105068" y="28989"/>
                  <a:pt x="1108254" y="28044"/>
                </a:cubicBezTo>
                <a:cubicBezTo>
                  <a:pt x="1111439" y="27098"/>
                  <a:pt x="1114855" y="26625"/>
                  <a:pt x="1118502" y="26625"/>
                </a:cubicBezTo>
                <a:cubicBezTo>
                  <a:pt x="1123994" y="26625"/>
                  <a:pt x="1128815" y="27421"/>
                  <a:pt x="1132967" y="29014"/>
                </a:cubicBezTo>
                <a:cubicBezTo>
                  <a:pt x="1137119" y="30605"/>
                  <a:pt x="1140184" y="32761"/>
                  <a:pt x="1142161" y="35483"/>
                </a:cubicBezTo>
                <a:cubicBezTo>
                  <a:pt x="1144138" y="38203"/>
                  <a:pt x="1145500" y="41840"/>
                  <a:pt x="1146247" y="46396"/>
                </a:cubicBezTo>
                <a:lnTo>
                  <a:pt x="1134648" y="47978"/>
                </a:lnTo>
                <a:cubicBezTo>
                  <a:pt x="1134121" y="44375"/>
                  <a:pt x="1132594" y="41563"/>
                  <a:pt x="1130068" y="39542"/>
                </a:cubicBezTo>
                <a:cubicBezTo>
                  <a:pt x="1127541" y="37521"/>
                  <a:pt x="1123972" y="36510"/>
                  <a:pt x="1119358" y="36510"/>
                </a:cubicBezTo>
                <a:cubicBezTo>
                  <a:pt x="1113910" y="36510"/>
                  <a:pt x="1110022" y="37407"/>
                  <a:pt x="1107693" y="39200"/>
                </a:cubicBezTo>
                <a:cubicBezTo>
                  <a:pt x="1105365" y="40992"/>
                  <a:pt x="1104201" y="43090"/>
                  <a:pt x="1104201" y="45496"/>
                </a:cubicBezTo>
                <a:cubicBezTo>
                  <a:pt x="1104201" y="47025"/>
                  <a:pt x="1104684" y="48403"/>
                  <a:pt x="1105650" y="49627"/>
                </a:cubicBezTo>
                <a:cubicBezTo>
                  <a:pt x="1106617" y="50894"/>
                  <a:pt x="1108133" y="51943"/>
                  <a:pt x="1110198" y="52774"/>
                </a:cubicBezTo>
                <a:cubicBezTo>
                  <a:pt x="1111384" y="53212"/>
                  <a:pt x="1114877" y="54218"/>
                  <a:pt x="1120676" y="55791"/>
                </a:cubicBezTo>
                <a:cubicBezTo>
                  <a:pt x="1129068" y="58031"/>
                  <a:pt x="1134922" y="59864"/>
                  <a:pt x="1138240" y="61290"/>
                </a:cubicBezTo>
                <a:cubicBezTo>
                  <a:pt x="1141557" y="62717"/>
                  <a:pt x="1144160" y="64791"/>
                  <a:pt x="1146049" y="67514"/>
                </a:cubicBezTo>
                <a:cubicBezTo>
                  <a:pt x="1147938" y="70235"/>
                  <a:pt x="1148883" y="73615"/>
                  <a:pt x="1148883" y="77653"/>
                </a:cubicBezTo>
                <a:cubicBezTo>
                  <a:pt x="1148883" y="81604"/>
                  <a:pt x="1147730" y="85325"/>
                  <a:pt x="1145423" y="88815"/>
                </a:cubicBezTo>
                <a:cubicBezTo>
                  <a:pt x="1143116" y="92304"/>
                  <a:pt x="1139788" y="95003"/>
                  <a:pt x="1135439" y="96913"/>
                </a:cubicBezTo>
                <a:cubicBezTo>
                  <a:pt x="1131089" y="98823"/>
                  <a:pt x="1126168" y="99778"/>
                  <a:pt x="1120676" y="99778"/>
                </a:cubicBezTo>
                <a:cubicBezTo>
                  <a:pt x="1111582" y="99778"/>
                  <a:pt x="1104651" y="97883"/>
                  <a:pt x="1099884" y="94093"/>
                </a:cubicBezTo>
                <a:cubicBezTo>
                  <a:pt x="1095117" y="90304"/>
                  <a:pt x="1092074" y="84686"/>
                  <a:pt x="1090756" y="77239"/>
                </a:cubicBezTo>
                <a:close/>
                <a:moveTo>
                  <a:pt x="1188886" y="87717"/>
                </a:moveTo>
                <a:lnTo>
                  <a:pt x="1190600" y="98196"/>
                </a:lnTo>
                <a:cubicBezTo>
                  <a:pt x="1187261" y="98811"/>
                  <a:pt x="1184273" y="99119"/>
                  <a:pt x="1181637" y="99119"/>
                </a:cubicBezTo>
                <a:cubicBezTo>
                  <a:pt x="1177331" y="99119"/>
                  <a:pt x="1173992" y="98438"/>
                  <a:pt x="1171620" y="97076"/>
                </a:cubicBezTo>
                <a:cubicBezTo>
                  <a:pt x="1169247" y="95713"/>
                  <a:pt x="1167578" y="93923"/>
                  <a:pt x="1166611" y="91704"/>
                </a:cubicBezTo>
                <a:cubicBezTo>
                  <a:pt x="1165644" y="89486"/>
                  <a:pt x="1165161" y="84817"/>
                  <a:pt x="1165161" y="77700"/>
                </a:cubicBezTo>
                <a:lnTo>
                  <a:pt x="1165161" y="37433"/>
                </a:lnTo>
                <a:lnTo>
                  <a:pt x="1156462" y="37433"/>
                </a:lnTo>
                <a:lnTo>
                  <a:pt x="1156462" y="28207"/>
                </a:lnTo>
                <a:lnTo>
                  <a:pt x="1165161" y="28207"/>
                </a:lnTo>
                <a:lnTo>
                  <a:pt x="1165161" y="10827"/>
                </a:lnTo>
                <a:lnTo>
                  <a:pt x="1176958" y="3691"/>
                </a:lnTo>
                <a:lnTo>
                  <a:pt x="1176958" y="28207"/>
                </a:lnTo>
                <a:lnTo>
                  <a:pt x="1188886" y="28207"/>
                </a:lnTo>
                <a:lnTo>
                  <a:pt x="1188886" y="37433"/>
                </a:lnTo>
                <a:lnTo>
                  <a:pt x="1176958" y="37433"/>
                </a:lnTo>
                <a:lnTo>
                  <a:pt x="1176958" y="78359"/>
                </a:lnTo>
                <a:cubicBezTo>
                  <a:pt x="1176958" y="81742"/>
                  <a:pt x="1177167" y="83917"/>
                  <a:pt x="1177584" y="84883"/>
                </a:cubicBezTo>
                <a:cubicBezTo>
                  <a:pt x="1178001" y="85850"/>
                  <a:pt x="1178682" y="86619"/>
                  <a:pt x="1179627" y="87190"/>
                </a:cubicBezTo>
                <a:cubicBezTo>
                  <a:pt x="1180572" y="87761"/>
                  <a:pt x="1181923" y="88047"/>
                  <a:pt x="1183680" y="88047"/>
                </a:cubicBezTo>
                <a:cubicBezTo>
                  <a:pt x="1184998" y="88047"/>
                  <a:pt x="1186733" y="87937"/>
                  <a:pt x="1188886" y="87717"/>
                </a:cubicBezTo>
                <a:close/>
                <a:moveTo>
                  <a:pt x="1283701" y="89554"/>
                </a:moveTo>
                <a:cubicBezTo>
                  <a:pt x="1279307" y="93292"/>
                  <a:pt x="1275078" y="95930"/>
                  <a:pt x="1271014" y="97469"/>
                </a:cubicBezTo>
                <a:cubicBezTo>
                  <a:pt x="1266950" y="99008"/>
                  <a:pt x="1262590" y="99778"/>
                  <a:pt x="1257933" y="99778"/>
                </a:cubicBezTo>
                <a:cubicBezTo>
                  <a:pt x="1250244" y="99778"/>
                  <a:pt x="1244334" y="97898"/>
                  <a:pt x="1240205" y="94139"/>
                </a:cubicBezTo>
                <a:cubicBezTo>
                  <a:pt x="1236075" y="90379"/>
                  <a:pt x="1234010" y="85576"/>
                  <a:pt x="1234010" y="79729"/>
                </a:cubicBezTo>
                <a:cubicBezTo>
                  <a:pt x="1234010" y="76300"/>
                  <a:pt x="1234789" y="73168"/>
                  <a:pt x="1236349" y="70333"/>
                </a:cubicBezTo>
                <a:cubicBezTo>
                  <a:pt x="1237909" y="67497"/>
                  <a:pt x="1239952" y="65221"/>
                  <a:pt x="1242478" y="63506"/>
                </a:cubicBezTo>
                <a:cubicBezTo>
                  <a:pt x="1245004" y="61791"/>
                  <a:pt x="1247849" y="60494"/>
                  <a:pt x="1251013" y="59616"/>
                </a:cubicBezTo>
                <a:cubicBezTo>
                  <a:pt x="1253341" y="58999"/>
                  <a:pt x="1256856" y="58405"/>
                  <a:pt x="1261557" y="57834"/>
                </a:cubicBezTo>
                <a:cubicBezTo>
                  <a:pt x="1271135" y="56700"/>
                  <a:pt x="1278187" y="55348"/>
                  <a:pt x="1282712" y="53777"/>
                </a:cubicBezTo>
                <a:cubicBezTo>
                  <a:pt x="1282756" y="52158"/>
                  <a:pt x="1282778" y="51130"/>
                  <a:pt x="1282778" y="50692"/>
                </a:cubicBezTo>
                <a:cubicBezTo>
                  <a:pt x="1282778" y="45877"/>
                  <a:pt x="1281658" y="42485"/>
                  <a:pt x="1279417" y="40516"/>
                </a:cubicBezTo>
                <a:cubicBezTo>
                  <a:pt x="1276385" y="37846"/>
                  <a:pt x="1271882" y="36510"/>
                  <a:pt x="1265907" y="36510"/>
                </a:cubicBezTo>
                <a:cubicBezTo>
                  <a:pt x="1260327" y="36510"/>
                  <a:pt x="1256208" y="37488"/>
                  <a:pt x="1253550" y="39443"/>
                </a:cubicBezTo>
                <a:cubicBezTo>
                  <a:pt x="1250892" y="41398"/>
                  <a:pt x="1248926" y="44858"/>
                  <a:pt x="1247652" y="49823"/>
                </a:cubicBezTo>
                <a:lnTo>
                  <a:pt x="1236053" y="48241"/>
                </a:lnTo>
                <a:cubicBezTo>
                  <a:pt x="1237107" y="43261"/>
                  <a:pt x="1238843" y="39240"/>
                  <a:pt x="1241259" y="36177"/>
                </a:cubicBezTo>
                <a:cubicBezTo>
                  <a:pt x="1243675" y="33114"/>
                  <a:pt x="1247168" y="30756"/>
                  <a:pt x="1251738" y="29105"/>
                </a:cubicBezTo>
                <a:cubicBezTo>
                  <a:pt x="1256307" y="27451"/>
                  <a:pt x="1261601" y="26625"/>
                  <a:pt x="1267620" y="26625"/>
                </a:cubicBezTo>
                <a:cubicBezTo>
                  <a:pt x="1273596" y="26625"/>
                  <a:pt x="1278450" y="27328"/>
                  <a:pt x="1282185" y="28734"/>
                </a:cubicBezTo>
                <a:cubicBezTo>
                  <a:pt x="1285919" y="30140"/>
                  <a:pt x="1288665" y="31908"/>
                  <a:pt x="1290423" y="34039"/>
                </a:cubicBezTo>
                <a:cubicBezTo>
                  <a:pt x="1292180" y="36170"/>
                  <a:pt x="1293410" y="38861"/>
                  <a:pt x="1294113" y="42112"/>
                </a:cubicBezTo>
                <a:cubicBezTo>
                  <a:pt x="1294509" y="44133"/>
                  <a:pt x="1294707" y="47780"/>
                  <a:pt x="1294707" y="53052"/>
                </a:cubicBezTo>
                <a:lnTo>
                  <a:pt x="1294707" y="68869"/>
                </a:lnTo>
                <a:cubicBezTo>
                  <a:pt x="1294707" y="79897"/>
                  <a:pt x="1294959" y="86871"/>
                  <a:pt x="1295464" y="89793"/>
                </a:cubicBezTo>
                <a:cubicBezTo>
                  <a:pt x="1295970" y="92715"/>
                  <a:pt x="1296969" y="95516"/>
                  <a:pt x="1298463" y="98196"/>
                </a:cubicBezTo>
                <a:lnTo>
                  <a:pt x="1286073" y="98196"/>
                </a:lnTo>
                <a:cubicBezTo>
                  <a:pt x="1284843" y="95733"/>
                  <a:pt x="1284052" y="92852"/>
                  <a:pt x="1283701" y="89554"/>
                </a:cubicBezTo>
                <a:moveTo>
                  <a:pt x="1282712" y="63004"/>
                </a:moveTo>
                <a:cubicBezTo>
                  <a:pt x="1278406" y="64776"/>
                  <a:pt x="1271948" y="66282"/>
                  <a:pt x="1263337" y="67522"/>
                </a:cubicBezTo>
                <a:cubicBezTo>
                  <a:pt x="1258460" y="68228"/>
                  <a:pt x="1255011" y="69022"/>
                  <a:pt x="1252990" y="69905"/>
                </a:cubicBezTo>
                <a:cubicBezTo>
                  <a:pt x="1250969" y="70786"/>
                  <a:pt x="1249409" y="72077"/>
                  <a:pt x="1248311" y="73777"/>
                </a:cubicBezTo>
                <a:cubicBezTo>
                  <a:pt x="1247212" y="75475"/>
                  <a:pt x="1246663" y="77361"/>
                  <a:pt x="1246663" y="79434"/>
                </a:cubicBezTo>
                <a:cubicBezTo>
                  <a:pt x="1246663" y="82610"/>
                  <a:pt x="1247860" y="85257"/>
                  <a:pt x="1250255" y="87375"/>
                </a:cubicBezTo>
                <a:cubicBezTo>
                  <a:pt x="1252649" y="89493"/>
                  <a:pt x="1256153" y="90551"/>
                  <a:pt x="1260766" y="90551"/>
                </a:cubicBezTo>
                <a:cubicBezTo>
                  <a:pt x="1265336" y="90551"/>
                  <a:pt x="1269400" y="89547"/>
                  <a:pt x="1272958" y="87538"/>
                </a:cubicBezTo>
                <a:cubicBezTo>
                  <a:pt x="1276517" y="85529"/>
                  <a:pt x="1279131" y="82781"/>
                  <a:pt x="1280801" y="79294"/>
                </a:cubicBezTo>
                <a:cubicBezTo>
                  <a:pt x="1282075" y="76600"/>
                  <a:pt x="1282712" y="72627"/>
                  <a:pt x="1282712" y="67374"/>
                </a:cubicBezTo>
                <a:lnTo>
                  <a:pt x="1282712" y="63004"/>
                </a:lnTo>
                <a:close/>
                <a:moveTo>
                  <a:pt x="1324012" y="98196"/>
                </a:moveTo>
                <a:lnTo>
                  <a:pt x="1313007" y="98196"/>
                </a:lnTo>
                <a:lnTo>
                  <a:pt x="1313007" y="1582"/>
                </a:lnTo>
                <a:lnTo>
                  <a:pt x="1324869" y="1582"/>
                </a:lnTo>
                <a:lnTo>
                  <a:pt x="1324869" y="36177"/>
                </a:lnTo>
                <a:cubicBezTo>
                  <a:pt x="1329878" y="29809"/>
                  <a:pt x="1336270" y="26625"/>
                  <a:pt x="1344047" y="26625"/>
                </a:cubicBezTo>
                <a:cubicBezTo>
                  <a:pt x="1348353" y="26625"/>
                  <a:pt x="1352428" y="27493"/>
                  <a:pt x="1356272" y="29228"/>
                </a:cubicBezTo>
                <a:cubicBezTo>
                  <a:pt x="1360116" y="30964"/>
                  <a:pt x="1363280" y="33402"/>
                  <a:pt x="1365762" y="36543"/>
                </a:cubicBezTo>
                <a:cubicBezTo>
                  <a:pt x="1368245" y="39685"/>
                  <a:pt x="1370189" y="43474"/>
                  <a:pt x="1371595" y="47912"/>
                </a:cubicBezTo>
                <a:cubicBezTo>
                  <a:pt x="1373001" y="52349"/>
                  <a:pt x="1373704" y="57094"/>
                  <a:pt x="1373704" y="62147"/>
                </a:cubicBezTo>
                <a:cubicBezTo>
                  <a:pt x="1373704" y="74141"/>
                  <a:pt x="1370738" y="83412"/>
                  <a:pt x="1364807" y="89958"/>
                </a:cubicBezTo>
                <a:cubicBezTo>
                  <a:pt x="1358875" y="96504"/>
                  <a:pt x="1351758" y="99778"/>
                  <a:pt x="1343454" y="99778"/>
                </a:cubicBezTo>
                <a:cubicBezTo>
                  <a:pt x="1335194" y="99778"/>
                  <a:pt x="1328714" y="96285"/>
                  <a:pt x="1324012" y="89299"/>
                </a:cubicBezTo>
                <a:lnTo>
                  <a:pt x="1324012" y="98196"/>
                </a:lnTo>
                <a:moveTo>
                  <a:pt x="1323881" y="62676"/>
                </a:moveTo>
                <a:cubicBezTo>
                  <a:pt x="1323881" y="71027"/>
                  <a:pt x="1325023" y="77060"/>
                  <a:pt x="1327308" y="80777"/>
                </a:cubicBezTo>
                <a:cubicBezTo>
                  <a:pt x="1331042" y="86854"/>
                  <a:pt x="1336095" y="89892"/>
                  <a:pt x="1342465" y="89892"/>
                </a:cubicBezTo>
                <a:cubicBezTo>
                  <a:pt x="1347650" y="89892"/>
                  <a:pt x="1352131" y="87651"/>
                  <a:pt x="1355910" y="83170"/>
                </a:cubicBezTo>
                <a:cubicBezTo>
                  <a:pt x="1359688" y="78688"/>
                  <a:pt x="1361577" y="72010"/>
                  <a:pt x="1361577" y="63135"/>
                </a:cubicBezTo>
                <a:cubicBezTo>
                  <a:pt x="1361577" y="54042"/>
                  <a:pt x="1359765" y="47332"/>
                  <a:pt x="1356140" y="43004"/>
                </a:cubicBezTo>
                <a:cubicBezTo>
                  <a:pt x="1352516" y="38675"/>
                  <a:pt x="1348133" y="36510"/>
                  <a:pt x="1342993" y="36510"/>
                </a:cubicBezTo>
                <a:cubicBezTo>
                  <a:pt x="1337808" y="36510"/>
                  <a:pt x="1333327" y="38751"/>
                  <a:pt x="1329548" y="43233"/>
                </a:cubicBezTo>
                <a:cubicBezTo>
                  <a:pt x="1325770" y="47714"/>
                  <a:pt x="1323881" y="54195"/>
                  <a:pt x="1323881" y="62676"/>
                </a:cubicBezTo>
                <a:close/>
                <a:moveTo>
                  <a:pt x="1383700" y="63201"/>
                </a:moveTo>
                <a:cubicBezTo>
                  <a:pt x="1383700" y="50240"/>
                  <a:pt x="1387303" y="40640"/>
                  <a:pt x="1394509" y="34402"/>
                </a:cubicBezTo>
                <a:cubicBezTo>
                  <a:pt x="1400528" y="29217"/>
                  <a:pt x="1407865" y="26625"/>
                  <a:pt x="1416520" y="26625"/>
                </a:cubicBezTo>
                <a:cubicBezTo>
                  <a:pt x="1426142" y="26625"/>
                  <a:pt x="1434007" y="29777"/>
                  <a:pt x="1440114" y="36082"/>
                </a:cubicBezTo>
                <a:cubicBezTo>
                  <a:pt x="1446221" y="42387"/>
                  <a:pt x="1449274" y="51097"/>
                  <a:pt x="1449274" y="62213"/>
                </a:cubicBezTo>
                <a:cubicBezTo>
                  <a:pt x="1449274" y="71219"/>
                  <a:pt x="1447923" y="78304"/>
                  <a:pt x="1445221" y="83466"/>
                </a:cubicBezTo>
                <a:cubicBezTo>
                  <a:pt x="1442519" y="88629"/>
                  <a:pt x="1438587" y="92638"/>
                  <a:pt x="1433424" y="95494"/>
                </a:cubicBezTo>
                <a:cubicBezTo>
                  <a:pt x="1428262" y="98350"/>
                  <a:pt x="1422627" y="99778"/>
                  <a:pt x="1416520" y="99778"/>
                </a:cubicBezTo>
                <a:cubicBezTo>
                  <a:pt x="1406723" y="99778"/>
                  <a:pt x="1398803" y="96636"/>
                  <a:pt x="1392762" y="90353"/>
                </a:cubicBezTo>
                <a:cubicBezTo>
                  <a:pt x="1386721" y="84071"/>
                  <a:pt x="1383700" y="75020"/>
                  <a:pt x="1383700" y="63201"/>
                </a:cubicBezTo>
                <a:moveTo>
                  <a:pt x="1395892" y="63168"/>
                </a:moveTo>
                <a:cubicBezTo>
                  <a:pt x="1395892" y="72098"/>
                  <a:pt x="1397848" y="78785"/>
                  <a:pt x="1401758" y="83228"/>
                </a:cubicBezTo>
                <a:cubicBezTo>
                  <a:pt x="1405668" y="87671"/>
                  <a:pt x="1410589" y="89892"/>
                  <a:pt x="1416520" y="89892"/>
                </a:cubicBezTo>
                <a:cubicBezTo>
                  <a:pt x="1422408" y="89892"/>
                  <a:pt x="1427306" y="87660"/>
                  <a:pt x="1431217" y="83195"/>
                </a:cubicBezTo>
                <a:cubicBezTo>
                  <a:pt x="1435127" y="78730"/>
                  <a:pt x="1437082" y="71923"/>
                  <a:pt x="1437082" y="62775"/>
                </a:cubicBezTo>
                <a:cubicBezTo>
                  <a:pt x="1437082" y="54151"/>
                  <a:pt x="1435116" y="47618"/>
                  <a:pt x="1431184" y="43175"/>
                </a:cubicBezTo>
                <a:cubicBezTo>
                  <a:pt x="1427251" y="38732"/>
                  <a:pt x="1422364" y="36510"/>
                  <a:pt x="1416520" y="36510"/>
                </a:cubicBezTo>
                <a:cubicBezTo>
                  <a:pt x="1410589" y="36510"/>
                  <a:pt x="1405668" y="38721"/>
                  <a:pt x="1401758" y="43142"/>
                </a:cubicBezTo>
                <a:cubicBezTo>
                  <a:pt x="1397848" y="47563"/>
                  <a:pt x="1395892" y="54238"/>
                  <a:pt x="1395892" y="63168"/>
                </a:cubicBezTo>
                <a:close/>
                <a:moveTo>
                  <a:pt x="1509028" y="98196"/>
                </a:moveTo>
                <a:lnTo>
                  <a:pt x="1509028" y="87915"/>
                </a:lnTo>
                <a:cubicBezTo>
                  <a:pt x="1503580" y="95823"/>
                  <a:pt x="1496177" y="99778"/>
                  <a:pt x="1486818" y="99778"/>
                </a:cubicBezTo>
                <a:cubicBezTo>
                  <a:pt x="1482688" y="99778"/>
                  <a:pt x="1478833" y="98987"/>
                  <a:pt x="1475252" y="97405"/>
                </a:cubicBezTo>
                <a:cubicBezTo>
                  <a:pt x="1471672" y="95823"/>
                  <a:pt x="1469013" y="93835"/>
                  <a:pt x="1467278" y="91441"/>
                </a:cubicBezTo>
                <a:cubicBezTo>
                  <a:pt x="1465543" y="89046"/>
                  <a:pt x="1464323" y="86114"/>
                  <a:pt x="1463620" y="82643"/>
                </a:cubicBezTo>
                <a:cubicBezTo>
                  <a:pt x="1463137" y="80314"/>
                  <a:pt x="1462895" y="76624"/>
                  <a:pt x="1462895" y="71571"/>
                </a:cubicBezTo>
                <a:lnTo>
                  <a:pt x="1462895" y="28207"/>
                </a:lnTo>
                <a:lnTo>
                  <a:pt x="1474758" y="28207"/>
                </a:lnTo>
                <a:lnTo>
                  <a:pt x="1474758" y="67024"/>
                </a:lnTo>
                <a:cubicBezTo>
                  <a:pt x="1474758" y="73219"/>
                  <a:pt x="1475000" y="77392"/>
                  <a:pt x="1475483" y="79545"/>
                </a:cubicBezTo>
                <a:cubicBezTo>
                  <a:pt x="1476230" y="82665"/>
                  <a:pt x="1477811" y="85114"/>
                  <a:pt x="1480228" y="86893"/>
                </a:cubicBezTo>
                <a:cubicBezTo>
                  <a:pt x="1482644" y="88673"/>
                  <a:pt x="1485632" y="89563"/>
                  <a:pt x="1489191" y="89563"/>
                </a:cubicBezTo>
                <a:cubicBezTo>
                  <a:pt x="1492750" y="89563"/>
                  <a:pt x="1496089" y="88651"/>
                  <a:pt x="1499208" y="86828"/>
                </a:cubicBezTo>
                <a:cubicBezTo>
                  <a:pt x="1502328" y="85004"/>
                  <a:pt x="1504535" y="82522"/>
                  <a:pt x="1505831" y="79380"/>
                </a:cubicBezTo>
                <a:cubicBezTo>
                  <a:pt x="1507127" y="76239"/>
                  <a:pt x="1507776" y="71681"/>
                  <a:pt x="1507776" y="65706"/>
                </a:cubicBezTo>
                <a:lnTo>
                  <a:pt x="1507776" y="28207"/>
                </a:lnTo>
                <a:lnTo>
                  <a:pt x="1519638" y="28207"/>
                </a:lnTo>
                <a:lnTo>
                  <a:pt x="1519638" y="98196"/>
                </a:lnTo>
                <a:lnTo>
                  <a:pt x="1509028" y="98196"/>
                </a:lnTo>
                <a:close/>
                <a:moveTo>
                  <a:pt x="1564102" y="87717"/>
                </a:moveTo>
                <a:lnTo>
                  <a:pt x="1565816" y="98196"/>
                </a:lnTo>
                <a:cubicBezTo>
                  <a:pt x="1562477" y="98811"/>
                  <a:pt x="1559489" y="99119"/>
                  <a:pt x="1556853" y="99119"/>
                </a:cubicBezTo>
                <a:cubicBezTo>
                  <a:pt x="1552547" y="99119"/>
                  <a:pt x="1549208" y="98438"/>
                  <a:pt x="1546836" y="97076"/>
                </a:cubicBezTo>
                <a:cubicBezTo>
                  <a:pt x="1544463" y="95713"/>
                  <a:pt x="1542794" y="93923"/>
                  <a:pt x="1541827" y="91704"/>
                </a:cubicBezTo>
                <a:cubicBezTo>
                  <a:pt x="1540860" y="89486"/>
                  <a:pt x="1540377" y="84817"/>
                  <a:pt x="1540377" y="77700"/>
                </a:cubicBezTo>
                <a:lnTo>
                  <a:pt x="1540377" y="37433"/>
                </a:lnTo>
                <a:lnTo>
                  <a:pt x="1531678" y="37433"/>
                </a:lnTo>
                <a:lnTo>
                  <a:pt x="1531678" y="28207"/>
                </a:lnTo>
                <a:lnTo>
                  <a:pt x="1540377" y="28207"/>
                </a:lnTo>
                <a:lnTo>
                  <a:pt x="1540377" y="10827"/>
                </a:lnTo>
                <a:lnTo>
                  <a:pt x="1552174" y="3691"/>
                </a:lnTo>
                <a:lnTo>
                  <a:pt x="1552174" y="28207"/>
                </a:lnTo>
                <a:lnTo>
                  <a:pt x="1564102" y="28207"/>
                </a:lnTo>
                <a:lnTo>
                  <a:pt x="1564102" y="37433"/>
                </a:lnTo>
                <a:lnTo>
                  <a:pt x="1552174" y="37433"/>
                </a:lnTo>
                <a:lnTo>
                  <a:pt x="1552174" y="78359"/>
                </a:lnTo>
                <a:cubicBezTo>
                  <a:pt x="1552174" y="81742"/>
                  <a:pt x="1552383" y="83917"/>
                  <a:pt x="1552800" y="84883"/>
                </a:cubicBezTo>
                <a:cubicBezTo>
                  <a:pt x="1553217" y="85850"/>
                  <a:pt x="1553898" y="86619"/>
                  <a:pt x="1554843" y="87190"/>
                </a:cubicBezTo>
                <a:cubicBezTo>
                  <a:pt x="1555788" y="87761"/>
                  <a:pt x="1557139" y="88047"/>
                  <a:pt x="1558896" y="88047"/>
                </a:cubicBezTo>
                <a:cubicBezTo>
                  <a:pt x="1560214" y="88047"/>
                  <a:pt x="1561950" y="87937"/>
                  <a:pt x="1564102" y="87717"/>
                </a:cubicBezTo>
                <a:close/>
                <a:moveTo>
                  <a:pt x="1632687" y="98196"/>
                </a:moveTo>
                <a:lnTo>
                  <a:pt x="1606062" y="28207"/>
                </a:lnTo>
                <a:lnTo>
                  <a:pt x="1618584" y="28207"/>
                </a:lnTo>
                <a:lnTo>
                  <a:pt x="1633610" y="70121"/>
                </a:lnTo>
                <a:cubicBezTo>
                  <a:pt x="1635235" y="74646"/>
                  <a:pt x="1636729" y="79348"/>
                  <a:pt x="1638091" y="84224"/>
                </a:cubicBezTo>
                <a:cubicBezTo>
                  <a:pt x="1639146" y="80534"/>
                  <a:pt x="1640618" y="76096"/>
                  <a:pt x="1642507" y="70912"/>
                </a:cubicBezTo>
                <a:lnTo>
                  <a:pt x="1658060" y="28207"/>
                </a:lnTo>
                <a:lnTo>
                  <a:pt x="1670252" y="28207"/>
                </a:lnTo>
                <a:lnTo>
                  <a:pt x="1643759" y="98196"/>
                </a:lnTo>
                <a:lnTo>
                  <a:pt x="1632687" y="98196"/>
                </a:lnTo>
                <a:close/>
                <a:moveTo>
                  <a:pt x="1726401" y="89554"/>
                </a:moveTo>
                <a:cubicBezTo>
                  <a:pt x="1722008" y="93292"/>
                  <a:pt x="1717779" y="95930"/>
                  <a:pt x="1713715" y="97469"/>
                </a:cubicBezTo>
                <a:cubicBezTo>
                  <a:pt x="1709651" y="99008"/>
                  <a:pt x="1705290" y="99778"/>
                  <a:pt x="1700633" y="99778"/>
                </a:cubicBezTo>
                <a:cubicBezTo>
                  <a:pt x="1692944" y="99778"/>
                  <a:pt x="1687035" y="97898"/>
                  <a:pt x="1682905" y="94139"/>
                </a:cubicBezTo>
                <a:cubicBezTo>
                  <a:pt x="1678775" y="90379"/>
                  <a:pt x="1676710" y="85576"/>
                  <a:pt x="1676710" y="79729"/>
                </a:cubicBezTo>
                <a:cubicBezTo>
                  <a:pt x="1676710" y="76300"/>
                  <a:pt x="1677490" y="73168"/>
                  <a:pt x="1679050" y="70333"/>
                </a:cubicBezTo>
                <a:cubicBezTo>
                  <a:pt x="1680609" y="67497"/>
                  <a:pt x="1682652" y="65221"/>
                  <a:pt x="1685179" y="63506"/>
                </a:cubicBezTo>
                <a:cubicBezTo>
                  <a:pt x="1687705" y="61791"/>
                  <a:pt x="1690550" y="60494"/>
                  <a:pt x="1693713" y="59616"/>
                </a:cubicBezTo>
                <a:cubicBezTo>
                  <a:pt x="1696042" y="58999"/>
                  <a:pt x="1699557" y="58405"/>
                  <a:pt x="1704258" y="57834"/>
                </a:cubicBezTo>
                <a:cubicBezTo>
                  <a:pt x="1713836" y="56700"/>
                  <a:pt x="1720887" y="55348"/>
                  <a:pt x="1725413" y="53777"/>
                </a:cubicBezTo>
                <a:cubicBezTo>
                  <a:pt x="1725457" y="52158"/>
                  <a:pt x="1725479" y="51130"/>
                  <a:pt x="1725479" y="50692"/>
                </a:cubicBezTo>
                <a:cubicBezTo>
                  <a:pt x="1725479" y="45877"/>
                  <a:pt x="1724358" y="42485"/>
                  <a:pt x="1722117" y="40516"/>
                </a:cubicBezTo>
                <a:cubicBezTo>
                  <a:pt x="1719086" y="37846"/>
                  <a:pt x="1714583" y="36510"/>
                  <a:pt x="1708607" y="36510"/>
                </a:cubicBezTo>
                <a:cubicBezTo>
                  <a:pt x="1703027" y="36510"/>
                  <a:pt x="1698909" y="37488"/>
                  <a:pt x="1696250" y="39443"/>
                </a:cubicBezTo>
                <a:cubicBezTo>
                  <a:pt x="1693592" y="41398"/>
                  <a:pt x="1691626" y="44858"/>
                  <a:pt x="1690352" y="49823"/>
                </a:cubicBezTo>
                <a:lnTo>
                  <a:pt x="1678753" y="48241"/>
                </a:lnTo>
                <a:cubicBezTo>
                  <a:pt x="1679808" y="43261"/>
                  <a:pt x="1681543" y="39240"/>
                  <a:pt x="1683959" y="36177"/>
                </a:cubicBezTo>
                <a:cubicBezTo>
                  <a:pt x="1686376" y="33114"/>
                  <a:pt x="1689869" y="30756"/>
                  <a:pt x="1694438" y="29105"/>
                </a:cubicBezTo>
                <a:cubicBezTo>
                  <a:pt x="1699007" y="27451"/>
                  <a:pt x="1704302" y="26625"/>
                  <a:pt x="1710321" y="26625"/>
                </a:cubicBezTo>
                <a:cubicBezTo>
                  <a:pt x="1716296" y="26625"/>
                  <a:pt x="1721151" y="27328"/>
                  <a:pt x="1724885" y="28734"/>
                </a:cubicBezTo>
                <a:cubicBezTo>
                  <a:pt x="1728620" y="30140"/>
                  <a:pt x="1731366" y="31908"/>
                  <a:pt x="1733123" y="34039"/>
                </a:cubicBezTo>
                <a:cubicBezTo>
                  <a:pt x="1734881" y="36170"/>
                  <a:pt x="1736111" y="38861"/>
                  <a:pt x="1736814" y="42112"/>
                </a:cubicBezTo>
                <a:cubicBezTo>
                  <a:pt x="1737209" y="44133"/>
                  <a:pt x="1737407" y="47780"/>
                  <a:pt x="1737407" y="53052"/>
                </a:cubicBezTo>
                <a:lnTo>
                  <a:pt x="1737407" y="68869"/>
                </a:lnTo>
                <a:cubicBezTo>
                  <a:pt x="1737407" y="79897"/>
                  <a:pt x="1737660" y="86871"/>
                  <a:pt x="1738165" y="89793"/>
                </a:cubicBezTo>
                <a:cubicBezTo>
                  <a:pt x="1738670" y="92715"/>
                  <a:pt x="1739670" y="95516"/>
                  <a:pt x="1741163" y="98196"/>
                </a:cubicBezTo>
                <a:lnTo>
                  <a:pt x="1728774" y="98196"/>
                </a:lnTo>
                <a:cubicBezTo>
                  <a:pt x="1727543" y="95733"/>
                  <a:pt x="1726753" y="92852"/>
                  <a:pt x="1726401" y="89554"/>
                </a:cubicBezTo>
                <a:moveTo>
                  <a:pt x="1725413" y="63004"/>
                </a:moveTo>
                <a:cubicBezTo>
                  <a:pt x="1721107" y="64776"/>
                  <a:pt x="1714648" y="66282"/>
                  <a:pt x="1706037" y="67522"/>
                </a:cubicBezTo>
                <a:cubicBezTo>
                  <a:pt x="1701160" y="68228"/>
                  <a:pt x="1697711" y="69022"/>
                  <a:pt x="1695690" y="69905"/>
                </a:cubicBezTo>
                <a:cubicBezTo>
                  <a:pt x="1693669" y="70786"/>
                  <a:pt x="1692109" y="72077"/>
                  <a:pt x="1691011" y="73777"/>
                </a:cubicBezTo>
                <a:cubicBezTo>
                  <a:pt x="1689913" y="75475"/>
                  <a:pt x="1689364" y="77361"/>
                  <a:pt x="1689364" y="79434"/>
                </a:cubicBezTo>
                <a:cubicBezTo>
                  <a:pt x="1689364" y="82610"/>
                  <a:pt x="1690561" y="85257"/>
                  <a:pt x="1692955" y="87375"/>
                </a:cubicBezTo>
                <a:cubicBezTo>
                  <a:pt x="1695350" y="89493"/>
                  <a:pt x="1698854" y="90551"/>
                  <a:pt x="1703467" y="90551"/>
                </a:cubicBezTo>
                <a:cubicBezTo>
                  <a:pt x="1708036" y="90551"/>
                  <a:pt x="1712100" y="89547"/>
                  <a:pt x="1715659" y="87538"/>
                </a:cubicBezTo>
                <a:cubicBezTo>
                  <a:pt x="1719218" y="85529"/>
                  <a:pt x="1721832" y="82781"/>
                  <a:pt x="1723501" y="79294"/>
                </a:cubicBezTo>
                <a:cubicBezTo>
                  <a:pt x="1724776" y="76600"/>
                  <a:pt x="1725413" y="72627"/>
                  <a:pt x="1725413" y="67374"/>
                </a:cubicBezTo>
                <a:lnTo>
                  <a:pt x="1725413" y="63004"/>
                </a:lnTo>
                <a:close/>
                <a:moveTo>
                  <a:pt x="1801445" y="72494"/>
                </a:moveTo>
                <a:lnTo>
                  <a:pt x="1813109" y="74009"/>
                </a:lnTo>
                <a:cubicBezTo>
                  <a:pt x="1811835" y="82070"/>
                  <a:pt x="1808573" y="88380"/>
                  <a:pt x="1803323" y="92940"/>
                </a:cubicBezTo>
                <a:cubicBezTo>
                  <a:pt x="1798072" y="97498"/>
                  <a:pt x="1791625" y="99778"/>
                  <a:pt x="1783980" y="99778"/>
                </a:cubicBezTo>
                <a:cubicBezTo>
                  <a:pt x="1774402" y="99778"/>
                  <a:pt x="1766703" y="96647"/>
                  <a:pt x="1760881" y="90386"/>
                </a:cubicBezTo>
                <a:cubicBezTo>
                  <a:pt x="1755060" y="84126"/>
                  <a:pt x="1752149" y="75152"/>
                  <a:pt x="1752149" y="63465"/>
                </a:cubicBezTo>
                <a:cubicBezTo>
                  <a:pt x="1752149" y="55908"/>
                  <a:pt x="1753401" y="49296"/>
                  <a:pt x="1755905" y="43628"/>
                </a:cubicBezTo>
                <a:cubicBezTo>
                  <a:pt x="1758410" y="37960"/>
                  <a:pt x="1762221" y="33710"/>
                  <a:pt x="1767340" y="30876"/>
                </a:cubicBezTo>
                <a:cubicBezTo>
                  <a:pt x="1772458" y="28042"/>
                  <a:pt x="1778027" y="26625"/>
                  <a:pt x="1784046" y="26625"/>
                </a:cubicBezTo>
                <a:cubicBezTo>
                  <a:pt x="1791647" y="26625"/>
                  <a:pt x="1797864" y="28553"/>
                  <a:pt x="1802697" y="32410"/>
                </a:cubicBezTo>
                <a:cubicBezTo>
                  <a:pt x="1807530" y="36265"/>
                  <a:pt x="1810627" y="41740"/>
                  <a:pt x="1811989" y="48834"/>
                </a:cubicBezTo>
                <a:lnTo>
                  <a:pt x="1800456" y="50614"/>
                </a:lnTo>
                <a:cubicBezTo>
                  <a:pt x="1799358" y="45935"/>
                  <a:pt x="1797413" y="42414"/>
                  <a:pt x="1794624" y="40053"/>
                </a:cubicBezTo>
                <a:cubicBezTo>
                  <a:pt x="1791834" y="37691"/>
                  <a:pt x="1788462" y="36510"/>
                  <a:pt x="1784507" y="36510"/>
                </a:cubicBezTo>
                <a:cubicBezTo>
                  <a:pt x="1778532" y="36510"/>
                  <a:pt x="1773677" y="38642"/>
                  <a:pt x="1769943" y="42905"/>
                </a:cubicBezTo>
                <a:cubicBezTo>
                  <a:pt x="1766208" y="47167"/>
                  <a:pt x="1764341" y="53910"/>
                  <a:pt x="1764341" y="63135"/>
                </a:cubicBezTo>
                <a:cubicBezTo>
                  <a:pt x="1764341" y="72492"/>
                  <a:pt x="1766142" y="79291"/>
                  <a:pt x="1769745" y="83532"/>
                </a:cubicBezTo>
                <a:cubicBezTo>
                  <a:pt x="1773348" y="87772"/>
                  <a:pt x="1778049" y="89892"/>
                  <a:pt x="1783848" y="89892"/>
                </a:cubicBezTo>
                <a:cubicBezTo>
                  <a:pt x="1788506" y="89892"/>
                  <a:pt x="1792394" y="88470"/>
                  <a:pt x="1795513" y="85625"/>
                </a:cubicBezTo>
                <a:cubicBezTo>
                  <a:pt x="1798633" y="82780"/>
                  <a:pt x="1800610" y="78403"/>
                  <a:pt x="1801445" y="72494"/>
                </a:cubicBezTo>
                <a:close/>
                <a:moveTo>
                  <a:pt x="1868930" y="72494"/>
                </a:moveTo>
                <a:lnTo>
                  <a:pt x="1880594" y="74009"/>
                </a:lnTo>
                <a:cubicBezTo>
                  <a:pt x="1879320" y="82070"/>
                  <a:pt x="1876058" y="88380"/>
                  <a:pt x="1870808" y="92940"/>
                </a:cubicBezTo>
                <a:cubicBezTo>
                  <a:pt x="1865557" y="97498"/>
                  <a:pt x="1859110" y="99778"/>
                  <a:pt x="1851465" y="99778"/>
                </a:cubicBezTo>
                <a:cubicBezTo>
                  <a:pt x="1841887" y="99778"/>
                  <a:pt x="1834188" y="96647"/>
                  <a:pt x="1828366" y="90386"/>
                </a:cubicBezTo>
                <a:cubicBezTo>
                  <a:pt x="1822545" y="84126"/>
                  <a:pt x="1819634" y="75152"/>
                  <a:pt x="1819634" y="63465"/>
                </a:cubicBezTo>
                <a:cubicBezTo>
                  <a:pt x="1819634" y="55908"/>
                  <a:pt x="1820886" y="49296"/>
                  <a:pt x="1823390" y="43628"/>
                </a:cubicBezTo>
                <a:cubicBezTo>
                  <a:pt x="1825895" y="37960"/>
                  <a:pt x="1829706" y="33710"/>
                  <a:pt x="1834825" y="30876"/>
                </a:cubicBezTo>
                <a:cubicBezTo>
                  <a:pt x="1839943" y="28042"/>
                  <a:pt x="1845512" y="26625"/>
                  <a:pt x="1851531" y="26625"/>
                </a:cubicBezTo>
                <a:cubicBezTo>
                  <a:pt x="1859132" y="26625"/>
                  <a:pt x="1865349" y="28553"/>
                  <a:pt x="1870182" y="32410"/>
                </a:cubicBezTo>
                <a:cubicBezTo>
                  <a:pt x="1875015" y="36265"/>
                  <a:pt x="1878112" y="41740"/>
                  <a:pt x="1879474" y="48834"/>
                </a:cubicBezTo>
                <a:lnTo>
                  <a:pt x="1867941" y="50614"/>
                </a:lnTo>
                <a:cubicBezTo>
                  <a:pt x="1866843" y="45935"/>
                  <a:pt x="1864898" y="42414"/>
                  <a:pt x="1862109" y="40053"/>
                </a:cubicBezTo>
                <a:cubicBezTo>
                  <a:pt x="1859319" y="37691"/>
                  <a:pt x="1855947" y="36510"/>
                  <a:pt x="1851992" y="36510"/>
                </a:cubicBezTo>
                <a:cubicBezTo>
                  <a:pt x="1846017" y="36510"/>
                  <a:pt x="1841162" y="38642"/>
                  <a:pt x="1837428" y="42905"/>
                </a:cubicBezTo>
                <a:cubicBezTo>
                  <a:pt x="1833693" y="47167"/>
                  <a:pt x="1831826" y="53910"/>
                  <a:pt x="1831826" y="63135"/>
                </a:cubicBezTo>
                <a:cubicBezTo>
                  <a:pt x="1831826" y="72492"/>
                  <a:pt x="1833627" y="79291"/>
                  <a:pt x="1837230" y="83532"/>
                </a:cubicBezTo>
                <a:cubicBezTo>
                  <a:pt x="1840833" y="87772"/>
                  <a:pt x="1845534" y="89892"/>
                  <a:pt x="1851333" y="89892"/>
                </a:cubicBezTo>
                <a:cubicBezTo>
                  <a:pt x="1855991" y="89892"/>
                  <a:pt x="1859879" y="88470"/>
                  <a:pt x="1862998" y="85625"/>
                </a:cubicBezTo>
                <a:cubicBezTo>
                  <a:pt x="1866118" y="82780"/>
                  <a:pt x="1868095" y="78403"/>
                  <a:pt x="1868930" y="72494"/>
                </a:cubicBezTo>
                <a:close/>
                <a:moveTo>
                  <a:pt x="1890809" y="15290"/>
                </a:moveTo>
                <a:lnTo>
                  <a:pt x="1890809" y="1582"/>
                </a:lnTo>
                <a:lnTo>
                  <a:pt x="1902672" y="1582"/>
                </a:lnTo>
                <a:lnTo>
                  <a:pt x="1902672" y="15290"/>
                </a:lnTo>
                <a:lnTo>
                  <a:pt x="1890809" y="15290"/>
                </a:lnTo>
                <a:moveTo>
                  <a:pt x="1890809" y="98196"/>
                </a:moveTo>
                <a:lnTo>
                  <a:pt x="1890809" y="28207"/>
                </a:lnTo>
                <a:lnTo>
                  <a:pt x="1902672" y="28207"/>
                </a:lnTo>
                <a:lnTo>
                  <a:pt x="1902672" y="98196"/>
                </a:lnTo>
                <a:lnTo>
                  <a:pt x="1890809" y="98196"/>
                </a:lnTo>
                <a:close/>
                <a:moveTo>
                  <a:pt x="1920707" y="98196"/>
                </a:moveTo>
                <a:lnTo>
                  <a:pt x="1920707" y="28207"/>
                </a:lnTo>
                <a:lnTo>
                  <a:pt x="1931383" y="28207"/>
                </a:lnTo>
                <a:lnTo>
                  <a:pt x="1931383" y="38092"/>
                </a:lnTo>
                <a:cubicBezTo>
                  <a:pt x="1936524" y="30447"/>
                  <a:pt x="1943949" y="26625"/>
                  <a:pt x="1953659" y="26625"/>
                </a:cubicBezTo>
                <a:cubicBezTo>
                  <a:pt x="1957876" y="26625"/>
                  <a:pt x="1961754" y="27383"/>
                  <a:pt x="1965291" y="28899"/>
                </a:cubicBezTo>
                <a:cubicBezTo>
                  <a:pt x="1968827" y="30414"/>
                  <a:pt x="1971475" y="32402"/>
                  <a:pt x="1973232" y="34863"/>
                </a:cubicBezTo>
                <a:cubicBezTo>
                  <a:pt x="1974989" y="37323"/>
                  <a:pt x="1976220" y="40245"/>
                  <a:pt x="1976923" y="43628"/>
                </a:cubicBezTo>
                <a:cubicBezTo>
                  <a:pt x="1977362" y="45825"/>
                  <a:pt x="1977582" y="49669"/>
                  <a:pt x="1977582" y="55161"/>
                </a:cubicBezTo>
                <a:lnTo>
                  <a:pt x="1977582" y="98196"/>
                </a:lnTo>
                <a:lnTo>
                  <a:pt x="1965719" y="98196"/>
                </a:lnTo>
                <a:lnTo>
                  <a:pt x="1965719" y="55577"/>
                </a:lnTo>
                <a:cubicBezTo>
                  <a:pt x="1965719" y="50739"/>
                  <a:pt x="1965258" y="47121"/>
                  <a:pt x="1964335" y="44724"/>
                </a:cubicBezTo>
                <a:cubicBezTo>
                  <a:pt x="1963412" y="42326"/>
                  <a:pt x="1961776" y="40413"/>
                  <a:pt x="1959425" y="38984"/>
                </a:cubicBezTo>
                <a:cubicBezTo>
                  <a:pt x="1957075" y="37555"/>
                  <a:pt x="1954318" y="36840"/>
                  <a:pt x="1951154" y="36840"/>
                </a:cubicBezTo>
                <a:cubicBezTo>
                  <a:pt x="1946102" y="36840"/>
                  <a:pt x="1941741" y="38446"/>
                  <a:pt x="1938073" y="41657"/>
                </a:cubicBezTo>
                <a:cubicBezTo>
                  <a:pt x="1934404" y="44867"/>
                  <a:pt x="1932570" y="50958"/>
                  <a:pt x="1932570" y="59931"/>
                </a:cubicBezTo>
                <a:lnTo>
                  <a:pt x="1932570" y="98196"/>
                </a:lnTo>
                <a:lnTo>
                  <a:pt x="1920707" y="98196"/>
                </a:lnTo>
                <a:close/>
                <a:moveTo>
                  <a:pt x="2043662" y="75657"/>
                </a:moveTo>
                <a:lnTo>
                  <a:pt x="2055920" y="77173"/>
                </a:lnTo>
                <a:cubicBezTo>
                  <a:pt x="2053987" y="84334"/>
                  <a:pt x="2050406" y="89892"/>
                  <a:pt x="2045178" y="93846"/>
                </a:cubicBezTo>
                <a:cubicBezTo>
                  <a:pt x="2039950" y="97800"/>
                  <a:pt x="2033271" y="99778"/>
                  <a:pt x="2025143" y="99778"/>
                </a:cubicBezTo>
                <a:cubicBezTo>
                  <a:pt x="2014906" y="99778"/>
                  <a:pt x="2006789" y="96625"/>
                  <a:pt x="2000792" y="90320"/>
                </a:cubicBezTo>
                <a:cubicBezTo>
                  <a:pt x="1994795" y="84016"/>
                  <a:pt x="1991796" y="75174"/>
                  <a:pt x="1991796" y="63794"/>
                </a:cubicBezTo>
                <a:cubicBezTo>
                  <a:pt x="1991796" y="52020"/>
                  <a:pt x="1994828" y="42881"/>
                  <a:pt x="2000891" y="36379"/>
                </a:cubicBezTo>
                <a:cubicBezTo>
                  <a:pt x="2006954" y="29876"/>
                  <a:pt x="2014818" y="26625"/>
                  <a:pt x="2024484" y="26625"/>
                </a:cubicBezTo>
                <a:cubicBezTo>
                  <a:pt x="2033843" y="26625"/>
                  <a:pt x="2041487" y="29805"/>
                  <a:pt x="2047419" y="36166"/>
                </a:cubicBezTo>
                <a:cubicBezTo>
                  <a:pt x="2053350" y="42526"/>
                  <a:pt x="2056316" y="51474"/>
                  <a:pt x="2056316" y="63010"/>
                </a:cubicBezTo>
                <a:cubicBezTo>
                  <a:pt x="2056316" y="63711"/>
                  <a:pt x="2056294" y="64764"/>
                  <a:pt x="2056250" y="66167"/>
                </a:cubicBezTo>
                <a:lnTo>
                  <a:pt x="2004054" y="66167"/>
                </a:lnTo>
                <a:cubicBezTo>
                  <a:pt x="2004494" y="73834"/>
                  <a:pt x="2006668" y="79704"/>
                  <a:pt x="2010579" y="83780"/>
                </a:cubicBezTo>
                <a:cubicBezTo>
                  <a:pt x="2014489" y="87855"/>
                  <a:pt x="2019366" y="89892"/>
                  <a:pt x="2025209" y="89892"/>
                </a:cubicBezTo>
                <a:cubicBezTo>
                  <a:pt x="2029559" y="89892"/>
                  <a:pt x="2033271" y="88761"/>
                  <a:pt x="2036347" y="86498"/>
                </a:cubicBezTo>
                <a:cubicBezTo>
                  <a:pt x="2039422" y="84234"/>
                  <a:pt x="2041861" y="80620"/>
                  <a:pt x="2043662" y="75657"/>
                </a:cubicBezTo>
                <a:moveTo>
                  <a:pt x="2004713" y="56281"/>
                </a:moveTo>
                <a:lnTo>
                  <a:pt x="2043794" y="56281"/>
                </a:lnTo>
                <a:cubicBezTo>
                  <a:pt x="2043267" y="50490"/>
                  <a:pt x="2041773" y="46147"/>
                  <a:pt x="2039312" y="43251"/>
                </a:cubicBezTo>
                <a:cubicBezTo>
                  <a:pt x="2035534" y="38757"/>
                  <a:pt x="2030635" y="36510"/>
                  <a:pt x="2024616" y="36510"/>
                </a:cubicBezTo>
                <a:cubicBezTo>
                  <a:pt x="2019168" y="36510"/>
                  <a:pt x="2014588" y="38304"/>
                  <a:pt x="2010875" y="41892"/>
                </a:cubicBezTo>
                <a:cubicBezTo>
                  <a:pt x="2007163" y="45478"/>
                  <a:pt x="2005109" y="50275"/>
                  <a:pt x="2004713" y="56281"/>
                </a:cubicBezTo>
                <a:close/>
                <a:moveTo>
                  <a:pt x="2066048" y="77239"/>
                </a:moveTo>
                <a:lnTo>
                  <a:pt x="2077779" y="75393"/>
                </a:lnTo>
                <a:cubicBezTo>
                  <a:pt x="2078438" y="80074"/>
                  <a:pt x="2080272" y="83661"/>
                  <a:pt x="2083282" y="86154"/>
                </a:cubicBezTo>
                <a:cubicBezTo>
                  <a:pt x="2086291" y="88646"/>
                  <a:pt x="2090498" y="89892"/>
                  <a:pt x="2095902" y="89892"/>
                </a:cubicBezTo>
                <a:cubicBezTo>
                  <a:pt x="2101350" y="89892"/>
                  <a:pt x="2105392" y="88792"/>
                  <a:pt x="2108029" y="86591"/>
                </a:cubicBezTo>
                <a:cubicBezTo>
                  <a:pt x="2110665" y="84388"/>
                  <a:pt x="2111983" y="81806"/>
                  <a:pt x="2111983" y="78843"/>
                </a:cubicBezTo>
                <a:cubicBezTo>
                  <a:pt x="2111983" y="76183"/>
                  <a:pt x="2110818" y="74091"/>
                  <a:pt x="2108490" y="72566"/>
                </a:cubicBezTo>
                <a:cubicBezTo>
                  <a:pt x="2106864" y="71519"/>
                  <a:pt x="2102822" y="70190"/>
                  <a:pt x="2096364" y="68576"/>
                </a:cubicBezTo>
                <a:cubicBezTo>
                  <a:pt x="2087664" y="66378"/>
                  <a:pt x="2081634" y="64477"/>
                  <a:pt x="2078273" y="62872"/>
                </a:cubicBezTo>
                <a:cubicBezTo>
                  <a:pt x="2074912" y="61267"/>
                  <a:pt x="2072364" y="59046"/>
                  <a:pt x="2070628" y="56209"/>
                </a:cubicBezTo>
                <a:cubicBezTo>
                  <a:pt x="2068893" y="53373"/>
                  <a:pt x="2068025" y="50240"/>
                  <a:pt x="2068025" y="46810"/>
                </a:cubicBezTo>
                <a:cubicBezTo>
                  <a:pt x="2068025" y="43688"/>
                  <a:pt x="2068739" y="40796"/>
                  <a:pt x="2070167" y="38135"/>
                </a:cubicBezTo>
                <a:cubicBezTo>
                  <a:pt x="2071595" y="35474"/>
                  <a:pt x="2073539" y="33265"/>
                  <a:pt x="2076000" y="31506"/>
                </a:cubicBezTo>
                <a:cubicBezTo>
                  <a:pt x="2077845" y="30143"/>
                  <a:pt x="2080360" y="28989"/>
                  <a:pt x="2083546" y="28044"/>
                </a:cubicBezTo>
                <a:cubicBezTo>
                  <a:pt x="2086731" y="27098"/>
                  <a:pt x="2090147" y="26625"/>
                  <a:pt x="2093793" y="26625"/>
                </a:cubicBezTo>
                <a:cubicBezTo>
                  <a:pt x="2099285" y="26625"/>
                  <a:pt x="2104107" y="27421"/>
                  <a:pt x="2108259" y="29014"/>
                </a:cubicBezTo>
                <a:cubicBezTo>
                  <a:pt x="2112411" y="30605"/>
                  <a:pt x="2115476" y="32761"/>
                  <a:pt x="2117453" y="35483"/>
                </a:cubicBezTo>
                <a:cubicBezTo>
                  <a:pt x="2119430" y="38203"/>
                  <a:pt x="2120792" y="41840"/>
                  <a:pt x="2121539" y="46396"/>
                </a:cubicBezTo>
                <a:lnTo>
                  <a:pt x="2109940" y="47978"/>
                </a:lnTo>
                <a:cubicBezTo>
                  <a:pt x="2109413" y="44375"/>
                  <a:pt x="2107886" y="41563"/>
                  <a:pt x="2105359" y="39542"/>
                </a:cubicBezTo>
                <a:cubicBezTo>
                  <a:pt x="2102833" y="37521"/>
                  <a:pt x="2099263" y="36510"/>
                  <a:pt x="2094650" y="36510"/>
                </a:cubicBezTo>
                <a:cubicBezTo>
                  <a:pt x="2089202" y="36510"/>
                  <a:pt x="2085314" y="37407"/>
                  <a:pt x="2082985" y="39200"/>
                </a:cubicBezTo>
                <a:cubicBezTo>
                  <a:pt x="2080657" y="40992"/>
                  <a:pt x="2079492" y="43090"/>
                  <a:pt x="2079492" y="45496"/>
                </a:cubicBezTo>
                <a:cubicBezTo>
                  <a:pt x="2079492" y="47025"/>
                  <a:pt x="2079976" y="48403"/>
                  <a:pt x="2080942" y="49627"/>
                </a:cubicBezTo>
                <a:cubicBezTo>
                  <a:pt x="2081909" y="50894"/>
                  <a:pt x="2083425" y="51943"/>
                  <a:pt x="2085490" y="52774"/>
                </a:cubicBezTo>
                <a:cubicBezTo>
                  <a:pt x="2086676" y="53212"/>
                  <a:pt x="2090169" y="54218"/>
                  <a:pt x="2095968" y="55791"/>
                </a:cubicBezTo>
                <a:cubicBezTo>
                  <a:pt x="2104360" y="58031"/>
                  <a:pt x="2110214" y="59864"/>
                  <a:pt x="2113532" y="61290"/>
                </a:cubicBezTo>
                <a:cubicBezTo>
                  <a:pt x="2116849" y="62717"/>
                  <a:pt x="2119452" y="64791"/>
                  <a:pt x="2121341" y="67514"/>
                </a:cubicBezTo>
                <a:cubicBezTo>
                  <a:pt x="2123230" y="70235"/>
                  <a:pt x="2124175" y="73615"/>
                  <a:pt x="2124175" y="77653"/>
                </a:cubicBezTo>
                <a:cubicBezTo>
                  <a:pt x="2124175" y="81604"/>
                  <a:pt x="2123022" y="85325"/>
                  <a:pt x="2120715" y="88815"/>
                </a:cubicBezTo>
                <a:cubicBezTo>
                  <a:pt x="2118408" y="92304"/>
                  <a:pt x="2115080" y="95003"/>
                  <a:pt x="2110731" y="96913"/>
                </a:cubicBezTo>
                <a:cubicBezTo>
                  <a:pt x="2106381" y="98823"/>
                  <a:pt x="2101460" y="99778"/>
                  <a:pt x="2095968" y="99778"/>
                </a:cubicBezTo>
                <a:cubicBezTo>
                  <a:pt x="2086874" y="99778"/>
                  <a:pt x="2079943" y="97883"/>
                  <a:pt x="2075176" y="94093"/>
                </a:cubicBezTo>
                <a:cubicBezTo>
                  <a:pt x="2070409" y="90304"/>
                  <a:pt x="2067366" y="84686"/>
                  <a:pt x="2066048" y="77239"/>
                </a:cubicBezTo>
                <a:close/>
                <a:moveTo>
                  <a:pt x="2221207" y="98196"/>
                </a:moveTo>
                <a:lnTo>
                  <a:pt x="2221207" y="89365"/>
                </a:lnTo>
                <a:cubicBezTo>
                  <a:pt x="2216770" y="96307"/>
                  <a:pt x="2210245" y="99778"/>
                  <a:pt x="2201634" y="99778"/>
                </a:cubicBezTo>
                <a:cubicBezTo>
                  <a:pt x="2196054" y="99778"/>
                  <a:pt x="2190925" y="98240"/>
                  <a:pt x="2186245" y="95164"/>
                </a:cubicBezTo>
                <a:cubicBezTo>
                  <a:pt x="2181566" y="92089"/>
                  <a:pt x="2177942" y="87794"/>
                  <a:pt x="2175371" y="82280"/>
                </a:cubicBezTo>
                <a:cubicBezTo>
                  <a:pt x="2172801" y="76766"/>
                  <a:pt x="2171516" y="70429"/>
                  <a:pt x="2171516" y="63267"/>
                </a:cubicBezTo>
                <a:cubicBezTo>
                  <a:pt x="2171516" y="56281"/>
                  <a:pt x="2172680" y="49944"/>
                  <a:pt x="2175009" y="44254"/>
                </a:cubicBezTo>
                <a:cubicBezTo>
                  <a:pt x="2177338" y="38564"/>
                  <a:pt x="2180830" y="34204"/>
                  <a:pt x="2185488" y="31172"/>
                </a:cubicBezTo>
                <a:cubicBezTo>
                  <a:pt x="2190145" y="28141"/>
                  <a:pt x="2195351" y="26625"/>
                  <a:pt x="2201107" y="26625"/>
                </a:cubicBezTo>
                <a:cubicBezTo>
                  <a:pt x="2205324" y="26625"/>
                  <a:pt x="2209081" y="27515"/>
                  <a:pt x="2212376" y="29294"/>
                </a:cubicBezTo>
                <a:cubicBezTo>
                  <a:pt x="2215671" y="31073"/>
                  <a:pt x="2218351" y="33391"/>
                  <a:pt x="2220416" y="36247"/>
                </a:cubicBezTo>
                <a:lnTo>
                  <a:pt x="2220416" y="1582"/>
                </a:lnTo>
                <a:lnTo>
                  <a:pt x="2232213" y="1582"/>
                </a:lnTo>
                <a:lnTo>
                  <a:pt x="2232213" y="98196"/>
                </a:lnTo>
                <a:lnTo>
                  <a:pt x="2221207" y="98196"/>
                </a:lnTo>
                <a:moveTo>
                  <a:pt x="2183708" y="63234"/>
                </a:moveTo>
                <a:cubicBezTo>
                  <a:pt x="2183708" y="72164"/>
                  <a:pt x="2185597" y="78840"/>
                  <a:pt x="2189376" y="83261"/>
                </a:cubicBezTo>
                <a:cubicBezTo>
                  <a:pt x="2193154" y="87682"/>
                  <a:pt x="2197614" y="89892"/>
                  <a:pt x="2202754" y="89892"/>
                </a:cubicBezTo>
                <a:cubicBezTo>
                  <a:pt x="2207939" y="89892"/>
                  <a:pt x="2212343" y="87780"/>
                  <a:pt x="2215968" y="83557"/>
                </a:cubicBezTo>
                <a:cubicBezTo>
                  <a:pt x="2219593" y="79332"/>
                  <a:pt x="2221405" y="72886"/>
                  <a:pt x="2221405" y="64219"/>
                </a:cubicBezTo>
                <a:cubicBezTo>
                  <a:pt x="2221405" y="54676"/>
                  <a:pt x="2219560" y="47673"/>
                  <a:pt x="2215869" y="43208"/>
                </a:cubicBezTo>
                <a:cubicBezTo>
                  <a:pt x="2212178" y="38743"/>
                  <a:pt x="2207631" y="36510"/>
                  <a:pt x="2202227" y="36510"/>
                </a:cubicBezTo>
                <a:cubicBezTo>
                  <a:pt x="2196955" y="36510"/>
                  <a:pt x="2192550" y="38656"/>
                  <a:pt x="2189013" y="42946"/>
                </a:cubicBezTo>
                <a:cubicBezTo>
                  <a:pt x="2185477" y="47235"/>
                  <a:pt x="2183708" y="53998"/>
                  <a:pt x="2183708" y="63234"/>
                </a:cubicBezTo>
                <a:close/>
                <a:moveTo>
                  <a:pt x="2246427" y="63201"/>
                </a:moveTo>
                <a:cubicBezTo>
                  <a:pt x="2246427" y="50240"/>
                  <a:pt x="2250030" y="40640"/>
                  <a:pt x="2257236" y="34402"/>
                </a:cubicBezTo>
                <a:cubicBezTo>
                  <a:pt x="2263255" y="29217"/>
                  <a:pt x="2270592" y="26625"/>
                  <a:pt x="2279247" y="26625"/>
                </a:cubicBezTo>
                <a:cubicBezTo>
                  <a:pt x="2288869" y="26625"/>
                  <a:pt x="2296734" y="29777"/>
                  <a:pt x="2302841" y="36082"/>
                </a:cubicBezTo>
                <a:cubicBezTo>
                  <a:pt x="2308948" y="42387"/>
                  <a:pt x="2312001" y="51097"/>
                  <a:pt x="2312001" y="62213"/>
                </a:cubicBezTo>
                <a:cubicBezTo>
                  <a:pt x="2312001" y="71219"/>
                  <a:pt x="2310650" y="78304"/>
                  <a:pt x="2307948" y="83466"/>
                </a:cubicBezTo>
                <a:cubicBezTo>
                  <a:pt x="2305246" y="88629"/>
                  <a:pt x="2301314" y="92638"/>
                  <a:pt x="2296151" y="95494"/>
                </a:cubicBezTo>
                <a:cubicBezTo>
                  <a:pt x="2290989" y="98350"/>
                  <a:pt x="2285354" y="99778"/>
                  <a:pt x="2279247" y="99778"/>
                </a:cubicBezTo>
                <a:cubicBezTo>
                  <a:pt x="2269450" y="99778"/>
                  <a:pt x="2261530" y="96636"/>
                  <a:pt x="2255489" y="90353"/>
                </a:cubicBezTo>
                <a:cubicBezTo>
                  <a:pt x="2249448" y="84071"/>
                  <a:pt x="2246427" y="75020"/>
                  <a:pt x="2246427" y="63201"/>
                </a:cubicBezTo>
                <a:moveTo>
                  <a:pt x="2258619" y="63168"/>
                </a:moveTo>
                <a:cubicBezTo>
                  <a:pt x="2258619" y="72098"/>
                  <a:pt x="2260575" y="78785"/>
                  <a:pt x="2264485" y="83228"/>
                </a:cubicBezTo>
                <a:cubicBezTo>
                  <a:pt x="2268395" y="87671"/>
                  <a:pt x="2273316" y="89892"/>
                  <a:pt x="2279247" y="89892"/>
                </a:cubicBezTo>
                <a:cubicBezTo>
                  <a:pt x="2285135" y="89892"/>
                  <a:pt x="2290033" y="87660"/>
                  <a:pt x="2293944" y="83195"/>
                </a:cubicBezTo>
                <a:cubicBezTo>
                  <a:pt x="2297854" y="78730"/>
                  <a:pt x="2299809" y="71923"/>
                  <a:pt x="2299809" y="62775"/>
                </a:cubicBezTo>
                <a:cubicBezTo>
                  <a:pt x="2299809" y="54151"/>
                  <a:pt x="2297843" y="47618"/>
                  <a:pt x="2293911" y="43175"/>
                </a:cubicBezTo>
                <a:cubicBezTo>
                  <a:pt x="2289978" y="38732"/>
                  <a:pt x="2285091" y="36510"/>
                  <a:pt x="2279247" y="36510"/>
                </a:cubicBezTo>
                <a:cubicBezTo>
                  <a:pt x="2273316" y="36510"/>
                  <a:pt x="2268395" y="38721"/>
                  <a:pt x="2264485" y="43142"/>
                </a:cubicBezTo>
                <a:cubicBezTo>
                  <a:pt x="2260575" y="47563"/>
                  <a:pt x="2258619" y="54238"/>
                  <a:pt x="2258619" y="63168"/>
                </a:cubicBezTo>
                <a:close/>
                <a:moveTo>
                  <a:pt x="2373798" y="75657"/>
                </a:moveTo>
                <a:lnTo>
                  <a:pt x="2386056" y="77173"/>
                </a:lnTo>
                <a:cubicBezTo>
                  <a:pt x="2384123" y="84334"/>
                  <a:pt x="2380542" y="89892"/>
                  <a:pt x="2375314" y="93846"/>
                </a:cubicBezTo>
                <a:cubicBezTo>
                  <a:pt x="2370085" y="97800"/>
                  <a:pt x="2363407" y="99778"/>
                  <a:pt x="2355279" y="99778"/>
                </a:cubicBezTo>
                <a:cubicBezTo>
                  <a:pt x="2345042" y="99778"/>
                  <a:pt x="2336925" y="96625"/>
                  <a:pt x="2330928" y="90320"/>
                </a:cubicBezTo>
                <a:cubicBezTo>
                  <a:pt x="2324931" y="84016"/>
                  <a:pt x="2321932" y="75174"/>
                  <a:pt x="2321932" y="63794"/>
                </a:cubicBezTo>
                <a:cubicBezTo>
                  <a:pt x="2321932" y="52020"/>
                  <a:pt x="2324964" y="42881"/>
                  <a:pt x="2331027" y="36379"/>
                </a:cubicBezTo>
                <a:cubicBezTo>
                  <a:pt x="2337090" y="29876"/>
                  <a:pt x="2344954" y="26625"/>
                  <a:pt x="2354620" y="26625"/>
                </a:cubicBezTo>
                <a:cubicBezTo>
                  <a:pt x="2363978" y="26625"/>
                  <a:pt x="2371623" y="29805"/>
                  <a:pt x="2377554" y="36166"/>
                </a:cubicBezTo>
                <a:cubicBezTo>
                  <a:pt x="2383486" y="42526"/>
                  <a:pt x="2386451" y="51474"/>
                  <a:pt x="2386451" y="63010"/>
                </a:cubicBezTo>
                <a:cubicBezTo>
                  <a:pt x="2386451" y="63711"/>
                  <a:pt x="2386429" y="64764"/>
                  <a:pt x="2386385" y="66167"/>
                </a:cubicBezTo>
                <a:lnTo>
                  <a:pt x="2334190" y="66167"/>
                </a:lnTo>
                <a:cubicBezTo>
                  <a:pt x="2334629" y="73834"/>
                  <a:pt x="2336804" y="79704"/>
                  <a:pt x="2340714" y="83780"/>
                </a:cubicBezTo>
                <a:cubicBezTo>
                  <a:pt x="2344625" y="87855"/>
                  <a:pt x="2349502" y="89892"/>
                  <a:pt x="2355345" y="89892"/>
                </a:cubicBezTo>
                <a:cubicBezTo>
                  <a:pt x="2359695" y="89892"/>
                  <a:pt x="2363407" y="88761"/>
                  <a:pt x="2366483" y="86498"/>
                </a:cubicBezTo>
                <a:cubicBezTo>
                  <a:pt x="2369558" y="84234"/>
                  <a:pt x="2371997" y="80620"/>
                  <a:pt x="2373798" y="75657"/>
                </a:cubicBezTo>
                <a:moveTo>
                  <a:pt x="2334849" y="56281"/>
                </a:moveTo>
                <a:lnTo>
                  <a:pt x="2373930" y="56281"/>
                </a:lnTo>
                <a:cubicBezTo>
                  <a:pt x="2373403" y="50490"/>
                  <a:pt x="2371909" y="46147"/>
                  <a:pt x="2369448" y="43251"/>
                </a:cubicBezTo>
                <a:cubicBezTo>
                  <a:pt x="2365670" y="38757"/>
                  <a:pt x="2360771" y="36510"/>
                  <a:pt x="2354752" y="36510"/>
                </a:cubicBezTo>
                <a:cubicBezTo>
                  <a:pt x="2349304" y="36510"/>
                  <a:pt x="2344724" y="38304"/>
                  <a:pt x="2341011" y="41892"/>
                </a:cubicBezTo>
                <a:cubicBezTo>
                  <a:pt x="2337299" y="45478"/>
                  <a:pt x="2335245" y="50275"/>
                  <a:pt x="2334849" y="56281"/>
                </a:cubicBezTo>
                <a:close/>
                <a:moveTo>
                  <a:pt x="2396185" y="77239"/>
                </a:moveTo>
                <a:lnTo>
                  <a:pt x="2407915" y="75393"/>
                </a:lnTo>
                <a:cubicBezTo>
                  <a:pt x="2408574" y="80074"/>
                  <a:pt x="2410409" y="83661"/>
                  <a:pt x="2413418" y="86154"/>
                </a:cubicBezTo>
                <a:cubicBezTo>
                  <a:pt x="2416428" y="88646"/>
                  <a:pt x="2420635" y="89892"/>
                  <a:pt x="2426039" y="89892"/>
                </a:cubicBezTo>
                <a:cubicBezTo>
                  <a:pt x="2431487" y="89892"/>
                  <a:pt x="2435529" y="88792"/>
                  <a:pt x="2438165" y="86591"/>
                </a:cubicBezTo>
                <a:cubicBezTo>
                  <a:pt x="2440801" y="84388"/>
                  <a:pt x="2442119" y="81806"/>
                  <a:pt x="2442119" y="78843"/>
                </a:cubicBezTo>
                <a:cubicBezTo>
                  <a:pt x="2442119" y="76183"/>
                  <a:pt x="2440955" y="74091"/>
                  <a:pt x="2438626" y="72566"/>
                </a:cubicBezTo>
                <a:cubicBezTo>
                  <a:pt x="2437001" y="71519"/>
                  <a:pt x="2432959" y="70190"/>
                  <a:pt x="2426500" y="68576"/>
                </a:cubicBezTo>
                <a:cubicBezTo>
                  <a:pt x="2417801" y="66378"/>
                  <a:pt x="2411771" y="64477"/>
                  <a:pt x="2408410" y="62872"/>
                </a:cubicBezTo>
                <a:cubicBezTo>
                  <a:pt x="2405049" y="61267"/>
                  <a:pt x="2402500" y="59046"/>
                  <a:pt x="2400765" y="56209"/>
                </a:cubicBezTo>
                <a:cubicBezTo>
                  <a:pt x="2399029" y="53373"/>
                  <a:pt x="2398162" y="50240"/>
                  <a:pt x="2398162" y="46810"/>
                </a:cubicBezTo>
                <a:cubicBezTo>
                  <a:pt x="2398162" y="43688"/>
                  <a:pt x="2398876" y="40796"/>
                  <a:pt x="2400304" y="38135"/>
                </a:cubicBezTo>
                <a:cubicBezTo>
                  <a:pt x="2401731" y="35474"/>
                  <a:pt x="2403676" y="33265"/>
                  <a:pt x="2406136" y="31506"/>
                </a:cubicBezTo>
                <a:cubicBezTo>
                  <a:pt x="2407981" y="30143"/>
                  <a:pt x="2410497" y="28989"/>
                  <a:pt x="2413682" y="28044"/>
                </a:cubicBezTo>
                <a:cubicBezTo>
                  <a:pt x="2416867" y="27098"/>
                  <a:pt x="2420283" y="26625"/>
                  <a:pt x="2423930" y="26625"/>
                </a:cubicBezTo>
                <a:cubicBezTo>
                  <a:pt x="2429422" y="26625"/>
                  <a:pt x="2434244" y="27421"/>
                  <a:pt x="2438396" y="29014"/>
                </a:cubicBezTo>
                <a:cubicBezTo>
                  <a:pt x="2442548" y="30605"/>
                  <a:pt x="2445612" y="32761"/>
                  <a:pt x="2447589" y="35483"/>
                </a:cubicBezTo>
                <a:cubicBezTo>
                  <a:pt x="2449566" y="38203"/>
                  <a:pt x="2450928" y="41840"/>
                  <a:pt x="2451675" y="46396"/>
                </a:cubicBezTo>
                <a:lnTo>
                  <a:pt x="2440076" y="47978"/>
                </a:lnTo>
                <a:cubicBezTo>
                  <a:pt x="2439549" y="44375"/>
                  <a:pt x="2438022" y="41563"/>
                  <a:pt x="2435496" y="39542"/>
                </a:cubicBezTo>
                <a:cubicBezTo>
                  <a:pt x="2432970" y="37521"/>
                  <a:pt x="2429400" y="36510"/>
                  <a:pt x="2424787" y="36510"/>
                </a:cubicBezTo>
                <a:cubicBezTo>
                  <a:pt x="2419339" y="36510"/>
                  <a:pt x="2415450" y="37407"/>
                  <a:pt x="2413122" y="39200"/>
                </a:cubicBezTo>
                <a:cubicBezTo>
                  <a:pt x="2410793" y="40992"/>
                  <a:pt x="2409629" y="43090"/>
                  <a:pt x="2409629" y="45496"/>
                </a:cubicBezTo>
                <a:cubicBezTo>
                  <a:pt x="2409629" y="47025"/>
                  <a:pt x="2410112" y="48403"/>
                  <a:pt x="2411079" y="49627"/>
                </a:cubicBezTo>
                <a:cubicBezTo>
                  <a:pt x="2412045" y="50894"/>
                  <a:pt x="2413561" y="51943"/>
                  <a:pt x="2415626" y="52774"/>
                </a:cubicBezTo>
                <a:cubicBezTo>
                  <a:pt x="2416812" y="53212"/>
                  <a:pt x="2420305" y="54218"/>
                  <a:pt x="2426105" y="55791"/>
                </a:cubicBezTo>
                <a:cubicBezTo>
                  <a:pt x="2434496" y="58031"/>
                  <a:pt x="2440351" y="59864"/>
                  <a:pt x="2443668" y="61290"/>
                </a:cubicBezTo>
                <a:cubicBezTo>
                  <a:pt x="2446985" y="62717"/>
                  <a:pt x="2449588" y="64791"/>
                  <a:pt x="2451477" y="67514"/>
                </a:cubicBezTo>
                <a:cubicBezTo>
                  <a:pt x="2453367" y="70235"/>
                  <a:pt x="2454311" y="73615"/>
                  <a:pt x="2454311" y="77653"/>
                </a:cubicBezTo>
                <a:cubicBezTo>
                  <a:pt x="2454311" y="81604"/>
                  <a:pt x="2453158" y="85325"/>
                  <a:pt x="2450851" y="88815"/>
                </a:cubicBezTo>
                <a:cubicBezTo>
                  <a:pt x="2448545" y="92304"/>
                  <a:pt x="2445217" y="95003"/>
                  <a:pt x="2440867" y="96913"/>
                </a:cubicBezTo>
                <a:cubicBezTo>
                  <a:pt x="2436517" y="98823"/>
                  <a:pt x="2431597" y="99778"/>
                  <a:pt x="2426105" y="99778"/>
                </a:cubicBezTo>
                <a:cubicBezTo>
                  <a:pt x="2417010" y="99778"/>
                  <a:pt x="2410079" y="97883"/>
                  <a:pt x="2405312" y="94093"/>
                </a:cubicBezTo>
                <a:cubicBezTo>
                  <a:pt x="2400545" y="90304"/>
                  <a:pt x="2397503" y="84686"/>
                  <a:pt x="2396185" y="772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notviolateyourFirstAmendmentrightto">
            <a:extLst xmlns:a="http://schemas.openxmlformats.org/drawingml/2006/main">
              <a:ext uri="{FF2B5EF4-FFF2-40B4-BE49-F238E27FC236}">
                <a16:creationId xmlns:a16="http://schemas.microsoft.com/office/drawing/2014/main" id="{821347E7-1D39-42EE-89CF-A68F72C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709" y="6421578"/>
            <a:ext cx="2409103" cy="125084"/>
          </a:xfrm>
          <a:custGeom xmlns:a="http://schemas.openxmlformats.org/drawingml/2006/main">
            <a:pathLst>
              <a:path w="2409103" h="125084">
                <a:moveTo>
                  <a:pt x="0" y="96614"/>
                </a:moveTo>
                <a:lnTo>
                  <a:pt x="0" y="26625"/>
                </a:lnTo>
                <a:lnTo>
                  <a:pt x="10676" y="26625"/>
                </a:lnTo>
                <a:lnTo>
                  <a:pt x="10676" y="36510"/>
                </a:lnTo>
                <a:cubicBezTo>
                  <a:pt x="15817" y="28866"/>
                  <a:pt x="23242" y="25043"/>
                  <a:pt x="32952" y="25043"/>
                </a:cubicBezTo>
                <a:cubicBezTo>
                  <a:pt x="37169" y="25043"/>
                  <a:pt x="41047" y="25801"/>
                  <a:pt x="44584" y="27317"/>
                </a:cubicBezTo>
                <a:cubicBezTo>
                  <a:pt x="48120" y="28833"/>
                  <a:pt x="50767" y="30821"/>
                  <a:pt x="52525" y="33281"/>
                </a:cubicBezTo>
                <a:cubicBezTo>
                  <a:pt x="54282" y="35742"/>
                  <a:pt x="55513" y="38663"/>
                  <a:pt x="56215" y="42046"/>
                </a:cubicBezTo>
                <a:cubicBezTo>
                  <a:pt x="56655" y="44243"/>
                  <a:pt x="56875" y="48087"/>
                  <a:pt x="56875" y="53579"/>
                </a:cubicBezTo>
                <a:lnTo>
                  <a:pt x="56875" y="96614"/>
                </a:lnTo>
                <a:lnTo>
                  <a:pt x="45012" y="96614"/>
                </a:lnTo>
                <a:lnTo>
                  <a:pt x="45012" y="53995"/>
                </a:lnTo>
                <a:cubicBezTo>
                  <a:pt x="45012" y="49157"/>
                  <a:pt x="44551" y="45539"/>
                  <a:pt x="43628" y="43142"/>
                </a:cubicBezTo>
                <a:cubicBezTo>
                  <a:pt x="42705" y="40745"/>
                  <a:pt x="41069" y="38831"/>
                  <a:pt x="38718" y="37402"/>
                </a:cubicBezTo>
                <a:cubicBezTo>
                  <a:pt x="36368" y="35973"/>
                  <a:pt x="33611" y="35258"/>
                  <a:pt x="30447" y="35258"/>
                </a:cubicBezTo>
                <a:cubicBezTo>
                  <a:pt x="25395" y="35258"/>
                  <a:pt x="21034" y="36864"/>
                  <a:pt x="17366" y="40075"/>
                </a:cubicBezTo>
                <a:cubicBezTo>
                  <a:pt x="13697" y="43285"/>
                  <a:pt x="11863" y="49377"/>
                  <a:pt x="11863" y="58349"/>
                </a:cubicBezTo>
                <a:lnTo>
                  <a:pt x="11863" y="96614"/>
                </a:lnTo>
                <a:lnTo>
                  <a:pt x="0" y="96614"/>
                </a:lnTo>
                <a:close/>
                <a:moveTo>
                  <a:pt x="70628" y="61620"/>
                </a:moveTo>
                <a:cubicBezTo>
                  <a:pt x="70628" y="48659"/>
                  <a:pt x="74230" y="39059"/>
                  <a:pt x="81436" y="32820"/>
                </a:cubicBezTo>
                <a:cubicBezTo>
                  <a:pt x="87455" y="27635"/>
                  <a:pt x="94792" y="25043"/>
                  <a:pt x="103447" y="25043"/>
                </a:cubicBezTo>
                <a:cubicBezTo>
                  <a:pt x="113069" y="25043"/>
                  <a:pt x="120934" y="28196"/>
                  <a:pt x="127041" y="34500"/>
                </a:cubicBezTo>
                <a:cubicBezTo>
                  <a:pt x="133148" y="40805"/>
                  <a:pt x="136201" y="49515"/>
                  <a:pt x="136201" y="60631"/>
                </a:cubicBezTo>
                <a:cubicBezTo>
                  <a:pt x="136201" y="69638"/>
                  <a:pt x="134850" y="76722"/>
                  <a:pt x="132148" y="81885"/>
                </a:cubicBezTo>
                <a:cubicBezTo>
                  <a:pt x="129446" y="87047"/>
                  <a:pt x="125514" y="91056"/>
                  <a:pt x="120352" y="93912"/>
                </a:cubicBezTo>
                <a:cubicBezTo>
                  <a:pt x="115189" y="96768"/>
                  <a:pt x="109554" y="98196"/>
                  <a:pt x="103447" y="98196"/>
                </a:cubicBezTo>
                <a:cubicBezTo>
                  <a:pt x="93650" y="98196"/>
                  <a:pt x="85730" y="95054"/>
                  <a:pt x="79689" y="88772"/>
                </a:cubicBezTo>
                <a:cubicBezTo>
                  <a:pt x="73648" y="82489"/>
                  <a:pt x="70628" y="73438"/>
                  <a:pt x="70628" y="61620"/>
                </a:cubicBezTo>
                <a:moveTo>
                  <a:pt x="82820" y="61587"/>
                </a:moveTo>
                <a:cubicBezTo>
                  <a:pt x="82820" y="70516"/>
                  <a:pt x="84775" y="77203"/>
                  <a:pt x="88685" y="81646"/>
                </a:cubicBezTo>
                <a:cubicBezTo>
                  <a:pt x="92595" y="86089"/>
                  <a:pt x="97516" y="88310"/>
                  <a:pt x="103447" y="88310"/>
                </a:cubicBezTo>
                <a:cubicBezTo>
                  <a:pt x="109335" y="88310"/>
                  <a:pt x="114234" y="86078"/>
                  <a:pt x="118144" y="81613"/>
                </a:cubicBezTo>
                <a:cubicBezTo>
                  <a:pt x="122054" y="77148"/>
                  <a:pt x="124009" y="70341"/>
                  <a:pt x="124009" y="61193"/>
                </a:cubicBezTo>
                <a:cubicBezTo>
                  <a:pt x="124009" y="52570"/>
                  <a:pt x="122043" y="46036"/>
                  <a:pt x="118111" y="41593"/>
                </a:cubicBezTo>
                <a:cubicBezTo>
                  <a:pt x="114179" y="37150"/>
                  <a:pt x="109291" y="34929"/>
                  <a:pt x="103447" y="34929"/>
                </a:cubicBezTo>
                <a:cubicBezTo>
                  <a:pt x="97516" y="34929"/>
                  <a:pt x="92595" y="37139"/>
                  <a:pt x="88685" y="41560"/>
                </a:cubicBezTo>
                <a:cubicBezTo>
                  <a:pt x="84775" y="45981"/>
                  <a:pt x="82820" y="52657"/>
                  <a:pt x="82820" y="61587"/>
                </a:cubicBezTo>
                <a:close/>
                <a:moveTo>
                  <a:pt x="175986" y="86136"/>
                </a:moveTo>
                <a:lnTo>
                  <a:pt x="177700" y="96614"/>
                </a:lnTo>
                <a:cubicBezTo>
                  <a:pt x="174361" y="97229"/>
                  <a:pt x="171373" y="97537"/>
                  <a:pt x="168737" y="97537"/>
                </a:cubicBezTo>
                <a:cubicBezTo>
                  <a:pt x="164431" y="97537"/>
                  <a:pt x="161092" y="96856"/>
                  <a:pt x="158720" y="95494"/>
                </a:cubicBezTo>
                <a:cubicBezTo>
                  <a:pt x="156347" y="94132"/>
                  <a:pt x="154678" y="92341"/>
                  <a:pt x="153711" y="90123"/>
                </a:cubicBezTo>
                <a:cubicBezTo>
                  <a:pt x="152745" y="87904"/>
                  <a:pt x="152261" y="83236"/>
                  <a:pt x="152261" y="76118"/>
                </a:cubicBezTo>
                <a:lnTo>
                  <a:pt x="152261" y="35851"/>
                </a:lnTo>
                <a:lnTo>
                  <a:pt x="143562" y="35851"/>
                </a:lnTo>
                <a:lnTo>
                  <a:pt x="143562" y="26625"/>
                </a:lnTo>
                <a:lnTo>
                  <a:pt x="152261" y="26625"/>
                </a:lnTo>
                <a:lnTo>
                  <a:pt x="152261" y="9245"/>
                </a:lnTo>
                <a:lnTo>
                  <a:pt x="164058" y="2109"/>
                </a:lnTo>
                <a:lnTo>
                  <a:pt x="164058" y="26625"/>
                </a:lnTo>
                <a:lnTo>
                  <a:pt x="175986" y="26625"/>
                </a:lnTo>
                <a:lnTo>
                  <a:pt x="175986" y="35851"/>
                </a:lnTo>
                <a:lnTo>
                  <a:pt x="164058" y="35851"/>
                </a:lnTo>
                <a:lnTo>
                  <a:pt x="164058" y="76777"/>
                </a:lnTo>
                <a:cubicBezTo>
                  <a:pt x="164058" y="80160"/>
                  <a:pt x="164267" y="82335"/>
                  <a:pt x="164684" y="83302"/>
                </a:cubicBezTo>
                <a:cubicBezTo>
                  <a:pt x="165101" y="84268"/>
                  <a:pt x="165782" y="85037"/>
                  <a:pt x="166727" y="85608"/>
                </a:cubicBezTo>
                <a:cubicBezTo>
                  <a:pt x="167672" y="86179"/>
                  <a:pt x="169023" y="86465"/>
                  <a:pt x="170780" y="86465"/>
                </a:cubicBezTo>
                <a:cubicBezTo>
                  <a:pt x="172098" y="86465"/>
                  <a:pt x="173834" y="86355"/>
                  <a:pt x="175986" y="86136"/>
                </a:cubicBezTo>
                <a:close/>
                <a:moveTo>
                  <a:pt x="244571" y="96614"/>
                </a:moveTo>
                <a:lnTo>
                  <a:pt x="217946" y="26625"/>
                </a:lnTo>
                <a:lnTo>
                  <a:pt x="230467" y="26625"/>
                </a:lnTo>
                <a:lnTo>
                  <a:pt x="245493" y="68539"/>
                </a:lnTo>
                <a:cubicBezTo>
                  <a:pt x="247119" y="73065"/>
                  <a:pt x="248613" y="77766"/>
                  <a:pt x="249975" y="82643"/>
                </a:cubicBezTo>
                <a:cubicBezTo>
                  <a:pt x="251029" y="78952"/>
                  <a:pt x="252501" y="74515"/>
                  <a:pt x="254390" y="69330"/>
                </a:cubicBezTo>
                <a:lnTo>
                  <a:pt x="269944" y="26625"/>
                </a:lnTo>
                <a:lnTo>
                  <a:pt x="282136" y="26625"/>
                </a:lnTo>
                <a:lnTo>
                  <a:pt x="255643" y="96614"/>
                </a:lnTo>
                <a:lnTo>
                  <a:pt x="244571" y="96614"/>
                </a:lnTo>
                <a:close/>
                <a:moveTo>
                  <a:pt x="292680" y="13708"/>
                </a:moveTo>
                <a:lnTo>
                  <a:pt x="292680" y="0"/>
                </a:lnTo>
                <a:lnTo>
                  <a:pt x="304543" y="0"/>
                </a:lnTo>
                <a:lnTo>
                  <a:pt x="304543" y="13708"/>
                </a:lnTo>
                <a:lnTo>
                  <a:pt x="292680" y="13708"/>
                </a:lnTo>
                <a:moveTo>
                  <a:pt x="292680" y="96614"/>
                </a:moveTo>
                <a:lnTo>
                  <a:pt x="292680" y="26625"/>
                </a:lnTo>
                <a:lnTo>
                  <a:pt x="304543" y="26625"/>
                </a:lnTo>
                <a:lnTo>
                  <a:pt x="304543" y="96614"/>
                </a:lnTo>
                <a:lnTo>
                  <a:pt x="292680" y="96614"/>
                </a:lnTo>
                <a:close/>
                <a:moveTo>
                  <a:pt x="318162" y="61620"/>
                </a:moveTo>
                <a:cubicBezTo>
                  <a:pt x="318162" y="48659"/>
                  <a:pt x="321765" y="39059"/>
                  <a:pt x="328970" y="32820"/>
                </a:cubicBezTo>
                <a:cubicBezTo>
                  <a:pt x="334989" y="27635"/>
                  <a:pt x="342326" y="25043"/>
                  <a:pt x="350982" y="25043"/>
                </a:cubicBezTo>
                <a:cubicBezTo>
                  <a:pt x="360604" y="25043"/>
                  <a:pt x="368468" y="28196"/>
                  <a:pt x="374575" y="34500"/>
                </a:cubicBezTo>
                <a:cubicBezTo>
                  <a:pt x="380682" y="40805"/>
                  <a:pt x="383736" y="49515"/>
                  <a:pt x="383736" y="60631"/>
                </a:cubicBezTo>
                <a:cubicBezTo>
                  <a:pt x="383736" y="69638"/>
                  <a:pt x="382385" y="76722"/>
                  <a:pt x="379683" y="81885"/>
                </a:cubicBezTo>
                <a:cubicBezTo>
                  <a:pt x="376981" y="87047"/>
                  <a:pt x="373048" y="91056"/>
                  <a:pt x="367886" y="93912"/>
                </a:cubicBezTo>
                <a:cubicBezTo>
                  <a:pt x="362724" y="96768"/>
                  <a:pt x="357089" y="98196"/>
                  <a:pt x="350982" y="98196"/>
                </a:cubicBezTo>
                <a:cubicBezTo>
                  <a:pt x="341184" y="98196"/>
                  <a:pt x="333265" y="95054"/>
                  <a:pt x="327224" y="88772"/>
                </a:cubicBezTo>
                <a:cubicBezTo>
                  <a:pt x="321183" y="82489"/>
                  <a:pt x="318162" y="73438"/>
                  <a:pt x="318162" y="61620"/>
                </a:cubicBezTo>
                <a:moveTo>
                  <a:pt x="330354" y="61587"/>
                </a:moveTo>
                <a:cubicBezTo>
                  <a:pt x="330354" y="70516"/>
                  <a:pt x="332309" y="77203"/>
                  <a:pt x="336219" y="81646"/>
                </a:cubicBezTo>
                <a:cubicBezTo>
                  <a:pt x="340130" y="86089"/>
                  <a:pt x="345050" y="88310"/>
                  <a:pt x="350982" y="88310"/>
                </a:cubicBezTo>
                <a:cubicBezTo>
                  <a:pt x="356869" y="88310"/>
                  <a:pt x="361768" y="86078"/>
                  <a:pt x="365678" y="81613"/>
                </a:cubicBezTo>
                <a:cubicBezTo>
                  <a:pt x="369588" y="77148"/>
                  <a:pt x="371544" y="70341"/>
                  <a:pt x="371544" y="61193"/>
                </a:cubicBezTo>
                <a:cubicBezTo>
                  <a:pt x="371544" y="52570"/>
                  <a:pt x="369577" y="46036"/>
                  <a:pt x="365645" y="41593"/>
                </a:cubicBezTo>
                <a:cubicBezTo>
                  <a:pt x="361713" y="37150"/>
                  <a:pt x="356825" y="34929"/>
                  <a:pt x="350982" y="34929"/>
                </a:cubicBezTo>
                <a:cubicBezTo>
                  <a:pt x="345050" y="34929"/>
                  <a:pt x="340130" y="37139"/>
                  <a:pt x="336219" y="41560"/>
                </a:cubicBezTo>
                <a:cubicBezTo>
                  <a:pt x="332309" y="45981"/>
                  <a:pt x="330354" y="52657"/>
                  <a:pt x="330354" y="61587"/>
                </a:cubicBezTo>
                <a:close/>
                <a:moveTo>
                  <a:pt x="397357" y="96614"/>
                </a:moveTo>
                <a:lnTo>
                  <a:pt x="397357" y="0"/>
                </a:lnTo>
                <a:lnTo>
                  <a:pt x="409220" y="0"/>
                </a:lnTo>
                <a:lnTo>
                  <a:pt x="409220" y="96614"/>
                </a:lnTo>
                <a:lnTo>
                  <a:pt x="397357" y="96614"/>
                </a:lnTo>
                <a:close/>
                <a:moveTo>
                  <a:pt x="473255" y="87973"/>
                </a:moveTo>
                <a:cubicBezTo>
                  <a:pt x="468861" y="91710"/>
                  <a:pt x="464633" y="94348"/>
                  <a:pt x="460569" y="95887"/>
                </a:cubicBezTo>
                <a:cubicBezTo>
                  <a:pt x="456505" y="97426"/>
                  <a:pt x="452144" y="98196"/>
                  <a:pt x="447487" y="98196"/>
                </a:cubicBezTo>
                <a:cubicBezTo>
                  <a:pt x="439798" y="98196"/>
                  <a:pt x="433889" y="96316"/>
                  <a:pt x="429759" y="92557"/>
                </a:cubicBezTo>
                <a:cubicBezTo>
                  <a:pt x="425629" y="88798"/>
                  <a:pt x="423564" y="83994"/>
                  <a:pt x="423564" y="78147"/>
                </a:cubicBezTo>
                <a:cubicBezTo>
                  <a:pt x="423564" y="74719"/>
                  <a:pt x="424344" y="71587"/>
                  <a:pt x="425904" y="68752"/>
                </a:cubicBezTo>
                <a:cubicBezTo>
                  <a:pt x="427463" y="65915"/>
                  <a:pt x="429506" y="63639"/>
                  <a:pt x="432033" y="61924"/>
                </a:cubicBezTo>
                <a:cubicBezTo>
                  <a:pt x="434559" y="60209"/>
                  <a:pt x="437404" y="58913"/>
                  <a:pt x="440567" y="58034"/>
                </a:cubicBezTo>
                <a:cubicBezTo>
                  <a:pt x="442896" y="57418"/>
                  <a:pt x="446410" y="56824"/>
                  <a:pt x="451112" y="56253"/>
                </a:cubicBezTo>
                <a:cubicBezTo>
                  <a:pt x="460689" y="55118"/>
                  <a:pt x="467741" y="53766"/>
                  <a:pt x="472266" y="52195"/>
                </a:cubicBezTo>
                <a:cubicBezTo>
                  <a:pt x="472310" y="50577"/>
                  <a:pt x="472332" y="49548"/>
                  <a:pt x="472332" y="49110"/>
                </a:cubicBezTo>
                <a:cubicBezTo>
                  <a:pt x="472332" y="44295"/>
                  <a:pt x="471212" y="40903"/>
                  <a:pt x="468971" y="38934"/>
                </a:cubicBezTo>
                <a:cubicBezTo>
                  <a:pt x="465940" y="36264"/>
                  <a:pt x="461436" y="34929"/>
                  <a:pt x="455461" y="34929"/>
                </a:cubicBezTo>
                <a:cubicBezTo>
                  <a:pt x="449881" y="34929"/>
                  <a:pt x="445762" y="35906"/>
                  <a:pt x="443104" y="37861"/>
                </a:cubicBezTo>
                <a:cubicBezTo>
                  <a:pt x="440446" y="39817"/>
                  <a:pt x="438480" y="43276"/>
                  <a:pt x="437206" y="48241"/>
                </a:cubicBezTo>
                <a:lnTo>
                  <a:pt x="425607" y="46660"/>
                </a:lnTo>
                <a:cubicBezTo>
                  <a:pt x="426661" y="41680"/>
                  <a:pt x="428397" y="37658"/>
                  <a:pt x="430813" y="34595"/>
                </a:cubicBezTo>
                <a:cubicBezTo>
                  <a:pt x="433230" y="31532"/>
                  <a:pt x="436723" y="29175"/>
                  <a:pt x="441292" y="27523"/>
                </a:cubicBezTo>
                <a:cubicBezTo>
                  <a:pt x="445861" y="25870"/>
                  <a:pt x="451155" y="25043"/>
                  <a:pt x="457175" y="25043"/>
                </a:cubicBezTo>
                <a:cubicBezTo>
                  <a:pt x="463150" y="25043"/>
                  <a:pt x="468005" y="25746"/>
                  <a:pt x="471739" y="27152"/>
                </a:cubicBezTo>
                <a:cubicBezTo>
                  <a:pt x="475474" y="28558"/>
                  <a:pt x="478220" y="30326"/>
                  <a:pt x="479977" y="32457"/>
                </a:cubicBezTo>
                <a:cubicBezTo>
                  <a:pt x="481735" y="34588"/>
                  <a:pt x="482965" y="37279"/>
                  <a:pt x="483668" y="40531"/>
                </a:cubicBezTo>
                <a:cubicBezTo>
                  <a:pt x="484063" y="42552"/>
                  <a:pt x="484261" y="46198"/>
                  <a:pt x="484261" y="51470"/>
                </a:cubicBezTo>
                <a:lnTo>
                  <a:pt x="484261" y="67287"/>
                </a:lnTo>
                <a:cubicBezTo>
                  <a:pt x="484261" y="78315"/>
                  <a:pt x="484513" y="85290"/>
                  <a:pt x="485019" y="88212"/>
                </a:cubicBezTo>
                <a:cubicBezTo>
                  <a:pt x="485524" y="91133"/>
                  <a:pt x="486524" y="93934"/>
                  <a:pt x="488017" y="96614"/>
                </a:cubicBezTo>
                <a:lnTo>
                  <a:pt x="475628" y="96614"/>
                </a:lnTo>
                <a:cubicBezTo>
                  <a:pt x="474397" y="94151"/>
                  <a:pt x="473606" y="91271"/>
                  <a:pt x="473255" y="87973"/>
                </a:cubicBezTo>
                <a:moveTo>
                  <a:pt x="472266" y="61422"/>
                </a:moveTo>
                <a:cubicBezTo>
                  <a:pt x="467961" y="63194"/>
                  <a:pt x="461502" y="64701"/>
                  <a:pt x="452891" y="65940"/>
                </a:cubicBezTo>
                <a:cubicBezTo>
                  <a:pt x="448014" y="66646"/>
                  <a:pt x="444565" y="67440"/>
                  <a:pt x="442544" y="68323"/>
                </a:cubicBezTo>
                <a:cubicBezTo>
                  <a:pt x="440523" y="69205"/>
                  <a:pt x="438963" y="70495"/>
                  <a:pt x="437865" y="72195"/>
                </a:cubicBezTo>
                <a:cubicBezTo>
                  <a:pt x="436767" y="73893"/>
                  <a:pt x="436217" y="75779"/>
                  <a:pt x="436217" y="77852"/>
                </a:cubicBezTo>
                <a:cubicBezTo>
                  <a:pt x="436217" y="81028"/>
                  <a:pt x="437415" y="83675"/>
                  <a:pt x="439809" y="85794"/>
                </a:cubicBezTo>
                <a:cubicBezTo>
                  <a:pt x="442204" y="87911"/>
                  <a:pt x="445707" y="88969"/>
                  <a:pt x="450321" y="88969"/>
                </a:cubicBezTo>
                <a:cubicBezTo>
                  <a:pt x="454890" y="88969"/>
                  <a:pt x="458954" y="87965"/>
                  <a:pt x="462513" y="85956"/>
                </a:cubicBezTo>
                <a:cubicBezTo>
                  <a:pt x="466072" y="83948"/>
                  <a:pt x="468686" y="81200"/>
                  <a:pt x="470355" y="77712"/>
                </a:cubicBezTo>
                <a:cubicBezTo>
                  <a:pt x="471629" y="75018"/>
                  <a:pt x="472266" y="71045"/>
                  <a:pt x="472266" y="65792"/>
                </a:cubicBezTo>
                <a:lnTo>
                  <a:pt x="472266" y="61422"/>
                </a:lnTo>
                <a:close/>
                <a:moveTo>
                  <a:pt x="528528" y="86136"/>
                </a:moveTo>
                <a:lnTo>
                  <a:pt x="530241" y="96614"/>
                </a:lnTo>
                <a:cubicBezTo>
                  <a:pt x="526902" y="97229"/>
                  <a:pt x="523914" y="97537"/>
                  <a:pt x="521278" y="97537"/>
                </a:cubicBezTo>
                <a:cubicBezTo>
                  <a:pt x="516973" y="97537"/>
                  <a:pt x="513634" y="96856"/>
                  <a:pt x="511261" y="95494"/>
                </a:cubicBezTo>
                <a:cubicBezTo>
                  <a:pt x="508889" y="94132"/>
                  <a:pt x="507219" y="92341"/>
                  <a:pt x="506252" y="90123"/>
                </a:cubicBezTo>
                <a:cubicBezTo>
                  <a:pt x="505286" y="87904"/>
                  <a:pt x="504803" y="83236"/>
                  <a:pt x="504803" y="76118"/>
                </a:cubicBezTo>
                <a:lnTo>
                  <a:pt x="504803" y="35851"/>
                </a:lnTo>
                <a:lnTo>
                  <a:pt x="496103" y="35851"/>
                </a:lnTo>
                <a:lnTo>
                  <a:pt x="496103" y="26625"/>
                </a:lnTo>
                <a:lnTo>
                  <a:pt x="504803" y="26625"/>
                </a:lnTo>
                <a:lnTo>
                  <a:pt x="504803" y="9245"/>
                </a:lnTo>
                <a:lnTo>
                  <a:pt x="516599" y="2109"/>
                </a:lnTo>
                <a:lnTo>
                  <a:pt x="516599" y="26625"/>
                </a:lnTo>
                <a:lnTo>
                  <a:pt x="528528" y="26625"/>
                </a:lnTo>
                <a:lnTo>
                  <a:pt x="528528" y="35851"/>
                </a:lnTo>
                <a:lnTo>
                  <a:pt x="516599" y="35851"/>
                </a:lnTo>
                <a:lnTo>
                  <a:pt x="516599" y="76777"/>
                </a:lnTo>
                <a:cubicBezTo>
                  <a:pt x="516599" y="80160"/>
                  <a:pt x="516808" y="82335"/>
                  <a:pt x="517225" y="83302"/>
                </a:cubicBezTo>
                <a:cubicBezTo>
                  <a:pt x="517643" y="84268"/>
                  <a:pt x="518324" y="85037"/>
                  <a:pt x="519268" y="85608"/>
                </a:cubicBezTo>
                <a:cubicBezTo>
                  <a:pt x="520213" y="86179"/>
                  <a:pt x="521564" y="86465"/>
                  <a:pt x="523321" y="86465"/>
                </a:cubicBezTo>
                <a:cubicBezTo>
                  <a:pt x="524639" y="86465"/>
                  <a:pt x="526375" y="86355"/>
                  <a:pt x="528528" y="86136"/>
                </a:cubicBezTo>
                <a:close/>
                <a:moveTo>
                  <a:pt x="588061" y="74075"/>
                </a:moveTo>
                <a:lnTo>
                  <a:pt x="600319" y="75591"/>
                </a:lnTo>
                <a:cubicBezTo>
                  <a:pt x="598386" y="82753"/>
                  <a:pt x="594805" y="88310"/>
                  <a:pt x="589577" y="92265"/>
                </a:cubicBezTo>
                <a:cubicBezTo>
                  <a:pt x="584348" y="96219"/>
                  <a:pt x="577670" y="98196"/>
                  <a:pt x="569542" y="98196"/>
                </a:cubicBezTo>
                <a:cubicBezTo>
                  <a:pt x="559305" y="98196"/>
                  <a:pt x="551188" y="95043"/>
                  <a:pt x="545191" y="88739"/>
                </a:cubicBezTo>
                <a:cubicBezTo>
                  <a:pt x="539194" y="82434"/>
                  <a:pt x="536195" y="73592"/>
                  <a:pt x="536195" y="62213"/>
                </a:cubicBezTo>
                <a:cubicBezTo>
                  <a:pt x="536195" y="50438"/>
                  <a:pt x="539227" y="41299"/>
                  <a:pt x="545290" y="34797"/>
                </a:cubicBezTo>
                <a:cubicBezTo>
                  <a:pt x="551353" y="28294"/>
                  <a:pt x="559217" y="25043"/>
                  <a:pt x="568883" y="25043"/>
                </a:cubicBezTo>
                <a:cubicBezTo>
                  <a:pt x="578241" y="25043"/>
                  <a:pt x="585886" y="28224"/>
                  <a:pt x="591817" y="34585"/>
                </a:cubicBezTo>
                <a:cubicBezTo>
                  <a:pt x="597749" y="40944"/>
                  <a:pt x="600714" y="49892"/>
                  <a:pt x="600714" y="61428"/>
                </a:cubicBezTo>
                <a:cubicBezTo>
                  <a:pt x="600714" y="62130"/>
                  <a:pt x="600692" y="63182"/>
                  <a:pt x="600648" y="64585"/>
                </a:cubicBezTo>
                <a:lnTo>
                  <a:pt x="548453" y="64585"/>
                </a:lnTo>
                <a:cubicBezTo>
                  <a:pt x="548892" y="72252"/>
                  <a:pt x="551067" y="78123"/>
                  <a:pt x="554977" y="82198"/>
                </a:cubicBezTo>
                <a:cubicBezTo>
                  <a:pt x="558888" y="86273"/>
                  <a:pt x="563765" y="88310"/>
                  <a:pt x="569608" y="88310"/>
                </a:cubicBezTo>
                <a:cubicBezTo>
                  <a:pt x="573958" y="88310"/>
                  <a:pt x="577670" y="87179"/>
                  <a:pt x="580746" y="84916"/>
                </a:cubicBezTo>
                <a:cubicBezTo>
                  <a:pt x="583821" y="82652"/>
                  <a:pt x="586260" y="79039"/>
                  <a:pt x="588061" y="74075"/>
                </a:cubicBezTo>
                <a:moveTo>
                  <a:pt x="549112" y="54700"/>
                </a:moveTo>
                <a:lnTo>
                  <a:pt x="588193" y="54700"/>
                </a:lnTo>
                <a:cubicBezTo>
                  <a:pt x="587666" y="48908"/>
                  <a:pt x="586172" y="44565"/>
                  <a:pt x="583711" y="41669"/>
                </a:cubicBezTo>
                <a:cubicBezTo>
                  <a:pt x="579933" y="37176"/>
                  <a:pt x="575034" y="34929"/>
                  <a:pt x="569015" y="34929"/>
                </a:cubicBezTo>
                <a:cubicBezTo>
                  <a:pt x="563567" y="34929"/>
                  <a:pt x="558987" y="36723"/>
                  <a:pt x="555274" y="40310"/>
                </a:cubicBezTo>
                <a:cubicBezTo>
                  <a:pt x="551561" y="43896"/>
                  <a:pt x="549508" y="48693"/>
                  <a:pt x="549112" y="54700"/>
                </a:cubicBezTo>
                <a:close/>
                <a:moveTo>
                  <a:pt x="652187" y="123635"/>
                </a:moveTo>
                <a:lnTo>
                  <a:pt x="650869" y="112497"/>
                </a:lnTo>
                <a:cubicBezTo>
                  <a:pt x="653461" y="113200"/>
                  <a:pt x="655723" y="113551"/>
                  <a:pt x="657657" y="113551"/>
                </a:cubicBezTo>
                <a:cubicBezTo>
                  <a:pt x="660293" y="113551"/>
                  <a:pt x="662402" y="113106"/>
                  <a:pt x="663983" y="112217"/>
                </a:cubicBezTo>
                <a:cubicBezTo>
                  <a:pt x="665565" y="111328"/>
                  <a:pt x="666861" y="110084"/>
                  <a:pt x="667872" y="108483"/>
                </a:cubicBezTo>
                <a:cubicBezTo>
                  <a:pt x="668619" y="107283"/>
                  <a:pt x="669827" y="104305"/>
                  <a:pt x="671496" y="99549"/>
                </a:cubicBezTo>
                <a:cubicBezTo>
                  <a:pt x="671716" y="98882"/>
                  <a:pt x="672067" y="97903"/>
                  <a:pt x="672551" y="96614"/>
                </a:cubicBezTo>
                <a:lnTo>
                  <a:pt x="645992" y="26625"/>
                </a:lnTo>
                <a:lnTo>
                  <a:pt x="658777" y="26625"/>
                </a:lnTo>
                <a:lnTo>
                  <a:pt x="673342" y="67061"/>
                </a:lnTo>
                <a:cubicBezTo>
                  <a:pt x="675231" y="72190"/>
                  <a:pt x="676922" y="77582"/>
                  <a:pt x="678416" y="83236"/>
                </a:cubicBezTo>
                <a:cubicBezTo>
                  <a:pt x="679778" y="77800"/>
                  <a:pt x="681404" y="72496"/>
                  <a:pt x="683293" y="67324"/>
                </a:cubicBezTo>
                <a:lnTo>
                  <a:pt x="698253" y="26625"/>
                </a:lnTo>
                <a:lnTo>
                  <a:pt x="710116" y="26625"/>
                </a:lnTo>
                <a:lnTo>
                  <a:pt x="683491" y="97848"/>
                </a:lnTo>
                <a:cubicBezTo>
                  <a:pt x="680635" y="105542"/>
                  <a:pt x="678416" y="110840"/>
                  <a:pt x="676834" y="113741"/>
                </a:cubicBezTo>
                <a:cubicBezTo>
                  <a:pt x="674726" y="117654"/>
                  <a:pt x="672309" y="120523"/>
                  <a:pt x="669585" y="122347"/>
                </a:cubicBezTo>
                <a:cubicBezTo>
                  <a:pt x="666861" y="124172"/>
                  <a:pt x="663610" y="125084"/>
                  <a:pt x="659831" y="125084"/>
                </a:cubicBezTo>
                <a:cubicBezTo>
                  <a:pt x="657547" y="125084"/>
                  <a:pt x="654999" y="124601"/>
                  <a:pt x="652187" y="123635"/>
                </a:cubicBezTo>
                <a:close/>
                <a:moveTo>
                  <a:pt x="715783" y="61620"/>
                </a:moveTo>
                <a:cubicBezTo>
                  <a:pt x="715783" y="48659"/>
                  <a:pt x="719386" y="39059"/>
                  <a:pt x="726592" y="32820"/>
                </a:cubicBezTo>
                <a:cubicBezTo>
                  <a:pt x="732611" y="27635"/>
                  <a:pt x="739948" y="25043"/>
                  <a:pt x="748603" y="25043"/>
                </a:cubicBezTo>
                <a:cubicBezTo>
                  <a:pt x="758225" y="25043"/>
                  <a:pt x="766090" y="28196"/>
                  <a:pt x="772197" y="34500"/>
                </a:cubicBezTo>
                <a:cubicBezTo>
                  <a:pt x="778304" y="40805"/>
                  <a:pt x="781357" y="49515"/>
                  <a:pt x="781357" y="60631"/>
                </a:cubicBezTo>
                <a:cubicBezTo>
                  <a:pt x="781357" y="69638"/>
                  <a:pt x="780006" y="76722"/>
                  <a:pt x="777304" y="81885"/>
                </a:cubicBezTo>
                <a:cubicBezTo>
                  <a:pt x="774602" y="87047"/>
                  <a:pt x="770670" y="91056"/>
                  <a:pt x="765507" y="93912"/>
                </a:cubicBezTo>
                <a:cubicBezTo>
                  <a:pt x="760345" y="96768"/>
                  <a:pt x="754710" y="98196"/>
                  <a:pt x="748603" y="98196"/>
                </a:cubicBezTo>
                <a:cubicBezTo>
                  <a:pt x="738806" y="98196"/>
                  <a:pt x="730886" y="95054"/>
                  <a:pt x="724845" y="88772"/>
                </a:cubicBezTo>
                <a:cubicBezTo>
                  <a:pt x="718804" y="82489"/>
                  <a:pt x="715783" y="73438"/>
                  <a:pt x="715783" y="61620"/>
                </a:cubicBezTo>
                <a:moveTo>
                  <a:pt x="727975" y="61587"/>
                </a:moveTo>
                <a:cubicBezTo>
                  <a:pt x="727975" y="70516"/>
                  <a:pt x="729931" y="77203"/>
                  <a:pt x="733841" y="81646"/>
                </a:cubicBezTo>
                <a:cubicBezTo>
                  <a:pt x="737751" y="86089"/>
                  <a:pt x="742672" y="88310"/>
                  <a:pt x="748603" y="88310"/>
                </a:cubicBezTo>
                <a:cubicBezTo>
                  <a:pt x="754491" y="88310"/>
                  <a:pt x="759389" y="86078"/>
                  <a:pt x="763300" y="81613"/>
                </a:cubicBezTo>
                <a:cubicBezTo>
                  <a:pt x="767210" y="77148"/>
                  <a:pt x="769165" y="70341"/>
                  <a:pt x="769165" y="61193"/>
                </a:cubicBezTo>
                <a:cubicBezTo>
                  <a:pt x="769165" y="52570"/>
                  <a:pt x="767199" y="46036"/>
                  <a:pt x="763267" y="41593"/>
                </a:cubicBezTo>
                <a:cubicBezTo>
                  <a:pt x="759334" y="37150"/>
                  <a:pt x="754447" y="34929"/>
                  <a:pt x="748603" y="34929"/>
                </a:cubicBezTo>
                <a:cubicBezTo>
                  <a:pt x="742672" y="34929"/>
                  <a:pt x="737751" y="37139"/>
                  <a:pt x="733841" y="41560"/>
                </a:cubicBezTo>
                <a:cubicBezTo>
                  <a:pt x="729931" y="45981"/>
                  <a:pt x="727975" y="52657"/>
                  <a:pt x="727975" y="61587"/>
                </a:cubicBezTo>
                <a:close/>
                <a:moveTo>
                  <a:pt x="841111" y="96614"/>
                </a:moveTo>
                <a:lnTo>
                  <a:pt x="841111" y="86333"/>
                </a:lnTo>
                <a:cubicBezTo>
                  <a:pt x="835663" y="94242"/>
                  <a:pt x="828260" y="98196"/>
                  <a:pt x="818901" y="98196"/>
                </a:cubicBezTo>
                <a:cubicBezTo>
                  <a:pt x="814771" y="98196"/>
                  <a:pt x="810916" y="97405"/>
                  <a:pt x="807335" y="95823"/>
                </a:cubicBezTo>
                <a:cubicBezTo>
                  <a:pt x="803754" y="94242"/>
                  <a:pt x="801096" y="92254"/>
                  <a:pt x="799361" y="89859"/>
                </a:cubicBezTo>
                <a:cubicBezTo>
                  <a:pt x="797625" y="87465"/>
                  <a:pt x="796406" y="84532"/>
                  <a:pt x="795703" y="81061"/>
                </a:cubicBezTo>
                <a:cubicBezTo>
                  <a:pt x="795220" y="78732"/>
                  <a:pt x="794978" y="75042"/>
                  <a:pt x="794978" y="69989"/>
                </a:cubicBezTo>
                <a:lnTo>
                  <a:pt x="794978" y="26625"/>
                </a:lnTo>
                <a:lnTo>
                  <a:pt x="806841" y="26625"/>
                </a:lnTo>
                <a:lnTo>
                  <a:pt x="806841" y="65442"/>
                </a:lnTo>
                <a:cubicBezTo>
                  <a:pt x="806841" y="71637"/>
                  <a:pt x="807083" y="75811"/>
                  <a:pt x="807566" y="77964"/>
                </a:cubicBezTo>
                <a:cubicBezTo>
                  <a:pt x="808313" y="81083"/>
                  <a:pt x="809894" y="83532"/>
                  <a:pt x="812311" y="85312"/>
                </a:cubicBezTo>
                <a:cubicBezTo>
                  <a:pt x="814727" y="87091"/>
                  <a:pt x="817715" y="87981"/>
                  <a:pt x="821274" y="87981"/>
                </a:cubicBezTo>
                <a:cubicBezTo>
                  <a:pt x="824833" y="87981"/>
                  <a:pt x="828172" y="87069"/>
                  <a:pt x="831291" y="85246"/>
                </a:cubicBezTo>
                <a:cubicBezTo>
                  <a:pt x="834410" y="83423"/>
                  <a:pt x="836618" y="80940"/>
                  <a:pt x="837914" y="77799"/>
                </a:cubicBezTo>
                <a:cubicBezTo>
                  <a:pt x="839210" y="74657"/>
                  <a:pt x="839858" y="70099"/>
                  <a:pt x="839858" y="64124"/>
                </a:cubicBezTo>
                <a:lnTo>
                  <a:pt x="839858" y="26625"/>
                </a:lnTo>
                <a:lnTo>
                  <a:pt x="851721" y="26625"/>
                </a:lnTo>
                <a:lnTo>
                  <a:pt x="851721" y="96614"/>
                </a:lnTo>
                <a:lnTo>
                  <a:pt x="841111" y="96614"/>
                </a:lnTo>
                <a:close/>
                <a:moveTo>
                  <a:pt x="870153" y="96614"/>
                </a:moveTo>
                <a:lnTo>
                  <a:pt x="870153" y="26625"/>
                </a:lnTo>
                <a:lnTo>
                  <a:pt x="880830" y="26625"/>
                </a:lnTo>
                <a:lnTo>
                  <a:pt x="880830" y="37169"/>
                </a:lnTo>
                <a:cubicBezTo>
                  <a:pt x="883554" y="32232"/>
                  <a:pt x="886069" y="28977"/>
                  <a:pt x="888376" y="27403"/>
                </a:cubicBezTo>
                <a:cubicBezTo>
                  <a:pt x="890682" y="25830"/>
                  <a:pt x="893219" y="25043"/>
                  <a:pt x="895987" y="25043"/>
                </a:cubicBezTo>
                <a:cubicBezTo>
                  <a:pt x="899985" y="25043"/>
                  <a:pt x="904050" y="26312"/>
                  <a:pt x="908179" y="28849"/>
                </a:cubicBezTo>
                <a:lnTo>
                  <a:pt x="904093" y="39806"/>
                </a:lnTo>
                <a:cubicBezTo>
                  <a:pt x="901194" y="38092"/>
                  <a:pt x="898294" y="37235"/>
                  <a:pt x="895394" y="37235"/>
                </a:cubicBezTo>
                <a:cubicBezTo>
                  <a:pt x="892802" y="37235"/>
                  <a:pt x="890473" y="38017"/>
                  <a:pt x="888408" y="39579"/>
                </a:cubicBezTo>
                <a:cubicBezTo>
                  <a:pt x="886344" y="41140"/>
                  <a:pt x="884872" y="43306"/>
                  <a:pt x="883993" y="46077"/>
                </a:cubicBezTo>
                <a:cubicBezTo>
                  <a:pt x="882675" y="50299"/>
                  <a:pt x="882016" y="54917"/>
                  <a:pt x="882016" y="59931"/>
                </a:cubicBezTo>
                <a:lnTo>
                  <a:pt x="882016" y="96614"/>
                </a:lnTo>
                <a:lnTo>
                  <a:pt x="870153" y="96614"/>
                </a:lnTo>
                <a:close/>
                <a:moveTo>
                  <a:pt x="954927" y="96614"/>
                </a:moveTo>
                <a:lnTo>
                  <a:pt x="954927" y="0"/>
                </a:lnTo>
                <a:lnTo>
                  <a:pt x="1020105" y="0"/>
                </a:lnTo>
                <a:lnTo>
                  <a:pt x="1020105" y="11401"/>
                </a:lnTo>
                <a:lnTo>
                  <a:pt x="967712" y="11401"/>
                </a:lnTo>
                <a:lnTo>
                  <a:pt x="967712" y="41255"/>
                </a:lnTo>
                <a:lnTo>
                  <a:pt x="1013053" y="41255"/>
                </a:lnTo>
                <a:lnTo>
                  <a:pt x="1013053" y="52657"/>
                </a:lnTo>
                <a:lnTo>
                  <a:pt x="967712" y="52657"/>
                </a:lnTo>
                <a:lnTo>
                  <a:pt x="967712" y="96614"/>
                </a:lnTo>
                <a:lnTo>
                  <a:pt x="954927" y="96614"/>
                </a:lnTo>
                <a:close/>
                <a:moveTo>
                  <a:pt x="1035284" y="13708"/>
                </a:moveTo>
                <a:lnTo>
                  <a:pt x="1035284" y="0"/>
                </a:lnTo>
                <a:lnTo>
                  <a:pt x="1047147" y="0"/>
                </a:lnTo>
                <a:lnTo>
                  <a:pt x="1047147" y="13708"/>
                </a:lnTo>
                <a:lnTo>
                  <a:pt x="1035284" y="13708"/>
                </a:lnTo>
                <a:moveTo>
                  <a:pt x="1035284" y="96614"/>
                </a:moveTo>
                <a:lnTo>
                  <a:pt x="1035284" y="26625"/>
                </a:lnTo>
                <a:lnTo>
                  <a:pt x="1047147" y="26625"/>
                </a:lnTo>
                <a:lnTo>
                  <a:pt x="1047147" y="96614"/>
                </a:lnTo>
                <a:lnTo>
                  <a:pt x="1035284" y="96614"/>
                </a:lnTo>
                <a:close/>
                <a:moveTo>
                  <a:pt x="1065050" y="96614"/>
                </a:moveTo>
                <a:lnTo>
                  <a:pt x="1065050" y="26625"/>
                </a:lnTo>
                <a:lnTo>
                  <a:pt x="1075726" y="26625"/>
                </a:lnTo>
                <a:lnTo>
                  <a:pt x="1075726" y="37169"/>
                </a:lnTo>
                <a:cubicBezTo>
                  <a:pt x="1078450" y="32232"/>
                  <a:pt x="1080966" y="28977"/>
                  <a:pt x="1083272" y="27403"/>
                </a:cubicBezTo>
                <a:cubicBezTo>
                  <a:pt x="1085579" y="25830"/>
                  <a:pt x="1088116" y="25043"/>
                  <a:pt x="1090884" y="25043"/>
                </a:cubicBezTo>
                <a:cubicBezTo>
                  <a:pt x="1094882" y="25043"/>
                  <a:pt x="1098946" y="26312"/>
                  <a:pt x="1103076" y="28849"/>
                </a:cubicBezTo>
                <a:lnTo>
                  <a:pt x="1098990" y="39806"/>
                </a:lnTo>
                <a:cubicBezTo>
                  <a:pt x="1096090" y="38092"/>
                  <a:pt x="1093191" y="37235"/>
                  <a:pt x="1090291" y="37235"/>
                </a:cubicBezTo>
                <a:cubicBezTo>
                  <a:pt x="1087699" y="37235"/>
                  <a:pt x="1085370" y="38017"/>
                  <a:pt x="1083305" y="39579"/>
                </a:cubicBezTo>
                <a:cubicBezTo>
                  <a:pt x="1081240" y="41140"/>
                  <a:pt x="1079768" y="43306"/>
                  <a:pt x="1078890" y="46077"/>
                </a:cubicBezTo>
                <a:cubicBezTo>
                  <a:pt x="1077572" y="50299"/>
                  <a:pt x="1076913" y="54917"/>
                  <a:pt x="1076913" y="59931"/>
                </a:cubicBezTo>
                <a:lnTo>
                  <a:pt x="1076913" y="96614"/>
                </a:lnTo>
                <a:lnTo>
                  <a:pt x="1065050" y="96614"/>
                </a:lnTo>
                <a:close/>
                <a:moveTo>
                  <a:pt x="1105381" y="75657"/>
                </a:moveTo>
                <a:lnTo>
                  <a:pt x="1117112" y="73812"/>
                </a:lnTo>
                <a:cubicBezTo>
                  <a:pt x="1117771" y="78492"/>
                  <a:pt x="1119606" y="82079"/>
                  <a:pt x="1122615" y="84572"/>
                </a:cubicBezTo>
                <a:cubicBezTo>
                  <a:pt x="1125625" y="87064"/>
                  <a:pt x="1129832" y="88310"/>
                  <a:pt x="1135236" y="88310"/>
                </a:cubicBezTo>
                <a:cubicBezTo>
                  <a:pt x="1140684" y="88310"/>
                  <a:pt x="1144726" y="87210"/>
                  <a:pt x="1147362" y="85009"/>
                </a:cubicBezTo>
                <a:cubicBezTo>
                  <a:pt x="1149998" y="82807"/>
                  <a:pt x="1151316" y="80224"/>
                  <a:pt x="1151316" y="77261"/>
                </a:cubicBezTo>
                <a:cubicBezTo>
                  <a:pt x="1151316" y="74602"/>
                  <a:pt x="1150152" y="72509"/>
                  <a:pt x="1147823" y="70984"/>
                </a:cubicBezTo>
                <a:cubicBezTo>
                  <a:pt x="1146198" y="69938"/>
                  <a:pt x="1142155" y="68608"/>
                  <a:pt x="1135697" y="66995"/>
                </a:cubicBezTo>
                <a:cubicBezTo>
                  <a:pt x="1126998" y="64797"/>
                  <a:pt x="1120968" y="62895"/>
                  <a:pt x="1117607" y="61290"/>
                </a:cubicBezTo>
                <a:cubicBezTo>
                  <a:pt x="1114245" y="59685"/>
                  <a:pt x="1111697" y="57464"/>
                  <a:pt x="1109962" y="54628"/>
                </a:cubicBezTo>
                <a:cubicBezTo>
                  <a:pt x="1108226" y="51791"/>
                  <a:pt x="1107359" y="48658"/>
                  <a:pt x="1107359" y="45228"/>
                </a:cubicBezTo>
                <a:cubicBezTo>
                  <a:pt x="1107359" y="42106"/>
                  <a:pt x="1108073" y="39214"/>
                  <a:pt x="1109500" y="36554"/>
                </a:cubicBezTo>
                <a:cubicBezTo>
                  <a:pt x="1110928" y="33893"/>
                  <a:pt x="1112872" y="31683"/>
                  <a:pt x="1115333" y="29924"/>
                </a:cubicBezTo>
                <a:cubicBezTo>
                  <a:pt x="1117178" y="28561"/>
                  <a:pt x="1119693" y="27407"/>
                  <a:pt x="1122879" y="26462"/>
                </a:cubicBezTo>
                <a:cubicBezTo>
                  <a:pt x="1126064" y="25516"/>
                  <a:pt x="1129480" y="25043"/>
                  <a:pt x="1133127" y="25043"/>
                </a:cubicBezTo>
                <a:cubicBezTo>
                  <a:pt x="1138619" y="25043"/>
                  <a:pt x="1143441" y="25840"/>
                  <a:pt x="1147592" y="27432"/>
                </a:cubicBezTo>
                <a:cubicBezTo>
                  <a:pt x="1151744" y="29024"/>
                  <a:pt x="1154809" y="31180"/>
                  <a:pt x="1156786" y="33901"/>
                </a:cubicBezTo>
                <a:cubicBezTo>
                  <a:pt x="1158763" y="36621"/>
                  <a:pt x="1160125" y="40259"/>
                  <a:pt x="1160872" y="44814"/>
                </a:cubicBezTo>
                <a:lnTo>
                  <a:pt x="1149273" y="46396"/>
                </a:lnTo>
                <a:cubicBezTo>
                  <a:pt x="1148746" y="42793"/>
                  <a:pt x="1147219" y="39981"/>
                  <a:pt x="1144693" y="37960"/>
                </a:cubicBezTo>
                <a:cubicBezTo>
                  <a:pt x="1142166" y="35939"/>
                  <a:pt x="1138597" y="34929"/>
                  <a:pt x="1133983" y="34929"/>
                </a:cubicBezTo>
                <a:cubicBezTo>
                  <a:pt x="1128535" y="34929"/>
                  <a:pt x="1124647" y="35825"/>
                  <a:pt x="1122319" y="37618"/>
                </a:cubicBezTo>
                <a:cubicBezTo>
                  <a:pt x="1119990" y="39410"/>
                  <a:pt x="1118826" y="41509"/>
                  <a:pt x="1118826" y="43914"/>
                </a:cubicBezTo>
                <a:cubicBezTo>
                  <a:pt x="1118826" y="45444"/>
                  <a:pt x="1119309" y="46821"/>
                  <a:pt x="1120276" y="48046"/>
                </a:cubicBezTo>
                <a:cubicBezTo>
                  <a:pt x="1121242" y="49313"/>
                  <a:pt x="1122758" y="50362"/>
                  <a:pt x="1124823" y="51192"/>
                </a:cubicBezTo>
                <a:cubicBezTo>
                  <a:pt x="1126009" y="51630"/>
                  <a:pt x="1129502" y="52636"/>
                  <a:pt x="1135302" y="54210"/>
                </a:cubicBezTo>
                <a:cubicBezTo>
                  <a:pt x="1143693" y="56449"/>
                  <a:pt x="1149548" y="58282"/>
                  <a:pt x="1152865" y="59708"/>
                </a:cubicBezTo>
                <a:cubicBezTo>
                  <a:pt x="1156182" y="61135"/>
                  <a:pt x="1158785" y="63209"/>
                  <a:pt x="1160674" y="65932"/>
                </a:cubicBezTo>
                <a:cubicBezTo>
                  <a:pt x="1162564" y="68653"/>
                  <a:pt x="1163508" y="72033"/>
                  <a:pt x="1163508" y="76071"/>
                </a:cubicBezTo>
                <a:cubicBezTo>
                  <a:pt x="1163508" y="80022"/>
                  <a:pt x="1162355" y="83743"/>
                  <a:pt x="1160048" y="87233"/>
                </a:cubicBezTo>
                <a:cubicBezTo>
                  <a:pt x="1157742" y="90722"/>
                  <a:pt x="1154413" y="93421"/>
                  <a:pt x="1150064" y="95331"/>
                </a:cubicBezTo>
                <a:cubicBezTo>
                  <a:pt x="1145714" y="97241"/>
                  <a:pt x="1140793" y="98196"/>
                  <a:pt x="1135302" y="98196"/>
                </a:cubicBezTo>
                <a:cubicBezTo>
                  <a:pt x="1126207" y="98196"/>
                  <a:pt x="1119276" y="96301"/>
                  <a:pt x="1114509" y="92512"/>
                </a:cubicBezTo>
                <a:cubicBezTo>
                  <a:pt x="1109742" y="88722"/>
                  <a:pt x="1106700" y="83104"/>
                  <a:pt x="1105381" y="75657"/>
                </a:cubicBezTo>
                <a:close/>
                <a:moveTo>
                  <a:pt x="1203512" y="86136"/>
                </a:moveTo>
                <a:lnTo>
                  <a:pt x="1205225" y="96614"/>
                </a:lnTo>
                <a:cubicBezTo>
                  <a:pt x="1201886" y="97229"/>
                  <a:pt x="1198899" y="97537"/>
                  <a:pt x="1196262" y="97537"/>
                </a:cubicBezTo>
                <a:cubicBezTo>
                  <a:pt x="1191957" y="97537"/>
                  <a:pt x="1188618" y="96856"/>
                  <a:pt x="1186245" y="95494"/>
                </a:cubicBezTo>
                <a:cubicBezTo>
                  <a:pt x="1183873" y="94132"/>
                  <a:pt x="1182203" y="92341"/>
                  <a:pt x="1181236" y="90123"/>
                </a:cubicBezTo>
                <a:cubicBezTo>
                  <a:pt x="1180270" y="87904"/>
                  <a:pt x="1179787" y="83236"/>
                  <a:pt x="1179787" y="76118"/>
                </a:cubicBezTo>
                <a:lnTo>
                  <a:pt x="1179787" y="35851"/>
                </a:lnTo>
                <a:lnTo>
                  <a:pt x="1171087" y="35851"/>
                </a:lnTo>
                <a:lnTo>
                  <a:pt x="1171087" y="26625"/>
                </a:lnTo>
                <a:lnTo>
                  <a:pt x="1179787" y="26625"/>
                </a:lnTo>
                <a:lnTo>
                  <a:pt x="1179787" y="9245"/>
                </a:lnTo>
                <a:lnTo>
                  <a:pt x="1191583" y="2109"/>
                </a:lnTo>
                <a:lnTo>
                  <a:pt x="1191583" y="26625"/>
                </a:lnTo>
                <a:lnTo>
                  <a:pt x="1203512" y="26625"/>
                </a:lnTo>
                <a:lnTo>
                  <a:pt x="1203512" y="35851"/>
                </a:lnTo>
                <a:lnTo>
                  <a:pt x="1191583" y="35851"/>
                </a:lnTo>
                <a:lnTo>
                  <a:pt x="1191583" y="76777"/>
                </a:lnTo>
                <a:cubicBezTo>
                  <a:pt x="1191583" y="80160"/>
                  <a:pt x="1191792" y="82335"/>
                  <a:pt x="1192209" y="83302"/>
                </a:cubicBezTo>
                <a:cubicBezTo>
                  <a:pt x="1192627" y="84268"/>
                  <a:pt x="1193308" y="85037"/>
                  <a:pt x="1194252" y="85608"/>
                </a:cubicBezTo>
                <a:cubicBezTo>
                  <a:pt x="1195197" y="86179"/>
                  <a:pt x="1196548" y="86465"/>
                  <a:pt x="1198305" y="86465"/>
                </a:cubicBezTo>
                <a:cubicBezTo>
                  <a:pt x="1199623" y="86465"/>
                  <a:pt x="1201359" y="86355"/>
                  <a:pt x="1203512" y="86136"/>
                </a:cubicBezTo>
                <a:close/>
                <a:moveTo>
                  <a:pt x="1236147" y="96614"/>
                </a:moveTo>
                <a:lnTo>
                  <a:pt x="1273251" y="0"/>
                </a:lnTo>
                <a:lnTo>
                  <a:pt x="1287025" y="0"/>
                </a:lnTo>
                <a:lnTo>
                  <a:pt x="1326567" y="96614"/>
                </a:lnTo>
                <a:lnTo>
                  <a:pt x="1312002" y="96614"/>
                </a:lnTo>
                <a:lnTo>
                  <a:pt x="1300732" y="67485"/>
                </a:lnTo>
                <a:lnTo>
                  <a:pt x="1260334" y="67485"/>
                </a:lnTo>
                <a:lnTo>
                  <a:pt x="1249723" y="96614"/>
                </a:lnTo>
                <a:lnTo>
                  <a:pt x="1236147" y="96614"/>
                </a:lnTo>
                <a:moveTo>
                  <a:pt x="1264024" y="56940"/>
                </a:moveTo>
                <a:lnTo>
                  <a:pt x="1296778" y="56940"/>
                </a:lnTo>
                <a:lnTo>
                  <a:pt x="1286695" y="30184"/>
                </a:lnTo>
                <a:cubicBezTo>
                  <a:pt x="1283620" y="22056"/>
                  <a:pt x="1281335" y="15377"/>
                  <a:pt x="1279841" y="10149"/>
                </a:cubicBezTo>
                <a:cubicBezTo>
                  <a:pt x="1278611" y="16344"/>
                  <a:pt x="1276876" y="22495"/>
                  <a:pt x="1274635" y="28602"/>
                </a:cubicBezTo>
                <a:lnTo>
                  <a:pt x="1264024" y="56940"/>
                </a:lnTo>
                <a:close/>
                <a:moveTo>
                  <a:pt x="1335267" y="96614"/>
                </a:moveTo>
                <a:lnTo>
                  <a:pt x="1335267" y="26625"/>
                </a:lnTo>
                <a:lnTo>
                  <a:pt x="1345877" y="26625"/>
                </a:lnTo>
                <a:lnTo>
                  <a:pt x="1345877" y="36379"/>
                </a:lnTo>
                <a:cubicBezTo>
                  <a:pt x="1348074" y="32971"/>
                  <a:pt x="1350996" y="30230"/>
                  <a:pt x="1354642" y="28155"/>
                </a:cubicBezTo>
                <a:cubicBezTo>
                  <a:pt x="1358289" y="26081"/>
                  <a:pt x="1362441" y="25043"/>
                  <a:pt x="1367098" y="25043"/>
                </a:cubicBezTo>
                <a:cubicBezTo>
                  <a:pt x="1372283" y="25043"/>
                  <a:pt x="1376533" y="26114"/>
                  <a:pt x="1379850" y="28256"/>
                </a:cubicBezTo>
                <a:cubicBezTo>
                  <a:pt x="1383168" y="30397"/>
                  <a:pt x="1385507" y="33390"/>
                  <a:pt x="1386869" y="37235"/>
                </a:cubicBezTo>
                <a:cubicBezTo>
                  <a:pt x="1392405" y="29107"/>
                  <a:pt x="1399610" y="25043"/>
                  <a:pt x="1408485" y="25043"/>
                </a:cubicBezTo>
                <a:cubicBezTo>
                  <a:pt x="1415427" y="25043"/>
                  <a:pt x="1420765" y="26965"/>
                  <a:pt x="1424500" y="30810"/>
                </a:cubicBezTo>
                <a:cubicBezTo>
                  <a:pt x="1428234" y="34654"/>
                  <a:pt x="1430102" y="40574"/>
                  <a:pt x="1430102" y="48571"/>
                </a:cubicBezTo>
                <a:lnTo>
                  <a:pt x="1430102" y="96614"/>
                </a:lnTo>
                <a:lnTo>
                  <a:pt x="1418305" y="96614"/>
                </a:lnTo>
                <a:lnTo>
                  <a:pt x="1418305" y="52478"/>
                </a:lnTo>
                <a:cubicBezTo>
                  <a:pt x="1418305" y="47727"/>
                  <a:pt x="1417921" y="44308"/>
                  <a:pt x="1417152" y="42219"/>
                </a:cubicBezTo>
                <a:cubicBezTo>
                  <a:pt x="1416383" y="40130"/>
                  <a:pt x="1414988" y="38447"/>
                  <a:pt x="1412967" y="37171"/>
                </a:cubicBezTo>
                <a:cubicBezTo>
                  <a:pt x="1410946" y="35896"/>
                  <a:pt x="1408573" y="35258"/>
                  <a:pt x="1405849" y="35258"/>
                </a:cubicBezTo>
                <a:cubicBezTo>
                  <a:pt x="1400929" y="35258"/>
                  <a:pt x="1396843" y="36897"/>
                  <a:pt x="1393591" y="40174"/>
                </a:cubicBezTo>
                <a:cubicBezTo>
                  <a:pt x="1390340" y="43450"/>
                  <a:pt x="1388714" y="48695"/>
                  <a:pt x="1388714" y="55909"/>
                </a:cubicBezTo>
                <a:lnTo>
                  <a:pt x="1388714" y="96614"/>
                </a:lnTo>
                <a:lnTo>
                  <a:pt x="1376852" y="96614"/>
                </a:lnTo>
                <a:lnTo>
                  <a:pt x="1376852" y="51091"/>
                </a:lnTo>
                <a:cubicBezTo>
                  <a:pt x="1376852" y="45814"/>
                  <a:pt x="1375885" y="41855"/>
                  <a:pt x="1373952" y="39217"/>
                </a:cubicBezTo>
                <a:cubicBezTo>
                  <a:pt x="1372019" y="36578"/>
                  <a:pt x="1368856" y="35258"/>
                  <a:pt x="1364462" y="35258"/>
                </a:cubicBezTo>
                <a:cubicBezTo>
                  <a:pt x="1361123" y="35258"/>
                  <a:pt x="1358036" y="36138"/>
                  <a:pt x="1355203" y="37898"/>
                </a:cubicBezTo>
                <a:cubicBezTo>
                  <a:pt x="1352369" y="39657"/>
                  <a:pt x="1350315" y="42230"/>
                  <a:pt x="1349041" y="45617"/>
                </a:cubicBezTo>
                <a:cubicBezTo>
                  <a:pt x="1347767" y="49003"/>
                  <a:pt x="1347130" y="53885"/>
                  <a:pt x="1347130" y="60262"/>
                </a:cubicBezTo>
                <a:lnTo>
                  <a:pt x="1347130" y="96614"/>
                </a:lnTo>
                <a:lnTo>
                  <a:pt x="1335267" y="96614"/>
                </a:lnTo>
                <a:close/>
                <a:moveTo>
                  <a:pt x="1495608" y="74075"/>
                </a:moveTo>
                <a:lnTo>
                  <a:pt x="1507866" y="75591"/>
                </a:lnTo>
                <a:cubicBezTo>
                  <a:pt x="1505933" y="82753"/>
                  <a:pt x="1502352" y="88310"/>
                  <a:pt x="1497124" y="92265"/>
                </a:cubicBezTo>
                <a:cubicBezTo>
                  <a:pt x="1491896" y="96219"/>
                  <a:pt x="1485218" y="98196"/>
                  <a:pt x="1477090" y="98196"/>
                </a:cubicBezTo>
                <a:cubicBezTo>
                  <a:pt x="1466853" y="98196"/>
                  <a:pt x="1458735" y="95043"/>
                  <a:pt x="1452738" y="88739"/>
                </a:cubicBezTo>
                <a:cubicBezTo>
                  <a:pt x="1446741" y="82434"/>
                  <a:pt x="1443742" y="73592"/>
                  <a:pt x="1443742" y="62213"/>
                </a:cubicBezTo>
                <a:cubicBezTo>
                  <a:pt x="1443742" y="50438"/>
                  <a:pt x="1446774" y="41299"/>
                  <a:pt x="1452837" y="34797"/>
                </a:cubicBezTo>
                <a:cubicBezTo>
                  <a:pt x="1458900" y="28294"/>
                  <a:pt x="1466765" y="25043"/>
                  <a:pt x="1476431" y="25043"/>
                </a:cubicBezTo>
                <a:cubicBezTo>
                  <a:pt x="1485789" y="25043"/>
                  <a:pt x="1493434" y="28224"/>
                  <a:pt x="1499365" y="34585"/>
                </a:cubicBezTo>
                <a:cubicBezTo>
                  <a:pt x="1505296" y="40944"/>
                  <a:pt x="1508262" y="49892"/>
                  <a:pt x="1508262" y="61428"/>
                </a:cubicBezTo>
                <a:cubicBezTo>
                  <a:pt x="1508262" y="62130"/>
                  <a:pt x="1508240" y="63182"/>
                  <a:pt x="1508196" y="64585"/>
                </a:cubicBezTo>
                <a:lnTo>
                  <a:pt x="1456000" y="64585"/>
                </a:lnTo>
                <a:cubicBezTo>
                  <a:pt x="1456440" y="72252"/>
                  <a:pt x="1458615" y="78123"/>
                  <a:pt x="1462525" y="82198"/>
                </a:cubicBezTo>
                <a:cubicBezTo>
                  <a:pt x="1466435" y="86273"/>
                  <a:pt x="1471312" y="88310"/>
                  <a:pt x="1477155" y="88310"/>
                </a:cubicBezTo>
                <a:cubicBezTo>
                  <a:pt x="1481505" y="88310"/>
                  <a:pt x="1485218" y="87179"/>
                  <a:pt x="1488293" y="84916"/>
                </a:cubicBezTo>
                <a:cubicBezTo>
                  <a:pt x="1491369" y="82652"/>
                  <a:pt x="1493807" y="79039"/>
                  <a:pt x="1495608" y="74075"/>
                </a:cubicBezTo>
                <a:moveTo>
                  <a:pt x="1456660" y="54700"/>
                </a:moveTo>
                <a:lnTo>
                  <a:pt x="1495740" y="54700"/>
                </a:lnTo>
                <a:cubicBezTo>
                  <a:pt x="1495213" y="48908"/>
                  <a:pt x="1493719" y="44565"/>
                  <a:pt x="1491259" y="41669"/>
                </a:cubicBezTo>
                <a:cubicBezTo>
                  <a:pt x="1487480" y="37176"/>
                  <a:pt x="1482581" y="34929"/>
                  <a:pt x="1476562" y="34929"/>
                </a:cubicBezTo>
                <a:cubicBezTo>
                  <a:pt x="1471114" y="34929"/>
                  <a:pt x="1466534" y="36723"/>
                  <a:pt x="1462821" y="40310"/>
                </a:cubicBezTo>
                <a:cubicBezTo>
                  <a:pt x="1459109" y="43896"/>
                  <a:pt x="1457055" y="48693"/>
                  <a:pt x="1456660" y="54700"/>
                </a:cubicBezTo>
                <a:close/>
                <a:moveTo>
                  <a:pt x="1522740" y="96614"/>
                </a:moveTo>
                <a:lnTo>
                  <a:pt x="1522740" y="26625"/>
                </a:lnTo>
                <a:lnTo>
                  <a:pt x="1533416" y="26625"/>
                </a:lnTo>
                <a:lnTo>
                  <a:pt x="1533416" y="36510"/>
                </a:lnTo>
                <a:cubicBezTo>
                  <a:pt x="1538557" y="28866"/>
                  <a:pt x="1545982" y="25043"/>
                  <a:pt x="1555691" y="25043"/>
                </a:cubicBezTo>
                <a:cubicBezTo>
                  <a:pt x="1559909" y="25043"/>
                  <a:pt x="1563787" y="25801"/>
                  <a:pt x="1567323" y="27317"/>
                </a:cubicBezTo>
                <a:cubicBezTo>
                  <a:pt x="1570860" y="28833"/>
                  <a:pt x="1573507" y="30821"/>
                  <a:pt x="1575265" y="33281"/>
                </a:cubicBezTo>
                <a:cubicBezTo>
                  <a:pt x="1577022" y="35742"/>
                  <a:pt x="1578252" y="38663"/>
                  <a:pt x="1578955" y="42046"/>
                </a:cubicBezTo>
                <a:cubicBezTo>
                  <a:pt x="1579395" y="44243"/>
                  <a:pt x="1579614" y="48087"/>
                  <a:pt x="1579614" y="53579"/>
                </a:cubicBezTo>
                <a:lnTo>
                  <a:pt x="1579614" y="96614"/>
                </a:lnTo>
                <a:lnTo>
                  <a:pt x="1567752" y="96614"/>
                </a:lnTo>
                <a:lnTo>
                  <a:pt x="1567752" y="53995"/>
                </a:lnTo>
                <a:cubicBezTo>
                  <a:pt x="1567752" y="49157"/>
                  <a:pt x="1567290" y="45539"/>
                  <a:pt x="1566368" y="43142"/>
                </a:cubicBezTo>
                <a:cubicBezTo>
                  <a:pt x="1565445" y="40745"/>
                  <a:pt x="1563808" y="38831"/>
                  <a:pt x="1561458" y="37402"/>
                </a:cubicBezTo>
                <a:cubicBezTo>
                  <a:pt x="1559107" y="35973"/>
                  <a:pt x="1556350" y="35258"/>
                  <a:pt x="1553187" y="35258"/>
                </a:cubicBezTo>
                <a:cubicBezTo>
                  <a:pt x="1548134" y="35258"/>
                  <a:pt x="1543774" y="36864"/>
                  <a:pt x="1540105" y="40075"/>
                </a:cubicBezTo>
                <a:cubicBezTo>
                  <a:pt x="1536437" y="43285"/>
                  <a:pt x="1534602" y="49377"/>
                  <a:pt x="1534602" y="58349"/>
                </a:cubicBezTo>
                <a:lnTo>
                  <a:pt x="1534602" y="96614"/>
                </a:lnTo>
                <a:lnTo>
                  <a:pt x="1522740" y="96614"/>
                </a:lnTo>
                <a:close/>
                <a:moveTo>
                  <a:pt x="1643190" y="96614"/>
                </a:moveTo>
                <a:lnTo>
                  <a:pt x="1643190" y="87783"/>
                </a:lnTo>
                <a:cubicBezTo>
                  <a:pt x="1638753" y="94725"/>
                  <a:pt x="1632229" y="98196"/>
                  <a:pt x="1623617" y="98196"/>
                </a:cubicBezTo>
                <a:cubicBezTo>
                  <a:pt x="1618037" y="98196"/>
                  <a:pt x="1612908" y="96658"/>
                  <a:pt x="1608229" y="93583"/>
                </a:cubicBezTo>
                <a:cubicBezTo>
                  <a:pt x="1603550" y="90507"/>
                  <a:pt x="1599925" y="86212"/>
                  <a:pt x="1597355" y="80699"/>
                </a:cubicBezTo>
                <a:cubicBezTo>
                  <a:pt x="1594785" y="75185"/>
                  <a:pt x="1593499" y="68847"/>
                  <a:pt x="1593499" y="61685"/>
                </a:cubicBezTo>
                <a:cubicBezTo>
                  <a:pt x="1593499" y="54700"/>
                  <a:pt x="1594664" y="48362"/>
                  <a:pt x="1596992" y="42672"/>
                </a:cubicBezTo>
                <a:cubicBezTo>
                  <a:pt x="1599321" y="36983"/>
                  <a:pt x="1602814" y="32622"/>
                  <a:pt x="1607471" y="29591"/>
                </a:cubicBezTo>
                <a:cubicBezTo>
                  <a:pt x="1612128" y="26559"/>
                  <a:pt x="1617334" y="25043"/>
                  <a:pt x="1623090" y="25043"/>
                </a:cubicBezTo>
                <a:cubicBezTo>
                  <a:pt x="1627308" y="25043"/>
                  <a:pt x="1631064" y="25933"/>
                  <a:pt x="1634359" y="27712"/>
                </a:cubicBezTo>
                <a:cubicBezTo>
                  <a:pt x="1637655" y="29492"/>
                  <a:pt x="1640335" y="31809"/>
                  <a:pt x="1642400" y="34665"/>
                </a:cubicBezTo>
                <a:lnTo>
                  <a:pt x="1642400" y="0"/>
                </a:lnTo>
                <a:lnTo>
                  <a:pt x="1654196" y="0"/>
                </a:lnTo>
                <a:lnTo>
                  <a:pt x="1654196" y="96614"/>
                </a:lnTo>
                <a:lnTo>
                  <a:pt x="1643190" y="96614"/>
                </a:lnTo>
                <a:moveTo>
                  <a:pt x="1605692" y="61652"/>
                </a:moveTo>
                <a:cubicBezTo>
                  <a:pt x="1605692" y="70582"/>
                  <a:pt x="1607581" y="77258"/>
                  <a:pt x="1611359" y="81679"/>
                </a:cubicBezTo>
                <a:cubicBezTo>
                  <a:pt x="1615138" y="86100"/>
                  <a:pt x="1619597" y="88310"/>
                  <a:pt x="1624738" y="88310"/>
                </a:cubicBezTo>
                <a:cubicBezTo>
                  <a:pt x="1629922" y="88310"/>
                  <a:pt x="1634327" y="86199"/>
                  <a:pt x="1637951" y="81975"/>
                </a:cubicBezTo>
                <a:cubicBezTo>
                  <a:pt x="1641576" y="77751"/>
                  <a:pt x="1643388" y="71305"/>
                  <a:pt x="1643388" y="62637"/>
                </a:cubicBezTo>
                <a:cubicBezTo>
                  <a:pt x="1643388" y="53095"/>
                  <a:pt x="1641543" y="46091"/>
                  <a:pt x="1637852" y="41626"/>
                </a:cubicBezTo>
                <a:cubicBezTo>
                  <a:pt x="1634162" y="37161"/>
                  <a:pt x="1629614" y="34929"/>
                  <a:pt x="1624210" y="34929"/>
                </a:cubicBezTo>
                <a:cubicBezTo>
                  <a:pt x="1618938" y="34929"/>
                  <a:pt x="1614534" y="37074"/>
                  <a:pt x="1610997" y="41365"/>
                </a:cubicBezTo>
                <a:cubicBezTo>
                  <a:pt x="1607460" y="45654"/>
                  <a:pt x="1605692" y="52416"/>
                  <a:pt x="1605692" y="61652"/>
                </a:cubicBezTo>
                <a:close/>
                <a:moveTo>
                  <a:pt x="1672826" y="96614"/>
                </a:moveTo>
                <a:lnTo>
                  <a:pt x="1672826" y="26625"/>
                </a:lnTo>
                <a:lnTo>
                  <a:pt x="1683436" y="26625"/>
                </a:lnTo>
                <a:lnTo>
                  <a:pt x="1683436" y="36379"/>
                </a:lnTo>
                <a:cubicBezTo>
                  <a:pt x="1685633" y="32971"/>
                  <a:pt x="1688555" y="30230"/>
                  <a:pt x="1692202" y="28155"/>
                </a:cubicBezTo>
                <a:cubicBezTo>
                  <a:pt x="1695848" y="26081"/>
                  <a:pt x="1700000" y="25043"/>
                  <a:pt x="1704657" y="25043"/>
                </a:cubicBezTo>
                <a:cubicBezTo>
                  <a:pt x="1709842" y="25043"/>
                  <a:pt x="1714092" y="26114"/>
                  <a:pt x="1717410" y="28256"/>
                </a:cubicBezTo>
                <a:cubicBezTo>
                  <a:pt x="1720727" y="30397"/>
                  <a:pt x="1723066" y="33390"/>
                  <a:pt x="1724428" y="37235"/>
                </a:cubicBezTo>
                <a:cubicBezTo>
                  <a:pt x="1729964" y="29107"/>
                  <a:pt x="1737170" y="25043"/>
                  <a:pt x="1746044" y="25043"/>
                </a:cubicBezTo>
                <a:cubicBezTo>
                  <a:pt x="1752986" y="25043"/>
                  <a:pt x="1758324" y="26965"/>
                  <a:pt x="1762059" y="30810"/>
                </a:cubicBezTo>
                <a:cubicBezTo>
                  <a:pt x="1765793" y="34654"/>
                  <a:pt x="1767661" y="40574"/>
                  <a:pt x="1767661" y="48571"/>
                </a:cubicBezTo>
                <a:lnTo>
                  <a:pt x="1767661" y="96614"/>
                </a:lnTo>
                <a:lnTo>
                  <a:pt x="1755864" y="96614"/>
                </a:lnTo>
                <a:lnTo>
                  <a:pt x="1755864" y="52478"/>
                </a:lnTo>
                <a:cubicBezTo>
                  <a:pt x="1755864" y="47727"/>
                  <a:pt x="1755480" y="44308"/>
                  <a:pt x="1754711" y="42219"/>
                </a:cubicBezTo>
                <a:cubicBezTo>
                  <a:pt x="1753942" y="40130"/>
                  <a:pt x="1752547" y="38447"/>
                  <a:pt x="1750526" y="37171"/>
                </a:cubicBezTo>
                <a:cubicBezTo>
                  <a:pt x="1748505" y="35896"/>
                  <a:pt x="1746132" y="35258"/>
                  <a:pt x="1743408" y="35258"/>
                </a:cubicBezTo>
                <a:cubicBezTo>
                  <a:pt x="1738488" y="35258"/>
                  <a:pt x="1734402" y="36897"/>
                  <a:pt x="1731150" y="40174"/>
                </a:cubicBezTo>
                <a:cubicBezTo>
                  <a:pt x="1727899" y="43450"/>
                  <a:pt x="1726274" y="48695"/>
                  <a:pt x="1726274" y="55909"/>
                </a:cubicBezTo>
                <a:lnTo>
                  <a:pt x="1726274" y="96614"/>
                </a:lnTo>
                <a:lnTo>
                  <a:pt x="1714411" y="96614"/>
                </a:lnTo>
                <a:lnTo>
                  <a:pt x="1714411" y="51091"/>
                </a:lnTo>
                <a:cubicBezTo>
                  <a:pt x="1714411" y="45814"/>
                  <a:pt x="1713444" y="41855"/>
                  <a:pt x="1711511" y="39217"/>
                </a:cubicBezTo>
                <a:cubicBezTo>
                  <a:pt x="1709578" y="36578"/>
                  <a:pt x="1706415" y="35258"/>
                  <a:pt x="1702021" y="35258"/>
                </a:cubicBezTo>
                <a:cubicBezTo>
                  <a:pt x="1698682" y="35258"/>
                  <a:pt x="1695596" y="36138"/>
                  <a:pt x="1692762" y="37898"/>
                </a:cubicBezTo>
                <a:cubicBezTo>
                  <a:pt x="1689928" y="39657"/>
                  <a:pt x="1687874" y="42230"/>
                  <a:pt x="1686600" y="45617"/>
                </a:cubicBezTo>
                <a:cubicBezTo>
                  <a:pt x="1685326" y="49003"/>
                  <a:pt x="1684689" y="53885"/>
                  <a:pt x="1684689" y="60262"/>
                </a:cubicBezTo>
                <a:lnTo>
                  <a:pt x="1684689" y="96614"/>
                </a:lnTo>
                <a:lnTo>
                  <a:pt x="1672826" y="96614"/>
                </a:lnTo>
                <a:close/>
                <a:moveTo>
                  <a:pt x="1833168" y="74075"/>
                </a:moveTo>
                <a:lnTo>
                  <a:pt x="1845426" y="75591"/>
                </a:lnTo>
                <a:cubicBezTo>
                  <a:pt x="1843493" y="82753"/>
                  <a:pt x="1839912" y="88310"/>
                  <a:pt x="1834683" y="92265"/>
                </a:cubicBezTo>
                <a:cubicBezTo>
                  <a:pt x="1829455" y="96219"/>
                  <a:pt x="1822777" y="98196"/>
                  <a:pt x="1814649" y="98196"/>
                </a:cubicBezTo>
                <a:cubicBezTo>
                  <a:pt x="1804412" y="98196"/>
                  <a:pt x="1796295" y="95043"/>
                  <a:pt x="1790298" y="88739"/>
                </a:cubicBezTo>
                <a:cubicBezTo>
                  <a:pt x="1784300" y="82434"/>
                  <a:pt x="1781302" y="73592"/>
                  <a:pt x="1781302" y="62213"/>
                </a:cubicBezTo>
                <a:cubicBezTo>
                  <a:pt x="1781302" y="50438"/>
                  <a:pt x="1784333" y="41299"/>
                  <a:pt x="1790396" y="34797"/>
                </a:cubicBezTo>
                <a:cubicBezTo>
                  <a:pt x="1796460" y="28294"/>
                  <a:pt x="1804324" y="25043"/>
                  <a:pt x="1813990" y="25043"/>
                </a:cubicBezTo>
                <a:cubicBezTo>
                  <a:pt x="1823348" y="25043"/>
                  <a:pt x="1830993" y="28224"/>
                  <a:pt x="1836924" y="34585"/>
                </a:cubicBezTo>
                <a:cubicBezTo>
                  <a:pt x="1842855" y="40944"/>
                  <a:pt x="1845821" y="49892"/>
                  <a:pt x="1845821" y="61428"/>
                </a:cubicBezTo>
                <a:cubicBezTo>
                  <a:pt x="1845821" y="62130"/>
                  <a:pt x="1845799" y="63182"/>
                  <a:pt x="1845755" y="64585"/>
                </a:cubicBezTo>
                <a:lnTo>
                  <a:pt x="1793560" y="64585"/>
                </a:lnTo>
                <a:cubicBezTo>
                  <a:pt x="1793999" y="72252"/>
                  <a:pt x="1796174" y="78123"/>
                  <a:pt x="1800084" y="82198"/>
                </a:cubicBezTo>
                <a:cubicBezTo>
                  <a:pt x="1803995" y="86273"/>
                  <a:pt x="1808871" y="88310"/>
                  <a:pt x="1814715" y="88310"/>
                </a:cubicBezTo>
                <a:cubicBezTo>
                  <a:pt x="1819064" y="88310"/>
                  <a:pt x="1822777" y="87179"/>
                  <a:pt x="1825852" y="84916"/>
                </a:cubicBezTo>
                <a:cubicBezTo>
                  <a:pt x="1828928" y="82652"/>
                  <a:pt x="1831366" y="79039"/>
                  <a:pt x="1833168" y="74075"/>
                </a:cubicBezTo>
                <a:moveTo>
                  <a:pt x="1794219" y="54700"/>
                </a:moveTo>
                <a:lnTo>
                  <a:pt x="1833299" y="54700"/>
                </a:lnTo>
                <a:cubicBezTo>
                  <a:pt x="1832772" y="48908"/>
                  <a:pt x="1831278" y="44565"/>
                  <a:pt x="1828818" y="41669"/>
                </a:cubicBezTo>
                <a:cubicBezTo>
                  <a:pt x="1825040" y="37176"/>
                  <a:pt x="1820141" y="34929"/>
                  <a:pt x="1814122" y="34929"/>
                </a:cubicBezTo>
                <a:cubicBezTo>
                  <a:pt x="1808674" y="34929"/>
                  <a:pt x="1804093" y="36723"/>
                  <a:pt x="1800381" y="40310"/>
                </a:cubicBezTo>
                <a:cubicBezTo>
                  <a:pt x="1796668" y="43896"/>
                  <a:pt x="1794614" y="48693"/>
                  <a:pt x="1794219" y="54700"/>
                </a:cubicBezTo>
                <a:close/>
                <a:moveTo>
                  <a:pt x="1860299" y="96614"/>
                </a:moveTo>
                <a:lnTo>
                  <a:pt x="1860299" y="26625"/>
                </a:lnTo>
                <a:lnTo>
                  <a:pt x="1870976" y="26625"/>
                </a:lnTo>
                <a:lnTo>
                  <a:pt x="1870976" y="36510"/>
                </a:lnTo>
                <a:cubicBezTo>
                  <a:pt x="1876116" y="28866"/>
                  <a:pt x="1883541" y="25043"/>
                  <a:pt x="1893251" y="25043"/>
                </a:cubicBezTo>
                <a:cubicBezTo>
                  <a:pt x="1897469" y="25043"/>
                  <a:pt x="1901346" y="25801"/>
                  <a:pt x="1904883" y="27317"/>
                </a:cubicBezTo>
                <a:cubicBezTo>
                  <a:pt x="1908420" y="28833"/>
                  <a:pt x="1911067" y="30821"/>
                  <a:pt x="1912824" y="33281"/>
                </a:cubicBezTo>
                <a:cubicBezTo>
                  <a:pt x="1914582" y="35742"/>
                  <a:pt x="1915812" y="38663"/>
                  <a:pt x="1916515" y="42046"/>
                </a:cubicBezTo>
                <a:cubicBezTo>
                  <a:pt x="1916954" y="44243"/>
                  <a:pt x="1917174" y="48087"/>
                  <a:pt x="1917174" y="53579"/>
                </a:cubicBezTo>
                <a:lnTo>
                  <a:pt x="1917174" y="96614"/>
                </a:lnTo>
                <a:lnTo>
                  <a:pt x="1905311" y="96614"/>
                </a:lnTo>
                <a:lnTo>
                  <a:pt x="1905311" y="53995"/>
                </a:lnTo>
                <a:cubicBezTo>
                  <a:pt x="1905311" y="49157"/>
                  <a:pt x="1904850" y="45539"/>
                  <a:pt x="1903927" y="43142"/>
                </a:cubicBezTo>
                <a:cubicBezTo>
                  <a:pt x="1903005" y="40745"/>
                  <a:pt x="1901368" y="38831"/>
                  <a:pt x="1899018" y="37402"/>
                </a:cubicBezTo>
                <a:cubicBezTo>
                  <a:pt x="1896667" y="35973"/>
                  <a:pt x="1893910" y="35258"/>
                  <a:pt x="1890747" y="35258"/>
                </a:cubicBezTo>
                <a:cubicBezTo>
                  <a:pt x="1885694" y="35258"/>
                  <a:pt x="1881334" y="36864"/>
                  <a:pt x="1877665" y="40075"/>
                </a:cubicBezTo>
                <a:cubicBezTo>
                  <a:pt x="1873996" y="43285"/>
                  <a:pt x="1872162" y="49377"/>
                  <a:pt x="1872162" y="58349"/>
                </a:cubicBezTo>
                <a:lnTo>
                  <a:pt x="1872162" y="96614"/>
                </a:lnTo>
                <a:lnTo>
                  <a:pt x="1860299" y="96614"/>
                </a:lnTo>
                <a:close/>
                <a:moveTo>
                  <a:pt x="1961243" y="86136"/>
                </a:moveTo>
                <a:lnTo>
                  <a:pt x="1962956" y="96614"/>
                </a:lnTo>
                <a:cubicBezTo>
                  <a:pt x="1959617" y="97229"/>
                  <a:pt x="1956630" y="97537"/>
                  <a:pt x="1953993" y="97537"/>
                </a:cubicBezTo>
                <a:cubicBezTo>
                  <a:pt x="1949688" y="97537"/>
                  <a:pt x="1946349" y="96856"/>
                  <a:pt x="1943976" y="95494"/>
                </a:cubicBezTo>
                <a:cubicBezTo>
                  <a:pt x="1941604" y="94132"/>
                  <a:pt x="1939934" y="92341"/>
                  <a:pt x="1938967" y="90123"/>
                </a:cubicBezTo>
                <a:cubicBezTo>
                  <a:pt x="1938001" y="87904"/>
                  <a:pt x="1937518" y="83236"/>
                  <a:pt x="1937518" y="76118"/>
                </a:cubicBezTo>
                <a:lnTo>
                  <a:pt x="1937518" y="35851"/>
                </a:lnTo>
                <a:lnTo>
                  <a:pt x="1928818" y="35851"/>
                </a:lnTo>
                <a:lnTo>
                  <a:pt x="1928818" y="26625"/>
                </a:lnTo>
                <a:lnTo>
                  <a:pt x="1937518" y="26625"/>
                </a:lnTo>
                <a:lnTo>
                  <a:pt x="1937518" y="9245"/>
                </a:lnTo>
                <a:lnTo>
                  <a:pt x="1949314" y="2109"/>
                </a:lnTo>
                <a:lnTo>
                  <a:pt x="1949314" y="26625"/>
                </a:lnTo>
                <a:lnTo>
                  <a:pt x="1961243" y="26625"/>
                </a:lnTo>
                <a:lnTo>
                  <a:pt x="1961243" y="35851"/>
                </a:lnTo>
                <a:lnTo>
                  <a:pt x="1949314" y="35851"/>
                </a:lnTo>
                <a:lnTo>
                  <a:pt x="1949314" y="76777"/>
                </a:lnTo>
                <a:cubicBezTo>
                  <a:pt x="1949314" y="80160"/>
                  <a:pt x="1949523" y="82335"/>
                  <a:pt x="1949940" y="83302"/>
                </a:cubicBezTo>
                <a:cubicBezTo>
                  <a:pt x="1950358" y="84268"/>
                  <a:pt x="1951039" y="85037"/>
                  <a:pt x="1951983" y="85608"/>
                </a:cubicBezTo>
                <a:cubicBezTo>
                  <a:pt x="1952928" y="86179"/>
                  <a:pt x="1954279" y="86465"/>
                  <a:pt x="1956036" y="86465"/>
                </a:cubicBezTo>
                <a:cubicBezTo>
                  <a:pt x="1957354" y="86465"/>
                  <a:pt x="1959090" y="86355"/>
                  <a:pt x="1961243" y="86136"/>
                </a:cubicBezTo>
                <a:close/>
                <a:moveTo>
                  <a:pt x="2010254" y="96614"/>
                </a:moveTo>
                <a:lnTo>
                  <a:pt x="2010254" y="26625"/>
                </a:lnTo>
                <a:lnTo>
                  <a:pt x="2020930" y="26625"/>
                </a:lnTo>
                <a:lnTo>
                  <a:pt x="2020930" y="37169"/>
                </a:lnTo>
                <a:cubicBezTo>
                  <a:pt x="2023654" y="32232"/>
                  <a:pt x="2026169" y="28977"/>
                  <a:pt x="2028476" y="27403"/>
                </a:cubicBezTo>
                <a:cubicBezTo>
                  <a:pt x="2030783" y="25830"/>
                  <a:pt x="2033320" y="25043"/>
                  <a:pt x="2036088" y="25043"/>
                </a:cubicBezTo>
                <a:cubicBezTo>
                  <a:pt x="2040086" y="25043"/>
                  <a:pt x="2044150" y="26312"/>
                  <a:pt x="2048280" y="28849"/>
                </a:cubicBezTo>
                <a:lnTo>
                  <a:pt x="2044194" y="39806"/>
                </a:lnTo>
                <a:cubicBezTo>
                  <a:pt x="2041294" y="38092"/>
                  <a:pt x="2038394" y="37235"/>
                  <a:pt x="2035495" y="37235"/>
                </a:cubicBezTo>
                <a:cubicBezTo>
                  <a:pt x="2032903" y="37235"/>
                  <a:pt x="2030574" y="38017"/>
                  <a:pt x="2028509" y="39579"/>
                </a:cubicBezTo>
                <a:cubicBezTo>
                  <a:pt x="2026444" y="41140"/>
                  <a:pt x="2024972" y="43306"/>
                  <a:pt x="2024093" y="46077"/>
                </a:cubicBezTo>
                <a:cubicBezTo>
                  <a:pt x="2022775" y="50299"/>
                  <a:pt x="2022116" y="54917"/>
                  <a:pt x="2022116" y="59931"/>
                </a:cubicBezTo>
                <a:lnTo>
                  <a:pt x="2022116" y="96614"/>
                </a:lnTo>
                <a:lnTo>
                  <a:pt x="2010254" y="96614"/>
                </a:lnTo>
                <a:close/>
                <a:moveTo>
                  <a:pt x="2055397" y="13708"/>
                </a:moveTo>
                <a:lnTo>
                  <a:pt x="2055397" y="0"/>
                </a:lnTo>
                <a:lnTo>
                  <a:pt x="2067259" y="0"/>
                </a:lnTo>
                <a:lnTo>
                  <a:pt x="2067259" y="13708"/>
                </a:lnTo>
                <a:lnTo>
                  <a:pt x="2055397" y="13708"/>
                </a:lnTo>
                <a:moveTo>
                  <a:pt x="2055397" y="96614"/>
                </a:moveTo>
                <a:lnTo>
                  <a:pt x="2055397" y="26625"/>
                </a:lnTo>
                <a:lnTo>
                  <a:pt x="2067259" y="26625"/>
                </a:lnTo>
                <a:lnTo>
                  <a:pt x="2067259" y="96614"/>
                </a:lnTo>
                <a:lnTo>
                  <a:pt x="2055397" y="96614"/>
                </a:lnTo>
                <a:close/>
                <a:moveTo>
                  <a:pt x="2083119" y="102414"/>
                </a:moveTo>
                <a:lnTo>
                  <a:pt x="2094652" y="104127"/>
                </a:lnTo>
                <a:cubicBezTo>
                  <a:pt x="2095135" y="107686"/>
                  <a:pt x="2096475" y="110278"/>
                  <a:pt x="2098672" y="111904"/>
                </a:cubicBezTo>
                <a:cubicBezTo>
                  <a:pt x="2101616" y="114101"/>
                  <a:pt x="2105636" y="115199"/>
                  <a:pt x="2110732" y="115199"/>
                </a:cubicBezTo>
                <a:cubicBezTo>
                  <a:pt x="2116224" y="115199"/>
                  <a:pt x="2120464" y="114098"/>
                  <a:pt x="2123452" y="111895"/>
                </a:cubicBezTo>
                <a:cubicBezTo>
                  <a:pt x="2126439" y="109695"/>
                  <a:pt x="2128460" y="106612"/>
                  <a:pt x="2129515" y="102648"/>
                </a:cubicBezTo>
                <a:cubicBezTo>
                  <a:pt x="2130130" y="100228"/>
                  <a:pt x="2130416" y="95142"/>
                  <a:pt x="2130372" y="87392"/>
                </a:cubicBezTo>
                <a:cubicBezTo>
                  <a:pt x="2125187" y="93540"/>
                  <a:pt x="2118729" y="96614"/>
                  <a:pt x="2110996" y="96614"/>
                </a:cubicBezTo>
                <a:cubicBezTo>
                  <a:pt x="2101374" y="96614"/>
                  <a:pt x="2093927" y="93143"/>
                  <a:pt x="2088655" y="86201"/>
                </a:cubicBezTo>
                <a:cubicBezTo>
                  <a:pt x="2083383" y="79260"/>
                  <a:pt x="2080746" y="70934"/>
                  <a:pt x="2080746" y="61224"/>
                </a:cubicBezTo>
                <a:cubicBezTo>
                  <a:pt x="2080746" y="54546"/>
                  <a:pt x="2081955" y="48384"/>
                  <a:pt x="2084371" y="42738"/>
                </a:cubicBezTo>
                <a:cubicBezTo>
                  <a:pt x="2086788" y="37093"/>
                  <a:pt x="2090291" y="32732"/>
                  <a:pt x="2094883" y="29656"/>
                </a:cubicBezTo>
                <a:cubicBezTo>
                  <a:pt x="2099474" y="26581"/>
                  <a:pt x="2104867" y="25043"/>
                  <a:pt x="2111062" y="25043"/>
                </a:cubicBezTo>
                <a:cubicBezTo>
                  <a:pt x="2119322" y="25043"/>
                  <a:pt x="2126132" y="28404"/>
                  <a:pt x="2131492" y="35126"/>
                </a:cubicBezTo>
                <a:lnTo>
                  <a:pt x="2131492" y="26625"/>
                </a:lnTo>
                <a:lnTo>
                  <a:pt x="2142432" y="26625"/>
                </a:lnTo>
                <a:lnTo>
                  <a:pt x="2142432" y="87165"/>
                </a:lnTo>
                <a:cubicBezTo>
                  <a:pt x="2142432" y="98068"/>
                  <a:pt x="2141323" y="105795"/>
                  <a:pt x="2139104" y="110345"/>
                </a:cubicBezTo>
                <a:cubicBezTo>
                  <a:pt x="2136885" y="114895"/>
                  <a:pt x="2133370" y="118489"/>
                  <a:pt x="2128559" y="121126"/>
                </a:cubicBezTo>
                <a:cubicBezTo>
                  <a:pt x="2123748" y="123765"/>
                  <a:pt x="2117828" y="125084"/>
                  <a:pt x="2110798" y="125084"/>
                </a:cubicBezTo>
                <a:cubicBezTo>
                  <a:pt x="2102451" y="125084"/>
                  <a:pt x="2095707" y="123201"/>
                  <a:pt x="2090566" y="119433"/>
                </a:cubicBezTo>
                <a:cubicBezTo>
                  <a:pt x="2085426" y="115666"/>
                  <a:pt x="2082943" y="109993"/>
                  <a:pt x="2083119" y="102414"/>
                </a:cubicBezTo>
                <a:moveTo>
                  <a:pt x="2092939" y="60369"/>
                </a:moveTo>
                <a:cubicBezTo>
                  <a:pt x="2092939" y="69529"/>
                  <a:pt x="2094762" y="76212"/>
                  <a:pt x="2098409" y="80418"/>
                </a:cubicBezTo>
                <a:cubicBezTo>
                  <a:pt x="2102055" y="84625"/>
                  <a:pt x="2106624" y="86729"/>
                  <a:pt x="2112116" y="86729"/>
                </a:cubicBezTo>
                <a:cubicBezTo>
                  <a:pt x="2117564" y="86729"/>
                  <a:pt x="2122134" y="84636"/>
                  <a:pt x="2125824" y="80451"/>
                </a:cubicBezTo>
                <a:cubicBezTo>
                  <a:pt x="2129515" y="76267"/>
                  <a:pt x="2131360" y="69704"/>
                  <a:pt x="2131360" y="60763"/>
                </a:cubicBezTo>
                <a:cubicBezTo>
                  <a:pt x="2131360" y="52217"/>
                  <a:pt x="2129460" y="45775"/>
                  <a:pt x="2125660" y="41437"/>
                </a:cubicBezTo>
                <a:cubicBezTo>
                  <a:pt x="2121859" y="37098"/>
                  <a:pt x="2117279" y="34929"/>
                  <a:pt x="2111919" y="34929"/>
                </a:cubicBezTo>
                <a:cubicBezTo>
                  <a:pt x="2106646" y="34929"/>
                  <a:pt x="2102165" y="37065"/>
                  <a:pt x="2098474" y="41338"/>
                </a:cubicBezTo>
                <a:cubicBezTo>
                  <a:pt x="2094784" y="45611"/>
                  <a:pt x="2092939" y="51954"/>
                  <a:pt x="2092939" y="60369"/>
                </a:cubicBezTo>
                <a:close/>
                <a:moveTo>
                  <a:pt x="2160337" y="96614"/>
                </a:moveTo>
                <a:lnTo>
                  <a:pt x="2160337" y="0"/>
                </a:lnTo>
                <a:lnTo>
                  <a:pt x="2172200" y="0"/>
                </a:lnTo>
                <a:lnTo>
                  <a:pt x="2172200" y="34665"/>
                </a:lnTo>
                <a:cubicBezTo>
                  <a:pt x="2177736" y="28251"/>
                  <a:pt x="2184721" y="25043"/>
                  <a:pt x="2193157" y="25043"/>
                </a:cubicBezTo>
                <a:cubicBezTo>
                  <a:pt x="2198341" y="25043"/>
                  <a:pt x="2202845" y="26065"/>
                  <a:pt x="2206667" y="28108"/>
                </a:cubicBezTo>
                <a:cubicBezTo>
                  <a:pt x="2210490" y="30151"/>
                  <a:pt x="2213225" y="32974"/>
                  <a:pt x="2214872" y="36576"/>
                </a:cubicBezTo>
                <a:cubicBezTo>
                  <a:pt x="2216520" y="40179"/>
                  <a:pt x="2217343" y="45407"/>
                  <a:pt x="2217343" y="52261"/>
                </a:cubicBezTo>
                <a:lnTo>
                  <a:pt x="2217343" y="96614"/>
                </a:lnTo>
                <a:lnTo>
                  <a:pt x="2205481" y="96614"/>
                </a:lnTo>
                <a:lnTo>
                  <a:pt x="2205481" y="52261"/>
                </a:lnTo>
                <a:cubicBezTo>
                  <a:pt x="2205481" y="46330"/>
                  <a:pt x="2204196" y="42013"/>
                  <a:pt x="2201626" y="39311"/>
                </a:cubicBezTo>
                <a:cubicBezTo>
                  <a:pt x="2199055" y="36609"/>
                  <a:pt x="2195420" y="35258"/>
                  <a:pt x="2190719" y="35258"/>
                </a:cubicBezTo>
                <a:cubicBezTo>
                  <a:pt x="2187204" y="35258"/>
                  <a:pt x="2183898" y="36170"/>
                  <a:pt x="2180800" y="37993"/>
                </a:cubicBezTo>
                <a:cubicBezTo>
                  <a:pt x="2177703" y="39817"/>
                  <a:pt x="2175495" y="42288"/>
                  <a:pt x="2174177" y="45407"/>
                </a:cubicBezTo>
                <a:cubicBezTo>
                  <a:pt x="2172859" y="48527"/>
                  <a:pt x="2172200" y="52832"/>
                  <a:pt x="2172200" y="58324"/>
                </a:cubicBezTo>
                <a:lnTo>
                  <a:pt x="2172200" y="96614"/>
                </a:lnTo>
                <a:lnTo>
                  <a:pt x="2160337" y="96614"/>
                </a:lnTo>
                <a:close/>
                <a:moveTo>
                  <a:pt x="2261281" y="86136"/>
                </a:moveTo>
                <a:lnTo>
                  <a:pt x="2262994" y="96614"/>
                </a:lnTo>
                <a:cubicBezTo>
                  <a:pt x="2259655" y="97229"/>
                  <a:pt x="2256667" y="97537"/>
                  <a:pt x="2254031" y="97537"/>
                </a:cubicBezTo>
                <a:cubicBezTo>
                  <a:pt x="2249726" y="97537"/>
                  <a:pt x="2246386" y="96856"/>
                  <a:pt x="2244014" y="95494"/>
                </a:cubicBezTo>
                <a:cubicBezTo>
                  <a:pt x="2241641" y="94132"/>
                  <a:pt x="2239972" y="92341"/>
                  <a:pt x="2239005" y="90123"/>
                </a:cubicBezTo>
                <a:cubicBezTo>
                  <a:pt x="2238039" y="87904"/>
                  <a:pt x="2237555" y="83236"/>
                  <a:pt x="2237555" y="76118"/>
                </a:cubicBezTo>
                <a:lnTo>
                  <a:pt x="2237555" y="35851"/>
                </a:lnTo>
                <a:lnTo>
                  <a:pt x="2228856" y="35851"/>
                </a:lnTo>
                <a:lnTo>
                  <a:pt x="2228856" y="26625"/>
                </a:lnTo>
                <a:lnTo>
                  <a:pt x="2237555" y="26625"/>
                </a:lnTo>
                <a:lnTo>
                  <a:pt x="2237555" y="9245"/>
                </a:lnTo>
                <a:lnTo>
                  <a:pt x="2249352" y="2109"/>
                </a:lnTo>
                <a:lnTo>
                  <a:pt x="2249352" y="26625"/>
                </a:lnTo>
                <a:lnTo>
                  <a:pt x="2261281" y="26625"/>
                </a:lnTo>
                <a:lnTo>
                  <a:pt x="2261281" y="35851"/>
                </a:lnTo>
                <a:lnTo>
                  <a:pt x="2249352" y="35851"/>
                </a:lnTo>
                <a:lnTo>
                  <a:pt x="2249352" y="76777"/>
                </a:lnTo>
                <a:cubicBezTo>
                  <a:pt x="2249352" y="80160"/>
                  <a:pt x="2249561" y="82335"/>
                  <a:pt x="2249978" y="83302"/>
                </a:cubicBezTo>
                <a:cubicBezTo>
                  <a:pt x="2250396" y="84268"/>
                  <a:pt x="2251077" y="85037"/>
                  <a:pt x="2252021" y="85608"/>
                </a:cubicBezTo>
                <a:cubicBezTo>
                  <a:pt x="2252966" y="86179"/>
                  <a:pt x="2254317" y="86465"/>
                  <a:pt x="2256074" y="86465"/>
                </a:cubicBezTo>
                <a:cubicBezTo>
                  <a:pt x="2257392" y="86465"/>
                  <a:pt x="2259128" y="86355"/>
                  <a:pt x="2261281" y="86136"/>
                </a:cubicBezTo>
                <a:close/>
                <a:moveTo>
                  <a:pt x="2336324" y="86136"/>
                </a:moveTo>
                <a:lnTo>
                  <a:pt x="2338037" y="96614"/>
                </a:lnTo>
                <a:cubicBezTo>
                  <a:pt x="2334698" y="97229"/>
                  <a:pt x="2331710" y="97537"/>
                  <a:pt x="2329074" y="97537"/>
                </a:cubicBezTo>
                <a:cubicBezTo>
                  <a:pt x="2324769" y="97537"/>
                  <a:pt x="2321429" y="96856"/>
                  <a:pt x="2319057" y="95494"/>
                </a:cubicBezTo>
                <a:cubicBezTo>
                  <a:pt x="2316684" y="94132"/>
                  <a:pt x="2315015" y="92341"/>
                  <a:pt x="2314048" y="90123"/>
                </a:cubicBezTo>
                <a:cubicBezTo>
                  <a:pt x="2313082" y="87904"/>
                  <a:pt x="2312598" y="83236"/>
                  <a:pt x="2312598" y="76118"/>
                </a:cubicBezTo>
                <a:lnTo>
                  <a:pt x="2312598" y="35851"/>
                </a:lnTo>
                <a:lnTo>
                  <a:pt x="2303899" y="35851"/>
                </a:lnTo>
                <a:lnTo>
                  <a:pt x="2303899" y="26625"/>
                </a:lnTo>
                <a:lnTo>
                  <a:pt x="2312598" y="26625"/>
                </a:lnTo>
                <a:lnTo>
                  <a:pt x="2312598" y="9245"/>
                </a:lnTo>
                <a:lnTo>
                  <a:pt x="2324395" y="2109"/>
                </a:lnTo>
                <a:lnTo>
                  <a:pt x="2324395" y="26625"/>
                </a:lnTo>
                <a:lnTo>
                  <a:pt x="2336324" y="26625"/>
                </a:lnTo>
                <a:lnTo>
                  <a:pt x="2336324" y="35851"/>
                </a:lnTo>
                <a:lnTo>
                  <a:pt x="2324395" y="35851"/>
                </a:lnTo>
                <a:lnTo>
                  <a:pt x="2324395" y="76777"/>
                </a:lnTo>
                <a:cubicBezTo>
                  <a:pt x="2324395" y="80160"/>
                  <a:pt x="2324604" y="82335"/>
                  <a:pt x="2325021" y="83302"/>
                </a:cubicBezTo>
                <a:cubicBezTo>
                  <a:pt x="2325439" y="84268"/>
                  <a:pt x="2326120" y="85037"/>
                  <a:pt x="2327064" y="85608"/>
                </a:cubicBezTo>
                <a:cubicBezTo>
                  <a:pt x="2328009" y="86179"/>
                  <a:pt x="2329360" y="86465"/>
                  <a:pt x="2331117" y="86465"/>
                </a:cubicBezTo>
                <a:cubicBezTo>
                  <a:pt x="2332435" y="86465"/>
                  <a:pt x="2334171" y="86355"/>
                  <a:pt x="2336324" y="86136"/>
                </a:cubicBezTo>
                <a:close/>
                <a:moveTo>
                  <a:pt x="2343530" y="61620"/>
                </a:moveTo>
                <a:cubicBezTo>
                  <a:pt x="2343530" y="48659"/>
                  <a:pt x="2347132" y="39059"/>
                  <a:pt x="2354338" y="32820"/>
                </a:cubicBezTo>
                <a:cubicBezTo>
                  <a:pt x="2360357" y="27635"/>
                  <a:pt x="2367694" y="25043"/>
                  <a:pt x="2376350" y="25043"/>
                </a:cubicBezTo>
                <a:cubicBezTo>
                  <a:pt x="2385971" y="25043"/>
                  <a:pt x="2393836" y="28196"/>
                  <a:pt x="2399943" y="34500"/>
                </a:cubicBezTo>
                <a:cubicBezTo>
                  <a:pt x="2406050" y="40805"/>
                  <a:pt x="2409103" y="49515"/>
                  <a:pt x="2409103" y="60631"/>
                </a:cubicBezTo>
                <a:cubicBezTo>
                  <a:pt x="2409103" y="69638"/>
                  <a:pt x="2407752" y="76722"/>
                  <a:pt x="2405050" y="81885"/>
                </a:cubicBezTo>
                <a:cubicBezTo>
                  <a:pt x="2402348" y="87047"/>
                  <a:pt x="2398416" y="91056"/>
                  <a:pt x="2393254" y="93912"/>
                </a:cubicBezTo>
                <a:cubicBezTo>
                  <a:pt x="2388091" y="96768"/>
                  <a:pt x="2382457" y="98196"/>
                  <a:pt x="2376350" y="98196"/>
                </a:cubicBezTo>
                <a:cubicBezTo>
                  <a:pt x="2366552" y="98196"/>
                  <a:pt x="2358633" y="95054"/>
                  <a:pt x="2352591" y="88772"/>
                </a:cubicBezTo>
                <a:cubicBezTo>
                  <a:pt x="2346550" y="82489"/>
                  <a:pt x="2343530" y="73438"/>
                  <a:pt x="2343530" y="61620"/>
                </a:cubicBezTo>
                <a:moveTo>
                  <a:pt x="2355722" y="61587"/>
                </a:moveTo>
                <a:cubicBezTo>
                  <a:pt x="2355722" y="70516"/>
                  <a:pt x="2357677" y="77203"/>
                  <a:pt x="2361587" y="81646"/>
                </a:cubicBezTo>
                <a:cubicBezTo>
                  <a:pt x="2365497" y="86089"/>
                  <a:pt x="2370418" y="88310"/>
                  <a:pt x="2376350" y="88310"/>
                </a:cubicBezTo>
                <a:cubicBezTo>
                  <a:pt x="2382237" y="88310"/>
                  <a:pt x="2387136" y="86078"/>
                  <a:pt x="2391046" y="81613"/>
                </a:cubicBezTo>
                <a:cubicBezTo>
                  <a:pt x="2394956" y="77148"/>
                  <a:pt x="2396911" y="70341"/>
                  <a:pt x="2396911" y="61193"/>
                </a:cubicBezTo>
                <a:cubicBezTo>
                  <a:pt x="2396911" y="52570"/>
                  <a:pt x="2394945" y="46036"/>
                  <a:pt x="2391013" y="41593"/>
                </a:cubicBezTo>
                <a:cubicBezTo>
                  <a:pt x="2387081" y="37150"/>
                  <a:pt x="2382193" y="34929"/>
                  <a:pt x="2376350" y="34929"/>
                </a:cubicBezTo>
                <a:cubicBezTo>
                  <a:pt x="2370418" y="34929"/>
                  <a:pt x="2365497" y="37139"/>
                  <a:pt x="2361587" y="41560"/>
                </a:cubicBezTo>
                <a:cubicBezTo>
                  <a:pt x="2357677" y="45981"/>
                  <a:pt x="2355722" y="52657"/>
                  <a:pt x="2355722" y="61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freespeech,regardlessofcertainfactors">
            <a:extLst xmlns:a="http://schemas.openxmlformats.org/drawingml/2006/main">
              <a:ext uri="{FF2B5EF4-FFF2-40B4-BE49-F238E27FC236}">
                <a16:creationId xmlns:a16="http://schemas.microsoft.com/office/drawing/2014/main" id="{91823BF2-FE15-4064-9E2C-8BEFBE64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065" y="6580273"/>
            <a:ext cx="2439060" cy="126666"/>
          </a:xfrm>
          <a:custGeom xmlns:a="http://schemas.openxmlformats.org/drawingml/2006/main">
            <a:pathLst>
              <a:path w="2439060" h="126666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45035" y="98196"/>
                </a:moveTo>
                <a:lnTo>
                  <a:pt x="45035" y="28207"/>
                </a:lnTo>
                <a:lnTo>
                  <a:pt x="55711" y="28207"/>
                </a:lnTo>
                <a:lnTo>
                  <a:pt x="55711" y="38751"/>
                </a:lnTo>
                <a:cubicBezTo>
                  <a:pt x="58435" y="33814"/>
                  <a:pt x="60950" y="30559"/>
                  <a:pt x="63257" y="28985"/>
                </a:cubicBezTo>
                <a:cubicBezTo>
                  <a:pt x="65563" y="27412"/>
                  <a:pt x="68101" y="26625"/>
                  <a:pt x="70869" y="26625"/>
                </a:cubicBezTo>
                <a:cubicBezTo>
                  <a:pt x="74867" y="26625"/>
                  <a:pt x="78931" y="27894"/>
                  <a:pt x="83061" y="30431"/>
                </a:cubicBezTo>
                <a:lnTo>
                  <a:pt x="78975" y="41387"/>
                </a:lnTo>
                <a:cubicBezTo>
                  <a:pt x="76075" y="39674"/>
                  <a:pt x="73175" y="38817"/>
                  <a:pt x="70275" y="38817"/>
                </a:cubicBezTo>
                <a:cubicBezTo>
                  <a:pt x="67683" y="38817"/>
                  <a:pt x="65355" y="39598"/>
                  <a:pt x="63290" y="41161"/>
                </a:cubicBezTo>
                <a:cubicBezTo>
                  <a:pt x="61225" y="42722"/>
                  <a:pt x="59753" y="44888"/>
                  <a:pt x="58874" y="47658"/>
                </a:cubicBezTo>
                <a:cubicBezTo>
                  <a:pt x="57556" y="51880"/>
                  <a:pt x="56897" y="56498"/>
                  <a:pt x="56897" y="61512"/>
                </a:cubicBezTo>
                <a:lnTo>
                  <a:pt x="56897" y="98196"/>
                </a:lnTo>
                <a:lnTo>
                  <a:pt x="45035" y="98196"/>
                </a:lnTo>
                <a:close/>
                <a:moveTo>
                  <a:pt x="138023" y="75657"/>
                </a:moveTo>
                <a:lnTo>
                  <a:pt x="150281" y="77173"/>
                </a:lnTo>
                <a:cubicBezTo>
                  <a:pt x="148348" y="84334"/>
                  <a:pt x="144767" y="89892"/>
                  <a:pt x="139539" y="93846"/>
                </a:cubicBezTo>
                <a:cubicBezTo>
                  <a:pt x="134311" y="97800"/>
                  <a:pt x="127632" y="99778"/>
                  <a:pt x="119504" y="99778"/>
                </a:cubicBezTo>
                <a:cubicBezTo>
                  <a:pt x="109267" y="99778"/>
                  <a:pt x="101150" y="96625"/>
                  <a:pt x="95153" y="90320"/>
                </a:cubicBezTo>
                <a:cubicBezTo>
                  <a:pt x="89156" y="84016"/>
                  <a:pt x="86157" y="75174"/>
                  <a:pt x="86157" y="63794"/>
                </a:cubicBezTo>
                <a:cubicBezTo>
                  <a:pt x="86157" y="52020"/>
                  <a:pt x="89189" y="42881"/>
                  <a:pt x="95252" y="36379"/>
                </a:cubicBezTo>
                <a:cubicBezTo>
                  <a:pt x="101315" y="29876"/>
                  <a:pt x="109179" y="26625"/>
                  <a:pt x="118845" y="26625"/>
                </a:cubicBezTo>
                <a:cubicBezTo>
                  <a:pt x="128203" y="26625"/>
                  <a:pt x="135848" y="29805"/>
                  <a:pt x="141780" y="36166"/>
                </a:cubicBezTo>
                <a:cubicBezTo>
                  <a:pt x="147711" y="42526"/>
                  <a:pt x="150676" y="51474"/>
                  <a:pt x="150676" y="63010"/>
                </a:cubicBezTo>
                <a:cubicBezTo>
                  <a:pt x="150676" y="63711"/>
                  <a:pt x="150655" y="64764"/>
                  <a:pt x="150611" y="66167"/>
                </a:cubicBezTo>
                <a:lnTo>
                  <a:pt x="98415" y="66167"/>
                </a:lnTo>
                <a:cubicBezTo>
                  <a:pt x="98855" y="73834"/>
                  <a:pt x="101029" y="79704"/>
                  <a:pt x="104940" y="83780"/>
                </a:cubicBezTo>
                <a:cubicBezTo>
                  <a:pt x="108850" y="87855"/>
                  <a:pt x="113727" y="89892"/>
                  <a:pt x="119570" y="89892"/>
                </a:cubicBezTo>
                <a:cubicBezTo>
                  <a:pt x="123920" y="89892"/>
                  <a:pt x="127632" y="88761"/>
                  <a:pt x="130708" y="86498"/>
                </a:cubicBezTo>
                <a:cubicBezTo>
                  <a:pt x="133783" y="84234"/>
                  <a:pt x="136222" y="80620"/>
                  <a:pt x="138023" y="75657"/>
                </a:cubicBezTo>
                <a:moveTo>
                  <a:pt x="99074" y="56281"/>
                </a:moveTo>
                <a:lnTo>
                  <a:pt x="138155" y="56281"/>
                </a:lnTo>
                <a:cubicBezTo>
                  <a:pt x="137628" y="50490"/>
                  <a:pt x="136134" y="46147"/>
                  <a:pt x="133673" y="43251"/>
                </a:cubicBezTo>
                <a:cubicBezTo>
                  <a:pt x="129895" y="38757"/>
                  <a:pt x="124996" y="36510"/>
                  <a:pt x="118977" y="36510"/>
                </a:cubicBezTo>
                <a:cubicBezTo>
                  <a:pt x="113529" y="36510"/>
                  <a:pt x="108949" y="38304"/>
                  <a:pt x="105236" y="41892"/>
                </a:cubicBezTo>
                <a:cubicBezTo>
                  <a:pt x="101524" y="45478"/>
                  <a:pt x="99470" y="50275"/>
                  <a:pt x="99074" y="56281"/>
                </a:cubicBezTo>
                <a:close/>
                <a:moveTo>
                  <a:pt x="213066" y="75657"/>
                </a:moveTo>
                <a:lnTo>
                  <a:pt x="225324" y="77173"/>
                </a:lnTo>
                <a:cubicBezTo>
                  <a:pt x="223391" y="84334"/>
                  <a:pt x="219810" y="89892"/>
                  <a:pt x="214582" y="93846"/>
                </a:cubicBezTo>
                <a:cubicBezTo>
                  <a:pt x="209354" y="97800"/>
                  <a:pt x="202675" y="99778"/>
                  <a:pt x="194547" y="99778"/>
                </a:cubicBezTo>
                <a:cubicBezTo>
                  <a:pt x="184310" y="99778"/>
                  <a:pt x="176193" y="96625"/>
                  <a:pt x="170196" y="90320"/>
                </a:cubicBezTo>
                <a:cubicBezTo>
                  <a:pt x="164199" y="84016"/>
                  <a:pt x="161200" y="75174"/>
                  <a:pt x="161200" y="63794"/>
                </a:cubicBezTo>
                <a:cubicBezTo>
                  <a:pt x="161200" y="52020"/>
                  <a:pt x="164232" y="42881"/>
                  <a:pt x="170295" y="36379"/>
                </a:cubicBezTo>
                <a:cubicBezTo>
                  <a:pt x="176358" y="29876"/>
                  <a:pt x="184223" y="26625"/>
                  <a:pt x="193888" y="26625"/>
                </a:cubicBezTo>
                <a:cubicBezTo>
                  <a:pt x="203247" y="26625"/>
                  <a:pt x="210891" y="29805"/>
                  <a:pt x="216823" y="36166"/>
                </a:cubicBezTo>
                <a:cubicBezTo>
                  <a:pt x="222754" y="42526"/>
                  <a:pt x="225720" y="51474"/>
                  <a:pt x="225720" y="63010"/>
                </a:cubicBezTo>
                <a:cubicBezTo>
                  <a:pt x="225720" y="63711"/>
                  <a:pt x="225698" y="64764"/>
                  <a:pt x="225654" y="66167"/>
                </a:cubicBezTo>
                <a:lnTo>
                  <a:pt x="173458" y="66167"/>
                </a:lnTo>
                <a:cubicBezTo>
                  <a:pt x="173898" y="73834"/>
                  <a:pt x="176072" y="79704"/>
                  <a:pt x="179983" y="83780"/>
                </a:cubicBezTo>
                <a:cubicBezTo>
                  <a:pt x="183893" y="87855"/>
                  <a:pt x="188770" y="89892"/>
                  <a:pt x="194613" y="89892"/>
                </a:cubicBezTo>
                <a:cubicBezTo>
                  <a:pt x="198963" y="89892"/>
                  <a:pt x="202675" y="88761"/>
                  <a:pt x="205751" y="86498"/>
                </a:cubicBezTo>
                <a:cubicBezTo>
                  <a:pt x="208826" y="84234"/>
                  <a:pt x="211265" y="80620"/>
                  <a:pt x="213066" y="75657"/>
                </a:cubicBezTo>
                <a:moveTo>
                  <a:pt x="174117" y="56281"/>
                </a:moveTo>
                <a:lnTo>
                  <a:pt x="213198" y="56281"/>
                </a:lnTo>
                <a:cubicBezTo>
                  <a:pt x="212671" y="50490"/>
                  <a:pt x="211177" y="46147"/>
                  <a:pt x="208717" y="43251"/>
                </a:cubicBezTo>
                <a:cubicBezTo>
                  <a:pt x="204938" y="38757"/>
                  <a:pt x="200039" y="36510"/>
                  <a:pt x="194020" y="36510"/>
                </a:cubicBezTo>
                <a:cubicBezTo>
                  <a:pt x="188572" y="36510"/>
                  <a:pt x="183992" y="38304"/>
                  <a:pt x="180279" y="41892"/>
                </a:cubicBezTo>
                <a:cubicBezTo>
                  <a:pt x="176567" y="45478"/>
                  <a:pt x="174513" y="50275"/>
                  <a:pt x="174117" y="56281"/>
                </a:cubicBezTo>
                <a:close/>
                <a:moveTo>
                  <a:pt x="272974" y="77239"/>
                </a:moveTo>
                <a:lnTo>
                  <a:pt x="284705" y="75393"/>
                </a:lnTo>
                <a:cubicBezTo>
                  <a:pt x="285364" y="80074"/>
                  <a:pt x="287199" y="83661"/>
                  <a:pt x="290208" y="86154"/>
                </a:cubicBezTo>
                <a:cubicBezTo>
                  <a:pt x="293218" y="88646"/>
                  <a:pt x="297424" y="89892"/>
                  <a:pt x="302829" y="89892"/>
                </a:cubicBezTo>
                <a:cubicBezTo>
                  <a:pt x="308277" y="89892"/>
                  <a:pt x="312319" y="88792"/>
                  <a:pt x="314955" y="86591"/>
                </a:cubicBezTo>
                <a:cubicBezTo>
                  <a:pt x="317591" y="84388"/>
                  <a:pt x="318909" y="81806"/>
                  <a:pt x="318909" y="78843"/>
                </a:cubicBezTo>
                <a:cubicBezTo>
                  <a:pt x="318909" y="76183"/>
                  <a:pt x="317745" y="74091"/>
                  <a:pt x="315416" y="72566"/>
                </a:cubicBezTo>
                <a:cubicBezTo>
                  <a:pt x="313790" y="71519"/>
                  <a:pt x="309748" y="70190"/>
                  <a:pt x="303290" y="68576"/>
                </a:cubicBezTo>
                <a:cubicBezTo>
                  <a:pt x="294591" y="66378"/>
                  <a:pt x="288561" y="64477"/>
                  <a:pt x="285199" y="62872"/>
                </a:cubicBezTo>
                <a:cubicBezTo>
                  <a:pt x="281838" y="61267"/>
                  <a:pt x="279290" y="59046"/>
                  <a:pt x="277555" y="56209"/>
                </a:cubicBezTo>
                <a:cubicBezTo>
                  <a:pt x="275819" y="53373"/>
                  <a:pt x="274951" y="50240"/>
                  <a:pt x="274951" y="46810"/>
                </a:cubicBezTo>
                <a:cubicBezTo>
                  <a:pt x="274951" y="43688"/>
                  <a:pt x="275665" y="40796"/>
                  <a:pt x="277093" y="38135"/>
                </a:cubicBezTo>
                <a:cubicBezTo>
                  <a:pt x="278521" y="35474"/>
                  <a:pt x="280465" y="33265"/>
                  <a:pt x="282926" y="31506"/>
                </a:cubicBezTo>
                <a:cubicBezTo>
                  <a:pt x="284771" y="30143"/>
                  <a:pt x="287286" y="28989"/>
                  <a:pt x="290472" y="28044"/>
                </a:cubicBezTo>
                <a:cubicBezTo>
                  <a:pt x="293657" y="27098"/>
                  <a:pt x="297073" y="26625"/>
                  <a:pt x="300720" y="26625"/>
                </a:cubicBezTo>
                <a:cubicBezTo>
                  <a:pt x="306212" y="26625"/>
                  <a:pt x="311034" y="27421"/>
                  <a:pt x="315185" y="29014"/>
                </a:cubicBezTo>
                <a:cubicBezTo>
                  <a:pt x="319337" y="30605"/>
                  <a:pt x="322402" y="32761"/>
                  <a:pt x="324379" y="35483"/>
                </a:cubicBezTo>
                <a:cubicBezTo>
                  <a:pt x="326356" y="38203"/>
                  <a:pt x="327718" y="41840"/>
                  <a:pt x="328465" y="46396"/>
                </a:cubicBezTo>
                <a:lnTo>
                  <a:pt x="316866" y="47978"/>
                </a:lnTo>
                <a:cubicBezTo>
                  <a:pt x="316339" y="44375"/>
                  <a:pt x="314812" y="41563"/>
                  <a:pt x="312286" y="39542"/>
                </a:cubicBezTo>
                <a:cubicBezTo>
                  <a:pt x="309759" y="37521"/>
                  <a:pt x="306190" y="36510"/>
                  <a:pt x="301576" y="36510"/>
                </a:cubicBezTo>
                <a:cubicBezTo>
                  <a:pt x="296128" y="36510"/>
                  <a:pt x="292240" y="37407"/>
                  <a:pt x="289912" y="39200"/>
                </a:cubicBezTo>
                <a:cubicBezTo>
                  <a:pt x="287583" y="40992"/>
                  <a:pt x="286419" y="43090"/>
                  <a:pt x="286419" y="45496"/>
                </a:cubicBezTo>
                <a:cubicBezTo>
                  <a:pt x="286419" y="47025"/>
                  <a:pt x="286902" y="48403"/>
                  <a:pt x="287869" y="49627"/>
                </a:cubicBezTo>
                <a:cubicBezTo>
                  <a:pt x="288835" y="50894"/>
                  <a:pt x="290351" y="51943"/>
                  <a:pt x="292416" y="52774"/>
                </a:cubicBezTo>
                <a:cubicBezTo>
                  <a:pt x="293602" y="53212"/>
                  <a:pt x="297095" y="54218"/>
                  <a:pt x="302894" y="55791"/>
                </a:cubicBezTo>
                <a:cubicBezTo>
                  <a:pt x="311286" y="58031"/>
                  <a:pt x="317141" y="59864"/>
                  <a:pt x="320458" y="61290"/>
                </a:cubicBezTo>
                <a:cubicBezTo>
                  <a:pt x="323775" y="62717"/>
                  <a:pt x="326378" y="64791"/>
                  <a:pt x="328267" y="67514"/>
                </a:cubicBezTo>
                <a:cubicBezTo>
                  <a:pt x="330156" y="70235"/>
                  <a:pt x="331101" y="73615"/>
                  <a:pt x="331101" y="77653"/>
                </a:cubicBezTo>
                <a:cubicBezTo>
                  <a:pt x="331101" y="81604"/>
                  <a:pt x="329948" y="85325"/>
                  <a:pt x="327641" y="88815"/>
                </a:cubicBezTo>
                <a:cubicBezTo>
                  <a:pt x="325335" y="92304"/>
                  <a:pt x="322006" y="95003"/>
                  <a:pt x="317657" y="96913"/>
                </a:cubicBezTo>
                <a:cubicBezTo>
                  <a:pt x="313307" y="98823"/>
                  <a:pt x="308386" y="99778"/>
                  <a:pt x="302894" y="99778"/>
                </a:cubicBezTo>
                <a:cubicBezTo>
                  <a:pt x="293800" y="99778"/>
                  <a:pt x="286869" y="97883"/>
                  <a:pt x="282102" y="94093"/>
                </a:cubicBezTo>
                <a:cubicBezTo>
                  <a:pt x="277335" y="90304"/>
                  <a:pt x="274292" y="84686"/>
                  <a:pt x="272974" y="77239"/>
                </a:cubicBezTo>
                <a:close/>
                <a:moveTo>
                  <a:pt x="345204" y="125084"/>
                </a:moveTo>
                <a:lnTo>
                  <a:pt x="345204" y="28207"/>
                </a:lnTo>
                <a:lnTo>
                  <a:pt x="356012" y="28207"/>
                </a:lnTo>
                <a:lnTo>
                  <a:pt x="356012" y="37235"/>
                </a:lnTo>
                <a:cubicBezTo>
                  <a:pt x="358560" y="33699"/>
                  <a:pt x="361438" y="31046"/>
                  <a:pt x="364645" y="29278"/>
                </a:cubicBezTo>
                <a:cubicBezTo>
                  <a:pt x="367853" y="27509"/>
                  <a:pt x="371741" y="26625"/>
                  <a:pt x="376310" y="26625"/>
                </a:cubicBezTo>
                <a:cubicBezTo>
                  <a:pt x="382285" y="26625"/>
                  <a:pt x="387558" y="28163"/>
                  <a:pt x="392127" y="31238"/>
                </a:cubicBezTo>
                <a:cubicBezTo>
                  <a:pt x="396696" y="34314"/>
                  <a:pt x="400145" y="38652"/>
                  <a:pt x="402474" y="44254"/>
                </a:cubicBezTo>
                <a:cubicBezTo>
                  <a:pt x="404802" y="49856"/>
                  <a:pt x="405967" y="55996"/>
                  <a:pt x="405967" y="62674"/>
                </a:cubicBezTo>
                <a:cubicBezTo>
                  <a:pt x="405967" y="69835"/>
                  <a:pt x="404682" y="76283"/>
                  <a:pt x="402111" y="82017"/>
                </a:cubicBezTo>
                <a:cubicBezTo>
                  <a:pt x="399541" y="87750"/>
                  <a:pt x="395807" y="92144"/>
                  <a:pt x="390908" y="95197"/>
                </a:cubicBezTo>
                <a:cubicBezTo>
                  <a:pt x="386009" y="98251"/>
                  <a:pt x="380858" y="99778"/>
                  <a:pt x="375453" y="99778"/>
                </a:cubicBezTo>
                <a:cubicBezTo>
                  <a:pt x="371499" y="99778"/>
                  <a:pt x="367951" y="98932"/>
                  <a:pt x="364810" y="97240"/>
                </a:cubicBezTo>
                <a:cubicBezTo>
                  <a:pt x="361669" y="95547"/>
                  <a:pt x="359087" y="93410"/>
                  <a:pt x="357066" y="90827"/>
                </a:cubicBezTo>
                <a:lnTo>
                  <a:pt x="357066" y="125084"/>
                </a:lnTo>
                <a:lnTo>
                  <a:pt x="345204" y="125084"/>
                </a:lnTo>
                <a:moveTo>
                  <a:pt x="355946" y="63498"/>
                </a:moveTo>
                <a:cubicBezTo>
                  <a:pt x="355946" y="72494"/>
                  <a:pt x="357769" y="79142"/>
                  <a:pt x="361416" y="83442"/>
                </a:cubicBezTo>
                <a:cubicBezTo>
                  <a:pt x="365063" y="87742"/>
                  <a:pt x="369478" y="89892"/>
                  <a:pt x="374663" y="89892"/>
                </a:cubicBezTo>
                <a:cubicBezTo>
                  <a:pt x="379935" y="89892"/>
                  <a:pt x="384449" y="87665"/>
                  <a:pt x="388206" y="83211"/>
                </a:cubicBezTo>
                <a:cubicBezTo>
                  <a:pt x="391962" y="78757"/>
                  <a:pt x="393840" y="71857"/>
                  <a:pt x="393840" y="62509"/>
                </a:cubicBezTo>
                <a:cubicBezTo>
                  <a:pt x="393840" y="53601"/>
                  <a:pt x="392006" y="46931"/>
                  <a:pt x="388338" y="42499"/>
                </a:cubicBezTo>
                <a:cubicBezTo>
                  <a:pt x="384669" y="38067"/>
                  <a:pt x="380286" y="35851"/>
                  <a:pt x="375190" y="35851"/>
                </a:cubicBezTo>
                <a:cubicBezTo>
                  <a:pt x="370137" y="35851"/>
                  <a:pt x="365667" y="38210"/>
                  <a:pt x="361779" y="42928"/>
                </a:cubicBezTo>
                <a:cubicBezTo>
                  <a:pt x="357890" y="47645"/>
                  <a:pt x="355946" y="54502"/>
                  <a:pt x="355946" y="63498"/>
                </a:cubicBezTo>
                <a:close/>
                <a:moveTo>
                  <a:pt x="468159" y="75657"/>
                </a:moveTo>
                <a:lnTo>
                  <a:pt x="480417" y="77173"/>
                </a:lnTo>
                <a:cubicBezTo>
                  <a:pt x="478484" y="84334"/>
                  <a:pt x="474903" y="89892"/>
                  <a:pt x="469675" y="93846"/>
                </a:cubicBezTo>
                <a:cubicBezTo>
                  <a:pt x="464446" y="97800"/>
                  <a:pt x="457768" y="99778"/>
                  <a:pt x="449640" y="99778"/>
                </a:cubicBezTo>
                <a:cubicBezTo>
                  <a:pt x="439403" y="99778"/>
                  <a:pt x="431286" y="96625"/>
                  <a:pt x="425289" y="90320"/>
                </a:cubicBezTo>
                <a:cubicBezTo>
                  <a:pt x="419292" y="84016"/>
                  <a:pt x="416293" y="75174"/>
                  <a:pt x="416293" y="63794"/>
                </a:cubicBezTo>
                <a:cubicBezTo>
                  <a:pt x="416293" y="52020"/>
                  <a:pt x="419325" y="42881"/>
                  <a:pt x="425388" y="36379"/>
                </a:cubicBezTo>
                <a:cubicBezTo>
                  <a:pt x="431451" y="29876"/>
                  <a:pt x="439315" y="26625"/>
                  <a:pt x="448981" y="26625"/>
                </a:cubicBezTo>
                <a:cubicBezTo>
                  <a:pt x="458339" y="26625"/>
                  <a:pt x="465984" y="29805"/>
                  <a:pt x="471915" y="36166"/>
                </a:cubicBezTo>
                <a:cubicBezTo>
                  <a:pt x="477847" y="42526"/>
                  <a:pt x="480812" y="51474"/>
                  <a:pt x="480812" y="63010"/>
                </a:cubicBezTo>
                <a:cubicBezTo>
                  <a:pt x="480812" y="63711"/>
                  <a:pt x="480790" y="64764"/>
                  <a:pt x="480746" y="66167"/>
                </a:cubicBezTo>
                <a:lnTo>
                  <a:pt x="428551" y="66167"/>
                </a:lnTo>
                <a:cubicBezTo>
                  <a:pt x="428990" y="73834"/>
                  <a:pt x="431165" y="79704"/>
                  <a:pt x="435075" y="83780"/>
                </a:cubicBezTo>
                <a:cubicBezTo>
                  <a:pt x="438986" y="87855"/>
                  <a:pt x="443863" y="89892"/>
                  <a:pt x="449706" y="89892"/>
                </a:cubicBezTo>
                <a:cubicBezTo>
                  <a:pt x="454056" y="89892"/>
                  <a:pt x="457768" y="88761"/>
                  <a:pt x="460844" y="86498"/>
                </a:cubicBezTo>
                <a:cubicBezTo>
                  <a:pt x="463919" y="84234"/>
                  <a:pt x="466358" y="80620"/>
                  <a:pt x="468159" y="75657"/>
                </a:cubicBezTo>
                <a:moveTo>
                  <a:pt x="429210" y="56281"/>
                </a:moveTo>
                <a:lnTo>
                  <a:pt x="468291" y="56281"/>
                </a:lnTo>
                <a:cubicBezTo>
                  <a:pt x="467763" y="50490"/>
                  <a:pt x="466270" y="46147"/>
                  <a:pt x="463809" y="43251"/>
                </a:cubicBezTo>
                <a:cubicBezTo>
                  <a:pt x="460031" y="38757"/>
                  <a:pt x="455132" y="36510"/>
                  <a:pt x="449113" y="36510"/>
                </a:cubicBezTo>
                <a:cubicBezTo>
                  <a:pt x="443665" y="36510"/>
                  <a:pt x="439085" y="38304"/>
                  <a:pt x="435372" y="41892"/>
                </a:cubicBezTo>
                <a:cubicBezTo>
                  <a:pt x="431659" y="45478"/>
                  <a:pt x="429605" y="50275"/>
                  <a:pt x="429210" y="56281"/>
                </a:cubicBezTo>
                <a:close/>
                <a:moveTo>
                  <a:pt x="543202" y="75657"/>
                </a:moveTo>
                <a:lnTo>
                  <a:pt x="555460" y="77173"/>
                </a:lnTo>
                <a:cubicBezTo>
                  <a:pt x="553527" y="84334"/>
                  <a:pt x="549946" y="89892"/>
                  <a:pt x="544718" y="93846"/>
                </a:cubicBezTo>
                <a:cubicBezTo>
                  <a:pt x="539490" y="97800"/>
                  <a:pt x="532812" y="99778"/>
                  <a:pt x="524683" y="99778"/>
                </a:cubicBezTo>
                <a:cubicBezTo>
                  <a:pt x="514446" y="99778"/>
                  <a:pt x="506329" y="96625"/>
                  <a:pt x="500332" y="90320"/>
                </a:cubicBezTo>
                <a:cubicBezTo>
                  <a:pt x="494335" y="84016"/>
                  <a:pt x="491336" y="75174"/>
                  <a:pt x="491336" y="63794"/>
                </a:cubicBezTo>
                <a:cubicBezTo>
                  <a:pt x="491336" y="52020"/>
                  <a:pt x="494368" y="42881"/>
                  <a:pt x="500431" y="36379"/>
                </a:cubicBezTo>
                <a:cubicBezTo>
                  <a:pt x="506494" y="29876"/>
                  <a:pt x="514359" y="26625"/>
                  <a:pt x="524024" y="26625"/>
                </a:cubicBezTo>
                <a:cubicBezTo>
                  <a:pt x="533383" y="26625"/>
                  <a:pt x="541027" y="29805"/>
                  <a:pt x="546959" y="36166"/>
                </a:cubicBezTo>
                <a:cubicBezTo>
                  <a:pt x="552890" y="42526"/>
                  <a:pt x="555856" y="51474"/>
                  <a:pt x="555856" y="63010"/>
                </a:cubicBezTo>
                <a:cubicBezTo>
                  <a:pt x="555856" y="63711"/>
                  <a:pt x="555834" y="64764"/>
                  <a:pt x="555790" y="66167"/>
                </a:cubicBezTo>
                <a:lnTo>
                  <a:pt x="503594" y="66167"/>
                </a:lnTo>
                <a:cubicBezTo>
                  <a:pt x="504034" y="73834"/>
                  <a:pt x="506209" y="79704"/>
                  <a:pt x="510119" y="83780"/>
                </a:cubicBezTo>
                <a:cubicBezTo>
                  <a:pt x="514029" y="87855"/>
                  <a:pt x="518906" y="89892"/>
                  <a:pt x="524749" y="89892"/>
                </a:cubicBezTo>
                <a:cubicBezTo>
                  <a:pt x="529099" y="89892"/>
                  <a:pt x="532812" y="88761"/>
                  <a:pt x="535887" y="86498"/>
                </a:cubicBezTo>
                <a:cubicBezTo>
                  <a:pt x="538963" y="84234"/>
                  <a:pt x="541401" y="80620"/>
                  <a:pt x="543202" y="75657"/>
                </a:cubicBezTo>
                <a:moveTo>
                  <a:pt x="504253" y="56281"/>
                </a:moveTo>
                <a:lnTo>
                  <a:pt x="543334" y="56281"/>
                </a:lnTo>
                <a:cubicBezTo>
                  <a:pt x="542807" y="50490"/>
                  <a:pt x="541313" y="46147"/>
                  <a:pt x="538853" y="43251"/>
                </a:cubicBezTo>
                <a:cubicBezTo>
                  <a:pt x="535074" y="38757"/>
                  <a:pt x="530175" y="36510"/>
                  <a:pt x="524156" y="36510"/>
                </a:cubicBezTo>
                <a:cubicBezTo>
                  <a:pt x="518708" y="36510"/>
                  <a:pt x="514128" y="38304"/>
                  <a:pt x="510415" y="41892"/>
                </a:cubicBezTo>
                <a:cubicBezTo>
                  <a:pt x="506703" y="45478"/>
                  <a:pt x="504649" y="50275"/>
                  <a:pt x="504253" y="56281"/>
                </a:cubicBezTo>
                <a:close/>
                <a:moveTo>
                  <a:pt x="616005" y="72494"/>
                </a:moveTo>
                <a:lnTo>
                  <a:pt x="627670" y="74009"/>
                </a:lnTo>
                <a:cubicBezTo>
                  <a:pt x="626395" y="82070"/>
                  <a:pt x="623133" y="88380"/>
                  <a:pt x="617883" y="92940"/>
                </a:cubicBezTo>
                <a:cubicBezTo>
                  <a:pt x="612633" y="97498"/>
                  <a:pt x="606185" y="99778"/>
                  <a:pt x="598540" y="99778"/>
                </a:cubicBezTo>
                <a:cubicBezTo>
                  <a:pt x="588962" y="99778"/>
                  <a:pt x="581263" y="96647"/>
                  <a:pt x="575441" y="90386"/>
                </a:cubicBezTo>
                <a:cubicBezTo>
                  <a:pt x="569620" y="84126"/>
                  <a:pt x="566709" y="75152"/>
                  <a:pt x="566709" y="63465"/>
                </a:cubicBezTo>
                <a:cubicBezTo>
                  <a:pt x="566709" y="55908"/>
                  <a:pt x="567961" y="49296"/>
                  <a:pt x="570466" y="43628"/>
                </a:cubicBezTo>
                <a:cubicBezTo>
                  <a:pt x="572970" y="37960"/>
                  <a:pt x="576781" y="33710"/>
                  <a:pt x="581900" y="30876"/>
                </a:cubicBezTo>
                <a:cubicBezTo>
                  <a:pt x="587018" y="28042"/>
                  <a:pt x="592587" y="26625"/>
                  <a:pt x="598606" y="26625"/>
                </a:cubicBezTo>
                <a:cubicBezTo>
                  <a:pt x="606207" y="26625"/>
                  <a:pt x="612424" y="28553"/>
                  <a:pt x="617257" y="32410"/>
                </a:cubicBezTo>
                <a:cubicBezTo>
                  <a:pt x="622090" y="36265"/>
                  <a:pt x="625187" y="41740"/>
                  <a:pt x="626549" y="48834"/>
                </a:cubicBezTo>
                <a:lnTo>
                  <a:pt x="615016" y="50614"/>
                </a:lnTo>
                <a:cubicBezTo>
                  <a:pt x="613918" y="45935"/>
                  <a:pt x="611974" y="42414"/>
                  <a:pt x="609184" y="40053"/>
                </a:cubicBezTo>
                <a:cubicBezTo>
                  <a:pt x="606394" y="37691"/>
                  <a:pt x="603022" y="36510"/>
                  <a:pt x="599068" y="36510"/>
                </a:cubicBezTo>
                <a:cubicBezTo>
                  <a:pt x="593092" y="36510"/>
                  <a:pt x="588237" y="38642"/>
                  <a:pt x="584503" y="42905"/>
                </a:cubicBezTo>
                <a:cubicBezTo>
                  <a:pt x="580768" y="47167"/>
                  <a:pt x="578901" y="53910"/>
                  <a:pt x="578901" y="63135"/>
                </a:cubicBezTo>
                <a:cubicBezTo>
                  <a:pt x="578901" y="72492"/>
                  <a:pt x="580702" y="79291"/>
                  <a:pt x="584305" y="83532"/>
                </a:cubicBezTo>
                <a:cubicBezTo>
                  <a:pt x="587908" y="87772"/>
                  <a:pt x="592609" y="89892"/>
                  <a:pt x="598408" y="89892"/>
                </a:cubicBezTo>
                <a:cubicBezTo>
                  <a:pt x="603066" y="89892"/>
                  <a:pt x="606954" y="88470"/>
                  <a:pt x="610073" y="85625"/>
                </a:cubicBezTo>
                <a:cubicBezTo>
                  <a:pt x="613193" y="82780"/>
                  <a:pt x="615170" y="78403"/>
                  <a:pt x="616005" y="72494"/>
                </a:cubicBezTo>
                <a:close/>
                <a:moveTo>
                  <a:pt x="637819" y="98196"/>
                </a:moveTo>
                <a:lnTo>
                  <a:pt x="637819" y="1582"/>
                </a:lnTo>
                <a:lnTo>
                  <a:pt x="649681" y="1582"/>
                </a:lnTo>
                <a:lnTo>
                  <a:pt x="649681" y="36247"/>
                </a:lnTo>
                <a:cubicBezTo>
                  <a:pt x="655217" y="29832"/>
                  <a:pt x="662203" y="26625"/>
                  <a:pt x="670639" y="26625"/>
                </a:cubicBezTo>
                <a:cubicBezTo>
                  <a:pt x="675823" y="26625"/>
                  <a:pt x="680326" y="27646"/>
                  <a:pt x="684149" y="29689"/>
                </a:cubicBezTo>
                <a:cubicBezTo>
                  <a:pt x="687971" y="31732"/>
                  <a:pt x="690706" y="34555"/>
                  <a:pt x="692354" y="38158"/>
                </a:cubicBezTo>
                <a:cubicBezTo>
                  <a:pt x="694001" y="41761"/>
                  <a:pt x="694825" y="46989"/>
                  <a:pt x="694825" y="53843"/>
                </a:cubicBezTo>
                <a:lnTo>
                  <a:pt x="694825" y="98196"/>
                </a:lnTo>
                <a:lnTo>
                  <a:pt x="682962" y="98196"/>
                </a:lnTo>
                <a:lnTo>
                  <a:pt x="682962" y="53843"/>
                </a:lnTo>
                <a:cubicBezTo>
                  <a:pt x="682962" y="47912"/>
                  <a:pt x="681677" y="43595"/>
                  <a:pt x="679107" y="40893"/>
                </a:cubicBezTo>
                <a:cubicBezTo>
                  <a:pt x="676537" y="38191"/>
                  <a:pt x="672901" y="36840"/>
                  <a:pt x="668200" y="36840"/>
                </a:cubicBezTo>
                <a:cubicBezTo>
                  <a:pt x="664685" y="36840"/>
                  <a:pt x="661379" y="37752"/>
                  <a:pt x="658282" y="39575"/>
                </a:cubicBezTo>
                <a:cubicBezTo>
                  <a:pt x="655184" y="41398"/>
                  <a:pt x="652976" y="43870"/>
                  <a:pt x="651658" y="46989"/>
                </a:cubicBezTo>
                <a:cubicBezTo>
                  <a:pt x="650340" y="50108"/>
                  <a:pt x="649681" y="54414"/>
                  <a:pt x="649681" y="59906"/>
                </a:cubicBezTo>
                <a:lnTo>
                  <a:pt x="649681" y="98196"/>
                </a:lnTo>
                <a:lnTo>
                  <a:pt x="637819" y="98196"/>
                </a:lnTo>
                <a:close/>
                <a:moveTo>
                  <a:pt x="715960" y="98196"/>
                </a:moveTo>
                <a:lnTo>
                  <a:pt x="715960" y="84620"/>
                </a:lnTo>
                <a:lnTo>
                  <a:pt x="729470" y="84620"/>
                </a:lnTo>
                <a:lnTo>
                  <a:pt x="729470" y="98157"/>
                </a:lnTo>
                <a:cubicBezTo>
                  <a:pt x="729470" y="103132"/>
                  <a:pt x="728591" y="107150"/>
                  <a:pt x="726834" y="110209"/>
                </a:cubicBezTo>
                <a:cubicBezTo>
                  <a:pt x="725076" y="113269"/>
                  <a:pt x="722286" y="115636"/>
                  <a:pt x="718464" y="117308"/>
                </a:cubicBezTo>
                <a:lnTo>
                  <a:pt x="715169" y="112167"/>
                </a:lnTo>
                <a:cubicBezTo>
                  <a:pt x="717673" y="111074"/>
                  <a:pt x="719518" y="109467"/>
                  <a:pt x="720705" y="107346"/>
                </a:cubicBezTo>
                <a:cubicBezTo>
                  <a:pt x="721891" y="105225"/>
                  <a:pt x="722550" y="102175"/>
                  <a:pt x="722682" y="98196"/>
                </a:cubicBezTo>
                <a:lnTo>
                  <a:pt x="715960" y="98196"/>
                </a:lnTo>
                <a:close/>
                <a:moveTo>
                  <a:pt x="787773" y="98196"/>
                </a:moveTo>
                <a:lnTo>
                  <a:pt x="787773" y="28207"/>
                </a:lnTo>
                <a:lnTo>
                  <a:pt x="798449" y="28207"/>
                </a:lnTo>
                <a:lnTo>
                  <a:pt x="798449" y="38751"/>
                </a:lnTo>
                <a:cubicBezTo>
                  <a:pt x="801173" y="33814"/>
                  <a:pt x="803689" y="30559"/>
                  <a:pt x="805995" y="28985"/>
                </a:cubicBezTo>
                <a:cubicBezTo>
                  <a:pt x="808302" y="27412"/>
                  <a:pt x="810839" y="26625"/>
                  <a:pt x="813607" y="26625"/>
                </a:cubicBezTo>
                <a:cubicBezTo>
                  <a:pt x="817605" y="26625"/>
                  <a:pt x="821669" y="27894"/>
                  <a:pt x="825799" y="30431"/>
                </a:cubicBezTo>
                <a:lnTo>
                  <a:pt x="821713" y="41387"/>
                </a:lnTo>
                <a:cubicBezTo>
                  <a:pt x="818814" y="39674"/>
                  <a:pt x="815914" y="38817"/>
                  <a:pt x="813014" y="38817"/>
                </a:cubicBezTo>
                <a:cubicBezTo>
                  <a:pt x="810422" y="38817"/>
                  <a:pt x="808093" y="39598"/>
                  <a:pt x="806028" y="41161"/>
                </a:cubicBezTo>
                <a:cubicBezTo>
                  <a:pt x="803963" y="42722"/>
                  <a:pt x="802491" y="44888"/>
                  <a:pt x="801613" y="47658"/>
                </a:cubicBezTo>
                <a:cubicBezTo>
                  <a:pt x="800295" y="51880"/>
                  <a:pt x="799636" y="56498"/>
                  <a:pt x="799636" y="61512"/>
                </a:cubicBezTo>
                <a:lnTo>
                  <a:pt x="799636" y="98196"/>
                </a:lnTo>
                <a:lnTo>
                  <a:pt x="787773" y="98196"/>
                </a:lnTo>
                <a:close/>
                <a:moveTo>
                  <a:pt x="880762" y="75657"/>
                </a:moveTo>
                <a:lnTo>
                  <a:pt x="893020" y="77173"/>
                </a:lnTo>
                <a:cubicBezTo>
                  <a:pt x="891086" y="84334"/>
                  <a:pt x="887506" y="89892"/>
                  <a:pt x="882277" y="93846"/>
                </a:cubicBezTo>
                <a:cubicBezTo>
                  <a:pt x="877049" y="97800"/>
                  <a:pt x="870371" y="99778"/>
                  <a:pt x="862243" y="99778"/>
                </a:cubicBezTo>
                <a:cubicBezTo>
                  <a:pt x="852006" y="99778"/>
                  <a:pt x="843889" y="96625"/>
                  <a:pt x="837892" y="90320"/>
                </a:cubicBezTo>
                <a:cubicBezTo>
                  <a:pt x="831894" y="84016"/>
                  <a:pt x="828896" y="75174"/>
                  <a:pt x="828896" y="63794"/>
                </a:cubicBezTo>
                <a:cubicBezTo>
                  <a:pt x="828896" y="52020"/>
                  <a:pt x="831927" y="42881"/>
                  <a:pt x="837990" y="36379"/>
                </a:cubicBezTo>
                <a:cubicBezTo>
                  <a:pt x="844053" y="29876"/>
                  <a:pt x="851918" y="26625"/>
                  <a:pt x="861584" y="26625"/>
                </a:cubicBezTo>
                <a:cubicBezTo>
                  <a:pt x="870942" y="26625"/>
                  <a:pt x="878587" y="29805"/>
                  <a:pt x="884518" y="36166"/>
                </a:cubicBezTo>
                <a:cubicBezTo>
                  <a:pt x="890449" y="42526"/>
                  <a:pt x="893415" y="51474"/>
                  <a:pt x="893415" y="63010"/>
                </a:cubicBezTo>
                <a:cubicBezTo>
                  <a:pt x="893415" y="63711"/>
                  <a:pt x="893393" y="64764"/>
                  <a:pt x="893349" y="66167"/>
                </a:cubicBezTo>
                <a:lnTo>
                  <a:pt x="841154" y="66167"/>
                </a:lnTo>
                <a:cubicBezTo>
                  <a:pt x="841593" y="73834"/>
                  <a:pt x="843768" y="79704"/>
                  <a:pt x="847678" y="83780"/>
                </a:cubicBezTo>
                <a:cubicBezTo>
                  <a:pt x="851588" y="87855"/>
                  <a:pt x="856465" y="89892"/>
                  <a:pt x="862309" y="89892"/>
                </a:cubicBezTo>
                <a:cubicBezTo>
                  <a:pt x="866658" y="89892"/>
                  <a:pt x="870371" y="88761"/>
                  <a:pt x="873446" y="86498"/>
                </a:cubicBezTo>
                <a:cubicBezTo>
                  <a:pt x="876522" y="84234"/>
                  <a:pt x="878960" y="80620"/>
                  <a:pt x="880762" y="75657"/>
                </a:cubicBezTo>
                <a:moveTo>
                  <a:pt x="841813" y="56281"/>
                </a:moveTo>
                <a:lnTo>
                  <a:pt x="880893" y="56281"/>
                </a:lnTo>
                <a:cubicBezTo>
                  <a:pt x="880366" y="50490"/>
                  <a:pt x="878872" y="46147"/>
                  <a:pt x="876412" y="43251"/>
                </a:cubicBezTo>
                <a:cubicBezTo>
                  <a:pt x="872634" y="38757"/>
                  <a:pt x="867735" y="36510"/>
                  <a:pt x="861716" y="36510"/>
                </a:cubicBezTo>
                <a:cubicBezTo>
                  <a:pt x="856268" y="36510"/>
                  <a:pt x="851687" y="38304"/>
                  <a:pt x="847975" y="41892"/>
                </a:cubicBezTo>
                <a:cubicBezTo>
                  <a:pt x="844262" y="45478"/>
                  <a:pt x="842208" y="50275"/>
                  <a:pt x="841813" y="56281"/>
                </a:cubicBezTo>
                <a:close/>
                <a:moveTo>
                  <a:pt x="905719" y="103995"/>
                </a:moveTo>
                <a:lnTo>
                  <a:pt x="917252" y="105709"/>
                </a:lnTo>
                <a:cubicBezTo>
                  <a:pt x="917735" y="109268"/>
                  <a:pt x="919075" y="111860"/>
                  <a:pt x="921272" y="113485"/>
                </a:cubicBezTo>
                <a:cubicBezTo>
                  <a:pt x="924215" y="115682"/>
                  <a:pt x="928235" y="116781"/>
                  <a:pt x="933332" y="116781"/>
                </a:cubicBezTo>
                <a:cubicBezTo>
                  <a:pt x="938824" y="116781"/>
                  <a:pt x="943064" y="115679"/>
                  <a:pt x="946051" y="113477"/>
                </a:cubicBezTo>
                <a:cubicBezTo>
                  <a:pt x="949039" y="111276"/>
                  <a:pt x="951060" y="108194"/>
                  <a:pt x="952114" y="104230"/>
                </a:cubicBezTo>
                <a:cubicBezTo>
                  <a:pt x="952730" y="101810"/>
                  <a:pt x="953015" y="96724"/>
                  <a:pt x="952971" y="88974"/>
                </a:cubicBezTo>
                <a:cubicBezTo>
                  <a:pt x="947787" y="95122"/>
                  <a:pt x="941328" y="98196"/>
                  <a:pt x="933596" y="98196"/>
                </a:cubicBezTo>
                <a:cubicBezTo>
                  <a:pt x="923974" y="98196"/>
                  <a:pt x="916527" y="94725"/>
                  <a:pt x="911254" y="87783"/>
                </a:cubicBezTo>
                <a:cubicBezTo>
                  <a:pt x="905982" y="80841"/>
                  <a:pt x="903346" y="72516"/>
                  <a:pt x="903346" y="62806"/>
                </a:cubicBezTo>
                <a:cubicBezTo>
                  <a:pt x="903346" y="56128"/>
                  <a:pt x="904554" y="49966"/>
                  <a:pt x="906971" y="44320"/>
                </a:cubicBezTo>
                <a:cubicBezTo>
                  <a:pt x="909387" y="38674"/>
                  <a:pt x="912891" y="34314"/>
                  <a:pt x="917482" y="31238"/>
                </a:cubicBezTo>
                <a:cubicBezTo>
                  <a:pt x="922074" y="28163"/>
                  <a:pt x="927467" y="26625"/>
                  <a:pt x="933661" y="26625"/>
                </a:cubicBezTo>
                <a:cubicBezTo>
                  <a:pt x="941921" y="26625"/>
                  <a:pt x="948731" y="29986"/>
                  <a:pt x="954092" y="36708"/>
                </a:cubicBezTo>
                <a:lnTo>
                  <a:pt x="954092" y="28207"/>
                </a:lnTo>
                <a:lnTo>
                  <a:pt x="965031" y="28207"/>
                </a:lnTo>
                <a:lnTo>
                  <a:pt x="965031" y="88747"/>
                </a:lnTo>
                <a:cubicBezTo>
                  <a:pt x="965031" y="99650"/>
                  <a:pt x="963922" y="107376"/>
                  <a:pt x="961703" y="111926"/>
                </a:cubicBezTo>
                <a:cubicBezTo>
                  <a:pt x="959485" y="116476"/>
                  <a:pt x="955970" y="120070"/>
                  <a:pt x="951159" y="122708"/>
                </a:cubicBezTo>
                <a:cubicBezTo>
                  <a:pt x="946348" y="125347"/>
                  <a:pt x="940428" y="126666"/>
                  <a:pt x="933398" y="126666"/>
                </a:cubicBezTo>
                <a:cubicBezTo>
                  <a:pt x="925050" y="126666"/>
                  <a:pt x="918306" y="124782"/>
                  <a:pt x="913166" y="121015"/>
                </a:cubicBezTo>
                <a:cubicBezTo>
                  <a:pt x="908025" y="117247"/>
                  <a:pt x="905543" y="111574"/>
                  <a:pt x="905719" y="103995"/>
                </a:cubicBezTo>
                <a:moveTo>
                  <a:pt x="915538" y="61951"/>
                </a:moveTo>
                <a:cubicBezTo>
                  <a:pt x="915538" y="71110"/>
                  <a:pt x="917361" y="77793"/>
                  <a:pt x="921008" y="82000"/>
                </a:cubicBezTo>
                <a:cubicBezTo>
                  <a:pt x="924655" y="86207"/>
                  <a:pt x="929224" y="88310"/>
                  <a:pt x="934716" y="88310"/>
                </a:cubicBezTo>
                <a:cubicBezTo>
                  <a:pt x="940164" y="88310"/>
                  <a:pt x="944733" y="86218"/>
                  <a:pt x="948424" y="82033"/>
                </a:cubicBezTo>
                <a:cubicBezTo>
                  <a:pt x="952114" y="77848"/>
                  <a:pt x="953960" y="71285"/>
                  <a:pt x="953960" y="62344"/>
                </a:cubicBezTo>
                <a:cubicBezTo>
                  <a:pt x="953960" y="53799"/>
                  <a:pt x="952059" y="47357"/>
                  <a:pt x="948259" y="43018"/>
                </a:cubicBezTo>
                <a:cubicBezTo>
                  <a:pt x="944459" y="38680"/>
                  <a:pt x="939878" y="36510"/>
                  <a:pt x="934518" y="36510"/>
                </a:cubicBezTo>
                <a:cubicBezTo>
                  <a:pt x="929246" y="36510"/>
                  <a:pt x="924765" y="38647"/>
                  <a:pt x="921074" y="42919"/>
                </a:cubicBezTo>
                <a:cubicBezTo>
                  <a:pt x="917383" y="47192"/>
                  <a:pt x="915538" y="53536"/>
                  <a:pt x="915538" y="61951"/>
                </a:cubicBezTo>
                <a:close/>
                <a:moveTo>
                  <a:pt x="1028608" y="89554"/>
                </a:moveTo>
                <a:cubicBezTo>
                  <a:pt x="1024214" y="93292"/>
                  <a:pt x="1019985" y="95930"/>
                  <a:pt x="1015921" y="97469"/>
                </a:cubicBezTo>
                <a:cubicBezTo>
                  <a:pt x="1011857" y="99008"/>
                  <a:pt x="1007497" y="99778"/>
                  <a:pt x="1002839" y="99778"/>
                </a:cubicBezTo>
                <a:cubicBezTo>
                  <a:pt x="995151" y="99778"/>
                  <a:pt x="989241" y="97898"/>
                  <a:pt x="985112" y="94139"/>
                </a:cubicBezTo>
                <a:cubicBezTo>
                  <a:pt x="980982" y="90379"/>
                  <a:pt x="978917" y="85576"/>
                  <a:pt x="978917" y="79729"/>
                </a:cubicBezTo>
                <a:cubicBezTo>
                  <a:pt x="978917" y="76300"/>
                  <a:pt x="979696" y="73168"/>
                  <a:pt x="981256" y="70333"/>
                </a:cubicBezTo>
                <a:cubicBezTo>
                  <a:pt x="982816" y="67497"/>
                  <a:pt x="984859" y="65221"/>
                  <a:pt x="987385" y="63506"/>
                </a:cubicBezTo>
                <a:cubicBezTo>
                  <a:pt x="989911" y="61791"/>
                  <a:pt x="992756" y="60494"/>
                  <a:pt x="995920" y="59616"/>
                </a:cubicBezTo>
                <a:cubicBezTo>
                  <a:pt x="998248" y="58999"/>
                  <a:pt x="1001763" y="58405"/>
                  <a:pt x="1006464" y="57834"/>
                </a:cubicBezTo>
                <a:cubicBezTo>
                  <a:pt x="1016042" y="56700"/>
                  <a:pt x="1023094" y="55348"/>
                  <a:pt x="1027619" y="53777"/>
                </a:cubicBezTo>
                <a:cubicBezTo>
                  <a:pt x="1027663" y="52158"/>
                  <a:pt x="1027685" y="51130"/>
                  <a:pt x="1027685" y="50692"/>
                </a:cubicBezTo>
                <a:cubicBezTo>
                  <a:pt x="1027685" y="45877"/>
                  <a:pt x="1026565" y="42485"/>
                  <a:pt x="1024324" y="40516"/>
                </a:cubicBezTo>
                <a:cubicBezTo>
                  <a:pt x="1021292" y="37846"/>
                  <a:pt x="1016789" y="36510"/>
                  <a:pt x="1010814" y="36510"/>
                </a:cubicBezTo>
                <a:cubicBezTo>
                  <a:pt x="1005234" y="36510"/>
                  <a:pt x="1001115" y="37488"/>
                  <a:pt x="998457" y="39443"/>
                </a:cubicBezTo>
                <a:cubicBezTo>
                  <a:pt x="995799" y="41398"/>
                  <a:pt x="993833" y="44858"/>
                  <a:pt x="992559" y="49823"/>
                </a:cubicBezTo>
                <a:lnTo>
                  <a:pt x="980960" y="48241"/>
                </a:lnTo>
                <a:cubicBezTo>
                  <a:pt x="982014" y="43261"/>
                  <a:pt x="983750" y="39240"/>
                  <a:pt x="986166" y="36177"/>
                </a:cubicBezTo>
                <a:cubicBezTo>
                  <a:pt x="988582" y="33114"/>
                  <a:pt x="992075" y="30756"/>
                  <a:pt x="996645" y="29105"/>
                </a:cubicBezTo>
                <a:cubicBezTo>
                  <a:pt x="1001214" y="27451"/>
                  <a:pt x="1006508" y="26625"/>
                  <a:pt x="1012527" y="26625"/>
                </a:cubicBezTo>
                <a:cubicBezTo>
                  <a:pt x="1018502" y="26625"/>
                  <a:pt x="1023357" y="27328"/>
                  <a:pt x="1027092" y="28734"/>
                </a:cubicBezTo>
                <a:cubicBezTo>
                  <a:pt x="1030826" y="30140"/>
                  <a:pt x="1033572" y="31908"/>
                  <a:pt x="1035330" y="34039"/>
                </a:cubicBezTo>
                <a:cubicBezTo>
                  <a:pt x="1037087" y="36170"/>
                  <a:pt x="1038317" y="38861"/>
                  <a:pt x="1039020" y="42112"/>
                </a:cubicBezTo>
                <a:cubicBezTo>
                  <a:pt x="1039416" y="44133"/>
                  <a:pt x="1039614" y="47780"/>
                  <a:pt x="1039614" y="53052"/>
                </a:cubicBezTo>
                <a:lnTo>
                  <a:pt x="1039614" y="68869"/>
                </a:lnTo>
                <a:cubicBezTo>
                  <a:pt x="1039614" y="79897"/>
                  <a:pt x="1039866" y="86871"/>
                  <a:pt x="1040371" y="89793"/>
                </a:cubicBezTo>
                <a:cubicBezTo>
                  <a:pt x="1040877" y="92715"/>
                  <a:pt x="1041876" y="95516"/>
                  <a:pt x="1043370" y="98196"/>
                </a:cubicBezTo>
                <a:lnTo>
                  <a:pt x="1030980" y="98196"/>
                </a:lnTo>
                <a:cubicBezTo>
                  <a:pt x="1029750" y="95733"/>
                  <a:pt x="1028959" y="92852"/>
                  <a:pt x="1028608" y="89554"/>
                </a:cubicBezTo>
                <a:moveTo>
                  <a:pt x="1027619" y="63004"/>
                </a:moveTo>
                <a:cubicBezTo>
                  <a:pt x="1023313" y="64776"/>
                  <a:pt x="1016855" y="66282"/>
                  <a:pt x="1008244" y="67522"/>
                </a:cubicBezTo>
                <a:cubicBezTo>
                  <a:pt x="1003367" y="68228"/>
                  <a:pt x="999918" y="69022"/>
                  <a:pt x="997897" y="69905"/>
                </a:cubicBezTo>
                <a:cubicBezTo>
                  <a:pt x="995876" y="70786"/>
                  <a:pt x="994316" y="72077"/>
                  <a:pt x="993218" y="73777"/>
                </a:cubicBezTo>
                <a:cubicBezTo>
                  <a:pt x="992119" y="75475"/>
                  <a:pt x="991570" y="77361"/>
                  <a:pt x="991570" y="79434"/>
                </a:cubicBezTo>
                <a:cubicBezTo>
                  <a:pt x="991570" y="82610"/>
                  <a:pt x="992767" y="85257"/>
                  <a:pt x="995162" y="87375"/>
                </a:cubicBezTo>
                <a:cubicBezTo>
                  <a:pt x="997556" y="89493"/>
                  <a:pt x="1001060" y="90551"/>
                  <a:pt x="1005673" y="90551"/>
                </a:cubicBezTo>
                <a:cubicBezTo>
                  <a:pt x="1010243" y="90551"/>
                  <a:pt x="1014307" y="89547"/>
                  <a:pt x="1017865" y="87538"/>
                </a:cubicBezTo>
                <a:cubicBezTo>
                  <a:pt x="1021424" y="85529"/>
                  <a:pt x="1024038" y="82781"/>
                  <a:pt x="1025708" y="79294"/>
                </a:cubicBezTo>
                <a:cubicBezTo>
                  <a:pt x="1026982" y="76600"/>
                  <a:pt x="1027619" y="72627"/>
                  <a:pt x="1027619" y="67374"/>
                </a:cubicBezTo>
                <a:lnTo>
                  <a:pt x="1027619" y="63004"/>
                </a:lnTo>
                <a:close/>
                <a:moveTo>
                  <a:pt x="1057848" y="98196"/>
                </a:moveTo>
                <a:lnTo>
                  <a:pt x="1057848" y="28207"/>
                </a:lnTo>
                <a:lnTo>
                  <a:pt x="1068524" y="28207"/>
                </a:lnTo>
                <a:lnTo>
                  <a:pt x="1068524" y="38751"/>
                </a:lnTo>
                <a:cubicBezTo>
                  <a:pt x="1071248" y="33814"/>
                  <a:pt x="1073763" y="30559"/>
                  <a:pt x="1076070" y="28985"/>
                </a:cubicBezTo>
                <a:cubicBezTo>
                  <a:pt x="1078377" y="27412"/>
                  <a:pt x="1080914" y="26625"/>
                  <a:pt x="1083682" y="26625"/>
                </a:cubicBezTo>
                <a:cubicBezTo>
                  <a:pt x="1087680" y="26625"/>
                  <a:pt x="1091744" y="27894"/>
                  <a:pt x="1095874" y="30431"/>
                </a:cubicBezTo>
                <a:lnTo>
                  <a:pt x="1091788" y="41387"/>
                </a:lnTo>
                <a:cubicBezTo>
                  <a:pt x="1088888" y="39674"/>
                  <a:pt x="1085988" y="38817"/>
                  <a:pt x="1083089" y="38817"/>
                </a:cubicBezTo>
                <a:cubicBezTo>
                  <a:pt x="1080496" y="38817"/>
                  <a:pt x="1078168" y="39598"/>
                  <a:pt x="1076103" y="41161"/>
                </a:cubicBezTo>
                <a:cubicBezTo>
                  <a:pt x="1074038" y="42722"/>
                  <a:pt x="1072566" y="44888"/>
                  <a:pt x="1071687" y="47658"/>
                </a:cubicBezTo>
                <a:cubicBezTo>
                  <a:pt x="1070369" y="51880"/>
                  <a:pt x="1069710" y="56498"/>
                  <a:pt x="1069710" y="61512"/>
                </a:cubicBezTo>
                <a:lnTo>
                  <a:pt x="1069710" y="98196"/>
                </a:lnTo>
                <a:lnTo>
                  <a:pt x="1057848" y="98196"/>
                </a:lnTo>
                <a:close/>
                <a:moveTo>
                  <a:pt x="1148332" y="98196"/>
                </a:moveTo>
                <a:lnTo>
                  <a:pt x="1148332" y="89365"/>
                </a:lnTo>
                <a:cubicBezTo>
                  <a:pt x="1143894" y="96307"/>
                  <a:pt x="1137370" y="99778"/>
                  <a:pt x="1128759" y="99778"/>
                </a:cubicBezTo>
                <a:cubicBezTo>
                  <a:pt x="1123179" y="99778"/>
                  <a:pt x="1118049" y="98240"/>
                  <a:pt x="1113370" y="95164"/>
                </a:cubicBezTo>
                <a:cubicBezTo>
                  <a:pt x="1108691" y="92089"/>
                  <a:pt x="1105066" y="87794"/>
                  <a:pt x="1102496" y="82280"/>
                </a:cubicBezTo>
                <a:cubicBezTo>
                  <a:pt x="1099926" y="76766"/>
                  <a:pt x="1098641" y="70429"/>
                  <a:pt x="1098641" y="63267"/>
                </a:cubicBezTo>
                <a:cubicBezTo>
                  <a:pt x="1098641" y="56281"/>
                  <a:pt x="1099805" y="49944"/>
                  <a:pt x="1102134" y="44254"/>
                </a:cubicBezTo>
                <a:cubicBezTo>
                  <a:pt x="1104462" y="38564"/>
                  <a:pt x="1107955" y="34204"/>
                  <a:pt x="1112612" y="31172"/>
                </a:cubicBezTo>
                <a:cubicBezTo>
                  <a:pt x="1117269" y="28141"/>
                  <a:pt x="1122476" y="26625"/>
                  <a:pt x="1128231" y="26625"/>
                </a:cubicBezTo>
                <a:cubicBezTo>
                  <a:pt x="1132449" y="26625"/>
                  <a:pt x="1136206" y="27515"/>
                  <a:pt x="1139501" y="29294"/>
                </a:cubicBezTo>
                <a:cubicBezTo>
                  <a:pt x="1142796" y="31073"/>
                  <a:pt x="1145476" y="33391"/>
                  <a:pt x="1147541" y="36247"/>
                </a:cubicBezTo>
                <a:lnTo>
                  <a:pt x="1147541" y="1582"/>
                </a:lnTo>
                <a:lnTo>
                  <a:pt x="1159338" y="1582"/>
                </a:lnTo>
                <a:lnTo>
                  <a:pt x="1159338" y="98196"/>
                </a:lnTo>
                <a:lnTo>
                  <a:pt x="1148332" y="98196"/>
                </a:lnTo>
                <a:moveTo>
                  <a:pt x="1110833" y="63234"/>
                </a:moveTo>
                <a:cubicBezTo>
                  <a:pt x="1110833" y="72164"/>
                  <a:pt x="1112722" y="78840"/>
                  <a:pt x="1116501" y="83261"/>
                </a:cubicBezTo>
                <a:cubicBezTo>
                  <a:pt x="1120279" y="87682"/>
                  <a:pt x="1124739" y="89892"/>
                  <a:pt x="1129879" y="89892"/>
                </a:cubicBezTo>
                <a:cubicBezTo>
                  <a:pt x="1135063" y="89892"/>
                  <a:pt x="1139468" y="87780"/>
                  <a:pt x="1143093" y="83557"/>
                </a:cubicBezTo>
                <a:cubicBezTo>
                  <a:pt x="1146717" y="79332"/>
                  <a:pt x="1148530" y="72886"/>
                  <a:pt x="1148530" y="64219"/>
                </a:cubicBezTo>
                <a:cubicBezTo>
                  <a:pt x="1148530" y="54676"/>
                  <a:pt x="1146684" y="47673"/>
                  <a:pt x="1142994" y="43208"/>
                </a:cubicBezTo>
                <a:cubicBezTo>
                  <a:pt x="1139303" y="38743"/>
                  <a:pt x="1134756" y="36510"/>
                  <a:pt x="1129352" y="36510"/>
                </a:cubicBezTo>
                <a:cubicBezTo>
                  <a:pt x="1124080" y="36510"/>
                  <a:pt x="1119675" y="38656"/>
                  <a:pt x="1116138" y="42946"/>
                </a:cubicBezTo>
                <a:cubicBezTo>
                  <a:pt x="1112601" y="47235"/>
                  <a:pt x="1110833" y="53998"/>
                  <a:pt x="1110833" y="63234"/>
                </a:cubicBezTo>
                <a:close/>
                <a:moveTo>
                  <a:pt x="1177704" y="98196"/>
                </a:moveTo>
                <a:lnTo>
                  <a:pt x="1177704" y="1582"/>
                </a:lnTo>
                <a:lnTo>
                  <a:pt x="1189567" y="1582"/>
                </a:lnTo>
                <a:lnTo>
                  <a:pt x="1189567" y="98196"/>
                </a:lnTo>
                <a:lnTo>
                  <a:pt x="1177704" y="98196"/>
                </a:lnTo>
                <a:close/>
                <a:moveTo>
                  <a:pt x="1255843" y="75657"/>
                </a:moveTo>
                <a:lnTo>
                  <a:pt x="1268101" y="77173"/>
                </a:lnTo>
                <a:cubicBezTo>
                  <a:pt x="1266168" y="84334"/>
                  <a:pt x="1262587" y="89892"/>
                  <a:pt x="1257359" y="93846"/>
                </a:cubicBezTo>
                <a:cubicBezTo>
                  <a:pt x="1252130" y="97800"/>
                  <a:pt x="1245452" y="99778"/>
                  <a:pt x="1237324" y="99778"/>
                </a:cubicBezTo>
                <a:cubicBezTo>
                  <a:pt x="1227087" y="99778"/>
                  <a:pt x="1218970" y="96625"/>
                  <a:pt x="1212973" y="90320"/>
                </a:cubicBezTo>
                <a:cubicBezTo>
                  <a:pt x="1206976" y="84016"/>
                  <a:pt x="1203977" y="75174"/>
                  <a:pt x="1203977" y="63794"/>
                </a:cubicBezTo>
                <a:cubicBezTo>
                  <a:pt x="1203977" y="52020"/>
                  <a:pt x="1207008" y="42881"/>
                  <a:pt x="1213072" y="36379"/>
                </a:cubicBezTo>
                <a:cubicBezTo>
                  <a:pt x="1219135" y="29876"/>
                  <a:pt x="1226999" y="26625"/>
                  <a:pt x="1236665" y="26625"/>
                </a:cubicBezTo>
                <a:cubicBezTo>
                  <a:pt x="1246023" y="26625"/>
                  <a:pt x="1253668" y="29805"/>
                  <a:pt x="1259599" y="36166"/>
                </a:cubicBezTo>
                <a:cubicBezTo>
                  <a:pt x="1265531" y="42526"/>
                  <a:pt x="1268496" y="51474"/>
                  <a:pt x="1268496" y="63010"/>
                </a:cubicBezTo>
                <a:cubicBezTo>
                  <a:pt x="1268496" y="63711"/>
                  <a:pt x="1268474" y="64764"/>
                  <a:pt x="1268430" y="66167"/>
                </a:cubicBezTo>
                <a:lnTo>
                  <a:pt x="1216235" y="66167"/>
                </a:lnTo>
                <a:cubicBezTo>
                  <a:pt x="1216674" y="73834"/>
                  <a:pt x="1218849" y="79704"/>
                  <a:pt x="1222759" y="83780"/>
                </a:cubicBezTo>
                <a:cubicBezTo>
                  <a:pt x="1226670" y="87855"/>
                  <a:pt x="1231546" y="89892"/>
                  <a:pt x="1237390" y="89892"/>
                </a:cubicBezTo>
                <a:cubicBezTo>
                  <a:pt x="1241739" y="89892"/>
                  <a:pt x="1245452" y="88761"/>
                  <a:pt x="1248528" y="86498"/>
                </a:cubicBezTo>
                <a:cubicBezTo>
                  <a:pt x="1251603" y="84234"/>
                  <a:pt x="1254041" y="80620"/>
                  <a:pt x="1255843" y="75657"/>
                </a:cubicBezTo>
                <a:moveTo>
                  <a:pt x="1216894" y="56281"/>
                </a:moveTo>
                <a:lnTo>
                  <a:pt x="1255975" y="56281"/>
                </a:lnTo>
                <a:cubicBezTo>
                  <a:pt x="1255447" y="50490"/>
                  <a:pt x="1253954" y="46147"/>
                  <a:pt x="1251493" y="43251"/>
                </a:cubicBezTo>
                <a:cubicBezTo>
                  <a:pt x="1247715" y="38757"/>
                  <a:pt x="1242816" y="36510"/>
                  <a:pt x="1236797" y="36510"/>
                </a:cubicBezTo>
                <a:cubicBezTo>
                  <a:pt x="1231349" y="36510"/>
                  <a:pt x="1226768" y="38304"/>
                  <a:pt x="1223056" y="41892"/>
                </a:cubicBezTo>
                <a:cubicBezTo>
                  <a:pt x="1219343" y="45478"/>
                  <a:pt x="1217289" y="50275"/>
                  <a:pt x="1216894" y="56281"/>
                </a:cubicBezTo>
                <a:close/>
                <a:moveTo>
                  <a:pt x="1278229" y="77239"/>
                </a:moveTo>
                <a:lnTo>
                  <a:pt x="1289960" y="75393"/>
                </a:lnTo>
                <a:cubicBezTo>
                  <a:pt x="1290619" y="80074"/>
                  <a:pt x="1292454" y="83661"/>
                  <a:pt x="1295463" y="86154"/>
                </a:cubicBezTo>
                <a:cubicBezTo>
                  <a:pt x="1298473" y="88646"/>
                  <a:pt x="1302680" y="89892"/>
                  <a:pt x="1308084" y="89892"/>
                </a:cubicBezTo>
                <a:cubicBezTo>
                  <a:pt x="1313532" y="89892"/>
                  <a:pt x="1317574" y="88792"/>
                  <a:pt x="1320210" y="86591"/>
                </a:cubicBezTo>
                <a:cubicBezTo>
                  <a:pt x="1322846" y="84388"/>
                  <a:pt x="1324164" y="81806"/>
                  <a:pt x="1324164" y="78843"/>
                </a:cubicBezTo>
                <a:cubicBezTo>
                  <a:pt x="1324164" y="76183"/>
                  <a:pt x="1323000" y="74091"/>
                  <a:pt x="1320671" y="72566"/>
                </a:cubicBezTo>
                <a:cubicBezTo>
                  <a:pt x="1319046" y="71519"/>
                  <a:pt x="1315003" y="70190"/>
                  <a:pt x="1308545" y="68576"/>
                </a:cubicBezTo>
                <a:cubicBezTo>
                  <a:pt x="1299846" y="66378"/>
                  <a:pt x="1293816" y="64477"/>
                  <a:pt x="1290455" y="62872"/>
                </a:cubicBezTo>
                <a:cubicBezTo>
                  <a:pt x="1287093" y="61267"/>
                  <a:pt x="1284545" y="59046"/>
                  <a:pt x="1282810" y="56209"/>
                </a:cubicBezTo>
                <a:cubicBezTo>
                  <a:pt x="1281074" y="53373"/>
                  <a:pt x="1280207" y="50240"/>
                  <a:pt x="1280207" y="46810"/>
                </a:cubicBezTo>
                <a:cubicBezTo>
                  <a:pt x="1280207" y="43688"/>
                  <a:pt x="1280921" y="40796"/>
                  <a:pt x="1282348" y="38135"/>
                </a:cubicBezTo>
                <a:cubicBezTo>
                  <a:pt x="1283776" y="35474"/>
                  <a:pt x="1285720" y="33265"/>
                  <a:pt x="1288181" y="31506"/>
                </a:cubicBezTo>
                <a:cubicBezTo>
                  <a:pt x="1290026" y="30143"/>
                  <a:pt x="1292541" y="28989"/>
                  <a:pt x="1295727" y="28044"/>
                </a:cubicBezTo>
                <a:cubicBezTo>
                  <a:pt x="1298912" y="27098"/>
                  <a:pt x="1302328" y="26625"/>
                  <a:pt x="1305975" y="26625"/>
                </a:cubicBezTo>
                <a:cubicBezTo>
                  <a:pt x="1311467" y="26625"/>
                  <a:pt x="1316289" y="27421"/>
                  <a:pt x="1320440" y="29014"/>
                </a:cubicBezTo>
                <a:cubicBezTo>
                  <a:pt x="1324592" y="30605"/>
                  <a:pt x="1327657" y="32761"/>
                  <a:pt x="1329634" y="35483"/>
                </a:cubicBezTo>
                <a:cubicBezTo>
                  <a:pt x="1331611" y="38203"/>
                  <a:pt x="1332973" y="41840"/>
                  <a:pt x="1333720" y="46396"/>
                </a:cubicBezTo>
                <a:lnTo>
                  <a:pt x="1322121" y="47978"/>
                </a:lnTo>
                <a:cubicBezTo>
                  <a:pt x="1321594" y="44375"/>
                  <a:pt x="1320067" y="41563"/>
                  <a:pt x="1317541" y="39542"/>
                </a:cubicBezTo>
                <a:cubicBezTo>
                  <a:pt x="1315014" y="37521"/>
                  <a:pt x="1311445" y="36510"/>
                  <a:pt x="1306831" y="36510"/>
                </a:cubicBezTo>
                <a:cubicBezTo>
                  <a:pt x="1301383" y="36510"/>
                  <a:pt x="1297495" y="37407"/>
                  <a:pt x="1295167" y="39200"/>
                </a:cubicBezTo>
                <a:cubicBezTo>
                  <a:pt x="1292838" y="40992"/>
                  <a:pt x="1291674" y="43090"/>
                  <a:pt x="1291674" y="45496"/>
                </a:cubicBezTo>
                <a:cubicBezTo>
                  <a:pt x="1291674" y="47025"/>
                  <a:pt x="1292157" y="48403"/>
                  <a:pt x="1293124" y="49627"/>
                </a:cubicBezTo>
                <a:cubicBezTo>
                  <a:pt x="1294090" y="50894"/>
                  <a:pt x="1295606" y="51943"/>
                  <a:pt x="1297671" y="52774"/>
                </a:cubicBezTo>
                <a:cubicBezTo>
                  <a:pt x="1298857" y="53212"/>
                  <a:pt x="1302350" y="54218"/>
                  <a:pt x="1308150" y="55791"/>
                </a:cubicBezTo>
                <a:cubicBezTo>
                  <a:pt x="1316541" y="58031"/>
                  <a:pt x="1322396" y="59864"/>
                  <a:pt x="1325713" y="61290"/>
                </a:cubicBezTo>
                <a:cubicBezTo>
                  <a:pt x="1329030" y="62717"/>
                  <a:pt x="1331633" y="64791"/>
                  <a:pt x="1333522" y="67514"/>
                </a:cubicBezTo>
                <a:cubicBezTo>
                  <a:pt x="1335412" y="70235"/>
                  <a:pt x="1336356" y="73615"/>
                  <a:pt x="1336356" y="77653"/>
                </a:cubicBezTo>
                <a:cubicBezTo>
                  <a:pt x="1336356" y="81604"/>
                  <a:pt x="1335203" y="85325"/>
                  <a:pt x="1332896" y="88815"/>
                </a:cubicBezTo>
                <a:cubicBezTo>
                  <a:pt x="1330590" y="92304"/>
                  <a:pt x="1327261" y="95003"/>
                  <a:pt x="1322912" y="96913"/>
                </a:cubicBezTo>
                <a:cubicBezTo>
                  <a:pt x="1318562" y="98823"/>
                  <a:pt x="1313641" y="99778"/>
                  <a:pt x="1308150" y="99778"/>
                </a:cubicBezTo>
                <a:cubicBezTo>
                  <a:pt x="1299055" y="99778"/>
                  <a:pt x="1292124" y="97883"/>
                  <a:pt x="1287357" y="94093"/>
                </a:cubicBezTo>
                <a:cubicBezTo>
                  <a:pt x="1282590" y="90304"/>
                  <a:pt x="1279548" y="84686"/>
                  <a:pt x="1278229" y="77239"/>
                </a:cubicBezTo>
                <a:close/>
                <a:moveTo>
                  <a:pt x="1345714" y="77239"/>
                </a:moveTo>
                <a:lnTo>
                  <a:pt x="1357445" y="75393"/>
                </a:lnTo>
                <a:cubicBezTo>
                  <a:pt x="1358104" y="80074"/>
                  <a:pt x="1359939" y="83661"/>
                  <a:pt x="1362948" y="86154"/>
                </a:cubicBezTo>
                <a:cubicBezTo>
                  <a:pt x="1365958" y="88646"/>
                  <a:pt x="1370165" y="89892"/>
                  <a:pt x="1375569" y="89892"/>
                </a:cubicBezTo>
                <a:cubicBezTo>
                  <a:pt x="1381017" y="89892"/>
                  <a:pt x="1385059" y="88792"/>
                  <a:pt x="1387695" y="86591"/>
                </a:cubicBezTo>
                <a:cubicBezTo>
                  <a:pt x="1390331" y="84388"/>
                  <a:pt x="1391649" y="81806"/>
                  <a:pt x="1391649" y="78843"/>
                </a:cubicBezTo>
                <a:cubicBezTo>
                  <a:pt x="1391649" y="76183"/>
                  <a:pt x="1390485" y="74091"/>
                  <a:pt x="1388156" y="72566"/>
                </a:cubicBezTo>
                <a:cubicBezTo>
                  <a:pt x="1386531" y="71519"/>
                  <a:pt x="1382488" y="70190"/>
                  <a:pt x="1376030" y="68576"/>
                </a:cubicBezTo>
                <a:cubicBezTo>
                  <a:pt x="1367331" y="66378"/>
                  <a:pt x="1361301" y="64477"/>
                  <a:pt x="1357940" y="62872"/>
                </a:cubicBezTo>
                <a:cubicBezTo>
                  <a:pt x="1354578" y="61267"/>
                  <a:pt x="1352030" y="59046"/>
                  <a:pt x="1350295" y="56209"/>
                </a:cubicBezTo>
                <a:cubicBezTo>
                  <a:pt x="1348559" y="53373"/>
                  <a:pt x="1347692" y="50240"/>
                  <a:pt x="1347692" y="46810"/>
                </a:cubicBezTo>
                <a:cubicBezTo>
                  <a:pt x="1347692" y="43688"/>
                  <a:pt x="1348406" y="40796"/>
                  <a:pt x="1349833" y="38135"/>
                </a:cubicBezTo>
                <a:cubicBezTo>
                  <a:pt x="1351261" y="35474"/>
                  <a:pt x="1353205" y="33265"/>
                  <a:pt x="1355666" y="31506"/>
                </a:cubicBezTo>
                <a:cubicBezTo>
                  <a:pt x="1357511" y="30143"/>
                  <a:pt x="1360026" y="28989"/>
                  <a:pt x="1363212" y="28044"/>
                </a:cubicBezTo>
                <a:cubicBezTo>
                  <a:pt x="1366397" y="27098"/>
                  <a:pt x="1369813" y="26625"/>
                  <a:pt x="1373460" y="26625"/>
                </a:cubicBezTo>
                <a:cubicBezTo>
                  <a:pt x="1378952" y="26625"/>
                  <a:pt x="1383774" y="27421"/>
                  <a:pt x="1387925" y="29014"/>
                </a:cubicBezTo>
                <a:cubicBezTo>
                  <a:pt x="1392077" y="30605"/>
                  <a:pt x="1395142" y="32761"/>
                  <a:pt x="1397119" y="35483"/>
                </a:cubicBezTo>
                <a:cubicBezTo>
                  <a:pt x="1399096" y="38203"/>
                  <a:pt x="1400458" y="41840"/>
                  <a:pt x="1401205" y="46396"/>
                </a:cubicBezTo>
                <a:lnTo>
                  <a:pt x="1389606" y="47978"/>
                </a:lnTo>
                <a:cubicBezTo>
                  <a:pt x="1389079" y="44375"/>
                  <a:pt x="1387552" y="41563"/>
                  <a:pt x="1385026" y="39542"/>
                </a:cubicBezTo>
                <a:cubicBezTo>
                  <a:pt x="1382499" y="37521"/>
                  <a:pt x="1378930" y="36510"/>
                  <a:pt x="1374316" y="36510"/>
                </a:cubicBezTo>
                <a:cubicBezTo>
                  <a:pt x="1368868" y="36510"/>
                  <a:pt x="1364980" y="37407"/>
                  <a:pt x="1362652" y="39200"/>
                </a:cubicBezTo>
                <a:cubicBezTo>
                  <a:pt x="1360323" y="40992"/>
                  <a:pt x="1359159" y="43090"/>
                  <a:pt x="1359159" y="45496"/>
                </a:cubicBezTo>
                <a:cubicBezTo>
                  <a:pt x="1359159" y="47025"/>
                  <a:pt x="1359642" y="48403"/>
                  <a:pt x="1360609" y="49627"/>
                </a:cubicBezTo>
                <a:cubicBezTo>
                  <a:pt x="1361575" y="50894"/>
                  <a:pt x="1363091" y="51943"/>
                  <a:pt x="1365156" y="52774"/>
                </a:cubicBezTo>
                <a:cubicBezTo>
                  <a:pt x="1366342" y="53212"/>
                  <a:pt x="1369835" y="54218"/>
                  <a:pt x="1375635" y="55791"/>
                </a:cubicBezTo>
                <a:cubicBezTo>
                  <a:pt x="1384026" y="58031"/>
                  <a:pt x="1389881" y="59864"/>
                  <a:pt x="1393198" y="61290"/>
                </a:cubicBezTo>
                <a:cubicBezTo>
                  <a:pt x="1396515" y="62717"/>
                  <a:pt x="1399118" y="64791"/>
                  <a:pt x="1401007" y="67514"/>
                </a:cubicBezTo>
                <a:cubicBezTo>
                  <a:pt x="1402897" y="70235"/>
                  <a:pt x="1403841" y="73615"/>
                  <a:pt x="1403841" y="77653"/>
                </a:cubicBezTo>
                <a:cubicBezTo>
                  <a:pt x="1403841" y="81604"/>
                  <a:pt x="1402688" y="85325"/>
                  <a:pt x="1400381" y="88815"/>
                </a:cubicBezTo>
                <a:cubicBezTo>
                  <a:pt x="1398075" y="92304"/>
                  <a:pt x="1394746" y="95003"/>
                  <a:pt x="1390397" y="96913"/>
                </a:cubicBezTo>
                <a:cubicBezTo>
                  <a:pt x="1386047" y="98823"/>
                  <a:pt x="1381126" y="99778"/>
                  <a:pt x="1375635" y="99778"/>
                </a:cubicBezTo>
                <a:cubicBezTo>
                  <a:pt x="1366540" y="99778"/>
                  <a:pt x="1359609" y="97883"/>
                  <a:pt x="1354842" y="94093"/>
                </a:cubicBezTo>
                <a:cubicBezTo>
                  <a:pt x="1350075" y="90304"/>
                  <a:pt x="1347033" y="84686"/>
                  <a:pt x="1345714" y="77239"/>
                </a:cubicBezTo>
                <a:close/>
                <a:moveTo>
                  <a:pt x="1451050" y="63201"/>
                </a:moveTo>
                <a:cubicBezTo>
                  <a:pt x="1451050" y="50240"/>
                  <a:pt x="1454653" y="40640"/>
                  <a:pt x="1461858" y="34402"/>
                </a:cubicBezTo>
                <a:cubicBezTo>
                  <a:pt x="1467878" y="29217"/>
                  <a:pt x="1475215" y="26625"/>
                  <a:pt x="1483870" y="26625"/>
                </a:cubicBezTo>
                <a:cubicBezTo>
                  <a:pt x="1493492" y="26625"/>
                  <a:pt x="1501356" y="29777"/>
                  <a:pt x="1507463" y="36082"/>
                </a:cubicBezTo>
                <a:cubicBezTo>
                  <a:pt x="1513570" y="42387"/>
                  <a:pt x="1516624" y="51097"/>
                  <a:pt x="1516624" y="62213"/>
                </a:cubicBezTo>
                <a:cubicBezTo>
                  <a:pt x="1516624" y="71219"/>
                  <a:pt x="1515273" y="78304"/>
                  <a:pt x="1512571" y="83466"/>
                </a:cubicBezTo>
                <a:cubicBezTo>
                  <a:pt x="1509869" y="88629"/>
                  <a:pt x="1505937" y="92638"/>
                  <a:pt x="1500774" y="95494"/>
                </a:cubicBezTo>
                <a:cubicBezTo>
                  <a:pt x="1495612" y="98350"/>
                  <a:pt x="1489977" y="99778"/>
                  <a:pt x="1483870" y="99778"/>
                </a:cubicBezTo>
                <a:cubicBezTo>
                  <a:pt x="1474072" y="99778"/>
                  <a:pt x="1466153" y="96636"/>
                  <a:pt x="1460112" y="90353"/>
                </a:cubicBezTo>
                <a:cubicBezTo>
                  <a:pt x="1454071" y="84071"/>
                  <a:pt x="1451050" y="75020"/>
                  <a:pt x="1451050" y="63201"/>
                </a:cubicBezTo>
                <a:moveTo>
                  <a:pt x="1463242" y="63168"/>
                </a:moveTo>
                <a:cubicBezTo>
                  <a:pt x="1463242" y="72098"/>
                  <a:pt x="1465197" y="78785"/>
                  <a:pt x="1469108" y="83228"/>
                </a:cubicBezTo>
                <a:cubicBezTo>
                  <a:pt x="1473018" y="87671"/>
                  <a:pt x="1477939" y="89892"/>
                  <a:pt x="1483870" y="89892"/>
                </a:cubicBezTo>
                <a:cubicBezTo>
                  <a:pt x="1489757" y="89892"/>
                  <a:pt x="1494656" y="87660"/>
                  <a:pt x="1498566" y="83195"/>
                </a:cubicBezTo>
                <a:cubicBezTo>
                  <a:pt x="1502477" y="78730"/>
                  <a:pt x="1504432" y="71923"/>
                  <a:pt x="1504432" y="62775"/>
                </a:cubicBezTo>
                <a:cubicBezTo>
                  <a:pt x="1504432" y="54151"/>
                  <a:pt x="1502466" y="47618"/>
                  <a:pt x="1498534" y="43175"/>
                </a:cubicBezTo>
                <a:cubicBezTo>
                  <a:pt x="1494601" y="38732"/>
                  <a:pt x="1489713" y="36510"/>
                  <a:pt x="1483870" y="36510"/>
                </a:cubicBezTo>
                <a:cubicBezTo>
                  <a:pt x="1477939" y="36510"/>
                  <a:pt x="1473018" y="38721"/>
                  <a:pt x="1469108" y="43142"/>
                </a:cubicBezTo>
                <a:cubicBezTo>
                  <a:pt x="1465197" y="47563"/>
                  <a:pt x="1463242" y="54238"/>
                  <a:pt x="1463242" y="63168"/>
                </a:cubicBezTo>
                <a:close/>
                <a:moveTo>
                  <a:pt x="1533343" y="98196"/>
                </a:moveTo>
                <a:lnTo>
                  <a:pt x="1533343" y="37433"/>
                </a:lnTo>
                <a:lnTo>
                  <a:pt x="1522864" y="37433"/>
                </a:lnTo>
                <a:lnTo>
                  <a:pt x="1522864" y="28207"/>
                </a:lnTo>
                <a:lnTo>
                  <a:pt x="1533343" y="28207"/>
                </a:lnTo>
                <a:lnTo>
                  <a:pt x="1533343" y="20776"/>
                </a:lnTo>
                <a:cubicBezTo>
                  <a:pt x="1533343" y="16086"/>
                  <a:pt x="1533760" y="12601"/>
                  <a:pt x="1534595" y="10322"/>
                </a:cubicBezTo>
                <a:cubicBezTo>
                  <a:pt x="1535737" y="7255"/>
                  <a:pt x="1537748" y="4768"/>
                  <a:pt x="1540625" y="2861"/>
                </a:cubicBezTo>
                <a:cubicBezTo>
                  <a:pt x="1543503" y="954"/>
                  <a:pt x="1547534" y="0"/>
                  <a:pt x="1552719" y="0"/>
                </a:cubicBezTo>
                <a:cubicBezTo>
                  <a:pt x="1556058" y="0"/>
                  <a:pt x="1559748" y="395"/>
                  <a:pt x="1563790" y="1186"/>
                </a:cubicBezTo>
                <a:lnTo>
                  <a:pt x="1562011" y="11533"/>
                </a:lnTo>
                <a:cubicBezTo>
                  <a:pt x="1559551" y="11094"/>
                  <a:pt x="1557222" y="10874"/>
                  <a:pt x="1555025" y="10874"/>
                </a:cubicBezTo>
                <a:cubicBezTo>
                  <a:pt x="1551422" y="10874"/>
                  <a:pt x="1548874" y="11640"/>
                  <a:pt x="1547380" y="13172"/>
                </a:cubicBezTo>
                <a:cubicBezTo>
                  <a:pt x="1545887" y="14705"/>
                  <a:pt x="1545140" y="17571"/>
                  <a:pt x="1545140" y="21773"/>
                </a:cubicBezTo>
                <a:lnTo>
                  <a:pt x="1545140" y="28207"/>
                </a:lnTo>
                <a:lnTo>
                  <a:pt x="1558782" y="28207"/>
                </a:lnTo>
                <a:lnTo>
                  <a:pt x="1558782" y="37433"/>
                </a:lnTo>
                <a:lnTo>
                  <a:pt x="1545140" y="37433"/>
                </a:lnTo>
                <a:lnTo>
                  <a:pt x="1545140" y="98196"/>
                </a:lnTo>
                <a:lnTo>
                  <a:pt x="1533343" y="98196"/>
                </a:lnTo>
                <a:close/>
                <a:moveTo>
                  <a:pt x="1651223" y="72494"/>
                </a:moveTo>
                <a:lnTo>
                  <a:pt x="1662888" y="74009"/>
                </a:lnTo>
                <a:cubicBezTo>
                  <a:pt x="1661614" y="82070"/>
                  <a:pt x="1658352" y="88380"/>
                  <a:pt x="1653102" y="92940"/>
                </a:cubicBezTo>
                <a:cubicBezTo>
                  <a:pt x="1647851" y="97498"/>
                  <a:pt x="1641404" y="99778"/>
                  <a:pt x="1633759" y="99778"/>
                </a:cubicBezTo>
                <a:cubicBezTo>
                  <a:pt x="1624181" y="99778"/>
                  <a:pt x="1616481" y="96647"/>
                  <a:pt x="1610660" y="90386"/>
                </a:cubicBezTo>
                <a:cubicBezTo>
                  <a:pt x="1604839" y="84126"/>
                  <a:pt x="1601928" y="75152"/>
                  <a:pt x="1601928" y="63465"/>
                </a:cubicBezTo>
                <a:cubicBezTo>
                  <a:pt x="1601928" y="55908"/>
                  <a:pt x="1603180" y="49296"/>
                  <a:pt x="1605684" y="43628"/>
                </a:cubicBezTo>
                <a:cubicBezTo>
                  <a:pt x="1608189" y="37960"/>
                  <a:pt x="1612000" y="33710"/>
                  <a:pt x="1617119" y="30876"/>
                </a:cubicBezTo>
                <a:cubicBezTo>
                  <a:pt x="1622237" y="28042"/>
                  <a:pt x="1627806" y="26625"/>
                  <a:pt x="1633825" y="26625"/>
                </a:cubicBezTo>
                <a:cubicBezTo>
                  <a:pt x="1641426" y="26625"/>
                  <a:pt x="1647643" y="28553"/>
                  <a:pt x="1652476" y="32410"/>
                </a:cubicBezTo>
                <a:cubicBezTo>
                  <a:pt x="1657309" y="36265"/>
                  <a:pt x="1660406" y="41740"/>
                  <a:pt x="1661768" y="48834"/>
                </a:cubicBezTo>
                <a:lnTo>
                  <a:pt x="1650235" y="50614"/>
                </a:lnTo>
                <a:cubicBezTo>
                  <a:pt x="1649137" y="45935"/>
                  <a:pt x="1647192" y="42414"/>
                  <a:pt x="1644402" y="40053"/>
                </a:cubicBezTo>
                <a:cubicBezTo>
                  <a:pt x="1641613" y="37691"/>
                  <a:pt x="1638241" y="36510"/>
                  <a:pt x="1634286" y="36510"/>
                </a:cubicBezTo>
                <a:cubicBezTo>
                  <a:pt x="1628311" y="36510"/>
                  <a:pt x="1623456" y="38642"/>
                  <a:pt x="1619722" y="42905"/>
                </a:cubicBezTo>
                <a:cubicBezTo>
                  <a:pt x="1615987" y="47167"/>
                  <a:pt x="1614120" y="53910"/>
                  <a:pt x="1614120" y="63135"/>
                </a:cubicBezTo>
                <a:cubicBezTo>
                  <a:pt x="1614120" y="72492"/>
                  <a:pt x="1615921" y="79291"/>
                  <a:pt x="1619524" y="83532"/>
                </a:cubicBezTo>
                <a:cubicBezTo>
                  <a:pt x="1623127" y="87772"/>
                  <a:pt x="1627828" y="89892"/>
                  <a:pt x="1633627" y="89892"/>
                </a:cubicBezTo>
                <a:cubicBezTo>
                  <a:pt x="1638284" y="89892"/>
                  <a:pt x="1642173" y="88470"/>
                  <a:pt x="1645292" y="85625"/>
                </a:cubicBezTo>
                <a:cubicBezTo>
                  <a:pt x="1648412" y="82780"/>
                  <a:pt x="1650389" y="78403"/>
                  <a:pt x="1651223" y="72494"/>
                </a:cubicBezTo>
                <a:close/>
                <a:moveTo>
                  <a:pt x="1720949" y="75657"/>
                </a:moveTo>
                <a:lnTo>
                  <a:pt x="1733207" y="77173"/>
                </a:lnTo>
                <a:cubicBezTo>
                  <a:pt x="1731274" y="84334"/>
                  <a:pt x="1727693" y="89892"/>
                  <a:pt x="1722465" y="93846"/>
                </a:cubicBezTo>
                <a:cubicBezTo>
                  <a:pt x="1717236" y="97800"/>
                  <a:pt x="1710558" y="99778"/>
                  <a:pt x="1702430" y="99778"/>
                </a:cubicBezTo>
                <a:cubicBezTo>
                  <a:pt x="1692193" y="99778"/>
                  <a:pt x="1684076" y="96625"/>
                  <a:pt x="1678079" y="90320"/>
                </a:cubicBezTo>
                <a:cubicBezTo>
                  <a:pt x="1672082" y="84016"/>
                  <a:pt x="1669083" y="75174"/>
                  <a:pt x="1669083" y="63794"/>
                </a:cubicBezTo>
                <a:cubicBezTo>
                  <a:pt x="1669083" y="52020"/>
                  <a:pt x="1672115" y="42881"/>
                  <a:pt x="1678178" y="36379"/>
                </a:cubicBezTo>
                <a:cubicBezTo>
                  <a:pt x="1684241" y="29876"/>
                  <a:pt x="1692105" y="26625"/>
                  <a:pt x="1701771" y="26625"/>
                </a:cubicBezTo>
                <a:cubicBezTo>
                  <a:pt x="1711129" y="26625"/>
                  <a:pt x="1718774" y="29805"/>
                  <a:pt x="1724705" y="36166"/>
                </a:cubicBezTo>
                <a:cubicBezTo>
                  <a:pt x="1730637" y="42526"/>
                  <a:pt x="1733602" y="51474"/>
                  <a:pt x="1733602" y="63010"/>
                </a:cubicBezTo>
                <a:cubicBezTo>
                  <a:pt x="1733602" y="63711"/>
                  <a:pt x="1733580" y="64764"/>
                  <a:pt x="1733536" y="66167"/>
                </a:cubicBezTo>
                <a:lnTo>
                  <a:pt x="1681341" y="66167"/>
                </a:lnTo>
                <a:cubicBezTo>
                  <a:pt x="1681780" y="73834"/>
                  <a:pt x="1683955" y="79704"/>
                  <a:pt x="1687865" y="83780"/>
                </a:cubicBezTo>
                <a:cubicBezTo>
                  <a:pt x="1691776" y="87855"/>
                  <a:pt x="1696653" y="89892"/>
                  <a:pt x="1702496" y="89892"/>
                </a:cubicBezTo>
                <a:cubicBezTo>
                  <a:pt x="1706846" y="89892"/>
                  <a:pt x="1710558" y="88761"/>
                  <a:pt x="1713634" y="86498"/>
                </a:cubicBezTo>
                <a:cubicBezTo>
                  <a:pt x="1716709" y="84234"/>
                  <a:pt x="1719148" y="80620"/>
                  <a:pt x="1720949" y="75657"/>
                </a:cubicBezTo>
                <a:moveTo>
                  <a:pt x="1682000" y="56281"/>
                </a:moveTo>
                <a:lnTo>
                  <a:pt x="1721081" y="56281"/>
                </a:lnTo>
                <a:cubicBezTo>
                  <a:pt x="1720553" y="50490"/>
                  <a:pt x="1719060" y="46147"/>
                  <a:pt x="1716599" y="43251"/>
                </a:cubicBezTo>
                <a:cubicBezTo>
                  <a:pt x="1712821" y="38757"/>
                  <a:pt x="1707922" y="36510"/>
                  <a:pt x="1701903" y="36510"/>
                </a:cubicBezTo>
                <a:cubicBezTo>
                  <a:pt x="1696455" y="36510"/>
                  <a:pt x="1691875" y="38304"/>
                  <a:pt x="1688162" y="41892"/>
                </a:cubicBezTo>
                <a:cubicBezTo>
                  <a:pt x="1684449" y="45478"/>
                  <a:pt x="1682396" y="50275"/>
                  <a:pt x="1682000" y="56281"/>
                </a:cubicBezTo>
                <a:close/>
                <a:moveTo>
                  <a:pt x="1747949" y="98196"/>
                </a:moveTo>
                <a:lnTo>
                  <a:pt x="1747949" y="28207"/>
                </a:lnTo>
                <a:lnTo>
                  <a:pt x="1758625" y="28207"/>
                </a:lnTo>
                <a:lnTo>
                  <a:pt x="1758625" y="38751"/>
                </a:lnTo>
                <a:cubicBezTo>
                  <a:pt x="1761349" y="33814"/>
                  <a:pt x="1763864" y="30559"/>
                  <a:pt x="1766171" y="28985"/>
                </a:cubicBezTo>
                <a:cubicBezTo>
                  <a:pt x="1768478" y="27412"/>
                  <a:pt x="1771015" y="26625"/>
                  <a:pt x="1773783" y="26625"/>
                </a:cubicBezTo>
                <a:cubicBezTo>
                  <a:pt x="1777781" y="26625"/>
                  <a:pt x="1781845" y="27894"/>
                  <a:pt x="1785975" y="30431"/>
                </a:cubicBezTo>
                <a:lnTo>
                  <a:pt x="1781889" y="41387"/>
                </a:lnTo>
                <a:cubicBezTo>
                  <a:pt x="1778989" y="39674"/>
                  <a:pt x="1776090" y="38817"/>
                  <a:pt x="1773190" y="38817"/>
                </a:cubicBezTo>
                <a:cubicBezTo>
                  <a:pt x="1770598" y="38817"/>
                  <a:pt x="1768269" y="39598"/>
                  <a:pt x="1766204" y="41161"/>
                </a:cubicBezTo>
                <a:cubicBezTo>
                  <a:pt x="1764139" y="42722"/>
                  <a:pt x="1762667" y="44888"/>
                  <a:pt x="1761788" y="47658"/>
                </a:cubicBezTo>
                <a:cubicBezTo>
                  <a:pt x="1760470" y="51880"/>
                  <a:pt x="1759811" y="56498"/>
                  <a:pt x="1759811" y="61512"/>
                </a:cubicBezTo>
                <a:lnTo>
                  <a:pt x="1759811" y="98196"/>
                </a:lnTo>
                <a:lnTo>
                  <a:pt x="1747949" y="98196"/>
                </a:lnTo>
                <a:close/>
                <a:moveTo>
                  <a:pt x="1818925" y="87717"/>
                </a:moveTo>
                <a:lnTo>
                  <a:pt x="1820639" y="98196"/>
                </a:lnTo>
                <a:cubicBezTo>
                  <a:pt x="1817300" y="98811"/>
                  <a:pt x="1814312" y="99119"/>
                  <a:pt x="1811676" y="99119"/>
                </a:cubicBezTo>
                <a:cubicBezTo>
                  <a:pt x="1807370" y="99119"/>
                  <a:pt x="1804031" y="98438"/>
                  <a:pt x="1801659" y="97076"/>
                </a:cubicBezTo>
                <a:cubicBezTo>
                  <a:pt x="1799286" y="95713"/>
                  <a:pt x="1797617" y="93923"/>
                  <a:pt x="1796650" y="91704"/>
                </a:cubicBezTo>
                <a:cubicBezTo>
                  <a:pt x="1795683" y="89486"/>
                  <a:pt x="1795200" y="84817"/>
                  <a:pt x="1795200" y="77700"/>
                </a:cubicBezTo>
                <a:lnTo>
                  <a:pt x="1795200" y="37433"/>
                </a:lnTo>
                <a:lnTo>
                  <a:pt x="1786501" y="37433"/>
                </a:lnTo>
                <a:lnTo>
                  <a:pt x="1786501" y="28207"/>
                </a:lnTo>
                <a:lnTo>
                  <a:pt x="1795200" y="28207"/>
                </a:lnTo>
                <a:lnTo>
                  <a:pt x="1795200" y="10827"/>
                </a:lnTo>
                <a:lnTo>
                  <a:pt x="1806997" y="3691"/>
                </a:lnTo>
                <a:lnTo>
                  <a:pt x="1806997" y="28207"/>
                </a:lnTo>
                <a:lnTo>
                  <a:pt x="1818925" y="28207"/>
                </a:lnTo>
                <a:lnTo>
                  <a:pt x="1818925" y="37433"/>
                </a:lnTo>
                <a:lnTo>
                  <a:pt x="1806997" y="37433"/>
                </a:lnTo>
                <a:lnTo>
                  <a:pt x="1806997" y="78359"/>
                </a:lnTo>
                <a:cubicBezTo>
                  <a:pt x="1806997" y="81742"/>
                  <a:pt x="1807206" y="83917"/>
                  <a:pt x="1807623" y="84883"/>
                </a:cubicBezTo>
                <a:cubicBezTo>
                  <a:pt x="1808040" y="85850"/>
                  <a:pt x="1808721" y="86619"/>
                  <a:pt x="1809666" y="87190"/>
                </a:cubicBezTo>
                <a:cubicBezTo>
                  <a:pt x="1810611" y="87761"/>
                  <a:pt x="1811962" y="88047"/>
                  <a:pt x="1813719" y="88047"/>
                </a:cubicBezTo>
                <a:cubicBezTo>
                  <a:pt x="1815037" y="88047"/>
                  <a:pt x="1816773" y="87937"/>
                  <a:pt x="1818925" y="87717"/>
                </a:cubicBezTo>
                <a:close/>
                <a:moveTo>
                  <a:pt x="1876218" y="89554"/>
                </a:moveTo>
                <a:cubicBezTo>
                  <a:pt x="1871825" y="93292"/>
                  <a:pt x="1867596" y="95930"/>
                  <a:pt x="1863532" y="97469"/>
                </a:cubicBezTo>
                <a:cubicBezTo>
                  <a:pt x="1859468" y="99008"/>
                  <a:pt x="1855107" y="99778"/>
                  <a:pt x="1850450" y="99778"/>
                </a:cubicBezTo>
                <a:cubicBezTo>
                  <a:pt x="1842761" y="99778"/>
                  <a:pt x="1836852" y="97898"/>
                  <a:pt x="1832722" y="94139"/>
                </a:cubicBezTo>
                <a:cubicBezTo>
                  <a:pt x="1828592" y="90379"/>
                  <a:pt x="1826527" y="85576"/>
                  <a:pt x="1826527" y="79729"/>
                </a:cubicBezTo>
                <a:cubicBezTo>
                  <a:pt x="1826527" y="76300"/>
                  <a:pt x="1827307" y="73168"/>
                  <a:pt x="1828867" y="70333"/>
                </a:cubicBezTo>
                <a:cubicBezTo>
                  <a:pt x="1830426" y="67497"/>
                  <a:pt x="1832469" y="65221"/>
                  <a:pt x="1834996" y="63506"/>
                </a:cubicBezTo>
                <a:cubicBezTo>
                  <a:pt x="1837522" y="61791"/>
                  <a:pt x="1840367" y="60494"/>
                  <a:pt x="1843530" y="59616"/>
                </a:cubicBezTo>
                <a:cubicBezTo>
                  <a:pt x="1845859" y="58999"/>
                  <a:pt x="1849374" y="58405"/>
                  <a:pt x="1854075" y="57834"/>
                </a:cubicBezTo>
                <a:cubicBezTo>
                  <a:pt x="1863653" y="56700"/>
                  <a:pt x="1870704" y="55348"/>
                  <a:pt x="1875230" y="53777"/>
                </a:cubicBezTo>
                <a:cubicBezTo>
                  <a:pt x="1875274" y="52158"/>
                  <a:pt x="1875296" y="51130"/>
                  <a:pt x="1875296" y="50692"/>
                </a:cubicBezTo>
                <a:cubicBezTo>
                  <a:pt x="1875296" y="45877"/>
                  <a:pt x="1874175" y="42485"/>
                  <a:pt x="1871934" y="40516"/>
                </a:cubicBezTo>
                <a:cubicBezTo>
                  <a:pt x="1868903" y="37846"/>
                  <a:pt x="1864400" y="36510"/>
                  <a:pt x="1858424" y="36510"/>
                </a:cubicBezTo>
                <a:cubicBezTo>
                  <a:pt x="1852844" y="36510"/>
                  <a:pt x="1848726" y="37488"/>
                  <a:pt x="1846067" y="39443"/>
                </a:cubicBezTo>
                <a:cubicBezTo>
                  <a:pt x="1843409" y="41398"/>
                  <a:pt x="1841443" y="44858"/>
                  <a:pt x="1840169" y="49823"/>
                </a:cubicBezTo>
                <a:lnTo>
                  <a:pt x="1828570" y="48241"/>
                </a:lnTo>
                <a:cubicBezTo>
                  <a:pt x="1829625" y="43261"/>
                  <a:pt x="1831360" y="39240"/>
                  <a:pt x="1833776" y="36177"/>
                </a:cubicBezTo>
                <a:cubicBezTo>
                  <a:pt x="1836193" y="33114"/>
                  <a:pt x="1839686" y="30756"/>
                  <a:pt x="1844255" y="29105"/>
                </a:cubicBezTo>
                <a:cubicBezTo>
                  <a:pt x="1848824" y="27451"/>
                  <a:pt x="1854119" y="26625"/>
                  <a:pt x="1860138" y="26625"/>
                </a:cubicBezTo>
                <a:cubicBezTo>
                  <a:pt x="1866113" y="26625"/>
                  <a:pt x="1870968" y="27328"/>
                  <a:pt x="1874702" y="28734"/>
                </a:cubicBezTo>
                <a:cubicBezTo>
                  <a:pt x="1878437" y="30140"/>
                  <a:pt x="1881183" y="31908"/>
                  <a:pt x="1882940" y="34039"/>
                </a:cubicBezTo>
                <a:cubicBezTo>
                  <a:pt x="1884698" y="36170"/>
                  <a:pt x="1885928" y="38861"/>
                  <a:pt x="1886631" y="42112"/>
                </a:cubicBezTo>
                <a:cubicBezTo>
                  <a:pt x="1887026" y="44133"/>
                  <a:pt x="1887224" y="47780"/>
                  <a:pt x="1887224" y="53052"/>
                </a:cubicBezTo>
                <a:lnTo>
                  <a:pt x="1887224" y="68869"/>
                </a:lnTo>
                <a:cubicBezTo>
                  <a:pt x="1887224" y="79897"/>
                  <a:pt x="1887477" y="86871"/>
                  <a:pt x="1887982" y="89793"/>
                </a:cubicBezTo>
                <a:cubicBezTo>
                  <a:pt x="1888487" y="92715"/>
                  <a:pt x="1889487" y="95516"/>
                  <a:pt x="1890981" y="98196"/>
                </a:cubicBezTo>
                <a:lnTo>
                  <a:pt x="1878591" y="98196"/>
                </a:lnTo>
                <a:cubicBezTo>
                  <a:pt x="1877360" y="95733"/>
                  <a:pt x="1876570" y="92852"/>
                  <a:pt x="1876218" y="89554"/>
                </a:cubicBezTo>
                <a:moveTo>
                  <a:pt x="1875230" y="63004"/>
                </a:moveTo>
                <a:cubicBezTo>
                  <a:pt x="1870924" y="64776"/>
                  <a:pt x="1864465" y="66282"/>
                  <a:pt x="1855854" y="67522"/>
                </a:cubicBezTo>
                <a:cubicBezTo>
                  <a:pt x="1850977" y="68228"/>
                  <a:pt x="1847528" y="69022"/>
                  <a:pt x="1845507" y="69905"/>
                </a:cubicBezTo>
                <a:cubicBezTo>
                  <a:pt x="1843486" y="70786"/>
                  <a:pt x="1841927" y="72077"/>
                  <a:pt x="1840828" y="73777"/>
                </a:cubicBezTo>
                <a:cubicBezTo>
                  <a:pt x="1839730" y="75475"/>
                  <a:pt x="1839181" y="77361"/>
                  <a:pt x="1839181" y="79434"/>
                </a:cubicBezTo>
                <a:cubicBezTo>
                  <a:pt x="1839181" y="82610"/>
                  <a:pt x="1840378" y="85257"/>
                  <a:pt x="1842772" y="87375"/>
                </a:cubicBezTo>
                <a:cubicBezTo>
                  <a:pt x="1845167" y="89493"/>
                  <a:pt x="1848671" y="90551"/>
                  <a:pt x="1853284" y="90551"/>
                </a:cubicBezTo>
                <a:cubicBezTo>
                  <a:pt x="1857853" y="90551"/>
                  <a:pt x="1861917" y="89547"/>
                  <a:pt x="1865476" y="87538"/>
                </a:cubicBezTo>
                <a:cubicBezTo>
                  <a:pt x="1869035" y="85529"/>
                  <a:pt x="1871649" y="82781"/>
                  <a:pt x="1873318" y="79294"/>
                </a:cubicBezTo>
                <a:cubicBezTo>
                  <a:pt x="1874593" y="76600"/>
                  <a:pt x="1875230" y="72627"/>
                  <a:pt x="1875230" y="67374"/>
                </a:cubicBezTo>
                <a:lnTo>
                  <a:pt x="1875230" y="63004"/>
                </a:lnTo>
                <a:close/>
                <a:moveTo>
                  <a:pt x="1905656" y="15290"/>
                </a:moveTo>
                <a:lnTo>
                  <a:pt x="1905656" y="1582"/>
                </a:lnTo>
                <a:lnTo>
                  <a:pt x="1917519" y="1582"/>
                </a:lnTo>
                <a:lnTo>
                  <a:pt x="1917519" y="15290"/>
                </a:lnTo>
                <a:lnTo>
                  <a:pt x="1905656" y="15290"/>
                </a:lnTo>
                <a:moveTo>
                  <a:pt x="1905656" y="98196"/>
                </a:moveTo>
                <a:lnTo>
                  <a:pt x="1905656" y="28207"/>
                </a:lnTo>
                <a:lnTo>
                  <a:pt x="1917519" y="28207"/>
                </a:lnTo>
                <a:lnTo>
                  <a:pt x="1917519" y="98196"/>
                </a:lnTo>
                <a:lnTo>
                  <a:pt x="1905656" y="98196"/>
                </a:lnTo>
                <a:close/>
                <a:moveTo>
                  <a:pt x="1935554" y="98196"/>
                </a:moveTo>
                <a:lnTo>
                  <a:pt x="1935554" y="28207"/>
                </a:lnTo>
                <a:lnTo>
                  <a:pt x="1946230" y="28207"/>
                </a:lnTo>
                <a:lnTo>
                  <a:pt x="1946230" y="38092"/>
                </a:lnTo>
                <a:cubicBezTo>
                  <a:pt x="1951371" y="30447"/>
                  <a:pt x="1958796" y="26625"/>
                  <a:pt x="1968505" y="26625"/>
                </a:cubicBezTo>
                <a:cubicBezTo>
                  <a:pt x="1972723" y="26625"/>
                  <a:pt x="1976601" y="27383"/>
                  <a:pt x="1980137" y="28899"/>
                </a:cubicBezTo>
                <a:cubicBezTo>
                  <a:pt x="1983674" y="30414"/>
                  <a:pt x="1986321" y="32402"/>
                  <a:pt x="1988079" y="34863"/>
                </a:cubicBezTo>
                <a:cubicBezTo>
                  <a:pt x="1989836" y="37323"/>
                  <a:pt x="1991066" y="40245"/>
                  <a:pt x="1991769" y="43628"/>
                </a:cubicBezTo>
                <a:cubicBezTo>
                  <a:pt x="1992209" y="45825"/>
                  <a:pt x="1992428" y="49669"/>
                  <a:pt x="1992428" y="55161"/>
                </a:cubicBezTo>
                <a:lnTo>
                  <a:pt x="1992428" y="98196"/>
                </a:lnTo>
                <a:lnTo>
                  <a:pt x="1980566" y="98196"/>
                </a:lnTo>
                <a:lnTo>
                  <a:pt x="1980566" y="55577"/>
                </a:lnTo>
                <a:cubicBezTo>
                  <a:pt x="1980566" y="50739"/>
                  <a:pt x="1980104" y="47121"/>
                  <a:pt x="1979182" y="44724"/>
                </a:cubicBezTo>
                <a:cubicBezTo>
                  <a:pt x="1978259" y="42326"/>
                  <a:pt x="1976622" y="40413"/>
                  <a:pt x="1974272" y="38984"/>
                </a:cubicBezTo>
                <a:cubicBezTo>
                  <a:pt x="1971921" y="37555"/>
                  <a:pt x="1969164" y="36840"/>
                  <a:pt x="1966001" y="36840"/>
                </a:cubicBezTo>
                <a:cubicBezTo>
                  <a:pt x="1960948" y="36840"/>
                  <a:pt x="1956588" y="38446"/>
                  <a:pt x="1952919" y="41657"/>
                </a:cubicBezTo>
                <a:cubicBezTo>
                  <a:pt x="1949251" y="44867"/>
                  <a:pt x="1947416" y="50958"/>
                  <a:pt x="1947416" y="59931"/>
                </a:cubicBezTo>
                <a:lnTo>
                  <a:pt x="1947416" y="98196"/>
                </a:lnTo>
                <a:lnTo>
                  <a:pt x="1935554" y="98196"/>
                </a:lnTo>
                <a:close/>
                <a:moveTo>
                  <a:pt x="2050952" y="98196"/>
                </a:moveTo>
                <a:lnTo>
                  <a:pt x="2050952" y="37433"/>
                </a:lnTo>
                <a:lnTo>
                  <a:pt x="2040474" y="37433"/>
                </a:lnTo>
                <a:lnTo>
                  <a:pt x="2040474" y="28207"/>
                </a:lnTo>
                <a:lnTo>
                  <a:pt x="2050952" y="28207"/>
                </a:lnTo>
                <a:lnTo>
                  <a:pt x="2050952" y="20776"/>
                </a:lnTo>
                <a:cubicBezTo>
                  <a:pt x="2050952" y="16086"/>
                  <a:pt x="2051370" y="12601"/>
                  <a:pt x="2052204" y="10322"/>
                </a:cubicBezTo>
                <a:cubicBezTo>
                  <a:pt x="2053347" y="7255"/>
                  <a:pt x="2055357" y="4768"/>
                  <a:pt x="2058235" y="2861"/>
                </a:cubicBezTo>
                <a:cubicBezTo>
                  <a:pt x="2061112" y="954"/>
                  <a:pt x="2065143" y="0"/>
                  <a:pt x="2070328" y="0"/>
                </a:cubicBezTo>
                <a:cubicBezTo>
                  <a:pt x="2073667" y="0"/>
                  <a:pt x="2077357" y="395"/>
                  <a:pt x="2081400" y="1186"/>
                </a:cubicBezTo>
                <a:lnTo>
                  <a:pt x="2079620" y="11533"/>
                </a:lnTo>
                <a:cubicBezTo>
                  <a:pt x="2077160" y="11094"/>
                  <a:pt x="2074831" y="10874"/>
                  <a:pt x="2072634" y="10874"/>
                </a:cubicBezTo>
                <a:cubicBezTo>
                  <a:pt x="2069032" y="10874"/>
                  <a:pt x="2066483" y="11640"/>
                  <a:pt x="2064990" y="13172"/>
                </a:cubicBezTo>
                <a:cubicBezTo>
                  <a:pt x="2063496" y="14705"/>
                  <a:pt x="2062749" y="17571"/>
                  <a:pt x="2062749" y="21773"/>
                </a:cubicBezTo>
                <a:lnTo>
                  <a:pt x="2062749" y="28207"/>
                </a:lnTo>
                <a:lnTo>
                  <a:pt x="2076391" y="28207"/>
                </a:lnTo>
                <a:lnTo>
                  <a:pt x="2076391" y="37433"/>
                </a:lnTo>
                <a:lnTo>
                  <a:pt x="2062749" y="37433"/>
                </a:lnTo>
                <a:lnTo>
                  <a:pt x="2062749" y="98196"/>
                </a:lnTo>
                <a:lnTo>
                  <a:pt x="2050952" y="98196"/>
                </a:lnTo>
                <a:close/>
                <a:moveTo>
                  <a:pt x="2131311" y="89554"/>
                </a:moveTo>
                <a:cubicBezTo>
                  <a:pt x="2126918" y="93292"/>
                  <a:pt x="2122689" y="95930"/>
                  <a:pt x="2118625" y="97469"/>
                </a:cubicBezTo>
                <a:cubicBezTo>
                  <a:pt x="2114561" y="99008"/>
                  <a:pt x="2110200" y="99778"/>
                  <a:pt x="2105543" y="99778"/>
                </a:cubicBezTo>
                <a:cubicBezTo>
                  <a:pt x="2097854" y="99778"/>
                  <a:pt x="2091945" y="97898"/>
                  <a:pt x="2087815" y="94139"/>
                </a:cubicBezTo>
                <a:cubicBezTo>
                  <a:pt x="2083685" y="90379"/>
                  <a:pt x="2081620" y="85576"/>
                  <a:pt x="2081620" y="79729"/>
                </a:cubicBezTo>
                <a:cubicBezTo>
                  <a:pt x="2081620" y="76300"/>
                  <a:pt x="2082400" y="73168"/>
                  <a:pt x="2083960" y="70333"/>
                </a:cubicBezTo>
                <a:cubicBezTo>
                  <a:pt x="2085519" y="67497"/>
                  <a:pt x="2087562" y="65221"/>
                  <a:pt x="2090089" y="63506"/>
                </a:cubicBezTo>
                <a:cubicBezTo>
                  <a:pt x="2092615" y="61791"/>
                  <a:pt x="2095460" y="60494"/>
                  <a:pt x="2098623" y="59616"/>
                </a:cubicBezTo>
                <a:cubicBezTo>
                  <a:pt x="2100952" y="58999"/>
                  <a:pt x="2104467" y="58405"/>
                  <a:pt x="2109168" y="57834"/>
                </a:cubicBezTo>
                <a:cubicBezTo>
                  <a:pt x="2118746" y="56700"/>
                  <a:pt x="2125797" y="55348"/>
                  <a:pt x="2130323" y="53777"/>
                </a:cubicBezTo>
                <a:cubicBezTo>
                  <a:pt x="2130367" y="52158"/>
                  <a:pt x="2130389" y="51130"/>
                  <a:pt x="2130389" y="50692"/>
                </a:cubicBezTo>
                <a:cubicBezTo>
                  <a:pt x="2130389" y="45877"/>
                  <a:pt x="2129268" y="42485"/>
                  <a:pt x="2127027" y="40516"/>
                </a:cubicBezTo>
                <a:cubicBezTo>
                  <a:pt x="2123996" y="37846"/>
                  <a:pt x="2119493" y="36510"/>
                  <a:pt x="2113517" y="36510"/>
                </a:cubicBezTo>
                <a:cubicBezTo>
                  <a:pt x="2107938" y="36510"/>
                  <a:pt x="2103819" y="37488"/>
                  <a:pt x="2101160" y="39443"/>
                </a:cubicBezTo>
                <a:cubicBezTo>
                  <a:pt x="2098502" y="41398"/>
                  <a:pt x="2096536" y="44858"/>
                  <a:pt x="2095262" y="49823"/>
                </a:cubicBezTo>
                <a:lnTo>
                  <a:pt x="2083663" y="48241"/>
                </a:lnTo>
                <a:cubicBezTo>
                  <a:pt x="2084718" y="43261"/>
                  <a:pt x="2086453" y="39240"/>
                  <a:pt x="2088869" y="36177"/>
                </a:cubicBezTo>
                <a:cubicBezTo>
                  <a:pt x="2091286" y="33114"/>
                  <a:pt x="2094779" y="30756"/>
                  <a:pt x="2099348" y="29105"/>
                </a:cubicBezTo>
                <a:cubicBezTo>
                  <a:pt x="2103917" y="27451"/>
                  <a:pt x="2109212" y="26625"/>
                  <a:pt x="2115231" y="26625"/>
                </a:cubicBezTo>
                <a:cubicBezTo>
                  <a:pt x="2121206" y="26625"/>
                  <a:pt x="2126061" y="27328"/>
                  <a:pt x="2129795" y="28734"/>
                </a:cubicBezTo>
                <a:cubicBezTo>
                  <a:pt x="2133530" y="30140"/>
                  <a:pt x="2136276" y="31908"/>
                  <a:pt x="2138033" y="34039"/>
                </a:cubicBezTo>
                <a:cubicBezTo>
                  <a:pt x="2139791" y="36170"/>
                  <a:pt x="2141021" y="38861"/>
                  <a:pt x="2141724" y="42112"/>
                </a:cubicBezTo>
                <a:cubicBezTo>
                  <a:pt x="2142119" y="44133"/>
                  <a:pt x="2142317" y="47780"/>
                  <a:pt x="2142317" y="53052"/>
                </a:cubicBezTo>
                <a:lnTo>
                  <a:pt x="2142317" y="68869"/>
                </a:lnTo>
                <a:cubicBezTo>
                  <a:pt x="2142317" y="79897"/>
                  <a:pt x="2142570" y="86871"/>
                  <a:pt x="2143075" y="89793"/>
                </a:cubicBezTo>
                <a:cubicBezTo>
                  <a:pt x="2143580" y="92715"/>
                  <a:pt x="2144580" y="95516"/>
                  <a:pt x="2146074" y="98196"/>
                </a:cubicBezTo>
                <a:lnTo>
                  <a:pt x="2133684" y="98196"/>
                </a:lnTo>
                <a:cubicBezTo>
                  <a:pt x="2132454" y="95733"/>
                  <a:pt x="2131663" y="92852"/>
                  <a:pt x="2131311" y="89554"/>
                </a:cubicBezTo>
                <a:moveTo>
                  <a:pt x="2130323" y="63004"/>
                </a:moveTo>
                <a:cubicBezTo>
                  <a:pt x="2126017" y="64776"/>
                  <a:pt x="2119558" y="66282"/>
                  <a:pt x="2110947" y="67522"/>
                </a:cubicBezTo>
                <a:cubicBezTo>
                  <a:pt x="2106070" y="68228"/>
                  <a:pt x="2102621" y="69022"/>
                  <a:pt x="2100600" y="69905"/>
                </a:cubicBezTo>
                <a:cubicBezTo>
                  <a:pt x="2098579" y="70786"/>
                  <a:pt x="2097020" y="72077"/>
                  <a:pt x="2095921" y="73777"/>
                </a:cubicBezTo>
                <a:cubicBezTo>
                  <a:pt x="2094823" y="75475"/>
                  <a:pt x="2094274" y="77361"/>
                  <a:pt x="2094274" y="79434"/>
                </a:cubicBezTo>
                <a:cubicBezTo>
                  <a:pt x="2094274" y="82610"/>
                  <a:pt x="2095471" y="85257"/>
                  <a:pt x="2097865" y="87375"/>
                </a:cubicBezTo>
                <a:cubicBezTo>
                  <a:pt x="2100260" y="89493"/>
                  <a:pt x="2103764" y="90551"/>
                  <a:pt x="2108377" y="90551"/>
                </a:cubicBezTo>
                <a:cubicBezTo>
                  <a:pt x="2112946" y="90551"/>
                  <a:pt x="2117010" y="89547"/>
                  <a:pt x="2120569" y="87538"/>
                </a:cubicBezTo>
                <a:cubicBezTo>
                  <a:pt x="2124128" y="85529"/>
                  <a:pt x="2126742" y="82781"/>
                  <a:pt x="2128411" y="79294"/>
                </a:cubicBezTo>
                <a:cubicBezTo>
                  <a:pt x="2129686" y="76600"/>
                  <a:pt x="2130323" y="72627"/>
                  <a:pt x="2130323" y="67374"/>
                </a:cubicBezTo>
                <a:lnTo>
                  <a:pt x="2130323" y="63004"/>
                </a:lnTo>
                <a:close/>
                <a:moveTo>
                  <a:pt x="2206354" y="72494"/>
                </a:moveTo>
                <a:lnTo>
                  <a:pt x="2218019" y="74009"/>
                </a:lnTo>
                <a:cubicBezTo>
                  <a:pt x="2216745" y="82070"/>
                  <a:pt x="2213483" y="88380"/>
                  <a:pt x="2208232" y="92940"/>
                </a:cubicBezTo>
                <a:cubicBezTo>
                  <a:pt x="2202982" y="97498"/>
                  <a:pt x="2196534" y="99778"/>
                  <a:pt x="2188890" y="99778"/>
                </a:cubicBezTo>
                <a:cubicBezTo>
                  <a:pt x="2179312" y="99778"/>
                  <a:pt x="2171612" y="96647"/>
                  <a:pt x="2165791" y="90386"/>
                </a:cubicBezTo>
                <a:cubicBezTo>
                  <a:pt x="2159969" y="84126"/>
                  <a:pt x="2157058" y="75152"/>
                  <a:pt x="2157058" y="63465"/>
                </a:cubicBezTo>
                <a:cubicBezTo>
                  <a:pt x="2157058" y="55908"/>
                  <a:pt x="2158311" y="49296"/>
                  <a:pt x="2160815" y="43628"/>
                </a:cubicBezTo>
                <a:cubicBezTo>
                  <a:pt x="2163319" y="37960"/>
                  <a:pt x="2167131" y="33710"/>
                  <a:pt x="2172249" y="30876"/>
                </a:cubicBezTo>
                <a:cubicBezTo>
                  <a:pt x="2177368" y="28042"/>
                  <a:pt x="2182936" y="26625"/>
                  <a:pt x="2188956" y="26625"/>
                </a:cubicBezTo>
                <a:cubicBezTo>
                  <a:pt x="2196556" y="26625"/>
                  <a:pt x="2202773" y="28553"/>
                  <a:pt x="2207606" y="32410"/>
                </a:cubicBezTo>
                <a:cubicBezTo>
                  <a:pt x="2212439" y="36265"/>
                  <a:pt x="2215537" y="41740"/>
                  <a:pt x="2216899" y="48834"/>
                </a:cubicBezTo>
                <a:lnTo>
                  <a:pt x="2205365" y="50614"/>
                </a:lnTo>
                <a:cubicBezTo>
                  <a:pt x="2204267" y="45935"/>
                  <a:pt x="2202323" y="42414"/>
                  <a:pt x="2199533" y="40053"/>
                </a:cubicBezTo>
                <a:cubicBezTo>
                  <a:pt x="2196743" y="37691"/>
                  <a:pt x="2193371" y="36510"/>
                  <a:pt x="2189417" y="36510"/>
                </a:cubicBezTo>
                <a:cubicBezTo>
                  <a:pt x="2183442" y="36510"/>
                  <a:pt x="2178587" y="38642"/>
                  <a:pt x="2174852" y="42905"/>
                </a:cubicBezTo>
                <a:cubicBezTo>
                  <a:pt x="2171118" y="47167"/>
                  <a:pt x="2169250" y="53910"/>
                  <a:pt x="2169250" y="63135"/>
                </a:cubicBezTo>
                <a:cubicBezTo>
                  <a:pt x="2169250" y="72492"/>
                  <a:pt x="2171052" y="79291"/>
                  <a:pt x="2174655" y="83532"/>
                </a:cubicBezTo>
                <a:cubicBezTo>
                  <a:pt x="2178257" y="87772"/>
                  <a:pt x="2182958" y="89892"/>
                  <a:pt x="2188758" y="89892"/>
                </a:cubicBezTo>
                <a:cubicBezTo>
                  <a:pt x="2193415" y="89892"/>
                  <a:pt x="2197303" y="88470"/>
                  <a:pt x="2200423" y="85625"/>
                </a:cubicBezTo>
                <a:cubicBezTo>
                  <a:pt x="2203542" y="82780"/>
                  <a:pt x="2205519" y="78403"/>
                  <a:pt x="2206354" y="72494"/>
                </a:cubicBezTo>
                <a:close/>
                <a:moveTo>
                  <a:pt x="2254068" y="87717"/>
                </a:moveTo>
                <a:lnTo>
                  <a:pt x="2255782" y="98196"/>
                </a:lnTo>
                <a:cubicBezTo>
                  <a:pt x="2252442" y="98811"/>
                  <a:pt x="2249455" y="99119"/>
                  <a:pt x="2246819" y="99119"/>
                </a:cubicBezTo>
                <a:cubicBezTo>
                  <a:pt x="2242513" y="99119"/>
                  <a:pt x="2239174" y="98438"/>
                  <a:pt x="2236801" y="97076"/>
                </a:cubicBezTo>
                <a:cubicBezTo>
                  <a:pt x="2234429" y="95713"/>
                  <a:pt x="2232759" y="93923"/>
                  <a:pt x="2231793" y="91704"/>
                </a:cubicBezTo>
                <a:cubicBezTo>
                  <a:pt x="2230826" y="89486"/>
                  <a:pt x="2230343" y="84817"/>
                  <a:pt x="2230343" y="77700"/>
                </a:cubicBezTo>
                <a:lnTo>
                  <a:pt x="2230343" y="37433"/>
                </a:lnTo>
                <a:lnTo>
                  <a:pt x="2221644" y="37433"/>
                </a:lnTo>
                <a:lnTo>
                  <a:pt x="2221644" y="28207"/>
                </a:lnTo>
                <a:lnTo>
                  <a:pt x="2230343" y="28207"/>
                </a:lnTo>
                <a:lnTo>
                  <a:pt x="2230343" y="10827"/>
                </a:lnTo>
                <a:lnTo>
                  <a:pt x="2242140" y="3691"/>
                </a:lnTo>
                <a:lnTo>
                  <a:pt x="2242140" y="28207"/>
                </a:lnTo>
                <a:lnTo>
                  <a:pt x="2254068" y="28207"/>
                </a:lnTo>
                <a:lnTo>
                  <a:pt x="2254068" y="37433"/>
                </a:lnTo>
                <a:lnTo>
                  <a:pt x="2242140" y="37433"/>
                </a:lnTo>
                <a:lnTo>
                  <a:pt x="2242140" y="78359"/>
                </a:lnTo>
                <a:cubicBezTo>
                  <a:pt x="2242140" y="81742"/>
                  <a:pt x="2242348" y="83917"/>
                  <a:pt x="2242766" y="84883"/>
                </a:cubicBezTo>
                <a:cubicBezTo>
                  <a:pt x="2243183" y="85850"/>
                  <a:pt x="2243864" y="86619"/>
                  <a:pt x="2244809" y="87190"/>
                </a:cubicBezTo>
                <a:cubicBezTo>
                  <a:pt x="2245753" y="87761"/>
                  <a:pt x="2247104" y="88047"/>
                  <a:pt x="2248862" y="88047"/>
                </a:cubicBezTo>
                <a:cubicBezTo>
                  <a:pt x="2250180" y="88047"/>
                  <a:pt x="2251915" y="87937"/>
                  <a:pt x="2254068" y="87717"/>
                </a:cubicBezTo>
                <a:close/>
                <a:moveTo>
                  <a:pt x="2261274" y="63201"/>
                </a:moveTo>
                <a:cubicBezTo>
                  <a:pt x="2261274" y="50240"/>
                  <a:pt x="2264877" y="40640"/>
                  <a:pt x="2272082" y="34402"/>
                </a:cubicBezTo>
                <a:cubicBezTo>
                  <a:pt x="2278102" y="29217"/>
                  <a:pt x="2285439" y="26625"/>
                  <a:pt x="2294094" y="26625"/>
                </a:cubicBezTo>
                <a:cubicBezTo>
                  <a:pt x="2303716" y="26625"/>
                  <a:pt x="2311581" y="29777"/>
                  <a:pt x="2317688" y="36082"/>
                </a:cubicBezTo>
                <a:cubicBezTo>
                  <a:pt x="2323795" y="42387"/>
                  <a:pt x="2326848" y="51097"/>
                  <a:pt x="2326848" y="62213"/>
                </a:cubicBezTo>
                <a:cubicBezTo>
                  <a:pt x="2326848" y="71219"/>
                  <a:pt x="2325497" y="78304"/>
                  <a:pt x="2322795" y="83466"/>
                </a:cubicBezTo>
                <a:cubicBezTo>
                  <a:pt x="2320093" y="88629"/>
                  <a:pt x="2316161" y="92638"/>
                  <a:pt x="2310998" y="95494"/>
                </a:cubicBezTo>
                <a:cubicBezTo>
                  <a:pt x="2305836" y="98350"/>
                  <a:pt x="2300201" y="99778"/>
                  <a:pt x="2294094" y="99778"/>
                </a:cubicBezTo>
                <a:cubicBezTo>
                  <a:pt x="2284297" y="99778"/>
                  <a:pt x="2276377" y="96636"/>
                  <a:pt x="2270336" y="90353"/>
                </a:cubicBezTo>
                <a:cubicBezTo>
                  <a:pt x="2264295" y="84071"/>
                  <a:pt x="2261274" y="75020"/>
                  <a:pt x="2261274" y="63201"/>
                </a:cubicBezTo>
                <a:moveTo>
                  <a:pt x="2273466" y="63168"/>
                </a:moveTo>
                <a:cubicBezTo>
                  <a:pt x="2273466" y="72098"/>
                  <a:pt x="2275422" y="78785"/>
                  <a:pt x="2279332" y="83228"/>
                </a:cubicBezTo>
                <a:cubicBezTo>
                  <a:pt x="2283242" y="87671"/>
                  <a:pt x="2288163" y="89892"/>
                  <a:pt x="2294094" y="89892"/>
                </a:cubicBezTo>
                <a:cubicBezTo>
                  <a:pt x="2299982" y="89892"/>
                  <a:pt x="2304880" y="87660"/>
                  <a:pt x="2308791" y="83195"/>
                </a:cubicBezTo>
                <a:cubicBezTo>
                  <a:pt x="2312701" y="78730"/>
                  <a:pt x="2314656" y="71923"/>
                  <a:pt x="2314656" y="62775"/>
                </a:cubicBezTo>
                <a:cubicBezTo>
                  <a:pt x="2314656" y="54151"/>
                  <a:pt x="2312690" y="47618"/>
                  <a:pt x="2308758" y="43175"/>
                </a:cubicBezTo>
                <a:cubicBezTo>
                  <a:pt x="2304825" y="38732"/>
                  <a:pt x="2299938" y="36510"/>
                  <a:pt x="2294094" y="36510"/>
                </a:cubicBezTo>
                <a:cubicBezTo>
                  <a:pt x="2288163" y="36510"/>
                  <a:pt x="2283242" y="38721"/>
                  <a:pt x="2279332" y="43142"/>
                </a:cubicBezTo>
                <a:cubicBezTo>
                  <a:pt x="2275422" y="47563"/>
                  <a:pt x="2273466" y="54238"/>
                  <a:pt x="2273466" y="63168"/>
                </a:cubicBezTo>
                <a:close/>
                <a:moveTo>
                  <a:pt x="2340601" y="98196"/>
                </a:moveTo>
                <a:lnTo>
                  <a:pt x="2340601" y="28207"/>
                </a:lnTo>
                <a:lnTo>
                  <a:pt x="2351278" y="28207"/>
                </a:lnTo>
                <a:lnTo>
                  <a:pt x="2351278" y="38751"/>
                </a:lnTo>
                <a:cubicBezTo>
                  <a:pt x="2354002" y="33814"/>
                  <a:pt x="2356517" y="30559"/>
                  <a:pt x="2358824" y="28985"/>
                </a:cubicBezTo>
                <a:cubicBezTo>
                  <a:pt x="2361130" y="27412"/>
                  <a:pt x="2363668" y="26625"/>
                  <a:pt x="2366436" y="26625"/>
                </a:cubicBezTo>
                <a:cubicBezTo>
                  <a:pt x="2370434" y="26625"/>
                  <a:pt x="2374498" y="27894"/>
                  <a:pt x="2378628" y="30431"/>
                </a:cubicBezTo>
                <a:lnTo>
                  <a:pt x="2374542" y="41387"/>
                </a:lnTo>
                <a:cubicBezTo>
                  <a:pt x="2371642" y="39674"/>
                  <a:pt x="2368742" y="38817"/>
                  <a:pt x="2365842" y="38817"/>
                </a:cubicBezTo>
                <a:cubicBezTo>
                  <a:pt x="2363250" y="38817"/>
                  <a:pt x="2360922" y="39598"/>
                  <a:pt x="2358857" y="41161"/>
                </a:cubicBezTo>
                <a:cubicBezTo>
                  <a:pt x="2356792" y="42722"/>
                  <a:pt x="2355320" y="44888"/>
                  <a:pt x="2354441" y="47658"/>
                </a:cubicBezTo>
                <a:cubicBezTo>
                  <a:pt x="2353123" y="51880"/>
                  <a:pt x="2352464" y="56498"/>
                  <a:pt x="2352464" y="61512"/>
                </a:cubicBezTo>
                <a:lnTo>
                  <a:pt x="2352464" y="98196"/>
                </a:lnTo>
                <a:lnTo>
                  <a:pt x="2340601" y="98196"/>
                </a:lnTo>
                <a:close/>
                <a:moveTo>
                  <a:pt x="2380933" y="77239"/>
                </a:moveTo>
                <a:lnTo>
                  <a:pt x="2392664" y="75393"/>
                </a:lnTo>
                <a:cubicBezTo>
                  <a:pt x="2393323" y="80074"/>
                  <a:pt x="2395157" y="83661"/>
                  <a:pt x="2398167" y="86154"/>
                </a:cubicBezTo>
                <a:cubicBezTo>
                  <a:pt x="2401176" y="88646"/>
                  <a:pt x="2405383" y="89892"/>
                  <a:pt x="2410787" y="89892"/>
                </a:cubicBezTo>
                <a:cubicBezTo>
                  <a:pt x="2416235" y="89892"/>
                  <a:pt x="2420277" y="88792"/>
                  <a:pt x="2422913" y="86591"/>
                </a:cubicBezTo>
                <a:cubicBezTo>
                  <a:pt x="2425549" y="84388"/>
                  <a:pt x="2426868" y="81806"/>
                  <a:pt x="2426868" y="78843"/>
                </a:cubicBezTo>
                <a:cubicBezTo>
                  <a:pt x="2426868" y="76183"/>
                  <a:pt x="2425703" y="74091"/>
                  <a:pt x="2423375" y="72566"/>
                </a:cubicBezTo>
                <a:cubicBezTo>
                  <a:pt x="2421749" y="71519"/>
                  <a:pt x="2417707" y="70190"/>
                  <a:pt x="2411248" y="68576"/>
                </a:cubicBezTo>
                <a:cubicBezTo>
                  <a:pt x="2402549" y="66378"/>
                  <a:pt x="2396519" y="64477"/>
                  <a:pt x="2393158" y="62872"/>
                </a:cubicBezTo>
                <a:cubicBezTo>
                  <a:pt x="2389797" y="61267"/>
                  <a:pt x="2387249" y="59046"/>
                  <a:pt x="2385513" y="56209"/>
                </a:cubicBezTo>
                <a:cubicBezTo>
                  <a:pt x="2383778" y="53373"/>
                  <a:pt x="2382910" y="50240"/>
                  <a:pt x="2382910" y="46810"/>
                </a:cubicBezTo>
                <a:cubicBezTo>
                  <a:pt x="2382910" y="43688"/>
                  <a:pt x="2383624" y="40796"/>
                  <a:pt x="2385052" y="38135"/>
                </a:cubicBezTo>
                <a:cubicBezTo>
                  <a:pt x="2386480" y="35474"/>
                  <a:pt x="2388424" y="33265"/>
                  <a:pt x="2390884" y="31506"/>
                </a:cubicBezTo>
                <a:cubicBezTo>
                  <a:pt x="2392730" y="30143"/>
                  <a:pt x="2395245" y="28989"/>
                  <a:pt x="2398430" y="28044"/>
                </a:cubicBezTo>
                <a:cubicBezTo>
                  <a:pt x="2401616" y="27098"/>
                  <a:pt x="2405032" y="26625"/>
                  <a:pt x="2408678" y="26625"/>
                </a:cubicBezTo>
                <a:cubicBezTo>
                  <a:pt x="2414170" y="26625"/>
                  <a:pt x="2418992" y="27421"/>
                  <a:pt x="2423144" y="29014"/>
                </a:cubicBezTo>
                <a:cubicBezTo>
                  <a:pt x="2427296" y="30605"/>
                  <a:pt x="2430360" y="32761"/>
                  <a:pt x="2432338" y="35483"/>
                </a:cubicBezTo>
                <a:cubicBezTo>
                  <a:pt x="2434315" y="38203"/>
                  <a:pt x="2435677" y="41840"/>
                  <a:pt x="2436424" y="46396"/>
                </a:cubicBezTo>
                <a:lnTo>
                  <a:pt x="2424825" y="47978"/>
                </a:lnTo>
                <a:cubicBezTo>
                  <a:pt x="2424297" y="44375"/>
                  <a:pt x="2422771" y="41563"/>
                  <a:pt x="2420244" y="39542"/>
                </a:cubicBezTo>
                <a:cubicBezTo>
                  <a:pt x="2417718" y="37521"/>
                  <a:pt x="2414148" y="36510"/>
                  <a:pt x="2409535" y="36510"/>
                </a:cubicBezTo>
                <a:cubicBezTo>
                  <a:pt x="2404087" y="36510"/>
                  <a:pt x="2400199" y="37407"/>
                  <a:pt x="2397870" y="39200"/>
                </a:cubicBezTo>
                <a:cubicBezTo>
                  <a:pt x="2395542" y="40992"/>
                  <a:pt x="2394377" y="43090"/>
                  <a:pt x="2394377" y="45496"/>
                </a:cubicBezTo>
                <a:cubicBezTo>
                  <a:pt x="2394377" y="47025"/>
                  <a:pt x="2394861" y="48403"/>
                  <a:pt x="2395827" y="49627"/>
                </a:cubicBezTo>
                <a:cubicBezTo>
                  <a:pt x="2396794" y="50894"/>
                  <a:pt x="2398309" y="51943"/>
                  <a:pt x="2400374" y="52774"/>
                </a:cubicBezTo>
                <a:cubicBezTo>
                  <a:pt x="2401561" y="53212"/>
                  <a:pt x="2405054" y="54218"/>
                  <a:pt x="2410853" y="55791"/>
                </a:cubicBezTo>
                <a:cubicBezTo>
                  <a:pt x="2419245" y="58031"/>
                  <a:pt x="2425099" y="59864"/>
                  <a:pt x="2428416" y="61290"/>
                </a:cubicBezTo>
                <a:cubicBezTo>
                  <a:pt x="2431733" y="62717"/>
                  <a:pt x="2434337" y="64791"/>
                  <a:pt x="2436226" y="67514"/>
                </a:cubicBezTo>
                <a:cubicBezTo>
                  <a:pt x="2438115" y="70235"/>
                  <a:pt x="2439060" y="73615"/>
                  <a:pt x="2439060" y="77653"/>
                </a:cubicBezTo>
                <a:cubicBezTo>
                  <a:pt x="2439060" y="81604"/>
                  <a:pt x="2437906" y="85325"/>
                  <a:pt x="2435600" y="88815"/>
                </a:cubicBezTo>
                <a:cubicBezTo>
                  <a:pt x="2433293" y="92304"/>
                  <a:pt x="2429965" y="95003"/>
                  <a:pt x="2425615" y="96913"/>
                </a:cubicBezTo>
                <a:cubicBezTo>
                  <a:pt x="2421266" y="98823"/>
                  <a:pt x="2416345" y="99778"/>
                  <a:pt x="2410853" y="99778"/>
                </a:cubicBezTo>
                <a:cubicBezTo>
                  <a:pt x="2401758" y="99778"/>
                  <a:pt x="2394828" y="97883"/>
                  <a:pt x="2390061" y="94093"/>
                </a:cubicBezTo>
                <a:cubicBezTo>
                  <a:pt x="2385294" y="90304"/>
                  <a:pt x="2382251" y="84686"/>
                  <a:pt x="2380933" y="772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andlegalconsiderations.">
            <a:extLst xmlns:a="http://schemas.openxmlformats.org/drawingml/2006/main">
              <a:ext uri="{FF2B5EF4-FFF2-40B4-BE49-F238E27FC236}">
                <a16:creationId xmlns:a16="http://schemas.microsoft.com/office/drawing/2014/main" id="{8B5D4291-89D1-4BA9-A805-F31A74A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689" y="6742131"/>
            <a:ext cx="1476271" cy="125084"/>
          </a:xfrm>
          <a:custGeom xmlns:a="http://schemas.openxmlformats.org/drawingml/2006/main">
            <a:pathLst>
              <a:path w="1476271" h="125084">
                <a:moveTo>
                  <a:pt x="49691" y="87973"/>
                </a:moveTo>
                <a:cubicBezTo>
                  <a:pt x="45298" y="91710"/>
                  <a:pt x="41069" y="94348"/>
                  <a:pt x="37005" y="95887"/>
                </a:cubicBezTo>
                <a:cubicBezTo>
                  <a:pt x="32941" y="97426"/>
                  <a:pt x="28580" y="98196"/>
                  <a:pt x="23923" y="98196"/>
                </a:cubicBezTo>
                <a:cubicBezTo>
                  <a:pt x="16234" y="98196"/>
                  <a:pt x="10325" y="96316"/>
                  <a:pt x="6195" y="92557"/>
                </a:cubicBezTo>
                <a:cubicBezTo>
                  <a:pt x="2065" y="88798"/>
                  <a:pt x="0" y="83994"/>
                  <a:pt x="0" y="78147"/>
                </a:cubicBezTo>
                <a:cubicBezTo>
                  <a:pt x="0" y="74719"/>
                  <a:pt x="780" y="71587"/>
                  <a:pt x="2340" y="68752"/>
                </a:cubicBezTo>
                <a:cubicBezTo>
                  <a:pt x="3899" y="65915"/>
                  <a:pt x="5942" y="63639"/>
                  <a:pt x="8469" y="61924"/>
                </a:cubicBezTo>
                <a:cubicBezTo>
                  <a:pt x="10995" y="60209"/>
                  <a:pt x="13840" y="58913"/>
                  <a:pt x="17003" y="58034"/>
                </a:cubicBezTo>
                <a:cubicBezTo>
                  <a:pt x="19332" y="57418"/>
                  <a:pt x="22846" y="56824"/>
                  <a:pt x="27548" y="56253"/>
                </a:cubicBezTo>
                <a:cubicBezTo>
                  <a:pt x="37125" y="55118"/>
                  <a:pt x="44177" y="53766"/>
                  <a:pt x="48703" y="52195"/>
                </a:cubicBezTo>
                <a:cubicBezTo>
                  <a:pt x="48746" y="50577"/>
                  <a:pt x="48768" y="49548"/>
                  <a:pt x="48768" y="49110"/>
                </a:cubicBezTo>
                <a:cubicBezTo>
                  <a:pt x="48768" y="44295"/>
                  <a:pt x="47648" y="40903"/>
                  <a:pt x="45407" y="38934"/>
                </a:cubicBezTo>
                <a:cubicBezTo>
                  <a:pt x="42376" y="36264"/>
                  <a:pt x="37872" y="34929"/>
                  <a:pt x="31897" y="34929"/>
                </a:cubicBezTo>
                <a:cubicBezTo>
                  <a:pt x="26317" y="34929"/>
                  <a:pt x="22198" y="35906"/>
                  <a:pt x="19540" y="37861"/>
                </a:cubicBezTo>
                <a:cubicBezTo>
                  <a:pt x="16882" y="39817"/>
                  <a:pt x="14916" y="43276"/>
                  <a:pt x="13642" y="48241"/>
                </a:cubicBezTo>
                <a:lnTo>
                  <a:pt x="2043" y="46660"/>
                </a:lnTo>
                <a:cubicBezTo>
                  <a:pt x="3097" y="41680"/>
                  <a:pt x="4833" y="37658"/>
                  <a:pt x="7249" y="34595"/>
                </a:cubicBezTo>
                <a:cubicBezTo>
                  <a:pt x="9666" y="31532"/>
                  <a:pt x="13159" y="29175"/>
                  <a:pt x="17728" y="27523"/>
                </a:cubicBezTo>
                <a:cubicBezTo>
                  <a:pt x="22297" y="25870"/>
                  <a:pt x="27591" y="25043"/>
                  <a:pt x="33611" y="25043"/>
                </a:cubicBezTo>
                <a:cubicBezTo>
                  <a:pt x="39586" y="25043"/>
                  <a:pt x="44441" y="25746"/>
                  <a:pt x="48175" y="27152"/>
                </a:cubicBezTo>
                <a:cubicBezTo>
                  <a:pt x="51910" y="28558"/>
                  <a:pt x="54656" y="30326"/>
                  <a:pt x="56413" y="32457"/>
                </a:cubicBezTo>
                <a:cubicBezTo>
                  <a:pt x="58171" y="34588"/>
                  <a:pt x="59401" y="37279"/>
                  <a:pt x="60104" y="40531"/>
                </a:cubicBezTo>
                <a:cubicBezTo>
                  <a:pt x="60499" y="42552"/>
                  <a:pt x="60697" y="46198"/>
                  <a:pt x="60697" y="51470"/>
                </a:cubicBezTo>
                <a:lnTo>
                  <a:pt x="60697" y="67287"/>
                </a:lnTo>
                <a:cubicBezTo>
                  <a:pt x="60697" y="78315"/>
                  <a:pt x="60950" y="85290"/>
                  <a:pt x="61455" y="88212"/>
                </a:cubicBezTo>
                <a:cubicBezTo>
                  <a:pt x="61960" y="91133"/>
                  <a:pt x="62960" y="93934"/>
                  <a:pt x="64453" y="96614"/>
                </a:cubicBezTo>
                <a:lnTo>
                  <a:pt x="52064" y="96614"/>
                </a:lnTo>
                <a:cubicBezTo>
                  <a:pt x="50833" y="94151"/>
                  <a:pt x="50043" y="91271"/>
                  <a:pt x="49691" y="87973"/>
                </a:cubicBezTo>
                <a:moveTo>
                  <a:pt x="48703" y="61422"/>
                </a:moveTo>
                <a:cubicBezTo>
                  <a:pt x="44397" y="63194"/>
                  <a:pt x="37938" y="64701"/>
                  <a:pt x="29327" y="65940"/>
                </a:cubicBezTo>
                <a:cubicBezTo>
                  <a:pt x="24450" y="66646"/>
                  <a:pt x="21001" y="67440"/>
                  <a:pt x="18980" y="68323"/>
                </a:cubicBezTo>
                <a:cubicBezTo>
                  <a:pt x="16959" y="69205"/>
                  <a:pt x="15399" y="70495"/>
                  <a:pt x="14301" y="72195"/>
                </a:cubicBezTo>
                <a:cubicBezTo>
                  <a:pt x="13203" y="73893"/>
                  <a:pt x="12653" y="75779"/>
                  <a:pt x="12653" y="77852"/>
                </a:cubicBezTo>
                <a:cubicBezTo>
                  <a:pt x="12653" y="81028"/>
                  <a:pt x="13851" y="83675"/>
                  <a:pt x="16245" y="85794"/>
                </a:cubicBezTo>
                <a:cubicBezTo>
                  <a:pt x="18640" y="87911"/>
                  <a:pt x="22143" y="88969"/>
                  <a:pt x="26757" y="88969"/>
                </a:cubicBezTo>
                <a:cubicBezTo>
                  <a:pt x="31326" y="88969"/>
                  <a:pt x="35390" y="87965"/>
                  <a:pt x="38949" y="85956"/>
                </a:cubicBezTo>
                <a:cubicBezTo>
                  <a:pt x="42508" y="83948"/>
                  <a:pt x="45122" y="81200"/>
                  <a:pt x="46791" y="77712"/>
                </a:cubicBezTo>
                <a:cubicBezTo>
                  <a:pt x="48065" y="75018"/>
                  <a:pt x="48703" y="71045"/>
                  <a:pt x="48703" y="65792"/>
                </a:cubicBezTo>
                <a:lnTo>
                  <a:pt x="48703" y="61422"/>
                </a:lnTo>
                <a:close/>
                <a:moveTo>
                  <a:pt x="79063" y="96614"/>
                </a:moveTo>
                <a:lnTo>
                  <a:pt x="79063" y="26625"/>
                </a:lnTo>
                <a:lnTo>
                  <a:pt x="89740" y="26625"/>
                </a:lnTo>
                <a:lnTo>
                  <a:pt x="89740" y="36510"/>
                </a:lnTo>
                <a:cubicBezTo>
                  <a:pt x="94880" y="28866"/>
                  <a:pt x="102305" y="25043"/>
                  <a:pt x="112015" y="25043"/>
                </a:cubicBezTo>
                <a:cubicBezTo>
                  <a:pt x="116233" y="25043"/>
                  <a:pt x="120110" y="25801"/>
                  <a:pt x="123647" y="27317"/>
                </a:cubicBezTo>
                <a:cubicBezTo>
                  <a:pt x="127184" y="28833"/>
                  <a:pt x="129831" y="30821"/>
                  <a:pt x="131588" y="33281"/>
                </a:cubicBezTo>
                <a:cubicBezTo>
                  <a:pt x="133346" y="35742"/>
                  <a:pt x="134576" y="38663"/>
                  <a:pt x="135279" y="42046"/>
                </a:cubicBezTo>
                <a:cubicBezTo>
                  <a:pt x="135718" y="44243"/>
                  <a:pt x="135938" y="48087"/>
                  <a:pt x="135938" y="53579"/>
                </a:cubicBezTo>
                <a:lnTo>
                  <a:pt x="135938" y="96614"/>
                </a:lnTo>
                <a:lnTo>
                  <a:pt x="124075" y="96614"/>
                </a:lnTo>
                <a:lnTo>
                  <a:pt x="124075" y="53995"/>
                </a:lnTo>
                <a:cubicBezTo>
                  <a:pt x="124075" y="49157"/>
                  <a:pt x="123614" y="45539"/>
                  <a:pt x="122691" y="43142"/>
                </a:cubicBezTo>
                <a:cubicBezTo>
                  <a:pt x="121769" y="40745"/>
                  <a:pt x="120132" y="38831"/>
                  <a:pt x="117781" y="37402"/>
                </a:cubicBezTo>
                <a:cubicBezTo>
                  <a:pt x="115431" y="35973"/>
                  <a:pt x="112674" y="35258"/>
                  <a:pt x="109511" y="35258"/>
                </a:cubicBezTo>
                <a:cubicBezTo>
                  <a:pt x="104458" y="35258"/>
                  <a:pt x="100097" y="36864"/>
                  <a:pt x="96429" y="40075"/>
                </a:cubicBezTo>
                <a:cubicBezTo>
                  <a:pt x="92760" y="43285"/>
                  <a:pt x="90926" y="49377"/>
                  <a:pt x="90926" y="58349"/>
                </a:cubicBezTo>
                <a:lnTo>
                  <a:pt x="90926" y="96614"/>
                </a:lnTo>
                <a:lnTo>
                  <a:pt x="79063" y="96614"/>
                </a:lnTo>
                <a:close/>
                <a:moveTo>
                  <a:pt x="199514" y="96614"/>
                </a:moveTo>
                <a:lnTo>
                  <a:pt x="199514" y="87783"/>
                </a:lnTo>
                <a:cubicBezTo>
                  <a:pt x="195076" y="94725"/>
                  <a:pt x="188552" y="98196"/>
                  <a:pt x="179941" y="98196"/>
                </a:cubicBezTo>
                <a:cubicBezTo>
                  <a:pt x="174361" y="98196"/>
                  <a:pt x="169231" y="96658"/>
                  <a:pt x="164552" y="93583"/>
                </a:cubicBezTo>
                <a:cubicBezTo>
                  <a:pt x="159873" y="90507"/>
                  <a:pt x="156248" y="86212"/>
                  <a:pt x="153678" y="80699"/>
                </a:cubicBezTo>
                <a:cubicBezTo>
                  <a:pt x="151108" y="75185"/>
                  <a:pt x="149823" y="68847"/>
                  <a:pt x="149823" y="61685"/>
                </a:cubicBezTo>
                <a:cubicBezTo>
                  <a:pt x="149823" y="54700"/>
                  <a:pt x="150987" y="48362"/>
                  <a:pt x="153316" y="42672"/>
                </a:cubicBezTo>
                <a:cubicBezTo>
                  <a:pt x="155644" y="36983"/>
                  <a:pt x="159137" y="32622"/>
                  <a:pt x="163794" y="29591"/>
                </a:cubicBezTo>
                <a:cubicBezTo>
                  <a:pt x="168452" y="26559"/>
                  <a:pt x="173658" y="25043"/>
                  <a:pt x="179413" y="25043"/>
                </a:cubicBezTo>
                <a:cubicBezTo>
                  <a:pt x="183631" y="25043"/>
                  <a:pt x="187388" y="25933"/>
                  <a:pt x="190683" y="27712"/>
                </a:cubicBezTo>
                <a:cubicBezTo>
                  <a:pt x="193978" y="29492"/>
                  <a:pt x="196658" y="31809"/>
                  <a:pt x="198723" y="34665"/>
                </a:cubicBezTo>
                <a:lnTo>
                  <a:pt x="198723" y="0"/>
                </a:lnTo>
                <a:lnTo>
                  <a:pt x="210520" y="0"/>
                </a:lnTo>
                <a:lnTo>
                  <a:pt x="210520" y="96614"/>
                </a:lnTo>
                <a:lnTo>
                  <a:pt x="199514" y="96614"/>
                </a:lnTo>
                <a:moveTo>
                  <a:pt x="162015" y="61652"/>
                </a:moveTo>
                <a:cubicBezTo>
                  <a:pt x="162015" y="70582"/>
                  <a:pt x="163904" y="77258"/>
                  <a:pt x="167683" y="81679"/>
                </a:cubicBezTo>
                <a:cubicBezTo>
                  <a:pt x="171461" y="86100"/>
                  <a:pt x="175921" y="88310"/>
                  <a:pt x="181061" y="88310"/>
                </a:cubicBezTo>
                <a:cubicBezTo>
                  <a:pt x="186245" y="88310"/>
                  <a:pt x="190650" y="86199"/>
                  <a:pt x="194275" y="81975"/>
                </a:cubicBezTo>
                <a:cubicBezTo>
                  <a:pt x="197899" y="77751"/>
                  <a:pt x="199712" y="71305"/>
                  <a:pt x="199712" y="62637"/>
                </a:cubicBezTo>
                <a:cubicBezTo>
                  <a:pt x="199712" y="53095"/>
                  <a:pt x="197866" y="46091"/>
                  <a:pt x="194176" y="41626"/>
                </a:cubicBezTo>
                <a:cubicBezTo>
                  <a:pt x="190485" y="37161"/>
                  <a:pt x="185938" y="34929"/>
                  <a:pt x="180534" y="34929"/>
                </a:cubicBezTo>
                <a:cubicBezTo>
                  <a:pt x="175262" y="34929"/>
                  <a:pt x="170857" y="37074"/>
                  <a:pt x="167320" y="41365"/>
                </a:cubicBezTo>
                <a:cubicBezTo>
                  <a:pt x="163783" y="45654"/>
                  <a:pt x="162015" y="52416"/>
                  <a:pt x="162015" y="61652"/>
                </a:cubicBezTo>
                <a:close/>
                <a:moveTo>
                  <a:pt x="266407" y="96614"/>
                </a:moveTo>
                <a:lnTo>
                  <a:pt x="266407" y="0"/>
                </a:lnTo>
                <a:lnTo>
                  <a:pt x="278270" y="0"/>
                </a:lnTo>
                <a:lnTo>
                  <a:pt x="278270" y="96614"/>
                </a:lnTo>
                <a:lnTo>
                  <a:pt x="266407" y="96614"/>
                </a:lnTo>
                <a:close/>
                <a:moveTo>
                  <a:pt x="344546" y="74075"/>
                </a:moveTo>
                <a:lnTo>
                  <a:pt x="356804" y="75591"/>
                </a:lnTo>
                <a:cubicBezTo>
                  <a:pt x="354871" y="82753"/>
                  <a:pt x="351290" y="88310"/>
                  <a:pt x="346062" y="92265"/>
                </a:cubicBezTo>
                <a:cubicBezTo>
                  <a:pt x="340834" y="96219"/>
                  <a:pt x="334155" y="98196"/>
                  <a:pt x="326027" y="98196"/>
                </a:cubicBezTo>
                <a:cubicBezTo>
                  <a:pt x="315790" y="98196"/>
                  <a:pt x="307673" y="95043"/>
                  <a:pt x="301676" y="88739"/>
                </a:cubicBezTo>
                <a:cubicBezTo>
                  <a:pt x="295679" y="82434"/>
                  <a:pt x="292680" y="73592"/>
                  <a:pt x="292680" y="62213"/>
                </a:cubicBezTo>
                <a:cubicBezTo>
                  <a:pt x="292680" y="50438"/>
                  <a:pt x="295712" y="41299"/>
                  <a:pt x="301775" y="34797"/>
                </a:cubicBezTo>
                <a:cubicBezTo>
                  <a:pt x="307838" y="28294"/>
                  <a:pt x="315702" y="25043"/>
                  <a:pt x="325368" y="25043"/>
                </a:cubicBezTo>
                <a:cubicBezTo>
                  <a:pt x="334726" y="25043"/>
                  <a:pt x="342371" y="28224"/>
                  <a:pt x="348303" y="34585"/>
                </a:cubicBezTo>
                <a:cubicBezTo>
                  <a:pt x="354234" y="40944"/>
                  <a:pt x="357200" y="49892"/>
                  <a:pt x="357200" y="61428"/>
                </a:cubicBezTo>
                <a:cubicBezTo>
                  <a:pt x="357200" y="62130"/>
                  <a:pt x="357178" y="63182"/>
                  <a:pt x="357134" y="64585"/>
                </a:cubicBezTo>
                <a:lnTo>
                  <a:pt x="304938" y="64585"/>
                </a:lnTo>
                <a:cubicBezTo>
                  <a:pt x="305378" y="72252"/>
                  <a:pt x="307552" y="78123"/>
                  <a:pt x="311463" y="82198"/>
                </a:cubicBezTo>
                <a:cubicBezTo>
                  <a:pt x="315373" y="86273"/>
                  <a:pt x="320250" y="88310"/>
                  <a:pt x="326093" y="88310"/>
                </a:cubicBezTo>
                <a:cubicBezTo>
                  <a:pt x="330443" y="88310"/>
                  <a:pt x="334155" y="87179"/>
                  <a:pt x="337231" y="84916"/>
                </a:cubicBezTo>
                <a:cubicBezTo>
                  <a:pt x="340306" y="82652"/>
                  <a:pt x="342745" y="79039"/>
                  <a:pt x="344546" y="74075"/>
                </a:cubicBezTo>
                <a:moveTo>
                  <a:pt x="305597" y="54700"/>
                </a:moveTo>
                <a:lnTo>
                  <a:pt x="344678" y="54700"/>
                </a:lnTo>
                <a:cubicBezTo>
                  <a:pt x="344151" y="48908"/>
                  <a:pt x="342657" y="44565"/>
                  <a:pt x="340196" y="41669"/>
                </a:cubicBezTo>
                <a:cubicBezTo>
                  <a:pt x="336418" y="37176"/>
                  <a:pt x="331519" y="34929"/>
                  <a:pt x="325500" y="34929"/>
                </a:cubicBezTo>
                <a:cubicBezTo>
                  <a:pt x="320052" y="34929"/>
                  <a:pt x="315472" y="36723"/>
                  <a:pt x="311759" y="40310"/>
                </a:cubicBezTo>
                <a:cubicBezTo>
                  <a:pt x="308047" y="43896"/>
                  <a:pt x="305993" y="48693"/>
                  <a:pt x="305597" y="54700"/>
                </a:cubicBezTo>
                <a:close/>
                <a:moveTo>
                  <a:pt x="369503" y="102414"/>
                </a:moveTo>
                <a:lnTo>
                  <a:pt x="381036" y="104127"/>
                </a:lnTo>
                <a:cubicBezTo>
                  <a:pt x="381519" y="107686"/>
                  <a:pt x="382859" y="110278"/>
                  <a:pt x="385056" y="111904"/>
                </a:cubicBezTo>
                <a:cubicBezTo>
                  <a:pt x="388000" y="114101"/>
                  <a:pt x="392020" y="115199"/>
                  <a:pt x="397116" y="115199"/>
                </a:cubicBezTo>
                <a:cubicBezTo>
                  <a:pt x="402608" y="115199"/>
                  <a:pt x="406848" y="114098"/>
                  <a:pt x="409836" y="111895"/>
                </a:cubicBezTo>
                <a:cubicBezTo>
                  <a:pt x="412823" y="109695"/>
                  <a:pt x="414844" y="106612"/>
                  <a:pt x="415899" y="102648"/>
                </a:cubicBezTo>
                <a:cubicBezTo>
                  <a:pt x="416514" y="100228"/>
                  <a:pt x="416800" y="95142"/>
                  <a:pt x="416756" y="87392"/>
                </a:cubicBezTo>
                <a:cubicBezTo>
                  <a:pt x="411571" y="93540"/>
                  <a:pt x="405113" y="96614"/>
                  <a:pt x="397380" y="96614"/>
                </a:cubicBezTo>
                <a:cubicBezTo>
                  <a:pt x="387758" y="96614"/>
                  <a:pt x="380311" y="93143"/>
                  <a:pt x="375039" y="86201"/>
                </a:cubicBezTo>
                <a:cubicBezTo>
                  <a:pt x="369767" y="79260"/>
                  <a:pt x="367130" y="70934"/>
                  <a:pt x="367130" y="61224"/>
                </a:cubicBezTo>
                <a:cubicBezTo>
                  <a:pt x="367130" y="54546"/>
                  <a:pt x="368339" y="48384"/>
                  <a:pt x="370755" y="42738"/>
                </a:cubicBezTo>
                <a:cubicBezTo>
                  <a:pt x="373172" y="37093"/>
                  <a:pt x="376675" y="32732"/>
                  <a:pt x="381267" y="29656"/>
                </a:cubicBezTo>
                <a:cubicBezTo>
                  <a:pt x="385858" y="26581"/>
                  <a:pt x="391251" y="25043"/>
                  <a:pt x="397446" y="25043"/>
                </a:cubicBezTo>
                <a:cubicBezTo>
                  <a:pt x="405706" y="25043"/>
                  <a:pt x="412516" y="28404"/>
                  <a:pt x="417876" y="35126"/>
                </a:cubicBezTo>
                <a:lnTo>
                  <a:pt x="417876" y="26625"/>
                </a:lnTo>
                <a:lnTo>
                  <a:pt x="428816" y="26625"/>
                </a:lnTo>
                <a:lnTo>
                  <a:pt x="428816" y="87165"/>
                </a:lnTo>
                <a:cubicBezTo>
                  <a:pt x="428816" y="98068"/>
                  <a:pt x="427707" y="105795"/>
                  <a:pt x="425488" y="110345"/>
                </a:cubicBezTo>
                <a:cubicBezTo>
                  <a:pt x="423269" y="114895"/>
                  <a:pt x="419754" y="118489"/>
                  <a:pt x="414943" y="121126"/>
                </a:cubicBezTo>
                <a:cubicBezTo>
                  <a:pt x="410132" y="123765"/>
                  <a:pt x="404212" y="125084"/>
                  <a:pt x="397182" y="125084"/>
                </a:cubicBezTo>
                <a:cubicBezTo>
                  <a:pt x="388835" y="125084"/>
                  <a:pt x="382091" y="123201"/>
                  <a:pt x="376950" y="119433"/>
                </a:cubicBezTo>
                <a:cubicBezTo>
                  <a:pt x="371810" y="115666"/>
                  <a:pt x="369327" y="109993"/>
                  <a:pt x="369503" y="102414"/>
                </a:cubicBezTo>
                <a:moveTo>
                  <a:pt x="379323" y="60369"/>
                </a:moveTo>
                <a:cubicBezTo>
                  <a:pt x="379323" y="69529"/>
                  <a:pt x="381146" y="76212"/>
                  <a:pt x="384793" y="80418"/>
                </a:cubicBezTo>
                <a:cubicBezTo>
                  <a:pt x="388439" y="84625"/>
                  <a:pt x="393008" y="86729"/>
                  <a:pt x="398500" y="86729"/>
                </a:cubicBezTo>
                <a:cubicBezTo>
                  <a:pt x="403948" y="86729"/>
                  <a:pt x="408518" y="84636"/>
                  <a:pt x="412208" y="80451"/>
                </a:cubicBezTo>
                <a:cubicBezTo>
                  <a:pt x="415899" y="76267"/>
                  <a:pt x="417744" y="69704"/>
                  <a:pt x="417744" y="60763"/>
                </a:cubicBezTo>
                <a:cubicBezTo>
                  <a:pt x="417744" y="52217"/>
                  <a:pt x="415844" y="45775"/>
                  <a:pt x="412044" y="41437"/>
                </a:cubicBezTo>
                <a:cubicBezTo>
                  <a:pt x="408243" y="37098"/>
                  <a:pt x="403663" y="34929"/>
                  <a:pt x="398303" y="34929"/>
                </a:cubicBezTo>
                <a:cubicBezTo>
                  <a:pt x="393030" y="34929"/>
                  <a:pt x="388549" y="37065"/>
                  <a:pt x="384858" y="41338"/>
                </a:cubicBezTo>
                <a:cubicBezTo>
                  <a:pt x="381168" y="45611"/>
                  <a:pt x="379323" y="51954"/>
                  <a:pt x="379323" y="60369"/>
                </a:cubicBezTo>
                <a:close/>
                <a:moveTo>
                  <a:pt x="492392" y="87973"/>
                </a:moveTo>
                <a:cubicBezTo>
                  <a:pt x="487999" y="91710"/>
                  <a:pt x="483770" y="94348"/>
                  <a:pt x="479706" y="95887"/>
                </a:cubicBezTo>
                <a:cubicBezTo>
                  <a:pt x="475642" y="97426"/>
                  <a:pt x="471281" y="98196"/>
                  <a:pt x="466624" y="98196"/>
                </a:cubicBezTo>
                <a:cubicBezTo>
                  <a:pt x="458935" y="98196"/>
                  <a:pt x="453026" y="96316"/>
                  <a:pt x="448896" y="92557"/>
                </a:cubicBezTo>
                <a:cubicBezTo>
                  <a:pt x="444766" y="88798"/>
                  <a:pt x="442701" y="83994"/>
                  <a:pt x="442701" y="78147"/>
                </a:cubicBezTo>
                <a:cubicBezTo>
                  <a:pt x="442701" y="74719"/>
                  <a:pt x="443481" y="71587"/>
                  <a:pt x="445041" y="68752"/>
                </a:cubicBezTo>
                <a:cubicBezTo>
                  <a:pt x="446600" y="65915"/>
                  <a:pt x="448643" y="63639"/>
                  <a:pt x="451170" y="61924"/>
                </a:cubicBezTo>
                <a:cubicBezTo>
                  <a:pt x="453696" y="60209"/>
                  <a:pt x="456541" y="58913"/>
                  <a:pt x="459704" y="58034"/>
                </a:cubicBezTo>
                <a:cubicBezTo>
                  <a:pt x="462033" y="57418"/>
                  <a:pt x="465548" y="56824"/>
                  <a:pt x="470249" y="56253"/>
                </a:cubicBezTo>
                <a:cubicBezTo>
                  <a:pt x="479827" y="55118"/>
                  <a:pt x="486878" y="53766"/>
                  <a:pt x="491404" y="52195"/>
                </a:cubicBezTo>
                <a:cubicBezTo>
                  <a:pt x="491448" y="50577"/>
                  <a:pt x="491469" y="49548"/>
                  <a:pt x="491469" y="49110"/>
                </a:cubicBezTo>
                <a:cubicBezTo>
                  <a:pt x="491469" y="44295"/>
                  <a:pt x="490349" y="40903"/>
                  <a:pt x="488108" y="38934"/>
                </a:cubicBezTo>
                <a:cubicBezTo>
                  <a:pt x="485077" y="36264"/>
                  <a:pt x="480573" y="34929"/>
                  <a:pt x="474598" y="34929"/>
                </a:cubicBezTo>
                <a:cubicBezTo>
                  <a:pt x="469018" y="34929"/>
                  <a:pt x="464899" y="35906"/>
                  <a:pt x="462241" y="37861"/>
                </a:cubicBezTo>
                <a:cubicBezTo>
                  <a:pt x="459583" y="39817"/>
                  <a:pt x="457617" y="43276"/>
                  <a:pt x="456343" y="48241"/>
                </a:cubicBezTo>
                <a:lnTo>
                  <a:pt x="444744" y="46660"/>
                </a:lnTo>
                <a:cubicBezTo>
                  <a:pt x="445799" y="41680"/>
                  <a:pt x="447534" y="37658"/>
                  <a:pt x="449950" y="34595"/>
                </a:cubicBezTo>
                <a:cubicBezTo>
                  <a:pt x="452367" y="31532"/>
                  <a:pt x="455860" y="29175"/>
                  <a:pt x="460429" y="27523"/>
                </a:cubicBezTo>
                <a:cubicBezTo>
                  <a:pt x="464998" y="25870"/>
                  <a:pt x="470293" y="25043"/>
                  <a:pt x="476312" y="25043"/>
                </a:cubicBezTo>
                <a:cubicBezTo>
                  <a:pt x="482287" y="25043"/>
                  <a:pt x="487142" y="25746"/>
                  <a:pt x="490876" y="27152"/>
                </a:cubicBezTo>
                <a:cubicBezTo>
                  <a:pt x="494611" y="28558"/>
                  <a:pt x="497357" y="30326"/>
                  <a:pt x="499114" y="32457"/>
                </a:cubicBezTo>
                <a:cubicBezTo>
                  <a:pt x="500872" y="34588"/>
                  <a:pt x="502102" y="37279"/>
                  <a:pt x="502805" y="40531"/>
                </a:cubicBezTo>
                <a:cubicBezTo>
                  <a:pt x="503200" y="42552"/>
                  <a:pt x="503398" y="46198"/>
                  <a:pt x="503398" y="51470"/>
                </a:cubicBezTo>
                <a:lnTo>
                  <a:pt x="503398" y="67287"/>
                </a:lnTo>
                <a:cubicBezTo>
                  <a:pt x="503398" y="78315"/>
                  <a:pt x="503651" y="85290"/>
                  <a:pt x="504156" y="88212"/>
                </a:cubicBezTo>
                <a:cubicBezTo>
                  <a:pt x="504661" y="91133"/>
                  <a:pt x="505661" y="93934"/>
                  <a:pt x="507154" y="96614"/>
                </a:cubicBezTo>
                <a:lnTo>
                  <a:pt x="494765" y="96614"/>
                </a:lnTo>
                <a:cubicBezTo>
                  <a:pt x="493534" y="94151"/>
                  <a:pt x="492744" y="91271"/>
                  <a:pt x="492392" y="87973"/>
                </a:cubicBezTo>
                <a:moveTo>
                  <a:pt x="491404" y="61422"/>
                </a:moveTo>
                <a:cubicBezTo>
                  <a:pt x="487098" y="63194"/>
                  <a:pt x="480639" y="64701"/>
                  <a:pt x="472028" y="65940"/>
                </a:cubicBezTo>
                <a:cubicBezTo>
                  <a:pt x="467151" y="66646"/>
                  <a:pt x="463702" y="67440"/>
                  <a:pt x="461681" y="68323"/>
                </a:cubicBezTo>
                <a:cubicBezTo>
                  <a:pt x="459660" y="69205"/>
                  <a:pt x="458100" y="70495"/>
                  <a:pt x="457002" y="72195"/>
                </a:cubicBezTo>
                <a:cubicBezTo>
                  <a:pt x="455904" y="73893"/>
                  <a:pt x="455354" y="75779"/>
                  <a:pt x="455354" y="77852"/>
                </a:cubicBezTo>
                <a:cubicBezTo>
                  <a:pt x="455354" y="81028"/>
                  <a:pt x="456552" y="83675"/>
                  <a:pt x="458946" y="85794"/>
                </a:cubicBezTo>
                <a:cubicBezTo>
                  <a:pt x="461341" y="87911"/>
                  <a:pt x="464845" y="88969"/>
                  <a:pt x="469458" y="88969"/>
                </a:cubicBezTo>
                <a:cubicBezTo>
                  <a:pt x="474027" y="88969"/>
                  <a:pt x="478091" y="87965"/>
                  <a:pt x="481650" y="85956"/>
                </a:cubicBezTo>
                <a:cubicBezTo>
                  <a:pt x="485209" y="83948"/>
                  <a:pt x="487823" y="81200"/>
                  <a:pt x="489492" y="77712"/>
                </a:cubicBezTo>
                <a:cubicBezTo>
                  <a:pt x="490767" y="75018"/>
                  <a:pt x="491404" y="71045"/>
                  <a:pt x="491404" y="65792"/>
                </a:cubicBezTo>
                <a:lnTo>
                  <a:pt x="491404" y="61422"/>
                </a:lnTo>
                <a:close/>
                <a:moveTo>
                  <a:pt x="521500" y="96614"/>
                </a:moveTo>
                <a:lnTo>
                  <a:pt x="521500" y="0"/>
                </a:lnTo>
                <a:lnTo>
                  <a:pt x="533363" y="0"/>
                </a:lnTo>
                <a:lnTo>
                  <a:pt x="533363" y="96614"/>
                </a:lnTo>
                <a:lnTo>
                  <a:pt x="521500" y="96614"/>
                </a:lnTo>
                <a:close/>
                <a:moveTo>
                  <a:pt x="634920" y="70912"/>
                </a:moveTo>
                <a:lnTo>
                  <a:pt x="646585" y="72428"/>
                </a:lnTo>
                <a:cubicBezTo>
                  <a:pt x="645311" y="80488"/>
                  <a:pt x="642048" y="86799"/>
                  <a:pt x="636798" y="91358"/>
                </a:cubicBezTo>
                <a:cubicBezTo>
                  <a:pt x="631548" y="95917"/>
                  <a:pt x="625100" y="98196"/>
                  <a:pt x="617456" y="98196"/>
                </a:cubicBezTo>
                <a:cubicBezTo>
                  <a:pt x="607878" y="98196"/>
                  <a:pt x="600178" y="95065"/>
                  <a:pt x="594356" y="88805"/>
                </a:cubicBezTo>
                <a:cubicBezTo>
                  <a:pt x="588535" y="82544"/>
                  <a:pt x="585624" y="73570"/>
                  <a:pt x="585624" y="61883"/>
                </a:cubicBezTo>
                <a:cubicBezTo>
                  <a:pt x="585624" y="54326"/>
                  <a:pt x="586876" y="47714"/>
                  <a:pt x="589381" y="42046"/>
                </a:cubicBezTo>
                <a:cubicBezTo>
                  <a:pt x="591885" y="36379"/>
                  <a:pt x="595697" y="32128"/>
                  <a:pt x="600815" y="29294"/>
                </a:cubicBezTo>
                <a:cubicBezTo>
                  <a:pt x="605933" y="26460"/>
                  <a:pt x="611502" y="25043"/>
                  <a:pt x="617521" y="25043"/>
                </a:cubicBezTo>
                <a:cubicBezTo>
                  <a:pt x="625122" y="25043"/>
                  <a:pt x="631339" y="26972"/>
                  <a:pt x="636172" y="30828"/>
                </a:cubicBezTo>
                <a:cubicBezTo>
                  <a:pt x="641005" y="34684"/>
                  <a:pt x="644102" y="40158"/>
                  <a:pt x="645464" y="47253"/>
                </a:cubicBezTo>
                <a:lnTo>
                  <a:pt x="633931" y="49032"/>
                </a:lnTo>
                <a:cubicBezTo>
                  <a:pt x="632833" y="44353"/>
                  <a:pt x="630889" y="40833"/>
                  <a:pt x="628099" y="38471"/>
                </a:cubicBezTo>
                <a:cubicBezTo>
                  <a:pt x="625309" y="36109"/>
                  <a:pt x="621937" y="34929"/>
                  <a:pt x="617983" y="34929"/>
                </a:cubicBezTo>
                <a:cubicBezTo>
                  <a:pt x="612008" y="34929"/>
                  <a:pt x="607153" y="37060"/>
                  <a:pt x="603418" y="41323"/>
                </a:cubicBezTo>
                <a:cubicBezTo>
                  <a:pt x="599684" y="45585"/>
                  <a:pt x="597816" y="52329"/>
                  <a:pt x="597816" y="61554"/>
                </a:cubicBezTo>
                <a:cubicBezTo>
                  <a:pt x="597816" y="70911"/>
                  <a:pt x="599618" y="77710"/>
                  <a:pt x="603220" y="81951"/>
                </a:cubicBezTo>
                <a:cubicBezTo>
                  <a:pt x="606823" y="86190"/>
                  <a:pt x="611524" y="88310"/>
                  <a:pt x="617324" y="88310"/>
                </a:cubicBezTo>
                <a:cubicBezTo>
                  <a:pt x="621981" y="88310"/>
                  <a:pt x="625869" y="86888"/>
                  <a:pt x="628989" y="84043"/>
                </a:cubicBezTo>
                <a:cubicBezTo>
                  <a:pt x="632108" y="81198"/>
                  <a:pt x="634085" y="76821"/>
                  <a:pt x="634920" y="70912"/>
                </a:cubicBezTo>
                <a:close/>
                <a:moveTo>
                  <a:pt x="652318" y="61620"/>
                </a:moveTo>
                <a:cubicBezTo>
                  <a:pt x="652318" y="48659"/>
                  <a:pt x="655921" y="39059"/>
                  <a:pt x="663127" y="32820"/>
                </a:cubicBezTo>
                <a:cubicBezTo>
                  <a:pt x="669146" y="27635"/>
                  <a:pt x="676483" y="25043"/>
                  <a:pt x="685138" y="25043"/>
                </a:cubicBezTo>
                <a:cubicBezTo>
                  <a:pt x="694760" y="25043"/>
                  <a:pt x="702625" y="28196"/>
                  <a:pt x="708732" y="34500"/>
                </a:cubicBezTo>
                <a:cubicBezTo>
                  <a:pt x="714839" y="40805"/>
                  <a:pt x="717892" y="49515"/>
                  <a:pt x="717892" y="60631"/>
                </a:cubicBezTo>
                <a:cubicBezTo>
                  <a:pt x="717892" y="69638"/>
                  <a:pt x="716541" y="76722"/>
                  <a:pt x="713839" y="81885"/>
                </a:cubicBezTo>
                <a:cubicBezTo>
                  <a:pt x="711137" y="87047"/>
                  <a:pt x="707205" y="91056"/>
                  <a:pt x="702042" y="93912"/>
                </a:cubicBezTo>
                <a:cubicBezTo>
                  <a:pt x="696880" y="96768"/>
                  <a:pt x="691245" y="98196"/>
                  <a:pt x="685138" y="98196"/>
                </a:cubicBezTo>
                <a:cubicBezTo>
                  <a:pt x="675341" y="98196"/>
                  <a:pt x="667421" y="95054"/>
                  <a:pt x="661380" y="88772"/>
                </a:cubicBezTo>
                <a:cubicBezTo>
                  <a:pt x="655339" y="82489"/>
                  <a:pt x="652318" y="73438"/>
                  <a:pt x="652318" y="61620"/>
                </a:cubicBezTo>
                <a:moveTo>
                  <a:pt x="664511" y="61587"/>
                </a:moveTo>
                <a:cubicBezTo>
                  <a:pt x="664511" y="70516"/>
                  <a:pt x="666466" y="77203"/>
                  <a:pt x="670376" y="81646"/>
                </a:cubicBezTo>
                <a:cubicBezTo>
                  <a:pt x="674286" y="86089"/>
                  <a:pt x="679207" y="88310"/>
                  <a:pt x="685138" y="88310"/>
                </a:cubicBezTo>
                <a:cubicBezTo>
                  <a:pt x="691026" y="88310"/>
                  <a:pt x="695924" y="86078"/>
                  <a:pt x="699835" y="81613"/>
                </a:cubicBezTo>
                <a:cubicBezTo>
                  <a:pt x="703745" y="77148"/>
                  <a:pt x="705700" y="70341"/>
                  <a:pt x="705700" y="61193"/>
                </a:cubicBezTo>
                <a:cubicBezTo>
                  <a:pt x="705700" y="52570"/>
                  <a:pt x="703734" y="46036"/>
                  <a:pt x="699802" y="41593"/>
                </a:cubicBezTo>
                <a:cubicBezTo>
                  <a:pt x="695870" y="37150"/>
                  <a:pt x="690982" y="34929"/>
                  <a:pt x="685138" y="34929"/>
                </a:cubicBezTo>
                <a:cubicBezTo>
                  <a:pt x="679207" y="34929"/>
                  <a:pt x="674286" y="37139"/>
                  <a:pt x="670376" y="41560"/>
                </a:cubicBezTo>
                <a:cubicBezTo>
                  <a:pt x="666466" y="45981"/>
                  <a:pt x="664511" y="52657"/>
                  <a:pt x="664511" y="61587"/>
                </a:cubicBezTo>
                <a:close/>
                <a:moveTo>
                  <a:pt x="731777" y="96614"/>
                </a:moveTo>
                <a:lnTo>
                  <a:pt x="731777" y="26625"/>
                </a:lnTo>
                <a:lnTo>
                  <a:pt x="742454" y="26625"/>
                </a:lnTo>
                <a:lnTo>
                  <a:pt x="742454" y="36510"/>
                </a:lnTo>
                <a:cubicBezTo>
                  <a:pt x="747594" y="28866"/>
                  <a:pt x="755019" y="25043"/>
                  <a:pt x="764729" y="25043"/>
                </a:cubicBezTo>
                <a:cubicBezTo>
                  <a:pt x="768947" y="25043"/>
                  <a:pt x="772824" y="25801"/>
                  <a:pt x="776361" y="27317"/>
                </a:cubicBezTo>
                <a:cubicBezTo>
                  <a:pt x="779898" y="28833"/>
                  <a:pt x="782545" y="30821"/>
                  <a:pt x="784302" y="33281"/>
                </a:cubicBezTo>
                <a:cubicBezTo>
                  <a:pt x="786060" y="35742"/>
                  <a:pt x="787290" y="38663"/>
                  <a:pt x="787993" y="42046"/>
                </a:cubicBezTo>
                <a:cubicBezTo>
                  <a:pt x="788432" y="44243"/>
                  <a:pt x="788652" y="48087"/>
                  <a:pt x="788652" y="53579"/>
                </a:cubicBezTo>
                <a:lnTo>
                  <a:pt x="788652" y="96614"/>
                </a:lnTo>
                <a:lnTo>
                  <a:pt x="776789" y="96614"/>
                </a:lnTo>
                <a:lnTo>
                  <a:pt x="776789" y="53995"/>
                </a:lnTo>
                <a:cubicBezTo>
                  <a:pt x="776789" y="49157"/>
                  <a:pt x="776328" y="45539"/>
                  <a:pt x="775405" y="43142"/>
                </a:cubicBezTo>
                <a:cubicBezTo>
                  <a:pt x="774483" y="40745"/>
                  <a:pt x="772846" y="38831"/>
                  <a:pt x="770496" y="37402"/>
                </a:cubicBezTo>
                <a:cubicBezTo>
                  <a:pt x="768145" y="35973"/>
                  <a:pt x="765388" y="35258"/>
                  <a:pt x="762225" y="35258"/>
                </a:cubicBezTo>
                <a:cubicBezTo>
                  <a:pt x="757172" y="35258"/>
                  <a:pt x="752811" y="36864"/>
                  <a:pt x="749143" y="40075"/>
                </a:cubicBezTo>
                <a:cubicBezTo>
                  <a:pt x="745474" y="43285"/>
                  <a:pt x="743640" y="49377"/>
                  <a:pt x="743640" y="58349"/>
                </a:cubicBezTo>
                <a:lnTo>
                  <a:pt x="743640" y="96614"/>
                </a:lnTo>
                <a:lnTo>
                  <a:pt x="731777" y="96614"/>
                </a:lnTo>
                <a:close/>
                <a:moveTo>
                  <a:pt x="802075" y="75657"/>
                </a:moveTo>
                <a:lnTo>
                  <a:pt x="813806" y="73812"/>
                </a:lnTo>
                <a:cubicBezTo>
                  <a:pt x="814465" y="78492"/>
                  <a:pt x="816300" y="82079"/>
                  <a:pt x="819309" y="84572"/>
                </a:cubicBezTo>
                <a:cubicBezTo>
                  <a:pt x="822319" y="87064"/>
                  <a:pt x="826526" y="88310"/>
                  <a:pt x="831930" y="88310"/>
                </a:cubicBezTo>
                <a:cubicBezTo>
                  <a:pt x="837378" y="88310"/>
                  <a:pt x="841420" y="87210"/>
                  <a:pt x="844056" y="85009"/>
                </a:cubicBezTo>
                <a:cubicBezTo>
                  <a:pt x="846692" y="82807"/>
                  <a:pt x="848010" y="80224"/>
                  <a:pt x="848010" y="77261"/>
                </a:cubicBezTo>
                <a:cubicBezTo>
                  <a:pt x="848010" y="74602"/>
                  <a:pt x="846846" y="72509"/>
                  <a:pt x="844517" y="70984"/>
                </a:cubicBezTo>
                <a:cubicBezTo>
                  <a:pt x="842892" y="69938"/>
                  <a:pt x="838849" y="68608"/>
                  <a:pt x="832391" y="66995"/>
                </a:cubicBezTo>
                <a:cubicBezTo>
                  <a:pt x="823692" y="64797"/>
                  <a:pt x="817662" y="62895"/>
                  <a:pt x="814300" y="61290"/>
                </a:cubicBezTo>
                <a:cubicBezTo>
                  <a:pt x="810939" y="59685"/>
                  <a:pt x="808391" y="57464"/>
                  <a:pt x="806656" y="54628"/>
                </a:cubicBezTo>
                <a:cubicBezTo>
                  <a:pt x="804920" y="51791"/>
                  <a:pt x="804053" y="48658"/>
                  <a:pt x="804053" y="45228"/>
                </a:cubicBezTo>
                <a:cubicBezTo>
                  <a:pt x="804053" y="42106"/>
                  <a:pt x="804766" y="39214"/>
                  <a:pt x="806194" y="36554"/>
                </a:cubicBezTo>
                <a:cubicBezTo>
                  <a:pt x="807622" y="33893"/>
                  <a:pt x="809566" y="31683"/>
                  <a:pt x="812027" y="29924"/>
                </a:cubicBezTo>
                <a:cubicBezTo>
                  <a:pt x="813872" y="28561"/>
                  <a:pt x="816387" y="27407"/>
                  <a:pt x="819573" y="26462"/>
                </a:cubicBezTo>
                <a:cubicBezTo>
                  <a:pt x="822758" y="25516"/>
                  <a:pt x="826174" y="25043"/>
                  <a:pt x="829821" y="25043"/>
                </a:cubicBezTo>
                <a:cubicBezTo>
                  <a:pt x="835313" y="25043"/>
                  <a:pt x="840135" y="25840"/>
                  <a:pt x="844286" y="27432"/>
                </a:cubicBezTo>
                <a:cubicBezTo>
                  <a:pt x="848438" y="29024"/>
                  <a:pt x="851503" y="31180"/>
                  <a:pt x="853480" y="33901"/>
                </a:cubicBezTo>
                <a:cubicBezTo>
                  <a:pt x="855457" y="36621"/>
                  <a:pt x="856819" y="40259"/>
                  <a:pt x="857566" y="44814"/>
                </a:cubicBezTo>
                <a:lnTo>
                  <a:pt x="845967" y="46396"/>
                </a:lnTo>
                <a:cubicBezTo>
                  <a:pt x="845440" y="42793"/>
                  <a:pt x="843913" y="39981"/>
                  <a:pt x="841387" y="37960"/>
                </a:cubicBezTo>
                <a:cubicBezTo>
                  <a:pt x="838860" y="35939"/>
                  <a:pt x="835291" y="34929"/>
                  <a:pt x="830677" y="34929"/>
                </a:cubicBezTo>
                <a:cubicBezTo>
                  <a:pt x="825229" y="34929"/>
                  <a:pt x="821341" y="35825"/>
                  <a:pt x="819013" y="37618"/>
                </a:cubicBezTo>
                <a:cubicBezTo>
                  <a:pt x="816684" y="39410"/>
                  <a:pt x="815520" y="41509"/>
                  <a:pt x="815520" y="43914"/>
                </a:cubicBezTo>
                <a:cubicBezTo>
                  <a:pt x="815520" y="45444"/>
                  <a:pt x="816003" y="46821"/>
                  <a:pt x="816970" y="48046"/>
                </a:cubicBezTo>
                <a:cubicBezTo>
                  <a:pt x="817936" y="49313"/>
                  <a:pt x="819452" y="50362"/>
                  <a:pt x="821517" y="51192"/>
                </a:cubicBezTo>
                <a:cubicBezTo>
                  <a:pt x="822703" y="51630"/>
                  <a:pt x="826196" y="52636"/>
                  <a:pt x="831996" y="54210"/>
                </a:cubicBezTo>
                <a:cubicBezTo>
                  <a:pt x="840387" y="56449"/>
                  <a:pt x="846242" y="58282"/>
                  <a:pt x="849559" y="59708"/>
                </a:cubicBezTo>
                <a:cubicBezTo>
                  <a:pt x="852876" y="61135"/>
                  <a:pt x="855479" y="63209"/>
                  <a:pt x="857368" y="65932"/>
                </a:cubicBezTo>
                <a:cubicBezTo>
                  <a:pt x="859257" y="68653"/>
                  <a:pt x="860202" y="72033"/>
                  <a:pt x="860202" y="76071"/>
                </a:cubicBezTo>
                <a:cubicBezTo>
                  <a:pt x="860202" y="80022"/>
                  <a:pt x="859049" y="83743"/>
                  <a:pt x="856742" y="87233"/>
                </a:cubicBezTo>
                <a:cubicBezTo>
                  <a:pt x="854436" y="90722"/>
                  <a:pt x="851107" y="93421"/>
                  <a:pt x="846758" y="95331"/>
                </a:cubicBezTo>
                <a:cubicBezTo>
                  <a:pt x="842408" y="97241"/>
                  <a:pt x="837487" y="98196"/>
                  <a:pt x="831996" y="98196"/>
                </a:cubicBezTo>
                <a:cubicBezTo>
                  <a:pt x="822901" y="98196"/>
                  <a:pt x="815970" y="96301"/>
                  <a:pt x="811203" y="92512"/>
                </a:cubicBezTo>
                <a:cubicBezTo>
                  <a:pt x="806436" y="88722"/>
                  <a:pt x="803393" y="83104"/>
                  <a:pt x="802075" y="75657"/>
                </a:cubicBezTo>
                <a:close/>
                <a:moveTo>
                  <a:pt x="874371" y="13708"/>
                </a:moveTo>
                <a:lnTo>
                  <a:pt x="874371" y="0"/>
                </a:lnTo>
                <a:lnTo>
                  <a:pt x="886234" y="0"/>
                </a:lnTo>
                <a:lnTo>
                  <a:pt x="886234" y="13708"/>
                </a:lnTo>
                <a:lnTo>
                  <a:pt x="874371" y="13708"/>
                </a:lnTo>
                <a:moveTo>
                  <a:pt x="874371" y="96614"/>
                </a:moveTo>
                <a:lnTo>
                  <a:pt x="874371" y="26625"/>
                </a:lnTo>
                <a:lnTo>
                  <a:pt x="886234" y="26625"/>
                </a:lnTo>
                <a:lnTo>
                  <a:pt x="886234" y="96614"/>
                </a:lnTo>
                <a:lnTo>
                  <a:pt x="874371" y="96614"/>
                </a:lnTo>
                <a:close/>
                <a:moveTo>
                  <a:pt x="949676" y="96614"/>
                </a:moveTo>
                <a:lnTo>
                  <a:pt x="949676" y="87783"/>
                </a:lnTo>
                <a:cubicBezTo>
                  <a:pt x="945239" y="94725"/>
                  <a:pt x="938714" y="98196"/>
                  <a:pt x="930103" y="98196"/>
                </a:cubicBezTo>
                <a:cubicBezTo>
                  <a:pt x="924523" y="98196"/>
                  <a:pt x="919393" y="96658"/>
                  <a:pt x="914714" y="93583"/>
                </a:cubicBezTo>
                <a:cubicBezTo>
                  <a:pt x="910035" y="90507"/>
                  <a:pt x="906410" y="86212"/>
                  <a:pt x="903840" y="80699"/>
                </a:cubicBezTo>
                <a:cubicBezTo>
                  <a:pt x="901270" y="75185"/>
                  <a:pt x="899985" y="68847"/>
                  <a:pt x="899985" y="61685"/>
                </a:cubicBezTo>
                <a:cubicBezTo>
                  <a:pt x="899985" y="54700"/>
                  <a:pt x="901149" y="48362"/>
                  <a:pt x="903478" y="42672"/>
                </a:cubicBezTo>
                <a:cubicBezTo>
                  <a:pt x="905806" y="36983"/>
                  <a:pt x="909299" y="32622"/>
                  <a:pt x="913956" y="29591"/>
                </a:cubicBezTo>
                <a:cubicBezTo>
                  <a:pt x="918614" y="26559"/>
                  <a:pt x="923820" y="25043"/>
                  <a:pt x="929575" y="25043"/>
                </a:cubicBezTo>
                <a:cubicBezTo>
                  <a:pt x="933793" y="25043"/>
                  <a:pt x="937550" y="25933"/>
                  <a:pt x="940845" y="27712"/>
                </a:cubicBezTo>
                <a:cubicBezTo>
                  <a:pt x="944140" y="29492"/>
                  <a:pt x="946820" y="31809"/>
                  <a:pt x="948885" y="34665"/>
                </a:cubicBezTo>
                <a:lnTo>
                  <a:pt x="948885" y="0"/>
                </a:lnTo>
                <a:lnTo>
                  <a:pt x="960682" y="0"/>
                </a:lnTo>
                <a:lnTo>
                  <a:pt x="960682" y="96614"/>
                </a:lnTo>
                <a:lnTo>
                  <a:pt x="949676" y="96614"/>
                </a:lnTo>
                <a:moveTo>
                  <a:pt x="912177" y="61652"/>
                </a:moveTo>
                <a:cubicBezTo>
                  <a:pt x="912177" y="70582"/>
                  <a:pt x="914066" y="77258"/>
                  <a:pt x="917845" y="81679"/>
                </a:cubicBezTo>
                <a:cubicBezTo>
                  <a:pt x="921623" y="86100"/>
                  <a:pt x="926083" y="88310"/>
                  <a:pt x="931223" y="88310"/>
                </a:cubicBezTo>
                <a:cubicBezTo>
                  <a:pt x="936407" y="88310"/>
                  <a:pt x="940812" y="86199"/>
                  <a:pt x="944437" y="81975"/>
                </a:cubicBezTo>
                <a:cubicBezTo>
                  <a:pt x="948061" y="77751"/>
                  <a:pt x="949874" y="71305"/>
                  <a:pt x="949874" y="62637"/>
                </a:cubicBezTo>
                <a:cubicBezTo>
                  <a:pt x="949874" y="53095"/>
                  <a:pt x="948028" y="46091"/>
                  <a:pt x="944338" y="41626"/>
                </a:cubicBezTo>
                <a:cubicBezTo>
                  <a:pt x="940647" y="37161"/>
                  <a:pt x="936100" y="34929"/>
                  <a:pt x="930696" y="34929"/>
                </a:cubicBezTo>
                <a:cubicBezTo>
                  <a:pt x="925424" y="34929"/>
                  <a:pt x="921019" y="37074"/>
                  <a:pt x="917482" y="41365"/>
                </a:cubicBezTo>
                <a:cubicBezTo>
                  <a:pt x="913945" y="45654"/>
                  <a:pt x="912177" y="52416"/>
                  <a:pt x="912177" y="61652"/>
                </a:cubicBezTo>
                <a:close/>
                <a:moveTo>
                  <a:pt x="1027224" y="74075"/>
                </a:moveTo>
                <a:lnTo>
                  <a:pt x="1039482" y="75591"/>
                </a:lnTo>
                <a:cubicBezTo>
                  <a:pt x="1037549" y="82753"/>
                  <a:pt x="1033968" y="88310"/>
                  <a:pt x="1028739" y="92265"/>
                </a:cubicBezTo>
                <a:cubicBezTo>
                  <a:pt x="1023511" y="96219"/>
                  <a:pt x="1016833" y="98196"/>
                  <a:pt x="1008705" y="98196"/>
                </a:cubicBezTo>
                <a:cubicBezTo>
                  <a:pt x="998468" y="98196"/>
                  <a:pt x="990351" y="95043"/>
                  <a:pt x="984354" y="88739"/>
                </a:cubicBezTo>
                <a:cubicBezTo>
                  <a:pt x="978356" y="82434"/>
                  <a:pt x="975358" y="73592"/>
                  <a:pt x="975358" y="62213"/>
                </a:cubicBezTo>
                <a:cubicBezTo>
                  <a:pt x="975358" y="50438"/>
                  <a:pt x="978389" y="41299"/>
                  <a:pt x="984452" y="34797"/>
                </a:cubicBezTo>
                <a:cubicBezTo>
                  <a:pt x="990516" y="28294"/>
                  <a:pt x="998380" y="25043"/>
                  <a:pt x="1008046" y="25043"/>
                </a:cubicBezTo>
                <a:cubicBezTo>
                  <a:pt x="1017404" y="25043"/>
                  <a:pt x="1025049" y="28224"/>
                  <a:pt x="1030980" y="34585"/>
                </a:cubicBezTo>
                <a:cubicBezTo>
                  <a:pt x="1036911" y="40944"/>
                  <a:pt x="1039877" y="49892"/>
                  <a:pt x="1039877" y="61428"/>
                </a:cubicBezTo>
                <a:cubicBezTo>
                  <a:pt x="1039877" y="62130"/>
                  <a:pt x="1039855" y="63182"/>
                  <a:pt x="1039811" y="64585"/>
                </a:cubicBezTo>
                <a:lnTo>
                  <a:pt x="987616" y="64585"/>
                </a:lnTo>
                <a:cubicBezTo>
                  <a:pt x="988055" y="72252"/>
                  <a:pt x="990230" y="78123"/>
                  <a:pt x="994140" y="82198"/>
                </a:cubicBezTo>
                <a:cubicBezTo>
                  <a:pt x="998051" y="86273"/>
                  <a:pt x="1002927" y="88310"/>
                  <a:pt x="1008771" y="88310"/>
                </a:cubicBezTo>
                <a:cubicBezTo>
                  <a:pt x="1013120" y="88310"/>
                  <a:pt x="1016833" y="87179"/>
                  <a:pt x="1019908" y="84916"/>
                </a:cubicBezTo>
                <a:cubicBezTo>
                  <a:pt x="1022984" y="82652"/>
                  <a:pt x="1025422" y="79039"/>
                  <a:pt x="1027224" y="74075"/>
                </a:cubicBezTo>
                <a:moveTo>
                  <a:pt x="988275" y="54700"/>
                </a:moveTo>
                <a:lnTo>
                  <a:pt x="1027355" y="54700"/>
                </a:lnTo>
                <a:cubicBezTo>
                  <a:pt x="1026828" y="48908"/>
                  <a:pt x="1025334" y="44565"/>
                  <a:pt x="1022874" y="41669"/>
                </a:cubicBezTo>
                <a:cubicBezTo>
                  <a:pt x="1019096" y="37176"/>
                  <a:pt x="1014197" y="34929"/>
                  <a:pt x="1008178" y="34929"/>
                </a:cubicBezTo>
                <a:cubicBezTo>
                  <a:pt x="1002730" y="34929"/>
                  <a:pt x="998149" y="36723"/>
                  <a:pt x="994437" y="40310"/>
                </a:cubicBezTo>
                <a:cubicBezTo>
                  <a:pt x="990724" y="43896"/>
                  <a:pt x="988670" y="48693"/>
                  <a:pt x="988275" y="54700"/>
                </a:cubicBezTo>
                <a:close/>
                <a:moveTo>
                  <a:pt x="1054223" y="96614"/>
                </a:moveTo>
                <a:lnTo>
                  <a:pt x="1054223" y="26625"/>
                </a:lnTo>
                <a:lnTo>
                  <a:pt x="1064899" y="26625"/>
                </a:lnTo>
                <a:lnTo>
                  <a:pt x="1064899" y="37169"/>
                </a:lnTo>
                <a:cubicBezTo>
                  <a:pt x="1067623" y="32232"/>
                  <a:pt x="1070139" y="28977"/>
                  <a:pt x="1072445" y="27403"/>
                </a:cubicBezTo>
                <a:cubicBezTo>
                  <a:pt x="1074752" y="25830"/>
                  <a:pt x="1077289" y="25043"/>
                  <a:pt x="1080057" y="25043"/>
                </a:cubicBezTo>
                <a:cubicBezTo>
                  <a:pt x="1084055" y="25043"/>
                  <a:pt x="1088119" y="26312"/>
                  <a:pt x="1092249" y="28849"/>
                </a:cubicBezTo>
                <a:lnTo>
                  <a:pt x="1088163" y="39806"/>
                </a:lnTo>
                <a:cubicBezTo>
                  <a:pt x="1085263" y="38092"/>
                  <a:pt x="1082364" y="37235"/>
                  <a:pt x="1079464" y="37235"/>
                </a:cubicBezTo>
                <a:cubicBezTo>
                  <a:pt x="1076872" y="37235"/>
                  <a:pt x="1074543" y="38017"/>
                  <a:pt x="1072478" y="39579"/>
                </a:cubicBezTo>
                <a:cubicBezTo>
                  <a:pt x="1070413" y="41140"/>
                  <a:pt x="1068941" y="43306"/>
                  <a:pt x="1068063" y="46077"/>
                </a:cubicBezTo>
                <a:cubicBezTo>
                  <a:pt x="1066745" y="50299"/>
                  <a:pt x="1066086" y="54917"/>
                  <a:pt x="1066086" y="59931"/>
                </a:cubicBezTo>
                <a:lnTo>
                  <a:pt x="1066086" y="96614"/>
                </a:lnTo>
                <a:lnTo>
                  <a:pt x="1054223" y="96614"/>
                </a:lnTo>
                <a:close/>
                <a:moveTo>
                  <a:pt x="1144971" y="87973"/>
                </a:moveTo>
                <a:cubicBezTo>
                  <a:pt x="1140577" y="91710"/>
                  <a:pt x="1136348" y="94348"/>
                  <a:pt x="1132284" y="95887"/>
                </a:cubicBezTo>
                <a:cubicBezTo>
                  <a:pt x="1128220" y="97426"/>
                  <a:pt x="1123860" y="98196"/>
                  <a:pt x="1119203" y="98196"/>
                </a:cubicBezTo>
                <a:cubicBezTo>
                  <a:pt x="1111514" y="98196"/>
                  <a:pt x="1105605" y="96316"/>
                  <a:pt x="1101475" y="92557"/>
                </a:cubicBezTo>
                <a:cubicBezTo>
                  <a:pt x="1097345" y="88798"/>
                  <a:pt x="1095280" y="83994"/>
                  <a:pt x="1095280" y="78147"/>
                </a:cubicBezTo>
                <a:cubicBezTo>
                  <a:pt x="1095280" y="74719"/>
                  <a:pt x="1096060" y="71587"/>
                  <a:pt x="1097619" y="68752"/>
                </a:cubicBezTo>
                <a:cubicBezTo>
                  <a:pt x="1099179" y="65915"/>
                  <a:pt x="1101222" y="63639"/>
                  <a:pt x="1103748" y="61924"/>
                </a:cubicBezTo>
                <a:cubicBezTo>
                  <a:pt x="1106275" y="60209"/>
                  <a:pt x="1109119" y="58913"/>
                  <a:pt x="1112283" y="58034"/>
                </a:cubicBezTo>
                <a:cubicBezTo>
                  <a:pt x="1114611" y="57418"/>
                  <a:pt x="1118126" y="56824"/>
                  <a:pt x="1122827" y="56253"/>
                </a:cubicBezTo>
                <a:cubicBezTo>
                  <a:pt x="1132405" y="55118"/>
                  <a:pt x="1139457" y="53766"/>
                  <a:pt x="1143982" y="52195"/>
                </a:cubicBezTo>
                <a:cubicBezTo>
                  <a:pt x="1144026" y="50577"/>
                  <a:pt x="1144048" y="49548"/>
                  <a:pt x="1144048" y="49110"/>
                </a:cubicBezTo>
                <a:cubicBezTo>
                  <a:pt x="1144048" y="44295"/>
                  <a:pt x="1142928" y="40903"/>
                  <a:pt x="1140687" y="38934"/>
                </a:cubicBezTo>
                <a:cubicBezTo>
                  <a:pt x="1137656" y="36264"/>
                  <a:pt x="1133152" y="34929"/>
                  <a:pt x="1127177" y="34929"/>
                </a:cubicBezTo>
                <a:cubicBezTo>
                  <a:pt x="1121597" y="34929"/>
                  <a:pt x="1117478" y="35906"/>
                  <a:pt x="1114820" y="37861"/>
                </a:cubicBezTo>
                <a:cubicBezTo>
                  <a:pt x="1112162" y="39817"/>
                  <a:pt x="1110196" y="43276"/>
                  <a:pt x="1108922" y="48241"/>
                </a:cubicBezTo>
                <a:lnTo>
                  <a:pt x="1097323" y="46660"/>
                </a:lnTo>
                <a:cubicBezTo>
                  <a:pt x="1098377" y="41680"/>
                  <a:pt x="1100113" y="37658"/>
                  <a:pt x="1102529" y="34595"/>
                </a:cubicBezTo>
                <a:cubicBezTo>
                  <a:pt x="1104946" y="31532"/>
                  <a:pt x="1108438" y="29175"/>
                  <a:pt x="1113008" y="27523"/>
                </a:cubicBezTo>
                <a:cubicBezTo>
                  <a:pt x="1117577" y="25870"/>
                  <a:pt x="1122871" y="25043"/>
                  <a:pt x="1128890" y="25043"/>
                </a:cubicBezTo>
                <a:cubicBezTo>
                  <a:pt x="1134866" y="25043"/>
                  <a:pt x="1139721" y="25746"/>
                  <a:pt x="1143455" y="27152"/>
                </a:cubicBezTo>
                <a:cubicBezTo>
                  <a:pt x="1147190" y="28558"/>
                  <a:pt x="1149936" y="30326"/>
                  <a:pt x="1151693" y="32457"/>
                </a:cubicBezTo>
                <a:cubicBezTo>
                  <a:pt x="1153450" y="34588"/>
                  <a:pt x="1154681" y="37279"/>
                  <a:pt x="1155384" y="40531"/>
                </a:cubicBezTo>
                <a:cubicBezTo>
                  <a:pt x="1155779" y="42552"/>
                  <a:pt x="1155977" y="46198"/>
                  <a:pt x="1155977" y="51470"/>
                </a:cubicBezTo>
                <a:lnTo>
                  <a:pt x="1155977" y="67287"/>
                </a:lnTo>
                <a:cubicBezTo>
                  <a:pt x="1155977" y="78315"/>
                  <a:pt x="1156229" y="85290"/>
                  <a:pt x="1156735" y="88212"/>
                </a:cubicBezTo>
                <a:cubicBezTo>
                  <a:pt x="1157240" y="91133"/>
                  <a:pt x="1158239" y="93934"/>
                  <a:pt x="1159733" y="96614"/>
                </a:cubicBezTo>
                <a:lnTo>
                  <a:pt x="1147343" y="96614"/>
                </a:lnTo>
                <a:cubicBezTo>
                  <a:pt x="1146113" y="94151"/>
                  <a:pt x="1145322" y="91271"/>
                  <a:pt x="1144971" y="87973"/>
                </a:cubicBezTo>
                <a:moveTo>
                  <a:pt x="1143982" y="61422"/>
                </a:moveTo>
                <a:cubicBezTo>
                  <a:pt x="1139677" y="63194"/>
                  <a:pt x="1133218" y="64701"/>
                  <a:pt x="1124607" y="65940"/>
                </a:cubicBezTo>
                <a:cubicBezTo>
                  <a:pt x="1119730" y="66646"/>
                  <a:pt x="1116281" y="67440"/>
                  <a:pt x="1114260" y="68323"/>
                </a:cubicBezTo>
                <a:cubicBezTo>
                  <a:pt x="1112239" y="69205"/>
                  <a:pt x="1110679" y="70495"/>
                  <a:pt x="1109581" y="72195"/>
                </a:cubicBezTo>
                <a:cubicBezTo>
                  <a:pt x="1108482" y="73893"/>
                  <a:pt x="1107933" y="75779"/>
                  <a:pt x="1107933" y="77852"/>
                </a:cubicBezTo>
                <a:cubicBezTo>
                  <a:pt x="1107933" y="81028"/>
                  <a:pt x="1109130" y="83675"/>
                  <a:pt x="1111525" y="85794"/>
                </a:cubicBezTo>
                <a:cubicBezTo>
                  <a:pt x="1113919" y="87911"/>
                  <a:pt x="1117423" y="88969"/>
                  <a:pt x="1122037" y="88969"/>
                </a:cubicBezTo>
                <a:cubicBezTo>
                  <a:pt x="1126606" y="88969"/>
                  <a:pt x="1130670" y="87965"/>
                  <a:pt x="1134229" y="85956"/>
                </a:cubicBezTo>
                <a:cubicBezTo>
                  <a:pt x="1137787" y="83948"/>
                  <a:pt x="1140402" y="81200"/>
                  <a:pt x="1142071" y="77712"/>
                </a:cubicBezTo>
                <a:cubicBezTo>
                  <a:pt x="1143345" y="75018"/>
                  <a:pt x="1143982" y="71045"/>
                  <a:pt x="1143982" y="65792"/>
                </a:cubicBezTo>
                <a:lnTo>
                  <a:pt x="1143982" y="61422"/>
                </a:lnTo>
                <a:close/>
                <a:moveTo>
                  <a:pt x="1200243" y="86136"/>
                </a:moveTo>
                <a:lnTo>
                  <a:pt x="1201957" y="96614"/>
                </a:lnTo>
                <a:cubicBezTo>
                  <a:pt x="1198618" y="97229"/>
                  <a:pt x="1195630" y="97537"/>
                  <a:pt x="1192994" y="97537"/>
                </a:cubicBezTo>
                <a:cubicBezTo>
                  <a:pt x="1188688" y="97537"/>
                  <a:pt x="1185349" y="96856"/>
                  <a:pt x="1182977" y="95494"/>
                </a:cubicBezTo>
                <a:cubicBezTo>
                  <a:pt x="1180604" y="94132"/>
                  <a:pt x="1178935" y="92341"/>
                  <a:pt x="1177968" y="90123"/>
                </a:cubicBezTo>
                <a:cubicBezTo>
                  <a:pt x="1177001" y="87904"/>
                  <a:pt x="1176518" y="83236"/>
                  <a:pt x="1176518" y="76118"/>
                </a:cubicBezTo>
                <a:lnTo>
                  <a:pt x="1176518" y="35851"/>
                </a:lnTo>
                <a:lnTo>
                  <a:pt x="1167819" y="35851"/>
                </a:lnTo>
                <a:lnTo>
                  <a:pt x="1167819" y="26625"/>
                </a:lnTo>
                <a:lnTo>
                  <a:pt x="1176518" y="26625"/>
                </a:lnTo>
                <a:lnTo>
                  <a:pt x="1176518" y="9245"/>
                </a:lnTo>
                <a:lnTo>
                  <a:pt x="1188315" y="2109"/>
                </a:lnTo>
                <a:lnTo>
                  <a:pt x="1188315" y="26625"/>
                </a:lnTo>
                <a:lnTo>
                  <a:pt x="1200243" y="26625"/>
                </a:lnTo>
                <a:lnTo>
                  <a:pt x="1200243" y="35851"/>
                </a:lnTo>
                <a:lnTo>
                  <a:pt x="1188315" y="35851"/>
                </a:lnTo>
                <a:lnTo>
                  <a:pt x="1188315" y="76777"/>
                </a:lnTo>
                <a:cubicBezTo>
                  <a:pt x="1188315" y="80160"/>
                  <a:pt x="1188523" y="82335"/>
                  <a:pt x="1188941" y="83302"/>
                </a:cubicBezTo>
                <a:cubicBezTo>
                  <a:pt x="1189358" y="84268"/>
                  <a:pt x="1190039" y="85037"/>
                  <a:pt x="1190984" y="85608"/>
                </a:cubicBezTo>
                <a:cubicBezTo>
                  <a:pt x="1191928" y="86179"/>
                  <a:pt x="1193279" y="86465"/>
                  <a:pt x="1195037" y="86465"/>
                </a:cubicBezTo>
                <a:cubicBezTo>
                  <a:pt x="1196355" y="86465"/>
                  <a:pt x="1198090" y="86355"/>
                  <a:pt x="1200243" y="86136"/>
                </a:cubicBezTo>
                <a:close/>
                <a:moveTo>
                  <a:pt x="1211931" y="13708"/>
                </a:moveTo>
                <a:lnTo>
                  <a:pt x="1211931" y="0"/>
                </a:lnTo>
                <a:lnTo>
                  <a:pt x="1223794" y="0"/>
                </a:lnTo>
                <a:lnTo>
                  <a:pt x="1223794" y="13708"/>
                </a:lnTo>
                <a:lnTo>
                  <a:pt x="1211931" y="13708"/>
                </a:lnTo>
                <a:moveTo>
                  <a:pt x="1211931" y="96614"/>
                </a:moveTo>
                <a:lnTo>
                  <a:pt x="1211931" y="26625"/>
                </a:lnTo>
                <a:lnTo>
                  <a:pt x="1223794" y="26625"/>
                </a:lnTo>
                <a:lnTo>
                  <a:pt x="1223794" y="96614"/>
                </a:lnTo>
                <a:lnTo>
                  <a:pt x="1211931" y="96614"/>
                </a:lnTo>
                <a:close/>
                <a:moveTo>
                  <a:pt x="1237413" y="61620"/>
                </a:moveTo>
                <a:cubicBezTo>
                  <a:pt x="1237413" y="48659"/>
                  <a:pt x="1241015" y="39059"/>
                  <a:pt x="1248221" y="32820"/>
                </a:cubicBezTo>
                <a:cubicBezTo>
                  <a:pt x="1254240" y="27635"/>
                  <a:pt x="1261577" y="25043"/>
                  <a:pt x="1270233" y="25043"/>
                </a:cubicBezTo>
                <a:cubicBezTo>
                  <a:pt x="1279854" y="25043"/>
                  <a:pt x="1287719" y="28196"/>
                  <a:pt x="1293826" y="34500"/>
                </a:cubicBezTo>
                <a:cubicBezTo>
                  <a:pt x="1299933" y="40805"/>
                  <a:pt x="1302986" y="49515"/>
                  <a:pt x="1302986" y="60631"/>
                </a:cubicBezTo>
                <a:cubicBezTo>
                  <a:pt x="1302986" y="69638"/>
                  <a:pt x="1301635" y="76722"/>
                  <a:pt x="1298933" y="81885"/>
                </a:cubicBezTo>
                <a:cubicBezTo>
                  <a:pt x="1296231" y="87047"/>
                  <a:pt x="1292299" y="91056"/>
                  <a:pt x="1287137" y="93912"/>
                </a:cubicBezTo>
                <a:cubicBezTo>
                  <a:pt x="1281974" y="96768"/>
                  <a:pt x="1276340" y="98196"/>
                  <a:pt x="1270233" y="98196"/>
                </a:cubicBezTo>
                <a:cubicBezTo>
                  <a:pt x="1260435" y="98196"/>
                  <a:pt x="1252516" y="95054"/>
                  <a:pt x="1246474" y="88772"/>
                </a:cubicBezTo>
                <a:cubicBezTo>
                  <a:pt x="1240433" y="82489"/>
                  <a:pt x="1237413" y="73438"/>
                  <a:pt x="1237413" y="61620"/>
                </a:cubicBezTo>
                <a:moveTo>
                  <a:pt x="1249605" y="61587"/>
                </a:moveTo>
                <a:cubicBezTo>
                  <a:pt x="1249605" y="70516"/>
                  <a:pt x="1251560" y="77203"/>
                  <a:pt x="1255470" y="81646"/>
                </a:cubicBezTo>
                <a:cubicBezTo>
                  <a:pt x="1259380" y="86089"/>
                  <a:pt x="1264301" y="88310"/>
                  <a:pt x="1270233" y="88310"/>
                </a:cubicBezTo>
                <a:cubicBezTo>
                  <a:pt x="1276120" y="88310"/>
                  <a:pt x="1281019" y="86078"/>
                  <a:pt x="1284929" y="81613"/>
                </a:cubicBezTo>
                <a:cubicBezTo>
                  <a:pt x="1288839" y="77148"/>
                  <a:pt x="1290794" y="70341"/>
                  <a:pt x="1290794" y="61193"/>
                </a:cubicBezTo>
                <a:cubicBezTo>
                  <a:pt x="1290794" y="52570"/>
                  <a:pt x="1288828" y="46036"/>
                  <a:pt x="1284896" y="41593"/>
                </a:cubicBezTo>
                <a:cubicBezTo>
                  <a:pt x="1280964" y="37150"/>
                  <a:pt x="1276076" y="34929"/>
                  <a:pt x="1270233" y="34929"/>
                </a:cubicBezTo>
                <a:cubicBezTo>
                  <a:pt x="1264301" y="34929"/>
                  <a:pt x="1259380" y="37139"/>
                  <a:pt x="1255470" y="41560"/>
                </a:cubicBezTo>
                <a:cubicBezTo>
                  <a:pt x="1251560" y="45981"/>
                  <a:pt x="1249605" y="52657"/>
                  <a:pt x="1249605" y="61587"/>
                </a:cubicBezTo>
                <a:close/>
                <a:moveTo>
                  <a:pt x="1316872" y="96614"/>
                </a:moveTo>
                <a:lnTo>
                  <a:pt x="1316872" y="26625"/>
                </a:lnTo>
                <a:lnTo>
                  <a:pt x="1327548" y="26625"/>
                </a:lnTo>
                <a:lnTo>
                  <a:pt x="1327548" y="36510"/>
                </a:lnTo>
                <a:cubicBezTo>
                  <a:pt x="1332688" y="28866"/>
                  <a:pt x="1340114" y="25043"/>
                  <a:pt x="1349823" y="25043"/>
                </a:cubicBezTo>
                <a:cubicBezTo>
                  <a:pt x="1354041" y="25043"/>
                  <a:pt x="1357918" y="25801"/>
                  <a:pt x="1361455" y="27317"/>
                </a:cubicBezTo>
                <a:cubicBezTo>
                  <a:pt x="1364992" y="28833"/>
                  <a:pt x="1367639" y="30821"/>
                  <a:pt x="1369397" y="33281"/>
                </a:cubicBezTo>
                <a:cubicBezTo>
                  <a:pt x="1371154" y="35742"/>
                  <a:pt x="1372384" y="38663"/>
                  <a:pt x="1373087" y="42046"/>
                </a:cubicBezTo>
                <a:cubicBezTo>
                  <a:pt x="1373526" y="44243"/>
                  <a:pt x="1373746" y="48087"/>
                  <a:pt x="1373746" y="53579"/>
                </a:cubicBezTo>
                <a:lnTo>
                  <a:pt x="1373746" y="96614"/>
                </a:lnTo>
                <a:lnTo>
                  <a:pt x="1361884" y="96614"/>
                </a:lnTo>
                <a:lnTo>
                  <a:pt x="1361884" y="53995"/>
                </a:lnTo>
                <a:cubicBezTo>
                  <a:pt x="1361884" y="49157"/>
                  <a:pt x="1361422" y="45539"/>
                  <a:pt x="1360500" y="43142"/>
                </a:cubicBezTo>
                <a:cubicBezTo>
                  <a:pt x="1359577" y="40745"/>
                  <a:pt x="1357940" y="38831"/>
                  <a:pt x="1355590" y="37402"/>
                </a:cubicBezTo>
                <a:cubicBezTo>
                  <a:pt x="1353239" y="35973"/>
                  <a:pt x="1350482" y="35258"/>
                  <a:pt x="1347319" y="35258"/>
                </a:cubicBezTo>
                <a:cubicBezTo>
                  <a:pt x="1342266" y="35258"/>
                  <a:pt x="1337906" y="36864"/>
                  <a:pt x="1334237" y="40075"/>
                </a:cubicBezTo>
                <a:cubicBezTo>
                  <a:pt x="1330569" y="43285"/>
                  <a:pt x="1328734" y="49377"/>
                  <a:pt x="1328734" y="58349"/>
                </a:cubicBezTo>
                <a:lnTo>
                  <a:pt x="1328734" y="96614"/>
                </a:lnTo>
                <a:lnTo>
                  <a:pt x="1316872" y="96614"/>
                </a:lnTo>
                <a:close/>
                <a:moveTo>
                  <a:pt x="1387169" y="75657"/>
                </a:moveTo>
                <a:lnTo>
                  <a:pt x="1398900" y="73812"/>
                </a:lnTo>
                <a:cubicBezTo>
                  <a:pt x="1399559" y="78492"/>
                  <a:pt x="1401394" y="82079"/>
                  <a:pt x="1404403" y="84572"/>
                </a:cubicBezTo>
                <a:cubicBezTo>
                  <a:pt x="1407413" y="87064"/>
                  <a:pt x="1411620" y="88310"/>
                  <a:pt x="1417024" y="88310"/>
                </a:cubicBezTo>
                <a:cubicBezTo>
                  <a:pt x="1422472" y="88310"/>
                  <a:pt x="1426514" y="87210"/>
                  <a:pt x="1429150" y="85009"/>
                </a:cubicBezTo>
                <a:cubicBezTo>
                  <a:pt x="1431786" y="82807"/>
                  <a:pt x="1433104" y="80224"/>
                  <a:pt x="1433104" y="77261"/>
                </a:cubicBezTo>
                <a:cubicBezTo>
                  <a:pt x="1433104" y="74602"/>
                  <a:pt x="1431940" y="72509"/>
                  <a:pt x="1429611" y="70984"/>
                </a:cubicBezTo>
                <a:cubicBezTo>
                  <a:pt x="1427985" y="69938"/>
                  <a:pt x="1423943" y="68608"/>
                  <a:pt x="1417485" y="66995"/>
                </a:cubicBezTo>
                <a:cubicBezTo>
                  <a:pt x="1408786" y="64797"/>
                  <a:pt x="1402756" y="62895"/>
                  <a:pt x="1399394" y="61290"/>
                </a:cubicBezTo>
                <a:cubicBezTo>
                  <a:pt x="1396033" y="59685"/>
                  <a:pt x="1393485" y="57464"/>
                  <a:pt x="1391750" y="54628"/>
                </a:cubicBezTo>
                <a:cubicBezTo>
                  <a:pt x="1390014" y="51791"/>
                  <a:pt x="1389147" y="48658"/>
                  <a:pt x="1389147" y="45228"/>
                </a:cubicBezTo>
                <a:cubicBezTo>
                  <a:pt x="1389147" y="42106"/>
                  <a:pt x="1389860" y="39214"/>
                  <a:pt x="1391288" y="36554"/>
                </a:cubicBezTo>
                <a:cubicBezTo>
                  <a:pt x="1392716" y="33893"/>
                  <a:pt x="1394660" y="31683"/>
                  <a:pt x="1397121" y="29924"/>
                </a:cubicBezTo>
                <a:cubicBezTo>
                  <a:pt x="1398966" y="28561"/>
                  <a:pt x="1401481" y="27407"/>
                  <a:pt x="1404667" y="26462"/>
                </a:cubicBezTo>
                <a:cubicBezTo>
                  <a:pt x="1407852" y="25516"/>
                  <a:pt x="1411268" y="25043"/>
                  <a:pt x="1414915" y="25043"/>
                </a:cubicBezTo>
                <a:cubicBezTo>
                  <a:pt x="1420407" y="25043"/>
                  <a:pt x="1425229" y="25840"/>
                  <a:pt x="1429380" y="27432"/>
                </a:cubicBezTo>
                <a:cubicBezTo>
                  <a:pt x="1433532" y="29024"/>
                  <a:pt x="1436597" y="31180"/>
                  <a:pt x="1438574" y="33901"/>
                </a:cubicBezTo>
                <a:cubicBezTo>
                  <a:pt x="1440551" y="36621"/>
                  <a:pt x="1441913" y="40259"/>
                  <a:pt x="1442660" y="44814"/>
                </a:cubicBezTo>
                <a:lnTo>
                  <a:pt x="1431061" y="46396"/>
                </a:lnTo>
                <a:cubicBezTo>
                  <a:pt x="1430534" y="42793"/>
                  <a:pt x="1429007" y="39981"/>
                  <a:pt x="1426481" y="37960"/>
                </a:cubicBezTo>
                <a:cubicBezTo>
                  <a:pt x="1423954" y="35939"/>
                  <a:pt x="1420385" y="34929"/>
                  <a:pt x="1415771" y="34929"/>
                </a:cubicBezTo>
                <a:cubicBezTo>
                  <a:pt x="1410323" y="34929"/>
                  <a:pt x="1406435" y="35825"/>
                  <a:pt x="1404107" y="37618"/>
                </a:cubicBezTo>
                <a:cubicBezTo>
                  <a:pt x="1401778" y="39410"/>
                  <a:pt x="1400614" y="41509"/>
                  <a:pt x="1400614" y="43914"/>
                </a:cubicBezTo>
                <a:cubicBezTo>
                  <a:pt x="1400614" y="45444"/>
                  <a:pt x="1401097" y="46821"/>
                  <a:pt x="1402064" y="48046"/>
                </a:cubicBezTo>
                <a:cubicBezTo>
                  <a:pt x="1403030" y="49313"/>
                  <a:pt x="1404546" y="50362"/>
                  <a:pt x="1406611" y="51192"/>
                </a:cubicBezTo>
                <a:cubicBezTo>
                  <a:pt x="1407797" y="51630"/>
                  <a:pt x="1411290" y="52636"/>
                  <a:pt x="1417089" y="54210"/>
                </a:cubicBezTo>
                <a:cubicBezTo>
                  <a:pt x="1425481" y="56449"/>
                  <a:pt x="1431336" y="58282"/>
                  <a:pt x="1434653" y="59708"/>
                </a:cubicBezTo>
                <a:cubicBezTo>
                  <a:pt x="1437970" y="61135"/>
                  <a:pt x="1440573" y="63209"/>
                  <a:pt x="1442462" y="65932"/>
                </a:cubicBezTo>
                <a:cubicBezTo>
                  <a:pt x="1444351" y="68653"/>
                  <a:pt x="1445296" y="72033"/>
                  <a:pt x="1445296" y="76071"/>
                </a:cubicBezTo>
                <a:cubicBezTo>
                  <a:pt x="1445296" y="80022"/>
                  <a:pt x="1444143" y="83743"/>
                  <a:pt x="1441836" y="87233"/>
                </a:cubicBezTo>
                <a:cubicBezTo>
                  <a:pt x="1439530" y="90722"/>
                  <a:pt x="1436201" y="93421"/>
                  <a:pt x="1431852" y="95331"/>
                </a:cubicBezTo>
                <a:cubicBezTo>
                  <a:pt x="1427502" y="97241"/>
                  <a:pt x="1422581" y="98196"/>
                  <a:pt x="1417089" y="98196"/>
                </a:cubicBezTo>
                <a:cubicBezTo>
                  <a:pt x="1407995" y="98196"/>
                  <a:pt x="1401064" y="96301"/>
                  <a:pt x="1396297" y="92512"/>
                </a:cubicBezTo>
                <a:cubicBezTo>
                  <a:pt x="1391530" y="88722"/>
                  <a:pt x="1388487" y="83104"/>
                  <a:pt x="1387169" y="75657"/>
                </a:cubicBezTo>
                <a:close/>
                <a:moveTo>
                  <a:pt x="1462761" y="96614"/>
                </a:moveTo>
                <a:lnTo>
                  <a:pt x="1462761" y="83038"/>
                </a:lnTo>
                <a:lnTo>
                  <a:pt x="1476271" y="83038"/>
                </a:lnTo>
                <a:lnTo>
                  <a:pt x="1476271" y="96614"/>
                </a:lnTo>
                <a:lnTo>
                  <a:pt x="1462761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0CA23-5CEE-44A1-A915-DC6A723C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159" y="7001131"/>
            <a:ext cx="2699397" cy="548315"/>
          </a:xfrm>
          <a:custGeom xmlns:a="http://schemas.openxmlformats.org/drawingml/2006/main">
            <a:pathLst>
              <a:path w="2699397" h="548315">
                <a:moveTo>
                  <a:pt x="0" y="0"/>
                </a:moveTo>
                <a:lnTo>
                  <a:pt x="2699397" y="0"/>
                </a:lnTo>
                <a:lnTo>
                  <a:pt x="2699397" y="548315"/>
                </a:lnTo>
                <a:lnTo>
                  <a:pt x="0" y="5483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45A95-72EB-442A-9512-0046E882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159" y="7001131"/>
            <a:ext cx="2699397" cy="548315"/>
          </a:xfrm>
          <a:custGeom xmlns:a="http://schemas.openxmlformats.org/drawingml/2006/main">
            <a:pathLst>
              <a:path w="2699397" h="548315" fill="none">
                <a:moveTo>
                  <a:pt x="0" y="0"/>
                </a:moveTo>
                <a:lnTo>
                  <a:pt x="2699397" y="0"/>
                </a:lnTo>
                <a:lnTo>
                  <a:pt x="2699397" y="548315"/>
                </a:lnTo>
                <a:lnTo>
                  <a:pt x="0" y="5483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D79B00"/>
            </a:solidFill>
            <a:miter/>
          </a:ln>
        </p:spPr>
      </p:sp>
      <p:sp>
        <p:nvSpPr>
          <p:cNvPr id="83" name="Text Mutation">
            <a:extLst xmlns:a="http://schemas.openxmlformats.org/drawingml/2006/main">
              <a:ext uri="{FF2B5EF4-FFF2-40B4-BE49-F238E27FC236}">
                <a16:creationId xmlns:a16="http://schemas.microsoft.com/office/drawing/2014/main" id="{18C8D7C3-5A52-45AA-A5A0-677FFF78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68" y="7045813"/>
            <a:ext cx="543612" cy="98196"/>
          </a:xfrm>
          <a:custGeom xmlns:a="http://schemas.openxmlformats.org/drawingml/2006/main">
            <a:pathLst>
              <a:path w="543612" h="98196">
                <a:moveTo>
                  <a:pt x="0" y="96614"/>
                </a:moveTo>
                <a:lnTo>
                  <a:pt x="0" y="0"/>
                </a:lnTo>
                <a:lnTo>
                  <a:pt x="29195" y="0"/>
                </a:lnTo>
                <a:lnTo>
                  <a:pt x="46725" y="65903"/>
                </a:lnTo>
                <a:lnTo>
                  <a:pt x="64058" y="0"/>
                </a:lnTo>
                <a:lnTo>
                  <a:pt x="93319" y="0"/>
                </a:lnTo>
                <a:lnTo>
                  <a:pt x="93319" y="96614"/>
                </a:lnTo>
                <a:lnTo>
                  <a:pt x="75196" y="96614"/>
                </a:lnTo>
                <a:lnTo>
                  <a:pt x="75196" y="20562"/>
                </a:lnTo>
                <a:lnTo>
                  <a:pt x="56018" y="96614"/>
                </a:lnTo>
                <a:lnTo>
                  <a:pt x="37235" y="96614"/>
                </a:lnTo>
                <a:lnTo>
                  <a:pt x="18123" y="20562"/>
                </a:lnTo>
                <a:lnTo>
                  <a:pt x="18123" y="96614"/>
                </a:lnTo>
                <a:lnTo>
                  <a:pt x="0" y="96614"/>
                </a:lnTo>
                <a:close/>
                <a:moveTo>
                  <a:pt x="158628" y="96614"/>
                </a:moveTo>
                <a:lnTo>
                  <a:pt x="158628" y="86136"/>
                </a:lnTo>
                <a:cubicBezTo>
                  <a:pt x="156080" y="89870"/>
                  <a:pt x="152730" y="92814"/>
                  <a:pt x="148578" y="94967"/>
                </a:cubicBezTo>
                <a:cubicBezTo>
                  <a:pt x="144426" y="97119"/>
                  <a:pt x="140044" y="98196"/>
                  <a:pt x="135430" y="98196"/>
                </a:cubicBezTo>
                <a:cubicBezTo>
                  <a:pt x="130729" y="98196"/>
                  <a:pt x="126511" y="97163"/>
                  <a:pt x="122777" y="95098"/>
                </a:cubicBezTo>
                <a:cubicBezTo>
                  <a:pt x="119042" y="93033"/>
                  <a:pt x="116340" y="90134"/>
                  <a:pt x="114671" y="86399"/>
                </a:cubicBezTo>
                <a:cubicBezTo>
                  <a:pt x="113001" y="82665"/>
                  <a:pt x="112166" y="77502"/>
                  <a:pt x="112166" y="70912"/>
                </a:cubicBezTo>
                <a:lnTo>
                  <a:pt x="112166" y="26625"/>
                </a:lnTo>
                <a:lnTo>
                  <a:pt x="130685" y="26625"/>
                </a:lnTo>
                <a:lnTo>
                  <a:pt x="130685" y="58712"/>
                </a:lnTo>
                <a:cubicBezTo>
                  <a:pt x="130685" y="68531"/>
                  <a:pt x="131026" y="74548"/>
                  <a:pt x="131707" y="76761"/>
                </a:cubicBezTo>
                <a:cubicBezTo>
                  <a:pt x="132388" y="78974"/>
                  <a:pt x="133629" y="80727"/>
                  <a:pt x="135430" y="82021"/>
                </a:cubicBezTo>
                <a:cubicBezTo>
                  <a:pt x="137232" y="83314"/>
                  <a:pt x="139516" y="83961"/>
                  <a:pt x="142284" y="83961"/>
                </a:cubicBezTo>
                <a:cubicBezTo>
                  <a:pt x="145448" y="83961"/>
                  <a:pt x="148281" y="83095"/>
                  <a:pt x="150786" y="81364"/>
                </a:cubicBezTo>
                <a:cubicBezTo>
                  <a:pt x="153290" y="79632"/>
                  <a:pt x="155004" y="77484"/>
                  <a:pt x="155926" y="74920"/>
                </a:cubicBezTo>
                <a:cubicBezTo>
                  <a:pt x="156849" y="72355"/>
                  <a:pt x="157310" y="66076"/>
                  <a:pt x="157310" y="56082"/>
                </a:cubicBezTo>
                <a:lnTo>
                  <a:pt x="157310" y="26625"/>
                </a:lnTo>
                <a:lnTo>
                  <a:pt x="175829" y="26625"/>
                </a:lnTo>
                <a:lnTo>
                  <a:pt x="175829" y="96614"/>
                </a:lnTo>
                <a:lnTo>
                  <a:pt x="158628" y="96614"/>
                </a:lnTo>
                <a:close/>
                <a:moveTo>
                  <a:pt x="227123" y="26625"/>
                </a:moveTo>
                <a:lnTo>
                  <a:pt x="227123" y="41387"/>
                </a:lnTo>
                <a:lnTo>
                  <a:pt x="214470" y="41387"/>
                </a:lnTo>
                <a:lnTo>
                  <a:pt x="214470" y="69549"/>
                </a:lnTo>
                <a:cubicBezTo>
                  <a:pt x="214470" y="75252"/>
                  <a:pt x="214591" y="78575"/>
                  <a:pt x="214832" y="79518"/>
                </a:cubicBezTo>
                <a:cubicBezTo>
                  <a:pt x="215074" y="80460"/>
                  <a:pt x="215623" y="81239"/>
                  <a:pt x="216480" y="81854"/>
                </a:cubicBezTo>
                <a:cubicBezTo>
                  <a:pt x="217337" y="82468"/>
                  <a:pt x="218380" y="82774"/>
                  <a:pt x="219610" y="82774"/>
                </a:cubicBezTo>
                <a:cubicBezTo>
                  <a:pt x="221324" y="82774"/>
                  <a:pt x="223806" y="82181"/>
                  <a:pt x="227057" y="80995"/>
                </a:cubicBezTo>
                <a:lnTo>
                  <a:pt x="228639" y="95416"/>
                </a:lnTo>
                <a:cubicBezTo>
                  <a:pt x="224333" y="97269"/>
                  <a:pt x="219457" y="98196"/>
                  <a:pt x="214009" y="98196"/>
                </a:cubicBezTo>
                <a:cubicBezTo>
                  <a:pt x="210670" y="98196"/>
                  <a:pt x="207660" y="97636"/>
                  <a:pt x="204980" y="96515"/>
                </a:cubicBezTo>
                <a:cubicBezTo>
                  <a:pt x="202300" y="95395"/>
                  <a:pt x="200334" y="93945"/>
                  <a:pt x="199082" y="92166"/>
                </a:cubicBezTo>
                <a:cubicBezTo>
                  <a:pt x="197829" y="90386"/>
                  <a:pt x="196962" y="87981"/>
                  <a:pt x="196478" y="84949"/>
                </a:cubicBezTo>
                <a:cubicBezTo>
                  <a:pt x="196083" y="82796"/>
                  <a:pt x="195885" y="78447"/>
                  <a:pt x="195885" y="71900"/>
                </a:cubicBezTo>
                <a:lnTo>
                  <a:pt x="195885" y="41387"/>
                </a:lnTo>
                <a:lnTo>
                  <a:pt x="187384" y="41387"/>
                </a:lnTo>
                <a:lnTo>
                  <a:pt x="187384" y="26625"/>
                </a:lnTo>
                <a:lnTo>
                  <a:pt x="195885" y="26625"/>
                </a:lnTo>
                <a:lnTo>
                  <a:pt x="195885" y="12653"/>
                </a:lnTo>
                <a:lnTo>
                  <a:pt x="214470" y="1713"/>
                </a:lnTo>
                <a:lnTo>
                  <a:pt x="214470" y="26625"/>
                </a:lnTo>
                <a:lnTo>
                  <a:pt x="227123" y="26625"/>
                </a:lnTo>
                <a:close/>
                <a:moveTo>
                  <a:pt x="253813" y="48241"/>
                </a:moveTo>
                <a:lnTo>
                  <a:pt x="237008" y="45210"/>
                </a:lnTo>
                <a:cubicBezTo>
                  <a:pt x="238897" y="38354"/>
                  <a:pt x="242148" y="33280"/>
                  <a:pt x="246762" y="29986"/>
                </a:cubicBezTo>
                <a:cubicBezTo>
                  <a:pt x="251375" y="26691"/>
                  <a:pt x="258229" y="25043"/>
                  <a:pt x="267323" y="25043"/>
                </a:cubicBezTo>
                <a:cubicBezTo>
                  <a:pt x="275583" y="25043"/>
                  <a:pt x="281734" y="26021"/>
                  <a:pt x="285776" y="27976"/>
                </a:cubicBezTo>
                <a:cubicBezTo>
                  <a:pt x="289818" y="29931"/>
                  <a:pt x="292663" y="32413"/>
                  <a:pt x="294311" y="35423"/>
                </a:cubicBezTo>
                <a:cubicBezTo>
                  <a:pt x="295958" y="38433"/>
                  <a:pt x="296782" y="43957"/>
                  <a:pt x="296782" y="51998"/>
                </a:cubicBezTo>
                <a:lnTo>
                  <a:pt x="296584" y="73614"/>
                </a:lnTo>
                <a:cubicBezTo>
                  <a:pt x="296584" y="79765"/>
                  <a:pt x="296881" y="84301"/>
                  <a:pt x="297474" y="87223"/>
                </a:cubicBezTo>
                <a:cubicBezTo>
                  <a:pt x="298067" y="90145"/>
                  <a:pt x="299177" y="93275"/>
                  <a:pt x="300802" y="96614"/>
                </a:cubicBezTo>
                <a:lnTo>
                  <a:pt x="282481" y="96614"/>
                </a:lnTo>
                <a:cubicBezTo>
                  <a:pt x="281998" y="95384"/>
                  <a:pt x="281405" y="93561"/>
                  <a:pt x="280702" y="91144"/>
                </a:cubicBezTo>
                <a:cubicBezTo>
                  <a:pt x="280394" y="90046"/>
                  <a:pt x="280174" y="89321"/>
                  <a:pt x="280043" y="88969"/>
                </a:cubicBezTo>
                <a:cubicBezTo>
                  <a:pt x="276879" y="92045"/>
                  <a:pt x="273496" y="94351"/>
                  <a:pt x="269894" y="95889"/>
                </a:cubicBezTo>
                <a:cubicBezTo>
                  <a:pt x="266291" y="97427"/>
                  <a:pt x="262447" y="98196"/>
                  <a:pt x="258361" y="98196"/>
                </a:cubicBezTo>
                <a:cubicBezTo>
                  <a:pt x="251155" y="98196"/>
                  <a:pt x="245476" y="96249"/>
                  <a:pt x="241325" y="92355"/>
                </a:cubicBezTo>
                <a:cubicBezTo>
                  <a:pt x="237173" y="88461"/>
                  <a:pt x="235097" y="83539"/>
                  <a:pt x="235097" y="77589"/>
                </a:cubicBezTo>
                <a:cubicBezTo>
                  <a:pt x="235097" y="73651"/>
                  <a:pt x="236041" y="70140"/>
                  <a:pt x="237930" y="67057"/>
                </a:cubicBezTo>
                <a:cubicBezTo>
                  <a:pt x="239820" y="63971"/>
                  <a:pt x="242467" y="61609"/>
                  <a:pt x="245872" y="59968"/>
                </a:cubicBezTo>
                <a:cubicBezTo>
                  <a:pt x="249277" y="58327"/>
                  <a:pt x="254187" y="56894"/>
                  <a:pt x="260601" y="55670"/>
                </a:cubicBezTo>
                <a:cubicBezTo>
                  <a:pt x="269257" y="54051"/>
                  <a:pt x="275254" y="52541"/>
                  <a:pt x="278593" y="51141"/>
                </a:cubicBezTo>
                <a:lnTo>
                  <a:pt x="278593" y="49275"/>
                </a:lnTo>
                <a:cubicBezTo>
                  <a:pt x="278593" y="45676"/>
                  <a:pt x="277714" y="43111"/>
                  <a:pt x="275957" y="41579"/>
                </a:cubicBezTo>
                <a:cubicBezTo>
                  <a:pt x="274199" y="40045"/>
                  <a:pt x="270882" y="39278"/>
                  <a:pt x="266005" y="39278"/>
                </a:cubicBezTo>
                <a:cubicBezTo>
                  <a:pt x="262710" y="39278"/>
                  <a:pt x="260140" y="39941"/>
                  <a:pt x="258295" y="41268"/>
                </a:cubicBezTo>
                <a:cubicBezTo>
                  <a:pt x="256449" y="42593"/>
                  <a:pt x="254956" y="44917"/>
                  <a:pt x="253813" y="48241"/>
                </a:cubicBezTo>
                <a:moveTo>
                  <a:pt x="278593" y="63267"/>
                </a:moveTo>
                <a:cubicBezTo>
                  <a:pt x="276220" y="64048"/>
                  <a:pt x="272464" y="64982"/>
                  <a:pt x="267323" y="66068"/>
                </a:cubicBezTo>
                <a:cubicBezTo>
                  <a:pt x="262183" y="67153"/>
                  <a:pt x="258822" y="68216"/>
                  <a:pt x="257240" y="69258"/>
                </a:cubicBezTo>
                <a:cubicBezTo>
                  <a:pt x="254824" y="70951"/>
                  <a:pt x="253615" y="73100"/>
                  <a:pt x="253615" y="75704"/>
                </a:cubicBezTo>
                <a:cubicBezTo>
                  <a:pt x="253615" y="78266"/>
                  <a:pt x="254582" y="80481"/>
                  <a:pt x="256515" y="82348"/>
                </a:cubicBezTo>
                <a:cubicBezTo>
                  <a:pt x="258448" y="84214"/>
                  <a:pt x="260909" y="85147"/>
                  <a:pt x="263896" y="85147"/>
                </a:cubicBezTo>
                <a:cubicBezTo>
                  <a:pt x="267235" y="85147"/>
                  <a:pt x="270421" y="84062"/>
                  <a:pt x="273452" y="81891"/>
                </a:cubicBezTo>
                <a:cubicBezTo>
                  <a:pt x="275693" y="80242"/>
                  <a:pt x="277165" y="78223"/>
                  <a:pt x="277868" y="75834"/>
                </a:cubicBezTo>
                <a:cubicBezTo>
                  <a:pt x="278351" y="74272"/>
                  <a:pt x="278593" y="71298"/>
                  <a:pt x="278593" y="66914"/>
                </a:cubicBezTo>
                <a:lnTo>
                  <a:pt x="278593" y="63267"/>
                </a:lnTo>
                <a:close/>
                <a:moveTo>
                  <a:pt x="347111" y="26625"/>
                </a:moveTo>
                <a:lnTo>
                  <a:pt x="347111" y="41387"/>
                </a:lnTo>
                <a:lnTo>
                  <a:pt x="334458" y="41387"/>
                </a:lnTo>
                <a:lnTo>
                  <a:pt x="334458" y="69549"/>
                </a:lnTo>
                <a:cubicBezTo>
                  <a:pt x="334458" y="75252"/>
                  <a:pt x="334578" y="78575"/>
                  <a:pt x="334820" y="79518"/>
                </a:cubicBezTo>
                <a:cubicBezTo>
                  <a:pt x="335062" y="80460"/>
                  <a:pt x="335611" y="81239"/>
                  <a:pt x="336468" y="81854"/>
                </a:cubicBezTo>
                <a:cubicBezTo>
                  <a:pt x="337324" y="82468"/>
                  <a:pt x="338368" y="82774"/>
                  <a:pt x="339598" y="82774"/>
                </a:cubicBezTo>
                <a:cubicBezTo>
                  <a:pt x="341311" y="82774"/>
                  <a:pt x="343794" y="82181"/>
                  <a:pt x="347045" y="80995"/>
                </a:cubicBezTo>
                <a:lnTo>
                  <a:pt x="348627" y="95416"/>
                </a:lnTo>
                <a:cubicBezTo>
                  <a:pt x="344321" y="97269"/>
                  <a:pt x="339444" y="98196"/>
                  <a:pt x="333996" y="98196"/>
                </a:cubicBezTo>
                <a:cubicBezTo>
                  <a:pt x="330657" y="98196"/>
                  <a:pt x="327648" y="97636"/>
                  <a:pt x="324967" y="96515"/>
                </a:cubicBezTo>
                <a:cubicBezTo>
                  <a:pt x="322287" y="95395"/>
                  <a:pt x="320321" y="93945"/>
                  <a:pt x="319069" y="92166"/>
                </a:cubicBezTo>
                <a:cubicBezTo>
                  <a:pt x="317817" y="90386"/>
                  <a:pt x="316949" y="87981"/>
                  <a:pt x="316466" y="84949"/>
                </a:cubicBezTo>
                <a:cubicBezTo>
                  <a:pt x="316071" y="82796"/>
                  <a:pt x="315873" y="78447"/>
                  <a:pt x="315873" y="71900"/>
                </a:cubicBezTo>
                <a:lnTo>
                  <a:pt x="315873" y="41387"/>
                </a:lnTo>
                <a:lnTo>
                  <a:pt x="307371" y="41387"/>
                </a:lnTo>
                <a:lnTo>
                  <a:pt x="307371" y="26625"/>
                </a:lnTo>
                <a:lnTo>
                  <a:pt x="315873" y="26625"/>
                </a:lnTo>
                <a:lnTo>
                  <a:pt x="315873" y="12653"/>
                </a:lnTo>
                <a:lnTo>
                  <a:pt x="334458" y="1713"/>
                </a:lnTo>
                <a:lnTo>
                  <a:pt x="334458" y="26625"/>
                </a:lnTo>
                <a:lnTo>
                  <a:pt x="347111" y="26625"/>
                </a:lnTo>
                <a:close/>
                <a:moveTo>
                  <a:pt x="359961" y="17135"/>
                </a:moveTo>
                <a:lnTo>
                  <a:pt x="359961" y="0"/>
                </a:lnTo>
                <a:lnTo>
                  <a:pt x="378480" y="0"/>
                </a:lnTo>
                <a:lnTo>
                  <a:pt x="378480" y="17135"/>
                </a:lnTo>
                <a:lnTo>
                  <a:pt x="359961" y="17135"/>
                </a:lnTo>
                <a:moveTo>
                  <a:pt x="359961" y="96614"/>
                </a:moveTo>
                <a:lnTo>
                  <a:pt x="359961" y="26625"/>
                </a:lnTo>
                <a:lnTo>
                  <a:pt x="378480" y="26625"/>
                </a:lnTo>
                <a:lnTo>
                  <a:pt x="378480" y="96614"/>
                </a:lnTo>
                <a:lnTo>
                  <a:pt x="359961" y="96614"/>
                </a:lnTo>
                <a:close/>
                <a:moveTo>
                  <a:pt x="393199" y="60631"/>
                </a:moveTo>
                <a:cubicBezTo>
                  <a:pt x="393199" y="54480"/>
                  <a:pt x="394715" y="48527"/>
                  <a:pt x="397747" y="42771"/>
                </a:cubicBezTo>
                <a:cubicBezTo>
                  <a:pt x="400778" y="37016"/>
                  <a:pt x="405073" y="32622"/>
                  <a:pt x="410631" y="29591"/>
                </a:cubicBezTo>
                <a:cubicBezTo>
                  <a:pt x="416188" y="26559"/>
                  <a:pt x="422394" y="25043"/>
                  <a:pt x="429248" y="25043"/>
                </a:cubicBezTo>
                <a:cubicBezTo>
                  <a:pt x="439837" y="25043"/>
                  <a:pt x="448514" y="28481"/>
                  <a:pt x="455280" y="35357"/>
                </a:cubicBezTo>
                <a:cubicBezTo>
                  <a:pt x="462046" y="42233"/>
                  <a:pt x="465429" y="50921"/>
                  <a:pt x="465429" y="61422"/>
                </a:cubicBezTo>
                <a:cubicBezTo>
                  <a:pt x="465429" y="72010"/>
                  <a:pt x="462013" y="80786"/>
                  <a:pt x="455181" y="87750"/>
                </a:cubicBezTo>
                <a:cubicBezTo>
                  <a:pt x="448349" y="94714"/>
                  <a:pt x="439749" y="98196"/>
                  <a:pt x="429380" y="98196"/>
                </a:cubicBezTo>
                <a:cubicBezTo>
                  <a:pt x="422966" y="98196"/>
                  <a:pt x="416848" y="96746"/>
                  <a:pt x="411026" y="93846"/>
                </a:cubicBezTo>
                <a:cubicBezTo>
                  <a:pt x="405205" y="90946"/>
                  <a:pt x="400778" y="86696"/>
                  <a:pt x="397747" y="81094"/>
                </a:cubicBezTo>
                <a:cubicBezTo>
                  <a:pt x="394715" y="75492"/>
                  <a:pt x="393199" y="68671"/>
                  <a:pt x="393199" y="60631"/>
                </a:cubicBezTo>
                <a:moveTo>
                  <a:pt x="412179" y="61620"/>
                </a:moveTo>
                <a:cubicBezTo>
                  <a:pt x="412179" y="68539"/>
                  <a:pt x="413827" y="73839"/>
                  <a:pt x="417122" y="77519"/>
                </a:cubicBezTo>
                <a:cubicBezTo>
                  <a:pt x="420417" y="81198"/>
                  <a:pt x="424481" y="83038"/>
                  <a:pt x="429314" y="83038"/>
                </a:cubicBezTo>
                <a:cubicBezTo>
                  <a:pt x="434147" y="83038"/>
                  <a:pt x="438200" y="81198"/>
                  <a:pt x="441473" y="77519"/>
                </a:cubicBezTo>
                <a:cubicBezTo>
                  <a:pt x="444747" y="73839"/>
                  <a:pt x="446383" y="68495"/>
                  <a:pt x="446383" y="61488"/>
                </a:cubicBezTo>
                <a:cubicBezTo>
                  <a:pt x="446383" y="54656"/>
                  <a:pt x="444747" y="49400"/>
                  <a:pt x="441473" y="45720"/>
                </a:cubicBezTo>
                <a:cubicBezTo>
                  <a:pt x="438200" y="42041"/>
                  <a:pt x="434147" y="40201"/>
                  <a:pt x="429314" y="40201"/>
                </a:cubicBezTo>
                <a:cubicBezTo>
                  <a:pt x="424481" y="40201"/>
                  <a:pt x="420417" y="42041"/>
                  <a:pt x="417122" y="45720"/>
                </a:cubicBezTo>
                <a:cubicBezTo>
                  <a:pt x="413827" y="49400"/>
                  <a:pt x="412179" y="54700"/>
                  <a:pt x="412179" y="61620"/>
                </a:cubicBezTo>
                <a:close/>
                <a:moveTo>
                  <a:pt x="543612" y="96614"/>
                </a:moveTo>
                <a:lnTo>
                  <a:pt x="525093" y="96614"/>
                </a:lnTo>
                <a:lnTo>
                  <a:pt x="525093" y="60936"/>
                </a:lnTo>
                <a:cubicBezTo>
                  <a:pt x="525093" y="53387"/>
                  <a:pt x="524698" y="48505"/>
                  <a:pt x="523907" y="46289"/>
                </a:cubicBezTo>
                <a:cubicBezTo>
                  <a:pt x="523116" y="44073"/>
                  <a:pt x="521831" y="42350"/>
                  <a:pt x="520052" y="41122"/>
                </a:cubicBezTo>
                <a:cubicBezTo>
                  <a:pt x="518272" y="39893"/>
                  <a:pt x="516130" y="39278"/>
                  <a:pt x="513626" y="39278"/>
                </a:cubicBezTo>
                <a:cubicBezTo>
                  <a:pt x="510419" y="39278"/>
                  <a:pt x="507541" y="40156"/>
                  <a:pt x="504993" y="41912"/>
                </a:cubicBezTo>
                <a:cubicBezTo>
                  <a:pt x="502444" y="43667"/>
                  <a:pt x="500698" y="45993"/>
                  <a:pt x="499753" y="48890"/>
                </a:cubicBezTo>
                <a:cubicBezTo>
                  <a:pt x="498809" y="51786"/>
                  <a:pt x="498337" y="57139"/>
                  <a:pt x="498337" y="64952"/>
                </a:cubicBezTo>
                <a:lnTo>
                  <a:pt x="498337" y="96614"/>
                </a:lnTo>
                <a:lnTo>
                  <a:pt x="479818" y="96614"/>
                </a:lnTo>
                <a:lnTo>
                  <a:pt x="479818" y="26625"/>
                </a:lnTo>
                <a:lnTo>
                  <a:pt x="497018" y="26625"/>
                </a:lnTo>
                <a:lnTo>
                  <a:pt x="497018" y="36906"/>
                </a:lnTo>
                <a:cubicBezTo>
                  <a:pt x="503125" y="28997"/>
                  <a:pt x="510814" y="25043"/>
                  <a:pt x="520085" y="25043"/>
                </a:cubicBezTo>
                <a:cubicBezTo>
                  <a:pt x="524171" y="25043"/>
                  <a:pt x="527905" y="25779"/>
                  <a:pt x="531288" y="27251"/>
                </a:cubicBezTo>
                <a:cubicBezTo>
                  <a:pt x="534671" y="28723"/>
                  <a:pt x="537230" y="30601"/>
                  <a:pt x="538966" y="32886"/>
                </a:cubicBezTo>
                <a:cubicBezTo>
                  <a:pt x="540701" y="35170"/>
                  <a:pt x="541910" y="37763"/>
                  <a:pt x="542591" y="40662"/>
                </a:cubicBezTo>
                <a:cubicBezTo>
                  <a:pt x="543272" y="43562"/>
                  <a:pt x="543612" y="47714"/>
                  <a:pt x="543612" y="53118"/>
                </a:cubicBezTo>
                <a:lnTo>
                  <a:pt x="54361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1">
            <a:extLst xmlns:a="http://schemas.openxmlformats.org/drawingml/2006/main">
              <a:ext uri="{FF2B5EF4-FFF2-40B4-BE49-F238E27FC236}">
                <a16:creationId xmlns:a16="http://schemas.microsoft.com/office/drawing/2014/main" id="{71B47D37-8402-4A42-A4FB-1AB61FED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994" y="7096931"/>
            <a:ext cx="35359" cy="80821"/>
          </a:xfrm>
          <a:custGeom xmlns:a="http://schemas.openxmlformats.org/drawingml/2006/main">
            <a:pathLst>
              <a:path w="35359" h="80821">
                <a:moveTo>
                  <a:pt x="35359" y="80821"/>
                </a:moveTo>
                <a:lnTo>
                  <a:pt x="19931" y="80821"/>
                </a:lnTo>
                <a:lnTo>
                  <a:pt x="19931" y="22740"/>
                </a:lnTo>
                <a:cubicBezTo>
                  <a:pt x="14294" y="28031"/>
                  <a:pt x="7650" y="31945"/>
                  <a:pt x="0" y="34481"/>
                </a:cubicBezTo>
                <a:lnTo>
                  <a:pt x="0" y="20425"/>
                </a:lnTo>
                <a:cubicBezTo>
                  <a:pt x="4026" y="19104"/>
                  <a:pt x="8401" y="16599"/>
                  <a:pt x="13122" y="12911"/>
                </a:cubicBezTo>
                <a:cubicBezTo>
                  <a:pt x="17844" y="9222"/>
                  <a:pt x="21084" y="4919"/>
                  <a:pt x="22841" y="0"/>
                </a:cubicBezTo>
                <a:lnTo>
                  <a:pt x="35359" y="0"/>
                </a:lnTo>
                <a:lnTo>
                  <a:pt x="35359" y="80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:Ifaprivateemployerfiresyoufor">
            <a:extLst xmlns:a="http://schemas.openxmlformats.org/drawingml/2006/main">
              <a:ext uri="{FF2B5EF4-FFF2-40B4-BE49-F238E27FC236}">
                <a16:creationId xmlns:a16="http://schemas.microsoft.com/office/drawing/2014/main" id="{782585A9-B91D-4679-A2C1-2AAE090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953" y="7044232"/>
            <a:ext cx="2036407" cy="126666"/>
          </a:xfrm>
          <a:custGeom xmlns:a="http://schemas.openxmlformats.org/drawingml/2006/main">
            <a:pathLst>
              <a:path w="2036407" h="126666">
                <a:moveTo>
                  <a:pt x="0" y="46791"/>
                </a:moveTo>
                <a:lnTo>
                  <a:pt x="0" y="28207"/>
                </a:lnTo>
                <a:lnTo>
                  <a:pt x="18519" y="28207"/>
                </a:lnTo>
                <a:lnTo>
                  <a:pt x="18519" y="46791"/>
                </a:lnTo>
                <a:lnTo>
                  <a:pt x="0" y="46791"/>
                </a:lnTo>
                <a:moveTo>
                  <a:pt x="0" y="98196"/>
                </a:moveTo>
                <a:lnTo>
                  <a:pt x="0" y="79611"/>
                </a:lnTo>
                <a:lnTo>
                  <a:pt x="18519" y="79611"/>
                </a:lnTo>
                <a:lnTo>
                  <a:pt x="18519" y="98196"/>
                </a:lnTo>
                <a:lnTo>
                  <a:pt x="0" y="98196"/>
                </a:lnTo>
                <a:close/>
                <a:moveTo>
                  <a:pt x="81852" y="98196"/>
                </a:moveTo>
                <a:lnTo>
                  <a:pt x="81852" y="1582"/>
                </a:lnTo>
                <a:lnTo>
                  <a:pt x="94637" y="1582"/>
                </a:lnTo>
                <a:lnTo>
                  <a:pt x="94637" y="98196"/>
                </a:lnTo>
                <a:lnTo>
                  <a:pt x="81852" y="98196"/>
                </a:lnTo>
                <a:close/>
                <a:moveTo>
                  <a:pt x="118517" y="98196"/>
                </a:moveTo>
                <a:lnTo>
                  <a:pt x="118517" y="37433"/>
                </a:lnTo>
                <a:lnTo>
                  <a:pt x="108038" y="37433"/>
                </a:lnTo>
                <a:lnTo>
                  <a:pt x="108038" y="28207"/>
                </a:lnTo>
                <a:lnTo>
                  <a:pt x="118517" y="28207"/>
                </a:lnTo>
                <a:lnTo>
                  <a:pt x="118517" y="20776"/>
                </a:lnTo>
                <a:cubicBezTo>
                  <a:pt x="118517" y="16086"/>
                  <a:pt x="118934" y="12601"/>
                  <a:pt x="119769" y="10322"/>
                </a:cubicBezTo>
                <a:cubicBezTo>
                  <a:pt x="120911" y="7255"/>
                  <a:pt x="122921" y="4768"/>
                  <a:pt x="125799" y="2861"/>
                </a:cubicBezTo>
                <a:cubicBezTo>
                  <a:pt x="128677" y="954"/>
                  <a:pt x="132708" y="0"/>
                  <a:pt x="137892" y="0"/>
                </a:cubicBezTo>
                <a:cubicBezTo>
                  <a:pt x="141231" y="0"/>
                  <a:pt x="144922" y="395"/>
                  <a:pt x="148964" y="1186"/>
                </a:cubicBezTo>
                <a:lnTo>
                  <a:pt x="147185" y="11533"/>
                </a:lnTo>
                <a:cubicBezTo>
                  <a:pt x="144724" y="11094"/>
                  <a:pt x="142396" y="10874"/>
                  <a:pt x="140199" y="10874"/>
                </a:cubicBezTo>
                <a:cubicBezTo>
                  <a:pt x="136596" y="10874"/>
                  <a:pt x="134048" y="11640"/>
                  <a:pt x="132554" y="13172"/>
                </a:cubicBezTo>
                <a:cubicBezTo>
                  <a:pt x="131060" y="14705"/>
                  <a:pt x="130313" y="17571"/>
                  <a:pt x="130313" y="21773"/>
                </a:cubicBezTo>
                <a:lnTo>
                  <a:pt x="130313" y="28207"/>
                </a:lnTo>
                <a:lnTo>
                  <a:pt x="143955" y="28207"/>
                </a:lnTo>
                <a:lnTo>
                  <a:pt x="143955" y="37433"/>
                </a:lnTo>
                <a:lnTo>
                  <a:pt x="130313" y="37433"/>
                </a:lnTo>
                <a:lnTo>
                  <a:pt x="130313" y="98196"/>
                </a:lnTo>
                <a:lnTo>
                  <a:pt x="118517" y="98196"/>
                </a:lnTo>
                <a:close/>
                <a:moveTo>
                  <a:pt x="236397" y="89554"/>
                </a:moveTo>
                <a:cubicBezTo>
                  <a:pt x="232004" y="93292"/>
                  <a:pt x="227775" y="95930"/>
                  <a:pt x="223711" y="97469"/>
                </a:cubicBezTo>
                <a:cubicBezTo>
                  <a:pt x="219647" y="99008"/>
                  <a:pt x="215286" y="99778"/>
                  <a:pt x="210629" y="99778"/>
                </a:cubicBezTo>
                <a:cubicBezTo>
                  <a:pt x="202940" y="99778"/>
                  <a:pt x="197031" y="97898"/>
                  <a:pt x="192901" y="94139"/>
                </a:cubicBezTo>
                <a:cubicBezTo>
                  <a:pt x="188771" y="90379"/>
                  <a:pt x="186706" y="85576"/>
                  <a:pt x="186706" y="79729"/>
                </a:cubicBezTo>
                <a:cubicBezTo>
                  <a:pt x="186706" y="76300"/>
                  <a:pt x="187486" y="73168"/>
                  <a:pt x="189046" y="70333"/>
                </a:cubicBezTo>
                <a:cubicBezTo>
                  <a:pt x="190605" y="67497"/>
                  <a:pt x="192648" y="65221"/>
                  <a:pt x="195175" y="63506"/>
                </a:cubicBezTo>
                <a:cubicBezTo>
                  <a:pt x="197701" y="61791"/>
                  <a:pt x="200546" y="60494"/>
                  <a:pt x="203709" y="59616"/>
                </a:cubicBezTo>
                <a:cubicBezTo>
                  <a:pt x="206038" y="58999"/>
                  <a:pt x="209553" y="58405"/>
                  <a:pt x="214254" y="57834"/>
                </a:cubicBezTo>
                <a:cubicBezTo>
                  <a:pt x="223832" y="56700"/>
                  <a:pt x="230883" y="55348"/>
                  <a:pt x="235409" y="53777"/>
                </a:cubicBezTo>
                <a:cubicBezTo>
                  <a:pt x="235453" y="52158"/>
                  <a:pt x="235475" y="51130"/>
                  <a:pt x="235475" y="50692"/>
                </a:cubicBezTo>
                <a:cubicBezTo>
                  <a:pt x="235475" y="45877"/>
                  <a:pt x="234354" y="42485"/>
                  <a:pt x="232113" y="40516"/>
                </a:cubicBezTo>
                <a:cubicBezTo>
                  <a:pt x="229082" y="37846"/>
                  <a:pt x="224579" y="36510"/>
                  <a:pt x="218603" y="36510"/>
                </a:cubicBezTo>
                <a:cubicBezTo>
                  <a:pt x="213023" y="36510"/>
                  <a:pt x="208905" y="37488"/>
                  <a:pt x="206246" y="39443"/>
                </a:cubicBezTo>
                <a:cubicBezTo>
                  <a:pt x="203588" y="41398"/>
                  <a:pt x="201622" y="44858"/>
                  <a:pt x="200348" y="49823"/>
                </a:cubicBezTo>
                <a:lnTo>
                  <a:pt x="188749" y="48241"/>
                </a:lnTo>
                <a:cubicBezTo>
                  <a:pt x="189804" y="43261"/>
                  <a:pt x="191539" y="39240"/>
                  <a:pt x="193955" y="36177"/>
                </a:cubicBezTo>
                <a:cubicBezTo>
                  <a:pt x="196372" y="33114"/>
                  <a:pt x="199865" y="30756"/>
                  <a:pt x="204434" y="29105"/>
                </a:cubicBezTo>
                <a:cubicBezTo>
                  <a:pt x="209003" y="27451"/>
                  <a:pt x="214298" y="26625"/>
                  <a:pt x="220317" y="26625"/>
                </a:cubicBezTo>
                <a:cubicBezTo>
                  <a:pt x="226292" y="26625"/>
                  <a:pt x="231147" y="27328"/>
                  <a:pt x="234881" y="28734"/>
                </a:cubicBezTo>
                <a:cubicBezTo>
                  <a:pt x="238616" y="30140"/>
                  <a:pt x="241362" y="31908"/>
                  <a:pt x="243119" y="34039"/>
                </a:cubicBezTo>
                <a:cubicBezTo>
                  <a:pt x="244877" y="36170"/>
                  <a:pt x="246107" y="38861"/>
                  <a:pt x="246810" y="42112"/>
                </a:cubicBezTo>
                <a:cubicBezTo>
                  <a:pt x="247205" y="44133"/>
                  <a:pt x="247403" y="47780"/>
                  <a:pt x="247403" y="53052"/>
                </a:cubicBezTo>
                <a:lnTo>
                  <a:pt x="247403" y="68869"/>
                </a:lnTo>
                <a:cubicBezTo>
                  <a:pt x="247403" y="79897"/>
                  <a:pt x="247656" y="86871"/>
                  <a:pt x="248161" y="89793"/>
                </a:cubicBezTo>
                <a:cubicBezTo>
                  <a:pt x="248666" y="92715"/>
                  <a:pt x="249666" y="95516"/>
                  <a:pt x="251159" y="98196"/>
                </a:cubicBezTo>
                <a:lnTo>
                  <a:pt x="238770" y="98196"/>
                </a:lnTo>
                <a:cubicBezTo>
                  <a:pt x="237539" y="95733"/>
                  <a:pt x="236749" y="92852"/>
                  <a:pt x="236397" y="89554"/>
                </a:cubicBezTo>
                <a:moveTo>
                  <a:pt x="235409" y="63004"/>
                </a:moveTo>
                <a:cubicBezTo>
                  <a:pt x="231103" y="64776"/>
                  <a:pt x="224644" y="66282"/>
                  <a:pt x="216033" y="67522"/>
                </a:cubicBezTo>
                <a:cubicBezTo>
                  <a:pt x="211156" y="68228"/>
                  <a:pt x="207707" y="69022"/>
                  <a:pt x="205686" y="69905"/>
                </a:cubicBezTo>
                <a:cubicBezTo>
                  <a:pt x="203665" y="70786"/>
                  <a:pt x="202105" y="72077"/>
                  <a:pt x="201007" y="73777"/>
                </a:cubicBezTo>
                <a:cubicBezTo>
                  <a:pt x="199909" y="75475"/>
                  <a:pt x="199360" y="77361"/>
                  <a:pt x="199360" y="79434"/>
                </a:cubicBezTo>
                <a:cubicBezTo>
                  <a:pt x="199360" y="82610"/>
                  <a:pt x="200557" y="85257"/>
                  <a:pt x="202951" y="87375"/>
                </a:cubicBezTo>
                <a:cubicBezTo>
                  <a:pt x="205346" y="89493"/>
                  <a:pt x="208850" y="90551"/>
                  <a:pt x="213463" y="90551"/>
                </a:cubicBezTo>
                <a:cubicBezTo>
                  <a:pt x="218032" y="90551"/>
                  <a:pt x="222096" y="89547"/>
                  <a:pt x="225655" y="87538"/>
                </a:cubicBezTo>
                <a:cubicBezTo>
                  <a:pt x="229214" y="85529"/>
                  <a:pt x="231828" y="82781"/>
                  <a:pt x="233497" y="79294"/>
                </a:cubicBezTo>
                <a:cubicBezTo>
                  <a:pt x="234772" y="76600"/>
                  <a:pt x="235409" y="72627"/>
                  <a:pt x="235409" y="67374"/>
                </a:cubicBezTo>
                <a:lnTo>
                  <a:pt x="235409" y="63004"/>
                </a:lnTo>
                <a:close/>
                <a:moveTo>
                  <a:pt x="303291" y="125084"/>
                </a:moveTo>
                <a:lnTo>
                  <a:pt x="303291" y="28207"/>
                </a:lnTo>
                <a:lnTo>
                  <a:pt x="314099" y="28207"/>
                </a:lnTo>
                <a:lnTo>
                  <a:pt x="314099" y="37235"/>
                </a:lnTo>
                <a:cubicBezTo>
                  <a:pt x="316647" y="33699"/>
                  <a:pt x="319525" y="31046"/>
                  <a:pt x="322732" y="29278"/>
                </a:cubicBezTo>
                <a:cubicBezTo>
                  <a:pt x="325940" y="27509"/>
                  <a:pt x="329828" y="26625"/>
                  <a:pt x="334397" y="26625"/>
                </a:cubicBezTo>
                <a:cubicBezTo>
                  <a:pt x="340372" y="26625"/>
                  <a:pt x="345645" y="28163"/>
                  <a:pt x="350214" y="31238"/>
                </a:cubicBezTo>
                <a:cubicBezTo>
                  <a:pt x="354783" y="34314"/>
                  <a:pt x="358232" y="38652"/>
                  <a:pt x="360561" y="44254"/>
                </a:cubicBezTo>
                <a:cubicBezTo>
                  <a:pt x="362889" y="49856"/>
                  <a:pt x="364054" y="55996"/>
                  <a:pt x="364054" y="62674"/>
                </a:cubicBezTo>
                <a:cubicBezTo>
                  <a:pt x="364054" y="69835"/>
                  <a:pt x="362769" y="76283"/>
                  <a:pt x="360198" y="82017"/>
                </a:cubicBezTo>
                <a:cubicBezTo>
                  <a:pt x="357628" y="87750"/>
                  <a:pt x="353894" y="92144"/>
                  <a:pt x="348995" y="95197"/>
                </a:cubicBezTo>
                <a:cubicBezTo>
                  <a:pt x="344096" y="98251"/>
                  <a:pt x="338944" y="99778"/>
                  <a:pt x="333540" y="99778"/>
                </a:cubicBezTo>
                <a:cubicBezTo>
                  <a:pt x="329586" y="99778"/>
                  <a:pt x="326038" y="98932"/>
                  <a:pt x="322897" y="97240"/>
                </a:cubicBezTo>
                <a:cubicBezTo>
                  <a:pt x="319756" y="95547"/>
                  <a:pt x="317174" y="93410"/>
                  <a:pt x="315153" y="90827"/>
                </a:cubicBezTo>
                <a:lnTo>
                  <a:pt x="315153" y="125084"/>
                </a:lnTo>
                <a:lnTo>
                  <a:pt x="303291" y="125084"/>
                </a:lnTo>
                <a:moveTo>
                  <a:pt x="314033" y="63498"/>
                </a:moveTo>
                <a:cubicBezTo>
                  <a:pt x="314033" y="72494"/>
                  <a:pt x="315856" y="79142"/>
                  <a:pt x="319503" y="83442"/>
                </a:cubicBezTo>
                <a:cubicBezTo>
                  <a:pt x="323150" y="87742"/>
                  <a:pt x="327565" y="89892"/>
                  <a:pt x="332750" y="89892"/>
                </a:cubicBezTo>
                <a:cubicBezTo>
                  <a:pt x="338022" y="89892"/>
                  <a:pt x="342536" y="87665"/>
                  <a:pt x="346293" y="83211"/>
                </a:cubicBezTo>
                <a:cubicBezTo>
                  <a:pt x="350049" y="78757"/>
                  <a:pt x="351927" y="71857"/>
                  <a:pt x="351927" y="62509"/>
                </a:cubicBezTo>
                <a:cubicBezTo>
                  <a:pt x="351927" y="53601"/>
                  <a:pt x="350093" y="46931"/>
                  <a:pt x="346425" y="42499"/>
                </a:cubicBezTo>
                <a:cubicBezTo>
                  <a:pt x="342756" y="38067"/>
                  <a:pt x="338373" y="35851"/>
                  <a:pt x="333277" y="35851"/>
                </a:cubicBezTo>
                <a:cubicBezTo>
                  <a:pt x="328224" y="35851"/>
                  <a:pt x="323754" y="38210"/>
                  <a:pt x="319866" y="42928"/>
                </a:cubicBezTo>
                <a:cubicBezTo>
                  <a:pt x="315977" y="47645"/>
                  <a:pt x="314033" y="54502"/>
                  <a:pt x="314033" y="63498"/>
                </a:cubicBezTo>
                <a:close/>
                <a:moveTo>
                  <a:pt x="378202" y="98196"/>
                </a:moveTo>
                <a:lnTo>
                  <a:pt x="378202" y="28207"/>
                </a:lnTo>
                <a:lnTo>
                  <a:pt x="388879" y="28207"/>
                </a:lnTo>
                <a:lnTo>
                  <a:pt x="388879" y="38751"/>
                </a:lnTo>
                <a:cubicBezTo>
                  <a:pt x="391603" y="33814"/>
                  <a:pt x="394118" y="30559"/>
                  <a:pt x="396425" y="28985"/>
                </a:cubicBezTo>
                <a:cubicBezTo>
                  <a:pt x="398731" y="27412"/>
                  <a:pt x="401269" y="26625"/>
                  <a:pt x="404036" y="26625"/>
                </a:cubicBezTo>
                <a:cubicBezTo>
                  <a:pt x="408035" y="26625"/>
                  <a:pt x="412099" y="27894"/>
                  <a:pt x="416229" y="30431"/>
                </a:cubicBezTo>
                <a:lnTo>
                  <a:pt x="412143" y="41387"/>
                </a:lnTo>
                <a:cubicBezTo>
                  <a:pt x="409243" y="39674"/>
                  <a:pt x="406343" y="38817"/>
                  <a:pt x="403443" y="38817"/>
                </a:cubicBezTo>
                <a:cubicBezTo>
                  <a:pt x="400851" y="38817"/>
                  <a:pt x="398523" y="39598"/>
                  <a:pt x="396458" y="41161"/>
                </a:cubicBezTo>
                <a:cubicBezTo>
                  <a:pt x="394393" y="42722"/>
                  <a:pt x="392921" y="44888"/>
                  <a:pt x="392042" y="47658"/>
                </a:cubicBezTo>
                <a:cubicBezTo>
                  <a:pt x="390724" y="51880"/>
                  <a:pt x="390065" y="56498"/>
                  <a:pt x="390065" y="61512"/>
                </a:cubicBezTo>
                <a:lnTo>
                  <a:pt x="390065" y="98196"/>
                </a:lnTo>
                <a:lnTo>
                  <a:pt x="378202" y="98196"/>
                </a:lnTo>
                <a:close/>
                <a:moveTo>
                  <a:pt x="423345" y="15290"/>
                </a:moveTo>
                <a:lnTo>
                  <a:pt x="423345" y="1582"/>
                </a:lnTo>
                <a:lnTo>
                  <a:pt x="435208" y="1582"/>
                </a:lnTo>
                <a:lnTo>
                  <a:pt x="435208" y="15290"/>
                </a:lnTo>
                <a:lnTo>
                  <a:pt x="423345" y="15290"/>
                </a:lnTo>
                <a:moveTo>
                  <a:pt x="423345" y="98196"/>
                </a:moveTo>
                <a:lnTo>
                  <a:pt x="423345" y="28207"/>
                </a:lnTo>
                <a:lnTo>
                  <a:pt x="435208" y="28207"/>
                </a:lnTo>
                <a:lnTo>
                  <a:pt x="435208" y="98196"/>
                </a:lnTo>
                <a:lnTo>
                  <a:pt x="423345" y="98196"/>
                </a:lnTo>
                <a:close/>
                <a:moveTo>
                  <a:pt x="472684" y="98196"/>
                </a:moveTo>
                <a:lnTo>
                  <a:pt x="446059" y="28207"/>
                </a:lnTo>
                <a:lnTo>
                  <a:pt x="458581" y="28207"/>
                </a:lnTo>
                <a:lnTo>
                  <a:pt x="473607" y="70121"/>
                </a:lnTo>
                <a:cubicBezTo>
                  <a:pt x="475232" y="74646"/>
                  <a:pt x="476726" y="79348"/>
                  <a:pt x="478088" y="84224"/>
                </a:cubicBezTo>
                <a:cubicBezTo>
                  <a:pt x="479142" y="80534"/>
                  <a:pt x="480614" y="76096"/>
                  <a:pt x="482503" y="70912"/>
                </a:cubicBezTo>
                <a:lnTo>
                  <a:pt x="498057" y="28207"/>
                </a:lnTo>
                <a:lnTo>
                  <a:pt x="510249" y="28207"/>
                </a:lnTo>
                <a:lnTo>
                  <a:pt x="483756" y="98196"/>
                </a:lnTo>
                <a:lnTo>
                  <a:pt x="472684" y="98196"/>
                </a:lnTo>
                <a:close/>
                <a:moveTo>
                  <a:pt x="566398" y="89554"/>
                </a:moveTo>
                <a:cubicBezTo>
                  <a:pt x="562005" y="93292"/>
                  <a:pt x="557776" y="95930"/>
                  <a:pt x="553712" y="97469"/>
                </a:cubicBezTo>
                <a:cubicBezTo>
                  <a:pt x="549648" y="99008"/>
                  <a:pt x="545287" y="99778"/>
                  <a:pt x="540630" y="99778"/>
                </a:cubicBezTo>
                <a:cubicBezTo>
                  <a:pt x="532942" y="99778"/>
                  <a:pt x="527032" y="97898"/>
                  <a:pt x="522902" y="94139"/>
                </a:cubicBezTo>
                <a:cubicBezTo>
                  <a:pt x="518772" y="90379"/>
                  <a:pt x="516707" y="85576"/>
                  <a:pt x="516707" y="79729"/>
                </a:cubicBezTo>
                <a:cubicBezTo>
                  <a:pt x="516707" y="76300"/>
                  <a:pt x="517487" y="73168"/>
                  <a:pt x="519047" y="70333"/>
                </a:cubicBezTo>
                <a:cubicBezTo>
                  <a:pt x="520607" y="67497"/>
                  <a:pt x="522650" y="65221"/>
                  <a:pt x="525176" y="63506"/>
                </a:cubicBezTo>
                <a:cubicBezTo>
                  <a:pt x="527702" y="61791"/>
                  <a:pt x="530547" y="60494"/>
                  <a:pt x="533710" y="59616"/>
                </a:cubicBezTo>
                <a:cubicBezTo>
                  <a:pt x="536039" y="58999"/>
                  <a:pt x="539554" y="58405"/>
                  <a:pt x="544255" y="57834"/>
                </a:cubicBezTo>
                <a:cubicBezTo>
                  <a:pt x="553833" y="56700"/>
                  <a:pt x="560884" y="55348"/>
                  <a:pt x="565410" y="53777"/>
                </a:cubicBezTo>
                <a:cubicBezTo>
                  <a:pt x="565454" y="52158"/>
                  <a:pt x="565476" y="51130"/>
                  <a:pt x="565476" y="50692"/>
                </a:cubicBezTo>
                <a:cubicBezTo>
                  <a:pt x="565476" y="45877"/>
                  <a:pt x="564355" y="42485"/>
                  <a:pt x="562115" y="40516"/>
                </a:cubicBezTo>
                <a:cubicBezTo>
                  <a:pt x="559083" y="37846"/>
                  <a:pt x="554580" y="36510"/>
                  <a:pt x="548605" y="36510"/>
                </a:cubicBezTo>
                <a:cubicBezTo>
                  <a:pt x="543025" y="36510"/>
                  <a:pt x="538906" y="37488"/>
                  <a:pt x="536248" y="39443"/>
                </a:cubicBezTo>
                <a:cubicBezTo>
                  <a:pt x="533590" y="41398"/>
                  <a:pt x="531623" y="44858"/>
                  <a:pt x="530349" y="49823"/>
                </a:cubicBezTo>
                <a:lnTo>
                  <a:pt x="518750" y="48241"/>
                </a:lnTo>
                <a:cubicBezTo>
                  <a:pt x="519805" y="43261"/>
                  <a:pt x="521540" y="39240"/>
                  <a:pt x="523957" y="36177"/>
                </a:cubicBezTo>
                <a:cubicBezTo>
                  <a:pt x="526373" y="33114"/>
                  <a:pt x="529866" y="30756"/>
                  <a:pt x="534435" y="29105"/>
                </a:cubicBezTo>
                <a:cubicBezTo>
                  <a:pt x="539005" y="27451"/>
                  <a:pt x="544299" y="26625"/>
                  <a:pt x="550318" y="26625"/>
                </a:cubicBezTo>
                <a:cubicBezTo>
                  <a:pt x="556293" y="26625"/>
                  <a:pt x="561148" y="27328"/>
                  <a:pt x="564883" y="28734"/>
                </a:cubicBezTo>
                <a:cubicBezTo>
                  <a:pt x="568617" y="30140"/>
                  <a:pt x="571363" y="31908"/>
                  <a:pt x="573121" y="34039"/>
                </a:cubicBezTo>
                <a:cubicBezTo>
                  <a:pt x="574878" y="36170"/>
                  <a:pt x="576108" y="38861"/>
                  <a:pt x="576811" y="42112"/>
                </a:cubicBezTo>
                <a:cubicBezTo>
                  <a:pt x="577207" y="44133"/>
                  <a:pt x="577404" y="47780"/>
                  <a:pt x="577404" y="53052"/>
                </a:cubicBezTo>
                <a:lnTo>
                  <a:pt x="577404" y="68869"/>
                </a:lnTo>
                <a:cubicBezTo>
                  <a:pt x="577404" y="79897"/>
                  <a:pt x="577657" y="86871"/>
                  <a:pt x="578162" y="89793"/>
                </a:cubicBezTo>
                <a:cubicBezTo>
                  <a:pt x="578667" y="92715"/>
                  <a:pt x="579667" y="95516"/>
                  <a:pt x="581161" y="98196"/>
                </a:cubicBezTo>
                <a:lnTo>
                  <a:pt x="568771" y="98196"/>
                </a:lnTo>
                <a:cubicBezTo>
                  <a:pt x="567541" y="95733"/>
                  <a:pt x="566750" y="92852"/>
                  <a:pt x="566398" y="89554"/>
                </a:cubicBezTo>
                <a:moveTo>
                  <a:pt x="565410" y="63004"/>
                </a:moveTo>
                <a:cubicBezTo>
                  <a:pt x="561104" y="64776"/>
                  <a:pt x="554646" y="66282"/>
                  <a:pt x="546034" y="67522"/>
                </a:cubicBezTo>
                <a:cubicBezTo>
                  <a:pt x="541157" y="68228"/>
                  <a:pt x="537709" y="69022"/>
                  <a:pt x="535687" y="69905"/>
                </a:cubicBezTo>
                <a:cubicBezTo>
                  <a:pt x="533666" y="70786"/>
                  <a:pt x="532107" y="72077"/>
                  <a:pt x="531008" y="73777"/>
                </a:cubicBezTo>
                <a:cubicBezTo>
                  <a:pt x="529910" y="75475"/>
                  <a:pt x="529361" y="77361"/>
                  <a:pt x="529361" y="79434"/>
                </a:cubicBezTo>
                <a:cubicBezTo>
                  <a:pt x="529361" y="82610"/>
                  <a:pt x="530558" y="85257"/>
                  <a:pt x="532952" y="87375"/>
                </a:cubicBezTo>
                <a:cubicBezTo>
                  <a:pt x="535347" y="89493"/>
                  <a:pt x="538851" y="90551"/>
                  <a:pt x="543464" y="90551"/>
                </a:cubicBezTo>
                <a:cubicBezTo>
                  <a:pt x="548033" y="90551"/>
                  <a:pt x="552097" y="89547"/>
                  <a:pt x="555656" y="87538"/>
                </a:cubicBezTo>
                <a:cubicBezTo>
                  <a:pt x="559215" y="85529"/>
                  <a:pt x="561829" y="82781"/>
                  <a:pt x="563499" y="79294"/>
                </a:cubicBezTo>
                <a:cubicBezTo>
                  <a:pt x="564773" y="76600"/>
                  <a:pt x="565410" y="72627"/>
                  <a:pt x="565410" y="67374"/>
                </a:cubicBezTo>
                <a:lnTo>
                  <a:pt x="565410" y="63004"/>
                </a:lnTo>
                <a:close/>
                <a:moveTo>
                  <a:pt x="621671" y="87717"/>
                </a:moveTo>
                <a:lnTo>
                  <a:pt x="623384" y="98196"/>
                </a:lnTo>
                <a:cubicBezTo>
                  <a:pt x="620045" y="98811"/>
                  <a:pt x="617057" y="99119"/>
                  <a:pt x="614421" y="99119"/>
                </a:cubicBezTo>
                <a:cubicBezTo>
                  <a:pt x="610115" y="99119"/>
                  <a:pt x="606776" y="98438"/>
                  <a:pt x="604404" y="97076"/>
                </a:cubicBezTo>
                <a:cubicBezTo>
                  <a:pt x="602031" y="95713"/>
                  <a:pt x="600362" y="93923"/>
                  <a:pt x="599395" y="91704"/>
                </a:cubicBezTo>
                <a:cubicBezTo>
                  <a:pt x="598429" y="89486"/>
                  <a:pt x="597945" y="84817"/>
                  <a:pt x="597945" y="77700"/>
                </a:cubicBezTo>
                <a:lnTo>
                  <a:pt x="597945" y="37433"/>
                </a:lnTo>
                <a:lnTo>
                  <a:pt x="589246" y="37433"/>
                </a:lnTo>
                <a:lnTo>
                  <a:pt x="589246" y="28207"/>
                </a:lnTo>
                <a:lnTo>
                  <a:pt x="597945" y="28207"/>
                </a:lnTo>
                <a:lnTo>
                  <a:pt x="597945" y="10827"/>
                </a:lnTo>
                <a:lnTo>
                  <a:pt x="609742" y="3691"/>
                </a:lnTo>
                <a:lnTo>
                  <a:pt x="609742" y="28207"/>
                </a:lnTo>
                <a:lnTo>
                  <a:pt x="621671" y="28207"/>
                </a:lnTo>
                <a:lnTo>
                  <a:pt x="621671" y="37433"/>
                </a:lnTo>
                <a:lnTo>
                  <a:pt x="609742" y="37433"/>
                </a:lnTo>
                <a:lnTo>
                  <a:pt x="609742" y="78359"/>
                </a:lnTo>
                <a:cubicBezTo>
                  <a:pt x="609742" y="81742"/>
                  <a:pt x="609951" y="83917"/>
                  <a:pt x="610368" y="84883"/>
                </a:cubicBezTo>
                <a:cubicBezTo>
                  <a:pt x="610785" y="85850"/>
                  <a:pt x="611466" y="86619"/>
                  <a:pt x="612411" y="87190"/>
                </a:cubicBezTo>
                <a:cubicBezTo>
                  <a:pt x="613356" y="87761"/>
                  <a:pt x="614707" y="88047"/>
                  <a:pt x="616464" y="88047"/>
                </a:cubicBezTo>
                <a:cubicBezTo>
                  <a:pt x="617782" y="88047"/>
                  <a:pt x="619518" y="87937"/>
                  <a:pt x="621671" y="87717"/>
                </a:cubicBezTo>
                <a:close/>
                <a:moveTo>
                  <a:pt x="681204" y="75657"/>
                </a:moveTo>
                <a:lnTo>
                  <a:pt x="693462" y="77173"/>
                </a:lnTo>
                <a:cubicBezTo>
                  <a:pt x="691529" y="84334"/>
                  <a:pt x="687948" y="89892"/>
                  <a:pt x="682720" y="93846"/>
                </a:cubicBezTo>
                <a:cubicBezTo>
                  <a:pt x="677491" y="97800"/>
                  <a:pt x="670813" y="99778"/>
                  <a:pt x="662685" y="99778"/>
                </a:cubicBezTo>
                <a:cubicBezTo>
                  <a:pt x="652448" y="99778"/>
                  <a:pt x="644331" y="96625"/>
                  <a:pt x="638334" y="90320"/>
                </a:cubicBezTo>
                <a:cubicBezTo>
                  <a:pt x="632336" y="84016"/>
                  <a:pt x="629338" y="75174"/>
                  <a:pt x="629338" y="63794"/>
                </a:cubicBezTo>
                <a:cubicBezTo>
                  <a:pt x="629338" y="52020"/>
                  <a:pt x="632369" y="42881"/>
                  <a:pt x="638433" y="36379"/>
                </a:cubicBezTo>
                <a:cubicBezTo>
                  <a:pt x="644496" y="29876"/>
                  <a:pt x="652360" y="26625"/>
                  <a:pt x="662026" y="26625"/>
                </a:cubicBezTo>
                <a:cubicBezTo>
                  <a:pt x="671384" y="26625"/>
                  <a:pt x="679029" y="29805"/>
                  <a:pt x="684960" y="36166"/>
                </a:cubicBezTo>
                <a:cubicBezTo>
                  <a:pt x="690892" y="42526"/>
                  <a:pt x="693857" y="51474"/>
                  <a:pt x="693857" y="63010"/>
                </a:cubicBezTo>
                <a:cubicBezTo>
                  <a:pt x="693857" y="63711"/>
                  <a:pt x="693835" y="64764"/>
                  <a:pt x="693791" y="66167"/>
                </a:cubicBezTo>
                <a:lnTo>
                  <a:pt x="641596" y="66167"/>
                </a:lnTo>
                <a:cubicBezTo>
                  <a:pt x="642035" y="73834"/>
                  <a:pt x="644210" y="79704"/>
                  <a:pt x="648120" y="83780"/>
                </a:cubicBezTo>
                <a:cubicBezTo>
                  <a:pt x="652031" y="87855"/>
                  <a:pt x="656907" y="89892"/>
                  <a:pt x="662751" y="89892"/>
                </a:cubicBezTo>
                <a:cubicBezTo>
                  <a:pt x="667100" y="89892"/>
                  <a:pt x="670813" y="88761"/>
                  <a:pt x="673888" y="86498"/>
                </a:cubicBezTo>
                <a:cubicBezTo>
                  <a:pt x="676964" y="84234"/>
                  <a:pt x="679402" y="80620"/>
                  <a:pt x="681204" y="75657"/>
                </a:cubicBezTo>
                <a:moveTo>
                  <a:pt x="642255" y="56281"/>
                </a:moveTo>
                <a:lnTo>
                  <a:pt x="681336" y="56281"/>
                </a:lnTo>
                <a:cubicBezTo>
                  <a:pt x="680808" y="50490"/>
                  <a:pt x="679315" y="46147"/>
                  <a:pt x="676854" y="43251"/>
                </a:cubicBezTo>
                <a:cubicBezTo>
                  <a:pt x="673076" y="38757"/>
                  <a:pt x="668177" y="36510"/>
                  <a:pt x="662158" y="36510"/>
                </a:cubicBezTo>
                <a:cubicBezTo>
                  <a:pt x="656710" y="36510"/>
                  <a:pt x="652129" y="38304"/>
                  <a:pt x="648417" y="41892"/>
                </a:cubicBezTo>
                <a:cubicBezTo>
                  <a:pt x="644704" y="45478"/>
                  <a:pt x="642650" y="50275"/>
                  <a:pt x="642255" y="56281"/>
                </a:cubicBezTo>
                <a:close/>
                <a:moveTo>
                  <a:pt x="793769" y="75657"/>
                </a:moveTo>
                <a:lnTo>
                  <a:pt x="806027" y="77173"/>
                </a:lnTo>
                <a:cubicBezTo>
                  <a:pt x="804094" y="84334"/>
                  <a:pt x="800513" y="89892"/>
                  <a:pt x="795285" y="93846"/>
                </a:cubicBezTo>
                <a:cubicBezTo>
                  <a:pt x="790056" y="97800"/>
                  <a:pt x="783378" y="99778"/>
                  <a:pt x="775250" y="99778"/>
                </a:cubicBezTo>
                <a:cubicBezTo>
                  <a:pt x="765013" y="99778"/>
                  <a:pt x="756896" y="96625"/>
                  <a:pt x="750899" y="90320"/>
                </a:cubicBezTo>
                <a:cubicBezTo>
                  <a:pt x="744902" y="84016"/>
                  <a:pt x="741903" y="75174"/>
                  <a:pt x="741903" y="63794"/>
                </a:cubicBezTo>
                <a:cubicBezTo>
                  <a:pt x="741903" y="52020"/>
                  <a:pt x="744935" y="42881"/>
                  <a:pt x="750998" y="36379"/>
                </a:cubicBezTo>
                <a:cubicBezTo>
                  <a:pt x="757061" y="29876"/>
                  <a:pt x="764925" y="26625"/>
                  <a:pt x="774591" y="26625"/>
                </a:cubicBezTo>
                <a:cubicBezTo>
                  <a:pt x="783949" y="26625"/>
                  <a:pt x="791594" y="29805"/>
                  <a:pt x="797525" y="36166"/>
                </a:cubicBezTo>
                <a:cubicBezTo>
                  <a:pt x="803457" y="42526"/>
                  <a:pt x="806422" y="51474"/>
                  <a:pt x="806422" y="63010"/>
                </a:cubicBezTo>
                <a:cubicBezTo>
                  <a:pt x="806422" y="63711"/>
                  <a:pt x="806400" y="64764"/>
                  <a:pt x="806356" y="66167"/>
                </a:cubicBezTo>
                <a:lnTo>
                  <a:pt x="754161" y="66167"/>
                </a:lnTo>
                <a:cubicBezTo>
                  <a:pt x="754600" y="73834"/>
                  <a:pt x="756775" y="79704"/>
                  <a:pt x="760686" y="83780"/>
                </a:cubicBezTo>
                <a:cubicBezTo>
                  <a:pt x="764596" y="87855"/>
                  <a:pt x="769473" y="89892"/>
                  <a:pt x="775316" y="89892"/>
                </a:cubicBezTo>
                <a:cubicBezTo>
                  <a:pt x="779666" y="89892"/>
                  <a:pt x="783378" y="88761"/>
                  <a:pt x="786454" y="86498"/>
                </a:cubicBezTo>
                <a:cubicBezTo>
                  <a:pt x="789529" y="84234"/>
                  <a:pt x="791968" y="80620"/>
                  <a:pt x="793769" y="75657"/>
                </a:cubicBezTo>
                <a:moveTo>
                  <a:pt x="754820" y="56281"/>
                </a:moveTo>
                <a:lnTo>
                  <a:pt x="793901" y="56281"/>
                </a:lnTo>
                <a:cubicBezTo>
                  <a:pt x="793374" y="50490"/>
                  <a:pt x="791880" y="46147"/>
                  <a:pt x="789419" y="43251"/>
                </a:cubicBezTo>
                <a:cubicBezTo>
                  <a:pt x="785641" y="38757"/>
                  <a:pt x="780742" y="36510"/>
                  <a:pt x="774723" y="36510"/>
                </a:cubicBezTo>
                <a:cubicBezTo>
                  <a:pt x="769275" y="36510"/>
                  <a:pt x="764695" y="38304"/>
                  <a:pt x="760982" y="41892"/>
                </a:cubicBezTo>
                <a:cubicBezTo>
                  <a:pt x="757270" y="45478"/>
                  <a:pt x="755216" y="50275"/>
                  <a:pt x="754820" y="56281"/>
                </a:cubicBezTo>
                <a:close/>
                <a:moveTo>
                  <a:pt x="820900" y="98196"/>
                </a:moveTo>
                <a:lnTo>
                  <a:pt x="820900" y="28207"/>
                </a:lnTo>
                <a:lnTo>
                  <a:pt x="831511" y="28207"/>
                </a:lnTo>
                <a:lnTo>
                  <a:pt x="831511" y="37960"/>
                </a:lnTo>
                <a:cubicBezTo>
                  <a:pt x="833707" y="34553"/>
                  <a:pt x="836629" y="31811"/>
                  <a:pt x="840276" y="29737"/>
                </a:cubicBezTo>
                <a:cubicBezTo>
                  <a:pt x="843922" y="27662"/>
                  <a:pt x="848074" y="26625"/>
                  <a:pt x="852731" y="26625"/>
                </a:cubicBezTo>
                <a:cubicBezTo>
                  <a:pt x="857916" y="26625"/>
                  <a:pt x="862167" y="27696"/>
                  <a:pt x="865484" y="29838"/>
                </a:cubicBezTo>
                <a:cubicBezTo>
                  <a:pt x="868801" y="31978"/>
                  <a:pt x="871140" y="34971"/>
                  <a:pt x="872502" y="38817"/>
                </a:cubicBezTo>
                <a:cubicBezTo>
                  <a:pt x="878038" y="30689"/>
                  <a:pt x="885244" y="26625"/>
                  <a:pt x="894119" y="26625"/>
                </a:cubicBezTo>
                <a:cubicBezTo>
                  <a:pt x="901060" y="26625"/>
                  <a:pt x="906399" y="28547"/>
                  <a:pt x="910133" y="32391"/>
                </a:cubicBezTo>
                <a:cubicBezTo>
                  <a:pt x="913868" y="36236"/>
                  <a:pt x="915735" y="42156"/>
                  <a:pt x="915735" y="50152"/>
                </a:cubicBezTo>
                <a:lnTo>
                  <a:pt x="915735" y="98196"/>
                </a:lnTo>
                <a:lnTo>
                  <a:pt x="903938" y="98196"/>
                </a:lnTo>
                <a:lnTo>
                  <a:pt x="903938" y="54059"/>
                </a:lnTo>
                <a:cubicBezTo>
                  <a:pt x="903938" y="49309"/>
                  <a:pt x="903554" y="45889"/>
                  <a:pt x="902785" y="43801"/>
                </a:cubicBezTo>
                <a:cubicBezTo>
                  <a:pt x="902016" y="41711"/>
                  <a:pt x="900621" y="40029"/>
                  <a:pt x="898600" y="38753"/>
                </a:cubicBezTo>
                <a:cubicBezTo>
                  <a:pt x="896579" y="37478"/>
                  <a:pt x="894206" y="36840"/>
                  <a:pt x="891482" y="36840"/>
                </a:cubicBezTo>
                <a:cubicBezTo>
                  <a:pt x="886562" y="36840"/>
                  <a:pt x="882476" y="38479"/>
                  <a:pt x="879224" y="41756"/>
                </a:cubicBezTo>
                <a:cubicBezTo>
                  <a:pt x="875973" y="45032"/>
                  <a:pt x="874348" y="50277"/>
                  <a:pt x="874348" y="57490"/>
                </a:cubicBezTo>
                <a:lnTo>
                  <a:pt x="874348" y="98196"/>
                </a:lnTo>
                <a:lnTo>
                  <a:pt x="862485" y="98196"/>
                </a:lnTo>
                <a:lnTo>
                  <a:pt x="862485" y="52673"/>
                </a:lnTo>
                <a:cubicBezTo>
                  <a:pt x="862485" y="47395"/>
                  <a:pt x="861518" y="43437"/>
                  <a:pt x="859585" y="40798"/>
                </a:cubicBezTo>
                <a:cubicBezTo>
                  <a:pt x="857652" y="38159"/>
                  <a:pt x="854489" y="36840"/>
                  <a:pt x="850095" y="36840"/>
                </a:cubicBezTo>
                <a:cubicBezTo>
                  <a:pt x="846756" y="36840"/>
                  <a:pt x="843670" y="37720"/>
                  <a:pt x="840836" y="39480"/>
                </a:cubicBezTo>
                <a:cubicBezTo>
                  <a:pt x="838002" y="41239"/>
                  <a:pt x="835948" y="43812"/>
                  <a:pt x="834674" y="47199"/>
                </a:cubicBezTo>
                <a:cubicBezTo>
                  <a:pt x="833400" y="50585"/>
                  <a:pt x="832763" y="55467"/>
                  <a:pt x="832763" y="61844"/>
                </a:cubicBezTo>
                <a:lnTo>
                  <a:pt x="832763" y="98196"/>
                </a:lnTo>
                <a:lnTo>
                  <a:pt x="820900" y="98196"/>
                </a:lnTo>
                <a:close/>
                <a:moveTo>
                  <a:pt x="933330" y="125084"/>
                </a:moveTo>
                <a:lnTo>
                  <a:pt x="933330" y="28207"/>
                </a:lnTo>
                <a:lnTo>
                  <a:pt x="944138" y="28207"/>
                </a:lnTo>
                <a:lnTo>
                  <a:pt x="944138" y="37235"/>
                </a:lnTo>
                <a:cubicBezTo>
                  <a:pt x="946687" y="33699"/>
                  <a:pt x="949564" y="31046"/>
                  <a:pt x="952772" y="29278"/>
                </a:cubicBezTo>
                <a:cubicBezTo>
                  <a:pt x="955979" y="27509"/>
                  <a:pt x="959867" y="26625"/>
                  <a:pt x="964436" y="26625"/>
                </a:cubicBezTo>
                <a:cubicBezTo>
                  <a:pt x="970412" y="26625"/>
                  <a:pt x="975684" y="28163"/>
                  <a:pt x="980253" y="31238"/>
                </a:cubicBezTo>
                <a:cubicBezTo>
                  <a:pt x="984823" y="34314"/>
                  <a:pt x="988272" y="38652"/>
                  <a:pt x="990600" y="44254"/>
                </a:cubicBezTo>
                <a:cubicBezTo>
                  <a:pt x="992929" y="49856"/>
                  <a:pt x="994093" y="55996"/>
                  <a:pt x="994093" y="62674"/>
                </a:cubicBezTo>
                <a:cubicBezTo>
                  <a:pt x="994093" y="69835"/>
                  <a:pt x="992808" y="76283"/>
                  <a:pt x="990238" y="82017"/>
                </a:cubicBezTo>
                <a:cubicBezTo>
                  <a:pt x="987667" y="87750"/>
                  <a:pt x="983933" y="92144"/>
                  <a:pt x="979034" y="95197"/>
                </a:cubicBezTo>
                <a:cubicBezTo>
                  <a:pt x="974135" y="98251"/>
                  <a:pt x="968984" y="99778"/>
                  <a:pt x="963580" y="99778"/>
                </a:cubicBezTo>
                <a:cubicBezTo>
                  <a:pt x="959626" y="99778"/>
                  <a:pt x="956078" y="98932"/>
                  <a:pt x="952936" y="97240"/>
                </a:cubicBezTo>
                <a:cubicBezTo>
                  <a:pt x="949795" y="95547"/>
                  <a:pt x="947214" y="93410"/>
                  <a:pt x="945193" y="90827"/>
                </a:cubicBezTo>
                <a:lnTo>
                  <a:pt x="945193" y="125084"/>
                </a:lnTo>
                <a:lnTo>
                  <a:pt x="933330" y="125084"/>
                </a:lnTo>
                <a:moveTo>
                  <a:pt x="944072" y="63498"/>
                </a:moveTo>
                <a:cubicBezTo>
                  <a:pt x="944072" y="72494"/>
                  <a:pt x="945896" y="79142"/>
                  <a:pt x="949542" y="83442"/>
                </a:cubicBezTo>
                <a:cubicBezTo>
                  <a:pt x="953189" y="87742"/>
                  <a:pt x="957605" y="89892"/>
                  <a:pt x="962789" y="89892"/>
                </a:cubicBezTo>
                <a:cubicBezTo>
                  <a:pt x="968061" y="89892"/>
                  <a:pt x="972576" y="87665"/>
                  <a:pt x="976332" y="83211"/>
                </a:cubicBezTo>
                <a:cubicBezTo>
                  <a:pt x="980089" y="78757"/>
                  <a:pt x="981967" y="71857"/>
                  <a:pt x="981967" y="62509"/>
                </a:cubicBezTo>
                <a:cubicBezTo>
                  <a:pt x="981967" y="53601"/>
                  <a:pt x="980132" y="46931"/>
                  <a:pt x="976464" y="42499"/>
                </a:cubicBezTo>
                <a:cubicBezTo>
                  <a:pt x="972795" y="38067"/>
                  <a:pt x="968413" y="35851"/>
                  <a:pt x="963316" y="35851"/>
                </a:cubicBezTo>
                <a:cubicBezTo>
                  <a:pt x="958264" y="35851"/>
                  <a:pt x="953793" y="38210"/>
                  <a:pt x="949905" y="42928"/>
                </a:cubicBezTo>
                <a:cubicBezTo>
                  <a:pt x="946017" y="47645"/>
                  <a:pt x="944072" y="54502"/>
                  <a:pt x="944072" y="63498"/>
                </a:cubicBezTo>
                <a:close/>
                <a:moveTo>
                  <a:pt x="1008110" y="98196"/>
                </a:moveTo>
                <a:lnTo>
                  <a:pt x="1008110" y="1582"/>
                </a:lnTo>
                <a:lnTo>
                  <a:pt x="1019973" y="1582"/>
                </a:lnTo>
                <a:lnTo>
                  <a:pt x="1019973" y="98196"/>
                </a:lnTo>
                <a:lnTo>
                  <a:pt x="1008110" y="98196"/>
                </a:lnTo>
                <a:close/>
                <a:moveTo>
                  <a:pt x="1033921" y="63201"/>
                </a:moveTo>
                <a:cubicBezTo>
                  <a:pt x="1033921" y="50240"/>
                  <a:pt x="1037524" y="40640"/>
                  <a:pt x="1044729" y="34402"/>
                </a:cubicBezTo>
                <a:cubicBezTo>
                  <a:pt x="1050748" y="29217"/>
                  <a:pt x="1058086" y="26625"/>
                  <a:pt x="1066741" y="26625"/>
                </a:cubicBezTo>
                <a:cubicBezTo>
                  <a:pt x="1076363" y="26625"/>
                  <a:pt x="1084227" y="29777"/>
                  <a:pt x="1090334" y="36082"/>
                </a:cubicBezTo>
                <a:cubicBezTo>
                  <a:pt x="1096441" y="42387"/>
                  <a:pt x="1099495" y="51097"/>
                  <a:pt x="1099495" y="62213"/>
                </a:cubicBezTo>
                <a:cubicBezTo>
                  <a:pt x="1099495" y="71219"/>
                  <a:pt x="1098144" y="78304"/>
                  <a:pt x="1095442" y="83466"/>
                </a:cubicBezTo>
                <a:cubicBezTo>
                  <a:pt x="1092740" y="88629"/>
                  <a:pt x="1088808" y="92638"/>
                  <a:pt x="1083645" y="95494"/>
                </a:cubicBezTo>
                <a:cubicBezTo>
                  <a:pt x="1078483" y="98350"/>
                  <a:pt x="1072848" y="99778"/>
                  <a:pt x="1066741" y="99778"/>
                </a:cubicBezTo>
                <a:cubicBezTo>
                  <a:pt x="1056943" y="99778"/>
                  <a:pt x="1049024" y="96636"/>
                  <a:pt x="1042983" y="90353"/>
                </a:cubicBezTo>
                <a:cubicBezTo>
                  <a:pt x="1036942" y="84071"/>
                  <a:pt x="1033921" y="75020"/>
                  <a:pt x="1033921" y="63201"/>
                </a:cubicBezTo>
                <a:moveTo>
                  <a:pt x="1046113" y="63168"/>
                </a:moveTo>
                <a:cubicBezTo>
                  <a:pt x="1046113" y="72098"/>
                  <a:pt x="1048068" y="78785"/>
                  <a:pt x="1051979" y="83228"/>
                </a:cubicBezTo>
                <a:cubicBezTo>
                  <a:pt x="1055889" y="87671"/>
                  <a:pt x="1060810" y="89892"/>
                  <a:pt x="1066741" y="89892"/>
                </a:cubicBezTo>
                <a:cubicBezTo>
                  <a:pt x="1072628" y="89892"/>
                  <a:pt x="1077527" y="87660"/>
                  <a:pt x="1081437" y="83195"/>
                </a:cubicBezTo>
                <a:cubicBezTo>
                  <a:pt x="1085348" y="78730"/>
                  <a:pt x="1087303" y="71923"/>
                  <a:pt x="1087303" y="62775"/>
                </a:cubicBezTo>
                <a:cubicBezTo>
                  <a:pt x="1087303" y="54151"/>
                  <a:pt x="1085337" y="47618"/>
                  <a:pt x="1081404" y="43175"/>
                </a:cubicBezTo>
                <a:cubicBezTo>
                  <a:pt x="1077472" y="38732"/>
                  <a:pt x="1072584" y="36510"/>
                  <a:pt x="1066741" y="36510"/>
                </a:cubicBezTo>
                <a:cubicBezTo>
                  <a:pt x="1060810" y="36510"/>
                  <a:pt x="1055889" y="38721"/>
                  <a:pt x="1051979" y="43142"/>
                </a:cubicBezTo>
                <a:cubicBezTo>
                  <a:pt x="1048068" y="47563"/>
                  <a:pt x="1046113" y="54238"/>
                  <a:pt x="1046113" y="63168"/>
                </a:cubicBezTo>
                <a:close/>
                <a:moveTo>
                  <a:pt x="1112853" y="125216"/>
                </a:moveTo>
                <a:lnTo>
                  <a:pt x="1111535" y="114079"/>
                </a:lnTo>
                <a:cubicBezTo>
                  <a:pt x="1114127" y="114782"/>
                  <a:pt x="1116390" y="115133"/>
                  <a:pt x="1118323" y="115133"/>
                </a:cubicBezTo>
                <a:cubicBezTo>
                  <a:pt x="1120959" y="115133"/>
                  <a:pt x="1123068" y="114688"/>
                  <a:pt x="1124650" y="113798"/>
                </a:cubicBezTo>
                <a:cubicBezTo>
                  <a:pt x="1126231" y="112910"/>
                  <a:pt x="1127527" y="111666"/>
                  <a:pt x="1128538" y="110065"/>
                </a:cubicBezTo>
                <a:cubicBezTo>
                  <a:pt x="1129285" y="108865"/>
                  <a:pt x="1130493" y="105887"/>
                  <a:pt x="1132163" y="101131"/>
                </a:cubicBezTo>
                <a:cubicBezTo>
                  <a:pt x="1132382" y="100463"/>
                  <a:pt x="1132734" y="99485"/>
                  <a:pt x="1133217" y="98196"/>
                </a:cubicBezTo>
                <a:lnTo>
                  <a:pt x="1106658" y="28207"/>
                </a:lnTo>
                <a:lnTo>
                  <a:pt x="1119443" y="28207"/>
                </a:lnTo>
                <a:lnTo>
                  <a:pt x="1134008" y="68642"/>
                </a:lnTo>
                <a:cubicBezTo>
                  <a:pt x="1135897" y="73772"/>
                  <a:pt x="1137589" y="79164"/>
                  <a:pt x="1139082" y="84817"/>
                </a:cubicBezTo>
                <a:cubicBezTo>
                  <a:pt x="1140444" y="79382"/>
                  <a:pt x="1142070" y="74078"/>
                  <a:pt x="1143959" y="68906"/>
                </a:cubicBezTo>
                <a:lnTo>
                  <a:pt x="1158919" y="28207"/>
                </a:lnTo>
                <a:lnTo>
                  <a:pt x="1170782" y="28207"/>
                </a:lnTo>
                <a:lnTo>
                  <a:pt x="1144157" y="99429"/>
                </a:lnTo>
                <a:cubicBezTo>
                  <a:pt x="1141301" y="107124"/>
                  <a:pt x="1139082" y="112421"/>
                  <a:pt x="1137501" y="115322"/>
                </a:cubicBezTo>
                <a:cubicBezTo>
                  <a:pt x="1135392" y="119235"/>
                  <a:pt x="1132975" y="122104"/>
                  <a:pt x="1130251" y="123929"/>
                </a:cubicBezTo>
                <a:cubicBezTo>
                  <a:pt x="1127527" y="125754"/>
                  <a:pt x="1124276" y="126666"/>
                  <a:pt x="1120498" y="126666"/>
                </a:cubicBezTo>
                <a:cubicBezTo>
                  <a:pt x="1118213" y="126666"/>
                  <a:pt x="1115665" y="126183"/>
                  <a:pt x="1112853" y="125216"/>
                </a:cubicBezTo>
                <a:close/>
                <a:moveTo>
                  <a:pt x="1228776" y="75657"/>
                </a:moveTo>
                <a:lnTo>
                  <a:pt x="1241034" y="77173"/>
                </a:lnTo>
                <a:cubicBezTo>
                  <a:pt x="1239101" y="84334"/>
                  <a:pt x="1235520" y="89892"/>
                  <a:pt x="1230292" y="93846"/>
                </a:cubicBezTo>
                <a:cubicBezTo>
                  <a:pt x="1225064" y="97800"/>
                  <a:pt x="1218385" y="99778"/>
                  <a:pt x="1210257" y="99778"/>
                </a:cubicBezTo>
                <a:cubicBezTo>
                  <a:pt x="1200020" y="99778"/>
                  <a:pt x="1191903" y="96625"/>
                  <a:pt x="1185906" y="90320"/>
                </a:cubicBezTo>
                <a:cubicBezTo>
                  <a:pt x="1179909" y="84016"/>
                  <a:pt x="1176910" y="75174"/>
                  <a:pt x="1176910" y="63794"/>
                </a:cubicBezTo>
                <a:cubicBezTo>
                  <a:pt x="1176910" y="52020"/>
                  <a:pt x="1179942" y="42881"/>
                  <a:pt x="1186005" y="36379"/>
                </a:cubicBezTo>
                <a:cubicBezTo>
                  <a:pt x="1192068" y="29876"/>
                  <a:pt x="1199933" y="26625"/>
                  <a:pt x="1209598" y="26625"/>
                </a:cubicBezTo>
                <a:cubicBezTo>
                  <a:pt x="1218957" y="26625"/>
                  <a:pt x="1226601" y="29805"/>
                  <a:pt x="1232533" y="36166"/>
                </a:cubicBezTo>
                <a:cubicBezTo>
                  <a:pt x="1238464" y="42526"/>
                  <a:pt x="1241430" y="51474"/>
                  <a:pt x="1241430" y="63010"/>
                </a:cubicBezTo>
                <a:cubicBezTo>
                  <a:pt x="1241430" y="63711"/>
                  <a:pt x="1241408" y="64764"/>
                  <a:pt x="1241364" y="66167"/>
                </a:cubicBezTo>
                <a:lnTo>
                  <a:pt x="1189168" y="66167"/>
                </a:lnTo>
                <a:cubicBezTo>
                  <a:pt x="1189608" y="73834"/>
                  <a:pt x="1191782" y="79704"/>
                  <a:pt x="1195693" y="83780"/>
                </a:cubicBezTo>
                <a:cubicBezTo>
                  <a:pt x="1199603" y="87855"/>
                  <a:pt x="1204480" y="89892"/>
                  <a:pt x="1210323" y="89892"/>
                </a:cubicBezTo>
                <a:cubicBezTo>
                  <a:pt x="1214673" y="89892"/>
                  <a:pt x="1218385" y="88761"/>
                  <a:pt x="1221461" y="86498"/>
                </a:cubicBezTo>
                <a:cubicBezTo>
                  <a:pt x="1224536" y="84234"/>
                  <a:pt x="1226975" y="80620"/>
                  <a:pt x="1228776" y="75657"/>
                </a:cubicBezTo>
                <a:moveTo>
                  <a:pt x="1189827" y="56281"/>
                </a:moveTo>
                <a:lnTo>
                  <a:pt x="1228908" y="56281"/>
                </a:lnTo>
                <a:cubicBezTo>
                  <a:pt x="1228381" y="50490"/>
                  <a:pt x="1226887" y="46147"/>
                  <a:pt x="1224427" y="43251"/>
                </a:cubicBezTo>
                <a:cubicBezTo>
                  <a:pt x="1220648" y="38757"/>
                  <a:pt x="1215749" y="36510"/>
                  <a:pt x="1209730" y="36510"/>
                </a:cubicBezTo>
                <a:cubicBezTo>
                  <a:pt x="1204282" y="36510"/>
                  <a:pt x="1199702" y="38304"/>
                  <a:pt x="1195989" y="41892"/>
                </a:cubicBezTo>
                <a:cubicBezTo>
                  <a:pt x="1192277" y="45478"/>
                  <a:pt x="1190223" y="50275"/>
                  <a:pt x="1189827" y="56281"/>
                </a:cubicBezTo>
                <a:close/>
                <a:moveTo>
                  <a:pt x="1255776" y="98196"/>
                </a:moveTo>
                <a:lnTo>
                  <a:pt x="1255776" y="28207"/>
                </a:lnTo>
                <a:lnTo>
                  <a:pt x="1266452" y="28207"/>
                </a:lnTo>
                <a:lnTo>
                  <a:pt x="1266452" y="38751"/>
                </a:lnTo>
                <a:cubicBezTo>
                  <a:pt x="1269176" y="33814"/>
                  <a:pt x="1271692" y="30559"/>
                  <a:pt x="1273998" y="28985"/>
                </a:cubicBezTo>
                <a:cubicBezTo>
                  <a:pt x="1276305" y="27412"/>
                  <a:pt x="1278842" y="26625"/>
                  <a:pt x="1281610" y="26625"/>
                </a:cubicBezTo>
                <a:cubicBezTo>
                  <a:pt x="1285608" y="26625"/>
                  <a:pt x="1289672" y="27894"/>
                  <a:pt x="1293802" y="30431"/>
                </a:cubicBezTo>
                <a:lnTo>
                  <a:pt x="1289716" y="41387"/>
                </a:lnTo>
                <a:cubicBezTo>
                  <a:pt x="1286817" y="39674"/>
                  <a:pt x="1283917" y="38817"/>
                  <a:pt x="1281017" y="38817"/>
                </a:cubicBezTo>
                <a:cubicBezTo>
                  <a:pt x="1278425" y="38817"/>
                  <a:pt x="1276096" y="39598"/>
                  <a:pt x="1274031" y="41161"/>
                </a:cubicBezTo>
                <a:cubicBezTo>
                  <a:pt x="1271966" y="42722"/>
                  <a:pt x="1270494" y="44888"/>
                  <a:pt x="1269616" y="47658"/>
                </a:cubicBezTo>
                <a:cubicBezTo>
                  <a:pt x="1268298" y="51880"/>
                  <a:pt x="1267639" y="56498"/>
                  <a:pt x="1267639" y="61512"/>
                </a:cubicBezTo>
                <a:lnTo>
                  <a:pt x="1267639" y="98196"/>
                </a:lnTo>
                <a:lnTo>
                  <a:pt x="1255776" y="98196"/>
                </a:lnTo>
                <a:close/>
                <a:moveTo>
                  <a:pt x="1341209" y="98196"/>
                </a:moveTo>
                <a:lnTo>
                  <a:pt x="1341209" y="37433"/>
                </a:lnTo>
                <a:lnTo>
                  <a:pt x="1330730" y="37433"/>
                </a:lnTo>
                <a:lnTo>
                  <a:pt x="1330730" y="28207"/>
                </a:lnTo>
                <a:lnTo>
                  <a:pt x="1341209" y="28207"/>
                </a:lnTo>
                <a:lnTo>
                  <a:pt x="1341209" y="20776"/>
                </a:lnTo>
                <a:cubicBezTo>
                  <a:pt x="1341209" y="16086"/>
                  <a:pt x="1341626" y="12601"/>
                  <a:pt x="1342461" y="10322"/>
                </a:cubicBezTo>
                <a:cubicBezTo>
                  <a:pt x="1343603" y="7255"/>
                  <a:pt x="1345613" y="4768"/>
                  <a:pt x="1348491" y="2861"/>
                </a:cubicBezTo>
                <a:cubicBezTo>
                  <a:pt x="1351369" y="954"/>
                  <a:pt x="1355400" y="0"/>
                  <a:pt x="1360584" y="0"/>
                </a:cubicBezTo>
                <a:cubicBezTo>
                  <a:pt x="1363923" y="0"/>
                  <a:pt x="1367614" y="395"/>
                  <a:pt x="1371656" y="1186"/>
                </a:cubicBezTo>
                <a:lnTo>
                  <a:pt x="1369877" y="11533"/>
                </a:lnTo>
                <a:cubicBezTo>
                  <a:pt x="1367416" y="11094"/>
                  <a:pt x="1365088" y="10874"/>
                  <a:pt x="1362891" y="10874"/>
                </a:cubicBezTo>
                <a:cubicBezTo>
                  <a:pt x="1359288" y="10874"/>
                  <a:pt x="1356740" y="11640"/>
                  <a:pt x="1355246" y="13172"/>
                </a:cubicBezTo>
                <a:cubicBezTo>
                  <a:pt x="1353752" y="14705"/>
                  <a:pt x="1353005" y="17571"/>
                  <a:pt x="1353005" y="21773"/>
                </a:cubicBezTo>
                <a:lnTo>
                  <a:pt x="1353005" y="28207"/>
                </a:lnTo>
                <a:lnTo>
                  <a:pt x="1366647" y="28207"/>
                </a:lnTo>
                <a:lnTo>
                  <a:pt x="1366647" y="37433"/>
                </a:lnTo>
                <a:lnTo>
                  <a:pt x="1353005" y="37433"/>
                </a:lnTo>
                <a:lnTo>
                  <a:pt x="1353005" y="98196"/>
                </a:lnTo>
                <a:lnTo>
                  <a:pt x="1341209" y="98196"/>
                </a:lnTo>
                <a:close/>
                <a:moveTo>
                  <a:pt x="1375962" y="15290"/>
                </a:moveTo>
                <a:lnTo>
                  <a:pt x="1375962" y="1582"/>
                </a:lnTo>
                <a:lnTo>
                  <a:pt x="1387825" y="1582"/>
                </a:lnTo>
                <a:lnTo>
                  <a:pt x="1387825" y="15290"/>
                </a:lnTo>
                <a:lnTo>
                  <a:pt x="1375962" y="15290"/>
                </a:lnTo>
                <a:moveTo>
                  <a:pt x="1375962" y="98196"/>
                </a:moveTo>
                <a:lnTo>
                  <a:pt x="1375962" y="28207"/>
                </a:lnTo>
                <a:lnTo>
                  <a:pt x="1387825" y="28207"/>
                </a:lnTo>
                <a:lnTo>
                  <a:pt x="1387825" y="98196"/>
                </a:lnTo>
                <a:lnTo>
                  <a:pt x="1375962" y="98196"/>
                </a:lnTo>
                <a:close/>
                <a:moveTo>
                  <a:pt x="1405728" y="98196"/>
                </a:moveTo>
                <a:lnTo>
                  <a:pt x="1405728" y="28207"/>
                </a:lnTo>
                <a:lnTo>
                  <a:pt x="1416404" y="28207"/>
                </a:lnTo>
                <a:lnTo>
                  <a:pt x="1416404" y="38751"/>
                </a:lnTo>
                <a:cubicBezTo>
                  <a:pt x="1419128" y="33814"/>
                  <a:pt x="1421644" y="30559"/>
                  <a:pt x="1423950" y="28985"/>
                </a:cubicBezTo>
                <a:cubicBezTo>
                  <a:pt x="1426257" y="27412"/>
                  <a:pt x="1428794" y="26625"/>
                  <a:pt x="1431562" y="26625"/>
                </a:cubicBezTo>
                <a:cubicBezTo>
                  <a:pt x="1435560" y="26625"/>
                  <a:pt x="1439624" y="27894"/>
                  <a:pt x="1443754" y="30431"/>
                </a:cubicBezTo>
                <a:lnTo>
                  <a:pt x="1439668" y="41387"/>
                </a:lnTo>
                <a:cubicBezTo>
                  <a:pt x="1436768" y="39674"/>
                  <a:pt x="1433869" y="38817"/>
                  <a:pt x="1430969" y="38817"/>
                </a:cubicBezTo>
                <a:cubicBezTo>
                  <a:pt x="1428377" y="38817"/>
                  <a:pt x="1426048" y="39598"/>
                  <a:pt x="1423983" y="41161"/>
                </a:cubicBezTo>
                <a:cubicBezTo>
                  <a:pt x="1421918" y="42722"/>
                  <a:pt x="1420446" y="44888"/>
                  <a:pt x="1419568" y="47658"/>
                </a:cubicBezTo>
                <a:cubicBezTo>
                  <a:pt x="1418250" y="51880"/>
                  <a:pt x="1417591" y="56498"/>
                  <a:pt x="1417591" y="61512"/>
                </a:cubicBezTo>
                <a:lnTo>
                  <a:pt x="1417591" y="98196"/>
                </a:lnTo>
                <a:lnTo>
                  <a:pt x="1405728" y="98196"/>
                </a:lnTo>
                <a:close/>
                <a:moveTo>
                  <a:pt x="1498716" y="75657"/>
                </a:moveTo>
                <a:lnTo>
                  <a:pt x="1510974" y="77173"/>
                </a:lnTo>
                <a:cubicBezTo>
                  <a:pt x="1509041" y="84334"/>
                  <a:pt x="1505460" y="89892"/>
                  <a:pt x="1500232" y="93846"/>
                </a:cubicBezTo>
                <a:cubicBezTo>
                  <a:pt x="1495004" y="97800"/>
                  <a:pt x="1488325" y="99778"/>
                  <a:pt x="1480197" y="99778"/>
                </a:cubicBezTo>
                <a:cubicBezTo>
                  <a:pt x="1469960" y="99778"/>
                  <a:pt x="1461843" y="96625"/>
                  <a:pt x="1455846" y="90320"/>
                </a:cubicBezTo>
                <a:cubicBezTo>
                  <a:pt x="1449849" y="84016"/>
                  <a:pt x="1446850" y="75174"/>
                  <a:pt x="1446850" y="63794"/>
                </a:cubicBezTo>
                <a:cubicBezTo>
                  <a:pt x="1446850" y="52020"/>
                  <a:pt x="1449882" y="42881"/>
                  <a:pt x="1455945" y="36379"/>
                </a:cubicBezTo>
                <a:cubicBezTo>
                  <a:pt x="1462008" y="29876"/>
                  <a:pt x="1469873" y="26625"/>
                  <a:pt x="1479538" y="26625"/>
                </a:cubicBezTo>
                <a:cubicBezTo>
                  <a:pt x="1488897" y="26625"/>
                  <a:pt x="1496541" y="29805"/>
                  <a:pt x="1502473" y="36166"/>
                </a:cubicBezTo>
                <a:cubicBezTo>
                  <a:pt x="1508404" y="42526"/>
                  <a:pt x="1511370" y="51474"/>
                  <a:pt x="1511370" y="63010"/>
                </a:cubicBezTo>
                <a:cubicBezTo>
                  <a:pt x="1511370" y="63711"/>
                  <a:pt x="1511348" y="64764"/>
                  <a:pt x="1511304" y="66167"/>
                </a:cubicBezTo>
                <a:lnTo>
                  <a:pt x="1459108" y="66167"/>
                </a:lnTo>
                <a:cubicBezTo>
                  <a:pt x="1459548" y="73834"/>
                  <a:pt x="1461723" y="79704"/>
                  <a:pt x="1465633" y="83780"/>
                </a:cubicBezTo>
                <a:cubicBezTo>
                  <a:pt x="1469543" y="87855"/>
                  <a:pt x="1474420" y="89892"/>
                  <a:pt x="1480263" y="89892"/>
                </a:cubicBezTo>
                <a:cubicBezTo>
                  <a:pt x="1484613" y="89892"/>
                  <a:pt x="1488325" y="88761"/>
                  <a:pt x="1491401" y="86498"/>
                </a:cubicBezTo>
                <a:cubicBezTo>
                  <a:pt x="1494476" y="84234"/>
                  <a:pt x="1496915" y="80620"/>
                  <a:pt x="1498716" y="75657"/>
                </a:cubicBezTo>
                <a:moveTo>
                  <a:pt x="1459767" y="56281"/>
                </a:moveTo>
                <a:lnTo>
                  <a:pt x="1498848" y="56281"/>
                </a:lnTo>
                <a:cubicBezTo>
                  <a:pt x="1498321" y="50490"/>
                  <a:pt x="1496827" y="46147"/>
                  <a:pt x="1494367" y="43251"/>
                </a:cubicBezTo>
                <a:cubicBezTo>
                  <a:pt x="1490588" y="38757"/>
                  <a:pt x="1485689" y="36510"/>
                  <a:pt x="1479670" y="36510"/>
                </a:cubicBezTo>
                <a:cubicBezTo>
                  <a:pt x="1474222" y="36510"/>
                  <a:pt x="1469642" y="38304"/>
                  <a:pt x="1465929" y="41892"/>
                </a:cubicBezTo>
                <a:cubicBezTo>
                  <a:pt x="1462217" y="45478"/>
                  <a:pt x="1460163" y="50275"/>
                  <a:pt x="1459767" y="56281"/>
                </a:cubicBezTo>
                <a:close/>
                <a:moveTo>
                  <a:pt x="1521103" y="77239"/>
                </a:moveTo>
                <a:lnTo>
                  <a:pt x="1532834" y="75393"/>
                </a:lnTo>
                <a:cubicBezTo>
                  <a:pt x="1533493" y="80074"/>
                  <a:pt x="1535327" y="83661"/>
                  <a:pt x="1538337" y="86154"/>
                </a:cubicBezTo>
                <a:cubicBezTo>
                  <a:pt x="1541346" y="88646"/>
                  <a:pt x="1545553" y="89892"/>
                  <a:pt x="1550957" y="89892"/>
                </a:cubicBezTo>
                <a:cubicBezTo>
                  <a:pt x="1556405" y="89892"/>
                  <a:pt x="1560447" y="88792"/>
                  <a:pt x="1563083" y="86591"/>
                </a:cubicBezTo>
                <a:cubicBezTo>
                  <a:pt x="1565719" y="84388"/>
                  <a:pt x="1567037" y="81806"/>
                  <a:pt x="1567037" y="78843"/>
                </a:cubicBezTo>
                <a:cubicBezTo>
                  <a:pt x="1567037" y="76183"/>
                  <a:pt x="1565873" y="74091"/>
                  <a:pt x="1563545" y="72566"/>
                </a:cubicBezTo>
                <a:cubicBezTo>
                  <a:pt x="1561919" y="71519"/>
                  <a:pt x="1557877" y="70190"/>
                  <a:pt x="1551418" y="68576"/>
                </a:cubicBezTo>
                <a:cubicBezTo>
                  <a:pt x="1542719" y="66378"/>
                  <a:pt x="1536689" y="64477"/>
                  <a:pt x="1533328" y="62872"/>
                </a:cubicBezTo>
                <a:cubicBezTo>
                  <a:pt x="1529967" y="61267"/>
                  <a:pt x="1527419" y="59046"/>
                  <a:pt x="1525683" y="56209"/>
                </a:cubicBezTo>
                <a:cubicBezTo>
                  <a:pt x="1523948" y="53373"/>
                  <a:pt x="1523080" y="50240"/>
                  <a:pt x="1523080" y="46810"/>
                </a:cubicBezTo>
                <a:cubicBezTo>
                  <a:pt x="1523080" y="43688"/>
                  <a:pt x="1523794" y="40796"/>
                  <a:pt x="1525222" y="38135"/>
                </a:cubicBezTo>
                <a:cubicBezTo>
                  <a:pt x="1526650" y="35474"/>
                  <a:pt x="1528594" y="33265"/>
                  <a:pt x="1531054" y="31506"/>
                </a:cubicBezTo>
                <a:cubicBezTo>
                  <a:pt x="1532900" y="30143"/>
                  <a:pt x="1535415" y="28989"/>
                  <a:pt x="1538600" y="28044"/>
                </a:cubicBezTo>
                <a:cubicBezTo>
                  <a:pt x="1541786" y="27098"/>
                  <a:pt x="1545202" y="26625"/>
                  <a:pt x="1548848" y="26625"/>
                </a:cubicBezTo>
                <a:cubicBezTo>
                  <a:pt x="1554340" y="26625"/>
                  <a:pt x="1559162" y="27421"/>
                  <a:pt x="1563314" y="29014"/>
                </a:cubicBezTo>
                <a:cubicBezTo>
                  <a:pt x="1567466" y="30605"/>
                  <a:pt x="1570530" y="32761"/>
                  <a:pt x="1572507" y="35483"/>
                </a:cubicBezTo>
                <a:cubicBezTo>
                  <a:pt x="1574485" y="38203"/>
                  <a:pt x="1575847" y="41840"/>
                  <a:pt x="1576593" y="46396"/>
                </a:cubicBezTo>
                <a:lnTo>
                  <a:pt x="1564994" y="47978"/>
                </a:lnTo>
                <a:cubicBezTo>
                  <a:pt x="1564467" y="44375"/>
                  <a:pt x="1562940" y="41563"/>
                  <a:pt x="1560414" y="39542"/>
                </a:cubicBezTo>
                <a:cubicBezTo>
                  <a:pt x="1557888" y="37521"/>
                  <a:pt x="1554318" y="36510"/>
                  <a:pt x="1549705" y="36510"/>
                </a:cubicBezTo>
                <a:cubicBezTo>
                  <a:pt x="1544257" y="36510"/>
                  <a:pt x="1540369" y="37407"/>
                  <a:pt x="1538040" y="39200"/>
                </a:cubicBezTo>
                <a:cubicBezTo>
                  <a:pt x="1535711" y="40992"/>
                  <a:pt x="1534547" y="43090"/>
                  <a:pt x="1534547" y="45496"/>
                </a:cubicBezTo>
                <a:cubicBezTo>
                  <a:pt x="1534547" y="47025"/>
                  <a:pt x="1535030" y="48403"/>
                  <a:pt x="1535997" y="49627"/>
                </a:cubicBezTo>
                <a:cubicBezTo>
                  <a:pt x="1536964" y="50894"/>
                  <a:pt x="1538479" y="51943"/>
                  <a:pt x="1540544" y="52774"/>
                </a:cubicBezTo>
                <a:cubicBezTo>
                  <a:pt x="1541731" y="53212"/>
                  <a:pt x="1545223" y="54218"/>
                  <a:pt x="1551023" y="55791"/>
                </a:cubicBezTo>
                <a:cubicBezTo>
                  <a:pt x="1559415" y="58031"/>
                  <a:pt x="1565269" y="59864"/>
                  <a:pt x="1568586" y="61290"/>
                </a:cubicBezTo>
                <a:cubicBezTo>
                  <a:pt x="1571903" y="62717"/>
                  <a:pt x="1574506" y="64791"/>
                  <a:pt x="1576396" y="67514"/>
                </a:cubicBezTo>
                <a:cubicBezTo>
                  <a:pt x="1578285" y="70235"/>
                  <a:pt x="1579230" y="73615"/>
                  <a:pt x="1579230" y="77653"/>
                </a:cubicBezTo>
                <a:cubicBezTo>
                  <a:pt x="1579230" y="81604"/>
                  <a:pt x="1578076" y="85325"/>
                  <a:pt x="1575770" y="88815"/>
                </a:cubicBezTo>
                <a:cubicBezTo>
                  <a:pt x="1573463" y="92304"/>
                  <a:pt x="1570135" y="95003"/>
                  <a:pt x="1565785" y="96913"/>
                </a:cubicBezTo>
                <a:cubicBezTo>
                  <a:pt x="1561436" y="98823"/>
                  <a:pt x="1556515" y="99778"/>
                  <a:pt x="1551023" y="99778"/>
                </a:cubicBezTo>
                <a:cubicBezTo>
                  <a:pt x="1541928" y="99778"/>
                  <a:pt x="1534997" y="97883"/>
                  <a:pt x="1530230" y="94093"/>
                </a:cubicBezTo>
                <a:cubicBezTo>
                  <a:pt x="1525463" y="90304"/>
                  <a:pt x="1522421" y="84686"/>
                  <a:pt x="1521103" y="77239"/>
                </a:cubicBezTo>
                <a:close/>
                <a:moveTo>
                  <a:pt x="1630327" y="125216"/>
                </a:moveTo>
                <a:lnTo>
                  <a:pt x="1629009" y="114079"/>
                </a:lnTo>
                <a:cubicBezTo>
                  <a:pt x="1631601" y="114782"/>
                  <a:pt x="1633864" y="115133"/>
                  <a:pt x="1635797" y="115133"/>
                </a:cubicBezTo>
                <a:cubicBezTo>
                  <a:pt x="1638433" y="115133"/>
                  <a:pt x="1640542" y="114688"/>
                  <a:pt x="1642124" y="113798"/>
                </a:cubicBezTo>
                <a:cubicBezTo>
                  <a:pt x="1643705" y="112910"/>
                  <a:pt x="1645001" y="111666"/>
                  <a:pt x="1646012" y="110065"/>
                </a:cubicBezTo>
                <a:cubicBezTo>
                  <a:pt x="1646759" y="108865"/>
                  <a:pt x="1647967" y="105887"/>
                  <a:pt x="1649637" y="101131"/>
                </a:cubicBezTo>
                <a:cubicBezTo>
                  <a:pt x="1649856" y="100463"/>
                  <a:pt x="1650208" y="99485"/>
                  <a:pt x="1650691" y="98196"/>
                </a:cubicBezTo>
                <a:lnTo>
                  <a:pt x="1624132" y="28207"/>
                </a:lnTo>
                <a:lnTo>
                  <a:pt x="1636917" y="28207"/>
                </a:lnTo>
                <a:lnTo>
                  <a:pt x="1651482" y="68642"/>
                </a:lnTo>
                <a:cubicBezTo>
                  <a:pt x="1653371" y="73772"/>
                  <a:pt x="1655063" y="79164"/>
                  <a:pt x="1656556" y="84817"/>
                </a:cubicBezTo>
                <a:cubicBezTo>
                  <a:pt x="1657918" y="79382"/>
                  <a:pt x="1659544" y="74078"/>
                  <a:pt x="1661433" y="68906"/>
                </a:cubicBezTo>
                <a:lnTo>
                  <a:pt x="1676393" y="28207"/>
                </a:lnTo>
                <a:lnTo>
                  <a:pt x="1688256" y="28207"/>
                </a:lnTo>
                <a:lnTo>
                  <a:pt x="1661631" y="99429"/>
                </a:lnTo>
                <a:cubicBezTo>
                  <a:pt x="1658775" y="107124"/>
                  <a:pt x="1656556" y="112421"/>
                  <a:pt x="1654975" y="115322"/>
                </a:cubicBezTo>
                <a:cubicBezTo>
                  <a:pt x="1652866" y="119235"/>
                  <a:pt x="1650449" y="122104"/>
                  <a:pt x="1647725" y="123929"/>
                </a:cubicBezTo>
                <a:cubicBezTo>
                  <a:pt x="1645001" y="125754"/>
                  <a:pt x="1641750" y="126666"/>
                  <a:pt x="1637972" y="126666"/>
                </a:cubicBezTo>
                <a:cubicBezTo>
                  <a:pt x="1635687" y="126666"/>
                  <a:pt x="1633139" y="126183"/>
                  <a:pt x="1630327" y="125216"/>
                </a:cubicBezTo>
                <a:close/>
                <a:moveTo>
                  <a:pt x="1693924" y="63201"/>
                </a:moveTo>
                <a:cubicBezTo>
                  <a:pt x="1693924" y="50240"/>
                  <a:pt x="1697526" y="40640"/>
                  <a:pt x="1704732" y="34402"/>
                </a:cubicBezTo>
                <a:cubicBezTo>
                  <a:pt x="1710751" y="29217"/>
                  <a:pt x="1718088" y="26625"/>
                  <a:pt x="1726743" y="26625"/>
                </a:cubicBezTo>
                <a:cubicBezTo>
                  <a:pt x="1736365" y="26625"/>
                  <a:pt x="1744230" y="29777"/>
                  <a:pt x="1750337" y="36082"/>
                </a:cubicBezTo>
                <a:cubicBezTo>
                  <a:pt x="1756444" y="42387"/>
                  <a:pt x="1759497" y="51097"/>
                  <a:pt x="1759497" y="62213"/>
                </a:cubicBezTo>
                <a:cubicBezTo>
                  <a:pt x="1759497" y="71219"/>
                  <a:pt x="1758146" y="78304"/>
                  <a:pt x="1755444" y="83466"/>
                </a:cubicBezTo>
                <a:cubicBezTo>
                  <a:pt x="1752742" y="88629"/>
                  <a:pt x="1748810" y="92638"/>
                  <a:pt x="1743648" y="95494"/>
                </a:cubicBezTo>
                <a:cubicBezTo>
                  <a:pt x="1738485" y="98350"/>
                  <a:pt x="1732851" y="99778"/>
                  <a:pt x="1726743" y="99778"/>
                </a:cubicBezTo>
                <a:cubicBezTo>
                  <a:pt x="1716946" y="99778"/>
                  <a:pt x="1709027" y="96636"/>
                  <a:pt x="1702985" y="90353"/>
                </a:cubicBezTo>
                <a:cubicBezTo>
                  <a:pt x="1696944" y="84071"/>
                  <a:pt x="1693924" y="75020"/>
                  <a:pt x="1693924" y="63201"/>
                </a:cubicBezTo>
                <a:moveTo>
                  <a:pt x="1706116" y="63168"/>
                </a:moveTo>
                <a:cubicBezTo>
                  <a:pt x="1706116" y="72098"/>
                  <a:pt x="1708071" y="78785"/>
                  <a:pt x="1711981" y="83228"/>
                </a:cubicBezTo>
                <a:cubicBezTo>
                  <a:pt x="1715891" y="87671"/>
                  <a:pt x="1720812" y="89892"/>
                  <a:pt x="1726743" y="89892"/>
                </a:cubicBezTo>
                <a:cubicBezTo>
                  <a:pt x="1732631" y="89892"/>
                  <a:pt x="1737530" y="87660"/>
                  <a:pt x="1741440" y="83195"/>
                </a:cubicBezTo>
                <a:cubicBezTo>
                  <a:pt x="1745350" y="78730"/>
                  <a:pt x="1747305" y="71923"/>
                  <a:pt x="1747305" y="62775"/>
                </a:cubicBezTo>
                <a:cubicBezTo>
                  <a:pt x="1747305" y="54151"/>
                  <a:pt x="1745339" y="47618"/>
                  <a:pt x="1741407" y="43175"/>
                </a:cubicBezTo>
                <a:cubicBezTo>
                  <a:pt x="1737475" y="38732"/>
                  <a:pt x="1732587" y="36510"/>
                  <a:pt x="1726743" y="36510"/>
                </a:cubicBezTo>
                <a:cubicBezTo>
                  <a:pt x="1720812" y="36510"/>
                  <a:pt x="1715891" y="38721"/>
                  <a:pt x="1711981" y="43142"/>
                </a:cubicBezTo>
                <a:cubicBezTo>
                  <a:pt x="1708071" y="47563"/>
                  <a:pt x="1706116" y="54238"/>
                  <a:pt x="1706116" y="63168"/>
                </a:cubicBezTo>
                <a:close/>
                <a:moveTo>
                  <a:pt x="1819251" y="98196"/>
                </a:moveTo>
                <a:lnTo>
                  <a:pt x="1819251" y="87915"/>
                </a:lnTo>
                <a:cubicBezTo>
                  <a:pt x="1813803" y="95823"/>
                  <a:pt x="1806400" y="99778"/>
                  <a:pt x="1797042" y="99778"/>
                </a:cubicBezTo>
                <a:cubicBezTo>
                  <a:pt x="1792912" y="99778"/>
                  <a:pt x="1789057" y="98987"/>
                  <a:pt x="1785476" y="97405"/>
                </a:cubicBezTo>
                <a:cubicBezTo>
                  <a:pt x="1781895" y="95823"/>
                  <a:pt x="1779237" y="93835"/>
                  <a:pt x="1777502" y="91441"/>
                </a:cubicBezTo>
                <a:cubicBezTo>
                  <a:pt x="1775766" y="89046"/>
                  <a:pt x="1774547" y="86114"/>
                  <a:pt x="1773844" y="82643"/>
                </a:cubicBezTo>
                <a:cubicBezTo>
                  <a:pt x="1773361" y="80314"/>
                  <a:pt x="1773119" y="76624"/>
                  <a:pt x="1773119" y="71571"/>
                </a:cubicBezTo>
                <a:lnTo>
                  <a:pt x="1773119" y="28207"/>
                </a:lnTo>
                <a:lnTo>
                  <a:pt x="1784982" y="28207"/>
                </a:lnTo>
                <a:lnTo>
                  <a:pt x="1784982" y="67024"/>
                </a:lnTo>
                <a:cubicBezTo>
                  <a:pt x="1784982" y="73219"/>
                  <a:pt x="1785223" y="77392"/>
                  <a:pt x="1785706" y="79545"/>
                </a:cubicBezTo>
                <a:cubicBezTo>
                  <a:pt x="1786453" y="82665"/>
                  <a:pt x="1788035" y="85114"/>
                  <a:pt x="1790452" y="86893"/>
                </a:cubicBezTo>
                <a:cubicBezTo>
                  <a:pt x="1792868" y="88673"/>
                  <a:pt x="1795856" y="89563"/>
                  <a:pt x="1799414" y="89563"/>
                </a:cubicBezTo>
                <a:cubicBezTo>
                  <a:pt x="1802973" y="89563"/>
                  <a:pt x="1806312" y="88651"/>
                  <a:pt x="1809432" y="86828"/>
                </a:cubicBezTo>
                <a:cubicBezTo>
                  <a:pt x="1812551" y="85004"/>
                  <a:pt x="1814759" y="82522"/>
                  <a:pt x="1816055" y="79380"/>
                </a:cubicBezTo>
                <a:cubicBezTo>
                  <a:pt x="1817351" y="76239"/>
                  <a:pt x="1817999" y="71681"/>
                  <a:pt x="1817999" y="65706"/>
                </a:cubicBezTo>
                <a:lnTo>
                  <a:pt x="1817999" y="28207"/>
                </a:lnTo>
                <a:lnTo>
                  <a:pt x="1829862" y="28207"/>
                </a:lnTo>
                <a:lnTo>
                  <a:pt x="1829862" y="98196"/>
                </a:lnTo>
                <a:lnTo>
                  <a:pt x="1819251" y="98196"/>
                </a:lnTo>
                <a:close/>
                <a:moveTo>
                  <a:pt x="1888781" y="98196"/>
                </a:moveTo>
                <a:lnTo>
                  <a:pt x="1888781" y="37433"/>
                </a:lnTo>
                <a:lnTo>
                  <a:pt x="1878302" y="37433"/>
                </a:lnTo>
                <a:lnTo>
                  <a:pt x="1878302" y="28207"/>
                </a:lnTo>
                <a:lnTo>
                  <a:pt x="1888781" y="28207"/>
                </a:lnTo>
                <a:lnTo>
                  <a:pt x="1888781" y="20776"/>
                </a:lnTo>
                <a:cubicBezTo>
                  <a:pt x="1888781" y="16086"/>
                  <a:pt x="1889198" y="12601"/>
                  <a:pt x="1890033" y="10322"/>
                </a:cubicBezTo>
                <a:cubicBezTo>
                  <a:pt x="1891176" y="7255"/>
                  <a:pt x="1893186" y="4768"/>
                  <a:pt x="1896063" y="2861"/>
                </a:cubicBezTo>
                <a:cubicBezTo>
                  <a:pt x="1898941" y="954"/>
                  <a:pt x="1902972" y="0"/>
                  <a:pt x="1908157" y="0"/>
                </a:cubicBezTo>
                <a:cubicBezTo>
                  <a:pt x="1911496" y="0"/>
                  <a:pt x="1915186" y="395"/>
                  <a:pt x="1919228" y="1186"/>
                </a:cubicBezTo>
                <a:lnTo>
                  <a:pt x="1917449" y="11533"/>
                </a:lnTo>
                <a:cubicBezTo>
                  <a:pt x="1914989" y="11094"/>
                  <a:pt x="1912660" y="10874"/>
                  <a:pt x="1910463" y="10874"/>
                </a:cubicBezTo>
                <a:cubicBezTo>
                  <a:pt x="1906861" y="10874"/>
                  <a:pt x="1904312" y="11640"/>
                  <a:pt x="1902818" y="13172"/>
                </a:cubicBezTo>
                <a:cubicBezTo>
                  <a:pt x="1901325" y="14705"/>
                  <a:pt x="1900578" y="17571"/>
                  <a:pt x="1900578" y="21773"/>
                </a:cubicBezTo>
                <a:lnTo>
                  <a:pt x="1900578" y="28207"/>
                </a:lnTo>
                <a:lnTo>
                  <a:pt x="1914220" y="28207"/>
                </a:lnTo>
                <a:lnTo>
                  <a:pt x="1914220" y="37433"/>
                </a:lnTo>
                <a:lnTo>
                  <a:pt x="1900578" y="37433"/>
                </a:lnTo>
                <a:lnTo>
                  <a:pt x="1900578" y="98196"/>
                </a:lnTo>
                <a:lnTo>
                  <a:pt x="1888781" y="98196"/>
                </a:lnTo>
                <a:close/>
                <a:moveTo>
                  <a:pt x="1919053" y="63201"/>
                </a:moveTo>
                <a:cubicBezTo>
                  <a:pt x="1919053" y="50240"/>
                  <a:pt x="1922656" y="40640"/>
                  <a:pt x="1929861" y="34402"/>
                </a:cubicBezTo>
                <a:cubicBezTo>
                  <a:pt x="1935881" y="29217"/>
                  <a:pt x="1943218" y="26625"/>
                  <a:pt x="1951873" y="26625"/>
                </a:cubicBezTo>
                <a:cubicBezTo>
                  <a:pt x="1961495" y="26625"/>
                  <a:pt x="1969359" y="29777"/>
                  <a:pt x="1975466" y="36082"/>
                </a:cubicBezTo>
                <a:cubicBezTo>
                  <a:pt x="1981573" y="42387"/>
                  <a:pt x="1984627" y="51097"/>
                  <a:pt x="1984627" y="62213"/>
                </a:cubicBezTo>
                <a:cubicBezTo>
                  <a:pt x="1984627" y="71219"/>
                  <a:pt x="1983276" y="78304"/>
                  <a:pt x="1980574" y="83466"/>
                </a:cubicBezTo>
                <a:cubicBezTo>
                  <a:pt x="1977872" y="88629"/>
                  <a:pt x="1973940" y="92638"/>
                  <a:pt x="1968777" y="95494"/>
                </a:cubicBezTo>
                <a:cubicBezTo>
                  <a:pt x="1963615" y="98350"/>
                  <a:pt x="1957980" y="99778"/>
                  <a:pt x="1951873" y="99778"/>
                </a:cubicBezTo>
                <a:cubicBezTo>
                  <a:pt x="1942075" y="99778"/>
                  <a:pt x="1934156" y="96636"/>
                  <a:pt x="1928115" y="90353"/>
                </a:cubicBezTo>
                <a:cubicBezTo>
                  <a:pt x="1922074" y="84071"/>
                  <a:pt x="1919053" y="75020"/>
                  <a:pt x="1919053" y="63201"/>
                </a:cubicBezTo>
                <a:moveTo>
                  <a:pt x="1931245" y="63168"/>
                </a:moveTo>
                <a:cubicBezTo>
                  <a:pt x="1931245" y="72098"/>
                  <a:pt x="1933200" y="78785"/>
                  <a:pt x="1937111" y="83228"/>
                </a:cubicBezTo>
                <a:cubicBezTo>
                  <a:pt x="1941021" y="87671"/>
                  <a:pt x="1945942" y="89892"/>
                  <a:pt x="1951873" y="89892"/>
                </a:cubicBezTo>
                <a:cubicBezTo>
                  <a:pt x="1957760" y="89892"/>
                  <a:pt x="1962659" y="87660"/>
                  <a:pt x="1966569" y="83195"/>
                </a:cubicBezTo>
                <a:cubicBezTo>
                  <a:pt x="1970480" y="78730"/>
                  <a:pt x="1972435" y="71923"/>
                  <a:pt x="1972435" y="62775"/>
                </a:cubicBezTo>
                <a:cubicBezTo>
                  <a:pt x="1972435" y="54151"/>
                  <a:pt x="1970469" y="47618"/>
                  <a:pt x="1966537" y="43175"/>
                </a:cubicBezTo>
                <a:cubicBezTo>
                  <a:pt x="1962604" y="38732"/>
                  <a:pt x="1957716" y="36510"/>
                  <a:pt x="1951873" y="36510"/>
                </a:cubicBezTo>
                <a:cubicBezTo>
                  <a:pt x="1945942" y="36510"/>
                  <a:pt x="1941021" y="38721"/>
                  <a:pt x="1937111" y="43142"/>
                </a:cubicBezTo>
                <a:cubicBezTo>
                  <a:pt x="1933200" y="47563"/>
                  <a:pt x="1931245" y="54238"/>
                  <a:pt x="1931245" y="63168"/>
                </a:cubicBezTo>
                <a:close/>
                <a:moveTo>
                  <a:pt x="1998380" y="98196"/>
                </a:moveTo>
                <a:lnTo>
                  <a:pt x="1998380" y="28207"/>
                </a:lnTo>
                <a:lnTo>
                  <a:pt x="2009057" y="28207"/>
                </a:lnTo>
                <a:lnTo>
                  <a:pt x="2009057" y="38751"/>
                </a:lnTo>
                <a:cubicBezTo>
                  <a:pt x="2011781" y="33814"/>
                  <a:pt x="2014296" y="30559"/>
                  <a:pt x="2016603" y="28985"/>
                </a:cubicBezTo>
                <a:cubicBezTo>
                  <a:pt x="2018909" y="27412"/>
                  <a:pt x="2021446" y="26625"/>
                  <a:pt x="2024214" y="26625"/>
                </a:cubicBezTo>
                <a:cubicBezTo>
                  <a:pt x="2028213" y="26625"/>
                  <a:pt x="2032277" y="27894"/>
                  <a:pt x="2036407" y="30431"/>
                </a:cubicBezTo>
                <a:lnTo>
                  <a:pt x="2032321" y="41387"/>
                </a:lnTo>
                <a:cubicBezTo>
                  <a:pt x="2029421" y="39674"/>
                  <a:pt x="2026521" y="38817"/>
                  <a:pt x="2023621" y="38817"/>
                </a:cubicBezTo>
                <a:cubicBezTo>
                  <a:pt x="2021029" y="38817"/>
                  <a:pt x="2018701" y="39598"/>
                  <a:pt x="2016636" y="41161"/>
                </a:cubicBezTo>
                <a:cubicBezTo>
                  <a:pt x="2014571" y="42722"/>
                  <a:pt x="2013099" y="44888"/>
                  <a:pt x="2012220" y="47658"/>
                </a:cubicBezTo>
                <a:cubicBezTo>
                  <a:pt x="2010902" y="51880"/>
                  <a:pt x="2010243" y="56498"/>
                  <a:pt x="2010243" y="61512"/>
                </a:cubicBezTo>
                <a:lnTo>
                  <a:pt x="2010243" y="98196"/>
                </a:lnTo>
                <a:lnTo>
                  <a:pt x="1998380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aFacebookpostaboutvaccines,itdoesnot">
            <a:extLst xmlns:a="http://schemas.openxmlformats.org/drawingml/2006/main">
              <a:ext uri="{FF2B5EF4-FFF2-40B4-BE49-F238E27FC236}">
                <a16:creationId xmlns:a16="http://schemas.microsoft.com/office/drawing/2014/main" id="{70E0D404-176B-4BE3-81A7-A21E9913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689" y="7239832"/>
            <a:ext cx="2627508" cy="123503"/>
          </a:xfrm>
          <a:custGeom xmlns:a="http://schemas.openxmlformats.org/drawingml/2006/main">
            <a:pathLst>
              <a:path w="2627508" h="123503">
                <a:moveTo>
                  <a:pt x="49691" y="87973"/>
                </a:moveTo>
                <a:cubicBezTo>
                  <a:pt x="45298" y="91710"/>
                  <a:pt x="41069" y="94348"/>
                  <a:pt x="37005" y="95887"/>
                </a:cubicBezTo>
                <a:cubicBezTo>
                  <a:pt x="32941" y="97426"/>
                  <a:pt x="28580" y="98196"/>
                  <a:pt x="23923" y="98196"/>
                </a:cubicBezTo>
                <a:cubicBezTo>
                  <a:pt x="16234" y="98196"/>
                  <a:pt x="10325" y="96316"/>
                  <a:pt x="6195" y="92557"/>
                </a:cubicBezTo>
                <a:cubicBezTo>
                  <a:pt x="2065" y="88798"/>
                  <a:pt x="0" y="83994"/>
                  <a:pt x="0" y="78147"/>
                </a:cubicBezTo>
                <a:cubicBezTo>
                  <a:pt x="0" y="74719"/>
                  <a:pt x="780" y="71587"/>
                  <a:pt x="2340" y="68752"/>
                </a:cubicBezTo>
                <a:cubicBezTo>
                  <a:pt x="3899" y="65915"/>
                  <a:pt x="5942" y="63639"/>
                  <a:pt x="8469" y="61924"/>
                </a:cubicBezTo>
                <a:cubicBezTo>
                  <a:pt x="10995" y="60209"/>
                  <a:pt x="13840" y="58913"/>
                  <a:pt x="17003" y="58034"/>
                </a:cubicBezTo>
                <a:cubicBezTo>
                  <a:pt x="19332" y="57418"/>
                  <a:pt x="22846" y="56824"/>
                  <a:pt x="27548" y="56253"/>
                </a:cubicBezTo>
                <a:cubicBezTo>
                  <a:pt x="37125" y="55118"/>
                  <a:pt x="44177" y="53766"/>
                  <a:pt x="48703" y="52195"/>
                </a:cubicBezTo>
                <a:cubicBezTo>
                  <a:pt x="48746" y="50577"/>
                  <a:pt x="48768" y="49548"/>
                  <a:pt x="48768" y="49110"/>
                </a:cubicBezTo>
                <a:cubicBezTo>
                  <a:pt x="48768" y="44295"/>
                  <a:pt x="47648" y="40903"/>
                  <a:pt x="45407" y="38934"/>
                </a:cubicBezTo>
                <a:cubicBezTo>
                  <a:pt x="42376" y="36264"/>
                  <a:pt x="37872" y="34929"/>
                  <a:pt x="31897" y="34929"/>
                </a:cubicBezTo>
                <a:cubicBezTo>
                  <a:pt x="26317" y="34929"/>
                  <a:pt x="22198" y="35906"/>
                  <a:pt x="19540" y="37861"/>
                </a:cubicBezTo>
                <a:cubicBezTo>
                  <a:pt x="16882" y="39817"/>
                  <a:pt x="14916" y="43276"/>
                  <a:pt x="13642" y="48241"/>
                </a:cubicBezTo>
                <a:lnTo>
                  <a:pt x="2043" y="46660"/>
                </a:lnTo>
                <a:cubicBezTo>
                  <a:pt x="3097" y="41680"/>
                  <a:pt x="4833" y="37658"/>
                  <a:pt x="7249" y="34595"/>
                </a:cubicBezTo>
                <a:cubicBezTo>
                  <a:pt x="9666" y="31532"/>
                  <a:pt x="13159" y="29175"/>
                  <a:pt x="17728" y="27523"/>
                </a:cubicBezTo>
                <a:cubicBezTo>
                  <a:pt x="22297" y="25870"/>
                  <a:pt x="27591" y="25043"/>
                  <a:pt x="33611" y="25043"/>
                </a:cubicBezTo>
                <a:cubicBezTo>
                  <a:pt x="39586" y="25043"/>
                  <a:pt x="44441" y="25746"/>
                  <a:pt x="48175" y="27152"/>
                </a:cubicBezTo>
                <a:cubicBezTo>
                  <a:pt x="51910" y="28558"/>
                  <a:pt x="54656" y="30326"/>
                  <a:pt x="56413" y="32457"/>
                </a:cubicBezTo>
                <a:cubicBezTo>
                  <a:pt x="58171" y="34588"/>
                  <a:pt x="59401" y="37279"/>
                  <a:pt x="60104" y="40531"/>
                </a:cubicBezTo>
                <a:cubicBezTo>
                  <a:pt x="60499" y="42552"/>
                  <a:pt x="60697" y="46198"/>
                  <a:pt x="60697" y="51470"/>
                </a:cubicBezTo>
                <a:lnTo>
                  <a:pt x="60697" y="67287"/>
                </a:lnTo>
                <a:cubicBezTo>
                  <a:pt x="60697" y="78315"/>
                  <a:pt x="60950" y="85290"/>
                  <a:pt x="61455" y="88212"/>
                </a:cubicBezTo>
                <a:cubicBezTo>
                  <a:pt x="61960" y="91133"/>
                  <a:pt x="62960" y="93934"/>
                  <a:pt x="64453" y="96614"/>
                </a:cubicBezTo>
                <a:lnTo>
                  <a:pt x="52064" y="96614"/>
                </a:lnTo>
                <a:cubicBezTo>
                  <a:pt x="50833" y="94151"/>
                  <a:pt x="50043" y="91271"/>
                  <a:pt x="49691" y="87973"/>
                </a:cubicBezTo>
                <a:moveTo>
                  <a:pt x="48703" y="61422"/>
                </a:moveTo>
                <a:cubicBezTo>
                  <a:pt x="44397" y="63194"/>
                  <a:pt x="37938" y="64701"/>
                  <a:pt x="29327" y="65940"/>
                </a:cubicBezTo>
                <a:cubicBezTo>
                  <a:pt x="24450" y="66646"/>
                  <a:pt x="21001" y="67440"/>
                  <a:pt x="18980" y="68323"/>
                </a:cubicBezTo>
                <a:cubicBezTo>
                  <a:pt x="16959" y="69205"/>
                  <a:pt x="15399" y="70495"/>
                  <a:pt x="14301" y="72195"/>
                </a:cubicBezTo>
                <a:cubicBezTo>
                  <a:pt x="13203" y="73893"/>
                  <a:pt x="12653" y="75779"/>
                  <a:pt x="12653" y="77852"/>
                </a:cubicBezTo>
                <a:cubicBezTo>
                  <a:pt x="12653" y="81028"/>
                  <a:pt x="13851" y="83675"/>
                  <a:pt x="16245" y="85794"/>
                </a:cubicBezTo>
                <a:cubicBezTo>
                  <a:pt x="18640" y="87911"/>
                  <a:pt x="22143" y="88969"/>
                  <a:pt x="26757" y="88969"/>
                </a:cubicBezTo>
                <a:cubicBezTo>
                  <a:pt x="31326" y="88969"/>
                  <a:pt x="35390" y="87965"/>
                  <a:pt x="38949" y="85956"/>
                </a:cubicBezTo>
                <a:cubicBezTo>
                  <a:pt x="42508" y="83948"/>
                  <a:pt x="45122" y="81200"/>
                  <a:pt x="46791" y="77712"/>
                </a:cubicBezTo>
                <a:cubicBezTo>
                  <a:pt x="48065" y="75018"/>
                  <a:pt x="48703" y="71045"/>
                  <a:pt x="48703" y="65792"/>
                </a:cubicBezTo>
                <a:lnTo>
                  <a:pt x="48703" y="61422"/>
                </a:lnTo>
                <a:close/>
                <a:moveTo>
                  <a:pt x="118760" y="96614"/>
                </a:moveTo>
                <a:lnTo>
                  <a:pt x="118760" y="0"/>
                </a:lnTo>
                <a:lnTo>
                  <a:pt x="183938" y="0"/>
                </a:lnTo>
                <a:lnTo>
                  <a:pt x="183938" y="11401"/>
                </a:lnTo>
                <a:lnTo>
                  <a:pt x="131545" y="11401"/>
                </a:lnTo>
                <a:lnTo>
                  <a:pt x="131545" y="41255"/>
                </a:lnTo>
                <a:lnTo>
                  <a:pt x="176886" y="41255"/>
                </a:lnTo>
                <a:lnTo>
                  <a:pt x="176886" y="52657"/>
                </a:lnTo>
                <a:lnTo>
                  <a:pt x="131545" y="52657"/>
                </a:lnTo>
                <a:lnTo>
                  <a:pt x="131545" y="96614"/>
                </a:lnTo>
                <a:lnTo>
                  <a:pt x="118760" y="96614"/>
                </a:lnTo>
                <a:close/>
                <a:moveTo>
                  <a:pt x="244723" y="87973"/>
                </a:moveTo>
                <a:cubicBezTo>
                  <a:pt x="240329" y="91710"/>
                  <a:pt x="236100" y="94348"/>
                  <a:pt x="232036" y="95887"/>
                </a:cubicBezTo>
                <a:cubicBezTo>
                  <a:pt x="227972" y="97426"/>
                  <a:pt x="223612" y="98196"/>
                  <a:pt x="218954" y="98196"/>
                </a:cubicBezTo>
                <a:cubicBezTo>
                  <a:pt x="211266" y="98196"/>
                  <a:pt x="205356" y="96316"/>
                  <a:pt x="201226" y="92557"/>
                </a:cubicBezTo>
                <a:cubicBezTo>
                  <a:pt x="197096" y="88798"/>
                  <a:pt x="195031" y="83994"/>
                  <a:pt x="195031" y="78147"/>
                </a:cubicBezTo>
                <a:cubicBezTo>
                  <a:pt x="195031" y="74719"/>
                  <a:pt x="195811" y="71587"/>
                  <a:pt x="197371" y="68752"/>
                </a:cubicBezTo>
                <a:cubicBezTo>
                  <a:pt x="198931" y="65915"/>
                  <a:pt x="200974" y="63639"/>
                  <a:pt x="203500" y="61924"/>
                </a:cubicBezTo>
                <a:cubicBezTo>
                  <a:pt x="206026" y="60209"/>
                  <a:pt x="208871" y="58913"/>
                  <a:pt x="212035" y="58034"/>
                </a:cubicBezTo>
                <a:cubicBezTo>
                  <a:pt x="214363" y="57418"/>
                  <a:pt x="217878" y="56824"/>
                  <a:pt x="222579" y="56253"/>
                </a:cubicBezTo>
                <a:cubicBezTo>
                  <a:pt x="232157" y="55118"/>
                  <a:pt x="239209" y="53766"/>
                  <a:pt x="243734" y="52195"/>
                </a:cubicBezTo>
                <a:cubicBezTo>
                  <a:pt x="243778" y="50577"/>
                  <a:pt x="243800" y="49548"/>
                  <a:pt x="243800" y="49110"/>
                </a:cubicBezTo>
                <a:cubicBezTo>
                  <a:pt x="243800" y="44295"/>
                  <a:pt x="242680" y="40903"/>
                  <a:pt x="240439" y="38934"/>
                </a:cubicBezTo>
                <a:cubicBezTo>
                  <a:pt x="237407" y="36264"/>
                  <a:pt x="232904" y="34929"/>
                  <a:pt x="226929" y="34929"/>
                </a:cubicBezTo>
                <a:cubicBezTo>
                  <a:pt x="221349" y="34929"/>
                  <a:pt x="217230" y="35906"/>
                  <a:pt x="214572" y="37861"/>
                </a:cubicBezTo>
                <a:cubicBezTo>
                  <a:pt x="211914" y="39817"/>
                  <a:pt x="209948" y="43276"/>
                  <a:pt x="208673" y="48241"/>
                </a:cubicBezTo>
                <a:lnTo>
                  <a:pt x="197074" y="46660"/>
                </a:lnTo>
                <a:cubicBezTo>
                  <a:pt x="198129" y="41680"/>
                  <a:pt x="199864" y="37658"/>
                  <a:pt x="202281" y="34595"/>
                </a:cubicBezTo>
                <a:cubicBezTo>
                  <a:pt x="204697" y="31532"/>
                  <a:pt x="208190" y="29175"/>
                  <a:pt x="212759" y="27523"/>
                </a:cubicBezTo>
                <a:cubicBezTo>
                  <a:pt x="217329" y="25870"/>
                  <a:pt x="222623" y="25043"/>
                  <a:pt x="228642" y="25043"/>
                </a:cubicBezTo>
                <a:cubicBezTo>
                  <a:pt x="234617" y="25043"/>
                  <a:pt x="239472" y="25746"/>
                  <a:pt x="243207" y="27152"/>
                </a:cubicBezTo>
                <a:cubicBezTo>
                  <a:pt x="246941" y="28558"/>
                  <a:pt x="249687" y="30326"/>
                  <a:pt x="251445" y="32457"/>
                </a:cubicBezTo>
                <a:cubicBezTo>
                  <a:pt x="253202" y="34588"/>
                  <a:pt x="254432" y="37279"/>
                  <a:pt x="255135" y="40531"/>
                </a:cubicBezTo>
                <a:cubicBezTo>
                  <a:pt x="255531" y="42552"/>
                  <a:pt x="255728" y="46198"/>
                  <a:pt x="255728" y="51470"/>
                </a:cubicBezTo>
                <a:lnTo>
                  <a:pt x="255728" y="67287"/>
                </a:lnTo>
                <a:cubicBezTo>
                  <a:pt x="255728" y="78315"/>
                  <a:pt x="255981" y="85290"/>
                  <a:pt x="256486" y="88212"/>
                </a:cubicBezTo>
                <a:cubicBezTo>
                  <a:pt x="256992" y="91133"/>
                  <a:pt x="257991" y="93934"/>
                  <a:pt x="259485" y="96614"/>
                </a:cubicBezTo>
                <a:lnTo>
                  <a:pt x="247095" y="96614"/>
                </a:lnTo>
                <a:cubicBezTo>
                  <a:pt x="245865" y="94151"/>
                  <a:pt x="245074" y="91271"/>
                  <a:pt x="244723" y="87973"/>
                </a:cubicBezTo>
                <a:moveTo>
                  <a:pt x="243734" y="61422"/>
                </a:moveTo>
                <a:cubicBezTo>
                  <a:pt x="239428" y="63194"/>
                  <a:pt x="232970" y="64701"/>
                  <a:pt x="224358" y="65940"/>
                </a:cubicBezTo>
                <a:cubicBezTo>
                  <a:pt x="219482" y="66646"/>
                  <a:pt x="216033" y="67440"/>
                  <a:pt x="214012" y="68323"/>
                </a:cubicBezTo>
                <a:cubicBezTo>
                  <a:pt x="211991" y="69205"/>
                  <a:pt x="210431" y="70495"/>
                  <a:pt x="209332" y="72195"/>
                </a:cubicBezTo>
                <a:cubicBezTo>
                  <a:pt x="208234" y="73893"/>
                  <a:pt x="207685" y="75779"/>
                  <a:pt x="207685" y="77852"/>
                </a:cubicBezTo>
                <a:cubicBezTo>
                  <a:pt x="207685" y="81028"/>
                  <a:pt x="208882" y="83675"/>
                  <a:pt x="211277" y="85794"/>
                </a:cubicBezTo>
                <a:cubicBezTo>
                  <a:pt x="213671" y="87911"/>
                  <a:pt x="217175" y="88969"/>
                  <a:pt x="221788" y="88969"/>
                </a:cubicBezTo>
                <a:cubicBezTo>
                  <a:pt x="226358" y="88969"/>
                  <a:pt x="230422" y="87965"/>
                  <a:pt x="233980" y="85956"/>
                </a:cubicBezTo>
                <a:cubicBezTo>
                  <a:pt x="237539" y="83948"/>
                  <a:pt x="240153" y="81200"/>
                  <a:pt x="241823" y="77712"/>
                </a:cubicBezTo>
                <a:cubicBezTo>
                  <a:pt x="243097" y="75018"/>
                  <a:pt x="243734" y="71045"/>
                  <a:pt x="243734" y="65792"/>
                </a:cubicBezTo>
                <a:lnTo>
                  <a:pt x="243734" y="61422"/>
                </a:lnTo>
                <a:close/>
                <a:moveTo>
                  <a:pt x="319766" y="70912"/>
                </a:moveTo>
                <a:lnTo>
                  <a:pt x="331431" y="72428"/>
                </a:lnTo>
                <a:cubicBezTo>
                  <a:pt x="330156" y="80488"/>
                  <a:pt x="326894" y="86799"/>
                  <a:pt x="321644" y="91358"/>
                </a:cubicBezTo>
                <a:cubicBezTo>
                  <a:pt x="316394" y="95917"/>
                  <a:pt x="309946" y="98196"/>
                  <a:pt x="302301" y="98196"/>
                </a:cubicBezTo>
                <a:cubicBezTo>
                  <a:pt x="292723" y="98196"/>
                  <a:pt x="285024" y="95065"/>
                  <a:pt x="279202" y="88805"/>
                </a:cubicBezTo>
                <a:cubicBezTo>
                  <a:pt x="273381" y="82544"/>
                  <a:pt x="270470" y="73570"/>
                  <a:pt x="270470" y="61883"/>
                </a:cubicBezTo>
                <a:cubicBezTo>
                  <a:pt x="270470" y="54326"/>
                  <a:pt x="271722" y="47714"/>
                  <a:pt x="274227" y="42046"/>
                </a:cubicBezTo>
                <a:cubicBezTo>
                  <a:pt x="276731" y="36379"/>
                  <a:pt x="280542" y="32128"/>
                  <a:pt x="285661" y="29294"/>
                </a:cubicBezTo>
                <a:cubicBezTo>
                  <a:pt x="290779" y="26460"/>
                  <a:pt x="296348" y="25043"/>
                  <a:pt x="302367" y="25043"/>
                </a:cubicBezTo>
                <a:cubicBezTo>
                  <a:pt x="309968" y="25043"/>
                  <a:pt x="316185" y="26972"/>
                  <a:pt x="321018" y="30828"/>
                </a:cubicBezTo>
                <a:cubicBezTo>
                  <a:pt x="325851" y="34684"/>
                  <a:pt x="328948" y="40158"/>
                  <a:pt x="330310" y="47253"/>
                </a:cubicBezTo>
                <a:lnTo>
                  <a:pt x="318777" y="49032"/>
                </a:lnTo>
                <a:cubicBezTo>
                  <a:pt x="317679" y="44353"/>
                  <a:pt x="315735" y="40833"/>
                  <a:pt x="312945" y="38471"/>
                </a:cubicBezTo>
                <a:cubicBezTo>
                  <a:pt x="310155" y="36109"/>
                  <a:pt x="306783" y="34929"/>
                  <a:pt x="302829" y="34929"/>
                </a:cubicBezTo>
                <a:cubicBezTo>
                  <a:pt x="296853" y="34929"/>
                  <a:pt x="291998" y="37060"/>
                  <a:pt x="288264" y="41323"/>
                </a:cubicBezTo>
                <a:cubicBezTo>
                  <a:pt x="284529" y="45585"/>
                  <a:pt x="282662" y="52329"/>
                  <a:pt x="282662" y="61554"/>
                </a:cubicBezTo>
                <a:cubicBezTo>
                  <a:pt x="282662" y="70911"/>
                  <a:pt x="284464" y="77710"/>
                  <a:pt x="288066" y="81951"/>
                </a:cubicBezTo>
                <a:cubicBezTo>
                  <a:pt x="291669" y="86190"/>
                  <a:pt x="296370" y="88310"/>
                  <a:pt x="302170" y="88310"/>
                </a:cubicBezTo>
                <a:cubicBezTo>
                  <a:pt x="306827" y="88310"/>
                  <a:pt x="310715" y="86888"/>
                  <a:pt x="313834" y="84043"/>
                </a:cubicBezTo>
                <a:cubicBezTo>
                  <a:pt x="316954" y="81198"/>
                  <a:pt x="318931" y="76821"/>
                  <a:pt x="319766" y="70912"/>
                </a:cubicBezTo>
                <a:close/>
                <a:moveTo>
                  <a:pt x="389491" y="74075"/>
                </a:moveTo>
                <a:lnTo>
                  <a:pt x="401749" y="75591"/>
                </a:lnTo>
                <a:cubicBezTo>
                  <a:pt x="399816" y="82753"/>
                  <a:pt x="396235" y="88310"/>
                  <a:pt x="391007" y="92265"/>
                </a:cubicBezTo>
                <a:cubicBezTo>
                  <a:pt x="385778" y="96219"/>
                  <a:pt x="379100" y="98196"/>
                  <a:pt x="370972" y="98196"/>
                </a:cubicBezTo>
                <a:cubicBezTo>
                  <a:pt x="360735" y="98196"/>
                  <a:pt x="352618" y="95043"/>
                  <a:pt x="346621" y="88739"/>
                </a:cubicBezTo>
                <a:cubicBezTo>
                  <a:pt x="340624" y="82434"/>
                  <a:pt x="337625" y="73592"/>
                  <a:pt x="337625" y="62213"/>
                </a:cubicBezTo>
                <a:cubicBezTo>
                  <a:pt x="337625" y="50438"/>
                  <a:pt x="340657" y="41299"/>
                  <a:pt x="346720" y="34797"/>
                </a:cubicBezTo>
                <a:cubicBezTo>
                  <a:pt x="352783" y="28294"/>
                  <a:pt x="360647" y="25043"/>
                  <a:pt x="370313" y="25043"/>
                </a:cubicBezTo>
                <a:cubicBezTo>
                  <a:pt x="379671" y="25043"/>
                  <a:pt x="387316" y="28224"/>
                  <a:pt x="393247" y="34585"/>
                </a:cubicBezTo>
                <a:cubicBezTo>
                  <a:pt x="399179" y="40944"/>
                  <a:pt x="402144" y="49892"/>
                  <a:pt x="402144" y="61428"/>
                </a:cubicBezTo>
                <a:cubicBezTo>
                  <a:pt x="402144" y="62130"/>
                  <a:pt x="402122" y="63182"/>
                  <a:pt x="402078" y="64585"/>
                </a:cubicBezTo>
                <a:lnTo>
                  <a:pt x="349883" y="64585"/>
                </a:lnTo>
                <a:cubicBezTo>
                  <a:pt x="350322" y="72252"/>
                  <a:pt x="352497" y="78123"/>
                  <a:pt x="356407" y="82198"/>
                </a:cubicBezTo>
                <a:cubicBezTo>
                  <a:pt x="360318" y="86273"/>
                  <a:pt x="365195" y="88310"/>
                  <a:pt x="371038" y="88310"/>
                </a:cubicBezTo>
                <a:cubicBezTo>
                  <a:pt x="375388" y="88310"/>
                  <a:pt x="379100" y="87179"/>
                  <a:pt x="382176" y="84916"/>
                </a:cubicBezTo>
                <a:cubicBezTo>
                  <a:pt x="385251" y="82652"/>
                  <a:pt x="387689" y="79039"/>
                  <a:pt x="389491" y="74075"/>
                </a:cubicBezTo>
                <a:moveTo>
                  <a:pt x="350542" y="54700"/>
                </a:moveTo>
                <a:lnTo>
                  <a:pt x="389623" y="54700"/>
                </a:lnTo>
                <a:cubicBezTo>
                  <a:pt x="389095" y="48908"/>
                  <a:pt x="387602" y="44565"/>
                  <a:pt x="385141" y="41669"/>
                </a:cubicBezTo>
                <a:cubicBezTo>
                  <a:pt x="381363" y="37176"/>
                  <a:pt x="376464" y="34929"/>
                  <a:pt x="370445" y="34929"/>
                </a:cubicBezTo>
                <a:cubicBezTo>
                  <a:pt x="364997" y="34929"/>
                  <a:pt x="360417" y="36723"/>
                  <a:pt x="356704" y="40310"/>
                </a:cubicBezTo>
                <a:cubicBezTo>
                  <a:pt x="352991" y="43896"/>
                  <a:pt x="350937" y="48693"/>
                  <a:pt x="350542" y="54700"/>
                </a:cubicBezTo>
                <a:close/>
                <a:moveTo>
                  <a:pt x="427562" y="96614"/>
                </a:moveTo>
                <a:lnTo>
                  <a:pt x="416557" y="96614"/>
                </a:lnTo>
                <a:lnTo>
                  <a:pt x="416557" y="0"/>
                </a:lnTo>
                <a:lnTo>
                  <a:pt x="428419" y="0"/>
                </a:lnTo>
                <a:lnTo>
                  <a:pt x="428419" y="34595"/>
                </a:lnTo>
                <a:cubicBezTo>
                  <a:pt x="433428" y="28227"/>
                  <a:pt x="439820" y="25043"/>
                  <a:pt x="447597" y="25043"/>
                </a:cubicBezTo>
                <a:cubicBezTo>
                  <a:pt x="451903" y="25043"/>
                  <a:pt x="455978" y="25911"/>
                  <a:pt x="459822" y="27646"/>
                </a:cubicBezTo>
                <a:cubicBezTo>
                  <a:pt x="463666" y="29382"/>
                  <a:pt x="466830" y="31820"/>
                  <a:pt x="469312" y="34962"/>
                </a:cubicBezTo>
                <a:cubicBezTo>
                  <a:pt x="471795" y="38103"/>
                  <a:pt x="473739" y="41893"/>
                  <a:pt x="475145" y="46330"/>
                </a:cubicBezTo>
                <a:cubicBezTo>
                  <a:pt x="476551" y="50767"/>
                  <a:pt x="477254" y="55513"/>
                  <a:pt x="477254" y="60565"/>
                </a:cubicBezTo>
                <a:cubicBezTo>
                  <a:pt x="477254" y="72559"/>
                  <a:pt x="474288" y="81830"/>
                  <a:pt x="468357" y="88376"/>
                </a:cubicBezTo>
                <a:cubicBezTo>
                  <a:pt x="462425" y="94923"/>
                  <a:pt x="455308" y="98196"/>
                  <a:pt x="447004" y="98196"/>
                </a:cubicBezTo>
                <a:cubicBezTo>
                  <a:pt x="438744" y="98196"/>
                  <a:pt x="432264" y="94703"/>
                  <a:pt x="427562" y="87717"/>
                </a:cubicBezTo>
                <a:lnTo>
                  <a:pt x="427562" y="96614"/>
                </a:lnTo>
                <a:moveTo>
                  <a:pt x="427431" y="61094"/>
                </a:moveTo>
                <a:cubicBezTo>
                  <a:pt x="427431" y="69445"/>
                  <a:pt x="428573" y="75478"/>
                  <a:pt x="430858" y="79195"/>
                </a:cubicBezTo>
                <a:cubicBezTo>
                  <a:pt x="434592" y="85272"/>
                  <a:pt x="439645" y="88310"/>
                  <a:pt x="446015" y="88310"/>
                </a:cubicBezTo>
                <a:cubicBezTo>
                  <a:pt x="451200" y="88310"/>
                  <a:pt x="455681" y="86070"/>
                  <a:pt x="459460" y="81588"/>
                </a:cubicBezTo>
                <a:cubicBezTo>
                  <a:pt x="463238" y="77107"/>
                  <a:pt x="465127" y="70429"/>
                  <a:pt x="465127" y="61554"/>
                </a:cubicBezTo>
                <a:cubicBezTo>
                  <a:pt x="465127" y="52460"/>
                  <a:pt x="463315" y="45750"/>
                  <a:pt x="459690" y="41422"/>
                </a:cubicBezTo>
                <a:cubicBezTo>
                  <a:pt x="456066" y="37093"/>
                  <a:pt x="451683" y="34929"/>
                  <a:pt x="446543" y="34929"/>
                </a:cubicBezTo>
                <a:cubicBezTo>
                  <a:pt x="441358" y="34929"/>
                  <a:pt x="436877" y="37169"/>
                  <a:pt x="433098" y="41651"/>
                </a:cubicBezTo>
                <a:cubicBezTo>
                  <a:pt x="429320" y="46132"/>
                  <a:pt x="427431" y="52613"/>
                  <a:pt x="427431" y="61094"/>
                </a:cubicBezTo>
                <a:close/>
                <a:moveTo>
                  <a:pt x="487250" y="61620"/>
                </a:moveTo>
                <a:cubicBezTo>
                  <a:pt x="487250" y="48659"/>
                  <a:pt x="490853" y="39059"/>
                  <a:pt x="498059" y="32820"/>
                </a:cubicBezTo>
                <a:cubicBezTo>
                  <a:pt x="504078" y="27635"/>
                  <a:pt x="511415" y="25043"/>
                  <a:pt x="520070" y="25043"/>
                </a:cubicBezTo>
                <a:cubicBezTo>
                  <a:pt x="529692" y="25043"/>
                  <a:pt x="537557" y="28196"/>
                  <a:pt x="543664" y="34500"/>
                </a:cubicBezTo>
                <a:cubicBezTo>
                  <a:pt x="549771" y="40805"/>
                  <a:pt x="552824" y="49515"/>
                  <a:pt x="552824" y="60631"/>
                </a:cubicBezTo>
                <a:cubicBezTo>
                  <a:pt x="552824" y="69638"/>
                  <a:pt x="551473" y="76722"/>
                  <a:pt x="548771" y="81885"/>
                </a:cubicBezTo>
                <a:cubicBezTo>
                  <a:pt x="546069" y="87047"/>
                  <a:pt x="542137" y="91056"/>
                  <a:pt x="536974" y="93912"/>
                </a:cubicBezTo>
                <a:cubicBezTo>
                  <a:pt x="531812" y="96768"/>
                  <a:pt x="526177" y="98196"/>
                  <a:pt x="520070" y="98196"/>
                </a:cubicBezTo>
                <a:cubicBezTo>
                  <a:pt x="510273" y="98196"/>
                  <a:pt x="502353" y="95054"/>
                  <a:pt x="496312" y="88772"/>
                </a:cubicBezTo>
                <a:cubicBezTo>
                  <a:pt x="490271" y="82489"/>
                  <a:pt x="487250" y="73438"/>
                  <a:pt x="487250" y="61620"/>
                </a:cubicBezTo>
                <a:moveTo>
                  <a:pt x="499443" y="61587"/>
                </a:moveTo>
                <a:cubicBezTo>
                  <a:pt x="499443" y="70516"/>
                  <a:pt x="501398" y="77203"/>
                  <a:pt x="505308" y="81646"/>
                </a:cubicBezTo>
                <a:cubicBezTo>
                  <a:pt x="509218" y="86089"/>
                  <a:pt x="514139" y="88310"/>
                  <a:pt x="520070" y="88310"/>
                </a:cubicBezTo>
                <a:cubicBezTo>
                  <a:pt x="525958" y="88310"/>
                  <a:pt x="530856" y="86078"/>
                  <a:pt x="534767" y="81613"/>
                </a:cubicBezTo>
                <a:cubicBezTo>
                  <a:pt x="538677" y="77148"/>
                  <a:pt x="540632" y="70341"/>
                  <a:pt x="540632" y="61193"/>
                </a:cubicBezTo>
                <a:cubicBezTo>
                  <a:pt x="540632" y="52570"/>
                  <a:pt x="538666" y="46036"/>
                  <a:pt x="534734" y="41593"/>
                </a:cubicBezTo>
                <a:cubicBezTo>
                  <a:pt x="530801" y="37150"/>
                  <a:pt x="525914" y="34929"/>
                  <a:pt x="520070" y="34929"/>
                </a:cubicBezTo>
                <a:cubicBezTo>
                  <a:pt x="514139" y="34929"/>
                  <a:pt x="509218" y="37139"/>
                  <a:pt x="505308" y="41560"/>
                </a:cubicBezTo>
                <a:cubicBezTo>
                  <a:pt x="501398" y="45981"/>
                  <a:pt x="499443" y="52657"/>
                  <a:pt x="499443" y="61587"/>
                </a:cubicBezTo>
                <a:close/>
                <a:moveTo>
                  <a:pt x="562294" y="61620"/>
                </a:moveTo>
                <a:cubicBezTo>
                  <a:pt x="562294" y="48659"/>
                  <a:pt x="565896" y="39059"/>
                  <a:pt x="573102" y="32820"/>
                </a:cubicBezTo>
                <a:cubicBezTo>
                  <a:pt x="579121" y="27635"/>
                  <a:pt x="586458" y="25043"/>
                  <a:pt x="595113" y="25043"/>
                </a:cubicBezTo>
                <a:cubicBezTo>
                  <a:pt x="604735" y="25043"/>
                  <a:pt x="612600" y="28196"/>
                  <a:pt x="618707" y="34500"/>
                </a:cubicBezTo>
                <a:cubicBezTo>
                  <a:pt x="624814" y="40805"/>
                  <a:pt x="627867" y="49515"/>
                  <a:pt x="627867" y="60631"/>
                </a:cubicBezTo>
                <a:cubicBezTo>
                  <a:pt x="627867" y="69638"/>
                  <a:pt x="626516" y="76722"/>
                  <a:pt x="623814" y="81885"/>
                </a:cubicBezTo>
                <a:cubicBezTo>
                  <a:pt x="621112" y="87047"/>
                  <a:pt x="617180" y="91056"/>
                  <a:pt x="612018" y="93912"/>
                </a:cubicBezTo>
                <a:cubicBezTo>
                  <a:pt x="606855" y="96768"/>
                  <a:pt x="601220" y="98196"/>
                  <a:pt x="595113" y="98196"/>
                </a:cubicBezTo>
                <a:cubicBezTo>
                  <a:pt x="585316" y="98196"/>
                  <a:pt x="577396" y="95054"/>
                  <a:pt x="571355" y="88772"/>
                </a:cubicBezTo>
                <a:cubicBezTo>
                  <a:pt x="565314" y="82489"/>
                  <a:pt x="562294" y="73438"/>
                  <a:pt x="562294" y="61620"/>
                </a:cubicBezTo>
                <a:moveTo>
                  <a:pt x="574486" y="61587"/>
                </a:moveTo>
                <a:cubicBezTo>
                  <a:pt x="574486" y="70516"/>
                  <a:pt x="576441" y="77203"/>
                  <a:pt x="580351" y="81646"/>
                </a:cubicBezTo>
                <a:cubicBezTo>
                  <a:pt x="584261" y="86089"/>
                  <a:pt x="589182" y="88310"/>
                  <a:pt x="595113" y="88310"/>
                </a:cubicBezTo>
                <a:cubicBezTo>
                  <a:pt x="601001" y="88310"/>
                  <a:pt x="605899" y="86078"/>
                  <a:pt x="609810" y="81613"/>
                </a:cubicBezTo>
                <a:cubicBezTo>
                  <a:pt x="613720" y="77148"/>
                  <a:pt x="615675" y="70341"/>
                  <a:pt x="615675" y="61193"/>
                </a:cubicBezTo>
                <a:cubicBezTo>
                  <a:pt x="615675" y="52570"/>
                  <a:pt x="613709" y="46036"/>
                  <a:pt x="609777" y="41593"/>
                </a:cubicBezTo>
                <a:cubicBezTo>
                  <a:pt x="605845" y="37150"/>
                  <a:pt x="600957" y="34929"/>
                  <a:pt x="595113" y="34929"/>
                </a:cubicBezTo>
                <a:cubicBezTo>
                  <a:pt x="589182" y="34929"/>
                  <a:pt x="584261" y="37139"/>
                  <a:pt x="580351" y="41560"/>
                </a:cubicBezTo>
                <a:cubicBezTo>
                  <a:pt x="576441" y="45981"/>
                  <a:pt x="574486" y="52657"/>
                  <a:pt x="574486" y="61587"/>
                </a:cubicBezTo>
                <a:close/>
                <a:moveTo>
                  <a:pt x="641818" y="96614"/>
                </a:moveTo>
                <a:lnTo>
                  <a:pt x="641818" y="0"/>
                </a:lnTo>
                <a:lnTo>
                  <a:pt x="653681" y="0"/>
                </a:lnTo>
                <a:lnTo>
                  <a:pt x="653681" y="55095"/>
                </a:lnTo>
                <a:lnTo>
                  <a:pt x="681756" y="26625"/>
                </a:lnTo>
                <a:lnTo>
                  <a:pt x="697111" y="26625"/>
                </a:lnTo>
                <a:lnTo>
                  <a:pt x="670354" y="52591"/>
                </a:lnTo>
                <a:lnTo>
                  <a:pt x="699813" y="96614"/>
                </a:lnTo>
                <a:lnTo>
                  <a:pt x="685183" y="96614"/>
                </a:lnTo>
                <a:lnTo>
                  <a:pt x="662051" y="60829"/>
                </a:lnTo>
                <a:lnTo>
                  <a:pt x="653681" y="68869"/>
                </a:lnTo>
                <a:lnTo>
                  <a:pt x="653681" y="96614"/>
                </a:lnTo>
                <a:lnTo>
                  <a:pt x="641818" y="96614"/>
                </a:lnTo>
                <a:close/>
                <a:moveTo>
                  <a:pt x="746759" y="123503"/>
                </a:moveTo>
                <a:lnTo>
                  <a:pt x="746759" y="26625"/>
                </a:lnTo>
                <a:lnTo>
                  <a:pt x="757567" y="26625"/>
                </a:lnTo>
                <a:lnTo>
                  <a:pt x="757567" y="35654"/>
                </a:lnTo>
                <a:cubicBezTo>
                  <a:pt x="760115" y="32117"/>
                  <a:pt x="762993" y="29464"/>
                  <a:pt x="766200" y="27696"/>
                </a:cubicBezTo>
                <a:cubicBezTo>
                  <a:pt x="769408" y="25927"/>
                  <a:pt x="773296" y="25043"/>
                  <a:pt x="777865" y="25043"/>
                </a:cubicBezTo>
                <a:cubicBezTo>
                  <a:pt x="783841" y="25043"/>
                  <a:pt x="789113" y="26581"/>
                  <a:pt x="793682" y="29656"/>
                </a:cubicBezTo>
                <a:cubicBezTo>
                  <a:pt x="798251" y="32732"/>
                  <a:pt x="801700" y="37071"/>
                  <a:pt x="804029" y="42672"/>
                </a:cubicBezTo>
                <a:cubicBezTo>
                  <a:pt x="806357" y="48274"/>
                  <a:pt x="807522" y="54414"/>
                  <a:pt x="807522" y="61092"/>
                </a:cubicBezTo>
                <a:cubicBezTo>
                  <a:pt x="807522" y="68254"/>
                  <a:pt x="806237" y="74701"/>
                  <a:pt x="803666" y="80435"/>
                </a:cubicBezTo>
                <a:cubicBezTo>
                  <a:pt x="801096" y="86169"/>
                  <a:pt x="797362" y="90562"/>
                  <a:pt x="792463" y="93616"/>
                </a:cubicBezTo>
                <a:cubicBezTo>
                  <a:pt x="787564" y="96669"/>
                  <a:pt x="782413" y="98196"/>
                  <a:pt x="777009" y="98196"/>
                </a:cubicBezTo>
                <a:cubicBezTo>
                  <a:pt x="773054" y="98196"/>
                  <a:pt x="769507" y="97350"/>
                  <a:pt x="766365" y="95659"/>
                </a:cubicBezTo>
                <a:cubicBezTo>
                  <a:pt x="763224" y="93966"/>
                  <a:pt x="760643" y="91828"/>
                  <a:pt x="758622" y="89245"/>
                </a:cubicBezTo>
                <a:lnTo>
                  <a:pt x="758622" y="123503"/>
                </a:lnTo>
                <a:lnTo>
                  <a:pt x="746759" y="123503"/>
                </a:lnTo>
                <a:moveTo>
                  <a:pt x="757501" y="61916"/>
                </a:moveTo>
                <a:cubicBezTo>
                  <a:pt x="757501" y="70912"/>
                  <a:pt x="759325" y="77560"/>
                  <a:pt x="762971" y="81860"/>
                </a:cubicBezTo>
                <a:cubicBezTo>
                  <a:pt x="766618" y="86160"/>
                  <a:pt x="771033" y="88310"/>
                  <a:pt x="776218" y="88310"/>
                </a:cubicBezTo>
                <a:cubicBezTo>
                  <a:pt x="781490" y="88310"/>
                  <a:pt x="786004" y="86083"/>
                  <a:pt x="789761" y="81629"/>
                </a:cubicBezTo>
                <a:cubicBezTo>
                  <a:pt x="793517" y="77175"/>
                  <a:pt x="795396" y="70275"/>
                  <a:pt x="795396" y="60928"/>
                </a:cubicBezTo>
                <a:cubicBezTo>
                  <a:pt x="795396" y="52020"/>
                  <a:pt x="793561" y="45350"/>
                  <a:pt x="789893" y="40918"/>
                </a:cubicBezTo>
                <a:cubicBezTo>
                  <a:pt x="786224" y="36486"/>
                  <a:pt x="781841" y="34270"/>
                  <a:pt x="776745" y="34270"/>
                </a:cubicBezTo>
                <a:cubicBezTo>
                  <a:pt x="771692" y="34270"/>
                  <a:pt x="767222" y="36628"/>
                  <a:pt x="763334" y="41346"/>
                </a:cubicBezTo>
                <a:cubicBezTo>
                  <a:pt x="759445" y="46064"/>
                  <a:pt x="757501" y="52920"/>
                  <a:pt x="757501" y="61916"/>
                </a:cubicBezTo>
                <a:close/>
                <a:moveTo>
                  <a:pt x="817387" y="61620"/>
                </a:moveTo>
                <a:cubicBezTo>
                  <a:pt x="817387" y="48659"/>
                  <a:pt x="820989" y="39059"/>
                  <a:pt x="828195" y="32820"/>
                </a:cubicBezTo>
                <a:cubicBezTo>
                  <a:pt x="834214" y="27635"/>
                  <a:pt x="841551" y="25043"/>
                  <a:pt x="850206" y="25043"/>
                </a:cubicBezTo>
                <a:cubicBezTo>
                  <a:pt x="859828" y="25043"/>
                  <a:pt x="867693" y="28196"/>
                  <a:pt x="873800" y="34500"/>
                </a:cubicBezTo>
                <a:cubicBezTo>
                  <a:pt x="879907" y="40805"/>
                  <a:pt x="882960" y="49515"/>
                  <a:pt x="882960" y="60631"/>
                </a:cubicBezTo>
                <a:cubicBezTo>
                  <a:pt x="882960" y="69638"/>
                  <a:pt x="881609" y="76722"/>
                  <a:pt x="878907" y="81885"/>
                </a:cubicBezTo>
                <a:cubicBezTo>
                  <a:pt x="876205" y="87047"/>
                  <a:pt x="872273" y="91056"/>
                  <a:pt x="867111" y="93912"/>
                </a:cubicBezTo>
                <a:cubicBezTo>
                  <a:pt x="861948" y="96768"/>
                  <a:pt x="856313" y="98196"/>
                  <a:pt x="850206" y="98196"/>
                </a:cubicBezTo>
                <a:cubicBezTo>
                  <a:pt x="840409" y="98196"/>
                  <a:pt x="832489" y="95054"/>
                  <a:pt x="826448" y="88772"/>
                </a:cubicBezTo>
                <a:cubicBezTo>
                  <a:pt x="820407" y="82489"/>
                  <a:pt x="817387" y="73438"/>
                  <a:pt x="817387" y="61620"/>
                </a:cubicBezTo>
                <a:moveTo>
                  <a:pt x="829579" y="61587"/>
                </a:moveTo>
                <a:cubicBezTo>
                  <a:pt x="829579" y="70516"/>
                  <a:pt x="831534" y="77203"/>
                  <a:pt x="835444" y="81646"/>
                </a:cubicBezTo>
                <a:cubicBezTo>
                  <a:pt x="839354" y="86089"/>
                  <a:pt x="844275" y="88310"/>
                  <a:pt x="850206" y="88310"/>
                </a:cubicBezTo>
                <a:cubicBezTo>
                  <a:pt x="856094" y="88310"/>
                  <a:pt x="860993" y="86078"/>
                  <a:pt x="864903" y="81613"/>
                </a:cubicBezTo>
                <a:cubicBezTo>
                  <a:pt x="868813" y="77148"/>
                  <a:pt x="870768" y="70341"/>
                  <a:pt x="870768" y="61193"/>
                </a:cubicBezTo>
                <a:cubicBezTo>
                  <a:pt x="870768" y="52570"/>
                  <a:pt x="868802" y="46036"/>
                  <a:pt x="864870" y="41593"/>
                </a:cubicBezTo>
                <a:cubicBezTo>
                  <a:pt x="860938" y="37150"/>
                  <a:pt x="856050" y="34929"/>
                  <a:pt x="850206" y="34929"/>
                </a:cubicBezTo>
                <a:cubicBezTo>
                  <a:pt x="844275" y="34929"/>
                  <a:pt x="839354" y="37139"/>
                  <a:pt x="835444" y="41560"/>
                </a:cubicBezTo>
                <a:cubicBezTo>
                  <a:pt x="831534" y="45981"/>
                  <a:pt x="829579" y="52657"/>
                  <a:pt x="829579" y="61587"/>
                </a:cubicBezTo>
                <a:close/>
                <a:moveTo>
                  <a:pt x="892100" y="75657"/>
                </a:moveTo>
                <a:lnTo>
                  <a:pt x="903831" y="73812"/>
                </a:lnTo>
                <a:cubicBezTo>
                  <a:pt x="904490" y="78492"/>
                  <a:pt x="906324" y="82079"/>
                  <a:pt x="909334" y="84572"/>
                </a:cubicBezTo>
                <a:cubicBezTo>
                  <a:pt x="912343" y="87064"/>
                  <a:pt x="916550" y="88310"/>
                  <a:pt x="921954" y="88310"/>
                </a:cubicBezTo>
                <a:cubicBezTo>
                  <a:pt x="927402" y="88310"/>
                  <a:pt x="931444" y="87210"/>
                  <a:pt x="934080" y="85009"/>
                </a:cubicBezTo>
                <a:cubicBezTo>
                  <a:pt x="936717" y="82807"/>
                  <a:pt x="938035" y="80224"/>
                  <a:pt x="938035" y="77261"/>
                </a:cubicBezTo>
                <a:cubicBezTo>
                  <a:pt x="938035" y="74602"/>
                  <a:pt x="936870" y="72509"/>
                  <a:pt x="934542" y="70984"/>
                </a:cubicBezTo>
                <a:cubicBezTo>
                  <a:pt x="932916" y="69938"/>
                  <a:pt x="928874" y="68608"/>
                  <a:pt x="922416" y="66995"/>
                </a:cubicBezTo>
                <a:cubicBezTo>
                  <a:pt x="913716" y="64797"/>
                  <a:pt x="907686" y="62895"/>
                  <a:pt x="904325" y="61290"/>
                </a:cubicBezTo>
                <a:cubicBezTo>
                  <a:pt x="900964" y="59685"/>
                  <a:pt x="898416" y="57464"/>
                  <a:pt x="896680" y="54628"/>
                </a:cubicBezTo>
                <a:cubicBezTo>
                  <a:pt x="894945" y="51791"/>
                  <a:pt x="894077" y="48658"/>
                  <a:pt x="894077" y="45228"/>
                </a:cubicBezTo>
                <a:cubicBezTo>
                  <a:pt x="894077" y="42106"/>
                  <a:pt x="894791" y="39214"/>
                  <a:pt x="896219" y="36554"/>
                </a:cubicBezTo>
                <a:cubicBezTo>
                  <a:pt x="897647" y="33893"/>
                  <a:pt x="899591" y="31683"/>
                  <a:pt x="902052" y="29924"/>
                </a:cubicBezTo>
                <a:cubicBezTo>
                  <a:pt x="903897" y="28561"/>
                  <a:pt x="906412" y="27407"/>
                  <a:pt x="909597" y="26462"/>
                </a:cubicBezTo>
                <a:cubicBezTo>
                  <a:pt x="912783" y="25516"/>
                  <a:pt x="916199" y="25043"/>
                  <a:pt x="919845" y="25043"/>
                </a:cubicBezTo>
                <a:cubicBezTo>
                  <a:pt x="925337" y="25043"/>
                  <a:pt x="930159" y="25840"/>
                  <a:pt x="934311" y="27432"/>
                </a:cubicBezTo>
                <a:cubicBezTo>
                  <a:pt x="938463" y="29024"/>
                  <a:pt x="941528" y="31180"/>
                  <a:pt x="943505" y="33901"/>
                </a:cubicBezTo>
                <a:cubicBezTo>
                  <a:pt x="945482" y="36621"/>
                  <a:pt x="946844" y="40259"/>
                  <a:pt x="947591" y="44814"/>
                </a:cubicBezTo>
                <a:lnTo>
                  <a:pt x="935992" y="46396"/>
                </a:lnTo>
                <a:cubicBezTo>
                  <a:pt x="935464" y="42793"/>
                  <a:pt x="933938" y="39981"/>
                  <a:pt x="931411" y="37960"/>
                </a:cubicBezTo>
                <a:cubicBezTo>
                  <a:pt x="928885" y="35939"/>
                  <a:pt x="925315" y="34929"/>
                  <a:pt x="920702" y="34929"/>
                </a:cubicBezTo>
                <a:cubicBezTo>
                  <a:pt x="915254" y="34929"/>
                  <a:pt x="911366" y="35825"/>
                  <a:pt x="909037" y="37618"/>
                </a:cubicBezTo>
                <a:cubicBezTo>
                  <a:pt x="906709" y="39410"/>
                  <a:pt x="905544" y="41509"/>
                  <a:pt x="905544" y="43914"/>
                </a:cubicBezTo>
                <a:cubicBezTo>
                  <a:pt x="905544" y="45444"/>
                  <a:pt x="906028" y="46821"/>
                  <a:pt x="906994" y="48046"/>
                </a:cubicBezTo>
                <a:cubicBezTo>
                  <a:pt x="907961" y="49313"/>
                  <a:pt x="909477" y="50362"/>
                  <a:pt x="911542" y="51192"/>
                </a:cubicBezTo>
                <a:cubicBezTo>
                  <a:pt x="912728" y="51630"/>
                  <a:pt x="916221" y="52636"/>
                  <a:pt x="922020" y="54210"/>
                </a:cubicBezTo>
                <a:cubicBezTo>
                  <a:pt x="930412" y="56449"/>
                  <a:pt x="936266" y="58282"/>
                  <a:pt x="939583" y="59708"/>
                </a:cubicBezTo>
                <a:cubicBezTo>
                  <a:pt x="942901" y="61135"/>
                  <a:pt x="945504" y="63209"/>
                  <a:pt x="947393" y="65932"/>
                </a:cubicBezTo>
                <a:cubicBezTo>
                  <a:pt x="949282" y="68653"/>
                  <a:pt x="950227" y="72033"/>
                  <a:pt x="950227" y="76071"/>
                </a:cubicBezTo>
                <a:cubicBezTo>
                  <a:pt x="950227" y="80022"/>
                  <a:pt x="949073" y="83743"/>
                  <a:pt x="946767" y="87233"/>
                </a:cubicBezTo>
                <a:cubicBezTo>
                  <a:pt x="944460" y="90722"/>
                  <a:pt x="941132" y="93421"/>
                  <a:pt x="936783" y="95331"/>
                </a:cubicBezTo>
                <a:cubicBezTo>
                  <a:pt x="932433" y="97241"/>
                  <a:pt x="927512" y="98196"/>
                  <a:pt x="922020" y="98196"/>
                </a:cubicBezTo>
                <a:cubicBezTo>
                  <a:pt x="912926" y="98196"/>
                  <a:pt x="905995" y="96301"/>
                  <a:pt x="901228" y="92512"/>
                </a:cubicBezTo>
                <a:cubicBezTo>
                  <a:pt x="896461" y="88722"/>
                  <a:pt x="893418" y="83104"/>
                  <a:pt x="892100" y="75657"/>
                </a:cubicBezTo>
                <a:close/>
                <a:moveTo>
                  <a:pt x="990230" y="86136"/>
                </a:moveTo>
                <a:lnTo>
                  <a:pt x="991944" y="96614"/>
                </a:lnTo>
                <a:cubicBezTo>
                  <a:pt x="988605" y="97229"/>
                  <a:pt x="985617" y="97537"/>
                  <a:pt x="982981" y="97537"/>
                </a:cubicBezTo>
                <a:cubicBezTo>
                  <a:pt x="978675" y="97537"/>
                  <a:pt x="975336" y="96856"/>
                  <a:pt x="972964" y="95494"/>
                </a:cubicBezTo>
                <a:cubicBezTo>
                  <a:pt x="970591" y="94132"/>
                  <a:pt x="968922" y="92341"/>
                  <a:pt x="967955" y="90123"/>
                </a:cubicBezTo>
                <a:cubicBezTo>
                  <a:pt x="966989" y="87904"/>
                  <a:pt x="966505" y="83236"/>
                  <a:pt x="966505" y="76118"/>
                </a:cubicBezTo>
                <a:lnTo>
                  <a:pt x="966505" y="35851"/>
                </a:lnTo>
                <a:lnTo>
                  <a:pt x="957806" y="35851"/>
                </a:lnTo>
                <a:lnTo>
                  <a:pt x="957806" y="26625"/>
                </a:lnTo>
                <a:lnTo>
                  <a:pt x="966505" y="26625"/>
                </a:lnTo>
                <a:lnTo>
                  <a:pt x="966505" y="9245"/>
                </a:lnTo>
                <a:lnTo>
                  <a:pt x="978302" y="2109"/>
                </a:lnTo>
                <a:lnTo>
                  <a:pt x="978302" y="26625"/>
                </a:lnTo>
                <a:lnTo>
                  <a:pt x="990230" y="26625"/>
                </a:lnTo>
                <a:lnTo>
                  <a:pt x="990230" y="35851"/>
                </a:lnTo>
                <a:lnTo>
                  <a:pt x="978302" y="35851"/>
                </a:lnTo>
                <a:lnTo>
                  <a:pt x="978302" y="76777"/>
                </a:lnTo>
                <a:cubicBezTo>
                  <a:pt x="978302" y="80160"/>
                  <a:pt x="978511" y="82335"/>
                  <a:pt x="978928" y="83302"/>
                </a:cubicBezTo>
                <a:cubicBezTo>
                  <a:pt x="979345" y="84268"/>
                  <a:pt x="980026" y="85037"/>
                  <a:pt x="980971" y="85608"/>
                </a:cubicBezTo>
                <a:cubicBezTo>
                  <a:pt x="981916" y="86179"/>
                  <a:pt x="983267" y="86465"/>
                  <a:pt x="985024" y="86465"/>
                </a:cubicBezTo>
                <a:cubicBezTo>
                  <a:pt x="986342" y="86465"/>
                  <a:pt x="988078" y="86355"/>
                  <a:pt x="990230" y="86136"/>
                </a:cubicBezTo>
                <a:close/>
                <a:moveTo>
                  <a:pt x="1085044" y="87973"/>
                </a:moveTo>
                <a:cubicBezTo>
                  <a:pt x="1080651" y="91710"/>
                  <a:pt x="1076422" y="94348"/>
                  <a:pt x="1072358" y="95887"/>
                </a:cubicBezTo>
                <a:cubicBezTo>
                  <a:pt x="1068294" y="97426"/>
                  <a:pt x="1063933" y="98196"/>
                  <a:pt x="1059276" y="98196"/>
                </a:cubicBezTo>
                <a:cubicBezTo>
                  <a:pt x="1051587" y="98196"/>
                  <a:pt x="1045678" y="96316"/>
                  <a:pt x="1041548" y="92557"/>
                </a:cubicBezTo>
                <a:cubicBezTo>
                  <a:pt x="1037418" y="88798"/>
                  <a:pt x="1035353" y="83994"/>
                  <a:pt x="1035353" y="78147"/>
                </a:cubicBezTo>
                <a:cubicBezTo>
                  <a:pt x="1035353" y="74719"/>
                  <a:pt x="1036133" y="71587"/>
                  <a:pt x="1037693" y="68752"/>
                </a:cubicBezTo>
                <a:cubicBezTo>
                  <a:pt x="1039252" y="65915"/>
                  <a:pt x="1041295" y="63639"/>
                  <a:pt x="1043822" y="61924"/>
                </a:cubicBezTo>
                <a:cubicBezTo>
                  <a:pt x="1046348" y="60209"/>
                  <a:pt x="1049193" y="58913"/>
                  <a:pt x="1052356" y="58034"/>
                </a:cubicBezTo>
                <a:cubicBezTo>
                  <a:pt x="1054685" y="57418"/>
                  <a:pt x="1058200" y="56824"/>
                  <a:pt x="1062901" y="56253"/>
                </a:cubicBezTo>
                <a:cubicBezTo>
                  <a:pt x="1072479" y="55118"/>
                  <a:pt x="1079530" y="53766"/>
                  <a:pt x="1084056" y="52195"/>
                </a:cubicBezTo>
                <a:cubicBezTo>
                  <a:pt x="1084100" y="50577"/>
                  <a:pt x="1084122" y="49548"/>
                  <a:pt x="1084122" y="49110"/>
                </a:cubicBezTo>
                <a:cubicBezTo>
                  <a:pt x="1084122" y="44295"/>
                  <a:pt x="1083001" y="40903"/>
                  <a:pt x="1080760" y="38934"/>
                </a:cubicBezTo>
                <a:cubicBezTo>
                  <a:pt x="1077729" y="36264"/>
                  <a:pt x="1073226" y="34929"/>
                  <a:pt x="1067250" y="34929"/>
                </a:cubicBezTo>
                <a:cubicBezTo>
                  <a:pt x="1061671" y="34929"/>
                  <a:pt x="1057552" y="35906"/>
                  <a:pt x="1054893" y="37861"/>
                </a:cubicBezTo>
                <a:cubicBezTo>
                  <a:pt x="1052235" y="39817"/>
                  <a:pt x="1050269" y="43276"/>
                  <a:pt x="1048995" y="48241"/>
                </a:cubicBezTo>
                <a:lnTo>
                  <a:pt x="1037396" y="46660"/>
                </a:lnTo>
                <a:cubicBezTo>
                  <a:pt x="1038451" y="41680"/>
                  <a:pt x="1040186" y="37658"/>
                  <a:pt x="1042603" y="34595"/>
                </a:cubicBezTo>
                <a:cubicBezTo>
                  <a:pt x="1045019" y="31532"/>
                  <a:pt x="1048512" y="29175"/>
                  <a:pt x="1053081" y="27523"/>
                </a:cubicBezTo>
                <a:cubicBezTo>
                  <a:pt x="1057650" y="25870"/>
                  <a:pt x="1062945" y="25043"/>
                  <a:pt x="1068964" y="25043"/>
                </a:cubicBezTo>
                <a:cubicBezTo>
                  <a:pt x="1074939" y="25043"/>
                  <a:pt x="1079794" y="25746"/>
                  <a:pt x="1083528" y="27152"/>
                </a:cubicBezTo>
                <a:cubicBezTo>
                  <a:pt x="1087263" y="28558"/>
                  <a:pt x="1090009" y="30326"/>
                  <a:pt x="1091766" y="32457"/>
                </a:cubicBezTo>
                <a:cubicBezTo>
                  <a:pt x="1093524" y="34588"/>
                  <a:pt x="1094754" y="37279"/>
                  <a:pt x="1095457" y="40531"/>
                </a:cubicBezTo>
                <a:cubicBezTo>
                  <a:pt x="1095852" y="42552"/>
                  <a:pt x="1096050" y="46198"/>
                  <a:pt x="1096050" y="51470"/>
                </a:cubicBezTo>
                <a:lnTo>
                  <a:pt x="1096050" y="67287"/>
                </a:lnTo>
                <a:cubicBezTo>
                  <a:pt x="1096050" y="78315"/>
                  <a:pt x="1096303" y="85290"/>
                  <a:pt x="1096808" y="88212"/>
                </a:cubicBezTo>
                <a:cubicBezTo>
                  <a:pt x="1097313" y="91133"/>
                  <a:pt x="1098313" y="93934"/>
                  <a:pt x="1099807" y="96614"/>
                </a:cubicBezTo>
                <a:lnTo>
                  <a:pt x="1087417" y="96614"/>
                </a:lnTo>
                <a:cubicBezTo>
                  <a:pt x="1086187" y="94151"/>
                  <a:pt x="1085396" y="91271"/>
                  <a:pt x="1085044" y="87973"/>
                </a:cubicBezTo>
                <a:moveTo>
                  <a:pt x="1084056" y="61422"/>
                </a:moveTo>
                <a:cubicBezTo>
                  <a:pt x="1079750" y="63194"/>
                  <a:pt x="1073291" y="64701"/>
                  <a:pt x="1064680" y="65940"/>
                </a:cubicBezTo>
                <a:cubicBezTo>
                  <a:pt x="1059803" y="66646"/>
                  <a:pt x="1056354" y="67440"/>
                  <a:pt x="1054333" y="68323"/>
                </a:cubicBezTo>
                <a:cubicBezTo>
                  <a:pt x="1052312" y="69205"/>
                  <a:pt x="1050753" y="70495"/>
                  <a:pt x="1049654" y="72195"/>
                </a:cubicBezTo>
                <a:cubicBezTo>
                  <a:pt x="1048556" y="73893"/>
                  <a:pt x="1048007" y="75779"/>
                  <a:pt x="1048007" y="77852"/>
                </a:cubicBezTo>
                <a:cubicBezTo>
                  <a:pt x="1048007" y="81028"/>
                  <a:pt x="1049204" y="83675"/>
                  <a:pt x="1051598" y="85794"/>
                </a:cubicBezTo>
                <a:cubicBezTo>
                  <a:pt x="1053993" y="87911"/>
                  <a:pt x="1057497" y="88969"/>
                  <a:pt x="1062110" y="88969"/>
                </a:cubicBezTo>
                <a:cubicBezTo>
                  <a:pt x="1066679" y="88969"/>
                  <a:pt x="1070743" y="87965"/>
                  <a:pt x="1074302" y="85956"/>
                </a:cubicBezTo>
                <a:cubicBezTo>
                  <a:pt x="1077861" y="83948"/>
                  <a:pt x="1080475" y="81200"/>
                  <a:pt x="1082144" y="77712"/>
                </a:cubicBezTo>
                <a:cubicBezTo>
                  <a:pt x="1083419" y="75018"/>
                  <a:pt x="1084056" y="71045"/>
                  <a:pt x="1084056" y="65792"/>
                </a:cubicBezTo>
                <a:lnTo>
                  <a:pt x="1084056" y="61422"/>
                </a:lnTo>
                <a:close/>
                <a:moveTo>
                  <a:pt x="1125357" y="96614"/>
                </a:moveTo>
                <a:lnTo>
                  <a:pt x="1114351" y="96614"/>
                </a:lnTo>
                <a:lnTo>
                  <a:pt x="1114351" y="0"/>
                </a:lnTo>
                <a:lnTo>
                  <a:pt x="1126213" y="0"/>
                </a:lnTo>
                <a:lnTo>
                  <a:pt x="1126213" y="34595"/>
                </a:lnTo>
                <a:cubicBezTo>
                  <a:pt x="1131222" y="28227"/>
                  <a:pt x="1137615" y="25043"/>
                  <a:pt x="1145391" y="25043"/>
                </a:cubicBezTo>
                <a:cubicBezTo>
                  <a:pt x="1149697" y="25043"/>
                  <a:pt x="1153772" y="25911"/>
                  <a:pt x="1157616" y="27646"/>
                </a:cubicBezTo>
                <a:cubicBezTo>
                  <a:pt x="1161461" y="29382"/>
                  <a:pt x="1164624" y="31820"/>
                  <a:pt x="1167106" y="34962"/>
                </a:cubicBezTo>
                <a:cubicBezTo>
                  <a:pt x="1169589" y="38103"/>
                  <a:pt x="1171533" y="41893"/>
                  <a:pt x="1172939" y="46330"/>
                </a:cubicBezTo>
                <a:cubicBezTo>
                  <a:pt x="1174345" y="50767"/>
                  <a:pt x="1175048" y="55513"/>
                  <a:pt x="1175048" y="60565"/>
                </a:cubicBezTo>
                <a:cubicBezTo>
                  <a:pt x="1175048" y="72559"/>
                  <a:pt x="1172082" y="81830"/>
                  <a:pt x="1166151" y="88376"/>
                </a:cubicBezTo>
                <a:cubicBezTo>
                  <a:pt x="1160219" y="94923"/>
                  <a:pt x="1153102" y="98196"/>
                  <a:pt x="1144798" y="98196"/>
                </a:cubicBezTo>
                <a:cubicBezTo>
                  <a:pt x="1136538" y="98196"/>
                  <a:pt x="1130058" y="94703"/>
                  <a:pt x="1125357" y="87717"/>
                </a:cubicBezTo>
                <a:lnTo>
                  <a:pt x="1125357" y="96614"/>
                </a:lnTo>
                <a:moveTo>
                  <a:pt x="1125225" y="61094"/>
                </a:moveTo>
                <a:cubicBezTo>
                  <a:pt x="1125225" y="69445"/>
                  <a:pt x="1126367" y="75478"/>
                  <a:pt x="1128652" y="79195"/>
                </a:cubicBezTo>
                <a:cubicBezTo>
                  <a:pt x="1132386" y="85272"/>
                  <a:pt x="1137439" y="88310"/>
                  <a:pt x="1143809" y="88310"/>
                </a:cubicBezTo>
                <a:cubicBezTo>
                  <a:pt x="1148994" y="88310"/>
                  <a:pt x="1153475" y="86070"/>
                  <a:pt x="1157254" y="81588"/>
                </a:cubicBezTo>
                <a:cubicBezTo>
                  <a:pt x="1161032" y="77107"/>
                  <a:pt x="1162921" y="70429"/>
                  <a:pt x="1162921" y="61554"/>
                </a:cubicBezTo>
                <a:cubicBezTo>
                  <a:pt x="1162921" y="52460"/>
                  <a:pt x="1161109" y="45750"/>
                  <a:pt x="1157484" y="41422"/>
                </a:cubicBezTo>
                <a:cubicBezTo>
                  <a:pt x="1153860" y="37093"/>
                  <a:pt x="1149477" y="34929"/>
                  <a:pt x="1144337" y="34929"/>
                </a:cubicBezTo>
                <a:cubicBezTo>
                  <a:pt x="1139152" y="34929"/>
                  <a:pt x="1134671" y="37169"/>
                  <a:pt x="1130892" y="41651"/>
                </a:cubicBezTo>
                <a:cubicBezTo>
                  <a:pt x="1127114" y="46132"/>
                  <a:pt x="1125225" y="52613"/>
                  <a:pt x="1125225" y="61094"/>
                </a:cubicBezTo>
                <a:close/>
                <a:moveTo>
                  <a:pt x="1185044" y="61620"/>
                </a:moveTo>
                <a:cubicBezTo>
                  <a:pt x="1185044" y="48659"/>
                  <a:pt x="1188647" y="39059"/>
                  <a:pt x="1195852" y="32820"/>
                </a:cubicBezTo>
                <a:cubicBezTo>
                  <a:pt x="1201871" y="27635"/>
                  <a:pt x="1209209" y="25043"/>
                  <a:pt x="1217864" y="25043"/>
                </a:cubicBezTo>
                <a:cubicBezTo>
                  <a:pt x="1227486" y="25043"/>
                  <a:pt x="1235350" y="28196"/>
                  <a:pt x="1241457" y="34500"/>
                </a:cubicBezTo>
                <a:cubicBezTo>
                  <a:pt x="1247564" y="40805"/>
                  <a:pt x="1250618" y="49515"/>
                  <a:pt x="1250618" y="60631"/>
                </a:cubicBezTo>
                <a:cubicBezTo>
                  <a:pt x="1250618" y="69638"/>
                  <a:pt x="1249267" y="76722"/>
                  <a:pt x="1246565" y="81885"/>
                </a:cubicBezTo>
                <a:cubicBezTo>
                  <a:pt x="1243863" y="87047"/>
                  <a:pt x="1239931" y="91056"/>
                  <a:pt x="1234768" y="93912"/>
                </a:cubicBezTo>
                <a:cubicBezTo>
                  <a:pt x="1229606" y="96768"/>
                  <a:pt x="1223971" y="98196"/>
                  <a:pt x="1217864" y="98196"/>
                </a:cubicBezTo>
                <a:cubicBezTo>
                  <a:pt x="1208066" y="98196"/>
                  <a:pt x="1200147" y="95054"/>
                  <a:pt x="1194106" y="88772"/>
                </a:cubicBezTo>
                <a:cubicBezTo>
                  <a:pt x="1188065" y="82489"/>
                  <a:pt x="1185044" y="73438"/>
                  <a:pt x="1185044" y="61620"/>
                </a:cubicBezTo>
                <a:moveTo>
                  <a:pt x="1197236" y="61587"/>
                </a:moveTo>
                <a:cubicBezTo>
                  <a:pt x="1197236" y="70516"/>
                  <a:pt x="1199191" y="77203"/>
                  <a:pt x="1203102" y="81646"/>
                </a:cubicBezTo>
                <a:cubicBezTo>
                  <a:pt x="1207012" y="86089"/>
                  <a:pt x="1211933" y="88310"/>
                  <a:pt x="1217864" y="88310"/>
                </a:cubicBezTo>
                <a:cubicBezTo>
                  <a:pt x="1223751" y="88310"/>
                  <a:pt x="1228650" y="86078"/>
                  <a:pt x="1232560" y="81613"/>
                </a:cubicBezTo>
                <a:cubicBezTo>
                  <a:pt x="1236471" y="77148"/>
                  <a:pt x="1238426" y="70341"/>
                  <a:pt x="1238426" y="61193"/>
                </a:cubicBezTo>
                <a:cubicBezTo>
                  <a:pt x="1238426" y="52570"/>
                  <a:pt x="1236460" y="46036"/>
                  <a:pt x="1232527" y="41593"/>
                </a:cubicBezTo>
                <a:cubicBezTo>
                  <a:pt x="1228595" y="37150"/>
                  <a:pt x="1223707" y="34929"/>
                  <a:pt x="1217864" y="34929"/>
                </a:cubicBezTo>
                <a:cubicBezTo>
                  <a:pt x="1211933" y="34929"/>
                  <a:pt x="1207012" y="37139"/>
                  <a:pt x="1203102" y="41560"/>
                </a:cubicBezTo>
                <a:cubicBezTo>
                  <a:pt x="1199191" y="45981"/>
                  <a:pt x="1197236" y="52657"/>
                  <a:pt x="1197236" y="61587"/>
                </a:cubicBezTo>
                <a:close/>
                <a:moveTo>
                  <a:pt x="1310372" y="96614"/>
                </a:moveTo>
                <a:lnTo>
                  <a:pt x="1310372" y="86333"/>
                </a:lnTo>
                <a:cubicBezTo>
                  <a:pt x="1304924" y="94242"/>
                  <a:pt x="1297521" y="98196"/>
                  <a:pt x="1288162" y="98196"/>
                </a:cubicBezTo>
                <a:cubicBezTo>
                  <a:pt x="1284032" y="98196"/>
                  <a:pt x="1280177" y="97405"/>
                  <a:pt x="1276596" y="95823"/>
                </a:cubicBezTo>
                <a:cubicBezTo>
                  <a:pt x="1273016" y="94242"/>
                  <a:pt x="1270358" y="92254"/>
                  <a:pt x="1268622" y="89859"/>
                </a:cubicBezTo>
                <a:cubicBezTo>
                  <a:pt x="1266887" y="87465"/>
                  <a:pt x="1265667" y="84532"/>
                  <a:pt x="1264964" y="81061"/>
                </a:cubicBezTo>
                <a:cubicBezTo>
                  <a:pt x="1264481" y="78732"/>
                  <a:pt x="1264239" y="75042"/>
                  <a:pt x="1264239" y="69989"/>
                </a:cubicBezTo>
                <a:lnTo>
                  <a:pt x="1264239" y="26625"/>
                </a:lnTo>
                <a:lnTo>
                  <a:pt x="1276102" y="26625"/>
                </a:lnTo>
                <a:lnTo>
                  <a:pt x="1276102" y="65442"/>
                </a:lnTo>
                <a:cubicBezTo>
                  <a:pt x="1276102" y="71637"/>
                  <a:pt x="1276344" y="75811"/>
                  <a:pt x="1276827" y="77964"/>
                </a:cubicBezTo>
                <a:cubicBezTo>
                  <a:pt x="1277574" y="81083"/>
                  <a:pt x="1279156" y="83532"/>
                  <a:pt x="1281572" y="85312"/>
                </a:cubicBezTo>
                <a:cubicBezTo>
                  <a:pt x="1283988" y="87091"/>
                  <a:pt x="1286976" y="87981"/>
                  <a:pt x="1290535" y="87981"/>
                </a:cubicBezTo>
                <a:cubicBezTo>
                  <a:pt x="1294094" y="87981"/>
                  <a:pt x="1297433" y="87069"/>
                  <a:pt x="1300552" y="85246"/>
                </a:cubicBezTo>
                <a:cubicBezTo>
                  <a:pt x="1303672" y="83423"/>
                  <a:pt x="1305879" y="80940"/>
                  <a:pt x="1307175" y="77799"/>
                </a:cubicBezTo>
                <a:cubicBezTo>
                  <a:pt x="1308472" y="74657"/>
                  <a:pt x="1309120" y="70099"/>
                  <a:pt x="1309120" y="64124"/>
                </a:cubicBezTo>
                <a:lnTo>
                  <a:pt x="1309120" y="26625"/>
                </a:lnTo>
                <a:lnTo>
                  <a:pt x="1320982" y="26625"/>
                </a:lnTo>
                <a:lnTo>
                  <a:pt x="1320982" y="96614"/>
                </a:lnTo>
                <a:lnTo>
                  <a:pt x="1310372" y="96614"/>
                </a:lnTo>
                <a:close/>
                <a:moveTo>
                  <a:pt x="1365446" y="86136"/>
                </a:moveTo>
                <a:lnTo>
                  <a:pt x="1367160" y="96614"/>
                </a:lnTo>
                <a:cubicBezTo>
                  <a:pt x="1363821" y="97229"/>
                  <a:pt x="1360833" y="97537"/>
                  <a:pt x="1358197" y="97537"/>
                </a:cubicBezTo>
                <a:cubicBezTo>
                  <a:pt x="1353891" y="97537"/>
                  <a:pt x="1350552" y="96856"/>
                  <a:pt x="1348180" y="95494"/>
                </a:cubicBezTo>
                <a:cubicBezTo>
                  <a:pt x="1345807" y="94132"/>
                  <a:pt x="1344137" y="92341"/>
                  <a:pt x="1343171" y="90123"/>
                </a:cubicBezTo>
                <a:cubicBezTo>
                  <a:pt x="1342204" y="87904"/>
                  <a:pt x="1341721" y="83236"/>
                  <a:pt x="1341721" y="76118"/>
                </a:cubicBezTo>
                <a:lnTo>
                  <a:pt x="1341721" y="35851"/>
                </a:lnTo>
                <a:lnTo>
                  <a:pt x="1333022" y="35851"/>
                </a:lnTo>
                <a:lnTo>
                  <a:pt x="1333022" y="26625"/>
                </a:lnTo>
                <a:lnTo>
                  <a:pt x="1341721" y="26625"/>
                </a:lnTo>
                <a:lnTo>
                  <a:pt x="1341721" y="9245"/>
                </a:lnTo>
                <a:lnTo>
                  <a:pt x="1353518" y="2109"/>
                </a:lnTo>
                <a:lnTo>
                  <a:pt x="1353518" y="26625"/>
                </a:lnTo>
                <a:lnTo>
                  <a:pt x="1365446" y="26625"/>
                </a:lnTo>
                <a:lnTo>
                  <a:pt x="1365446" y="35851"/>
                </a:lnTo>
                <a:lnTo>
                  <a:pt x="1353518" y="35851"/>
                </a:lnTo>
                <a:lnTo>
                  <a:pt x="1353518" y="76777"/>
                </a:lnTo>
                <a:cubicBezTo>
                  <a:pt x="1353518" y="80160"/>
                  <a:pt x="1353726" y="82335"/>
                  <a:pt x="1354144" y="83302"/>
                </a:cubicBezTo>
                <a:cubicBezTo>
                  <a:pt x="1354561" y="84268"/>
                  <a:pt x="1355242" y="85037"/>
                  <a:pt x="1356187" y="85608"/>
                </a:cubicBezTo>
                <a:cubicBezTo>
                  <a:pt x="1357131" y="86179"/>
                  <a:pt x="1358482" y="86465"/>
                  <a:pt x="1360240" y="86465"/>
                </a:cubicBezTo>
                <a:cubicBezTo>
                  <a:pt x="1361558" y="86465"/>
                  <a:pt x="1363293" y="86355"/>
                  <a:pt x="1365446" y="86136"/>
                </a:cubicBezTo>
                <a:close/>
                <a:moveTo>
                  <a:pt x="1434031" y="96614"/>
                </a:moveTo>
                <a:lnTo>
                  <a:pt x="1407406" y="26625"/>
                </a:lnTo>
                <a:lnTo>
                  <a:pt x="1419927" y="26625"/>
                </a:lnTo>
                <a:lnTo>
                  <a:pt x="1434953" y="68539"/>
                </a:lnTo>
                <a:cubicBezTo>
                  <a:pt x="1436579" y="73065"/>
                  <a:pt x="1438073" y="77766"/>
                  <a:pt x="1439435" y="82643"/>
                </a:cubicBezTo>
                <a:cubicBezTo>
                  <a:pt x="1440489" y="78952"/>
                  <a:pt x="1441961" y="74515"/>
                  <a:pt x="1443850" y="69330"/>
                </a:cubicBezTo>
                <a:lnTo>
                  <a:pt x="1459403" y="26625"/>
                </a:lnTo>
                <a:lnTo>
                  <a:pt x="1471596" y="26625"/>
                </a:lnTo>
                <a:lnTo>
                  <a:pt x="1445102" y="96614"/>
                </a:lnTo>
                <a:lnTo>
                  <a:pt x="1434031" y="96614"/>
                </a:lnTo>
                <a:close/>
                <a:moveTo>
                  <a:pt x="1527745" y="87973"/>
                </a:moveTo>
                <a:cubicBezTo>
                  <a:pt x="1523352" y="91710"/>
                  <a:pt x="1519123" y="94348"/>
                  <a:pt x="1515059" y="95887"/>
                </a:cubicBezTo>
                <a:cubicBezTo>
                  <a:pt x="1510995" y="97426"/>
                  <a:pt x="1506634" y="98196"/>
                  <a:pt x="1501977" y="98196"/>
                </a:cubicBezTo>
                <a:cubicBezTo>
                  <a:pt x="1494288" y="98196"/>
                  <a:pt x="1488379" y="96316"/>
                  <a:pt x="1484249" y="92557"/>
                </a:cubicBezTo>
                <a:cubicBezTo>
                  <a:pt x="1480119" y="88798"/>
                  <a:pt x="1478054" y="83994"/>
                  <a:pt x="1478054" y="78147"/>
                </a:cubicBezTo>
                <a:cubicBezTo>
                  <a:pt x="1478054" y="74719"/>
                  <a:pt x="1478834" y="71587"/>
                  <a:pt x="1480394" y="68752"/>
                </a:cubicBezTo>
                <a:cubicBezTo>
                  <a:pt x="1481953" y="65915"/>
                  <a:pt x="1483996" y="63639"/>
                  <a:pt x="1486523" y="61924"/>
                </a:cubicBezTo>
                <a:cubicBezTo>
                  <a:pt x="1489049" y="60209"/>
                  <a:pt x="1491894" y="58913"/>
                  <a:pt x="1495057" y="58034"/>
                </a:cubicBezTo>
                <a:cubicBezTo>
                  <a:pt x="1497386" y="57418"/>
                  <a:pt x="1500901" y="56824"/>
                  <a:pt x="1505602" y="56253"/>
                </a:cubicBezTo>
                <a:cubicBezTo>
                  <a:pt x="1515180" y="55118"/>
                  <a:pt x="1522231" y="53766"/>
                  <a:pt x="1526757" y="52195"/>
                </a:cubicBezTo>
                <a:cubicBezTo>
                  <a:pt x="1526801" y="50577"/>
                  <a:pt x="1526823" y="49548"/>
                  <a:pt x="1526823" y="49110"/>
                </a:cubicBezTo>
                <a:cubicBezTo>
                  <a:pt x="1526823" y="44295"/>
                  <a:pt x="1525702" y="40903"/>
                  <a:pt x="1523462" y="38934"/>
                </a:cubicBezTo>
                <a:cubicBezTo>
                  <a:pt x="1520430" y="36264"/>
                  <a:pt x="1515927" y="34929"/>
                  <a:pt x="1509951" y="34929"/>
                </a:cubicBezTo>
                <a:cubicBezTo>
                  <a:pt x="1504372" y="34929"/>
                  <a:pt x="1500253" y="35906"/>
                  <a:pt x="1497595" y="37861"/>
                </a:cubicBezTo>
                <a:cubicBezTo>
                  <a:pt x="1494936" y="39817"/>
                  <a:pt x="1492970" y="43276"/>
                  <a:pt x="1491696" y="48241"/>
                </a:cubicBezTo>
                <a:lnTo>
                  <a:pt x="1480097" y="46660"/>
                </a:lnTo>
                <a:cubicBezTo>
                  <a:pt x="1481152" y="41680"/>
                  <a:pt x="1482887" y="37658"/>
                  <a:pt x="1485304" y="34595"/>
                </a:cubicBezTo>
                <a:cubicBezTo>
                  <a:pt x="1487720" y="31532"/>
                  <a:pt x="1491213" y="29175"/>
                  <a:pt x="1495782" y="27523"/>
                </a:cubicBezTo>
                <a:cubicBezTo>
                  <a:pt x="1500351" y="25870"/>
                  <a:pt x="1505646" y="25043"/>
                  <a:pt x="1511665" y="25043"/>
                </a:cubicBezTo>
                <a:cubicBezTo>
                  <a:pt x="1517640" y="25043"/>
                  <a:pt x="1522495" y="25746"/>
                  <a:pt x="1526229" y="27152"/>
                </a:cubicBezTo>
                <a:cubicBezTo>
                  <a:pt x="1529964" y="28558"/>
                  <a:pt x="1532710" y="30326"/>
                  <a:pt x="1534467" y="32457"/>
                </a:cubicBezTo>
                <a:cubicBezTo>
                  <a:pt x="1536225" y="34588"/>
                  <a:pt x="1537455" y="37279"/>
                  <a:pt x="1538158" y="40531"/>
                </a:cubicBezTo>
                <a:cubicBezTo>
                  <a:pt x="1538553" y="42552"/>
                  <a:pt x="1538751" y="46198"/>
                  <a:pt x="1538751" y="51470"/>
                </a:cubicBezTo>
                <a:lnTo>
                  <a:pt x="1538751" y="67287"/>
                </a:lnTo>
                <a:cubicBezTo>
                  <a:pt x="1538751" y="78315"/>
                  <a:pt x="1539004" y="85290"/>
                  <a:pt x="1539509" y="88212"/>
                </a:cubicBezTo>
                <a:cubicBezTo>
                  <a:pt x="1540014" y="91133"/>
                  <a:pt x="1541014" y="93934"/>
                  <a:pt x="1542508" y="96614"/>
                </a:cubicBezTo>
                <a:lnTo>
                  <a:pt x="1530118" y="96614"/>
                </a:lnTo>
                <a:cubicBezTo>
                  <a:pt x="1528888" y="94151"/>
                  <a:pt x="1528097" y="91271"/>
                  <a:pt x="1527745" y="87973"/>
                </a:cubicBezTo>
                <a:moveTo>
                  <a:pt x="1526757" y="61422"/>
                </a:moveTo>
                <a:cubicBezTo>
                  <a:pt x="1522451" y="63194"/>
                  <a:pt x="1515993" y="64701"/>
                  <a:pt x="1507381" y="65940"/>
                </a:cubicBezTo>
                <a:cubicBezTo>
                  <a:pt x="1502504" y="66646"/>
                  <a:pt x="1499055" y="67440"/>
                  <a:pt x="1497034" y="68323"/>
                </a:cubicBezTo>
                <a:cubicBezTo>
                  <a:pt x="1495013" y="69205"/>
                  <a:pt x="1493454" y="70495"/>
                  <a:pt x="1492355" y="72195"/>
                </a:cubicBezTo>
                <a:cubicBezTo>
                  <a:pt x="1491257" y="73893"/>
                  <a:pt x="1490708" y="75779"/>
                  <a:pt x="1490708" y="77852"/>
                </a:cubicBezTo>
                <a:cubicBezTo>
                  <a:pt x="1490708" y="81028"/>
                  <a:pt x="1491905" y="83675"/>
                  <a:pt x="1494299" y="85794"/>
                </a:cubicBezTo>
                <a:cubicBezTo>
                  <a:pt x="1496694" y="87911"/>
                  <a:pt x="1500198" y="88969"/>
                  <a:pt x="1504811" y="88969"/>
                </a:cubicBezTo>
                <a:cubicBezTo>
                  <a:pt x="1509380" y="88969"/>
                  <a:pt x="1513444" y="87965"/>
                  <a:pt x="1517003" y="85956"/>
                </a:cubicBezTo>
                <a:cubicBezTo>
                  <a:pt x="1520562" y="83948"/>
                  <a:pt x="1523176" y="81200"/>
                  <a:pt x="1524846" y="77712"/>
                </a:cubicBezTo>
                <a:cubicBezTo>
                  <a:pt x="1526120" y="75018"/>
                  <a:pt x="1526757" y="71045"/>
                  <a:pt x="1526757" y="65792"/>
                </a:cubicBezTo>
                <a:lnTo>
                  <a:pt x="1526757" y="61422"/>
                </a:lnTo>
                <a:close/>
                <a:moveTo>
                  <a:pt x="1602789" y="70912"/>
                </a:moveTo>
                <a:lnTo>
                  <a:pt x="1614454" y="72428"/>
                </a:lnTo>
                <a:cubicBezTo>
                  <a:pt x="1613179" y="80488"/>
                  <a:pt x="1609917" y="86799"/>
                  <a:pt x="1604667" y="91358"/>
                </a:cubicBezTo>
                <a:cubicBezTo>
                  <a:pt x="1599417" y="95917"/>
                  <a:pt x="1592969" y="98196"/>
                  <a:pt x="1585324" y="98196"/>
                </a:cubicBezTo>
                <a:cubicBezTo>
                  <a:pt x="1575746" y="98196"/>
                  <a:pt x="1568047" y="95065"/>
                  <a:pt x="1562225" y="88805"/>
                </a:cubicBezTo>
                <a:cubicBezTo>
                  <a:pt x="1556404" y="82544"/>
                  <a:pt x="1553493" y="73570"/>
                  <a:pt x="1553493" y="61883"/>
                </a:cubicBezTo>
                <a:cubicBezTo>
                  <a:pt x="1553493" y="54326"/>
                  <a:pt x="1554745" y="47714"/>
                  <a:pt x="1557249" y="42046"/>
                </a:cubicBezTo>
                <a:cubicBezTo>
                  <a:pt x="1559754" y="36379"/>
                  <a:pt x="1563565" y="32128"/>
                  <a:pt x="1568684" y="29294"/>
                </a:cubicBezTo>
                <a:cubicBezTo>
                  <a:pt x="1573802" y="26460"/>
                  <a:pt x="1579371" y="25043"/>
                  <a:pt x="1585390" y="25043"/>
                </a:cubicBezTo>
                <a:cubicBezTo>
                  <a:pt x="1592991" y="25043"/>
                  <a:pt x="1599208" y="26972"/>
                  <a:pt x="1604041" y="30828"/>
                </a:cubicBezTo>
                <a:cubicBezTo>
                  <a:pt x="1608874" y="34684"/>
                  <a:pt x="1611971" y="40158"/>
                  <a:pt x="1613333" y="47253"/>
                </a:cubicBezTo>
                <a:lnTo>
                  <a:pt x="1601800" y="49032"/>
                </a:lnTo>
                <a:cubicBezTo>
                  <a:pt x="1600702" y="44353"/>
                  <a:pt x="1598758" y="40833"/>
                  <a:pt x="1595968" y="38471"/>
                </a:cubicBezTo>
                <a:cubicBezTo>
                  <a:pt x="1593178" y="36109"/>
                  <a:pt x="1589806" y="34929"/>
                  <a:pt x="1585851" y="34929"/>
                </a:cubicBezTo>
                <a:cubicBezTo>
                  <a:pt x="1579876" y="34929"/>
                  <a:pt x="1575021" y="37060"/>
                  <a:pt x="1571287" y="41323"/>
                </a:cubicBezTo>
                <a:cubicBezTo>
                  <a:pt x="1567552" y="45585"/>
                  <a:pt x="1565685" y="52329"/>
                  <a:pt x="1565685" y="61554"/>
                </a:cubicBezTo>
                <a:cubicBezTo>
                  <a:pt x="1565685" y="70911"/>
                  <a:pt x="1567486" y="77710"/>
                  <a:pt x="1571089" y="81951"/>
                </a:cubicBezTo>
                <a:cubicBezTo>
                  <a:pt x="1574692" y="86190"/>
                  <a:pt x="1579393" y="88310"/>
                  <a:pt x="1585192" y="88310"/>
                </a:cubicBezTo>
                <a:cubicBezTo>
                  <a:pt x="1589850" y="88310"/>
                  <a:pt x="1593738" y="86888"/>
                  <a:pt x="1596857" y="84043"/>
                </a:cubicBezTo>
                <a:cubicBezTo>
                  <a:pt x="1599977" y="81198"/>
                  <a:pt x="1601954" y="76821"/>
                  <a:pt x="1602789" y="70912"/>
                </a:cubicBezTo>
                <a:close/>
                <a:moveTo>
                  <a:pt x="1670274" y="70912"/>
                </a:moveTo>
                <a:lnTo>
                  <a:pt x="1681939" y="72428"/>
                </a:lnTo>
                <a:cubicBezTo>
                  <a:pt x="1680664" y="80488"/>
                  <a:pt x="1677402" y="86799"/>
                  <a:pt x="1672152" y="91358"/>
                </a:cubicBezTo>
                <a:cubicBezTo>
                  <a:pt x="1666902" y="95917"/>
                  <a:pt x="1660454" y="98196"/>
                  <a:pt x="1652809" y="98196"/>
                </a:cubicBezTo>
                <a:cubicBezTo>
                  <a:pt x="1643231" y="98196"/>
                  <a:pt x="1635532" y="95065"/>
                  <a:pt x="1629710" y="88805"/>
                </a:cubicBezTo>
                <a:cubicBezTo>
                  <a:pt x="1623889" y="82544"/>
                  <a:pt x="1620978" y="73570"/>
                  <a:pt x="1620978" y="61883"/>
                </a:cubicBezTo>
                <a:cubicBezTo>
                  <a:pt x="1620978" y="54326"/>
                  <a:pt x="1622230" y="47714"/>
                  <a:pt x="1624734" y="42046"/>
                </a:cubicBezTo>
                <a:cubicBezTo>
                  <a:pt x="1627239" y="36379"/>
                  <a:pt x="1631050" y="32128"/>
                  <a:pt x="1636169" y="29294"/>
                </a:cubicBezTo>
                <a:cubicBezTo>
                  <a:pt x="1641287" y="26460"/>
                  <a:pt x="1646856" y="25043"/>
                  <a:pt x="1652875" y="25043"/>
                </a:cubicBezTo>
                <a:cubicBezTo>
                  <a:pt x="1660476" y="25043"/>
                  <a:pt x="1666693" y="26972"/>
                  <a:pt x="1671526" y="30828"/>
                </a:cubicBezTo>
                <a:cubicBezTo>
                  <a:pt x="1676359" y="34684"/>
                  <a:pt x="1679456" y="40158"/>
                  <a:pt x="1680818" y="47253"/>
                </a:cubicBezTo>
                <a:lnTo>
                  <a:pt x="1669285" y="49032"/>
                </a:lnTo>
                <a:cubicBezTo>
                  <a:pt x="1668187" y="44353"/>
                  <a:pt x="1666243" y="40833"/>
                  <a:pt x="1663453" y="38471"/>
                </a:cubicBezTo>
                <a:cubicBezTo>
                  <a:pt x="1660663" y="36109"/>
                  <a:pt x="1657291" y="34929"/>
                  <a:pt x="1653336" y="34929"/>
                </a:cubicBezTo>
                <a:cubicBezTo>
                  <a:pt x="1647361" y="34929"/>
                  <a:pt x="1642506" y="37060"/>
                  <a:pt x="1638772" y="41323"/>
                </a:cubicBezTo>
                <a:cubicBezTo>
                  <a:pt x="1635037" y="45585"/>
                  <a:pt x="1633170" y="52329"/>
                  <a:pt x="1633170" y="61554"/>
                </a:cubicBezTo>
                <a:cubicBezTo>
                  <a:pt x="1633170" y="70911"/>
                  <a:pt x="1634971" y="77710"/>
                  <a:pt x="1638574" y="81951"/>
                </a:cubicBezTo>
                <a:cubicBezTo>
                  <a:pt x="1642177" y="86190"/>
                  <a:pt x="1646878" y="88310"/>
                  <a:pt x="1652677" y="88310"/>
                </a:cubicBezTo>
                <a:cubicBezTo>
                  <a:pt x="1657335" y="88310"/>
                  <a:pt x="1661223" y="86888"/>
                  <a:pt x="1664342" y="84043"/>
                </a:cubicBezTo>
                <a:cubicBezTo>
                  <a:pt x="1667462" y="81198"/>
                  <a:pt x="1669439" y="76821"/>
                  <a:pt x="1670274" y="70912"/>
                </a:cubicBezTo>
                <a:close/>
                <a:moveTo>
                  <a:pt x="1692154" y="13708"/>
                </a:moveTo>
                <a:lnTo>
                  <a:pt x="1692154" y="0"/>
                </a:lnTo>
                <a:lnTo>
                  <a:pt x="1704016" y="0"/>
                </a:lnTo>
                <a:lnTo>
                  <a:pt x="1704016" y="13708"/>
                </a:lnTo>
                <a:lnTo>
                  <a:pt x="1692154" y="13708"/>
                </a:lnTo>
                <a:moveTo>
                  <a:pt x="1692154" y="96614"/>
                </a:moveTo>
                <a:lnTo>
                  <a:pt x="1692154" y="26625"/>
                </a:lnTo>
                <a:lnTo>
                  <a:pt x="1704016" y="26625"/>
                </a:lnTo>
                <a:lnTo>
                  <a:pt x="1704016" y="96614"/>
                </a:lnTo>
                <a:lnTo>
                  <a:pt x="1692154" y="96614"/>
                </a:lnTo>
                <a:close/>
                <a:moveTo>
                  <a:pt x="1722051" y="96614"/>
                </a:moveTo>
                <a:lnTo>
                  <a:pt x="1722051" y="26625"/>
                </a:lnTo>
                <a:lnTo>
                  <a:pt x="1732727" y="26625"/>
                </a:lnTo>
                <a:lnTo>
                  <a:pt x="1732727" y="36510"/>
                </a:lnTo>
                <a:cubicBezTo>
                  <a:pt x="1737868" y="28866"/>
                  <a:pt x="1745293" y="25043"/>
                  <a:pt x="1755002" y="25043"/>
                </a:cubicBezTo>
                <a:cubicBezTo>
                  <a:pt x="1759220" y="25043"/>
                  <a:pt x="1763098" y="25801"/>
                  <a:pt x="1766634" y="27317"/>
                </a:cubicBezTo>
                <a:cubicBezTo>
                  <a:pt x="1770171" y="28833"/>
                  <a:pt x="1772818" y="30821"/>
                  <a:pt x="1774576" y="33281"/>
                </a:cubicBezTo>
                <a:cubicBezTo>
                  <a:pt x="1776333" y="35742"/>
                  <a:pt x="1777563" y="38663"/>
                  <a:pt x="1778266" y="42046"/>
                </a:cubicBezTo>
                <a:cubicBezTo>
                  <a:pt x="1778706" y="44243"/>
                  <a:pt x="1778925" y="48087"/>
                  <a:pt x="1778925" y="53579"/>
                </a:cubicBezTo>
                <a:lnTo>
                  <a:pt x="1778925" y="96614"/>
                </a:lnTo>
                <a:lnTo>
                  <a:pt x="1767063" y="96614"/>
                </a:lnTo>
                <a:lnTo>
                  <a:pt x="1767063" y="53995"/>
                </a:lnTo>
                <a:cubicBezTo>
                  <a:pt x="1767063" y="49157"/>
                  <a:pt x="1766601" y="45539"/>
                  <a:pt x="1765679" y="43142"/>
                </a:cubicBezTo>
                <a:cubicBezTo>
                  <a:pt x="1764756" y="40745"/>
                  <a:pt x="1763120" y="38831"/>
                  <a:pt x="1760769" y="37402"/>
                </a:cubicBezTo>
                <a:cubicBezTo>
                  <a:pt x="1758418" y="35973"/>
                  <a:pt x="1755662" y="35258"/>
                  <a:pt x="1752498" y="35258"/>
                </a:cubicBezTo>
                <a:cubicBezTo>
                  <a:pt x="1747446" y="35258"/>
                  <a:pt x="1743085" y="36864"/>
                  <a:pt x="1739416" y="40075"/>
                </a:cubicBezTo>
                <a:cubicBezTo>
                  <a:pt x="1735748" y="43285"/>
                  <a:pt x="1733913" y="49377"/>
                  <a:pt x="1733913" y="58349"/>
                </a:cubicBezTo>
                <a:lnTo>
                  <a:pt x="1733913" y="96614"/>
                </a:lnTo>
                <a:lnTo>
                  <a:pt x="1722051" y="96614"/>
                </a:lnTo>
                <a:close/>
                <a:moveTo>
                  <a:pt x="1845006" y="74075"/>
                </a:moveTo>
                <a:lnTo>
                  <a:pt x="1857264" y="75591"/>
                </a:lnTo>
                <a:cubicBezTo>
                  <a:pt x="1855330" y="82753"/>
                  <a:pt x="1851750" y="88310"/>
                  <a:pt x="1846521" y="92265"/>
                </a:cubicBezTo>
                <a:cubicBezTo>
                  <a:pt x="1841293" y="96219"/>
                  <a:pt x="1834615" y="98196"/>
                  <a:pt x="1826487" y="98196"/>
                </a:cubicBezTo>
                <a:cubicBezTo>
                  <a:pt x="1816250" y="98196"/>
                  <a:pt x="1808133" y="95043"/>
                  <a:pt x="1802136" y="88739"/>
                </a:cubicBezTo>
                <a:cubicBezTo>
                  <a:pt x="1796138" y="82434"/>
                  <a:pt x="1793140" y="73592"/>
                  <a:pt x="1793140" y="62213"/>
                </a:cubicBezTo>
                <a:cubicBezTo>
                  <a:pt x="1793140" y="50438"/>
                  <a:pt x="1796171" y="41299"/>
                  <a:pt x="1802234" y="34797"/>
                </a:cubicBezTo>
                <a:cubicBezTo>
                  <a:pt x="1808298" y="28294"/>
                  <a:pt x="1816162" y="25043"/>
                  <a:pt x="1825828" y="25043"/>
                </a:cubicBezTo>
                <a:cubicBezTo>
                  <a:pt x="1835186" y="25043"/>
                  <a:pt x="1842831" y="28224"/>
                  <a:pt x="1848762" y="34585"/>
                </a:cubicBezTo>
                <a:cubicBezTo>
                  <a:pt x="1854693" y="40944"/>
                  <a:pt x="1857659" y="49892"/>
                  <a:pt x="1857659" y="61428"/>
                </a:cubicBezTo>
                <a:cubicBezTo>
                  <a:pt x="1857659" y="62130"/>
                  <a:pt x="1857637" y="63182"/>
                  <a:pt x="1857593" y="64585"/>
                </a:cubicBezTo>
                <a:lnTo>
                  <a:pt x="1805398" y="64585"/>
                </a:lnTo>
                <a:cubicBezTo>
                  <a:pt x="1805837" y="72252"/>
                  <a:pt x="1808012" y="78123"/>
                  <a:pt x="1811922" y="82198"/>
                </a:cubicBezTo>
                <a:cubicBezTo>
                  <a:pt x="1815832" y="86273"/>
                  <a:pt x="1820709" y="88310"/>
                  <a:pt x="1826553" y="88310"/>
                </a:cubicBezTo>
                <a:cubicBezTo>
                  <a:pt x="1830902" y="88310"/>
                  <a:pt x="1834615" y="87179"/>
                  <a:pt x="1837690" y="84916"/>
                </a:cubicBezTo>
                <a:cubicBezTo>
                  <a:pt x="1840766" y="82652"/>
                  <a:pt x="1843204" y="79039"/>
                  <a:pt x="1845006" y="74075"/>
                </a:cubicBezTo>
                <a:moveTo>
                  <a:pt x="1806057" y="54700"/>
                </a:moveTo>
                <a:lnTo>
                  <a:pt x="1845137" y="54700"/>
                </a:lnTo>
                <a:cubicBezTo>
                  <a:pt x="1844610" y="48908"/>
                  <a:pt x="1843116" y="44565"/>
                  <a:pt x="1840656" y="41669"/>
                </a:cubicBezTo>
                <a:cubicBezTo>
                  <a:pt x="1836878" y="37176"/>
                  <a:pt x="1831979" y="34929"/>
                  <a:pt x="1825960" y="34929"/>
                </a:cubicBezTo>
                <a:cubicBezTo>
                  <a:pt x="1820512" y="34929"/>
                  <a:pt x="1815931" y="36723"/>
                  <a:pt x="1812219" y="40310"/>
                </a:cubicBezTo>
                <a:cubicBezTo>
                  <a:pt x="1808506" y="43896"/>
                  <a:pt x="1806452" y="48693"/>
                  <a:pt x="1806057" y="54700"/>
                </a:cubicBezTo>
                <a:close/>
                <a:moveTo>
                  <a:pt x="1867392" y="75657"/>
                </a:moveTo>
                <a:lnTo>
                  <a:pt x="1879123" y="73812"/>
                </a:lnTo>
                <a:cubicBezTo>
                  <a:pt x="1879782" y="78492"/>
                  <a:pt x="1881616" y="82079"/>
                  <a:pt x="1884626" y="84572"/>
                </a:cubicBezTo>
                <a:cubicBezTo>
                  <a:pt x="1887636" y="87064"/>
                  <a:pt x="1891842" y="88310"/>
                  <a:pt x="1897246" y="88310"/>
                </a:cubicBezTo>
                <a:cubicBezTo>
                  <a:pt x="1902694" y="88310"/>
                  <a:pt x="1906737" y="87210"/>
                  <a:pt x="1909373" y="85009"/>
                </a:cubicBezTo>
                <a:cubicBezTo>
                  <a:pt x="1912009" y="82807"/>
                  <a:pt x="1913327" y="80224"/>
                  <a:pt x="1913327" y="77261"/>
                </a:cubicBezTo>
                <a:cubicBezTo>
                  <a:pt x="1913327" y="74602"/>
                  <a:pt x="1912163" y="72509"/>
                  <a:pt x="1909834" y="70984"/>
                </a:cubicBezTo>
                <a:cubicBezTo>
                  <a:pt x="1908208" y="69938"/>
                  <a:pt x="1904166" y="68608"/>
                  <a:pt x="1897708" y="66995"/>
                </a:cubicBezTo>
                <a:cubicBezTo>
                  <a:pt x="1889009" y="64797"/>
                  <a:pt x="1882978" y="62895"/>
                  <a:pt x="1879617" y="61290"/>
                </a:cubicBezTo>
                <a:cubicBezTo>
                  <a:pt x="1876256" y="59685"/>
                  <a:pt x="1873708" y="57464"/>
                  <a:pt x="1871973" y="54628"/>
                </a:cubicBezTo>
                <a:cubicBezTo>
                  <a:pt x="1870237" y="51791"/>
                  <a:pt x="1869369" y="48658"/>
                  <a:pt x="1869369" y="45228"/>
                </a:cubicBezTo>
                <a:cubicBezTo>
                  <a:pt x="1869369" y="42106"/>
                  <a:pt x="1870083" y="39214"/>
                  <a:pt x="1871511" y="36554"/>
                </a:cubicBezTo>
                <a:cubicBezTo>
                  <a:pt x="1872939" y="33893"/>
                  <a:pt x="1874883" y="31683"/>
                  <a:pt x="1877344" y="29924"/>
                </a:cubicBezTo>
                <a:cubicBezTo>
                  <a:pt x="1879189" y="28561"/>
                  <a:pt x="1881704" y="27407"/>
                  <a:pt x="1884890" y="26462"/>
                </a:cubicBezTo>
                <a:cubicBezTo>
                  <a:pt x="1888075" y="25516"/>
                  <a:pt x="1891491" y="25043"/>
                  <a:pt x="1895138" y="25043"/>
                </a:cubicBezTo>
                <a:cubicBezTo>
                  <a:pt x="1900630" y="25043"/>
                  <a:pt x="1905451" y="25840"/>
                  <a:pt x="1909603" y="27432"/>
                </a:cubicBezTo>
                <a:cubicBezTo>
                  <a:pt x="1913755" y="29024"/>
                  <a:pt x="1916820" y="31180"/>
                  <a:pt x="1918797" y="33901"/>
                </a:cubicBezTo>
                <a:cubicBezTo>
                  <a:pt x="1920774" y="36621"/>
                  <a:pt x="1922136" y="40259"/>
                  <a:pt x="1922883" y="44814"/>
                </a:cubicBezTo>
                <a:lnTo>
                  <a:pt x="1911284" y="46396"/>
                </a:lnTo>
                <a:cubicBezTo>
                  <a:pt x="1910757" y="42793"/>
                  <a:pt x="1909230" y="39981"/>
                  <a:pt x="1906704" y="37960"/>
                </a:cubicBezTo>
                <a:cubicBezTo>
                  <a:pt x="1904177" y="35939"/>
                  <a:pt x="1900608" y="34929"/>
                  <a:pt x="1895994" y="34929"/>
                </a:cubicBezTo>
                <a:cubicBezTo>
                  <a:pt x="1890546" y="34929"/>
                  <a:pt x="1886658" y="35825"/>
                  <a:pt x="1884329" y="37618"/>
                </a:cubicBezTo>
                <a:cubicBezTo>
                  <a:pt x="1882001" y="39410"/>
                  <a:pt x="1880837" y="41509"/>
                  <a:pt x="1880837" y="43914"/>
                </a:cubicBezTo>
                <a:cubicBezTo>
                  <a:pt x="1880837" y="45444"/>
                  <a:pt x="1881320" y="46821"/>
                  <a:pt x="1882286" y="48046"/>
                </a:cubicBezTo>
                <a:cubicBezTo>
                  <a:pt x="1883253" y="49313"/>
                  <a:pt x="1884769" y="50362"/>
                  <a:pt x="1886834" y="51192"/>
                </a:cubicBezTo>
                <a:cubicBezTo>
                  <a:pt x="1888020" y="51630"/>
                  <a:pt x="1891513" y="52636"/>
                  <a:pt x="1897312" y="54210"/>
                </a:cubicBezTo>
                <a:cubicBezTo>
                  <a:pt x="1905704" y="56449"/>
                  <a:pt x="1911558" y="58282"/>
                  <a:pt x="1914876" y="59708"/>
                </a:cubicBezTo>
                <a:cubicBezTo>
                  <a:pt x="1918193" y="61135"/>
                  <a:pt x="1920796" y="63209"/>
                  <a:pt x="1922685" y="65932"/>
                </a:cubicBezTo>
                <a:cubicBezTo>
                  <a:pt x="1924574" y="68653"/>
                  <a:pt x="1925519" y="72033"/>
                  <a:pt x="1925519" y="76071"/>
                </a:cubicBezTo>
                <a:cubicBezTo>
                  <a:pt x="1925519" y="80022"/>
                  <a:pt x="1924366" y="83743"/>
                  <a:pt x="1922059" y="87233"/>
                </a:cubicBezTo>
                <a:cubicBezTo>
                  <a:pt x="1919752" y="90722"/>
                  <a:pt x="1916424" y="93421"/>
                  <a:pt x="1912075" y="95331"/>
                </a:cubicBezTo>
                <a:cubicBezTo>
                  <a:pt x="1907725" y="97241"/>
                  <a:pt x="1902804" y="98196"/>
                  <a:pt x="1897312" y="98196"/>
                </a:cubicBezTo>
                <a:cubicBezTo>
                  <a:pt x="1888218" y="98196"/>
                  <a:pt x="1881287" y="96301"/>
                  <a:pt x="1876520" y="92512"/>
                </a:cubicBezTo>
                <a:cubicBezTo>
                  <a:pt x="1871753" y="88722"/>
                  <a:pt x="1868710" y="83104"/>
                  <a:pt x="1867392" y="75657"/>
                </a:cubicBezTo>
                <a:close/>
                <a:moveTo>
                  <a:pt x="1942720" y="96614"/>
                </a:moveTo>
                <a:lnTo>
                  <a:pt x="1942720" y="83038"/>
                </a:lnTo>
                <a:lnTo>
                  <a:pt x="1956230" y="83038"/>
                </a:lnTo>
                <a:lnTo>
                  <a:pt x="1956230" y="96575"/>
                </a:lnTo>
                <a:cubicBezTo>
                  <a:pt x="1956230" y="101551"/>
                  <a:pt x="1955351" y="105568"/>
                  <a:pt x="1953594" y="108627"/>
                </a:cubicBezTo>
                <a:cubicBezTo>
                  <a:pt x="1951836" y="111687"/>
                  <a:pt x="1949046" y="114054"/>
                  <a:pt x="1945224" y="115726"/>
                </a:cubicBezTo>
                <a:lnTo>
                  <a:pt x="1941929" y="110586"/>
                </a:lnTo>
                <a:cubicBezTo>
                  <a:pt x="1944433" y="109493"/>
                  <a:pt x="1946279" y="107886"/>
                  <a:pt x="1947465" y="105764"/>
                </a:cubicBezTo>
                <a:cubicBezTo>
                  <a:pt x="1948651" y="103643"/>
                  <a:pt x="1949310" y="100593"/>
                  <a:pt x="1949442" y="96614"/>
                </a:cubicBezTo>
                <a:lnTo>
                  <a:pt x="1942720" y="96614"/>
                </a:lnTo>
                <a:close/>
                <a:moveTo>
                  <a:pt x="2014731" y="13708"/>
                </a:moveTo>
                <a:lnTo>
                  <a:pt x="2014731" y="0"/>
                </a:lnTo>
                <a:lnTo>
                  <a:pt x="2026594" y="0"/>
                </a:lnTo>
                <a:lnTo>
                  <a:pt x="2026594" y="13708"/>
                </a:lnTo>
                <a:lnTo>
                  <a:pt x="2014731" y="13708"/>
                </a:lnTo>
                <a:moveTo>
                  <a:pt x="2014731" y="96614"/>
                </a:moveTo>
                <a:lnTo>
                  <a:pt x="2014731" y="26625"/>
                </a:lnTo>
                <a:lnTo>
                  <a:pt x="2026594" y="26625"/>
                </a:lnTo>
                <a:lnTo>
                  <a:pt x="2026594" y="96614"/>
                </a:lnTo>
                <a:lnTo>
                  <a:pt x="2014731" y="96614"/>
                </a:lnTo>
                <a:close/>
                <a:moveTo>
                  <a:pt x="2070529" y="86136"/>
                </a:moveTo>
                <a:lnTo>
                  <a:pt x="2072242" y="96614"/>
                </a:lnTo>
                <a:cubicBezTo>
                  <a:pt x="2068903" y="97229"/>
                  <a:pt x="2065915" y="97537"/>
                  <a:pt x="2063279" y="97537"/>
                </a:cubicBezTo>
                <a:cubicBezTo>
                  <a:pt x="2058974" y="97537"/>
                  <a:pt x="2055634" y="96856"/>
                  <a:pt x="2053262" y="95494"/>
                </a:cubicBezTo>
                <a:cubicBezTo>
                  <a:pt x="2050889" y="94132"/>
                  <a:pt x="2049220" y="92341"/>
                  <a:pt x="2048253" y="90123"/>
                </a:cubicBezTo>
                <a:cubicBezTo>
                  <a:pt x="2047287" y="87904"/>
                  <a:pt x="2046803" y="83236"/>
                  <a:pt x="2046803" y="76118"/>
                </a:cubicBezTo>
                <a:lnTo>
                  <a:pt x="2046803" y="35851"/>
                </a:lnTo>
                <a:lnTo>
                  <a:pt x="2038104" y="35851"/>
                </a:lnTo>
                <a:lnTo>
                  <a:pt x="2038104" y="26625"/>
                </a:lnTo>
                <a:lnTo>
                  <a:pt x="2046803" y="26625"/>
                </a:lnTo>
                <a:lnTo>
                  <a:pt x="2046803" y="9245"/>
                </a:lnTo>
                <a:lnTo>
                  <a:pt x="2058600" y="2109"/>
                </a:lnTo>
                <a:lnTo>
                  <a:pt x="2058600" y="26625"/>
                </a:lnTo>
                <a:lnTo>
                  <a:pt x="2070529" y="26625"/>
                </a:lnTo>
                <a:lnTo>
                  <a:pt x="2070529" y="35851"/>
                </a:lnTo>
                <a:lnTo>
                  <a:pt x="2058600" y="35851"/>
                </a:lnTo>
                <a:lnTo>
                  <a:pt x="2058600" y="76777"/>
                </a:lnTo>
                <a:cubicBezTo>
                  <a:pt x="2058600" y="80160"/>
                  <a:pt x="2058809" y="82335"/>
                  <a:pt x="2059226" y="83302"/>
                </a:cubicBezTo>
                <a:cubicBezTo>
                  <a:pt x="2059644" y="84268"/>
                  <a:pt x="2060325" y="85037"/>
                  <a:pt x="2061269" y="85608"/>
                </a:cubicBezTo>
                <a:cubicBezTo>
                  <a:pt x="2062214" y="86179"/>
                  <a:pt x="2063565" y="86465"/>
                  <a:pt x="2065322" y="86465"/>
                </a:cubicBezTo>
                <a:cubicBezTo>
                  <a:pt x="2066640" y="86465"/>
                  <a:pt x="2068376" y="86355"/>
                  <a:pt x="2070529" y="86136"/>
                </a:cubicBezTo>
                <a:close/>
                <a:moveTo>
                  <a:pt x="2165079" y="96614"/>
                </a:moveTo>
                <a:lnTo>
                  <a:pt x="2165079" y="87783"/>
                </a:lnTo>
                <a:cubicBezTo>
                  <a:pt x="2160642" y="94725"/>
                  <a:pt x="2154117" y="98196"/>
                  <a:pt x="2145506" y="98196"/>
                </a:cubicBezTo>
                <a:cubicBezTo>
                  <a:pt x="2139926" y="98196"/>
                  <a:pt x="2134797" y="96658"/>
                  <a:pt x="2130118" y="93583"/>
                </a:cubicBezTo>
                <a:cubicBezTo>
                  <a:pt x="2125439" y="90507"/>
                  <a:pt x="2121814" y="86212"/>
                  <a:pt x="2119244" y="80699"/>
                </a:cubicBezTo>
                <a:cubicBezTo>
                  <a:pt x="2116673" y="75185"/>
                  <a:pt x="2115388" y="68847"/>
                  <a:pt x="2115388" y="61685"/>
                </a:cubicBezTo>
                <a:cubicBezTo>
                  <a:pt x="2115388" y="54700"/>
                  <a:pt x="2116553" y="48362"/>
                  <a:pt x="2118881" y="42672"/>
                </a:cubicBezTo>
                <a:cubicBezTo>
                  <a:pt x="2121210" y="36983"/>
                  <a:pt x="2124703" y="32622"/>
                  <a:pt x="2129360" y="29591"/>
                </a:cubicBezTo>
                <a:cubicBezTo>
                  <a:pt x="2134017" y="26559"/>
                  <a:pt x="2139223" y="25043"/>
                  <a:pt x="2144979" y="25043"/>
                </a:cubicBezTo>
                <a:cubicBezTo>
                  <a:pt x="2149197" y="25043"/>
                  <a:pt x="2152953" y="25933"/>
                  <a:pt x="2156248" y="27712"/>
                </a:cubicBezTo>
                <a:cubicBezTo>
                  <a:pt x="2159543" y="29492"/>
                  <a:pt x="2162224" y="31809"/>
                  <a:pt x="2164288" y="34665"/>
                </a:cubicBezTo>
                <a:lnTo>
                  <a:pt x="2164288" y="0"/>
                </a:lnTo>
                <a:lnTo>
                  <a:pt x="2176085" y="0"/>
                </a:lnTo>
                <a:lnTo>
                  <a:pt x="2176085" y="96614"/>
                </a:lnTo>
                <a:lnTo>
                  <a:pt x="2165079" y="96614"/>
                </a:lnTo>
                <a:moveTo>
                  <a:pt x="2127580" y="61652"/>
                </a:moveTo>
                <a:cubicBezTo>
                  <a:pt x="2127580" y="70582"/>
                  <a:pt x="2129470" y="77258"/>
                  <a:pt x="2133248" y="81679"/>
                </a:cubicBezTo>
                <a:cubicBezTo>
                  <a:pt x="2137027" y="86100"/>
                  <a:pt x="2141486" y="88310"/>
                  <a:pt x="2146626" y="88310"/>
                </a:cubicBezTo>
                <a:cubicBezTo>
                  <a:pt x="2151811" y="88310"/>
                  <a:pt x="2156215" y="86199"/>
                  <a:pt x="2159840" y="81975"/>
                </a:cubicBezTo>
                <a:cubicBezTo>
                  <a:pt x="2163465" y="77751"/>
                  <a:pt x="2165277" y="71305"/>
                  <a:pt x="2165277" y="62637"/>
                </a:cubicBezTo>
                <a:cubicBezTo>
                  <a:pt x="2165277" y="53095"/>
                  <a:pt x="2163432" y="46091"/>
                  <a:pt x="2159741" y="41626"/>
                </a:cubicBezTo>
                <a:cubicBezTo>
                  <a:pt x="2156051" y="37161"/>
                  <a:pt x="2151503" y="34929"/>
                  <a:pt x="2146099" y="34929"/>
                </a:cubicBezTo>
                <a:cubicBezTo>
                  <a:pt x="2140827" y="34929"/>
                  <a:pt x="2136422" y="37074"/>
                  <a:pt x="2132886" y="41365"/>
                </a:cubicBezTo>
                <a:cubicBezTo>
                  <a:pt x="2129349" y="45654"/>
                  <a:pt x="2127580" y="52416"/>
                  <a:pt x="2127580" y="61652"/>
                </a:cubicBezTo>
                <a:close/>
                <a:moveTo>
                  <a:pt x="2190300" y="61620"/>
                </a:moveTo>
                <a:cubicBezTo>
                  <a:pt x="2190300" y="48659"/>
                  <a:pt x="2193903" y="39059"/>
                  <a:pt x="2201108" y="32820"/>
                </a:cubicBezTo>
                <a:cubicBezTo>
                  <a:pt x="2207127" y="27635"/>
                  <a:pt x="2214464" y="25043"/>
                  <a:pt x="2223120" y="25043"/>
                </a:cubicBezTo>
                <a:cubicBezTo>
                  <a:pt x="2232742" y="25043"/>
                  <a:pt x="2240606" y="28196"/>
                  <a:pt x="2246713" y="34500"/>
                </a:cubicBezTo>
                <a:cubicBezTo>
                  <a:pt x="2252820" y="40805"/>
                  <a:pt x="2255874" y="49515"/>
                  <a:pt x="2255874" y="60631"/>
                </a:cubicBezTo>
                <a:cubicBezTo>
                  <a:pt x="2255874" y="69638"/>
                  <a:pt x="2254523" y="76722"/>
                  <a:pt x="2251821" y="81885"/>
                </a:cubicBezTo>
                <a:cubicBezTo>
                  <a:pt x="2249118" y="87047"/>
                  <a:pt x="2245186" y="91056"/>
                  <a:pt x="2240024" y="93912"/>
                </a:cubicBezTo>
                <a:cubicBezTo>
                  <a:pt x="2234861" y="96768"/>
                  <a:pt x="2229227" y="98196"/>
                  <a:pt x="2223120" y="98196"/>
                </a:cubicBezTo>
                <a:cubicBezTo>
                  <a:pt x="2213322" y="98196"/>
                  <a:pt x="2205403" y="95054"/>
                  <a:pt x="2199362" y="88772"/>
                </a:cubicBezTo>
                <a:cubicBezTo>
                  <a:pt x="2193320" y="82489"/>
                  <a:pt x="2190300" y="73438"/>
                  <a:pt x="2190300" y="61620"/>
                </a:cubicBezTo>
                <a:moveTo>
                  <a:pt x="2202492" y="61587"/>
                </a:moveTo>
                <a:cubicBezTo>
                  <a:pt x="2202492" y="70516"/>
                  <a:pt x="2204447" y="77203"/>
                  <a:pt x="2208357" y="81646"/>
                </a:cubicBezTo>
                <a:cubicBezTo>
                  <a:pt x="2212268" y="86089"/>
                  <a:pt x="2217188" y="88310"/>
                  <a:pt x="2223120" y="88310"/>
                </a:cubicBezTo>
                <a:cubicBezTo>
                  <a:pt x="2229007" y="88310"/>
                  <a:pt x="2233906" y="86078"/>
                  <a:pt x="2237816" y="81613"/>
                </a:cubicBezTo>
                <a:cubicBezTo>
                  <a:pt x="2241726" y="77148"/>
                  <a:pt x="2243681" y="70341"/>
                  <a:pt x="2243681" y="61193"/>
                </a:cubicBezTo>
                <a:cubicBezTo>
                  <a:pt x="2243681" y="52570"/>
                  <a:pt x="2241715" y="46036"/>
                  <a:pt x="2237783" y="41593"/>
                </a:cubicBezTo>
                <a:cubicBezTo>
                  <a:pt x="2233851" y="37150"/>
                  <a:pt x="2228963" y="34929"/>
                  <a:pt x="2223120" y="34929"/>
                </a:cubicBezTo>
                <a:cubicBezTo>
                  <a:pt x="2217188" y="34929"/>
                  <a:pt x="2212268" y="37139"/>
                  <a:pt x="2208357" y="41560"/>
                </a:cubicBezTo>
                <a:cubicBezTo>
                  <a:pt x="2204447" y="45981"/>
                  <a:pt x="2202492" y="52657"/>
                  <a:pt x="2202492" y="61587"/>
                </a:cubicBezTo>
                <a:close/>
                <a:moveTo>
                  <a:pt x="2317670" y="74075"/>
                </a:moveTo>
                <a:lnTo>
                  <a:pt x="2329928" y="75591"/>
                </a:lnTo>
                <a:cubicBezTo>
                  <a:pt x="2327995" y="82753"/>
                  <a:pt x="2324414" y="88310"/>
                  <a:pt x="2319186" y="92265"/>
                </a:cubicBezTo>
                <a:cubicBezTo>
                  <a:pt x="2313957" y="96219"/>
                  <a:pt x="2307279" y="98196"/>
                  <a:pt x="2299151" y="98196"/>
                </a:cubicBezTo>
                <a:cubicBezTo>
                  <a:pt x="2288914" y="98196"/>
                  <a:pt x="2280797" y="95043"/>
                  <a:pt x="2274800" y="88739"/>
                </a:cubicBezTo>
                <a:cubicBezTo>
                  <a:pt x="2268803" y="82434"/>
                  <a:pt x="2265804" y="73592"/>
                  <a:pt x="2265804" y="62213"/>
                </a:cubicBezTo>
                <a:cubicBezTo>
                  <a:pt x="2265804" y="50438"/>
                  <a:pt x="2268836" y="41299"/>
                  <a:pt x="2274899" y="34797"/>
                </a:cubicBezTo>
                <a:cubicBezTo>
                  <a:pt x="2280962" y="28294"/>
                  <a:pt x="2288826" y="25043"/>
                  <a:pt x="2298492" y="25043"/>
                </a:cubicBezTo>
                <a:cubicBezTo>
                  <a:pt x="2307850" y="25043"/>
                  <a:pt x="2315495" y="28224"/>
                  <a:pt x="2321426" y="34585"/>
                </a:cubicBezTo>
                <a:cubicBezTo>
                  <a:pt x="2327358" y="40944"/>
                  <a:pt x="2330323" y="49892"/>
                  <a:pt x="2330323" y="61428"/>
                </a:cubicBezTo>
                <a:cubicBezTo>
                  <a:pt x="2330323" y="62130"/>
                  <a:pt x="2330301" y="63182"/>
                  <a:pt x="2330257" y="64585"/>
                </a:cubicBezTo>
                <a:lnTo>
                  <a:pt x="2278062" y="64585"/>
                </a:lnTo>
                <a:cubicBezTo>
                  <a:pt x="2278501" y="72252"/>
                  <a:pt x="2280676" y="78123"/>
                  <a:pt x="2284586" y="82198"/>
                </a:cubicBezTo>
                <a:cubicBezTo>
                  <a:pt x="2288497" y="86273"/>
                  <a:pt x="2293374" y="88310"/>
                  <a:pt x="2299217" y="88310"/>
                </a:cubicBezTo>
                <a:cubicBezTo>
                  <a:pt x="2303567" y="88310"/>
                  <a:pt x="2307279" y="87179"/>
                  <a:pt x="2310355" y="84916"/>
                </a:cubicBezTo>
                <a:cubicBezTo>
                  <a:pt x="2313430" y="82652"/>
                  <a:pt x="2315868" y="79039"/>
                  <a:pt x="2317670" y="74075"/>
                </a:cubicBezTo>
                <a:moveTo>
                  <a:pt x="2278721" y="54700"/>
                </a:moveTo>
                <a:lnTo>
                  <a:pt x="2317802" y="54700"/>
                </a:lnTo>
                <a:cubicBezTo>
                  <a:pt x="2317274" y="48908"/>
                  <a:pt x="2315781" y="44565"/>
                  <a:pt x="2313320" y="41669"/>
                </a:cubicBezTo>
                <a:cubicBezTo>
                  <a:pt x="2309542" y="37176"/>
                  <a:pt x="2304643" y="34929"/>
                  <a:pt x="2298624" y="34929"/>
                </a:cubicBezTo>
                <a:cubicBezTo>
                  <a:pt x="2293176" y="34929"/>
                  <a:pt x="2288596" y="36723"/>
                  <a:pt x="2284883" y="40310"/>
                </a:cubicBezTo>
                <a:cubicBezTo>
                  <a:pt x="2281170" y="43896"/>
                  <a:pt x="2279116" y="48693"/>
                  <a:pt x="2278721" y="54700"/>
                </a:cubicBezTo>
                <a:close/>
                <a:moveTo>
                  <a:pt x="2340057" y="75657"/>
                </a:moveTo>
                <a:lnTo>
                  <a:pt x="2351787" y="73812"/>
                </a:lnTo>
                <a:cubicBezTo>
                  <a:pt x="2352446" y="78492"/>
                  <a:pt x="2354281" y="82079"/>
                  <a:pt x="2357290" y="84572"/>
                </a:cubicBezTo>
                <a:cubicBezTo>
                  <a:pt x="2360300" y="87064"/>
                  <a:pt x="2364507" y="88310"/>
                  <a:pt x="2369911" y="88310"/>
                </a:cubicBezTo>
                <a:cubicBezTo>
                  <a:pt x="2375359" y="88310"/>
                  <a:pt x="2379401" y="87210"/>
                  <a:pt x="2382037" y="85009"/>
                </a:cubicBezTo>
                <a:cubicBezTo>
                  <a:pt x="2384673" y="82807"/>
                  <a:pt x="2385991" y="80224"/>
                  <a:pt x="2385991" y="77261"/>
                </a:cubicBezTo>
                <a:cubicBezTo>
                  <a:pt x="2385991" y="74602"/>
                  <a:pt x="2384827" y="72509"/>
                  <a:pt x="2382498" y="70984"/>
                </a:cubicBezTo>
                <a:cubicBezTo>
                  <a:pt x="2380873" y="69938"/>
                  <a:pt x="2376831" y="68608"/>
                  <a:pt x="2370372" y="66995"/>
                </a:cubicBezTo>
                <a:cubicBezTo>
                  <a:pt x="2361673" y="64797"/>
                  <a:pt x="2355643" y="62895"/>
                  <a:pt x="2352282" y="61290"/>
                </a:cubicBezTo>
                <a:cubicBezTo>
                  <a:pt x="2348920" y="59685"/>
                  <a:pt x="2346372" y="57464"/>
                  <a:pt x="2344637" y="54628"/>
                </a:cubicBezTo>
                <a:cubicBezTo>
                  <a:pt x="2342901" y="51791"/>
                  <a:pt x="2342034" y="48658"/>
                  <a:pt x="2342034" y="45228"/>
                </a:cubicBezTo>
                <a:cubicBezTo>
                  <a:pt x="2342034" y="42106"/>
                  <a:pt x="2342748" y="39214"/>
                  <a:pt x="2344175" y="36554"/>
                </a:cubicBezTo>
                <a:cubicBezTo>
                  <a:pt x="2345603" y="33893"/>
                  <a:pt x="2347548" y="31683"/>
                  <a:pt x="2350008" y="29924"/>
                </a:cubicBezTo>
                <a:cubicBezTo>
                  <a:pt x="2351853" y="28561"/>
                  <a:pt x="2354369" y="27407"/>
                  <a:pt x="2357554" y="26462"/>
                </a:cubicBezTo>
                <a:cubicBezTo>
                  <a:pt x="2360739" y="25516"/>
                  <a:pt x="2364155" y="25043"/>
                  <a:pt x="2367802" y="25043"/>
                </a:cubicBezTo>
                <a:cubicBezTo>
                  <a:pt x="2373294" y="25043"/>
                  <a:pt x="2378116" y="25840"/>
                  <a:pt x="2382268" y="27432"/>
                </a:cubicBezTo>
                <a:cubicBezTo>
                  <a:pt x="2386419" y="29024"/>
                  <a:pt x="2389484" y="31180"/>
                  <a:pt x="2391461" y="33901"/>
                </a:cubicBezTo>
                <a:cubicBezTo>
                  <a:pt x="2393438" y="36621"/>
                  <a:pt x="2394800" y="40259"/>
                  <a:pt x="2395547" y="44814"/>
                </a:cubicBezTo>
                <a:lnTo>
                  <a:pt x="2383948" y="46396"/>
                </a:lnTo>
                <a:cubicBezTo>
                  <a:pt x="2383421" y="42793"/>
                  <a:pt x="2381894" y="39981"/>
                  <a:pt x="2379368" y="37960"/>
                </a:cubicBezTo>
                <a:cubicBezTo>
                  <a:pt x="2376842" y="35939"/>
                  <a:pt x="2373272" y="34929"/>
                  <a:pt x="2368659" y="34929"/>
                </a:cubicBezTo>
                <a:cubicBezTo>
                  <a:pt x="2363211" y="34929"/>
                  <a:pt x="2359322" y="35825"/>
                  <a:pt x="2356994" y="37618"/>
                </a:cubicBezTo>
                <a:cubicBezTo>
                  <a:pt x="2354665" y="39410"/>
                  <a:pt x="2353501" y="41509"/>
                  <a:pt x="2353501" y="43914"/>
                </a:cubicBezTo>
                <a:cubicBezTo>
                  <a:pt x="2353501" y="45444"/>
                  <a:pt x="2353984" y="46821"/>
                  <a:pt x="2354951" y="48046"/>
                </a:cubicBezTo>
                <a:cubicBezTo>
                  <a:pt x="2355917" y="49313"/>
                  <a:pt x="2357433" y="50362"/>
                  <a:pt x="2359498" y="51192"/>
                </a:cubicBezTo>
                <a:cubicBezTo>
                  <a:pt x="2360684" y="51630"/>
                  <a:pt x="2364177" y="52636"/>
                  <a:pt x="2369977" y="54210"/>
                </a:cubicBezTo>
                <a:cubicBezTo>
                  <a:pt x="2378368" y="56449"/>
                  <a:pt x="2384223" y="58282"/>
                  <a:pt x="2387540" y="59708"/>
                </a:cubicBezTo>
                <a:cubicBezTo>
                  <a:pt x="2390857" y="61135"/>
                  <a:pt x="2393460" y="63209"/>
                  <a:pt x="2395349" y="65932"/>
                </a:cubicBezTo>
                <a:cubicBezTo>
                  <a:pt x="2397239" y="68653"/>
                  <a:pt x="2398183" y="72033"/>
                  <a:pt x="2398183" y="76071"/>
                </a:cubicBezTo>
                <a:cubicBezTo>
                  <a:pt x="2398183" y="80022"/>
                  <a:pt x="2397030" y="83743"/>
                  <a:pt x="2394723" y="87233"/>
                </a:cubicBezTo>
                <a:cubicBezTo>
                  <a:pt x="2392417" y="90722"/>
                  <a:pt x="2389089" y="93421"/>
                  <a:pt x="2384739" y="95331"/>
                </a:cubicBezTo>
                <a:cubicBezTo>
                  <a:pt x="2380389" y="97241"/>
                  <a:pt x="2375469" y="98196"/>
                  <a:pt x="2369977" y="98196"/>
                </a:cubicBezTo>
                <a:cubicBezTo>
                  <a:pt x="2360882" y="98196"/>
                  <a:pt x="2353951" y="96301"/>
                  <a:pt x="2349184" y="92512"/>
                </a:cubicBezTo>
                <a:cubicBezTo>
                  <a:pt x="2344417" y="88722"/>
                  <a:pt x="2341375" y="83104"/>
                  <a:pt x="2340057" y="75657"/>
                </a:cubicBezTo>
                <a:close/>
                <a:moveTo>
                  <a:pt x="2449808" y="96614"/>
                </a:moveTo>
                <a:lnTo>
                  <a:pt x="2449808" y="26625"/>
                </a:lnTo>
                <a:lnTo>
                  <a:pt x="2460485" y="26625"/>
                </a:lnTo>
                <a:lnTo>
                  <a:pt x="2460485" y="36510"/>
                </a:lnTo>
                <a:cubicBezTo>
                  <a:pt x="2465625" y="28866"/>
                  <a:pt x="2473050" y="25043"/>
                  <a:pt x="2482760" y="25043"/>
                </a:cubicBezTo>
                <a:cubicBezTo>
                  <a:pt x="2486978" y="25043"/>
                  <a:pt x="2490855" y="25801"/>
                  <a:pt x="2494392" y="27317"/>
                </a:cubicBezTo>
                <a:cubicBezTo>
                  <a:pt x="2497929" y="28833"/>
                  <a:pt x="2500576" y="30821"/>
                  <a:pt x="2502333" y="33281"/>
                </a:cubicBezTo>
                <a:cubicBezTo>
                  <a:pt x="2504091" y="35742"/>
                  <a:pt x="2505321" y="38663"/>
                  <a:pt x="2506024" y="42046"/>
                </a:cubicBezTo>
                <a:cubicBezTo>
                  <a:pt x="2506463" y="44243"/>
                  <a:pt x="2506683" y="48087"/>
                  <a:pt x="2506683" y="53579"/>
                </a:cubicBezTo>
                <a:lnTo>
                  <a:pt x="2506683" y="96614"/>
                </a:lnTo>
                <a:lnTo>
                  <a:pt x="2494820" y="96614"/>
                </a:lnTo>
                <a:lnTo>
                  <a:pt x="2494820" y="53995"/>
                </a:lnTo>
                <a:cubicBezTo>
                  <a:pt x="2494820" y="49157"/>
                  <a:pt x="2494359" y="45539"/>
                  <a:pt x="2493436" y="43142"/>
                </a:cubicBezTo>
                <a:cubicBezTo>
                  <a:pt x="2492514" y="40745"/>
                  <a:pt x="2490877" y="38831"/>
                  <a:pt x="2488527" y="37402"/>
                </a:cubicBezTo>
                <a:cubicBezTo>
                  <a:pt x="2486176" y="35973"/>
                  <a:pt x="2483419" y="35258"/>
                  <a:pt x="2480256" y="35258"/>
                </a:cubicBezTo>
                <a:cubicBezTo>
                  <a:pt x="2475203" y="35258"/>
                  <a:pt x="2470843" y="36864"/>
                  <a:pt x="2467174" y="40075"/>
                </a:cubicBezTo>
                <a:cubicBezTo>
                  <a:pt x="2463505" y="43285"/>
                  <a:pt x="2461671" y="49377"/>
                  <a:pt x="2461671" y="58349"/>
                </a:cubicBezTo>
                <a:lnTo>
                  <a:pt x="2461671" y="96614"/>
                </a:lnTo>
                <a:lnTo>
                  <a:pt x="2449808" y="96614"/>
                </a:lnTo>
                <a:close/>
                <a:moveTo>
                  <a:pt x="2520436" y="61620"/>
                </a:moveTo>
                <a:cubicBezTo>
                  <a:pt x="2520436" y="48659"/>
                  <a:pt x="2524038" y="39059"/>
                  <a:pt x="2531244" y="32820"/>
                </a:cubicBezTo>
                <a:cubicBezTo>
                  <a:pt x="2537263" y="27635"/>
                  <a:pt x="2544600" y="25043"/>
                  <a:pt x="2553255" y="25043"/>
                </a:cubicBezTo>
                <a:cubicBezTo>
                  <a:pt x="2562877" y="25043"/>
                  <a:pt x="2570742" y="28196"/>
                  <a:pt x="2576849" y="34500"/>
                </a:cubicBezTo>
                <a:cubicBezTo>
                  <a:pt x="2582956" y="40805"/>
                  <a:pt x="2586009" y="49515"/>
                  <a:pt x="2586009" y="60631"/>
                </a:cubicBezTo>
                <a:cubicBezTo>
                  <a:pt x="2586009" y="69638"/>
                  <a:pt x="2584658" y="76722"/>
                  <a:pt x="2581956" y="81885"/>
                </a:cubicBezTo>
                <a:cubicBezTo>
                  <a:pt x="2579254" y="87047"/>
                  <a:pt x="2575322" y="91056"/>
                  <a:pt x="2570160" y="93912"/>
                </a:cubicBezTo>
                <a:cubicBezTo>
                  <a:pt x="2564997" y="96768"/>
                  <a:pt x="2559363" y="98196"/>
                  <a:pt x="2553255" y="98196"/>
                </a:cubicBezTo>
                <a:cubicBezTo>
                  <a:pt x="2543458" y="98196"/>
                  <a:pt x="2535539" y="95054"/>
                  <a:pt x="2529497" y="88772"/>
                </a:cubicBezTo>
                <a:cubicBezTo>
                  <a:pt x="2523456" y="82489"/>
                  <a:pt x="2520436" y="73438"/>
                  <a:pt x="2520436" y="61620"/>
                </a:cubicBezTo>
                <a:moveTo>
                  <a:pt x="2532628" y="61587"/>
                </a:moveTo>
                <a:cubicBezTo>
                  <a:pt x="2532628" y="70516"/>
                  <a:pt x="2534583" y="77203"/>
                  <a:pt x="2538493" y="81646"/>
                </a:cubicBezTo>
                <a:cubicBezTo>
                  <a:pt x="2542403" y="86089"/>
                  <a:pt x="2547324" y="88310"/>
                  <a:pt x="2553255" y="88310"/>
                </a:cubicBezTo>
                <a:cubicBezTo>
                  <a:pt x="2559143" y="88310"/>
                  <a:pt x="2564042" y="86078"/>
                  <a:pt x="2567952" y="81613"/>
                </a:cubicBezTo>
                <a:cubicBezTo>
                  <a:pt x="2571862" y="77148"/>
                  <a:pt x="2573817" y="70341"/>
                  <a:pt x="2573817" y="61193"/>
                </a:cubicBezTo>
                <a:cubicBezTo>
                  <a:pt x="2573817" y="52570"/>
                  <a:pt x="2571851" y="46036"/>
                  <a:pt x="2567919" y="41593"/>
                </a:cubicBezTo>
                <a:cubicBezTo>
                  <a:pt x="2563987" y="37150"/>
                  <a:pt x="2559099" y="34929"/>
                  <a:pt x="2553255" y="34929"/>
                </a:cubicBezTo>
                <a:cubicBezTo>
                  <a:pt x="2547324" y="34929"/>
                  <a:pt x="2542403" y="37139"/>
                  <a:pt x="2538493" y="41560"/>
                </a:cubicBezTo>
                <a:cubicBezTo>
                  <a:pt x="2534583" y="45981"/>
                  <a:pt x="2532628" y="52657"/>
                  <a:pt x="2532628" y="61587"/>
                </a:cubicBezTo>
                <a:close/>
                <a:moveTo>
                  <a:pt x="2625795" y="86136"/>
                </a:moveTo>
                <a:lnTo>
                  <a:pt x="2627508" y="96614"/>
                </a:lnTo>
                <a:cubicBezTo>
                  <a:pt x="2624169" y="97229"/>
                  <a:pt x="2621181" y="97537"/>
                  <a:pt x="2618545" y="97537"/>
                </a:cubicBezTo>
                <a:cubicBezTo>
                  <a:pt x="2614240" y="97537"/>
                  <a:pt x="2610900" y="96856"/>
                  <a:pt x="2608528" y="95494"/>
                </a:cubicBezTo>
                <a:cubicBezTo>
                  <a:pt x="2606155" y="94132"/>
                  <a:pt x="2604486" y="92341"/>
                  <a:pt x="2603519" y="90123"/>
                </a:cubicBezTo>
                <a:cubicBezTo>
                  <a:pt x="2602553" y="87904"/>
                  <a:pt x="2602069" y="83236"/>
                  <a:pt x="2602069" y="76118"/>
                </a:cubicBezTo>
                <a:lnTo>
                  <a:pt x="2602069" y="35851"/>
                </a:lnTo>
                <a:lnTo>
                  <a:pt x="2593370" y="35851"/>
                </a:lnTo>
                <a:lnTo>
                  <a:pt x="2593370" y="26625"/>
                </a:lnTo>
                <a:lnTo>
                  <a:pt x="2602069" y="26625"/>
                </a:lnTo>
                <a:lnTo>
                  <a:pt x="2602069" y="9245"/>
                </a:lnTo>
                <a:lnTo>
                  <a:pt x="2613866" y="2109"/>
                </a:lnTo>
                <a:lnTo>
                  <a:pt x="2613866" y="26625"/>
                </a:lnTo>
                <a:lnTo>
                  <a:pt x="2625795" y="26625"/>
                </a:lnTo>
                <a:lnTo>
                  <a:pt x="2625795" y="35851"/>
                </a:lnTo>
                <a:lnTo>
                  <a:pt x="2613866" y="35851"/>
                </a:lnTo>
                <a:lnTo>
                  <a:pt x="2613866" y="76777"/>
                </a:lnTo>
                <a:cubicBezTo>
                  <a:pt x="2613866" y="80160"/>
                  <a:pt x="2614075" y="82335"/>
                  <a:pt x="2614492" y="83302"/>
                </a:cubicBezTo>
                <a:cubicBezTo>
                  <a:pt x="2614910" y="84268"/>
                  <a:pt x="2615591" y="85037"/>
                  <a:pt x="2616535" y="85608"/>
                </a:cubicBezTo>
                <a:cubicBezTo>
                  <a:pt x="2617480" y="86179"/>
                  <a:pt x="2618831" y="86465"/>
                  <a:pt x="2620588" y="86465"/>
                </a:cubicBezTo>
                <a:cubicBezTo>
                  <a:pt x="2621906" y="86465"/>
                  <a:pt x="2623642" y="86355"/>
                  <a:pt x="2625795" y="8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violateanyAmericanconstitutionalrights.">
            <a:extLst xmlns:a="http://schemas.openxmlformats.org/drawingml/2006/main">
              <a:ext uri="{FF2B5EF4-FFF2-40B4-BE49-F238E27FC236}">
                <a16:creationId xmlns:a16="http://schemas.microsoft.com/office/drawing/2014/main" id="{86A0F977-6B79-41B2-B7DD-78B49D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526" y="7400110"/>
            <a:ext cx="2462071" cy="125084"/>
          </a:xfrm>
          <a:custGeom xmlns:a="http://schemas.openxmlformats.org/drawingml/2006/main">
            <a:pathLst>
              <a:path w="2462071" h="125084">
                <a:moveTo>
                  <a:pt x="26625" y="96614"/>
                </a:moveTo>
                <a:lnTo>
                  <a:pt x="0" y="26625"/>
                </a:lnTo>
                <a:lnTo>
                  <a:pt x="12522" y="26625"/>
                </a:lnTo>
                <a:lnTo>
                  <a:pt x="27548" y="68539"/>
                </a:lnTo>
                <a:cubicBezTo>
                  <a:pt x="29173" y="73065"/>
                  <a:pt x="30667" y="77766"/>
                  <a:pt x="32029" y="82643"/>
                </a:cubicBezTo>
                <a:cubicBezTo>
                  <a:pt x="33083" y="78952"/>
                  <a:pt x="34555" y="74515"/>
                  <a:pt x="36445" y="69330"/>
                </a:cubicBezTo>
                <a:lnTo>
                  <a:pt x="51998" y="26625"/>
                </a:lnTo>
                <a:lnTo>
                  <a:pt x="64190" y="26625"/>
                </a:lnTo>
                <a:lnTo>
                  <a:pt x="37697" y="96614"/>
                </a:lnTo>
                <a:lnTo>
                  <a:pt x="26625" y="96614"/>
                </a:lnTo>
                <a:close/>
                <a:moveTo>
                  <a:pt x="74734" y="13708"/>
                </a:moveTo>
                <a:lnTo>
                  <a:pt x="74734" y="0"/>
                </a:lnTo>
                <a:lnTo>
                  <a:pt x="86597" y="0"/>
                </a:lnTo>
                <a:lnTo>
                  <a:pt x="86597" y="13708"/>
                </a:lnTo>
                <a:lnTo>
                  <a:pt x="74734" y="13708"/>
                </a:lnTo>
                <a:moveTo>
                  <a:pt x="74734" y="96614"/>
                </a:moveTo>
                <a:lnTo>
                  <a:pt x="74734" y="26625"/>
                </a:lnTo>
                <a:lnTo>
                  <a:pt x="86597" y="26625"/>
                </a:lnTo>
                <a:lnTo>
                  <a:pt x="86597" y="96614"/>
                </a:lnTo>
                <a:lnTo>
                  <a:pt x="74734" y="96614"/>
                </a:lnTo>
                <a:close/>
                <a:moveTo>
                  <a:pt x="100216" y="61620"/>
                </a:moveTo>
                <a:cubicBezTo>
                  <a:pt x="100216" y="48659"/>
                  <a:pt x="103819" y="39059"/>
                  <a:pt x="111024" y="32820"/>
                </a:cubicBezTo>
                <a:cubicBezTo>
                  <a:pt x="117043" y="27635"/>
                  <a:pt x="124381" y="25043"/>
                  <a:pt x="133036" y="25043"/>
                </a:cubicBezTo>
                <a:cubicBezTo>
                  <a:pt x="142658" y="25043"/>
                  <a:pt x="150522" y="28196"/>
                  <a:pt x="156629" y="34500"/>
                </a:cubicBezTo>
                <a:cubicBezTo>
                  <a:pt x="162736" y="40805"/>
                  <a:pt x="165790" y="49515"/>
                  <a:pt x="165790" y="60631"/>
                </a:cubicBezTo>
                <a:cubicBezTo>
                  <a:pt x="165790" y="69638"/>
                  <a:pt x="164439" y="76722"/>
                  <a:pt x="161737" y="81885"/>
                </a:cubicBezTo>
                <a:cubicBezTo>
                  <a:pt x="159035" y="87047"/>
                  <a:pt x="155103" y="91056"/>
                  <a:pt x="149940" y="93912"/>
                </a:cubicBezTo>
                <a:cubicBezTo>
                  <a:pt x="144778" y="96768"/>
                  <a:pt x="139143" y="98196"/>
                  <a:pt x="133036" y="98196"/>
                </a:cubicBezTo>
                <a:cubicBezTo>
                  <a:pt x="123238" y="98196"/>
                  <a:pt x="115319" y="95054"/>
                  <a:pt x="109278" y="88772"/>
                </a:cubicBezTo>
                <a:cubicBezTo>
                  <a:pt x="103237" y="82489"/>
                  <a:pt x="100216" y="73438"/>
                  <a:pt x="100216" y="61620"/>
                </a:cubicBezTo>
                <a:moveTo>
                  <a:pt x="112408" y="61587"/>
                </a:moveTo>
                <a:cubicBezTo>
                  <a:pt x="112408" y="70516"/>
                  <a:pt x="114363" y="77203"/>
                  <a:pt x="118274" y="81646"/>
                </a:cubicBezTo>
                <a:cubicBezTo>
                  <a:pt x="122184" y="86089"/>
                  <a:pt x="127105" y="88310"/>
                  <a:pt x="133036" y="88310"/>
                </a:cubicBezTo>
                <a:cubicBezTo>
                  <a:pt x="138923" y="88310"/>
                  <a:pt x="143822" y="86078"/>
                  <a:pt x="147732" y="81613"/>
                </a:cubicBezTo>
                <a:cubicBezTo>
                  <a:pt x="151643" y="77148"/>
                  <a:pt x="153598" y="70341"/>
                  <a:pt x="153598" y="61193"/>
                </a:cubicBezTo>
                <a:cubicBezTo>
                  <a:pt x="153598" y="52570"/>
                  <a:pt x="151632" y="46036"/>
                  <a:pt x="147699" y="41593"/>
                </a:cubicBezTo>
                <a:cubicBezTo>
                  <a:pt x="143767" y="37150"/>
                  <a:pt x="138879" y="34929"/>
                  <a:pt x="133036" y="34929"/>
                </a:cubicBezTo>
                <a:cubicBezTo>
                  <a:pt x="127105" y="34929"/>
                  <a:pt x="122184" y="37139"/>
                  <a:pt x="118274" y="41560"/>
                </a:cubicBezTo>
                <a:cubicBezTo>
                  <a:pt x="114363" y="45981"/>
                  <a:pt x="112408" y="52657"/>
                  <a:pt x="112408" y="61587"/>
                </a:cubicBezTo>
                <a:close/>
                <a:moveTo>
                  <a:pt x="179411" y="96614"/>
                </a:moveTo>
                <a:lnTo>
                  <a:pt x="179411" y="0"/>
                </a:lnTo>
                <a:lnTo>
                  <a:pt x="191274" y="0"/>
                </a:lnTo>
                <a:lnTo>
                  <a:pt x="191274" y="96614"/>
                </a:lnTo>
                <a:lnTo>
                  <a:pt x="179411" y="96614"/>
                </a:lnTo>
                <a:close/>
                <a:moveTo>
                  <a:pt x="255309" y="87973"/>
                </a:moveTo>
                <a:cubicBezTo>
                  <a:pt x="250916" y="91710"/>
                  <a:pt x="246687" y="94348"/>
                  <a:pt x="242623" y="95887"/>
                </a:cubicBezTo>
                <a:cubicBezTo>
                  <a:pt x="238559" y="97426"/>
                  <a:pt x="234198" y="98196"/>
                  <a:pt x="229541" y="98196"/>
                </a:cubicBezTo>
                <a:cubicBezTo>
                  <a:pt x="221852" y="98196"/>
                  <a:pt x="215943" y="96316"/>
                  <a:pt x="211813" y="92557"/>
                </a:cubicBezTo>
                <a:cubicBezTo>
                  <a:pt x="207683" y="88798"/>
                  <a:pt x="205618" y="83994"/>
                  <a:pt x="205618" y="78147"/>
                </a:cubicBezTo>
                <a:cubicBezTo>
                  <a:pt x="205618" y="74719"/>
                  <a:pt x="206398" y="71587"/>
                  <a:pt x="207958" y="68752"/>
                </a:cubicBezTo>
                <a:cubicBezTo>
                  <a:pt x="209517" y="65915"/>
                  <a:pt x="211560" y="63639"/>
                  <a:pt x="214087" y="61924"/>
                </a:cubicBezTo>
                <a:cubicBezTo>
                  <a:pt x="216613" y="60209"/>
                  <a:pt x="219458" y="58913"/>
                  <a:pt x="222621" y="58034"/>
                </a:cubicBezTo>
                <a:cubicBezTo>
                  <a:pt x="224950" y="57418"/>
                  <a:pt x="228465" y="56824"/>
                  <a:pt x="233166" y="56253"/>
                </a:cubicBezTo>
                <a:cubicBezTo>
                  <a:pt x="242744" y="55118"/>
                  <a:pt x="249795" y="53766"/>
                  <a:pt x="254321" y="52195"/>
                </a:cubicBezTo>
                <a:cubicBezTo>
                  <a:pt x="254365" y="50577"/>
                  <a:pt x="254386" y="49548"/>
                  <a:pt x="254386" y="49110"/>
                </a:cubicBezTo>
                <a:cubicBezTo>
                  <a:pt x="254386" y="44295"/>
                  <a:pt x="253266" y="40903"/>
                  <a:pt x="251025" y="38934"/>
                </a:cubicBezTo>
                <a:cubicBezTo>
                  <a:pt x="247994" y="36264"/>
                  <a:pt x="243490" y="34929"/>
                  <a:pt x="237515" y="34929"/>
                </a:cubicBezTo>
                <a:cubicBezTo>
                  <a:pt x="231935" y="34929"/>
                  <a:pt x="227817" y="35906"/>
                  <a:pt x="225158" y="37861"/>
                </a:cubicBezTo>
                <a:cubicBezTo>
                  <a:pt x="222500" y="39817"/>
                  <a:pt x="220534" y="43276"/>
                  <a:pt x="219260" y="48241"/>
                </a:cubicBezTo>
                <a:lnTo>
                  <a:pt x="207661" y="46660"/>
                </a:lnTo>
                <a:cubicBezTo>
                  <a:pt x="208716" y="41680"/>
                  <a:pt x="210451" y="37658"/>
                  <a:pt x="212867" y="34595"/>
                </a:cubicBezTo>
                <a:cubicBezTo>
                  <a:pt x="215284" y="31532"/>
                  <a:pt x="218777" y="29175"/>
                  <a:pt x="223346" y="27523"/>
                </a:cubicBezTo>
                <a:cubicBezTo>
                  <a:pt x="227915" y="25870"/>
                  <a:pt x="233210" y="25043"/>
                  <a:pt x="239229" y="25043"/>
                </a:cubicBezTo>
                <a:cubicBezTo>
                  <a:pt x="245204" y="25043"/>
                  <a:pt x="250059" y="25746"/>
                  <a:pt x="253793" y="27152"/>
                </a:cubicBezTo>
                <a:cubicBezTo>
                  <a:pt x="257528" y="28558"/>
                  <a:pt x="260274" y="30326"/>
                  <a:pt x="262031" y="32457"/>
                </a:cubicBezTo>
                <a:cubicBezTo>
                  <a:pt x="263789" y="34588"/>
                  <a:pt x="265019" y="37279"/>
                  <a:pt x="265722" y="40531"/>
                </a:cubicBezTo>
                <a:cubicBezTo>
                  <a:pt x="266117" y="42552"/>
                  <a:pt x="266315" y="46198"/>
                  <a:pt x="266315" y="51470"/>
                </a:cubicBezTo>
                <a:lnTo>
                  <a:pt x="266315" y="67287"/>
                </a:lnTo>
                <a:cubicBezTo>
                  <a:pt x="266315" y="78315"/>
                  <a:pt x="266568" y="85290"/>
                  <a:pt x="267073" y="88212"/>
                </a:cubicBezTo>
                <a:cubicBezTo>
                  <a:pt x="267578" y="91133"/>
                  <a:pt x="268578" y="93934"/>
                  <a:pt x="270071" y="96614"/>
                </a:cubicBezTo>
                <a:lnTo>
                  <a:pt x="257682" y="96614"/>
                </a:lnTo>
                <a:cubicBezTo>
                  <a:pt x="256451" y="94151"/>
                  <a:pt x="255661" y="91271"/>
                  <a:pt x="255309" y="87973"/>
                </a:cubicBezTo>
                <a:moveTo>
                  <a:pt x="254321" y="61422"/>
                </a:moveTo>
                <a:cubicBezTo>
                  <a:pt x="250015" y="63194"/>
                  <a:pt x="243556" y="64701"/>
                  <a:pt x="234945" y="65940"/>
                </a:cubicBezTo>
                <a:cubicBezTo>
                  <a:pt x="230068" y="66646"/>
                  <a:pt x="226619" y="67440"/>
                  <a:pt x="224598" y="68323"/>
                </a:cubicBezTo>
                <a:cubicBezTo>
                  <a:pt x="222577" y="69205"/>
                  <a:pt x="221017" y="70495"/>
                  <a:pt x="219919" y="72195"/>
                </a:cubicBezTo>
                <a:cubicBezTo>
                  <a:pt x="218821" y="73893"/>
                  <a:pt x="218272" y="75779"/>
                  <a:pt x="218272" y="77852"/>
                </a:cubicBezTo>
                <a:cubicBezTo>
                  <a:pt x="218272" y="81028"/>
                  <a:pt x="219469" y="83675"/>
                  <a:pt x="221863" y="85794"/>
                </a:cubicBezTo>
                <a:cubicBezTo>
                  <a:pt x="224258" y="87911"/>
                  <a:pt x="227762" y="88969"/>
                  <a:pt x="232375" y="88969"/>
                </a:cubicBezTo>
                <a:cubicBezTo>
                  <a:pt x="236944" y="88969"/>
                  <a:pt x="241008" y="87965"/>
                  <a:pt x="244567" y="85956"/>
                </a:cubicBezTo>
                <a:cubicBezTo>
                  <a:pt x="248126" y="83948"/>
                  <a:pt x="250740" y="81200"/>
                  <a:pt x="252409" y="77712"/>
                </a:cubicBezTo>
                <a:cubicBezTo>
                  <a:pt x="253684" y="75018"/>
                  <a:pt x="254321" y="71045"/>
                  <a:pt x="254321" y="65792"/>
                </a:cubicBezTo>
                <a:lnTo>
                  <a:pt x="254321" y="61422"/>
                </a:lnTo>
                <a:close/>
                <a:moveTo>
                  <a:pt x="310581" y="86136"/>
                </a:moveTo>
                <a:lnTo>
                  <a:pt x="312295" y="96614"/>
                </a:lnTo>
                <a:cubicBezTo>
                  <a:pt x="308956" y="97229"/>
                  <a:pt x="305968" y="97537"/>
                  <a:pt x="303332" y="97537"/>
                </a:cubicBezTo>
                <a:cubicBezTo>
                  <a:pt x="299026" y="97537"/>
                  <a:pt x="295687" y="96856"/>
                  <a:pt x="293315" y="95494"/>
                </a:cubicBezTo>
                <a:cubicBezTo>
                  <a:pt x="290942" y="94132"/>
                  <a:pt x="289273" y="92341"/>
                  <a:pt x="288306" y="90123"/>
                </a:cubicBezTo>
                <a:cubicBezTo>
                  <a:pt x="287339" y="87904"/>
                  <a:pt x="286856" y="83236"/>
                  <a:pt x="286856" y="76118"/>
                </a:cubicBezTo>
                <a:lnTo>
                  <a:pt x="286856" y="35851"/>
                </a:lnTo>
                <a:lnTo>
                  <a:pt x="278157" y="35851"/>
                </a:lnTo>
                <a:lnTo>
                  <a:pt x="278157" y="26625"/>
                </a:lnTo>
                <a:lnTo>
                  <a:pt x="286856" y="26625"/>
                </a:lnTo>
                <a:lnTo>
                  <a:pt x="286856" y="9245"/>
                </a:lnTo>
                <a:lnTo>
                  <a:pt x="298653" y="2109"/>
                </a:lnTo>
                <a:lnTo>
                  <a:pt x="298653" y="26625"/>
                </a:lnTo>
                <a:lnTo>
                  <a:pt x="310581" y="26625"/>
                </a:lnTo>
                <a:lnTo>
                  <a:pt x="310581" y="35851"/>
                </a:lnTo>
                <a:lnTo>
                  <a:pt x="298653" y="35851"/>
                </a:lnTo>
                <a:lnTo>
                  <a:pt x="298653" y="76777"/>
                </a:lnTo>
                <a:cubicBezTo>
                  <a:pt x="298653" y="80160"/>
                  <a:pt x="298861" y="82335"/>
                  <a:pt x="299279" y="83302"/>
                </a:cubicBezTo>
                <a:cubicBezTo>
                  <a:pt x="299696" y="84268"/>
                  <a:pt x="300377" y="85037"/>
                  <a:pt x="301322" y="85608"/>
                </a:cubicBezTo>
                <a:cubicBezTo>
                  <a:pt x="302266" y="86179"/>
                  <a:pt x="303618" y="86465"/>
                  <a:pt x="305375" y="86465"/>
                </a:cubicBezTo>
                <a:cubicBezTo>
                  <a:pt x="306693" y="86465"/>
                  <a:pt x="308428" y="86355"/>
                  <a:pt x="310581" y="86136"/>
                </a:cubicBezTo>
                <a:close/>
                <a:moveTo>
                  <a:pt x="370115" y="74075"/>
                </a:moveTo>
                <a:lnTo>
                  <a:pt x="382373" y="75591"/>
                </a:lnTo>
                <a:cubicBezTo>
                  <a:pt x="380440" y="82753"/>
                  <a:pt x="376859" y="88310"/>
                  <a:pt x="371631" y="92265"/>
                </a:cubicBezTo>
                <a:cubicBezTo>
                  <a:pt x="366402" y="96219"/>
                  <a:pt x="359724" y="98196"/>
                  <a:pt x="351596" y="98196"/>
                </a:cubicBezTo>
                <a:cubicBezTo>
                  <a:pt x="341359" y="98196"/>
                  <a:pt x="333242" y="95043"/>
                  <a:pt x="327245" y="88739"/>
                </a:cubicBezTo>
                <a:cubicBezTo>
                  <a:pt x="321248" y="82434"/>
                  <a:pt x="318249" y="73592"/>
                  <a:pt x="318249" y="62213"/>
                </a:cubicBezTo>
                <a:cubicBezTo>
                  <a:pt x="318249" y="50438"/>
                  <a:pt x="321280" y="41299"/>
                  <a:pt x="327344" y="34797"/>
                </a:cubicBezTo>
                <a:cubicBezTo>
                  <a:pt x="333407" y="28294"/>
                  <a:pt x="341271" y="25043"/>
                  <a:pt x="350937" y="25043"/>
                </a:cubicBezTo>
                <a:cubicBezTo>
                  <a:pt x="360295" y="25043"/>
                  <a:pt x="367940" y="28224"/>
                  <a:pt x="373871" y="34585"/>
                </a:cubicBezTo>
                <a:cubicBezTo>
                  <a:pt x="379803" y="40944"/>
                  <a:pt x="382768" y="49892"/>
                  <a:pt x="382768" y="61428"/>
                </a:cubicBezTo>
                <a:cubicBezTo>
                  <a:pt x="382768" y="62130"/>
                  <a:pt x="382746" y="63182"/>
                  <a:pt x="382702" y="64585"/>
                </a:cubicBezTo>
                <a:lnTo>
                  <a:pt x="330507" y="64585"/>
                </a:lnTo>
                <a:cubicBezTo>
                  <a:pt x="330946" y="72252"/>
                  <a:pt x="333121" y="78123"/>
                  <a:pt x="337031" y="82198"/>
                </a:cubicBezTo>
                <a:cubicBezTo>
                  <a:pt x="340942" y="86273"/>
                  <a:pt x="345818" y="88310"/>
                  <a:pt x="351662" y="88310"/>
                </a:cubicBezTo>
                <a:cubicBezTo>
                  <a:pt x="356012" y="88310"/>
                  <a:pt x="359724" y="87179"/>
                  <a:pt x="362800" y="84916"/>
                </a:cubicBezTo>
                <a:cubicBezTo>
                  <a:pt x="365875" y="82652"/>
                  <a:pt x="368313" y="79039"/>
                  <a:pt x="370115" y="74075"/>
                </a:cubicBezTo>
                <a:moveTo>
                  <a:pt x="331166" y="54700"/>
                </a:moveTo>
                <a:lnTo>
                  <a:pt x="370247" y="54700"/>
                </a:lnTo>
                <a:cubicBezTo>
                  <a:pt x="369719" y="48908"/>
                  <a:pt x="368226" y="44565"/>
                  <a:pt x="365765" y="41669"/>
                </a:cubicBezTo>
                <a:cubicBezTo>
                  <a:pt x="361987" y="37176"/>
                  <a:pt x="357088" y="34929"/>
                  <a:pt x="351069" y="34929"/>
                </a:cubicBezTo>
                <a:cubicBezTo>
                  <a:pt x="345621" y="34929"/>
                  <a:pt x="341040" y="36723"/>
                  <a:pt x="337328" y="40310"/>
                </a:cubicBezTo>
                <a:cubicBezTo>
                  <a:pt x="333615" y="43896"/>
                  <a:pt x="331561" y="48693"/>
                  <a:pt x="331166" y="54700"/>
                </a:cubicBezTo>
                <a:close/>
                <a:moveTo>
                  <a:pt x="480438" y="87973"/>
                </a:moveTo>
                <a:cubicBezTo>
                  <a:pt x="476045" y="91710"/>
                  <a:pt x="471816" y="94348"/>
                  <a:pt x="467752" y="95887"/>
                </a:cubicBezTo>
                <a:cubicBezTo>
                  <a:pt x="463688" y="97426"/>
                  <a:pt x="459327" y="98196"/>
                  <a:pt x="454670" y="98196"/>
                </a:cubicBezTo>
                <a:cubicBezTo>
                  <a:pt x="446982" y="98196"/>
                  <a:pt x="441072" y="96316"/>
                  <a:pt x="436942" y="92557"/>
                </a:cubicBezTo>
                <a:cubicBezTo>
                  <a:pt x="432812" y="88798"/>
                  <a:pt x="430747" y="83994"/>
                  <a:pt x="430747" y="78147"/>
                </a:cubicBezTo>
                <a:cubicBezTo>
                  <a:pt x="430747" y="74719"/>
                  <a:pt x="431527" y="71587"/>
                  <a:pt x="433087" y="68752"/>
                </a:cubicBezTo>
                <a:cubicBezTo>
                  <a:pt x="434647" y="65915"/>
                  <a:pt x="436690" y="63639"/>
                  <a:pt x="439216" y="61924"/>
                </a:cubicBezTo>
                <a:cubicBezTo>
                  <a:pt x="441742" y="60209"/>
                  <a:pt x="444587" y="58913"/>
                  <a:pt x="447750" y="58034"/>
                </a:cubicBezTo>
                <a:cubicBezTo>
                  <a:pt x="450079" y="57418"/>
                  <a:pt x="453594" y="56824"/>
                  <a:pt x="458295" y="56253"/>
                </a:cubicBezTo>
                <a:cubicBezTo>
                  <a:pt x="467873" y="55118"/>
                  <a:pt x="474925" y="53766"/>
                  <a:pt x="479450" y="52195"/>
                </a:cubicBezTo>
                <a:cubicBezTo>
                  <a:pt x="479494" y="50577"/>
                  <a:pt x="479516" y="49548"/>
                  <a:pt x="479516" y="49110"/>
                </a:cubicBezTo>
                <a:cubicBezTo>
                  <a:pt x="479516" y="44295"/>
                  <a:pt x="478395" y="40903"/>
                  <a:pt x="476155" y="38934"/>
                </a:cubicBezTo>
                <a:cubicBezTo>
                  <a:pt x="473123" y="36264"/>
                  <a:pt x="468620" y="34929"/>
                  <a:pt x="462645" y="34929"/>
                </a:cubicBezTo>
                <a:cubicBezTo>
                  <a:pt x="457065" y="34929"/>
                  <a:pt x="452946" y="35906"/>
                  <a:pt x="450288" y="37861"/>
                </a:cubicBezTo>
                <a:cubicBezTo>
                  <a:pt x="447630" y="39817"/>
                  <a:pt x="445664" y="43276"/>
                  <a:pt x="444389" y="48241"/>
                </a:cubicBezTo>
                <a:lnTo>
                  <a:pt x="432790" y="46660"/>
                </a:lnTo>
                <a:cubicBezTo>
                  <a:pt x="433845" y="41680"/>
                  <a:pt x="435580" y="37658"/>
                  <a:pt x="437997" y="34595"/>
                </a:cubicBezTo>
                <a:cubicBezTo>
                  <a:pt x="440413" y="31532"/>
                  <a:pt x="443906" y="29175"/>
                  <a:pt x="448475" y="27523"/>
                </a:cubicBezTo>
                <a:cubicBezTo>
                  <a:pt x="453045" y="25870"/>
                  <a:pt x="458339" y="25043"/>
                  <a:pt x="464358" y="25043"/>
                </a:cubicBezTo>
                <a:cubicBezTo>
                  <a:pt x="470333" y="25043"/>
                  <a:pt x="475188" y="25746"/>
                  <a:pt x="478923" y="27152"/>
                </a:cubicBezTo>
                <a:cubicBezTo>
                  <a:pt x="482657" y="28558"/>
                  <a:pt x="485403" y="30326"/>
                  <a:pt x="487161" y="32457"/>
                </a:cubicBezTo>
                <a:cubicBezTo>
                  <a:pt x="488918" y="34588"/>
                  <a:pt x="490148" y="37279"/>
                  <a:pt x="490851" y="40531"/>
                </a:cubicBezTo>
                <a:cubicBezTo>
                  <a:pt x="491247" y="42552"/>
                  <a:pt x="491444" y="46198"/>
                  <a:pt x="491444" y="51470"/>
                </a:cubicBezTo>
                <a:lnTo>
                  <a:pt x="491444" y="67287"/>
                </a:lnTo>
                <a:cubicBezTo>
                  <a:pt x="491444" y="78315"/>
                  <a:pt x="491697" y="85290"/>
                  <a:pt x="492202" y="88212"/>
                </a:cubicBezTo>
                <a:cubicBezTo>
                  <a:pt x="492707" y="91133"/>
                  <a:pt x="493707" y="93934"/>
                  <a:pt x="495201" y="96614"/>
                </a:cubicBezTo>
                <a:lnTo>
                  <a:pt x="482811" y="96614"/>
                </a:lnTo>
                <a:cubicBezTo>
                  <a:pt x="481581" y="94151"/>
                  <a:pt x="480790" y="91271"/>
                  <a:pt x="480438" y="87973"/>
                </a:cubicBezTo>
                <a:moveTo>
                  <a:pt x="479450" y="61422"/>
                </a:moveTo>
                <a:cubicBezTo>
                  <a:pt x="475144" y="63194"/>
                  <a:pt x="468686" y="64701"/>
                  <a:pt x="460074" y="65940"/>
                </a:cubicBezTo>
                <a:cubicBezTo>
                  <a:pt x="455198" y="66646"/>
                  <a:pt x="451749" y="67440"/>
                  <a:pt x="449728" y="68323"/>
                </a:cubicBezTo>
                <a:cubicBezTo>
                  <a:pt x="447707" y="69205"/>
                  <a:pt x="446147" y="70495"/>
                  <a:pt x="445048" y="72195"/>
                </a:cubicBezTo>
                <a:cubicBezTo>
                  <a:pt x="443950" y="73893"/>
                  <a:pt x="443401" y="75779"/>
                  <a:pt x="443401" y="77852"/>
                </a:cubicBezTo>
                <a:cubicBezTo>
                  <a:pt x="443401" y="81028"/>
                  <a:pt x="444598" y="83675"/>
                  <a:pt x="446993" y="85794"/>
                </a:cubicBezTo>
                <a:cubicBezTo>
                  <a:pt x="449387" y="87911"/>
                  <a:pt x="452891" y="88969"/>
                  <a:pt x="457504" y="88969"/>
                </a:cubicBezTo>
                <a:cubicBezTo>
                  <a:pt x="462073" y="88969"/>
                  <a:pt x="466137" y="87965"/>
                  <a:pt x="469696" y="85956"/>
                </a:cubicBezTo>
                <a:cubicBezTo>
                  <a:pt x="473255" y="83948"/>
                  <a:pt x="475869" y="81200"/>
                  <a:pt x="477539" y="77712"/>
                </a:cubicBezTo>
                <a:cubicBezTo>
                  <a:pt x="478813" y="75018"/>
                  <a:pt x="479450" y="71045"/>
                  <a:pt x="479450" y="65792"/>
                </a:cubicBezTo>
                <a:lnTo>
                  <a:pt x="479450" y="61422"/>
                </a:lnTo>
                <a:close/>
                <a:moveTo>
                  <a:pt x="509811" y="96614"/>
                </a:moveTo>
                <a:lnTo>
                  <a:pt x="509811" y="26625"/>
                </a:lnTo>
                <a:lnTo>
                  <a:pt x="520487" y="26625"/>
                </a:lnTo>
                <a:lnTo>
                  <a:pt x="520487" y="36510"/>
                </a:lnTo>
                <a:cubicBezTo>
                  <a:pt x="525628" y="28866"/>
                  <a:pt x="533053" y="25043"/>
                  <a:pt x="542763" y="25043"/>
                </a:cubicBezTo>
                <a:cubicBezTo>
                  <a:pt x="546981" y="25043"/>
                  <a:pt x="550858" y="25801"/>
                  <a:pt x="554395" y="27317"/>
                </a:cubicBezTo>
                <a:cubicBezTo>
                  <a:pt x="557932" y="28833"/>
                  <a:pt x="560579" y="30821"/>
                  <a:pt x="562336" y="33281"/>
                </a:cubicBezTo>
                <a:cubicBezTo>
                  <a:pt x="564093" y="35742"/>
                  <a:pt x="565324" y="38663"/>
                  <a:pt x="566027" y="42046"/>
                </a:cubicBezTo>
                <a:cubicBezTo>
                  <a:pt x="566466" y="44243"/>
                  <a:pt x="566686" y="48087"/>
                  <a:pt x="566686" y="53579"/>
                </a:cubicBezTo>
                <a:lnTo>
                  <a:pt x="566686" y="96614"/>
                </a:lnTo>
                <a:lnTo>
                  <a:pt x="554823" y="96614"/>
                </a:lnTo>
                <a:lnTo>
                  <a:pt x="554823" y="53995"/>
                </a:lnTo>
                <a:cubicBezTo>
                  <a:pt x="554823" y="49157"/>
                  <a:pt x="554362" y="45539"/>
                  <a:pt x="553439" y="43142"/>
                </a:cubicBezTo>
                <a:cubicBezTo>
                  <a:pt x="552516" y="40745"/>
                  <a:pt x="550880" y="38831"/>
                  <a:pt x="548529" y="37402"/>
                </a:cubicBezTo>
                <a:cubicBezTo>
                  <a:pt x="546179" y="35973"/>
                  <a:pt x="543422" y="35258"/>
                  <a:pt x="540258" y="35258"/>
                </a:cubicBezTo>
                <a:cubicBezTo>
                  <a:pt x="535206" y="35258"/>
                  <a:pt x="530845" y="36864"/>
                  <a:pt x="527177" y="40075"/>
                </a:cubicBezTo>
                <a:cubicBezTo>
                  <a:pt x="523508" y="43285"/>
                  <a:pt x="521674" y="49377"/>
                  <a:pt x="521674" y="58349"/>
                </a:cubicBezTo>
                <a:lnTo>
                  <a:pt x="521674" y="96614"/>
                </a:lnTo>
                <a:lnTo>
                  <a:pt x="509811" y="96614"/>
                </a:lnTo>
                <a:close/>
                <a:moveTo>
                  <a:pt x="584327" y="123635"/>
                </a:moveTo>
                <a:lnTo>
                  <a:pt x="583009" y="112497"/>
                </a:lnTo>
                <a:cubicBezTo>
                  <a:pt x="585601" y="113200"/>
                  <a:pt x="587864" y="113551"/>
                  <a:pt x="589797" y="113551"/>
                </a:cubicBezTo>
                <a:cubicBezTo>
                  <a:pt x="592433" y="113551"/>
                  <a:pt x="594542" y="113106"/>
                  <a:pt x="596123" y="112217"/>
                </a:cubicBezTo>
                <a:cubicBezTo>
                  <a:pt x="597705" y="111328"/>
                  <a:pt x="599001" y="110084"/>
                  <a:pt x="600012" y="108483"/>
                </a:cubicBezTo>
                <a:cubicBezTo>
                  <a:pt x="600759" y="107283"/>
                  <a:pt x="601967" y="104305"/>
                  <a:pt x="603636" y="99549"/>
                </a:cubicBezTo>
                <a:cubicBezTo>
                  <a:pt x="603856" y="98882"/>
                  <a:pt x="604208" y="97903"/>
                  <a:pt x="604691" y="96614"/>
                </a:cubicBezTo>
                <a:lnTo>
                  <a:pt x="578132" y="26625"/>
                </a:lnTo>
                <a:lnTo>
                  <a:pt x="590917" y="26625"/>
                </a:lnTo>
                <a:lnTo>
                  <a:pt x="605482" y="67061"/>
                </a:lnTo>
                <a:cubicBezTo>
                  <a:pt x="607371" y="72190"/>
                  <a:pt x="609062" y="77582"/>
                  <a:pt x="610556" y="83236"/>
                </a:cubicBezTo>
                <a:cubicBezTo>
                  <a:pt x="611918" y="77800"/>
                  <a:pt x="613544" y="72496"/>
                  <a:pt x="615433" y="67324"/>
                </a:cubicBezTo>
                <a:lnTo>
                  <a:pt x="630393" y="26625"/>
                </a:lnTo>
                <a:lnTo>
                  <a:pt x="642256" y="26625"/>
                </a:lnTo>
                <a:lnTo>
                  <a:pt x="615631" y="97848"/>
                </a:lnTo>
                <a:cubicBezTo>
                  <a:pt x="612775" y="105542"/>
                  <a:pt x="610556" y="110840"/>
                  <a:pt x="608975" y="113741"/>
                </a:cubicBezTo>
                <a:cubicBezTo>
                  <a:pt x="606866" y="117654"/>
                  <a:pt x="604449" y="120523"/>
                  <a:pt x="601725" y="122347"/>
                </a:cubicBezTo>
                <a:cubicBezTo>
                  <a:pt x="599001" y="124172"/>
                  <a:pt x="595750" y="125084"/>
                  <a:pt x="591972" y="125084"/>
                </a:cubicBezTo>
                <a:cubicBezTo>
                  <a:pt x="589687" y="125084"/>
                  <a:pt x="587139" y="124601"/>
                  <a:pt x="584327" y="123635"/>
                </a:cubicBezTo>
                <a:close/>
                <a:moveTo>
                  <a:pt x="673400" y="96614"/>
                </a:moveTo>
                <a:lnTo>
                  <a:pt x="710503" y="0"/>
                </a:lnTo>
                <a:lnTo>
                  <a:pt x="724277" y="0"/>
                </a:lnTo>
                <a:lnTo>
                  <a:pt x="763819" y="96614"/>
                </a:lnTo>
                <a:lnTo>
                  <a:pt x="749254" y="96614"/>
                </a:lnTo>
                <a:lnTo>
                  <a:pt x="737985" y="67485"/>
                </a:lnTo>
                <a:lnTo>
                  <a:pt x="697586" y="67485"/>
                </a:lnTo>
                <a:lnTo>
                  <a:pt x="686976" y="96614"/>
                </a:lnTo>
                <a:lnTo>
                  <a:pt x="673400" y="96614"/>
                </a:lnTo>
                <a:moveTo>
                  <a:pt x="701277" y="56940"/>
                </a:moveTo>
                <a:lnTo>
                  <a:pt x="734031" y="56940"/>
                </a:lnTo>
                <a:lnTo>
                  <a:pt x="723947" y="30184"/>
                </a:lnTo>
                <a:cubicBezTo>
                  <a:pt x="720872" y="22056"/>
                  <a:pt x="718587" y="15377"/>
                  <a:pt x="717093" y="10149"/>
                </a:cubicBezTo>
                <a:cubicBezTo>
                  <a:pt x="715863" y="16344"/>
                  <a:pt x="714128" y="22495"/>
                  <a:pt x="711887" y="28602"/>
                </a:cubicBezTo>
                <a:lnTo>
                  <a:pt x="701277" y="56940"/>
                </a:lnTo>
                <a:close/>
                <a:moveTo>
                  <a:pt x="772519" y="96614"/>
                </a:moveTo>
                <a:lnTo>
                  <a:pt x="772519" y="26625"/>
                </a:lnTo>
                <a:lnTo>
                  <a:pt x="783129" y="26625"/>
                </a:lnTo>
                <a:lnTo>
                  <a:pt x="783129" y="36379"/>
                </a:lnTo>
                <a:cubicBezTo>
                  <a:pt x="785326" y="32971"/>
                  <a:pt x="788247" y="30230"/>
                  <a:pt x="791894" y="28155"/>
                </a:cubicBezTo>
                <a:cubicBezTo>
                  <a:pt x="795541" y="26081"/>
                  <a:pt x="799693" y="25043"/>
                  <a:pt x="804350" y="25043"/>
                </a:cubicBezTo>
                <a:cubicBezTo>
                  <a:pt x="809534" y="25043"/>
                  <a:pt x="813785" y="26114"/>
                  <a:pt x="817102" y="28256"/>
                </a:cubicBezTo>
                <a:cubicBezTo>
                  <a:pt x="820419" y="30397"/>
                  <a:pt x="822759" y="33390"/>
                  <a:pt x="824121" y="37235"/>
                </a:cubicBezTo>
                <a:cubicBezTo>
                  <a:pt x="829657" y="29107"/>
                  <a:pt x="836862" y="25043"/>
                  <a:pt x="845737" y="25043"/>
                </a:cubicBezTo>
                <a:cubicBezTo>
                  <a:pt x="852679" y="25043"/>
                  <a:pt x="858017" y="26965"/>
                  <a:pt x="861752" y="30810"/>
                </a:cubicBezTo>
                <a:cubicBezTo>
                  <a:pt x="865486" y="34654"/>
                  <a:pt x="867353" y="40574"/>
                  <a:pt x="867353" y="48571"/>
                </a:cubicBezTo>
                <a:lnTo>
                  <a:pt x="867353" y="96614"/>
                </a:lnTo>
                <a:lnTo>
                  <a:pt x="855557" y="96614"/>
                </a:lnTo>
                <a:lnTo>
                  <a:pt x="855557" y="52478"/>
                </a:lnTo>
                <a:cubicBezTo>
                  <a:pt x="855557" y="47727"/>
                  <a:pt x="855172" y="44308"/>
                  <a:pt x="854403" y="42219"/>
                </a:cubicBezTo>
                <a:cubicBezTo>
                  <a:pt x="853634" y="40130"/>
                  <a:pt x="852240" y="38447"/>
                  <a:pt x="850219" y="37171"/>
                </a:cubicBezTo>
                <a:cubicBezTo>
                  <a:pt x="848197" y="35896"/>
                  <a:pt x="845825" y="35258"/>
                  <a:pt x="843101" y="35258"/>
                </a:cubicBezTo>
                <a:cubicBezTo>
                  <a:pt x="838180" y="35258"/>
                  <a:pt x="834094" y="36897"/>
                  <a:pt x="830843" y="40174"/>
                </a:cubicBezTo>
                <a:cubicBezTo>
                  <a:pt x="827592" y="43450"/>
                  <a:pt x="825966" y="48695"/>
                  <a:pt x="825966" y="55909"/>
                </a:cubicBezTo>
                <a:lnTo>
                  <a:pt x="825966" y="96614"/>
                </a:lnTo>
                <a:lnTo>
                  <a:pt x="814104" y="96614"/>
                </a:lnTo>
                <a:lnTo>
                  <a:pt x="814104" y="51091"/>
                </a:lnTo>
                <a:cubicBezTo>
                  <a:pt x="814104" y="45814"/>
                  <a:pt x="813137" y="41855"/>
                  <a:pt x="811204" y="39217"/>
                </a:cubicBezTo>
                <a:cubicBezTo>
                  <a:pt x="809271" y="36578"/>
                  <a:pt x="806107" y="35258"/>
                  <a:pt x="801714" y="35258"/>
                </a:cubicBezTo>
                <a:cubicBezTo>
                  <a:pt x="798375" y="35258"/>
                  <a:pt x="795288" y="36138"/>
                  <a:pt x="792454" y="37898"/>
                </a:cubicBezTo>
                <a:cubicBezTo>
                  <a:pt x="789620" y="39657"/>
                  <a:pt x="787566" y="42230"/>
                  <a:pt x="786292" y="45617"/>
                </a:cubicBezTo>
                <a:cubicBezTo>
                  <a:pt x="785018" y="49003"/>
                  <a:pt x="784381" y="53885"/>
                  <a:pt x="784381" y="60262"/>
                </a:cubicBezTo>
                <a:lnTo>
                  <a:pt x="784381" y="96614"/>
                </a:lnTo>
                <a:lnTo>
                  <a:pt x="772519" y="96614"/>
                </a:lnTo>
                <a:close/>
                <a:moveTo>
                  <a:pt x="932860" y="74075"/>
                </a:moveTo>
                <a:lnTo>
                  <a:pt x="945118" y="75591"/>
                </a:lnTo>
                <a:cubicBezTo>
                  <a:pt x="943185" y="82753"/>
                  <a:pt x="939604" y="88310"/>
                  <a:pt x="934376" y="92265"/>
                </a:cubicBezTo>
                <a:cubicBezTo>
                  <a:pt x="929148" y="96219"/>
                  <a:pt x="922470" y="98196"/>
                  <a:pt x="914341" y="98196"/>
                </a:cubicBezTo>
                <a:cubicBezTo>
                  <a:pt x="904104" y="98196"/>
                  <a:pt x="895987" y="95043"/>
                  <a:pt x="889990" y="88739"/>
                </a:cubicBezTo>
                <a:cubicBezTo>
                  <a:pt x="883993" y="82434"/>
                  <a:pt x="880994" y="73592"/>
                  <a:pt x="880994" y="62213"/>
                </a:cubicBezTo>
                <a:cubicBezTo>
                  <a:pt x="880994" y="50438"/>
                  <a:pt x="884026" y="41299"/>
                  <a:pt x="890089" y="34797"/>
                </a:cubicBezTo>
                <a:cubicBezTo>
                  <a:pt x="896152" y="28294"/>
                  <a:pt x="904017" y="25043"/>
                  <a:pt x="913682" y="25043"/>
                </a:cubicBezTo>
                <a:cubicBezTo>
                  <a:pt x="923041" y="25043"/>
                  <a:pt x="930685" y="28224"/>
                  <a:pt x="936617" y="34585"/>
                </a:cubicBezTo>
                <a:cubicBezTo>
                  <a:pt x="942548" y="40944"/>
                  <a:pt x="945514" y="49892"/>
                  <a:pt x="945514" y="61428"/>
                </a:cubicBezTo>
                <a:cubicBezTo>
                  <a:pt x="945514" y="62130"/>
                  <a:pt x="945492" y="63182"/>
                  <a:pt x="945448" y="64585"/>
                </a:cubicBezTo>
                <a:lnTo>
                  <a:pt x="893252" y="64585"/>
                </a:lnTo>
                <a:cubicBezTo>
                  <a:pt x="893692" y="72252"/>
                  <a:pt x="895867" y="78123"/>
                  <a:pt x="899777" y="82198"/>
                </a:cubicBezTo>
                <a:cubicBezTo>
                  <a:pt x="903687" y="86273"/>
                  <a:pt x="908564" y="88310"/>
                  <a:pt x="914407" y="88310"/>
                </a:cubicBezTo>
                <a:cubicBezTo>
                  <a:pt x="918757" y="88310"/>
                  <a:pt x="922470" y="87179"/>
                  <a:pt x="925545" y="84916"/>
                </a:cubicBezTo>
                <a:cubicBezTo>
                  <a:pt x="928621" y="82652"/>
                  <a:pt x="931059" y="79039"/>
                  <a:pt x="932860" y="74075"/>
                </a:cubicBezTo>
                <a:moveTo>
                  <a:pt x="893911" y="54700"/>
                </a:moveTo>
                <a:lnTo>
                  <a:pt x="932992" y="54700"/>
                </a:lnTo>
                <a:cubicBezTo>
                  <a:pt x="932465" y="48908"/>
                  <a:pt x="930971" y="44565"/>
                  <a:pt x="928511" y="41669"/>
                </a:cubicBezTo>
                <a:cubicBezTo>
                  <a:pt x="924732" y="37176"/>
                  <a:pt x="919833" y="34929"/>
                  <a:pt x="913814" y="34929"/>
                </a:cubicBezTo>
                <a:cubicBezTo>
                  <a:pt x="908366" y="34929"/>
                  <a:pt x="903786" y="36723"/>
                  <a:pt x="900073" y="40310"/>
                </a:cubicBezTo>
                <a:cubicBezTo>
                  <a:pt x="896361" y="43896"/>
                  <a:pt x="894307" y="48693"/>
                  <a:pt x="893911" y="54700"/>
                </a:cubicBezTo>
                <a:close/>
                <a:moveTo>
                  <a:pt x="959860" y="96614"/>
                </a:moveTo>
                <a:lnTo>
                  <a:pt x="959860" y="26625"/>
                </a:lnTo>
                <a:lnTo>
                  <a:pt x="970537" y="26625"/>
                </a:lnTo>
                <a:lnTo>
                  <a:pt x="970537" y="37169"/>
                </a:lnTo>
                <a:cubicBezTo>
                  <a:pt x="973261" y="32232"/>
                  <a:pt x="975776" y="28977"/>
                  <a:pt x="978082" y="27403"/>
                </a:cubicBezTo>
                <a:cubicBezTo>
                  <a:pt x="980389" y="25830"/>
                  <a:pt x="982926" y="25043"/>
                  <a:pt x="985694" y="25043"/>
                </a:cubicBezTo>
                <a:cubicBezTo>
                  <a:pt x="989692" y="25043"/>
                  <a:pt x="993756" y="26312"/>
                  <a:pt x="997886" y="28849"/>
                </a:cubicBezTo>
                <a:lnTo>
                  <a:pt x="993800" y="39806"/>
                </a:lnTo>
                <a:cubicBezTo>
                  <a:pt x="990901" y="38092"/>
                  <a:pt x="988001" y="37235"/>
                  <a:pt x="985101" y="37235"/>
                </a:cubicBezTo>
                <a:cubicBezTo>
                  <a:pt x="982509" y="37235"/>
                  <a:pt x="980180" y="38017"/>
                  <a:pt x="978115" y="39579"/>
                </a:cubicBezTo>
                <a:cubicBezTo>
                  <a:pt x="976050" y="41140"/>
                  <a:pt x="974579" y="43306"/>
                  <a:pt x="973700" y="46077"/>
                </a:cubicBezTo>
                <a:cubicBezTo>
                  <a:pt x="972382" y="50299"/>
                  <a:pt x="971723" y="54917"/>
                  <a:pt x="971723" y="59931"/>
                </a:cubicBezTo>
                <a:lnTo>
                  <a:pt x="971723" y="96614"/>
                </a:lnTo>
                <a:lnTo>
                  <a:pt x="959860" y="96614"/>
                </a:lnTo>
                <a:close/>
                <a:moveTo>
                  <a:pt x="1005003" y="13708"/>
                </a:moveTo>
                <a:lnTo>
                  <a:pt x="1005003" y="0"/>
                </a:lnTo>
                <a:lnTo>
                  <a:pt x="1016866" y="0"/>
                </a:lnTo>
                <a:lnTo>
                  <a:pt x="1016866" y="13708"/>
                </a:lnTo>
                <a:lnTo>
                  <a:pt x="1005003" y="13708"/>
                </a:lnTo>
                <a:moveTo>
                  <a:pt x="1005003" y="96614"/>
                </a:moveTo>
                <a:lnTo>
                  <a:pt x="1005003" y="26625"/>
                </a:lnTo>
                <a:lnTo>
                  <a:pt x="1016866" y="26625"/>
                </a:lnTo>
                <a:lnTo>
                  <a:pt x="1016866" y="96614"/>
                </a:lnTo>
                <a:lnTo>
                  <a:pt x="1005003" y="96614"/>
                </a:lnTo>
                <a:close/>
                <a:moveTo>
                  <a:pt x="1080571" y="70912"/>
                </a:moveTo>
                <a:lnTo>
                  <a:pt x="1092236" y="72428"/>
                </a:lnTo>
                <a:cubicBezTo>
                  <a:pt x="1090962" y="80488"/>
                  <a:pt x="1087700" y="86799"/>
                  <a:pt x="1082449" y="91358"/>
                </a:cubicBezTo>
                <a:cubicBezTo>
                  <a:pt x="1077199" y="95917"/>
                  <a:pt x="1070752" y="98196"/>
                  <a:pt x="1063107" y="98196"/>
                </a:cubicBezTo>
                <a:cubicBezTo>
                  <a:pt x="1053529" y="98196"/>
                  <a:pt x="1045829" y="95065"/>
                  <a:pt x="1040008" y="88805"/>
                </a:cubicBezTo>
                <a:cubicBezTo>
                  <a:pt x="1034186" y="82544"/>
                  <a:pt x="1031276" y="73570"/>
                  <a:pt x="1031276" y="61883"/>
                </a:cubicBezTo>
                <a:cubicBezTo>
                  <a:pt x="1031276" y="54326"/>
                  <a:pt x="1032528" y="47714"/>
                  <a:pt x="1035032" y="42046"/>
                </a:cubicBezTo>
                <a:cubicBezTo>
                  <a:pt x="1037536" y="36379"/>
                  <a:pt x="1041348" y="32128"/>
                  <a:pt x="1046466" y="29294"/>
                </a:cubicBezTo>
                <a:cubicBezTo>
                  <a:pt x="1051585" y="26460"/>
                  <a:pt x="1057154" y="25043"/>
                  <a:pt x="1063173" y="25043"/>
                </a:cubicBezTo>
                <a:cubicBezTo>
                  <a:pt x="1070774" y="25043"/>
                  <a:pt x="1076990" y="26972"/>
                  <a:pt x="1081823" y="30828"/>
                </a:cubicBezTo>
                <a:cubicBezTo>
                  <a:pt x="1086656" y="34684"/>
                  <a:pt x="1089754" y="40158"/>
                  <a:pt x="1091116" y="47253"/>
                </a:cubicBezTo>
                <a:lnTo>
                  <a:pt x="1079583" y="49032"/>
                </a:lnTo>
                <a:cubicBezTo>
                  <a:pt x="1078484" y="44353"/>
                  <a:pt x="1076540" y="40833"/>
                  <a:pt x="1073750" y="38471"/>
                </a:cubicBezTo>
                <a:cubicBezTo>
                  <a:pt x="1070960" y="36109"/>
                  <a:pt x="1067588" y="34929"/>
                  <a:pt x="1063634" y="34929"/>
                </a:cubicBezTo>
                <a:cubicBezTo>
                  <a:pt x="1057659" y="34929"/>
                  <a:pt x="1052804" y="37060"/>
                  <a:pt x="1049069" y="41323"/>
                </a:cubicBezTo>
                <a:cubicBezTo>
                  <a:pt x="1045335" y="45585"/>
                  <a:pt x="1043468" y="52329"/>
                  <a:pt x="1043468" y="61554"/>
                </a:cubicBezTo>
                <a:cubicBezTo>
                  <a:pt x="1043468" y="70911"/>
                  <a:pt x="1045269" y="77710"/>
                  <a:pt x="1048872" y="81951"/>
                </a:cubicBezTo>
                <a:cubicBezTo>
                  <a:pt x="1052474" y="86190"/>
                  <a:pt x="1057176" y="88310"/>
                  <a:pt x="1062975" y="88310"/>
                </a:cubicBezTo>
                <a:cubicBezTo>
                  <a:pt x="1067632" y="88310"/>
                  <a:pt x="1071520" y="86888"/>
                  <a:pt x="1074640" y="84043"/>
                </a:cubicBezTo>
                <a:cubicBezTo>
                  <a:pt x="1077759" y="81198"/>
                  <a:pt x="1079736" y="76821"/>
                  <a:pt x="1080571" y="70912"/>
                </a:cubicBezTo>
                <a:close/>
                <a:moveTo>
                  <a:pt x="1148056" y="87973"/>
                </a:moveTo>
                <a:cubicBezTo>
                  <a:pt x="1143663" y="91710"/>
                  <a:pt x="1139434" y="94348"/>
                  <a:pt x="1135370" y="95887"/>
                </a:cubicBezTo>
                <a:cubicBezTo>
                  <a:pt x="1131306" y="97426"/>
                  <a:pt x="1126945" y="98196"/>
                  <a:pt x="1122288" y="98196"/>
                </a:cubicBezTo>
                <a:cubicBezTo>
                  <a:pt x="1114599" y="98196"/>
                  <a:pt x="1108690" y="96316"/>
                  <a:pt x="1104560" y="92557"/>
                </a:cubicBezTo>
                <a:cubicBezTo>
                  <a:pt x="1100430" y="88798"/>
                  <a:pt x="1098365" y="83994"/>
                  <a:pt x="1098365" y="78147"/>
                </a:cubicBezTo>
                <a:cubicBezTo>
                  <a:pt x="1098365" y="74719"/>
                  <a:pt x="1099145" y="71587"/>
                  <a:pt x="1100705" y="68752"/>
                </a:cubicBezTo>
                <a:cubicBezTo>
                  <a:pt x="1102264" y="65915"/>
                  <a:pt x="1104307" y="63639"/>
                  <a:pt x="1106834" y="61924"/>
                </a:cubicBezTo>
                <a:cubicBezTo>
                  <a:pt x="1109360" y="60209"/>
                  <a:pt x="1112205" y="58913"/>
                  <a:pt x="1115368" y="58034"/>
                </a:cubicBezTo>
                <a:cubicBezTo>
                  <a:pt x="1117697" y="57418"/>
                  <a:pt x="1121212" y="56824"/>
                  <a:pt x="1125913" y="56253"/>
                </a:cubicBezTo>
                <a:cubicBezTo>
                  <a:pt x="1135491" y="55118"/>
                  <a:pt x="1142542" y="53766"/>
                  <a:pt x="1147068" y="52195"/>
                </a:cubicBezTo>
                <a:cubicBezTo>
                  <a:pt x="1147112" y="50577"/>
                  <a:pt x="1147134" y="49548"/>
                  <a:pt x="1147134" y="49110"/>
                </a:cubicBezTo>
                <a:cubicBezTo>
                  <a:pt x="1147134" y="44295"/>
                  <a:pt x="1146013" y="40903"/>
                  <a:pt x="1143772" y="38934"/>
                </a:cubicBezTo>
                <a:cubicBezTo>
                  <a:pt x="1140741" y="36264"/>
                  <a:pt x="1136238" y="34929"/>
                  <a:pt x="1130262" y="34929"/>
                </a:cubicBezTo>
                <a:cubicBezTo>
                  <a:pt x="1124682" y="34929"/>
                  <a:pt x="1120564" y="35906"/>
                  <a:pt x="1117905" y="37861"/>
                </a:cubicBezTo>
                <a:cubicBezTo>
                  <a:pt x="1115247" y="39817"/>
                  <a:pt x="1113281" y="43276"/>
                  <a:pt x="1112007" y="48241"/>
                </a:cubicBezTo>
                <a:lnTo>
                  <a:pt x="1100408" y="46660"/>
                </a:lnTo>
                <a:cubicBezTo>
                  <a:pt x="1101463" y="41680"/>
                  <a:pt x="1103198" y="37658"/>
                  <a:pt x="1105614" y="34595"/>
                </a:cubicBezTo>
                <a:cubicBezTo>
                  <a:pt x="1108031" y="31532"/>
                  <a:pt x="1111524" y="29175"/>
                  <a:pt x="1116093" y="27523"/>
                </a:cubicBezTo>
                <a:cubicBezTo>
                  <a:pt x="1120662" y="25870"/>
                  <a:pt x="1125957" y="25043"/>
                  <a:pt x="1131976" y="25043"/>
                </a:cubicBezTo>
                <a:cubicBezTo>
                  <a:pt x="1137951" y="25043"/>
                  <a:pt x="1142806" y="25746"/>
                  <a:pt x="1146540" y="27152"/>
                </a:cubicBezTo>
                <a:cubicBezTo>
                  <a:pt x="1150275" y="28558"/>
                  <a:pt x="1153021" y="30326"/>
                  <a:pt x="1154778" y="32457"/>
                </a:cubicBezTo>
                <a:cubicBezTo>
                  <a:pt x="1156536" y="34588"/>
                  <a:pt x="1157766" y="37279"/>
                  <a:pt x="1158469" y="40531"/>
                </a:cubicBezTo>
                <a:cubicBezTo>
                  <a:pt x="1158864" y="42552"/>
                  <a:pt x="1159062" y="46198"/>
                  <a:pt x="1159062" y="51470"/>
                </a:cubicBezTo>
                <a:lnTo>
                  <a:pt x="1159062" y="67287"/>
                </a:lnTo>
                <a:cubicBezTo>
                  <a:pt x="1159062" y="78315"/>
                  <a:pt x="1159315" y="85290"/>
                  <a:pt x="1159820" y="88212"/>
                </a:cubicBezTo>
                <a:cubicBezTo>
                  <a:pt x="1160325" y="91133"/>
                  <a:pt x="1161325" y="93934"/>
                  <a:pt x="1162819" y="96614"/>
                </a:cubicBezTo>
                <a:lnTo>
                  <a:pt x="1150429" y="96614"/>
                </a:lnTo>
                <a:cubicBezTo>
                  <a:pt x="1149199" y="94151"/>
                  <a:pt x="1148408" y="91271"/>
                  <a:pt x="1148056" y="87973"/>
                </a:cubicBezTo>
                <a:moveTo>
                  <a:pt x="1147068" y="61422"/>
                </a:moveTo>
                <a:cubicBezTo>
                  <a:pt x="1142762" y="63194"/>
                  <a:pt x="1136303" y="64701"/>
                  <a:pt x="1127692" y="65940"/>
                </a:cubicBezTo>
                <a:cubicBezTo>
                  <a:pt x="1122815" y="66646"/>
                  <a:pt x="1119366" y="67440"/>
                  <a:pt x="1117345" y="68323"/>
                </a:cubicBezTo>
                <a:cubicBezTo>
                  <a:pt x="1115324" y="69205"/>
                  <a:pt x="1113765" y="70495"/>
                  <a:pt x="1112666" y="72195"/>
                </a:cubicBezTo>
                <a:cubicBezTo>
                  <a:pt x="1111568" y="73893"/>
                  <a:pt x="1111019" y="75779"/>
                  <a:pt x="1111019" y="77852"/>
                </a:cubicBezTo>
                <a:cubicBezTo>
                  <a:pt x="1111019" y="81028"/>
                  <a:pt x="1112216" y="83675"/>
                  <a:pt x="1114610" y="85794"/>
                </a:cubicBezTo>
                <a:cubicBezTo>
                  <a:pt x="1117005" y="87911"/>
                  <a:pt x="1120509" y="88969"/>
                  <a:pt x="1125122" y="88969"/>
                </a:cubicBezTo>
                <a:cubicBezTo>
                  <a:pt x="1129691" y="88969"/>
                  <a:pt x="1133755" y="87965"/>
                  <a:pt x="1137314" y="85956"/>
                </a:cubicBezTo>
                <a:cubicBezTo>
                  <a:pt x="1140873" y="83948"/>
                  <a:pt x="1143487" y="81200"/>
                  <a:pt x="1145156" y="77712"/>
                </a:cubicBezTo>
                <a:cubicBezTo>
                  <a:pt x="1146431" y="75018"/>
                  <a:pt x="1147068" y="71045"/>
                  <a:pt x="1147068" y="65792"/>
                </a:cubicBezTo>
                <a:lnTo>
                  <a:pt x="1147068" y="61422"/>
                </a:lnTo>
                <a:close/>
                <a:moveTo>
                  <a:pt x="1177429" y="96614"/>
                </a:moveTo>
                <a:lnTo>
                  <a:pt x="1177429" y="26625"/>
                </a:lnTo>
                <a:lnTo>
                  <a:pt x="1188105" y="26625"/>
                </a:lnTo>
                <a:lnTo>
                  <a:pt x="1188105" y="36510"/>
                </a:lnTo>
                <a:cubicBezTo>
                  <a:pt x="1193245" y="28866"/>
                  <a:pt x="1200670" y="25043"/>
                  <a:pt x="1210380" y="25043"/>
                </a:cubicBezTo>
                <a:cubicBezTo>
                  <a:pt x="1214598" y="25043"/>
                  <a:pt x="1218475" y="25801"/>
                  <a:pt x="1222012" y="27317"/>
                </a:cubicBezTo>
                <a:cubicBezTo>
                  <a:pt x="1225549" y="28833"/>
                  <a:pt x="1228196" y="30821"/>
                  <a:pt x="1229953" y="33281"/>
                </a:cubicBezTo>
                <a:cubicBezTo>
                  <a:pt x="1231711" y="35742"/>
                  <a:pt x="1232941" y="38663"/>
                  <a:pt x="1233644" y="42046"/>
                </a:cubicBezTo>
                <a:cubicBezTo>
                  <a:pt x="1234083" y="44243"/>
                  <a:pt x="1234303" y="48087"/>
                  <a:pt x="1234303" y="53579"/>
                </a:cubicBezTo>
                <a:lnTo>
                  <a:pt x="1234303" y="96614"/>
                </a:lnTo>
                <a:lnTo>
                  <a:pt x="1222441" y="96614"/>
                </a:lnTo>
                <a:lnTo>
                  <a:pt x="1222441" y="53995"/>
                </a:lnTo>
                <a:cubicBezTo>
                  <a:pt x="1222441" y="49157"/>
                  <a:pt x="1221979" y="45539"/>
                  <a:pt x="1221057" y="43142"/>
                </a:cubicBezTo>
                <a:cubicBezTo>
                  <a:pt x="1220134" y="40745"/>
                  <a:pt x="1218497" y="38831"/>
                  <a:pt x="1216147" y="37402"/>
                </a:cubicBezTo>
                <a:cubicBezTo>
                  <a:pt x="1213796" y="35973"/>
                  <a:pt x="1211039" y="35258"/>
                  <a:pt x="1207876" y="35258"/>
                </a:cubicBezTo>
                <a:cubicBezTo>
                  <a:pt x="1202823" y="35258"/>
                  <a:pt x="1198463" y="36864"/>
                  <a:pt x="1194794" y="40075"/>
                </a:cubicBezTo>
                <a:cubicBezTo>
                  <a:pt x="1191125" y="43285"/>
                  <a:pt x="1189291" y="49377"/>
                  <a:pt x="1189291" y="58349"/>
                </a:cubicBezTo>
                <a:lnTo>
                  <a:pt x="1189291" y="96614"/>
                </a:lnTo>
                <a:lnTo>
                  <a:pt x="1177429" y="96614"/>
                </a:lnTo>
                <a:close/>
                <a:moveTo>
                  <a:pt x="1335664" y="70912"/>
                </a:moveTo>
                <a:lnTo>
                  <a:pt x="1347329" y="72428"/>
                </a:lnTo>
                <a:cubicBezTo>
                  <a:pt x="1346055" y="80488"/>
                  <a:pt x="1342793" y="86799"/>
                  <a:pt x="1337542" y="91358"/>
                </a:cubicBezTo>
                <a:cubicBezTo>
                  <a:pt x="1332292" y="95917"/>
                  <a:pt x="1325845" y="98196"/>
                  <a:pt x="1318200" y="98196"/>
                </a:cubicBezTo>
                <a:cubicBezTo>
                  <a:pt x="1308622" y="98196"/>
                  <a:pt x="1300922" y="95065"/>
                  <a:pt x="1295101" y="88805"/>
                </a:cubicBezTo>
                <a:cubicBezTo>
                  <a:pt x="1289279" y="82544"/>
                  <a:pt x="1286369" y="73570"/>
                  <a:pt x="1286369" y="61883"/>
                </a:cubicBezTo>
                <a:cubicBezTo>
                  <a:pt x="1286369" y="54326"/>
                  <a:pt x="1287621" y="47714"/>
                  <a:pt x="1290125" y="42046"/>
                </a:cubicBezTo>
                <a:cubicBezTo>
                  <a:pt x="1292629" y="36379"/>
                  <a:pt x="1296441" y="32128"/>
                  <a:pt x="1301559" y="29294"/>
                </a:cubicBezTo>
                <a:cubicBezTo>
                  <a:pt x="1306678" y="26460"/>
                  <a:pt x="1312247" y="25043"/>
                  <a:pt x="1318266" y="25043"/>
                </a:cubicBezTo>
                <a:cubicBezTo>
                  <a:pt x="1325867" y="25043"/>
                  <a:pt x="1332083" y="26972"/>
                  <a:pt x="1336916" y="30828"/>
                </a:cubicBezTo>
                <a:cubicBezTo>
                  <a:pt x="1341749" y="34684"/>
                  <a:pt x="1344847" y="40158"/>
                  <a:pt x="1346209" y="47253"/>
                </a:cubicBezTo>
                <a:lnTo>
                  <a:pt x="1334676" y="49032"/>
                </a:lnTo>
                <a:cubicBezTo>
                  <a:pt x="1333577" y="44353"/>
                  <a:pt x="1331633" y="40833"/>
                  <a:pt x="1328843" y="38471"/>
                </a:cubicBezTo>
                <a:cubicBezTo>
                  <a:pt x="1326053" y="36109"/>
                  <a:pt x="1322681" y="34929"/>
                  <a:pt x="1318727" y="34929"/>
                </a:cubicBezTo>
                <a:cubicBezTo>
                  <a:pt x="1312752" y="34929"/>
                  <a:pt x="1307897" y="37060"/>
                  <a:pt x="1304162" y="41323"/>
                </a:cubicBezTo>
                <a:cubicBezTo>
                  <a:pt x="1300428" y="45585"/>
                  <a:pt x="1298561" y="52329"/>
                  <a:pt x="1298561" y="61554"/>
                </a:cubicBezTo>
                <a:cubicBezTo>
                  <a:pt x="1298561" y="70911"/>
                  <a:pt x="1300362" y="77710"/>
                  <a:pt x="1303965" y="81951"/>
                </a:cubicBezTo>
                <a:cubicBezTo>
                  <a:pt x="1307567" y="86190"/>
                  <a:pt x="1312269" y="88310"/>
                  <a:pt x="1318068" y="88310"/>
                </a:cubicBezTo>
                <a:cubicBezTo>
                  <a:pt x="1322725" y="88310"/>
                  <a:pt x="1326613" y="86888"/>
                  <a:pt x="1329733" y="84043"/>
                </a:cubicBezTo>
                <a:cubicBezTo>
                  <a:pt x="1332852" y="81198"/>
                  <a:pt x="1334829" y="76821"/>
                  <a:pt x="1335664" y="70912"/>
                </a:cubicBezTo>
                <a:close/>
                <a:moveTo>
                  <a:pt x="1353063" y="61620"/>
                </a:moveTo>
                <a:cubicBezTo>
                  <a:pt x="1353063" y="48659"/>
                  <a:pt x="1356665" y="39059"/>
                  <a:pt x="1363871" y="32820"/>
                </a:cubicBezTo>
                <a:cubicBezTo>
                  <a:pt x="1369890" y="27635"/>
                  <a:pt x="1377227" y="25043"/>
                  <a:pt x="1385883" y="25043"/>
                </a:cubicBezTo>
                <a:cubicBezTo>
                  <a:pt x="1395504" y="25043"/>
                  <a:pt x="1403369" y="28196"/>
                  <a:pt x="1409476" y="34500"/>
                </a:cubicBezTo>
                <a:cubicBezTo>
                  <a:pt x="1415583" y="40805"/>
                  <a:pt x="1418636" y="49515"/>
                  <a:pt x="1418636" y="60631"/>
                </a:cubicBezTo>
                <a:cubicBezTo>
                  <a:pt x="1418636" y="69638"/>
                  <a:pt x="1417285" y="76722"/>
                  <a:pt x="1414583" y="81885"/>
                </a:cubicBezTo>
                <a:cubicBezTo>
                  <a:pt x="1411881" y="87047"/>
                  <a:pt x="1407949" y="91056"/>
                  <a:pt x="1402787" y="93912"/>
                </a:cubicBezTo>
                <a:cubicBezTo>
                  <a:pt x="1397624" y="96768"/>
                  <a:pt x="1391990" y="98196"/>
                  <a:pt x="1385883" y="98196"/>
                </a:cubicBezTo>
                <a:cubicBezTo>
                  <a:pt x="1376085" y="98196"/>
                  <a:pt x="1368166" y="95054"/>
                  <a:pt x="1362124" y="88772"/>
                </a:cubicBezTo>
                <a:cubicBezTo>
                  <a:pt x="1356083" y="82489"/>
                  <a:pt x="1353063" y="73438"/>
                  <a:pt x="1353063" y="61620"/>
                </a:cubicBezTo>
                <a:moveTo>
                  <a:pt x="1365255" y="61587"/>
                </a:moveTo>
                <a:cubicBezTo>
                  <a:pt x="1365255" y="70516"/>
                  <a:pt x="1367210" y="77203"/>
                  <a:pt x="1371120" y="81646"/>
                </a:cubicBezTo>
                <a:cubicBezTo>
                  <a:pt x="1375030" y="86089"/>
                  <a:pt x="1379951" y="88310"/>
                  <a:pt x="1385883" y="88310"/>
                </a:cubicBezTo>
                <a:cubicBezTo>
                  <a:pt x="1391770" y="88310"/>
                  <a:pt x="1396669" y="86078"/>
                  <a:pt x="1400579" y="81613"/>
                </a:cubicBezTo>
                <a:cubicBezTo>
                  <a:pt x="1404489" y="77148"/>
                  <a:pt x="1406444" y="70341"/>
                  <a:pt x="1406444" y="61193"/>
                </a:cubicBezTo>
                <a:cubicBezTo>
                  <a:pt x="1406444" y="52570"/>
                  <a:pt x="1404478" y="46036"/>
                  <a:pt x="1400546" y="41593"/>
                </a:cubicBezTo>
                <a:cubicBezTo>
                  <a:pt x="1396614" y="37150"/>
                  <a:pt x="1391726" y="34929"/>
                  <a:pt x="1385883" y="34929"/>
                </a:cubicBezTo>
                <a:cubicBezTo>
                  <a:pt x="1379951" y="34929"/>
                  <a:pt x="1375030" y="37139"/>
                  <a:pt x="1371120" y="41560"/>
                </a:cubicBezTo>
                <a:cubicBezTo>
                  <a:pt x="1367210" y="45981"/>
                  <a:pt x="1365255" y="52657"/>
                  <a:pt x="1365255" y="61587"/>
                </a:cubicBezTo>
                <a:close/>
                <a:moveTo>
                  <a:pt x="1432521" y="96614"/>
                </a:moveTo>
                <a:lnTo>
                  <a:pt x="1432521" y="26625"/>
                </a:lnTo>
                <a:lnTo>
                  <a:pt x="1443197" y="26625"/>
                </a:lnTo>
                <a:lnTo>
                  <a:pt x="1443197" y="36510"/>
                </a:lnTo>
                <a:cubicBezTo>
                  <a:pt x="1448338" y="28866"/>
                  <a:pt x="1455763" y="25043"/>
                  <a:pt x="1465473" y="25043"/>
                </a:cubicBezTo>
                <a:cubicBezTo>
                  <a:pt x="1469690" y="25043"/>
                  <a:pt x="1473568" y="25801"/>
                  <a:pt x="1477105" y="27317"/>
                </a:cubicBezTo>
                <a:cubicBezTo>
                  <a:pt x="1480641" y="28833"/>
                  <a:pt x="1483289" y="30821"/>
                  <a:pt x="1485046" y="33281"/>
                </a:cubicBezTo>
                <a:cubicBezTo>
                  <a:pt x="1486803" y="35742"/>
                  <a:pt x="1488034" y="38663"/>
                  <a:pt x="1488737" y="42046"/>
                </a:cubicBezTo>
                <a:cubicBezTo>
                  <a:pt x="1489176" y="44243"/>
                  <a:pt x="1489396" y="48087"/>
                  <a:pt x="1489396" y="53579"/>
                </a:cubicBezTo>
                <a:lnTo>
                  <a:pt x="1489396" y="96614"/>
                </a:lnTo>
                <a:lnTo>
                  <a:pt x="1477533" y="96614"/>
                </a:lnTo>
                <a:lnTo>
                  <a:pt x="1477533" y="53995"/>
                </a:lnTo>
                <a:cubicBezTo>
                  <a:pt x="1477533" y="49157"/>
                  <a:pt x="1477072" y="45539"/>
                  <a:pt x="1476149" y="43142"/>
                </a:cubicBezTo>
                <a:cubicBezTo>
                  <a:pt x="1475226" y="40745"/>
                  <a:pt x="1473590" y="38831"/>
                  <a:pt x="1471239" y="37402"/>
                </a:cubicBezTo>
                <a:cubicBezTo>
                  <a:pt x="1468889" y="35973"/>
                  <a:pt x="1466132" y="35258"/>
                  <a:pt x="1462968" y="35258"/>
                </a:cubicBezTo>
                <a:cubicBezTo>
                  <a:pt x="1457916" y="35258"/>
                  <a:pt x="1453555" y="36864"/>
                  <a:pt x="1449887" y="40075"/>
                </a:cubicBezTo>
                <a:cubicBezTo>
                  <a:pt x="1446218" y="43285"/>
                  <a:pt x="1444384" y="49377"/>
                  <a:pt x="1444384" y="58349"/>
                </a:cubicBezTo>
                <a:lnTo>
                  <a:pt x="1444384" y="96614"/>
                </a:lnTo>
                <a:lnTo>
                  <a:pt x="1432521" y="96614"/>
                </a:lnTo>
                <a:close/>
                <a:moveTo>
                  <a:pt x="1502819" y="75657"/>
                </a:moveTo>
                <a:lnTo>
                  <a:pt x="1514550" y="73812"/>
                </a:lnTo>
                <a:cubicBezTo>
                  <a:pt x="1515209" y="78492"/>
                  <a:pt x="1517044" y="82079"/>
                  <a:pt x="1520053" y="84572"/>
                </a:cubicBezTo>
                <a:cubicBezTo>
                  <a:pt x="1523063" y="87064"/>
                  <a:pt x="1527270" y="88310"/>
                  <a:pt x="1532674" y="88310"/>
                </a:cubicBezTo>
                <a:cubicBezTo>
                  <a:pt x="1538122" y="88310"/>
                  <a:pt x="1542164" y="87210"/>
                  <a:pt x="1544800" y="85009"/>
                </a:cubicBezTo>
                <a:cubicBezTo>
                  <a:pt x="1547436" y="82807"/>
                  <a:pt x="1548754" y="80224"/>
                  <a:pt x="1548754" y="77261"/>
                </a:cubicBezTo>
                <a:cubicBezTo>
                  <a:pt x="1548754" y="74602"/>
                  <a:pt x="1547590" y="72509"/>
                  <a:pt x="1545261" y="70984"/>
                </a:cubicBezTo>
                <a:cubicBezTo>
                  <a:pt x="1543635" y="69938"/>
                  <a:pt x="1539593" y="68608"/>
                  <a:pt x="1533135" y="66995"/>
                </a:cubicBezTo>
                <a:cubicBezTo>
                  <a:pt x="1524436" y="64797"/>
                  <a:pt x="1518406" y="62895"/>
                  <a:pt x="1515044" y="61290"/>
                </a:cubicBezTo>
                <a:cubicBezTo>
                  <a:pt x="1511683" y="59685"/>
                  <a:pt x="1509135" y="57464"/>
                  <a:pt x="1507400" y="54628"/>
                </a:cubicBezTo>
                <a:cubicBezTo>
                  <a:pt x="1505664" y="51791"/>
                  <a:pt x="1504796" y="48658"/>
                  <a:pt x="1504796" y="45228"/>
                </a:cubicBezTo>
                <a:cubicBezTo>
                  <a:pt x="1504796" y="42106"/>
                  <a:pt x="1505510" y="39214"/>
                  <a:pt x="1506938" y="36554"/>
                </a:cubicBezTo>
                <a:cubicBezTo>
                  <a:pt x="1508366" y="33893"/>
                  <a:pt x="1510310" y="31683"/>
                  <a:pt x="1512771" y="29924"/>
                </a:cubicBezTo>
                <a:cubicBezTo>
                  <a:pt x="1514616" y="28561"/>
                  <a:pt x="1517131" y="27407"/>
                  <a:pt x="1520317" y="26462"/>
                </a:cubicBezTo>
                <a:cubicBezTo>
                  <a:pt x="1523502" y="25516"/>
                  <a:pt x="1526918" y="25043"/>
                  <a:pt x="1530565" y="25043"/>
                </a:cubicBezTo>
                <a:cubicBezTo>
                  <a:pt x="1536057" y="25043"/>
                  <a:pt x="1540879" y="25840"/>
                  <a:pt x="1545030" y="27432"/>
                </a:cubicBezTo>
                <a:cubicBezTo>
                  <a:pt x="1549182" y="29024"/>
                  <a:pt x="1552247" y="31180"/>
                  <a:pt x="1554224" y="33901"/>
                </a:cubicBezTo>
                <a:cubicBezTo>
                  <a:pt x="1556201" y="36621"/>
                  <a:pt x="1557563" y="40259"/>
                  <a:pt x="1558310" y="44814"/>
                </a:cubicBezTo>
                <a:lnTo>
                  <a:pt x="1546711" y="46396"/>
                </a:lnTo>
                <a:cubicBezTo>
                  <a:pt x="1546184" y="42793"/>
                  <a:pt x="1544657" y="39981"/>
                  <a:pt x="1542131" y="37960"/>
                </a:cubicBezTo>
                <a:cubicBezTo>
                  <a:pt x="1539604" y="35939"/>
                  <a:pt x="1536035" y="34929"/>
                  <a:pt x="1531421" y="34929"/>
                </a:cubicBezTo>
                <a:cubicBezTo>
                  <a:pt x="1525973" y="34929"/>
                  <a:pt x="1522085" y="35825"/>
                  <a:pt x="1519757" y="37618"/>
                </a:cubicBezTo>
                <a:cubicBezTo>
                  <a:pt x="1517428" y="39410"/>
                  <a:pt x="1516264" y="41509"/>
                  <a:pt x="1516264" y="43914"/>
                </a:cubicBezTo>
                <a:cubicBezTo>
                  <a:pt x="1516264" y="45444"/>
                  <a:pt x="1516747" y="46821"/>
                  <a:pt x="1517714" y="48046"/>
                </a:cubicBezTo>
                <a:cubicBezTo>
                  <a:pt x="1518680" y="49313"/>
                  <a:pt x="1520196" y="50362"/>
                  <a:pt x="1522261" y="51192"/>
                </a:cubicBezTo>
                <a:cubicBezTo>
                  <a:pt x="1523447" y="51630"/>
                  <a:pt x="1526940" y="52636"/>
                  <a:pt x="1532739" y="54210"/>
                </a:cubicBezTo>
                <a:cubicBezTo>
                  <a:pt x="1541131" y="56449"/>
                  <a:pt x="1546986" y="58282"/>
                  <a:pt x="1550303" y="59708"/>
                </a:cubicBezTo>
                <a:cubicBezTo>
                  <a:pt x="1553620" y="61135"/>
                  <a:pt x="1556223" y="63209"/>
                  <a:pt x="1558112" y="65932"/>
                </a:cubicBezTo>
                <a:cubicBezTo>
                  <a:pt x="1560001" y="68653"/>
                  <a:pt x="1560946" y="72033"/>
                  <a:pt x="1560946" y="76071"/>
                </a:cubicBezTo>
                <a:cubicBezTo>
                  <a:pt x="1560946" y="80022"/>
                  <a:pt x="1559793" y="83743"/>
                  <a:pt x="1557486" y="87233"/>
                </a:cubicBezTo>
                <a:cubicBezTo>
                  <a:pt x="1555180" y="90722"/>
                  <a:pt x="1551851" y="93421"/>
                  <a:pt x="1547502" y="95331"/>
                </a:cubicBezTo>
                <a:cubicBezTo>
                  <a:pt x="1543152" y="97241"/>
                  <a:pt x="1538231" y="98196"/>
                  <a:pt x="1532739" y="98196"/>
                </a:cubicBezTo>
                <a:cubicBezTo>
                  <a:pt x="1523645" y="98196"/>
                  <a:pt x="1516714" y="96301"/>
                  <a:pt x="1511947" y="92512"/>
                </a:cubicBezTo>
                <a:cubicBezTo>
                  <a:pt x="1507180" y="88722"/>
                  <a:pt x="1504137" y="83104"/>
                  <a:pt x="1502819" y="75657"/>
                </a:cubicBezTo>
                <a:close/>
                <a:moveTo>
                  <a:pt x="1600949" y="86136"/>
                </a:moveTo>
                <a:lnTo>
                  <a:pt x="1602663" y="96614"/>
                </a:lnTo>
                <a:cubicBezTo>
                  <a:pt x="1599324" y="97229"/>
                  <a:pt x="1596336" y="97537"/>
                  <a:pt x="1593700" y="97537"/>
                </a:cubicBezTo>
                <a:cubicBezTo>
                  <a:pt x="1589394" y="97537"/>
                  <a:pt x="1586055" y="96856"/>
                  <a:pt x="1583683" y="95494"/>
                </a:cubicBezTo>
                <a:cubicBezTo>
                  <a:pt x="1581310" y="94132"/>
                  <a:pt x="1579641" y="92341"/>
                  <a:pt x="1578674" y="90123"/>
                </a:cubicBezTo>
                <a:cubicBezTo>
                  <a:pt x="1577708" y="87904"/>
                  <a:pt x="1577224" y="83236"/>
                  <a:pt x="1577224" y="76118"/>
                </a:cubicBezTo>
                <a:lnTo>
                  <a:pt x="1577224" y="35851"/>
                </a:lnTo>
                <a:lnTo>
                  <a:pt x="1568525" y="35851"/>
                </a:lnTo>
                <a:lnTo>
                  <a:pt x="1568525" y="26625"/>
                </a:lnTo>
                <a:lnTo>
                  <a:pt x="1577224" y="26625"/>
                </a:lnTo>
                <a:lnTo>
                  <a:pt x="1577224" y="9245"/>
                </a:lnTo>
                <a:lnTo>
                  <a:pt x="1589021" y="2109"/>
                </a:lnTo>
                <a:lnTo>
                  <a:pt x="1589021" y="26625"/>
                </a:lnTo>
                <a:lnTo>
                  <a:pt x="1600949" y="26625"/>
                </a:lnTo>
                <a:lnTo>
                  <a:pt x="1600949" y="35851"/>
                </a:lnTo>
                <a:lnTo>
                  <a:pt x="1589021" y="35851"/>
                </a:lnTo>
                <a:lnTo>
                  <a:pt x="1589021" y="76777"/>
                </a:lnTo>
                <a:cubicBezTo>
                  <a:pt x="1589021" y="80160"/>
                  <a:pt x="1589230" y="82335"/>
                  <a:pt x="1589647" y="83302"/>
                </a:cubicBezTo>
                <a:cubicBezTo>
                  <a:pt x="1590064" y="84268"/>
                  <a:pt x="1590745" y="85037"/>
                  <a:pt x="1591690" y="85608"/>
                </a:cubicBezTo>
                <a:cubicBezTo>
                  <a:pt x="1592635" y="86179"/>
                  <a:pt x="1593986" y="86465"/>
                  <a:pt x="1595743" y="86465"/>
                </a:cubicBezTo>
                <a:cubicBezTo>
                  <a:pt x="1597061" y="86465"/>
                  <a:pt x="1598797" y="86355"/>
                  <a:pt x="1600949" y="86136"/>
                </a:cubicBezTo>
                <a:close/>
                <a:moveTo>
                  <a:pt x="1612637" y="13708"/>
                </a:moveTo>
                <a:lnTo>
                  <a:pt x="1612637" y="0"/>
                </a:lnTo>
                <a:lnTo>
                  <a:pt x="1624500" y="0"/>
                </a:lnTo>
                <a:lnTo>
                  <a:pt x="1624500" y="13708"/>
                </a:lnTo>
                <a:lnTo>
                  <a:pt x="1612637" y="13708"/>
                </a:lnTo>
                <a:moveTo>
                  <a:pt x="1612637" y="96614"/>
                </a:moveTo>
                <a:lnTo>
                  <a:pt x="1612637" y="26625"/>
                </a:lnTo>
                <a:lnTo>
                  <a:pt x="1624500" y="26625"/>
                </a:lnTo>
                <a:lnTo>
                  <a:pt x="1624500" y="96614"/>
                </a:lnTo>
                <a:lnTo>
                  <a:pt x="1612637" y="96614"/>
                </a:lnTo>
                <a:close/>
                <a:moveTo>
                  <a:pt x="1668434" y="86136"/>
                </a:moveTo>
                <a:lnTo>
                  <a:pt x="1670148" y="96614"/>
                </a:lnTo>
                <a:cubicBezTo>
                  <a:pt x="1666809" y="97229"/>
                  <a:pt x="1663821" y="97537"/>
                  <a:pt x="1661185" y="97537"/>
                </a:cubicBezTo>
                <a:cubicBezTo>
                  <a:pt x="1656879" y="97537"/>
                  <a:pt x="1653540" y="96856"/>
                  <a:pt x="1651168" y="95494"/>
                </a:cubicBezTo>
                <a:cubicBezTo>
                  <a:pt x="1648795" y="94132"/>
                  <a:pt x="1647126" y="92341"/>
                  <a:pt x="1646159" y="90123"/>
                </a:cubicBezTo>
                <a:cubicBezTo>
                  <a:pt x="1645193" y="87904"/>
                  <a:pt x="1644709" y="83236"/>
                  <a:pt x="1644709" y="76118"/>
                </a:cubicBezTo>
                <a:lnTo>
                  <a:pt x="1644709" y="35851"/>
                </a:lnTo>
                <a:lnTo>
                  <a:pt x="1636010" y="35851"/>
                </a:lnTo>
                <a:lnTo>
                  <a:pt x="1636010" y="26625"/>
                </a:lnTo>
                <a:lnTo>
                  <a:pt x="1644709" y="26625"/>
                </a:lnTo>
                <a:lnTo>
                  <a:pt x="1644709" y="9245"/>
                </a:lnTo>
                <a:lnTo>
                  <a:pt x="1656506" y="2109"/>
                </a:lnTo>
                <a:lnTo>
                  <a:pt x="1656506" y="26625"/>
                </a:lnTo>
                <a:lnTo>
                  <a:pt x="1668434" y="26625"/>
                </a:lnTo>
                <a:lnTo>
                  <a:pt x="1668434" y="35851"/>
                </a:lnTo>
                <a:lnTo>
                  <a:pt x="1656506" y="35851"/>
                </a:lnTo>
                <a:lnTo>
                  <a:pt x="1656506" y="76777"/>
                </a:lnTo>
                <a:cubicBezTo>
                  <a:pt x="1656506" y="80160"/>
                  <a:pt x="1656715" y="82335"/>
                  <a:pt x="1657132" y="83302"/>
                </a:cubicBezTo>
                <a:cubicBezTo>
                  <a:pt x="1657549" y="84268"/>
                  <a:pt x="1658230" y="85037"/>
                  <a:pt x="1659175" y="85608"/>
                </a:cubicBezTo>
                <a:cubicBezTo>
                  <a:pt x="1660120" y="86179"/>
                  <a:pt x="1661471" y="86465"/>
                  <a:pt x="1663228" y="86465"/>
                </a:cubicBezTo>
                <a:cubicBezTo>
                  <a:pt x="1664546" y="86465"/>
                  <a:pt x="1666282" y="86355"/>
                  <a:pt x="1668434" y="86136"/>
                </a:cubicBezTo>
                <a:close/>
                <a:moveTo>
                  <a:pt x="1725925" y="96614"/>
                </a:moveTo>
                <a:lnTo>
                  <a:pt x="1725925" y="86333"/>
                </a:lnTo>
                <a:cubicBezTo>
                  <a:pt x="1720477" y="94242"/>
                  <a:pt x="1713074" y="98196"/>
                  <a:pt x="1703716" y="98196"/>
                </a:cubicBezTo>
                <a:cubicBezTo>
                  <a:pt x="1699586" y="98196"/>
                  <a:pt x="1695730" y="97405"/>
                  <a:pt x="1692150" y="95823"/>
                </a:cubicBezTo>
                <a:cubicBezTo>
                  <a:pt x="1688569" y="94242"/>
                  <a:pt x="1685911" y="92254"/>
                  <a:pt x="1684175" y="89859"/>
                </a:cubicBezTo>
                <a:cubicBezTo>
                  <a:pt x="1682440" y="87465"/>
                  <a:pt x="1681221" y="84532"/>
                  <a:pt x="1680518" y="81061"/>
                </a:cubicBezTo>
                <a:cubicBezTo>
                  <a:pt x="1680034" y="78732"/>
                  <a:pt x="1679793" y="75042"/>
                  <a:pt x="1679793" y="69989"/>
                </a:cubicBezTo>
                <a:lnTo>
                  <a:pt x="1679793" y="26625"/>
                </a:lnTo>
                <a:lnTo>
                  <a:pt x="1691655" y="26625"/>
                </a:lnTo>
                <a:lnTo>
                  <a:pt x="1691655" y="65442"/>
                </a:lnTo>
                <a:cubicBezTo>
                  <a:pt x="1691655" y="71637"/>
                  <a:pt x="1691897" y="75811"/>
                  <a:pt x="1692380" y="77964"/>
                </a:cubicBezTo>
                <a:cubicBezTo>
                  <a:pt x="1693127" y="81083"/>
                  <a:pt x="1694709" y="83532"/>
                  <a:pt x="1697125" y="85312"/>
                </a:cubicBezTo>
                <a:cubicBezTo>
                  <a:pt x="1699542" y="87091"/>
                  <a:pt x="1702529" y="87981"/>
                  <a:pt x="1706088" y="87981"/>
                </a:cubicBezTo>
                <a:cubicBezTo>
                  <a:pt x="1709647" y="87981"/>
                  <a:pt x="1712986" y="87069"/>
                  <a:pt x="1716105" y="85246"/>
                </a:cubicBezTo>
                <a:cubicBezTo>
                  <a:pt x="1719225" y="83423"/>
                  <a:pt x="1721433" y="80940"/>
                  <a:pt x="1722729" y="77799"/>
                </a:cubicBezTo>
                <a:cubicBezTo>
                  <a:pt x="1724025" y="74657"/>
                  <a:pt x="1724673" y="70099"/>
                  <a:pt x="1724673" y="64124"/>
                </a:cubicBezTo>
                <a:lnTo>
                  <a:pt x="1724673" y="26625"/>
                </a:lnTo>
                <a:lnTo>
                  <a:pt x="1736535" y="26625"/>
                </a:lnTo>
                <a:lnTo>
                  <a:pt x="1736535" y="96614"/>
                </a:lnTo>
                <a:lnTo>
                  <a:pt x="1725925" y="96614"/>
                </a:lnTo>
                <a:close/>
                <a:moveTo>
                  <a:pt x="1780999" y="86136"/>
                </a:moveTo>
                <a:lnTo>
                  <a:pt x="1782713" y="96614"/>
                </a:lnTo>
                <a:cubicBezTo>
                  <a:pt x="1779373" y="97229"/>
                  <a:pt x="1776386" y="97537"/>
                  <a:pt x="1773750" y="97537"/>
                </a:cubicBezTo>
                <a:cubicBezTo>
                  <a:pt x="1769444" y="97537"/>
                  <a:pt x="1766105" y="96856"/>
                  <a:pt x="1763732" y="95494"/>
                </a:cubicBezTo>
                <a:cubicBezTo>
                  <a:pt x="1761360" y="94132"/>
                  <a:pt x="1759690" y="92341"/>
                  <a:pt x="1758724" y="90123"/>
                </a:cubicBezTo>
                <a:cubicBezTo>
                  <a:pt x="1757757" y="87904"/>
                  <a:pt x="1757274" y="83236"/>
                  <a:pt x="1757274" y="76118"/>
                </a:cubicBezTo>
                <a:lnTo>
                  <a:pt x="1757274" y="35851"/>
                </a:lnTo>
                <a:lnTo>
                  <a:pt x="1748575" y="35851"/>
                </a:lnTo>
                <a:lnTo>
                  <a:pt x="1748575" y="26625"/>
                </a:lnTo>
                <a:lnTo>
                  <a:pt x="1757274" y="26625"/>
                </a:lnTo>
                <a:lnTo>
                  <a:pt x="1757274" y="9245"/>
                </a:lnTo>
                <a:lnTo>
                  <a:pt x="1769071" y="2109"/>
                </a:lnTo>
                <a:lnTo>
                  <a:pt x="1769071" y="26625"/>
                </a:lnTo>
                <a:lnTo>
                  <a:pt x="1780999" y="26625"/>
                </a:lnTo>
                <a:lnTo>
                  <a:pt x="1780999" y="35851"/>
                </a:lnTo>
                <a:lnTo>
                  <a:pt x="1769071" y="35851"/>
                </a:lnTo>
                <a:lnTo>
                  <a:pt x="1769071" y="76777"/>
                </a:lnTo>
                <a:cubicBezTo>
                  <a:pt x="1769071" y="80160"/>
                  <a:pt x="1769279" y="82335"/>
                  <a:pt x="1769697" y="83302"/>
                </a:cubicBezTo>
                <a:cubicBezTo>
                  <a:pt x="1770114" y="84268"/>
                  <a:pt x="1770795" y="85037"/>
                  <a:pt x="1771740" y="85608"/>
                </a:cubicBezTo>
                <a:cubicBezTo>
                  <a:pt x="1772684" y="86179"/>
                  <a:pt x="1774035" y="86465"/>
                  <a:pt x="1775793" y="86465"/>
                </a:cubicBezTo>
                <a:cubicBezTo>
                  <a:pt x="1777111" y="86465"/>
                  <a:pt x="1778846" y="86355"/>
                  <a:pt x="1780999" y="86136"/>
                </a:cubicBezTo>
                <a:close/>
                <a:moveTo>
                  <a:pt x="1792687" y="13708"/>
                </a:moveTo>
                <a:lnTo>
                  <a:pt x="1792687" y="0"/>
                </a:lnTo>
                <a:lnTo>
                  <a:pt x="1804549" y="0"/>
                </a:lnTo>
                <a:lnTo>
                  <a:pt x="1804549" y="13708"/>
                </a:lnTo>
                <a:lnTo>
                  <a:pt x="1792687" y="13708"/>
                </a:lnTo>
                <a:moveTo>
                  <a:pt x="1792687" y="96614"/>
                </a:moveTo>
                <a:lnTo>
                  <a:pt x="1792687" y="26625"/>
                </a:lnTo>
                <a:lnTo>
                  <a:pt x="1804549" y="26625"/>
                </a:lnTo>
                <a:lnTo>
                  <a:pt x="1804549" y="96614"/>
                </a:lnTo>
                <a:lnTo>
                  <a:pt x="1792687" y="96614"/>
                </a:lnTo>
                <a:close/>
                <a:moveTo>
                  <a:pt x="1818169" y="61620"/>
                </a:moveTo>
                <a:cubicBezTo>
                  <a:pt x="1818169" y="48659"/>
                  <a:pt x="1821771" y="39059"/>
                  <a:pt x="1828977" y="32820"/>
                </a:cubicBezTo>
                <a:cubicBezTo>
                  <a:pt x="1834996" y="27635"/>
                  <a:pt x="1842333" y="25043"/>
                  <a:pt x="1850988" y="25043"/>
                </a:cubicBezTo>
                <a:cubicBezTo>
                  <a:pt x="1860610" y="25043"/>
                  <a:pt x="1868475" y="28196"/>
                  <a:pt x="1874582" y="34500"/>
                </a:cubicBezTo>
                <a:cubicBezTo>
                  <a:pt x="1880689" y="40805"/>
                  <a:pt x="1883742" y="49515"/>
                  <a:pt x="1883742" y="60631"/>
                </a:cubicBezTo>
                <a:cubicBezTo>
                  <a:pt x="1883742" y="69638"/>
                  <a:pt x="1882391" y="76722"/>
                  <a:pt x="1879689" y="81885"/>
                </a:cubicBezTo>
                <a:cubicBezTo>
                  <a:pt x="1876987" y="87047"/>
                  <a:pt x="1873055" y="91056"/>
                  <a:pt x="1867893" y="93912"/>
                </a:cubicBezTo>
                <a:cubicBezTo>
                  <a:pt x="1862730" y="96768"/>
                  <a:pt x="1857095" y="98196"/>
                  <a:pt x="1850988" y="98196"/>
                </a:cubicBezTo>
                <a:cubicBezTo>
                  <a:pt x="1841191" y="98196"/>
                  <a:pt x="1833271" y="95054"/>
                  <a:pt x="1827230" y="88772"/>
                </a:cubicBezTo>
                <a:cubicBezTo>
                  <a:pt x="1821189" y="82489"/>
                  <a:pt x="1818169" y="73438"/>
                  <a:pt x="1818169" y="61620"/>
                </a:cubicBezTo>
                <a:moveTo>
                  <a:pt x="1830361" y="61587"/>
                </a:moveTo>
                <a:cubicBezTo>
                  <a:pt x="1830361" y="70516"/>
                  <a:pt x="1832316" y="77203"/>
                  <a:pt x="1836226" y="81646"/>
                </a:cubicBezTo>
                <a:cubicBezTo>
                  <a:pt x="1840136" y="86089"/>
                  <a:pt x="1845057" y="88310"/>
                  <a:pt x="1850988" y="88310"/>
                </a:cubicBezTo>
                <a:cubicBezTo>
                  <a:pt x="1856876" y="88310"/>
                  <a:pt x="1861775" y="86078"/>
                  <a:pt x="1865685" y="81613"/>
                </a:cubicBezTo>
                <a:cubicBezTo>
                  <a:pt x="1869595" y="77148"/>
                  <a:pt x="1871550" y="70341"/>
                  <a:pt x="1871550" y="61193"/>
                </a:cubicBezTo>
                <a:cubicBezTo>
                  <a:pt x="1871550" y="52570"/>
                  <a:pt x="1869584" y="46036"/>
                  <a:pt x="1865652" y="41593"/>
                </a:cubicBezTo>
                <a:cubicBezTo>
                  <a:pt x="1861720" y="37150"/>
                  <a:pt x="1856832" y="34929"/>
                  <a:pt x="1850988" y="34929"/>
                </a:cubicBezTo>
                <a:cubicBezTo>
                  <a:pt x="1845057" y="34929"/>
                  <a:pt x="1840136" y="37139"/>
                  <a:pt x="1836226" y="41560"/>
                </a:cubicBezTo>
                <a:cubicBezTo>
                  <a:pt x="1832316" y="45981"/>
                  <a:pt x="1830361" y="52657"/>
                  <a:pt x="1830361" y="61587"/>
                </a:cubicBezTo>
                <a:close/>
                <a:moveTo>
                  <a:pt x="1897627" y="96614"/>
                </a:moveTo>
                <a:lnTo>
                  <a:pt x="1897627" y="26625"/>
                </a:lnTo>
                <a:lnTo>
                  <a:pt x="1908304" y="26625"/>
                </a:lnTo>
                <a:lnTo>
                  <a:pt x="1908304" y="36510"/>
                </a:lnTo>
                <a:cubicBezTo>
                  <a:pt x="1913444" y="28866"/>
                  <a:pt x="1920869" y="25043"/>
                  <a:pt x="1930579" y="25043"/>
                </a:cubicBezTo>
                <a:cubicBezTo>
                  <a:pt x="1934797" y="25043"/>
                  <a:pt x="1938674" y="25801"/>
                  <a:pt x="1942211" y="27317"/>
                </a:cubicBezTo>
                <a:cubicBezTo>
                  <a:pt x="1945748" y="28833"/>
                  <a:pt x="1948395" y="30821"/>
                  <a:pt x="1950152" y="33281"/>
                </a:cubicBezTo>
                <a:cubicBezTo>
                  <a:pt x="1951910" y="35742"/>
                  <a:pt x="1953140" y="38663"/>
                  <a:pt x="1953843" y="42046"/>
                </a:cubicBezTo>
                <a:cubicBezTo>
                  <a:pt x="1954282" y="44243"/>
                  <a:pt x="1954502" y="48087"/>
                  <a:pt x="1954502" y="53579"/>
                </a:cubicBezTo>
                <a:lnTo>
                  <a:pt x="1954502" y="96614"/>
                </a:lnTo>
                <a:lnTo>
                  <a:pt x="1942639" y="96614"/>
                </a:lnTo>
                <a:lnTo>
                  <a:pt x="1942639" y="53995"/>
                </a:lnTo>
                <a:cubicBezTo>
                  <a:pt x="1942639" y="49157"/>
                  <a:pt x="1942178" y="45539"/>
                  <a:pt x="1941255" y="43142"/>
                </a:cubicBezTo>
                <a:cubicBezTo>
                  <a:pt x="1940333" y="40745"/>
                  <a:pt x="1938696" y="38831"/>
                  <a:pt x="1936346" y="37402"/>
                </a:cubicBezTo>
                <a:cubicBezTo>
                  <a:pt x="1933995" y="35973"/>
                  <a:pt x="1931238" y="35258"/>
                  <a:pt x="1928075" y="35258"/>
                </a:cubicBezTo>
                <a:cubicBezTo>
                  <a:pt x="1923022" y="35258"/>
                  <a:pt x="1918662" y="36864"/>
                  <a:pt x="1914993" y="40075"/>
                </a:cubicBezTo>
                <a:cubicBezTo>
                  <a:pt x="1911324" y="43285"/>
                  <a:pt x="1909490" y="49377"/>
                  <a:pt x="1909490" y="58349"/>
                </a:cubicBezTo>
                <a:lnTo>
                  <a:pt x="1909490" y="96614"/>
                </a:lnTo>
                <a:lnTo>
                  <a:pt x="1897627" y="96614"/>
                </a:lnTo>
                <a:close/>
                <a:moveTo>
                  <a:pt x="2018342" y="87973"/>
                </a:moveTo>
                <a:cubicBezTo>
                  <a:pt x="2013948" y="91710"/>
                  <a:pt x="2009719" y="94348"/>
                  <a:pt x="2005655" y="95887"/>
                </a:cubicBezTo>
                <a:cubicBezTo>
                  <a:pt x="2001591" y="97426"/>
                  <a:pt x="1997231" y="98196"/>
                  <a:pt x="1992573" y="98196"/>
                </a:cubicBezTo>
                <a:cubicBezTo>
                  <a:pt x="1984885" y="98196"/>
                  <a:pt x="1978975" y="96316"/>
                  <a:pt x="1974845" y="92557"/>
                </a:cubicBezTo>
                <a:cubicBezTo>
                  <a:pt x="1970715" y="88798"/>
                  <a:pt x="1968650" y="83994"/>
                  <a:pt x="1968650" y="78147"/>
                </a:cubicBezTo>
                <a:cubicBezTo>
                  <a:pt x="1968650" y="74719"/>
                  <a:pt x="1969430" y="71587"/>
                  <a:pt x="1970990" y="68752"/>
                </a:cubicBezTo>
                <a:cubicBezTo>
                  <a:pt x="1972550" y="65915"/>
                  <a:pt x="1974593" y="63639"/>
                  <a:pt x="1977119" y="61924"/>
                </a:cubicBezTo>
                <a:cubicBezTo>
                  <a:pt x="1979645" y="60209"/>
                  <a:pt x="1982490" y="58913"/>
                  <a:pt x="1985654" y="58034"/>
                </a:cubicBezTo>
                <a:cubicBezTo>
                  <a:pt x="1987982" y="57418"/>
                  <a:pt x="1991497" y="56824"/>
                  <a:pt x="1996198" y="56253"/>
                </a:cubicBezTo>
                <a:cubicBezTo>
                  <a:pt x="2005776" y="55118"/>
                  <a:pt x="2012828" y="53766"/>
                  <a:pt x="2017353" y="52195"/>
                </a:cubicBezTo>
                <a:cubicBezTo>
                  <a:pt x="2017397" y="50577"/>
                  <a:pt x="2017419" y="49548"/>
                  <a:pt x="2017419" y="49110"/>
                </a:cubicBezTo>
                <a:cubicBezTo>
                  <a:pt x="2017419" y="44295"/>
                  <a:pt x="2016299" y="40903"/>
                  <a:pt x="2014058" y="38934"/>
                </a:cubicBezTo>
                <a:cubicBezTo>
                  <a:pt x="2011026" y="36264"/>
                  <a:pt x="2006523" y="34929"/>
                  <a:pt x="2000548" y="34929"/>
                </a:cubicBezTo>
                <a:cubicBezTo>
                  <a:pt x="1994968" y="34929"/>
                  <a:pt x="1990849" y="35906"/>
                  <a:pt x="1988191" y="37861"/>
                </a:cubicBezTo>
                <a:cubicBezTo>
                  <a:pt x="1985533" y="39817"/>
                  <a:pt x="1983567" y="43276"/>
                  <a:pt x="1982292" y="48241"/>
                </a:cubicBezTo>
                <a:lnTo>
                  <a:pt x="1970693" y="46660"/>
                </a:lnTo>
                <a:cubicBezTo>
                  <a:pt x="1971748" y="41680"/>
                  <a:pt x="1973483" y="37658"/>
                  <a:pt x="1975900" y="34595"/>
                </a:cubicBezTo>
                <a:cubicBezTo>
                  <a:pt x="1978316" y="31532"/>
                  <a:pt x="1981809" y="29175"/>
                  <a:pt x="1986378" y="27523"/>
                </a:cubicBezTo>
                <a:cubicBezTo>
                  <a:pt x="1990948" y="25870"/>
                  <a:pt x="1996242" y="25043"/>
                  <a:pt x="2002261" y="25043"/>
                </a:cubicBezTo>
                <a:cubicBezTo>
                  <a:pt x="2008236" y="25043"/>
                  <a:pt x="2013091" y="25746"/>
                  <a:pt x="2016826" y="27152"/>
                </a:cubicBezTo>
                <a:cubicBezTo>
                  <a:pt x="2020560" y="28558"/>
                  <a:pt x="2023306" y="30326"/>
                  <a:pt x="2025064" y="32457"/>
                </a:cubicBezTo>
                <a:cubicBezTo>
                  <a:pt x="2026821" y="34588"/>
                  <a:pt x="2028051" y="37279"/>
                  <a:pt x="2028754" y="40531"/>
                </a:cubicBezTo>
                <a:cubicBezTo>
                  <a:pt x="2029150" y="42552"/>
                  <a:pt x="2029347" y="46198"/>
                  <a:pt x="2029347" y="51470"/>
                </a:cubicBezTo>
                <a:lnTo>
                  <a:pt x="2029347" y="67287"/>
                </a:lnTo>
                <a:cubicBezTo>
                  <a:pt x="2029347" y="78315"/>
                  <a:pt x="2029600" y="85290"/>
                  <a:pt x="2030105" y="88212"/>
                </a:cubicBezTo>
                <a:cubicBezTo>
                  <a:pt x="2030611" y="91133"/>
                  <a:pt x="2031610" y="93934"/>
                  <a:pt x="2033104" y="96614"/>
                </a:cubicBezTo>
                <a:lnTo>
                  <a:pt x="2020714" y="96614"/>
                </a:lnTo>
                <a:cubicBezTo>
                  <a:pt x="2019484" y="94151"/>
                  <a:pt x="2018693" y="91271"/>
                  <a:pt x="2018342" y="87973"/>
                </a:cubicBezTo>
                <a:moveTo>
                  <a:pt x="2017353" y="61422"/>
                </a:moveTo>
                <a:cubicBezTo>
                  <a:pt x="2013047" y="63194"/>
                  <a:pt x="2006589" y="64701"/>
                  <a:pt x="1997977" y="65940"/>
                </a:cubicBezTo>
                <a:cubicBezTo>
                  <a:pt x="1993101" y="66646"/>
                  <a:pt x="1989652" y="67440"/>
                  <a:pt x="1987631" y="68323"/>
                </a:cubicBezTo>
                <a:cubicBezTo>
                  <a:pt x="1985610" y="69205"/>
                  <a:pt x="1984050" y="70495"/>
                  <a:pt x="1982951" y="72195"/>
                </a:cubicBezTo>
                <a:cubicBezTo>
                  <a:pt x="1981853" y="73893"/>
                  <a:pt x="1981304" y="75779"/>
                  <a:pt x="1981304" y="77852"/>
                </a:cubicBezTo>
                <a:cubicBezTo>
                  <a:pt x="1981304" y="81028"/>
                  <a:pt x="1982501" y="83675"/>
                  <a:pt x="1984896" y="85794"/>
                </a:cubicBezTo>
                <a:cubicBezTo>
                  <a:pt x="1987290" y="87911"/>
                  <a:pt x="1990794" y="88969"/>
                  <a:pt x="1995407" y="88969"/>
                </a:cubicBezTo>
                <a:cubicBezTo>
                  <a:pt x="1999976" y="88969"/>
                  <a:pt x="2004041" y="87965"/>
                  <a:pt x="2007599" y="85956"/>
                </a:cubicBezTo>
                <a:cubicBezTo>
                  <a:pt x="2011158" y="83948"/>
                  <a:pt x="2013772" y="81200"/>
                  <a:pt x="2015442" y="77712"/>
                </a:cubicBezTo>
                <a:cubicBezTo>
                  <a:pt x="2016716" y="75018"/>
                  <a:pt x="2017353" y="71045"/>
                  <a:pt x="2017353" y="65792"/>
                </a:cubicBezTo>
                <a:lnTo>
                  <a:pt x="2017353" y="61422"/>
                </a:lnTo>
                <a:close/>
                <a:moveTo>
                  <a:pt x="2047450" y="96614"/>
                </a:moveTo>
                <a:lnTo>
                  <a:pt x="2047450" y="0"/>
                </a:lnTo>
                <a:lnTo>
                  <a:pt x="2059313" y="0"/>
                </a:lnTo>
                <a:lnTo>
                  <a:pt x="2059313" y="96614"/>
                </a:lnTo>
                <a:lnTo>
                  <a:pt x="2047450" y="96614"/>
                </a:lnTo>
                <a:close/>
                <a:moveTo>
                  <a:pt x="2115067" y="96614"/>
                </a:moveTo>
                <a:lnTo>
                  <a:pt x="2115067" y="26625"/>
                </a:lnTo>
                <a:lnTo>
                  <a:pt x="2125743" y="26625"/>
                </a:lnTo>
                <a:lnTo>
                  <a:pt x="2125743" y="37169"/>
                </a:lnTo>
                <a:cubicBezTo>
                  <a:pt x="2128467" y="32232"/>
                  <a:pt x="2130983" y="28977"/>
                  <a:pt x="2133289" y="27403"/>
                </a:cubicBezTo>
                <a:cubicBezTo>
                  <a:pt x="2135596" y="25830"/>
                  <a:pt x="2138133" y="25043"/>
                  <a:pt x="2140901" y="25043"/>
                </a:cubicBezTo>
                <a:cubicBezTo>
                  <a:pt x="2144899" y="25043"/>
                  <a:pt x="2148963" y="26312"/>
                  <a:pt x="2153093" y="28849"/>
                </a:cubicBezTo>
                <a:lnTo>
                  <a:pt x="2149007" y="39806"/>
                </a:lnTo>
                <a:cubicBezTo>
                  <a:pt x="2146108" y="38092"/>
                  <a:pt x="2143208" y="37235"/>
                  <a:pt x="2140308" y="37235"/>
                </a:cubicBezTo>
                <a:cubicBezTo>
                  <a:pt x="2137716" y="37235"/>
                  <a:pt x="2135387" y="38017"/>
                  <a:pt x="2133322" y="39579"/>
                </a:cubicBezTo>
                <a:cubicBezTo>
                  <a:pt x="2131257" y="41140"/>
                  <a:pt x="2129786" y="43306"/>
                  <a:pt x="2128907" y="46077"/>
                </a:cubicBezTo>
                <a:cubicBezTo>
                  <a:pt x="2127589" y="50299"/>
                  <a:pt x="2126930" y="54917"/>
                  <a:pt x="2126930" y="59931"/>
                </a:cubicBezTo>
                <a:lnTo>
                  <a:pt x="2126930" y="96614"/>
                </a:lnTo>
                <a:lnTo>
                  <a:pt x="2115067" y="96614"/>
                </a:lnTo>
                <a:close/>
                <a:moveTo>
                  <a:pt x="2160210" y="13708"/>
                </a:moveTo>
                <a:lnTo>
                  <a:pt x="2160210" y="0"/>
                </a:lnTo>
                <a:lnTo>
                  <a:pt x="2172072" y="0"/>
                </a:lnTo>
                <a:lnTo>
                  <a:pt x="2172072" y="13708"/>
                </a:lnTo>
                <a:lnTo>
                  <a:pt x="2160210" y="13708"/>
                </a:lnTo>
                <a:moveTo>
                  <a:pt x="2160210" y="96614"/>
                </a:moveTo>
                <a:lnTo>
                  <a:pt x="2160210" y="26625"/>
                </a:lnTo>
                <a:lnTo>
                  <a:pt x="2172072" y="26625"/>
                </a:lnTo>
                <a:lnTo>
                  <a:pt x="2172072" y="96614"/>
                </a:lnTo>
                <a:lnTo>
                  <a:pt x="2160210" y="96614"/>
                </a:lnTo>
                <a:close/>
                <a:moveTo>
                  <a:pt x="2187932" y="102414"/>
                </a:moveTo>
                <a:lnTo>
                  <a:pt x="2199465" y="104127"/>
                </a:lnTo>
                <a:cubicBezTo>
                  <a:pt x="2199948" y="107686"/>
                  <a:pt x="2201288" y="110278"/>
                  <a:pt x="2203485" y="111904"/>
                </a:cubicBezTo>
                <a:cubicBezTo>
                  <a:pt x="2206429" y="114101"/>
                  <a:pt x="2210449" y="115199"/>
                  <a:pt x="2215546" y="115199"/>
                </a:cubicBezTo>
                <a:cubicBezTo>
                  <a:pt x="2221037" y="115199"/>
                  <a:pt x="2225277" y="114098"/>
                  <a:pt x="2228265" y="111895"/>
                </a:cubicBezTo>
                <a:cubicBezTo>
                  <a:pt x="2231252" y="109695"/>
                  <a:pt x="2233274" y="106612"/>
                  <a:pt x="2234328" y="102648"/>
                </a:cubicBezTo>
                <a:cubicBezTo>
                  <a:pt x="2234943" y="100228"/>
                  <a:pt x="2235229" y="95142"/>
                  <a:pt x="2235185" y="87392"/>
                </a:cubicBezTo>
                <a:cubicBezTo>
                  <a:pt x="2230000" y="93540"/>
                  <a:pt x="2223542" y="96614"/>
                  <a:pt x="2215809" y="96614"/>
                </a:cubicBezTo>
                <a:cubicBezTo>
                  <a:pt x="2206187" y="96614"/>
                  <a:pt x="2198740" y="93143"/>
                  <a:pt x="2193468" y="86201"/>
                </a:cubicBezTo>
                <a:cubicBezTo>
                  <a:pt x="2188196" y="79260"/>
                  <a:pt x="2185560" y="70934"/>
                  <a:pt x="2185560" y="61224"/>
                </a:cubicBezTo>
                <a:cubicBezTo>
                  <a:pt x="2185560" y="54546"/>
                  <a:pt x="2186768" y="48384"/>
                  <a:pt x="2189184" y="42738"/>
                </a:cubicBezTo>
                <a:cubicBezTo>
                  <a:pt x="2191601" y="37093"/>
                  <a:pt x="2195105" y="32732"/>
                  <a:pt x="2199696" y="29656"/>
                </a:cubicBezTo>
                <a:cubicBezTo>
                  <a:pt x="2204287" y="26581"/>
                  <a:pt x="2209680" y="25043"/>
                  <a:pt x="2215875" y="25043"/>
                </a:cubicBezTo>
                <a:cubicBezTo>
                  <a:pt x="2224135" y="25043"/>
                  <a:pt x="2230945" y="28404"/>
                  <a:pt x="2236305" y="35126"/>
                </a:cubicBezTo>
                <a:lnTo>
                  <a:pt x="2236305" y="26625"/>
                </a:lnTo>
                <a:lnTo>
                  <a:pt x="2247245" y="26625"/>
                </a:lnTo>
                <a:lnTo>
                  <a:pt x="2247245" y="87165"/>
                </a:lnTo>
                <a:cubicBezTo>
                  <a:pt x="2247245" y="98068"/>
                  <a:pt x="2246136" y="105795"/>
                  <a:pt x="2243917" y="110345"/>
                </a:cubicBezTo>
                <a:cubicBezTo>
                  <a:pt x="2241698" y="114895"/>
                  <a:pt x="2238183" y="118489"/>
                  <a:pt x="2233372" y="121126"/>
                </a:cubicBezTo>
                <a:cubicBezTo>
                  <a:pt x="2228561" y="123765"/>
                  <a:pt x="2222641" y="125084"/>
                  <a:pt x="2215611" y="125084"/>
                </a:cubicBezTo>
                <a:cubicBezTo>
                  <a:pt x="2207264" y="125084"/>
                  <a:pt x="2200520" y="123201"/>
                  <a:pt x="2195379" y="119433"/>
                </a:cubicBezTo>
                <a:cubicBezTo>
                  <a:pt x="2190239" y="115666"/>
                  <a:pt x="2187756" y="109993"/>
                  <a:pt x="2187932" y="102414"/>
                </a:cubicBezTo>
                <a:moveTo>
                  <a:pt x="2197752" y="60369"/>
                </a:moveTo>
                <a:cubicBezTo>
                  <a:pt x="2197752" y="69529"/>
                  <a:pt x="2199575" y="76212"/>
                  <a:pt x="2203222" y="80418"/>
                </a:cubicBezTo>
                <a:cubicBezTo>
                  <a:pt x="2206868" y="84625"/>
                  <a:pt x="2211438" y="86729"/>
                  <a:pt x="2216930" y="86729"/>
                </a:cubicBezTo>
                <a:cubicBezTo>
                  <a:pt x="2222378" y="86729"/>
                  <a:pt x="2226947" y="84636"/>
                  <a:pt x="2230637" y="80451"/>
                </a:cubicBezTo>
                <a:cubicBezTo>
                  <a:pt x="2234328" y="76267"/>
                  <a:pt x="2236173" y="69704"/>
                  <a:pt x="2236173" y="60763"/>
                </a:cubicBezTo>
                <a:cubicBezTo>
                  <a:pt x="2236173" y="52217"/>
                  <a:pt x="2234273" y="45775"/>
                  <a:pt x="2230473" y="41437"/>
                </a:cubicBezTo>
                <a:cubicBezTo>
                  <a:pt x="2226672" y="37098"/>
                  <a:pt x="2222092" y="34929"/>
                  <a:pt x="2216732" y="34929"/>
                </a:cubicBezTo>
                <a:cubicBezTo>
                  <a:pt x="2211460" y="34929"/>
                  <a:pt x="2206978" y="37065"/>
                  <a:pt x="2203288" y="41338"/>
                </a:cubicBezTo>
                <a:cubicBezTo>
                  <a:pt x="2199597" y="45611"/>
                  <a:pt x="2197752" y="51954"/>
                  <a:pt x="2197752" y="60369"/>
                </a:cubicBezTo>
                <a:close/>
                <a:moveTo>
                  <a:pt x="2265151" y="96614"/>
                </a:moveTo>
                <a:lnTo>
                  <a:pt x="2265151" y="0"/>
                </a:lnTo>
                <a:lnTo>
                  <a:pt x="2277013" y="0"/>
                </a:lnTo>
                <a:lnTo>
                  <a:pt x="2277013" y="34665"/>
                </a:lnTo>
                <a:cubicBezTo>
                  <a:pt x="2282549" y="28251"/>
                  <a:pt x="2289535" y="25043"/>
                  <a:pt x="2297970" y="25043"/>
                </a:cubicBezTo>
                <a:cubicBezTo>
                  <a:pt x="2303155" y="25043"/>
                  <a:pt x="2307658" y="26065"/>
                  <a:pt x="2311481" y="28108"/>
                </a:cubicBezTo>
                <a:cubicBezTo>
                  <a:pt x="2315303" y="30151"/>
                  <a:pt x="2318038" y="32974"/>
                  <a:pt x="2319685" y="36576"/>
                </a:cubicBezTo>
                <a:cubicBezTo>
                  <a:pt x="2321333" y="40179"/>
                  <a:pt x="2322157" y="45407"/>
                  <a:pt x="2322157" y="52261"/>
                </a:cubicBezTo>
                <a:lnTo>
                  <a:pt x="2322157" y="96614"/>
                </a:lnTo>
                <a:lnTo>
                  <a:pt x="2310294" y="96614"/>
                </a:lnTo>
                <a:lnTo>
                  <a:pt x="2310294" y="52261"/>
                </a:lnTo>
                <a:cubicBezTo>
                  <a:pt x="2310294" y="46330"/>
                  <a:pt x="2309009" y="42013"/>
                  <a:pt x="2306439" y="39311"/>
                </a:cubicBezTo>
                <a:cubicBezTo>
                  <a:pt x="2303869" y="36609"/>
                  <a:pt x="2300233" y="35258"/>
                  <a:pt x="2295532" y="35258"/>
                </a:cubicBezTo>
                <a:cubicBezTo>
                  <a:pt x="2292017" y="35258"/>
                  <a:pt x="2288711" y="36170"/>
                  <a:pt x="2285614" y="37993"/>
                </a:cubicBezTo>
                <a:cubicBezTo>
                  <a:pt x="2282516" y="39817"/>
                  <a:pt x="2280308" y="42288"/>
                  <a:pt x="2278990" y="45407"/>
                </a:cubicBezTo>
                <a:cubicBezTo>
                  <a:pt x="2277672" y="48527"/>
                  <a:pt x="2277013" y="52832"/>
                  <a:pt x="2277013" y="58324"/>
                </a:cubicBezTo>
                <a:lnTo>
                  <a:pt x="2277013" y="96614"/>
                </a:lnTo>
                <a:lnTo>
                  <a:pt x="2265151" y="96614"/>
                </a:lnTo>
                <a:close/>
                <a:moveTo>
                  <a:pt x="2366093" y="86136"/>
                </a:moveTo>
                <a:lnTo>
                  <a:pt x="2367807" y="96614"/>
                </a:lnTo>
                <a:cubicBezTo>
                  <a:pt x="2364468" y="97229"/>
                  <a:pt x="2361480" y="97537"/>
                  <a:pt x="2358844" y="97537"/>
                </a:cubicBezTo>
                <a:cubicBezTo>
                  <a:pt x="2354538" y="97537"/>
                  <a:pt x="2351199" y="96856"/>
                  <a:pt x="2348827" y="95494"/>
                </a:cubicBezTo>
                <a:cubicBezTo>
                  <a:pt x="2346454" y="94132"/>
                  <a:pt x="2344785" y="92341"/>
                  <a:pt x="2343818" y="90123"/>
                </a:cubicBezTo>
                <a:cubicBezTo>
                  <a:pt x="2342851" y="87904"/>
                  <a:pt x="2342368" y="83236"/>
                  <a:pt x="2342368" y="76118"/>
                </a:cubicBezTo>
                <a:lnTo>
                  <a:pt x="2342368" y="35851"/>
                </a:lnTo>
                <a:lnTo>
                  <a:pt x="2333669" y="35851"/>
                </a:lnTo>
                <a:lnTo>
                  <a:pt x="2333669" y="26625"/>
                </a:lnTo>
                <a:lnTo>
                  <a:pt x="2342368" y="26625"/>
                </a:lnTo>
                <a:lnTo>
                  <a:pt x="2342368" y="9245"/>
                </a:lnTo>
                <a:lnTo>
                  <a:pt x="2354165" y="2109"/>
                </a:lnTo>
                <a:lnTo>
                  <a:pt x="2354165" y="26625"/>
                </a:lnTo>
                <a:lnTo>
                  <a:pt x="2366093" y="26625"/>
                </a:lnTo>
                <a:lnTo>
                  <a:pt x="2366093" y="35851"/>
                </a:lnTo>
                <a:lnTo>
                  <a:pt x="2354165" y="35851"/>
                </a:lnTo>
                <a:lnTo>
                  <a:pt x="2354165" y="76777"/>
                </a:lnTo>
                <a:cubicBezTo>
                  <a:pt x="2354165" y="80160"/>
                  <a:pt x="2354374" y="82335"/>
                  <a:pt x="2354791" y="83302"/>
                </a:cubicBezTo>
                <a:cubicBezTo>
                  <a:pt x="2355208" y="84268"/>
                  <a:pt x="2355889" y="85037"/>
                  <a:pt x="2356834" y="85608"/>
                </a:cubicBezTo>
                <a:cubicBezTo>
                  <a:pt x="2357779" y="86179"/>
                  <a:pt x="2359130" y="86465"/>
                  <a:pt x="2360887" y="86465"/>
                </a:cubicBezTo>
                <a:cubicBezTo>
                  <a:pt x="2362205" y="86465"/>
                  <a:pt x="2363941" y="86355"/>
                  <a:pt x="2366093" y="86136"/>
                </a:cubicBezTo>
                <a:close/>
                <a:moveTo>
                  <a:pt x="2372970" y="75657"/>
                </a:moveTo>
                <a:lnTo>
                  <a:pt x="2384701" y="73812"/>
                </a:lnTo>
                <a:cubicBezTo>
                  <a:pt x="2385360" y="78492"/>
                  <a:pt x="2387194" y="82079"/>
                  <a:pt x="2390204" y="84572"/>
                </a:cubicBezTo>
                <a:cubicBezTo>
                  <a:pt x="2393213" y="87064"/>
                  <a:pt x="2397420" y="88310"/>
                  <a:pt x="2402824" y="88310"/>
                </a:cubicBezTo>
                <a:cubicBezTo>
                  <a:pt x="2408272" y="88310"/>
                  <a:pt x="2412314" y="87210"/>
                  <a:pt x="2414951" y="85009"/>
                </a:cubicBezTo>
                <a:cubicBezTo>
                  <a:pt x="2417587" y="82807"/>
                  <a:pt x="2418905" y="80224"/>
                  <a:pt x="2418905" y="77261"/>
                </a:cubicBezTo>
                <a:cubicBezTo>
                  <a:pt x="2418905" y="74602"/>
                  <a:pt x="2417740" y="72509"/>
                  <a:pt x="2415412" y="70984"/>
                </a:cubicBezTo>
                <a:cubicBezTo>
                  <a:pt x="2413786" y="69938"/>
                  <a:pt x="2409744" y="68608"/>
                  <a:pt x="2403286" y="66995"/>
                </a:cubicBezTo>
                <a:cubicBezTo>
                  <a:pt x="2394586" y="64797"/>
                  <a:pt x="2388556" y="62895"/>
                  <a:pt x="2385195" y="61290"/>
                </a:cubicBezTo>
                <a:cubicBezTo>
                  <a:pt x="2381834" y="59685"/>
                  <a:pt x="2379286" y="57464"/>
                  <a:pt x="2377550" y="54628"/>
                </a:cubicBezTo>
                <a:cubicBezTo>
                  <a:pt x="2375815" y="51791"/>
                  <a:pt x="2374947" y="48658"/>
                  <a:pt x="2374947" y="45228"/>
                </a:cubicBezTo>
                <a:cubicBezTo>
                  <a:pt x="2374947" y="42106"/>
                  <a:pt x="2375661" y="39214"/>
                  <a:pt x="2377089" y="36554"/>
                </a:cubicBezTo>
                <a:cubicBezTo>
                  <a:pt x="2378517" y="33893"/>
                  <a:pt x="2380461" y="31683"/>
                  <a:pt x="2382922" y="29924"/>
                </a:cubicBezTo>
                <a:cubicBezTo>
                  <a:pt x="2384767" y="28561"/>
                  <a:pt x="2387282" y="27407"/>
                  <a:pt x="2390467" y="26462"/>
                </a:cubicBezTo>
                <a:cubicBezTo>
                  <a:pt x="2393653" y="25516"/>
                  <a:pt x="2397069" y="25043"/>
                  <a:pt x="2400715" y="25043"/>
                </a:cubicBezTo>
                <a:cubicBezTo>
                  <a:pt x="2406207" y="25043"/>
                  <a:pt x="2411029" y="25840"/>
                  <a:pt x="2415181" y="27432"/>
                </a:cubicBezTo>
                <a:cubicBezTo>
                  <a:pt x="2419333" y="29024"/>
                  <a:pt x="2422398" y="31180"/>
                  <a:pt x="2424375" y="33901"/>
                </a:cubicBezTo>
                <a:cubicBezTo>
                  <a:pt x="2426352" y="36621"/>
                  <a:pt x="2427714" y="40259"/>
                  <a:pt x="2428461" y="44814"/>
                </a:cubicBezTo>
                <a:lnTo>
                  <a:pt x="2416862" y="46396"/>
                </a:lnTo>
                <a:cubicBezTo>
                  <a:pt x="2416335" y="42793"/>
                  <a:pt x="2414808" y="39981"/>
                  <a:pt x="2412281" y="37960"/>
                </a:cubicBezTo>
                <a:cubicBezTo>
                  <a:pt x="2409755" y="35939"/>
                  <a:pt x="2406185" y="34929"/>
                  <a:pt x="2401572" y="34929"/>
                </a:cubicBezTo>
                <a:cubicBezTo>
                  <a:pt x="2396124" y="34929"/>
                  <a:pt x="2392236" y="35825"/>
                  <a:pt x="2389907" y="37618"/>
                </a:cubicBezTo>
                <a:cubicBezTo>
                  <a:pt x="2387579" y="39410"/>
                  <a:pt x="2386414" y="41509"/>
                  <a:pt x="2386414" y="43914"/>
                </a:cubicBezTo>
                <a:cubicBezTo>
                  <a:pt x="2386414" y="45444"/>
                  <a:pt x="2386898" y="46821"/>
                  <a:pt x="2387864" y="48046"/>
                </a:cubicBezTo>
                <a:cubicBezTo>
                  <a:pt x="2388831" y="49313"/>
                  <a:pt x="2390347" y="50362"/>
                  <a:pt x="2392412" y="51192"/>
                </a:cubicBezTo>
                <a:cubicBezTo>
                  <a:pt x="2393598" y="51630"/>
                  <a:pt x="2397091" y="52636"/>
                  <a:pt x="2402890" y="54210"/>
                </a:cubicBezTo>
                <a:cubicBezTo>
                  <a:pt x="2411282" y="56449"/>
                  <a:pt x="2417136" y="58282"/>
                  <a:pt x="2420453" y="59708"/>
                </a:cubicBezTo>
                <a:cubicBezTo>
                  <a:pt x="2423771" y="61135"/>
                  <a:pt x="2426374" y="63209"/>
                  <a:pt x="2428263" y="65932"/>
                </a:cubicBezTo>
                <a:cubicBezTo>
                  <a:pt x="2430152" y="68653"/>
                  <a:pt x="2431097" y="72033"/>
                  <a:pt x="2431097" y="76071"/>
                </a:cubicBezTo>
                <a:cubicBezTo>
                  <a:pt x="2431097" y="80022"/>
                  <a:pt x="2429944" y="83743"/>
                  <a:pt x="2427637" y="87233"/>
                </a:cubicBezTo>
                <a:cubicBezTo>
                  <a:pt x="2425330" y="90722"/>
                  <a:pt x="2422002" y="93421"/>
                  <a:pt x="2417653" y="95331"/>
                </a:cubicBezTo>
                <a:cubicBezTo>
                  <a:pt x="2413303" y="97241"/>
                  <a:pt x="2408382" y="98196"/>
                  <a:pt x="2402890" y="98196"/>
                </a:cubicBezTo>
                <a:cubicBezTo>
                  <a:pt x="2393796" y="98196"/>
                  <a:pt x="2386865" y="96301"/>
                  <a:pt x="2382098" y="92512"/>
                </a:cubicBezTo>
                <a:cubicBezTo>
                  <a:pt x="2377331" y="88722"/>
                  <a:pt x="2374288" y="83104"/>
                  <a:pt x="2372970" y="75657"/>
                </a:cubicBezTo>
                <a:close/>
                <a:moveTo>
                  <a:pt x="2448561" y="96614"/>
                </a:moveTo>
                <a:lnTo>
                  <a:pt x="2448561" y="83038"/>
                </a:lnTo>
                <a:lnTo>
                  <a:pt x="2462071" y="83038"/>
                </a:lnTo>
                <a:lnTo>
                  <a:pt x="2462071" y="96614"/>
                </a:lnTo>
                <a:lnTo>
                  <a:pt x="2448561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....">
            <a:extLst xmlns:a="http://schemas.openxmlformats.org/drawingml/2006/main">
              <a:ext uri="{FF2B5EF4-FFF2-40B4-BE49-F238E27FC236}">
                <a16:creationId xmlns:a16="http://schemas.microsoft.com/office/drawing/2014/main" id="{70A6F2ED-3447-40FE-A1BA-34DB7C9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20" y="7313216"/>
            <a:ext cx="163855" cy="23231"/>
          </a:xfrm>
          <a:custGeom xmlns:a="http://schemas.openxmlformats.org/drawingml/2006/main">
            <a:pathLst>
              <a:path w="163855" h="23231">
                <a:moveTo>
                  <a:pt x="0" y="23231"/>
                </a:moveTo>
                <a:lnTo>
                  <a:pt x="0" y="0"/>
                </a:lnTo>
                <a:lnTo>
                  <a:pt x="23149" y="0"/>
                </a:lnTo>
                <a:lnTo>
                  <a:pt x="23149" y="23231"/>
                </a:lnTo>
                <a:lnTo>
                  <a:pt x="0" y="23231"/>
                </a:lnTo>
                <a:close/>
                <a:moveTo>
                  <a:pt x="46902" y="23231"/>
                </a:moveTo>
                <a:lnTo>
                  <a:pt x="46902" y="0"/>
                </a:lnTo>
                <a:lnTo>
                  <a:pt x="70051" y="0"/>
                </a:lnTo>
                <a:lnTo>
                  <a:pt x="70051" y="23231"/>
                </a:lnTo>
                <a:lnTo>
                  <a:pt x="46902" y="23231"/>
                </a:lnTo>
                <a:close/>
                <a:moveTo>
                  <a:pt x="93804" y="23231"/>
                </a:moveTo>
                <a:lnTo>
                  <a:pt x="93804" y="0"/>
                </a:lnTo>
                <a:lnTo>
                  <a:pt x="116953" y="0"/>
                </a:lnTo>
                <a:lnTo>
                  <a:pt x="116953" y="23231"/>
                </a:lnTo>
                <a:lnTo>
                  <a:pt x="93804" y="23231"/>
                </a:lnTo>
                <a:close/>
                <a:moveTo>
                  <a:pt x="140706" y="23231"/>
                </a:moveTo>
                <a:lnTo>
                  <a:pt x="140706" y="0"/>
                </a:lnTo>
                <a:lnTo>
                  <a:pt x="163855" y="0"/>
                </a:lnTo>
                <a:lnTo>
                  <a:pt x="163855" y="23231"/>
                </a:lnTo>
                <a:lnTo>
                  <a:pt x="140706" y="23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elation2:AntonymyRelation">
            <a:extLst xmlns:a="http://schemas.openxmlformats.org/drawingml/2006/main">
              <a:ext uri="{FF2B5EF4-FFF2-40B4-BE49-F238E27FC236}">
                <a16:creationId xmlns:a16="http://schemas.microsoft.com/office/drawing/2014/main" id="{F86CBEFE-2C85-4FAA-86A4-85C4693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899" y="5776385"/>
            <a:ext cx="2174934" cy="141165"/>
          </a:xfrm>
          <a:custGeom xmlns:a="http://schemas.openxmlformats.org/drawingml/2006/main">
            <a:pathLst>
              <a:path w="2174934" h="141165">
                <a:moveTo>
                  <a:pt x="0" y="109136"/>
                </a:moveTo>
                <a:lnTo>
                  <a:pt x="0" y="445"/>
                </a:lnTo>
                <a:lnTo>
                  <a:pt x="46190" y="445"/>
                </a:lnTo>
                <a:cubicBezTo>
                  <a:pt x="57805" y="445"/>
                  <a:pt x="66245" y="1421"/>
                  <a:pt x="71509" y="3373"/>
                </a:cubicBezTo>
                <a:cubicBezTo>
                  <a:pt x="76773" y="5326"/>
                  <a:pt x="80987" y="8798"/>
                  <a:pt x="84150" y="13790"/>
                </a:cubicBezTo>
                <a:cubicBezTo>
                  <a:pt x="87314" y="18782"/>
                  <a:pt x="88895" y="24491"/>
                  <a:pt x="88895" y="30917"/>
                </a:cubicBezTo>
                <a:cubicBezTo>
                  <a:pt x="88895" y="39072"/>
                  <a:pt x="86498" y="45807"/>
                  <a:pt x="81704" y="51120"/>
                </a:cubicBezTo>
                <a:cubicBezTo>
                  <a:pt x="76909" y="56434"/>
                  <a:pt x="69742" y="59782"/>
                  <a:pt x="60203" y="61166"/>
                </a:cubicBezTo>
                <a:cubicBezTo>
                  <a:pt x="64948" y="63934"/>
                  <a:pt x="68865" y="66974"/>
                  <a:pt x="71954" y="70286"/>
                </a:cubicBezTo>
                <a:cubicBezTo>
                  <a:pt x="75043" y="73597"/>
                  <a:pt x="79207" y="79479"/>
                  <a:pt x="84447" y="87931"/>
                </a:cubicBezTo>
                <a:lnTo>
                  <a:pt x="97718" y="109136"/>
                </a:lnTo>
                <a:lnTo>
                  <a:pt x="71472" y="109136"/>
                </a:lnTo>
                <a:lnTo>
                  <a:pt x="55606" y="85478"/>
                </a:lnTo>
                <a:cubicBezTo>
                  <a:pt x="49971" y="77029"/>
                  <a:pt x="46116" y="71705"/>
                  <a:pt x="44040" y="69507"/>
                </a:cubicBezTo>
                <a:cubicBezTo>
                  <a:pt x="41964" y="67308"/>
                  <a:pt x="39764" y="65800"/>
                  <a:pt x="37441" y="64985"/>
                </a:cubicBezTo>
                <a:cubicBezTo>
                  <a:pt x="35118" y="64169"/>
                  <a:pt x="31436" y="63761"/>
                  <a:pt x="26394" y="63761"/>
                </a:cubicBezTo>
                <a:lnTo>
                  <a:pt x="21946" y="63761"/>
                </a:lnTo>
                <a:lnTo>
                  <a:pt x="21946" y="109136"/>
                </a:lnTo>
                <a:lnTo>
                  <a:pt x="0" y="109136"/>
                </a:lnTo>
                <a:moveTo>
                  <a:pt x="21946" y="46412"/>
                </a:moveTo>
                <a:lnTo>
                  <a:pt x="38183" y="46412"/>
                </a:lnTo>
                <a:cubicBezTo>
                  <a:pt x="48711" y="46412"/>
                  <a:pt x="55285" y="45968"/>
                  <a:pt x="57904" y="45078"/>
                </a:cubicBezTo>
                <a:cubicBezTo>
                  <a:pt x="60524" y="44188"/>
                  <a:pt x="62575" y="42656"/>
                  <a:pt x="64058" y="40481"/>
                </a:cubicBezTo>
                <a:cubicBezTo>
                  <a:pt x="65541" y="38306"/>
                  <a:pt x="66282" y="35588"/>
                  <a:pt x="66282" y="32326"/>
                </a:cubicBezTo>
                <a:cubicBezTo>
                  <a:pt x="66282" y="28668"/>
                  <a:pt x="65306" y="25715"/>
                  <a:pt x="63354" y="23466"/>
                </a:cubicBezTo>
                <a:cubicBezTo>
                  <a:pt x="61401" y="21217"/>
                  <a:pt x="58646" y="19796"/>
                  <a:pt x="55087" y="19203"/>
                </a:cubicBezTo>
                <a:cubicBezTo>
                  <a:pt x="53307" y="18955"/>
                  <a:pt x="47969" y="18832"/>
                  <a:pt x="39072" y="18832"/>
                </a:cubicBezTo>
                <a:lnTo>
                  <a:pt x="21946" y="18832"/>
                </a:lnTo>
                <a:lnTo>
                  <a:pt x="21946" y="46412"/>
                </a:lnTo>
                <a:close/>
                <a:moveTo>
                  <a:pt x="155003" y="84076"/>
                </a:moveTo>
                <a:lnTo>
                  <a:pt x="175763" y="87635"/>
                </a:lnTo>
                <a:cubicBezTo>
                  <a:pt x="173094" y="95222"/>
                  <a:pt x="168880" y="100999"/>
                  <a:pt x="163122" y="104965"/>
                </a:cubicBezTo>
                <a:cubicBezTo>
                  <a:pt x="157363" y="108932"/>
                  <a:pt x="150159" y="110915"/>
                  <a:pt x="141510" y="110915"/>
                </a:cubicBezTo>
                <a:cubicBezTo>
                  <a:pt x="127818" y="110915"/>
                  <a:pt x="117686" y="106442"/>
                  <a:pt x="111112" y="97496"/>
                </a:cubicBezTo>
                <a:cubicBezTo>
                  <a:pt x="105922" y="90329"/>
                  <a:pt x="103327" y="81283"/>
                  <a:pt x="103327" y="70360"/>
                </a:cubicBezTo>
                <a:cubicBezTo>
                  <a:pt x="103327" y="57311"/>
                  <a:pt x="106737" y="47092"/>
                  <a:pt x="113558" y="39703"/>
                </a:cubicBezTo>
                <a:cubicBezTo>
                  <a:pt x="120379" y="32313"/>
                  <a:pt x="129004" y="28618"/>
                  <a:pt x="139434" y="28618"/>
                </a:cubicBezTo>
                <a:cubicBezTo>
                  <a:pt x="151148" y="28618"/>
                  <a:pt x="160391" y="32486"/>
                  <a:pt x="167162" y="40222"/>
                </a:cubicBezTo>
                <a:cubicBezTo>
                  <a:pt x="173934" y="47957"/>
                  <a:pt x="177171" y="59807"/>
                  <a:pt x="176875" y="75772"/>
                </a:cubicBezTo>
                <a:lnTo>
                  <a:pt x="124680" y="75772"/>
                </a:lnTo>
                <a:cubicBezTo>
                  <a:pt x="124828" y="81951"/>
                  <a:pt x="126508" y="86758"/>
                  <a:pt x="129721" y="90193"/>
                </a:cubicBezTo>
                <a:cubicBezTo>
                  <a:pt x="132934" y="93628"/>
                  <a:pt x="136938" y="95346"/>
                  <a:pt x="141732" y="95346"/>
                </a:cubicBezTo>
                <a:cubicBezTo>
                  <a:pt x="144994" y="95346"/>
                  <a:pt x="147737" y="94456"/>
                  <a:pt x="149962" y="92676"/>
                </a:cubicBezTo>
                <a:cubicBezTo>
                  <a:pt x="152186" y="90897"/>
                  <a:pt x="153866" y="88030"/>
                  <a:pt x="155003" y="84076"/>
                </a:cubicBezTo>
                <a:moveTo>
                  <a:pt x="156190" y="63020"/>
                </a:moveTo>
                <a:cubicBezTo>
                  <a:pt x="156041" y="57015"/>
                  <a:pt x="154484" y="52449"/>
                  <a:pt x="151519" y="49322"/>
                </a:cubicBezTo>
                <a:cubicBezTo>
                  <a:pt x="148553" y="46196"/>
                  <a:pt x="144945" y="44633"/>
                  <a:pt x="140694" y="44633"/>
                </a:cubicBezTo>
                <a:cubicBezTo>
                  <a:pt x="136147" y="44633"/>
                  <a:pt x="132390" y="46282"/>
                  <a:pt x="129425" y="49580"/>
                </a:cubicBezTo>
                <a:cubicBezTo>
                  <a:pt x="126459" y="52879"/>
                  <a:pt x="125001" y="57359"/>
                  <a:pt x="125050" y="63020"/>
                </a:cubicBezTo>
                <a:lnTo>
                  <a:pt x="156190" y="63020"/>
                </a:lnTo>
                <a:close/>
                <a:moveTo>
                  <a:pt x="193830" y="109136"/>
                </a:moveTo>
                <a:lnTo>
                  <a:pt x="193830" y="445"/>
                </a:lnTo>
                <a:lnTo>
                  <a:pt x="214664" y="445"/>
                </a:lnTo>
                <a:lnTo>
                  <a:pt x="214664" y="109136"/>
                </a:lnTo>
                <a:lnTo>
                  <a:pt x="193830" y="109136"/>
                </a:lnTo>
                <a:close/>
                <a:moveTo>
                  <a:pt x="251612" y="54716"/>
                </a:moveTo>
                <a:lnTo>
                  <a:pt x="232706" y="51306"/>
                </a:lnTo>
                <a:cubicBezTo>
                  <a:pt x="234831" y="43593"/>
                  <a:pt x="238489" y="37885"/>
                  <a:pt x="243679" y="34179"/>
                </a:cubicBezTo>
                <a:cubicBezTo>
                  <a:pt x="248868" y="30472"/>
                  <a:pt x="256579" y="28618"/>
                  <a:pt x="266811" y="28618"/>
                </a:cubicBezTo>
                <a:cubicBezTo>
                  <a:pt x="276103" y="28618"/>
                  <a:pt x="283023" y="29718"/>
                  <a:pt x="287570" y="31918"/>
                </a:cubicBezTo>
                <a:cubicBezTo>
                  <a:pt x="292117" y="34117"/>
                  <a:pt x="295318" y="36910"/>
                  <a:pt x="297171" y="40296"/>
                </a:cubicBezTo>
                <a:cubicBezTo>
                  <a:pt x="299025" y="43681"/>
                  <a:pt x="299952" y="49897"/>
                  <a:pt x="299952" y="58942"/>
                </a:cubicBezTo>
                <a:lnTo>
                  <a:pt x="299729" y="83261"/>
                </a:lnTo>
                <a:cubicBezTo>
                  <a:pt x="299729" y="90180"/>
                  <a:pt x="300063" y="95284"/>
                  <a:pt x="300730" y="98571"/>
                </a:cubicBezTo>
                <a:cubicBezTo>
                  <a:pt x="301397" y="101858"/>
                  <a:pt x="302645" y="105379"/>
                  <a:pt x="304474" y="109136"/>
                </a:cubicBezTo>
                <a:lnTo>
                  <a:pt x="283863" y="109136"/>
                </a:lnTo>
                <a:cubicBezTo>
                  <a:pt x="283319" y="107752"/>
                  <a:pt x="282652" y="105701"/>
                  <a:pt x="281861" y="102982"/>
                </a:cubicBezTo>
                <a:cubicBezTo>
                  <a:pt x="281515" y="101746"/>
                  <a:pt x="281268" y="100931"/>
                  <a:pt x="281120" y="100535"/>
                </a:cubicBezTo>
                <a:cubicBezTo>
                  <a:pt x="277561" y="103995"/>
                  <a:pt x="273755" y="106590"/>
                  <a:pt x="269702" y="108320"/>
                </a:cubicBezTo>
                <a:cubicBezTo>
                  <a:pt x="265649" y="110050"/>
                  <a:pt x="261324" y="110915"/>
                  <a:pt x="256727" y="110915"/>
                </a:cubicBezTo>
                <a:cubicBezTo>
                  <a:pt x="248621" y="110915"/>
                  <a:pt x="242233" y="108725"/>
                  <a:pt x="237562" y="104344"/>
                </a:cubicBezTo>
                <a:cubicBezTo>
                  <a:pt x="232891" y="99964"/>
                  <a:pt x="230556" y="94426"/>
                  <a:pt x="230556" y="87732"/>
                </a:cubicBezTo>
                <a:cubicBezTo>
                  <a:pt x="230556" y="83302"/>
                  <a:pt x="231618" y="79353"/>
                  <a:pt x="233744" y="75883"/>
                </a:cubicBezTo>
                <a:cubicBezTo>
                  <a:pt x="235869" y="72413"/>
                  <a:pt x="238847" y="69754"/>
                  <a:pt x="242678" y="67909"/>
                </a:cubicBezTo>
                <a:cubicBezTo>
                  <a:pt x="246508" y="66063"/>
                  <a:pt x="252032" y="64451"/>
                  <a:pt x="259248" y="63073"/>
                </a:cubicBezTo>
                <a:cubicBezTo>
                  <a:pt x="268985" y="61252"/>
                  <a:pt x="275732" y="59554"/>
                  <a:pt x="279489" y="57978"/>
                </a:cubicBezTo>
                <a:lnTo>
                  <a:pt x="279489" y="55879"/>
                </a:lnTo>
                <a:cubicBezTo>
                  <a:pt x="279489" y="51831"/>
                  <a:pt x="278500" y="48945"/>
                  <a:pt x="276523" y="47221"/>
                </a:cubicBezTo>
                <a:cubicBezTo>
                  <a:pt x="274546" y="45496"/>
                  <a:pt x="270814" y="44633"/>
                  <a:pt x="265328" y="44633"/>
                </a:cubicBezTo>
                <a:cubicBezTo>
                  <a:pt x="261621" y="44633"/>
                  <a:pt x="258729" y="45379"/>
                  <a:pt x="256653" y="46871"/>
                </a:cubicBezTo>
                <a:cubicBezTo>
                  <a:pt x="254577" y="48362"/>
                  <a:pt x="252897" y="50977"/>
                  <a:pt x="251612" y="54716"/>
                </a:cubicBezTo>
                <a:moveTo>
                  <a:pt x="279489" y="71620"/>
                </a:moveTo>
                <a:cubicBezTo>
                  <a:pt x="276820" y="72499"/>
                  <a:pt x="272594" y="73550"/>
                  <a:pt x="266811" y="74771"/>
                </a:cubicBezTo>
                <a:cubicBezTo>
                  <a:pt x="261028" y="75992"/>
                  <a:pt x="257246" y="77188"/>
                  <a:pt x="255467" y="78360"/>
                </a:cubicBezTo>
                <a:cubicBezTo>
                  <a:pt x="252748" y="80265"/>
                  <a:pt x="251389" y="82682"/>
                  <a:pt x="251389" y="85612"/>
                </a:cubicBezTo>
                <a:cubicBezTo>
                  <a:pt x="251389" y="88494"/>
                  <a:pt x="252477" y="90986"/>
                  <a:pt x="254651" y="93087"/>
                </a:cubicBezTo>
                <a:cubicBezTo>
                  <a:pt x="256826" y="95186"/>
                  <a:pt x="259594" y="96235"/>
                  <a:pt x="262955" y="96235"/>
                </a:cubicBezTo>
                <a:cubicBezTo>
                  <a:pt x="266712" y="96235"/>
                  <a:pt x="270295" y="95014"/>
                  <a:pt x="273706" y="92572"/>
                </a:cubicBezTo>
                <a:cubicBezTo>
                  <a:pt x="276227" y="90717"/>
                  <a:pt x="277882" y="88446"/>
                  <a:pt x="278673" y="85758"/>
                </a:cubicBezTo>
                <a:cubicBezTo>
                  <a:pt x="279217" y="84000"/>
                  <a:pt x="279489" y="80656"/>
                  <a:pt x="279489" y="75724"/>
                </a:cubicBezTo>
                <a:lnTo>
                  <a:pt x="279489" y="71620"/>
                </a:lnTo>
                <a:close/>
                <a:moveTo>
                  <a:pt x="356572" y="30398"/>
                </a:moveTo>
                <a:lnTo>
                  <a:pt x="356572" y="47005"/>
                </a:lnTo>
                <a:lnTo>
                  <a:pt x="342337" y="47005"/>
                </a:lnTo>
                <a:lnTo>
                  <a:pt x="342337" y="78687"/>
                </a:lnTo>
                <a:cubicBezTo>
                  <a:pt x="342337" y="85103"/>
                  <a:pt x="342473" y="88842"/>
                  <a:pt x="342745" y="89903"/>
                </a:cubicBezTo>
                <a:cubicBezTo>
                  <a:pt x="343017" y="90963"/>
                  <a:pt x="343635" y="91838"/>
                  <a:pt x="344599" y="92530"/>
                </a:cubicBezTo>
                <a:cubicBezTo>
                  <a:pt x="345562" y="93221"/>
                  <a:pt x="346736" y="93566"/>
                  <a:pt x="348120" y="93566"/>
                </a:cubicBezTo>
                <a:cubicBezTo>
                  <a:pt x="350048" y="93566"/>
                  <a:pt x="352841" y="92899"/>
                  <a:pt x="356498" y="91564"/>
                </a:cubicBezTo>
                <a:lnTo>
                  <a:pt x="358278" y="107787"/>
                </a:lnTo>
                <a:cubicBezTo>
                  <a:pt x="353434" y="109873"/>
                  <a:pt x="347947" y="110915"/>
                  <a:pt x="341818" y="110915"/>
                </a:cubicBezTo>
                <a:cubicBezTo>
                  <a:pt x="338062" y="110915"/>
                  <a:pt x="334676" y="110285"/>
                  <a:pt x="331661" y="109025"/>
                </a:cubicBezTo>
                <a:cubicBezTo>
                  <a:pt x="328646" y="107764"/>
                  <a:pt x="326434" y="106133"/>
                  <a:pt x="325025" y="104131"/>
                </a:cubicBezTo>
                <a:cubicBezTo>
                  <a:pt x="323617" y="102129"/>
                  <a:pt x="322640" y="99423"/>
                  <a:pt x="322097" y="96013"/>
                </a:cubicBezTo>
                <a:cubicBezTo>
                  <a:pt x="321652" y="93591"/>
                  <a:pt x="321430" y="88698"/>
                  <a:pt x="321430" y="81333"/>
                </a:cubicBezTo>
                <a:lnTo>
                  <a:pt x="321430" y="47005"/>
                </a:lnTo>
                <a:lnTo>
                  <a:pt x="311865" y="47005"/>
                </a:lnTo>
                <a:lnTo>
                  <a:pt x="311865" y="30398"/>
                </a:lnTo>
                <a:lnTo>
                  <a:pt x="321430" y="30398"/>
                </a:lnTo>
                <a:lnTo>
                  <a:pt x="321430" y="14680"/>
                </a:lnTo>
                <a:lnTo>
                  <a:pt x="342337" y="2373"/>
                </a:lnTo>
                <a:lnTo>
                  <a:pt x="342337" y="30398"/>
                </a:lnTo>
                <a:lnTo>
                  <a:pt x="356572" y="30398"/>
                </a:lnTo>
                <a:close/>
                <a:moveTo>
                  <a:pt x="371029" y="19722"/>
                </a:moveTo>
                <a:lnTo>
                  <a:pt x="371029" y="445"/>
                </a:lnTo>
                <a:lnTo>
                  <a:pt x="391862" y="445"/>
                </a:lnTo>
                <a:lnTo>
                  <a:pt x="391862" y="19722"/>
                </a:lnTo>
                <a:lnTo>
                  <a:pt x="371029" y="19722"/>
                </a:lnTo>
                <a:moveTo>
                  <a:pt x="371029" y="109136"/>
                </a:moveTo>
                <a:lnTo>
                  <a:pt x="371029" y="30398"/>
                </a:lnTo>
                <a:lnTo>
                  <a:pt x="391862" y="30398"/>
                </a:lnTo>
                <a:lnTo>
                  <a:pt x="391862" y="109136"/>
                </a:lnTo>
                <a:lnTo>
                  <a:pt x="371029" y="109136"/>
                </a:lnTo>
                <a:close/>
                <a:moveTo>
                  <a:pt x="408422" y="68655"/>
                </a:moveTo>
                <a:cubicBezTo>
                  <a:pt x="408422" y="61735"/>
                  <a:pt x="410127" y="55037"/>
                  <a:pt x="413537" y="48562"/>
                </a:cubicBezTo>
                <a:cubicBezTo>
                  <a:pt x="416948" y="42087"/>
                  <a:pt x="421779" y="37145"/>
                  <a:pt x="428032" y="33734"/>
                </a:cubicBezTo>
                <a:cubicBezTo>
                  <a:pt x="434284" y="30324"/>
                  <a:pt x="441266" y="28618"/>
                  <a:pt x="448977" y="28618"/>
                </a:cubicBezTo>
                <a:cubicBezTo>
                  <a:pt x="460889" y="28618"/>
                  <a:pt x="470651" y="32486"/>
                  <a:pt x="478263" y="40222"/>
                </a:cubicBezTo>
                <a:cubicBezTo>
                  <a:pt x="485874" y="47957"/>
                  <a:pt x="489680" y="57731"/>
                  <a:pt x="489680" y="69544"/>
                </a:cubicBezTo>
                <a:cubicBezTo>
                  <a:pt x="489680" y="81456"/>
                  <a:pt x="485837" y="91330"/>
                  <a:pt x="478151" y="99164"/>
                </a:cubicBezTo>
                <a:cubicBezTo>
                  <a:pt x="470465" y="106998"/>
                  <a:pt x="460790" y="110915"/>
                  <a:pt x="449125" y="110915"/>
                </a:cubicBezTo>
                <a:cubicBezTo>
                  <a:pt x="441909" y="110915"/>
                  <a:pt x="435026" y="109284"/>
                  <a:pt x="428477" y="106022"/>
                </a:cubicBezTo>
                <a:cubicBezTo>
                  <a:pt x="421928" y="102760"/>
                  <a:pt x="416948" y="97978"/>
                  <a:pt x="413537" y="91676"/>
                </a:cubicBezTo>
                <a:cubicBezTo>
                  <a:pt x="410127" y="85374"/>
                  <a:pt x="408422" y="77700"/>
                  <a:pt x="408422" y="68655"/>
                </a:cubicBezTo>
                <a:moveTo>
                  <a:pt x="429774" y="69767"/>
                </a:moveTo>
                <a:cubicBezTo>
                  <a:pt x="429774" y="77552"/>
                  <a:pt x="431628" y="83514"/>
                  <a:pt x="435335" y="87653"/>
                </a:cubicBezTo>
                <a:cubicBezTo>
                  <a:pt x="439042" y="91793"/>
                  <a:pt x="443614" y="93863"/>
                  <a:pt x="449051" y="93863"/>
                </a:cubicBezTo>
                <a:cubicBezTo>
                  <a:pt x="454488" y="93863"/>
                  <a:pt x="459048" y="91793"/>
                  <a:pt x="462730" y="87653"/>
                </a:cubicBezTo>
                <a:cubicBezTo>
                  <a:pt x="466412" y="83514"/>
                  <a:pt x="468253" y="77502"/>
                  <a:pt x="468253" y="69619"/>
                </a:cubicBezTo>
                <a:cubicBezTo>
                  <a:pt x="468253" y="61933"/>
                  <a:pt x="466412" y="56020"/>
                  <a:pt x="462730" y="51880"/>
                </a:cubicBezTo>
                <a:cubicBezTo>
                  <a:pt x="459048" y="47741"/>
                  <a:pt x="454488" y="45671"/>
                  <a:pt x="449051" y="45671"/>
                </a:cubicBezTo>
                <a:cubicBezTo>
                  <a:pt x="443614" y="45671"/>
                  <a:pt x="439042" y="47741"/>
                  <a:pt x="435335" y="51880"/>
                </a:cubicBezTo>
                <a:cubicBezTo>
                  <a:pt x="431628" y="56020"/>
                  <a:pt x="429774" y="61982"/>
                  <a:pt x="429774" y="69767"/>
                </a:cubicBezTo>
                <a:close/>
                <a:moveTo>
                  <a:pt x="577636" y="109136"/>
                </a:moveTo>
                <a:lnTo>
                  <a:pt x="556802" y="109136"/>
                </a:lnTo>
                <a:lnTo>
                  <a:pt x="556802" y="68998"/>
                </a:lnTo>
                <a:cubicBezTo>
                  <a:pt x="556802" y="60505"/>
                  <a:pt x="556357" y="55013"/>
                  <a:pt x="555467" y="52520"/>
                </a:cubicBezTo>
                <a:cubicBezTo>
                  <a:pt x="554578" y="50027"/>
                  <a:pt x="553132" y="48089"/>
                  <a:pt x="551130" y="46707"/>
                </a:cubicBezTo>
                <a:cubicBezTo>
                  <a:pt x="549128" y="45324"/>
                  <a:pt x="546719" y="44633"/>
                  <a:pt x="543901" y="44633"/>
                </a:cubicBezTo>
                <a:cubicBezTo>
                  <a:pt x="540293" y="44633"/>
                  <a:pt x="537056" y="45621"/>
                  <a:pt x="534189" y="47596"/>
                </a:cubicBezTo>
                <a:cubicBezTo>
                  <a:pt x="531322" y="49570"/>
                  <a:pt x="529357" y="52187"/>
                  <a:pt x="528295" y="55446"/>
                </a:cubicBezTo>
                <a:cubicBezTo>
                  <a:pt x="527232" y="58704"/>
                  <a:pt x="526701" y="64727"/>
                  <a:pt x="526701" y="73516"/>
                </a:cubicBezTo>
                <a:lnTo>
                  <a:pt x="526701" y="109136"/>
                </a:lnTo>
                <a:lnTo>
                  <a:pt x="505867" y="109136"/>
                </a:lnTo>
                <a:lnTo>
                  <a:pt x="505867" y="30398"/>
                </a:lnTo>
                <a:lnTo>
                  <a:pt x="525218" y="30398"/>
                </a:lnTo>
                <a:lnTo>
                  <a:pt x="525218" y="41964"/>
                </a:lnTo>
                <a:cubicBezTo>
                  <a:pt x="532088" y="33067"/>
                  <a:pt x="540738" y="28618"/>
                  <a:pt x="551167" y="28618"/>
                </a:cubicBezTo>
                <a:cubicBezTo>
                  <a:pt x="555764" y="28618"/>
                  <a:pt x="559965" y="29446"/>
                  <a:pt x="563771" y="31102"/>
                </a:cubicBezTo>
                <a:cubicBezTo>
                  <a:pt x="567577" y="32758"/>
                  <a:pt x="570456" y="34871"/>
                  <a:pt x="572409" y="37441"/>
                </a:cubicBezTo>
                <a:cubicBezTo>
                  <a:pt x="574361" y="40012"/>
                  <a:pt x="575720" y="42928"/>
                  <a:pt x="576486" y="46190"/>
                </a:cubicBezTo>
                <a:cubicBezTo>
                  <a:pt x="577252" y="49452"/>
                  <a:pt x="577636" y="54123"/>
                  <a:pt x="577636" y="60203"/>
                </a:cubicBezTo>
                <a:lnTo>
                  <a:pt x="577636" y="109136"/>
                </a:lnTo>
                <a:close/>
                <a:moveTo>
                  <a:pt x="706914" y="89711"/>
                </a:moveTo>
                <a:lnTo>
                  <a:pt x="706914" y="109136"/>
                </a:lnTo>
                <a:lnTo>
                  <a:pt x="633884" y="109136"/>
                </a:lnTo>
                <a:cubicBezTo>
                  <a:pt x="634675" y="101827"/>
                  <a:pt x="637048" y="94901"/>
                  <a:pt x="641002" y="88358"/>
                </a:cubicBezTo>
                <a:cubicBezTo>
                  <a:pt x="644956" y="81813"/>
                  <a:pt x="652766" y="73133"/>
                  <a:pt x="664431" y="62316"/>
                </a:cubicBezTo>
                <a:cubicBezTo>
                  <a:pt x="673822" y="53575"/>
                  <a:pt x="679580" y="47649"/>
                  <a:pt x="681706" y="44538"/>
                </a:cubicBezTo>
                <a:cubicBezTo>
                  <a:pt x="684572" y="40241"/>
                  <a:pt x="686006" y="35993"/>
                  <a:pt x="686006" y="31795"/>
                </a:cubicBezTo>
                <a:cubicBezTo>
                  <a:pt x="686006" y="27152"/>
                  <a:pt x="684758" y="23584"/>
                  <a:pt x="682262" y="21091"/>
                </a:cubicBezTo>
                <a:cubicBezTo>
                  <a:pt x="679766" y="18596"/>
                  <a:pt x="676318" y="17349"/>
                  <a:pt x="671919" y="17349"/>
                </a:cubicBezTo>
                <a:cubicBezTo>
                  <a:pt x="667569" y="17349"/>
                  <a:pt x="664109" y="18665"/>
                  <a:pt x="661539" y="21297"/>
                </a:cubicBezTo>
                <a:cubicBezTo>
                  <a:pt x="658969" y="23928"/>
                  <a:pt x="657486" y="28296"/>
                  <a:pt x="657091" y="34401"/>
                </a:cubicBezTo>
                <a:lnTo>
                  <a:pt x="636331" y="32316"/>
                </a:lnTo>
                <a:cubicBezTo>
                  <a:pt x="637567" y="20800"/>
                  <a:pt x="641447" y="12534"/>
                  <a:pt x="647971" y="7521"/>
                </a:cubicBezTo>
                <a:cubicBezTo>
                  <a:pt x="654496" y="2507"/>
                  <a:pt x="662651" y="0"/>
                  <a:pt x="672438" y="0"/>
                </a:cubicBezTo>
                <a:cubicBezTo>
                  <a:pt x="683164" y="0"/>
                  <a:pt x="691591" y="2889"/>
                  <a:pt x="697720" y="8668"/>
                </a:cubicBezTo>
                <a:cubicBezTo>
                  <a:pt x="703849" y="14446"/>
                  <a:pt x="706914" y="21631"/>
                  <a:pt x="706914" y="30224"/>
                </a:cubicBezTo>
                <a:cubicBezTo>
                  <a:pt x="706914" y="35114"/>
                  <a:pt x="706036" y="39770"/>
                  <a:pt x="704282" y="44190"/>
                </a:cubicBezTo>
                <a:cubicBezTo>
                  <a:pt x="702527" y="48610"/>
                  <a:pt x="699747" y="53239"/>
                  <a:pt x="695941" y="58078"/>
                </a:cubicBezTo>
                <a:cubicBezTo>
                  <a:pt x="693420" y="61289"/>
                  <a:pt x="688873" y="65908"/>
                  <a:pt x="682299" y="71933"/>
                </a:cubicBezTo>
                <a:cubicBezTo>
                  <a:pt x="675725" y="77957"/>
                  <a:pt x="671561" y="81957"/>
                  <a:pt x="669806" y="83932"/>
                </a:cubicBezTo>
                <a:cubicBezTo>
                  <a:pt x="668051" y="85908"/>
                  <a:pt x="666630" y="87834"/>
                  <a:pt x="665543" y="89711"/>
                </a:cubicBezTo>
                <a:lnTo>
                  <a:pt x="706914" y="89711"/>
                </a:lnTo>
                <a:close/>
                <a:moveTo>
                  <a:pt x="729429" y="51306"/>
                </a:moveTo>
                <a:lnTo>
                  <a:pt x="729429" y="30398"/>
                </a:lnTo>
                <a:lnTo>
                  <a:pt x="750263" y="30398"/>
                </a:lnTo>
                <a:lnTo>
                  <a:pt x="750263" y="51306"/>
                </a:lnTo>
                <a:lnTo>
                  <a:pt x="729429" y="51306"/>
                </a:lnTo>
                <a:moveTo>
                  <a:pt x="729429" y="109136"/>
                </a:moveTo>
                <a:lnTo>
                  <a:pt x="729429" y="88228"/>
                </a:lnTo>
                <a:lnTo>
                  <a:pt x="750263" y="88228"/>
                </a:lnTo>
                <a:lnTo>
                  <a:pt x="750263" y="109136"/>
                </a:lnTo>
                <a:lnTo>
                  <a:pt x="729429" y="109136"/>
                </a:lnTo>
                <a:close/>
                <a:moveTo>
                  <a:pt x="910676" y="109136"/>
                </a:moveTo>
                <a:lnTo>
                  <a:pt x="886802" y="109136"/>
                </a:lnTo>
                <a:lnTo>
                  <a:pt x="877312" y="84373"/>
                </a:lnTo>
                <a:lnTo>
                  <a:pt x="833866" y="84373"/>
                </a:lnTo>
                <a:lnTo>
                  <a:pt x="824894" y="109136"/>
                </a:lnTo>
                <a:lnTo>
                  <a:pt x="801614" y="109136"/>
                </a:lnTo>
                <a:lnTo>
                  <a:pt x="843949" y="445"/>
                </a:lnTo>
                <a:lnTo>
                  <a:pt x="867155" y="445"/>
                </a:lnTo>
                <a:lnTo>
                  <a:pt x="910676" y="109136"/>
                </a:lnTo>
                <a:moveTo>
                  <a:pt x="870269" y="65986"/>
                </a:moveTo>
                <a:lnTo>
                  <a:pt x="855292" y="25801"/>
                </a:lnTo>
                <a:lnTo>
                  <a:pt x="840612" y="65986"/>
                </a:lnTo>
                <a:lnTo>
                  <a:pt x="870269" y="65986"/>
                </a:lnTo>
                <a:close/>
                <a:moveTo>
                  <a:pt x="993762" y="109136"/>
                </a:moveTo>
                <a:lnTo>
                  <a:pt x="972928" y="109136"/>
                </a:lnTo>
                <a:lnTo>
                  <a:pt x="972928" y="68998"/>
                </a:lnTo>
                <a:cubicBezTo>
                  <a:pt x="972928" y="60505"/>
                  <a:pt x="972484" y="55013"/>
                  <a:pt x="971594" y="52520"/>
                </a:cubicBezTo>
                <a:cubicBezTo>
                  <a:pt x="970704" y="50027"/>
                  <a:pt x="969258" y="48089"/>
                  <a:pt x="967257" y="46707"/>
                </a:cubicBezTo>
                <a:cubicBezTo>
                  <a:pt x="965255" y="45324"/>
                  <a:pt x="962845" y="44633"/>
                  <a:pt x="960028" y="44633"/>
                </a:cubicBezTo>
                <a:cubicBezTo>
                  <a:pt x="956420" y="44633"/>
                  <a:pt x="953182" y="45621"/>
                  <a:pt x="950315" y="47596"/>
                </a:cubicBezTo>
                <a:cubicBezTo>
                  <a:pt x="947449" y="49570"/>
                  <a:pt x="945484" y="52187"/>
                  <a:pt x="944421" y="55446"/>
                </a:cubicBezTo>
                <a:cubicBezTo>
                  <a:pt x="943358" y="58704"/>
                  <a:pt x="942827" y="64727"/>
                  <a:pt x="942827" y="73516"/>
                </a:cubicBezTo>
                <a:lnTo>
                  <a:pt x="942827" y="109136"/>
                </a:lnTo>
                <a:lnTo>
                  <a:pt x="921993" y="109136"/>
                </a:lnTo>
                <a:lnTo>
                  <a:pt x="921993" y="30398"/>
                </a:lnTo>
                <a:lnTo>
                  <a:pt x="941344" y="30398"/>
                </a:lnTo>
                <a:lnTo>
                  <a:pt x="941344" y="41964"/>
                </a:lnTo>
                <a:cubicBezTo>
                  <a:pt x="948215" y="33067"/>
                  <a:pt x="956865" y="28618"/>
                  <a:pt x="967294" y="28618"/>
                </a:cubicBezTo>
                <a:cubicBezTo>
                  <a:pt x="971890" y="28618"/>
                  <a:pt x="976092" y="29446"/>
                  <a:pt x="979898" y="31102"/>
                </a:cubicBezTo>
                <a:cubicBezTo>
                  <a:pt x="983704" y="32758"/>
                  <a:pt x="986583" y="34871"/>
                  <a:pt x="988535" y="37441"/>
                </a:cubicBezTo>
                <a:cubicBezTo>
                  <a:pt x="990488" y="40012"/>
                  <a:pt x="991847" y="42928"/>
                  <a:pt x="992613" y="46190"/>
                </a:cubicBezTo>
                <a:cubicBezTo>
                  <a:pt x="993379" y="49452"/>
                  <a:pt x="993762" y="54123"/>
                  <a:pt x="993762" y="60203"/>
                </a:cubicBezTo>
                <a:lnTo>
                  <a:pt x="993762" y="109136"/>
                </a:lnTo>
                <a:close/>
                <a:moveTo>
                  <a:pt x="1051024" y="30398"/>
                </a:moveTo>
                <a:lnTo>
                  <a:pt x="1051024" y="47005"/>
                </a:lnTo>
                <a:lnTo>
                  <a:pt x="1036788" y="47005"/>
                </a:lnTo>
                <a:lnTo>
                  <a:pt x="1036788" y="78687"/>
                </a:lnTo>
                <a:cubicBezTo>
                  <a:pt x="1036788" y="85103"/>
                  <a:pt x="1036924" y="88842"/>
                  <a:pt x="1037196" y="89903"/>
                </a:cubicBezTo>
                <a:cubicBezTo>
                  <a:pt x="1037468" y="90963"/>
                  <a:pt x="1038086" y="91838"/>
                  <a:pt x="1039050" y="92530"/>
                </a:cubicBezTo>
                <a:cubicBezTo>
                  <a:pt x="1040014" y="93221"/>
                  <a:pt x="1041187" y="93566"/>
                  <a:pt x="1042571" y="93566"/>
                </a:cubicBezTo>
                <a:cubicBezTo>
                  <a:pt x="1044499" y="93566"/>
                  <a:pt x="1047292" y="92899"/>
                  <a:pt x="1050949" y="91564"/>
                </a:cubicBezTo>
                <a:lnTo>
                  <a:pt x="1052729" y="107787"/>
                </a:lnTo>
                <a:cubicBezTo>
                  <a:pt x="1047885" y="109873"/>
                  <a:pt x="1042398" y="110915"/>
                  <a:pt x="1036269" y="110915"/>
                </a:cubicBezTo>
                <a:cubicBezTo>
                  <a:pt x="1032513" y="110915"/>
                  <a:pt x="1029127" y="110285"/>
                  <a:pt x="1026112" y="109025"/>
                </a:cubicBezTo>
                <a:cubicBezTo>
                  <a:pt x="1023097" y="107764"/>
                  <a:pt x="1020885" y="106133"/>
                  <a:pt x="1019476" y="104131"/>
                </a:cubicBezTo>
                <a:cubicBezTo>
                  <a:pt x="1018068" y="102129"/>
                  <a:pt x="1017092" y="99423"/>
                  <a:pt x="1016548" y="96013"/>
                </a:cubicBezTo>
                <a:cubicBezTo>
                  <a:pt x="1016103" y="93591"/>
                  <a:pt x="1015881" y="88698"/>
                  <a:pt x="1015881" y="81333"/>
                </a:cubicBezTo>
                <a:lnTo>
                  <a:pt x="1015881" y="47005"/>
                </a:lnTo>
                <a:lnTo>
                  <a:pt x="1006316" y="47005"/>
                </a:lnTo>
                <a:lnTo>
                  <a:pt x="1006316" y="30398"/>
                </a:lnTo>
                <a:lnTo>
                  <a:pt x="1015881" y="30398"/>
                </a:lnTo>
                <a:lnTo>
                  <a:pt x="1015881" y="14680"/>
                </a:lnTo>
                <a:lnTo>
                  <a:pt x="1036788" y="2373"/>
                </a:lnTo>
                <a:lnTo>
                  <a:pt x="1036788" y="30398"/>
                </a:lnTo>
                <a:lnTo>
                  <a:pt x="1051024" y="30398"/>
                </a:lnTo>
                <a:close/>
                <a:moveTo>
                  <a:pt x="1060660" y="68655"/>
                </a:moveTo>
                <a:cubicBezTo>
                  <a:pt x="1060660" y="61735"/>
                  <a:pt x="1062366" y="55037"/>
                  <a:pt x="1065776" y="48562"/>
                </a:cubicBezTo>
                <a:cubicBezTo>
                  <a:pt x="1069187" y="42087"/>
                  <a:pt x="1074018" y="37145"/>
                  <a:pt x="1080271" y="33734"/>
                </a:cubicBezTo>
                <a:cubicBezTo>
                  <a:pt x="1086523" y="30324"/>
                  <a:pt x="1093505" y="28618"/>
                  <a:pt x="1101216" y="28618"/>
                </a:cubicBezTo>
                <a:cubicBezTo>
                  <a:pt x="1113128" y="28618"/>
                  <a:pt x="1122890" y="32486"/>
                  <a:pt x="1130501" y="40222"/>
                </a:cubicBezTo>
                <a:cubicBezTo>
                  <a:pt x="1138113" y="47957"/>
                  <a:pt x="1141919" y="57731"/>
                  <a:pt x="1141919" y="69544"/>
                </a:cubicBezTo>
                <a:cubicBezTo>
                  <a:pt x="1141919" y="81456"/>
                  <a:pt x="1138076" y="91330"/>
                  <a:pt x="1130390" y="99164"/>
                </a:cubicBezTo>
                <a:cubicBezTo>
                  <a:pt x="1122704" y="106998"/>
                  <a:pt x="1113029" y="110915"/>
                  <a:pt x="1101364" y="110915"/>
                </a:cubicBezTo>
                <a:cubicBezTo>
                  <a:pt x="1094148" y="110915"/>
                  <a:pt x="1087265" y="109284"/>
                  <a:pt x="1080716" y="106022"/>
                </a:cubicBezTo>
                <a:cubicBezTo>
                  <a:pt x="1074167" y="102760"/>
                  <a:pt x="1069187" y="97978"/>
                  <a:pt x="1065776" y="91676"/>
                </a:cubicBezTo>
                <a:cubicBezTo>
                  <a:pt x="1062366" y="85374"/>
                  <a:pt x="1060660" y="77700"/>
                  <a:pt x="1060660" y="68655"/>
                </a:cubicBezTo>
                <a:moveTo>
                  <a:pt x="1082013" y="69767"/>
                </a:moveTo>
                <a:cubicBezTo>
                  <a:pt x="1082013" y="77552"/>
                  <a:pt x="1083867" y="83514"/>
                  <a:pt x="1087574" y="87653"/>
                </a:cubicBezTo>
                <a:cubicBezTo>
                  <a:pt x="1091281" y="91793"/>
                  <a:pt x="1095853" y="93863"/>
                  <a:pt x="1101290" y="93863"/>
                </a:cubicBezTo>
                <a:cubicBezTo>
                  <a:pt x="1106727" y="93863"/>
                  <a:pt x="1111287" y="91793"/>
                  <a:pt x="1114969" y="87653"/>
                </a:cubicBezTo>
                <a:cubicBezTo>
                  <a:pt x="1118651" y="83514"/>
                  <a:pt x="1120492" y="77502"/>
                  <a:pt x="1120492" y="69619"/>
                </a:cubicBezTo>
                <a:cubicBezTo>
                  <a:pt x="1120492" y="61933"/>
                  <a:pt x="1118651" y="56020"/>
                  <a:pt x="1114969" y="51880"/>
                </a:cubicBezTo>
                <a:cubicBezTo>
                  <a:pt x="1111287" y="47741"/>
                  <a:pt x="1106727" y="45671"/>
                  <a:pt x="1101290" y="45671"/>
                </a:cubicBezTo>
                <a:cubicBezTo>
                  <a:pt x="1095853" y="45671"/>
                  <a:pt x="1091281" y="47741"/>
                  <a:pt x="1087574" y="51880"/>
                </a:cubicBezTo>
                <a:cubicBezTo>
                  <a:pt x="1083867" y="56020"/>
                  <a:pt x="1082013" y="61982"/>
                  <a:pt x="1082013" y="69767"/>
                </a:cubicBezTo>
                <a:close/>
                <a:moveTo>
                  <a:pt x="1229875" y="109136"/>
                </a:moveTo>
                <a:lnTo>
                  <a:pt x="1209041" y="109136"/>
                </a:lnTo>
                <a:lnTo>
                  <a:pt x="1209041" y="68998"/>
                </a:lnTo>
                <a:cubicBezTo>
                  <a:pt x="1209041" y="60505"/>
                  <a:pt x="1208597" y="55013"/>
                  <a:pt x="1207707" y="52520"/>
                </a:cubicBezTo>
                <a:cubicBezTo>
                  <a:pt x="1206817" y="50027"/>
                  <a:pt x="1205371" y="48089"/>
                  <a:pt x="1203370" y="46707"/>
                </a:cubicBezTo>
                <a:cubicBezTo>
                  <a:pt x="1201368" y="45324"/>
                  <a:pt x="1198958" y="44633"/>
                  <a:pt x="1196141" y="44633"/>
                </a:cubicBezTo>
                <a:cubicBezTo>
                  <a:pt x="1192533" y="44633"/>
                  <a:pt x="1189295" y="45621"/>
                  <a:pt x="1186428" y="47596"/>
                </a:cubicBezTo>
                <a:cubicBezTo>
                  <a:pt x="1183562" y="49570"/>
                  <a:pt x="1181597" y="52187"/>
                  <a:pt x="1180534" y="55446"/>
                </a:cubicBezTo>
                <a:cubicBezTo>
                  <a:pt x="1179471" y="58704"/>
                  <a:pt x="1178940" y="64727"/>
                  <a:pt x="1178940" y="73516"/>
                </a:cubicBezTo>
                <a:lnTo>
                  <a:pt x="1178940" y="109136"/>
                </a:lnTo>
                <a:lnTo>
                  <a:pt x="1158106" y="109136"/>
                </a:lnTo>
                <a:lnTo>
                  <a:pt x="1158106" y="30398"/>
                </a:lnTo>
                <a:lnTo>
                  <a:pt x="1177457" y="30398"/>
                </a:lnTo>
                <a:lnTo>
                  <a:pt x="1177457" y="41964"/>
                </a:lnTo>
                <a:cubicBezTo>
                  <a:pt x="1184328" y="33067"/>
                  <a:pt x="1192977" y="28618"/>
                  <a:pt x="1203407" y="28618"/>
                </a:cubicBezTo>
                <a:cubicBezTo>
                  <a:pt x="1208003" y="28618"/>
                  <a:pt x="1212205" y="29446"/>
                  <a:pt x="1216011" y="31102"/>
                </a:cubicBezTo>
                <a:cubicBezTo>
                  <a:pt x="1219817" y="32758"/>
                  <a:pt x="1222696" y="34871"/>
                  <a:pt x="1224648" y="37441"/>
                </a:cubicBezTo>
                <a:cubicBezTo>
                  <a:pt x="1226600" y="40012"/>
                  <a:pt x="1227960" y="42928"/>
                  <a:pt x="1228726" y="46190"/>
                </a:cubicBezTo>
                <a:cubicBezTo>
                  <a:pt x="1229492" y="49452"/>
                  <a:pt x="1229875" y="54123"/>
                  <a:pt x="1229875" y="60203"/>
                </a:cubicBezTo>
                <a:lnTo>
                  <a:pt x="1229875" y="109136"/>
                </a:lnTo>
                <a:close/>
                <a:moveTo>
                  <a:pt x="1241168" y="30398"/>
                </a:moveTo>
                <a:lnTo>
                  <a:pt x="1263337" y="30398"/>
                </a:lnTo>
                <a:lnTo>
                  <a:pt x="1282168" y="86354"/>
                </a:lnTo>
                <a:lnTo>
                  <a:pt x="1300555" y="30398"/>
                </a:lnTo>
                <a:lnTo>
                  <a:pt x="1322131" y="30398"/>
                </a:lnTo>
                <a:lnTo>
                  <a:pt x="1294328" y="106196"/>
                </a:lnTo>
                <a:lnTo>
                  <a:pt x="1289360" y="119960"/>
                </a:lnTo>
                <a:cubicBezTo>
                  <a:pt x="1287531" y="124557"/>
                  <a:pt x="1285789" y="128066"/>
                  <a:pt x="1284133" y="130488"/>
                </a:cubicBezTo>
                <a:cubicBezTo>
                  <a:pt x="1282477" y="132910"/>
                  <a:pt x="1280574" y="134875"/>
                  <a:pt x="1278424" y="136383"/>
                </a:cubicBezTo>
                <a:cubicBezTo>
                  <a:pt x="1276274" y="137890"/>
                  <a:pt x="1273630" y="139064"/>
                  <a:pt x="1270491" y="139904"/>
                </a:cubicBezTo>
                <a:cubicBezTo>
                  <a:pt x="1267353" y="140745"/>
                  <a:pt x="1263806" y="141165"/>
                  <a:pt x="1259852" y="141165"/>
                </a:cubicBezTo>
                <a:cubicBezTo>
                  <a:pt x="1255848" y="141165"/>
                  <a:pt x="1251919" y="140745"/>
                  <a:pt x="1248063" y="139904"/>
                </a:cubicBezTo>
                <a:lnTo>
                  <a:pt x="1246210" y="123593"/>
                </a:lnTo>
                <a:cubicBezTo>
                  <a:pt x="1249472" y="124236"/>
                  <a:pt x="1252413" y="124557"/>
                  <a:pt x="1255033" y="124557"/>
                </a:cubicBezTo>
                <a:cubicBezTo>
                  <a:pt x="1259877" y="124557"/>
                  <a:pt x="1263460" y="123136"/>
                  <a:pt x="1265783" y="120294"/>
                </a:cubicBezTo>
                <a:cubicBezTo>
                  <a:pt x="1268106" y="117452"/>
                  <a:pt x="1269886" y="113831"/>
                  <a:pt x="1271121" y="109432"/>
                </a:cubicBezTo>
                <a:lnTo>
                  <a:pt x="1241168" y="30398"/>
                </a:lnTo>
                <a:close/>
                <a:moveTo>
                  <a:pt x="1333896" y="30398"/>
                </a:moveTo>
                <a:lnTo>
                  <a:pt x="1353098" y="30398"/>
                </a:lnTo>
                <a:lnTo>
                  <a:pt x="1353098" y="41148"/>
                </a:lnTo>
                <a:cubicBezTo>
                  <a:pt x="1359969" y="32795"/>
                  <a:pt x="1368149" y="28618"/>
                  <a:pt x="1377639" y="28618"/>
                </a:cubicBezTo>
                <a:cubicBezTo>
                  <a:pt x="1382681" y="28618"/>
                  <a:pt x="1387055" y="29661"/>
                  <a:pt x="1390762" y="31746"/>
                </a:cubicBezTo>
                <a:cubicBezTo>
                  <a:pt x="1394469" y="33832"/>
                  <a:pt x="1397509" y="36985"/>
                  <a:pt x="1399881" y="41206"/>
                </a:cubicBezTo>
                <a:cubicBezTo>
                  <a:pt x="1403341" y="36985"/>
                  <a:pt x="1407073" y="33832"/>
                  <a:pt x="1411077" y="31746"/>
                </a:cubicBezTo>
                <a:cubicBezTo>
                  <a:pt x="1415080" y="29661"/>
                  <a:pt x="1419356" y="28618"/>
                  <a:pt x="1423903" y="28618"/>
                </a:cubicBezTo>
                <a:cubicBezTo>
                  <a:pt x="1429686" y="28618"/>
                  <a:pt x="1434580" y="29792"/>
                  <a:pt x="1438583" y="32140"/>
                </a:cubicBezTo>
                <a:cubicBezTo>
                  <a:pt x="1442587" y="34488"/>
                  <a:pt x="1445577" y="37936"/>
                  <a:pt x="1447554" y="42483"/>
                </a:cubicBezTo>
                <a:cubicBezTo>
                  <a:pt x="1448988" y="45844"/>
                  <a:pt x="1449704" y="51281"/>
                  <a:pt x="1449704" y="58794"/>
                </a:cubicBezTo>
                <a:lnTo>
                  <a:pt x="1449704" y="109136"/>
                </a:lnTo>
                <a:lnTo>
                  <a:pt x="1428871" y="109136"/>
                </a:lnTo>
                <a:lnTo>
                  <a:pt x="1428871" y="64183"/>
                </a:lnTo>
                <a:cubicBezTo>
                  <a:pt x="1428871" y="56383"/>
                  <a:pt x="1428154" y="51347"/>
                  <a:pt x="1426721" y="49077"/>
                </a:cubicBezTo>
                <a:cubicBezTo>
                  <a:pt x="1424793" y="46114"/>
                  <a:pt x="1421827" y="44633"/>
                  <a:pt x="1417824" y="44633"/>
                </a:cubicBezTo>
                <a:cubicBezTo>
                  <a:pt x="1414907" y="44633"/>
                  <a:pt x="1412164" y="45522"/>
                  <a:pt x="1409594" y="47300"/>
                </a:cubicBezTo>
                <a:cubicBezTo>
                  <a:pt x="1407024" y="49076"/>
                  <a:pt x="1405170" y="51680"/>
                  <a:pt x="1404033" y="55112"/>
                </a:cubicBezTo>
                <a:cubicBezTo>
                  <a:pt x="1402897" y="58543"/>
                  <a:pt x="1402328" y="63961"/>
                  <a:pt x="1402328" y="71368"/>
                </a:cubicBezTo>
                <a:lnTo>
                  <a:pt x="1402328" y="109136"/>
                </a:lnTo>
                <a:lnTo>
                  <a:pt x="1381494" y="109136"/>
                </a:lnTo>
                <a:lnTo>
                  <a:pt x="1381494" y="66034"/>
                </a:lnTo>
                <a:cubicBezTo>
                  <a:pt x="1381494" y="58382"/>
                  <a:pt x="1381124" y="53446"/>
                  <a:pt x="1380382" y="51225"/>
                </a:cubicBezTo>
                <a:cubicBezTo>
                  <a:pt x="1379641" y="49002"/>
                  <a:pt x="1378492" y="47348"/>
                  <a:pt x="1376935" y="46262"/>
                </a:cubicBezTo>
                <a:cubicBezTo>
                  <a:pt x="1375378" y="45176"/>
                  <a:pt x="1373265" y="44633"/>
                  <a:pt x="1370596" y="44633"/>
                </a:cubicBezTo>
                <a:cubicBezTo>
                  <a:pt x="1367383" y="44633"/>
                  <a:pt x="1364491" y="45497"/>
                  <a:pt x="1361921" y="47226"/>
                </a:cubicBezTo>
                <a:cubicBezTo>
                  <a:pt x="1359351" y="48952"/>
                  <a:pt x="1357510" y="51445"/>
                  <a:pt x="1356398" y="54705"/>
                </a:cubicBezTo>
                <a:cubicBezTo>
                  <a:pt x="1355286" y="57964"/>
                  <a:pt x="1354730" y="63370"/>
                  <a:pt x="1354730" y="70923"/>
                </a:cubicBezTo>
                <a:lnTo>
                  <a:pt x="1354730" y="109136"/>
                </a:lnTo>
                <a:lnTo>
                  <a:pt x="1333896" y="109136"/>
                </a:lnTo>
                <a:lnTo>
                  <a:pt x="1333896" y="30398"/>
                </a:lnTo>
                <a:close/>
                <a:moveTo>
                  <a:pt x="1460579" y="30398"/>
                </a:moveTo>
                <a:lnTo>
                  <a:pt x="1482747" y="30398"/>
                </a:lnTo>
                <a:lnTo>
                  <a:pt x="1501579" y="86354"/>
                </a:lnTo>
                <a:lnTo>
                  <a:pt x="1519966" y="30398"/>
                </a:lnTo>
                <a:lnTo>
                  <a:pt x="1541541" y="30398"/>
                </a:lnTo>
                <a:lnTo>
                  <a:pt x="1513738" y="106196"/>
                </a:lnTo>
                <a:lnTo>
                  <a:pt x="1508771" y="119960"/>
                </a:lnTo>
                <a:cubicBezTo>
                  <a:pt x="1506942" y="124557"/>
                  <a:pt x="1505200" y="128066"/>
                  <a:pt x="1503544" y="130488"/>
                </a:cubicBezTo>
                <a:cubicBezTo>
                  <a:pt x="1501888" y="132910"/>
                  <a:pt x="1499985" y="134875"/>
                  <a:pt x="1497835" y="136383"/>
                </a:cubicBezTo>
                <a:cubicBezTo>
                  <a:pt x="1495685" y="137890"/>
                  <a:pt x="1493040" y="139064"/>
                  <a:pt x="1489902" y="139904"/>
                </a:cubicBezTo>
                <a:cubicBezTo>
                  <a:pt x="1486763" y="140745"/>
                  <a:pt x="1483217" y="141165"/>
                  <a:pt x="1479262" y="141165"/>
                </a:cubicBezTo>
                <a:cubicBezTo>
                  <a:pt x="1475259" y="141165"/>
                  <a:pt x="1471329" y="140745"/>
                  <a:pt x="1467474" y="139904"/>
                </a:cubicBezTo>
                <a:lnTo>
                  <a:pt x="1465621" y="123593"/>
                </a:lnTo>
                <a:cubicBezTo>
                  <a:pt x="1468883" y="124236"/>
                  <a:pt x="1471824" y="124557"/>
                  <a:pt x="1474443" y="124557"/>
                </a:cubicBezTo>
                <a:cubicBezTo>
                  <a:pt x="1479287" y="124557"/>
                  <a:pt x="1482871" y="123136"/>
                  <a:pt x="1485194" y="120294"/>
                </a:cubicBezTo>
                <a:cubicBezTo>
                  <a:pt x="1487517" y="117452"/>
                  <a:pt x="1489296" y="113831"/>
                  <a:pt x="1490532" y="109432"/>
                </a:cubicBezTo>
                <a:lnTo>
                  <a:pt x="1460579" y="30398"/>
                </a:lnTo>
                <a:close/>
                <a:moveTo>
                  <a:pt x="1597298" y="109136"/>
                </a:moveTo>
                <a:lnTo>
                  <a:pt x="1597298" y="445"/>
                </a:lnTo>
                <a:lnTo>
                  <a:pt x="1643488" y="445"/>
                </a:lnTo>
                <a:cubicBezTo>
                  <a:pt x="1655103" y="445"/>
                  <a:pt x="1663543" y="1421"/>
                  <a:pt x="1668807" y="3373"/>
                </a:cubicBezTo>
                <a:cubicBezTo>
                  <a:pt x="1674071" y="5326"/>
                  <a:pt x="1678285" y="8798"/>
                  <a:pt x="1681448" y="13790"/>
                </a:cubicBezTo>
                <a:cubicBezTo>
                  <a:pt x="1684612" y="18782"/>
                  <a:pt x="1686193" y="24491"/>
                  <a:pt x="1686193" y="30917"/>
                </a:cubicBezTo>
                <a:cubicBezTo>
                  <a:pt x="1686193" y="39072"/>
                  <a:pt x="1683796" y="45807"/>
                  <a:pt x="1679002" y="51120"/>
                </a:cubicBezTo>
                <a:cubicBezTo>
                  <a:pt x="1674207" y="56434"/>
                  <a:pt x="1667040" y="59782"/>
                  <a:pt x="1657501" y="61166"/>
                </a:cubicBezTo>
                <a:cubicBezTo>
                  <a:pt x="1662246" y="63934"/>
                  <a:pt x="1666163" y="66974"/>
                  <a:pt x="1669252" y="70286"/>
                </a:cubicBezTo>
                <a:cubicBezTo>
                  <a:pt x="1672341" y="73597"/>
                  <a:pt x="1676505" y="79479"/>
                  <a:pt x="1681745" y="87931"/>
                </a:cubicBezTo>
                <a:lnTo>
                  <a:pt x="1695016" y="109136"/>
                </a:lnTo>
                <a:lnTo>
                  <a:pt x="1668770" y="109136"/>
                </a:lnTo>
                <a:lnTo>
                  <a:pt x="1652904" y="85478"/>
                </a:lnTo>
                <a:cubicBezTo>
                  <a:pt x="1647269" y="77029"/>
                  <a:pt x="1643414" y="71705"/>
                  <a:pt x="1641338" y="69507"/>
                </a:cubicBezTo>
                <a:cubicBezTo>
                  <a:pt x="1639262" y="67308"/>
                  <a:pt x="1637062" y="65800"/>
                  <a:pt x="1634739" y="64985"/>
                </a:cubicBezTo>
                <a:cubicBezTo>
                  <a:pt x="1632416" y="64169"/>
                  <a:pt x="1628734" y="63761"/>
                  <a:pt x="1623692" y="63761"/>
                </a:cubicBezTo>
                <a:lnTo>
                  <a:pt x="1619244" y="63761"/>
                </a:lnTo>
                <a:lnTo>
                  <a:pt x="1619244" y="109136"/>
                </a:lnTo>
                <a:lnTo>
                  <a:pt x="1597298" y="109136"/>
                </a:lnTo>
                <a:moveTo>
                  <a:pt x="1619244" y="46412"/>
                </a:moveTo>
                <a:lnTo>
                  <a:pt x="1635481" y="46412"/>
                </a:lnTo>
                <a:cubicBezTo>
                  <a:pt x="1646009" y="46412"/>
                  <a:pt x="1652583" y="45968"/>
                  <a:pt x="1655202" y="45078"/>
                </a:cubicBezTo>
                <a:cubicBezTo>
                  <a:pt x="1657822" y="44188"/>
                  <a:pt x="1659873" y="42656"/>
                  <a:pt x="1661356" y="40481"/>
                </a:cubicBezTo>
                <a:cubicBezTo>
                  <a:pt x="1662839" y="38306"/>
                  <a:pt x="1663580" y="35588"/>
                  <a:pt x="1663580" y="32326"/>
                </a:cubicBezTo>
                <a:cubicBezTo>
                  <a:pt x="1663580" y="28668"/>
                  <a:pt x="1662604" y="25715"/>
                  <a:pt x="1660652" y="23466"/>
                </a:cubicBezTo>
                <a:cubicBezTo>
                  <a:pt x="1658699" y="21217"/>
                  <a:pt x="1655944" y="19796"/>
                  <a:pt x="1652385" y="19203"/>
                </a:cubicBezTo>
                <a:cubicBezTo>
                  <a:pt x="1650605" y="18955"/>
                  <a:pt x="1645267" y="18832"/>
                  <a:pt x="1636370" y="18832"/>
                </a:cubicBezTo>
                <a:lnTo>
                  <a:pt x="1619244" y="18832"/>
                </a:lnTo>
                <a:lnTo>
                  <a:pt x="1619244" y="46412"/>
                </a:lnTo>
                <a:close/>
                <a:moveTo>
                  <a:pt x="1752301" y="84076"/>
                </a:moveTo>
                <a:lnTo>
                  <a:pt x="1773061" y="87635"/>
                </a:lnTo>
                <a:cubicBezTo>
                  <a:pt x="1770392" y="95222"/>
                  <a:pt x="1766178" y="100999"/>
                  <a:pt x="1760420" y="104965"/>
                </a:cubicBezTo>
                <a:cubicBezTo>
                  <a:pt x="1754662" y="108932"/>
                  <a:pt x="1747458" y="110915"/>
                  <a:pt x="1738808" y="110915"/>
                </a:cubicBezTo>
                <a:cubicBezTo>
                  <a:pt x="1725116" y="110915"/>
                  <a:pt x="1714984" y="106442"/>
                  <a:pt x="1708410" y="97496"/>
                </a:cubicBezTo>
                <a:cubicBezTo>
                  <a:pt x="1703220" y="90329"/>
                  <a:pt x="1700625" y="81283"/>
                  <a:pt x="1700625" y="70360"/>
                </a:cubicBezTo>
                <a:cubicBezTo>
                  <a:pt x="1700625" y="57311"/>
                  <a:pt x="1704036" y="47092"/>
                  <a:pt x="1710857" y="39703"/>
                </a:cubicBezTo>
                <a:cubicBezTo>
                  <a:pt x="1717678" y="32313"/>
                  <a:pt x="1726303" y="28618"/>
                  <a:pt x="1736732" y="28618"/>
                </a:cubicBezTo>
                <a:cubicBezTo>
                  <a:pt x="1748446" y="28618"/>
                  <a:pt x="1757689" y="32486"/>
                  <a:pt x="1764461" y="40222"/>
                </a:cubicBezTo>
                <a:cubicBezTo>
                  <a:pt x="1771232" y="47957"/>
                  <a:pt x="1774470" y="59807"/>
                  <a:pt x="1774173" y="75772"/>
                </a:cubicBezTo>
                <a:lnTo>
                  <a:pt x="1721978" y="75772"/>
                </a:lnTo>
                <a:cubicBezTo>
                  <a:pt x="1722126" y="81951"/>
                  <a:pt x="1723807" y="86758"/>
                  <a:pt x="1727019" y="90193"/>
                </a:cubicBezTo>
                <a:cubicBezTo>
                  <a:pt x="1730232" y="93628"/>
                  <a:pt x="1734236" y="95346"/>
                  <a:pt x="1739030" y="95346"/>
                </a:cubicBezTo>
                <a:cubicBezTo>
                  <a:pt x="1742292" y="95346"/>
                  <a:pt x="1745036" y="94456"/>
                  <a:pt x="1747260" y="92676"/>
                </a:cubicBezTo>
                <a:cubicBezTo>
                  <a:pt x="1749484" y="90897"/>
                  <a:pt x="1751165" y="88030"/>
                  <a:pt x="1752301" y="84076"/>
                </a:cubicBezTo>
                <a:moveTo>
                  <a:pt x="1753488" y="63020"/>
                </a:moveTo>
                <a:cubicBezTo>
                  <a:pt x="1753339" y="57015"/>
                  <a:pt x="1751782" y="52449"/>
                  <a:pt x="1748817" y="49322"/>
                </a:cubicBezTo>
                <a:cubicBezTo>
                  <a:pt x="1745851" y="46196"/>
                  <a:pt x="1742243" y="44633"/>
                  <a:pt x="1737992" y="44633"/>
                </a:cubicBezTo>
                <a:cubicBezTo>
                  <a:pt x="1733445" y="44633"/>
                  <a:pt x="1729688" y="46282"/>
                  <a:pt x="1726723" y="49580"/>
                </a:cubicBezTo>
                <a:cubicBezTo>
                  <a:pt x="1723757" y="52879"/>
                  <a:pt x="1722299" y="57359"/>
                  <a:pt x="1722348" y="63020"/>
                </a:cubicBezTo>
                <a:lnTo>
                  <a:pt x="1753488" y="63020"/>
                </a:lnTo>
                <a:close/>
                <a:moveTo>
                  <a:pt x="1791128" y="109136"/>
                </a:moveTo>
                <a:lnTo>
                  <a:pt x="1791128" y="445"/>
                </a:lnTo>
                <a:lnTo>
                  <a:pt x="1811962" y="445"/>
                </a:lnTo>
                <a:lnTo>
                  <a:pt x="1811962" y="109136"/>
                </a:lnTo>
                <a:lnTo>
                  <a:pt x="1791128" y="109136"/>
                </a:lnTo>
                <a:close/>
                <a:moveTo>
                  <a:pt x="1848910" y="54716"/>
                </a:moveTo>
                <a:lnTo>
                  <a:pt x="1830004" y="51306"/>
                </a:lnTo>
                <a:cubicBezTo>
                  <a:pt x="1832130" y="43593"/>
                  <a:pt x="1835787" y="37885"/>
                  <a:pt x="1840977" y="34179"/>
                </a:cubicBezTo>
                <a:cubicBezTo>
                  <a:pt x="1846167" y="30472"/>
                  <a:pt x="1853878" y="28618"/>
                  <a:pt x="1864109" y="28618"/>
                </a:cubicBezTo>
                <a:cubicBezTo>
                  <a:pt x="1873401" y="28618"/>
                  <a:pt x="1880321" y="29718"/>
                  <a:pt x="1884869" y="31918"/>
                </a:cubicBezTo>
                <a:cubicBezTo>
                  <a:pt x="1889416" y="34117"/>
                  <a:pt x="1892616" y="36910"/>
                  <a:pt x="1894470" y="40296"/>
                </a:cubicBezTo>
                <a:cubicBezTo>
                  <a:pt x="1896323" y="43681"/>
                  <a:pt x="1897250" y="49897"/>
                  <a:pt x="1897250" y="58942"/>
                </a:cubicBezTo>
                <a:lnTo>
                  <a:pt x="1897028" y="83261"/>
                </a:lnTo>
                <a:cubicBezTo>
                  <a:pt x="1897028" y="90180"/>
                  <a:pt x="1897361" y="95284"/>
                  <a:pt x="1898029" y="98571"/>
                </a:cubicBezTo>
                <a:cubicBezTo>
                  <a:pt x="1898696" y="101858"/>
                  <a:pt x="1899944" y="105379"/>
                  <a:pt x="1901773" y="109136"/>
                </a:cubicBezTo>
                <a:lnTo>
                  <a:pt x="1881162" y="109136"/>
                </a:lnTo>
                <a:cubicBezTo>
                  <a:pt x="1880618" y="107752"/>
                  <a:pt x="1879951" y="105701"/>
                  <a:pt x="1879160" y="102982"/>
                </a:cubicBezTo>
                <a:cubicBezTo>
                  <a:pt x="1878814" y="101746"/>
                  <a:pt x="1878567" y="100931"/>
                  <a:pt x="1878418" y="100535"/>
                </a:cubicBezTo>
                <a:cubicBezTo>
                  <a:pt x="1874860" y="103995"/>
                  <a:pt x="1871054" y="106590"/>
                  <a:pt x="1867001" y="108320"/>
                </a:cubicBezTo>
                <a:cubicBezTo>
                  <a:pt x="1862948" y="110050"/>
                  <a:pt x="1858623" y="110915"/>
                  <a:pt x="1854026" y="110915"/>
                </a:cubicBezTo>
                <a:cubicBezTo>
                  <a:pt x="1845920" y="110915"/>
                  <a:pt x="1839531" y="108725"/>
                  <a:pt x="1834860" y="104344"/>
                </a:cubicBezTo>
                <a:cubicBezTo>
                  <a:pt x="1830189" y="99964"/>
                  <a:pt x="1827854" y="94426"/>
                  <a:pt x="1827854" y="87732"/>
                </a:cubicBezTo>
                <a:cubicBezTo>
                  <a:pt x="1827854" y="83302"/>
                  <a:pt x="1828917" y="79353"/>
                  <a:pt x="1831042" y="75883"/>
                </a:cubicBezTo>
                <a:cubicBezTo>
                  <a:pt x="1833167" y="72413"/>
                  <a:pt x="1836145" y="69754"/>
                  <a:pt x="1839976" y="67909"/>
                </a:cubicBezTo>
                <a:cubicBezTo>
                  <a:pt x="1843807" y="66063"/>
                  <a:pt x="1849330" y="64451"/>
                  <a:pt x="1856547" y="63073"/>
                </a:cubicBezTo>
                <a:cubicBezTo>
                  <a:pt x="1866284" y="61252"/>
                  <a:pt x="1873031" y="59554"/>
                  <a:pt x="1876787" y="57978"/>
                </a:cubicBezTo>
                <a:lnTo>
                  <a:pt x="1876787" y="55879"/>
                </a:lnTo>
                <a:cubicBezTo>
                  <a:pt x="1876787" y="51831"/>
                  <a:pt x="1875799" y="48945"/>
                  <a:pt x="1873822" y="47221"/>
                </a:cubicBezTo>
                <a:cubicBezTo>
                  <a:pt x="1871844" y="45496"/>
                  <a:pt x="1868113" y="44633"/>
                  <a:pt x="1862626" y="44633"/>
                </a:cubicBezTo>
                <a:cubicBezTo>
                  <a:pt x="1858919" y="44633"/>
                  <a:pt x="1856028" y="45379"/>
                  <a:pt x="1853952" y="46871"/>
                </a:cubicBezTo>
                <a:cubicBezTo>
                  <a:pt x="1851876" y="48362"/>
                  <a:pt x="1850195" y="50977"/>
                  <a:pt x="1848910" y="54716"/>
                </a:cubicBezTo>
                <a:moveTo>
                  <a:pt x="1876787" y="71620"/>
                </a:moveTo>
                <a:cubicBezTo>
                  <a:pt x="1874118" y="72499"/>
                  <a:pt x="1869892" y="73550"/>
                  <a:pt x="1864109" y="74771"/>
                </a:cubicBezTo>
                <a:cubicBezTo>
                  <a:pt x="1858326" y="75992"/>
                  <a:pt x="1854545" y="77188"/>
                  <a:pt x="1852765" y="78360"/>
                </a:cubicBezTo>
                <a:cubicBezTo>
                  <a:pt x="1850047" y="80265"/>
                  <a:pt x="1848688" y="82682"/>
                  <a:pt x="1848688" y="85612"/>
                </a:cubicBezTo>
                <a:cubicBezTo>
                  <a:pt x="1848688" y="88494"/>
                  <a:pt x="1849775" y="90986"/>
                  <a:pt x="1851950" y="93087"/>
                </a:cubicBezTo>
                <a:cubicBezTo>
                  <a:pt x="1854125" y="95186"/>
                  <a:pt x="1856893" y="96235"/>
                  <a:pt x="1860254" y="96235"/>
                </a:cubicBezTo>
                <a:cubicBezTo>
                  <a:pt x="1864010" y="96235"/>
                  <a:pt x="1867594" y="95014"/>
                  <a:pt x="1871004" y="92572"/>
                </a:cubicBezTo>
                <a:cubicBezTo>
                  <a:pt x="1873525" y="90717"/>
                  <a:pt x="1875181" y="88446"/>
                  <a:pt x="1875972" y="85758"/>
                </a:cubicBezTo>
                <a:cubicBezTo>
                  <a:pt x="1876515" y="84000"/>
                  <a:pt x="1876787" y="80656"/>
                  <a:pt x="1876787" y="75724"/>
                </a:cubicBezTo>
                <a:lnTo>
                  <a:pt x="1876787" y="71620"/>
                </a:lnTo>
                <a:close/>
                <a:moveTo>
                  <a:pt x="1953871" y="30398"/>
                </a:moveTo>
                <a:lnTo>
                  <a:pt x="1953871" y="47005"/>
                </a:lnTo>
                <a:lnTo>
                  <a:pt x="1939636" y="47005"/>
                </a:lnTo>
                <a:lnTo>
                  <a:pt x="1939636" y="78687"/>
                </a:lnTo>
                <a:cubicBezTo>
                  <a:pt x="1939636" y="85103"/>
                  <a:pt x="1939771" y="88842"/>
                  <a:pt x="1940043" y="89903"/>
                </a:cubicBezTo>
                <a:cubicBezTo>
                  <a:pt x="1940315" y="90963"/>
                  <a:pt x="1940933" y="91838"/>
                  <a:pt x="1941897" y="92530"/>
                </a:cubicBezTo>
                <a:cubicBezTo>
                  <a:pt x="1942861" y="93221"/>
                  <a:pt x="1944035" y="93566"/>
                  <a:pt x="1945419" y="93566"/>
                </a:cubicBezTo>
                <a:cubicBezTo>
                  <a:pt x="1947346" y="93566"/>
                  <a:pt x="1950139" y="92899"/>
                  <a:pt x="1953796" y="91564"/>
                </a:cubicBezTo>
                <a:lnTo>
                  <a:pt x="1955576" y="107787"/>
                </a:lnTo>
                <a:cubicBezTo>
                  <a:pt x="1950732" y="109873"/>
                  <a:pt x="1945246" y="110915"/>
                  <a:pt x="1939117" y="110915"/>
                </a:cubicBezTo>
                <a:cubicBezTo>
                  <a:pt x="1935360" y="110915"/>
                  <a:pt x="1931974" y="110285"/>
                  <a:pt x="1928959" y="109025"/>
                </a:cubicBezTo>
                <a:cubicBezTo>
                  <a:pt x="1925944" y="107764"/>
                  <a:pt x="1923732" y="106133"/>
                  <a:pt x="1922324" y="104131"/>
                </a:cubicBezTo>
                <a:cubicBezTo>
                  <a:pt x="1920915" y="102129"/>
                  <a:pt x="1919939" y="99423"/>
                  <a:pt x="1919395" y="96013"/>
                </a:cubicBezTo>
                <a:cubicBezTo>
                  <a:pt x="1918950" y="93591"/>
                  <a:pt x="1918728" y="88698"/>
                  <a:pt x="1918728" y="81333"/>
                </a:cubicBezTo>
                <a:lnTo>
                  <a:pt x="1918728" y="47005"/>
                </a:lnTo>
                <a:lnTo>
                  <a:pt x="1909164" y="47005"/>
                </a:lnTo>
                <a:lnTo>
                  <a:pt x="1909164" y="30398"/>
                </a:lnTo>
                <a:lnTo>
                  <a:pt x="1918728" y="30398"/>
                </a:lnTo>
                <a:lnTo>
                  <a:pt x="1918728" y="14680"/>
                </a:lnTo>
                <a:lnTo>
                  <a:pt x="1939636" y="2373"/>
                </a:lnTo>
                <a:lnTo>
                  <a:pt x="1939636" y="30398"/>
                </a:lnTo>
                <a:lnTo>
                  <a:pt x="1953871" y="30398"/>
                </a:lnTo>
                <a:close/>
                <a:moveTo>
                  <a:pt x="1968327" y="19722"/>
                </a:moveTo>
                <a:lnTo>
                  <a:pt x="1968327" y="445"/>
                </a:lnTo>
                <a:lnTo>
                  <a:pt x="1989161" y="445"/>
                </a:lnTo>
                <a:lnTo>
                  <a:pt x="1989161" y="19722"/>
                </a:lnTo>
                <a:lnTo>
                  <a:pt x="1968327" y="19722"/>
                </a:lnTo>
                <a:moveTo>
                  <a:pt x="1968327" y="109136"/>
                </a:moveTo>
                <a:lnTo>
                  <a:pt x="1968327" y="30398"/>
                </a:lnTo>
                <a:lnTo>
                  <a:pt x="1989161" y="30398"/>
                </a:lnTo>
                <a:lnTo>
                  <a:pt x="1989161" y="109136"/>
                </a:lnTo>
                <a:lnTo>
                  <a:pt x="1968327" y="109136"/>
                </a:lnTo>
                <a:close/>
                <a:moveTo>
                  <a:pt x="2005720" y="68655"/>
                </a:moveTo>
                <a:cubicBezTo>
                  <a:pt x="2005720" y="61735"/>
                  <a:pt x="2007425" y="55037"/>
                  <a:pt x="2010836" y="48562"/>
                </a:cubicBezTo>
                <a:cubicBezTo>
                  <a:pt x="2014246" y="42087"/>
                  <a:pt x="2019078" y="37145"/>
                  <a:pt x="2025330" y="33734"/>
                </a:cubicBezTo>
                <a:cubicBezTo>
                  <a:pt x="2031583" y="30324"/>
                  <a:pt x="2038565" y="28618"/>
                  <a:pt x="2046275" y="28618"/>
                </a:cubicBezTo>
                <a:cubicBezTo>
                  <a:pt x="2058187" y="28618"/>
                  <a:pt x="2067949" y="32486"/>
                  <a:pt x="2075561" y="40222"/>
                </a:cubicBezTo>
                <a:cubicBezTo>
                  <a:pt x="2083173" y="47957"/>
                  <a:pt x="2086979" y="57731"/>
                  <a:pt x="2086979" y="69544"/>
                </a:cubicBezTo>
                <a:cubicBezTo>
                  <a:pt x="2086979" y="81456"/>
                  <a:pt x="2083136" y="91330"/>
                  <a:pt x="2075450" y="99164"/>
                </a:cubicBezTo>
                <a:cubicBezTo>
                  <a:pt x="2067764" y="106998"/>
                  <a:pt x="2058088" y="110915"/>
                  <a:pt x="2046424" y="110915"/>
                </a:cubicBezTo>
                <a:cubicBezTo>
                  <a:pt x="2039207" y="110915"/>
                  <a:pt x="2032324" y="109284"/>
                  <a:pt x="2025775" y="106022"/>
                </a:cubicBezTo>
                <a:cubicBezTo>
                  <a:pt x="2019226" y="102760"/>
                  <a:pt x="2014246" y="97978"/>
                  <a:pt x="2010836" y="91676"/>
                </a:cubicBezTo>
                <a:cubicBezTo>
                  <a:pt x="2007425" y="85374"/>
                  <a:pt x="2005720" y="77700"/>
                  <a:pt x="2005720" y="68655"/>
                </a:cubicBezTo>
                <a:moveTo>
                  <a:pt x="2027073" y="69767"/>
                </a:moveTo>
                <a:cubicBezTo>
                  <a:pt x="2027073" y="77552"/>
                  <a:pt x="2028926" y="83514"/>
                  <a:pt x="2032633" y="87653"/>
                </a:cubicBezTo>
                <a:cubicBezTo>
                  <a:pt x="2036340" y="91793"/>
                  <a:pt x="2040912" y="93863"/>
                  <a:pt x="2046349" y="93863"/>
                </a:cubicBezTo>
                <a:cubicBezTo>
                  <a:pt x="2051786" y="93863"/>
                  <a:pt x="2056346" y="91793"/>
                  <a:pt x="2060028" y="87653"/>
                </a:cubicBezTo>
                <a:cubicBezTo>
                  <a:pt x="2063711" y="83514"/>
                  <a:pt x="2065552" y="77502"/>
                  <a:pt x="2065552" y="69619"/>
                </a:cubicBezTo>
                <a:cubicBezTo>
                  <a:pt x="2065552" y="61933"/>
                  <a:pt x="2063711" y="56020"/>
                  <a:pt x="2060028" y="51880"/>
                </a:cubicBezTo>
                <a:cubicBezTo>
                  <a:pt x="2056346" y="47741"/>
                  <a:pt x="2051786" y="45671"/>
                  <a:pt x="2046349" y="45671"/>
                </a:cubicBezTo>
                <a:cubicBezTo>
                  <a:pt x="2040912" y="45671"/>
                  <a:pt x="2036340" y="47741"/>
                  <a:pt x="2032633" y="51880"/>
                </a:cubicBezTo>
                <a:cubicBezTo>
                  <a:pt x="2028926" y="56020"/>
                  <a:pt x="2027073" y="61982"/>
                  <a:pt x="2027073" y="69767"/>
                </a:cubicBezTo>
                <a:close/>
                <a:moveTo>
                  <a:pt x="2174934" y="109136"/>
                </a:moveTo>
                <a:lnTo>
                  <a:pt x="2154101" y="109136"/>
                </a:lnTo>
                <a:lnTo>
                  <a:pt x="2154101" y="68998"/>
                </a:lnTo>
                <a:cubicBezTo>
                  <a:pt x="2154101" y="60505"/>
                  <a:pt x="2153656" y="55013"/>
                  <a:pt x="2152766" y="52520"/>
                </a:cubicBezTo>
                <a:cubicBezTo>
                  <a:pt x="2151876" y="50027"/>
                  <a:pt x="2150431" y="48089"/>
                  <a:pt x="2148429" y="46707"/>
                </a:cubicBezTo>
                <a:cubicBezTo>
                  <a:pt x="2146427" y="45324"/>
                  <a:pt x="2144017" y="44633"/>
                  <a:pt x="2141200" y="44633"/>
                </a:cubicBezTo>
                <a:cubicBezTo>
                  <a:pt x="2137592" y="44633"/>
                  <a:pt x="2134354" y="45621"/>
                  <a:pt x="2131488" y="47596"/>
                </a:cubicBezTo>
                <a:cubicBezTo>
                  <a:pt x="2128621" y="49570"/>
                  <a:pt x="2126656" y="52187"/>
                  <a:pt x="2125593" y="55446"/>
                </a:cubicBezTo>
                <a:cubicBezTo>
                  <a:pt x="2124531" y="58704"/>
                  <a:pt x="2123999" y="64727"/>
                  <a:pt x="2123999" y="73516"/>
                </a:cubicBezTo>
                <a:lnTo>
                  <a:pt x="2123999" y="109136"/>
                </a:lnTo>
                <a:lnTo>
                  <a:pt x="2103166" y="109136"/>
                </a:lnTo>
                <a:lnTo>
                  <a:pt x="2103166" y="30398"/>
                </a:lnTo>
                <a:lnTo>
                  <a:pt x="2122517" y="30398"/>
                </a:lnTo>
                <a:lnTo>
                  <a:pt x="2122517" y="41964"/>
                </a:lnTo>
                <a:cubicBezTo>
                  <a:pt x="2129387" y="33067"/>
                  <a:pt x="2138037" y="28618"/>
                  <a:pt x="2148466" y="28618"/>
                </a:cubicBezTo>
                <a:cubicBezTo>
                  <a:pt x="2153063" y="28618"/>
                  <a:pt x="2157264" y="29446"/>
                  <a:pt x="2161070" y="31102"/>
                </a:cubicBezTo>
                <a:cubicBezTo>
                  <a:pt x="2164876" y="32758"/>
                  <a:pt x="2167755" y="34871"/>
                  <a:pt x="2169707" y="37441"/>
                </a:cubicBezTo>
                <a:cubicBezTo>
                  <a:pt x="2171660" y="40012"/>
                  <a:pt x="2173019" y="42928"/>
                  <a:pt x="2173785" y="46190"/>
                </a:cubicBezTo>
                <a:cubicBezTo>
                  <a:pt x="2174551" y="49452"/>
                  <a:pt x="2174934" y="54123"/>
                  <a:pt x="2174934" y="60203"/>
                </a:cubicBezTo>
                <a:lnTo>
                  <a:pt x="2174934" y="109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BED5B-4F47-4348-9B82-3157F5F1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53" y="5328770"/>
            <a:ext cx="2699397" cy="337425"/>
          </a:xfrm>
          <a:custGeom xmlns:a="http://schemas.openxmlformats.org/drawingml/2006/main">
            <a:pathLst>
              <a:path w="2699397" h="337425">
                <a:moveTo>
                  <a:pt x="50614" y="0"/>
                </a:moveTo>
                <a:lnTo>
                  <a:pt x="2648784" y="0"/>
                </a:lnTo>
                <a:cubicBezTo>
                  <a:pt x="2652107" y="0"/>
                  <a:pt x="2655399" y="324"/>
                  <a:pt x="2658658" y="973"/>
                </a:cubicBezTo>
                <a:cubicBezTo>
                  <a:pt x="2661917" y="1621"/>
                  <a:pt x="2665082" y="2581"/>
                  <a:pt x="2668153" y="3853"/>
                </a:cubicBezTo>
                <a:cubicBezTo>
                  <a:pt x="2671223" y="5125"/>
                  <a:pt x="2674140" y="6684"/>
                  <a:pt x="2676903" y="8531"/>
                </a:cubicBezTo>
                <a:cubicBezTo>
                  <a:pt x="2679666" y="10377"/>
                  <a:pt x="2682223" y="12475"/>
                  <a:pt x="2684573" y="14825"/>
                </a:cubicBezTo>
                <a:cubicBezTo>
                  <a:pt x="2686923" y="17175"/>
                  <a:pt x="2689021" y="19731"/>
                  <a:pt x="2690867" y="22495"/>
                </a:cubicBezTo>
                <a:cubicBezTo>
                  <a:pt x="2692714" y="25258"/>
                  <a:pt x="2694273" y="28175"/>
                  <a:pt x="2695545" y="31245"/>
                </a:cubicBezTo>
                <a:cubicBezTo>
                  <a:pt x="2696817" y="34315"/>
                  <a:pt x="2697777" y="37480"/>
                  <a:pt x="2698425" y="40740"/>
                </a:cubicBezTo>
                <a:cubicBezTo>
                  <a:pt x="2699073" y="43999"/>
                  <a:pt x="2699397" y="47290"/>
                  <a:pt x="2699397" y="50614"/>
                </a:cubicBezTo>
                <a:lnTo>
                  <a:pt x="2699397" y="286811"/>
                </a:lnTo>
                <a:cubicBezTo>
                  <a:pt x="2699397" y="290134"/>
                  <a:pt x="2699073" y="293426"/>
                  <a:pt x="2698425" y="296686"/>
                </a:cubicBezTo>
                <a:cubicBezTo>
                  <a:pt x="2697777" y="299945"/>
                  <a:pt x="2696817" y="303110"/>
                  <a:pt x="2695545" y="306180"/>
                </a:cubicBezTo>
                <a:cubicBezTo>
                  <a:pt x="2694273" y="309251"/>
                  <a:pt x="2692714" y="312168"/>
                  <a:pt x="2690867" y="314931"/>
                </a:cubicBezTo>
                <a:cubicBezTo>
                  <a:pt x="2689021" y="317694"/>
                  <a:pt x="2686923" y="320251"/>
                  <a:pt x="2684573" y="322601"/>
                </a:cubicBezTo>
                <a:cubicBezTo>
                  <a:pt x="2682223" y="324951"/>
                  <a:pt x="2679666" y="327049"/>
                  <a:pt x="2676903" y="328895"/>
                </a:cubicBezTo>
                <a:cubicBezTo>
                  <a:pt x="2674140" y="330742"/>
                  <a:pt x="2671223" y="332301"/>
                  <a:pt x="2668153" y="333572"/>
                </a:cubicBezTo>
                <a:cubicBezTo>
                  <a:pt x="2665082" y="334844"/>
                  <a:pt x="2661917" y="335804"/>
                  <a:pt x="2658658" y="336452"/>
                </a:cubicBezTo>
                <a:cubicBezTo>
                  <a:pt x="2655399" y="337100"/>
                  <a:pt x="2652107" y="337425"/>
                  <a:pt x="2648784" y="337425"/>
                </a:cubicBezTo>
                <a:lnTo>
                  <a:pt x="50614" y="337425"/>
                </a:lnTo>
                <a:cubicBezTo>
                  <a:pt x="47290" y="337425"/>
                  <a:pt x="43999" y="337100"/>
                  <a:pt x="40739" y="336452"/>
                </a:cubicBezTo>
                <a:cubicBezTo>
                  <a:pt x="37480" y="335804"/>
                  <a:pt x="34315" y="334844"/>
                  <a:pt x="31245" y="333572"/>
                </a:cubicBezTo>
                <a:cubicBezTo>
                  <a:pt x="28174" y="332301"/>
                  <a:pt x="25258" y="330742"/>
                  <a:pt x="22494" y="328895"/>
                </a:cubicBezTo>
                <a:cubicBezTo>
                  <a:pt x="19731" y="327049"/>
                  <a:pt x="17174" y="324951"/>
                  <a:pt x="14824" y="322601"/>
                </a:cubicBezTo>
                <a:cubicBezTo>
                  <a:pt x="12475" y="320251"/>
                  <a:pt x="10376" y="317694"/>
                  <a:pt x="8530" y="314931"/>
                </a:cubicBezTo>
                <a:cubicBezTo>
                  <a:pt x="6684" y="312168"/>
                  <a:pt x="5125" y="309251"/>
                  <a:pt x="3853" y="306180"/>
                </a:cubicBezTo>
                <a:cubicBezTo>
                  <a:pt x="2581" y="303110"/>
                  <a:pt x="1621" y="299945"/>
                  <a:pt x="973" y="296686"/>
                </a:cubicBezTo>
                <a:cubicBezTo>
                  <a:pt x="324" y="293426"/>
                  <a:pt x="0" y="290134"/>
                  <a:pt x="0" y="286811"/>
                </a:cubicBezTo>
                <a:lnTo>
                  <a:pt x="0" y="50614"/>
                </a:lnTo>
                <a:cubicBezTo>
                  <a:pt x="0" y="47290"/>
                  <a:pt x="324" y="43999"/>
                  <a:pt x="973" y="40740"/>
                </a:cubicBezTo>
                <a:cubicBezTo>
                  <a:pt x="1621" y="37480"/>
                  <a:pt x="2581" y="34315"/>
                  <a:pt x="3853" y="31245"/>
                </a:cubicBezTo>
                <a:cubicBezTo>
                  <a:pt x="5125" y="28175"/>
                  <a:pt x="6684" y="25258"/>
                  <a:pt x="8530" y="22495"/>
                </a:cubicBezTo>
                <a:cubicBezTo>
                  <a:pt x="10376" y="19731"/>
                  <a:pt x="12475" y="17175"/>
                  <a:pt x="14824" y="14825"/>
                </a:cubicBezTo>
                <a:cubicBezTo>
                  <a:pt x="17174" y="12475"/>
                  <a:pt x="19731" y="10377"/>
                  <a:pt x="22494" y="8531"/>
                </a:cubicBezTo>
                <a:cubicBezTo>
                  <a:pt x="25258" y="6684"/>
                  <a:pt x="28174" y="5125"/>
                  <a:pt x="31245" y="3853"/>
                </a:cubicBezTo>
                <a:cubicBezTo>
                  <a:pt x="34315" y="2581"/>
                  <a:pt x="37480" y="1621"/>
                  <a:pt x="40739" y="973"/>
                </a:cubicBezTo>
                <a:cubicBezTo>
                  <a:pt x="43999" y="324"/>
                  <a:pt x="47290" y="0"/>
                  <a:pt x="50614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CBB17-D9F5-43D3-BA2F-F534BC2F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53" y="5328770"/>
            <a:ext cx="2699397" cy="337425"/>
          </a:xfrm>
          <a:custGeom xmlns:a="http://schemas.openxmlformats.org/drawingml/2006/main">
            <a:pathLst>
              <a:path w="2699397" h="337425" fill="none">
                <a:moveTo>
                  <a:pt x="50614" y="0"/>
                </a:moveTo>
                <a:lnTo>
                  <a:pt x="2648784" y="0"/>
                </a:lnTo>
                <a:cubicBezTo>
                  <a:pt x="2652107" y="0"/>
                  <a:pt x="2655399" y="324"/>
                  <a:pt x="2658658" y="973"/>
                </a:cubicBezTo>
                <a:cubicBezTo>
                  <a:pt x="2661917" y="1621"/>
                  <a:pt x="2665082" y="2581"/>
                  <a:pt x="2668153" y="3853"/>
                </a:cubicBezTo>
                <a:cubicBezTo>
                  <a:pt x="2671223" y="5125"/>
                  <a:pt x="2674140" y="6684"/>
                  <a:pt x="2676903" y="8531"/>
                </a:cubicBezTo>
                <a:cubicBezTo>
                  <a:pt x="2679666" y="10377"/>
                  <a:pt x="2682223" y="12475"/>
                  <a:pt x="2684573" y="14825"/>
                </a:cubicBezTo>
                <a:cubicBezTo>
                  <a:pt x="2686923" y="17175"/>
                  <a:pt x="2689021" y="19731"/>
                  <a:pt x="2690867" y="22495"/>
                </a:cubicBezTo>
                <a:cubicBezTo>
                  <a:pt x="2692714" y="25258"/>
                  <a:pt x="2694273" y="28175"/>
                  <a:pt x="2695545" y="31245"/>
                </a:cubicBezTo>
                <a:cubicBezTo>
                  <a:pt x="2696817" y="34315"/>
                  <a:pt x="2697777" y="37480"/>
                  <a:pt x="2698425" y="40740"/>
                </a:cubicBezTo>
                <a:cubicBezTo>
                  <a:pt x="2699073" y="43999"/>
                  <a:pt x="2699397" y="47290"/>
                  <a:pt x="2699397" y="50614"/>
                </a:cubicBezTo>
                <a:lnTo>
                  <a:pt x="2699397" y="286811"/>
                </a:lnTo>
                <a:cubicBezTo>
                  <a:pt x="2699397" y="290134"/>
                  <a:pt x="2699073" y="293426"/>
                  <a:pt x="2698425" y="296686"/>
                </a:cubicBezTo>
                <a:cubicBezTo>
                  <a:pt x="2697777" y="299945"/>
                  <a:pt x="2696817" y="303110"/>
                  <a:pt x="2695545" y="306180"/>
                </a:cubicBezTo>
                <a:cubicBezTo>
                  <a:pt x="2694273" y="309251"/>
                  <a:pt x="2692714" y="312168"/>
                  <a:pt x="2690867" y="314931"/>
                </a:cubicBezTo>
                <a:cubicBezTo>
                  <a:pt x="2689021" y="317694"/>
                  <a:pt x="2686923" y="320251"/>
                  <a:pt x="2684573" y="322601"/>
                </a:cubicBezTo>
                <a:cubicBezTo>
                  <a:pt x="2682223" y="324951"/>
                  <a:pt x="2679666" y="327049"/>
                  <a:pt x="2676903" y="328895"/>
                </a:cubicBezTo>
                <a:cubicBezTo>
                  <a:pt x="2674140" y="330742"/>
                  <a:pt x="2671223" y="332301"/>
                  <a:pt x="2668153" y="333572"/>
                </a:cubicBezTo>
                <a:cubicBezTo>
                  <a:pt x="2665082" y="334844"/>
                  <a:pt x="2661917" y="335804"/>
                  <a:pt x="2658658" y="336452"/>
                </a:cubicBezTo>
                <a:cubicBezTo>
                  <a:pt x="2655399" y="337100"/>
                  <a:pt x="2652107" y="337425"/>
                  <a:pt x="2648784" y="337425"/>
                </a:cubicBezTo>
                <a:lnTo>
                  <a:pt x="50614" y="337425"/>
                </a:lnTo>
                <a:cubicBezTo>
                  <a:pt x="47290" y="337425"/>
                  <a:pt x="43999" y="337100"/>
                  <a:pt x="40739" y="336452"/>
                </a:cubicBezTo>
                <a:cubicBezTo>
                  <a:pt x="37480" y="335804"/>
                  <a:pt x="34315" y="334844"/>
                  <a:pt x="31245" y="333572"/>
                </a:cubicBezTo>
                <a:cubicBezTo>
                  <a:pt x="28174" y="332301"/>
                  <a:pt x="25258" y="330742"/>
                  <a:pt x="22494" y="328895"/>
                </a:cubicBezTo>
                <a:cubicBezTo>
                  <a:pt x="19731" y="327049"/>
                  <a:pt x="17174" y="324951"/>
                  <a:pt x="14824" y="322601"/>
                </a:cubicBezTo>
                <a:cubicBezTo>
                  <a:pt x="12475" y="320251"/>
                  <a:pt x="10376" y="317694"/>
                  <a:pt x="8530" y="314931"/>
                </a:cubicBezTo>
                <a:cubicBezTo>
                  <a:pt x="6684" y="312168"/>
                  <a:pt x="5125" y="309251"/>
                  <a:pt x="3853" y="306180"/>
                </a:cubicBezTo>
                <a:cubicBezTo>
                  <a:pt x="2581" y="303110"/>
                  <a:pt x="1621" y="299945"/>
                  <a:pt x="973" y="296686"/>
                </a:cubicBezTo>
                <a:cubicBezTo>
                  <a:pt x="324" y="293426"/>
                  <a:pt x="0" y="290134"/>
                  <a:pt x="0" y="286811"/>
                </a:cubicBezTo>
                <a:lnTo>
                  <a:pt x="0" y="50614"/>
                </a:lnTo>
                <a:cubicBezTo>
                  <a:pt x="0" y="47290"/>
                  <a:pt x="324" y="43999"/>
                  <a:pt x="973" y="40740"/>
                </a:cubicBezTo>
                <a:cubicBezTo>
                  <a:pt x="1621" y="37480"/>
                  <a:pt x="2581" y="34315"/>
                  <a:pt x="3853" y="31245"/>
                </a:cubicBezTo>
                <a:cubicBezTo>
                  <a:pt x="5125" y="28175"/>
                  <a:pt x="6684" y="25258"/>
                  <a:pt x="8530" y="22495"/>
                </a:cubicBezTo>
                <a:cubicBezTo>
                  <a:pt x="10376" y="19731"/>
                  <a:pt x="12475" y="17175"/>
                  <a:pt x="14824" y="14825"/>
                </a:cubicBezTo>
                <a:cubicBezTo>
                  <a:pt x="17174" y="12475"/>
                  <a:pt x="19731" y="10377"/>
                  <a:pt x="22494" y="8531"/>
                </a:cubicBezTo>
                <a:cubicBezTo>
                  <a:pt x="25258" y="6684"/>
                  <a:pt x="28174" y="5125"/>
                  <a:pt x="31245" y="3853"/>
                </a:cubicBezTo>
                <a:cubicBezTo>
                  <a:pt x="34315" y="2581"/>
                  <a:pt x="37480" y="1621"/>
                  <a:pt x="40739" y="973"/>
                </a:cubicBezTo>
                <a:cubicBezTo>
                  <a:pt x="43999" y="324"/>
                  <a:pt x="47290" y="0"/>
                  <a:pt x="506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D6B656"/>
            </a:solidFill>
            <a:miter/>
          </a:ln>
        </p:spPr>
      </p:sp>
      <p:sp>
        <p:nvSpPr>
          <p:cNvPr id="92" name="Text Is[">
            <a:extLst xmlns:a="http://schemas.openxmlformats.org/drawingml/2006/main">
              <a:ext uri="{FF2B5EF4-FFF2-40B4-BE49-F238E27FC236}">
                <a16:creationId xmlns:a16="http://schemas.microsoft.com/office/drawing/2014/main" id="{C1ECB627-B835-4B56-81DE-44D0566F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96" y="5434611"/>
            <a:ext cx="189142" cy="123239"/>
          </a:xfrm>
          <a:custGeom xmlns:a="http://schemas.openxmlformats.org/drawingml/2006/main">
            <a:pathLst>
              <a:path w="189142" h="123239">
                <a:moveTo>
                  <a:pt x="0" y="96614"/>
                </a:moveTo>
                <a:lnTo>
                  <a:pt x="0" y="0"/>
                </a:lnTo>
                <a:lnTo>
                  <a:pt x="12785" y="0"/>
                </a:lnTo>
                <a:lnTo>
                  <a:pt x="12785" y="96614"/>
                </a:lnTo>
                <a:lnTo>
                  <a:pt x="0" y="96614"/>
                </a:lnTo>
                <a:close/>
                <a:moveTo>
                  <a:pt x="29086" y="75657"/>
                </a:moveTo>
                <a:lnTo>
                  <a:pt x="40817" y="73812"/>
                </a:lnTo>
                <a:cubicBezTo>
                  <a:pt x="41476" y="78492"/>
                  <a:pt x="43310" y="82079"/>
                  <a:pt x="46320" y="84572"/>
                </a:cubicBezTo>
                <a:cubicBezTo>
                  <a:pt x="49329" y="87064"/>
                  <a:pt x="53536" y="88310"/>
                  <a:pt x="58940" y="88310"/>
                </a:cubicBezTo>
                <a:cubicBezTo>
                  <a:pt x="64388" y="88310"/>
                  <a:pt x="68430" y="87210"/>
                  <a:pt x="71066" y="85009"/>
                </a:cubicBezTo>
                <a:cubicBezTo>
                  <a:pt x="73702" y="82807"/>
                  <a:pt x="75021" y="80224"/>
                  <a:pt x="75021" y="77261"/>
                </a:cubicBezTo>
                <a:cubicBezTo>
                  <a:pt x="75021" y="74602"/>
                  <a:pt x="73856" y="72509"/>
                  <a:pt x="71528" y="70984"/>
                </a:cubicBezTo>
                <a:cubicBezTo>
                  <a:pt x="69902" y="69938"/>
                  <a:pt x="65860" y="68608"/>
                  <a:pt x="59401" y="66995"/>
                </a:cubicBezTo>
                <a:cubicBezTo>
                  <a:pt x="50702" y="64797"/>
                  <a:pt x="44672" y="62895"/>
                  <a:pt x="41311" y="61290"/>
                </a:cubicBezTo>
                <a:cubicBezTo>
                  <a:pt x="37950" y="59685"/>
                  <a:pt x="35402" y="57464"/>
                  <a:pt x="33666" y="54628"/>
                </a:cubicBezTo>
                <a:cubicBezTo>
                  <a:pt x="31931" y="51791"/>
                  <a:pt x="31063" y="48658"/>
                  <a:pt x="31063" y="45228"/>
                </a:cubicBezTo>
                <a:cubicBezTo>
                  <a:pt x="31063" y="42106"/>
                  <a:pt x="31777" y="39214"/>
                  <a:pt x="33205" y="36554"/>
                </a:cubicBezTo>
                <a:cubicBezTo>
                  <a:pt x="34633" y="33893"/>
                  <a:pt x="36577" y="31683"/>
                  <a:pt x="39037" y="29924"/>
                </a:cubicBezTo>
                <a:cubicBezTo>
                  <a:pt x="40883" y="28561"/>
                  <a:pt x="43398" y="27407"/>
                  <a:pt x="46583" y="26462"/>
                </a:cubicBezTo>
                <a:cubicBezTo>
                  <a:pt x="49769" y="25516"/>
                  <a:pt x="53185" y="25043"/>
                  <a:pt x="56831" y="25043"/>
                </a:cubicBezTo>
                <a:cubicBezTo>
                  <a:pt x="62323" y="25043"/>
                  <a:pt x="67145" y="25840"/>
                  <a:pt x="71297" y="27432"/>
                </a:cubicBezTo>
                <a:cubicBezTo>
                  <a:pt x="75449" y="29024"/>
                  <a:pt x="78513" y="31180"/>
                  <a:pt x="80491" y="33901"/>
                </a:cubicBezTo>
                <a:cubicBezTo>
                  <a:pt x="82468" y="36621"/>
                  <a:pt x="83830" y="40259"/>
                  <a:pt x="84577" y="44814"/>
                </a:cubicBezTo>
                <a:lnTo>
                  <a:pt x="72978" y="46396"/>
                </a:lnTo>
                <a:cubicBezTo>
                  <a:pt x="72450" y="42793"/>
                  <a:pt x="70924" y="39981"/>
                  <a:pt x="68397" y="37960"/>
                </a:cubicBezTo>
                <a:cubicBezTo>
                  <a:pt x="65871" y="35939"/>
                  <a:pt x="62301" y="34929"/>
                  <a:pt x="57688" y="34929"/>
                </a:cubicBezTo>
                <a:cubicBezTo>
                  <a:pt x="52240" y="34929"/>
                  <a:pt x="48352" y="35825"/>
                  <a:pt x="46023" y="37618"/>
                </a:cubicBezTo>
                <a:cubicBezTo>
                  <a:pt x="43695" y="39410"/>
                  <a:pt x="42530" y="41509"/>
                  <a:pt x="42530" y="43914"/>
                </a:cubicBezTo>
                <a:cubicBezTo>
                  <a:pt x="42530" y="45444"/>
                  <a:pt x="43014" y="46821"/>
                  <a:pt x="43980" y="48046"/>
                </a:cubicBezTo>
                <a:cubicBezTo>
                  <a:pt x="44947" y="49313"/>
                  <a:pt x="46462" y="50362"/>
                  <a:pt x="48527" y="51192"/>
                </a:cubicBezTo>
                <a:cubicBezTo>
                  <a:pt x="49714" y="51630"/>
                  <a:pt x="53207" y="52636"/>
                  <a:pt x="59006" y="54210"/>
                </a:cubicBezTo>
                <a:cubicBezTo>
                  <a:pt x="67398" y="56449"/>
                  <a:pt x="73252" y="58282"/>
                  <a:pt x="76569" y="59708"/>
                </a:cubicBezTo>
                <a:cubicBezTo>
                  <a:pt x="79886" y="61135"/>
                  <a:pt x="82490" y="63209"/>
                  <a:pt x="84379" y="65932"/>
                </a:cubicBezTo>
                <a:cubicBezTo>
                  <a:pt x="86268" y="68653"/>
                  <a:pt x="87213" y="72033"/>
                  <a:pt x="87213" y="76071"/>
                </a:cubicBezTo>
                <a:cubicBezTo>
                  <a:pt x="87213" y="80022"/>
                  <a:pt x="86059" y="83743"/>
                  <a:pt x="83753" y="87233"/>
                </a:cubicBezTo>
                <a:cubicBezTo>
                  <a:pt x="81446" y="90722"/>
                  <a:pt x="78118" y="93421"/>
                  <a:pt x="73768" y="95331"/>
                </a:cubicBezTo>
                <a:cubicBezTo>
                  <a:pt x="69419" y="97241"/>
                  <a:pt x="64498" y="98196"/>
                  <a:pt x="59006" y="98196"/>
                </a:cubicBezTo>
                <a:cubicBezTo>
                  <a:pt x="49911" y="98196"/>
                  <a:pt x="42981" y="96301"/>
                  <a:pt x="38214" y="92512"/>
                </a:cubicBezTo>
                <a:cubicBezTo>
                  <a:pt x="33447" y="88722"/>
                  <a:pt x="30404" y="83104"/>
                  <a:pt x="29086" y="75657"/>
                </a:cubicBezTo>
                <a:close/>
                <a:moveTo>
                  <a:pt x="166406" y="109136"/>
                </a:moveTo>
                <a:lnTo>
                  <a:pt x="163440" y="123239"/>
                </a:lnTo>
                <a:lnTo>
                  <a:pt x="131213" y="123239"/>
                </a:lnTo>
                <a:lnTo>
                  <a:pt x="156982" y="0"/>
                </a:lnTo>
                <a:lnTo>
                  <a:pt x="189142" y="0"/>
                </a:lnTo>
                <a:lnTo>
                  <a:pt x="186111" y="14762"/>
                </a:lnTo>
                <a:lnTo>
                  <a:pt x="171678" y="14762"/>
                </a:lnTo>
                <a:lnTo>
                  <a:pt x="151973" y="109136"/>
                </a:lnTo>
                <a:lnTo>
                  <a:pt x="166406" y="109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BFEF509B-D1B9-4399-957F-2B66E0A2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68" y="5434611"/>
            <a:ext cx="638913" cy="123371"/>
          </a:xfrm>
          <a:custGeom xmlns:a="http://schemas.openxmlformats.org/drawingml/2006/main">
            <a:pathLst>
              <a:path w="638913" h="123371">
                <a:moveTo>
                  <a:pt x="19903" y="96614"/>
                </a:moveTo>
                <a:lnTo>
                  <a:pt x="0" y="96614"/>
                </a:lnTo>
                <a:lnTo>
                  <a:pt x="20232" y="0"/>
                </a:lnTo>
                <a:lnTo>
                  <a:pt x="63135" y="0"/>
                </a:lnTo>
                <a:cubicBezTo>
                  <a:pt x="70516" y="0"/>
                  <a:pt x="76261" y="758"/>
                  <a:pt x="80369" y="2274"/>
                </a:cubicBezTo>
                <a:cubicBezTo>
                  <a:pt x="84477" y="3789"/>
                  <a:pt x="87794" y="6568"/>
                  <a:pt x="90320" y="10610"/>
                </a:cubicBezTo>
                <a:cubicBezTo>
                  <a:pt x="92847" y="14652"/>
                  <a:pt x="94110" y="19551"/>
                  <a:pt x="94110" y="25307"/>
                </a:cubicBezTo>
                <a:cubicBezTo>
                  <a:pt x="94110" y="33523"/>
                  <a:pt x="91649" y="40300"/>
                  <a:pt x="86729" y="45638"/>
                </a:cubicBezTo>
                <a:cubicBezTo>
                  <a:pt x="81808" y="50976"/>
                  <a:pt x="74361" y="54282"/>
                  <a:pt x="64387" y="55556"/>
                </a:cubicBezTo>
                <a:cubicBezTo>
                  <a:pt x="66936" y="57841"/>
                  <a:pt x="69330" y="60851"/>
                  <a:pt x="71571" y="64585"/>
                </a:cubicBezTo>
                <a:cubicBezTo>
                  <a:pt x="76008" y="72142"/>
                  <a:pt x="80951" y="82818"/>
                  <a:pt x="86399" y="96614"/>
                </a:cubicBezTo>
                <a:lnTo>
                  <a:pt x="65047" y="96614"/>
                </a:lnTo>
                <a:cubicBezTo>
                  <a:pt x="63333" y="91176"/>
                  <a:pt x="59972" y="82688"/>
                  <a:pt x="54963" y="71151"/>
                </a:cubicBezTo>
                <a:cubicBezTo>
                  <a:pt x="52239" y="64923"/>
                  <a:pt x="49340" y="60734"/>
                  <a:pt x="46264" y="58584"/>
                </a:cubicBezTo>
                <a:cubicBezTo>
                  <a:pt x="44375" y="57312"/>
                  <a:pt x="41080" y="56677"/>
                  <a:pt x="36379" y="56677"/>
                </a:cubicBezTo>
                <a:lnTo>
                  <a:pt x="28272" y="56677"/>
                </a:lnTo>
                <a:lnTo>
                  <a:pt x="19903" y="96614"/>
                </a:lnTo>
                <a:moveTo>
                  <a:pt x="31304" y="42178"/>
                </a:moveTo>
                <a:lnTo>
                  <a:pt x="41849" y="42178"/>
                </a:lnTo>
                <a:cubicBezTo>
                  <a:pt x="52525" y="42178"/>
                  <a:pt x="59609" y="41541"/>
                  <a:pt x="63102" y="40267"/>
                </a:cubicBezTo>
                <a:cubicBezTo>
                  <a:pt x="66595" y="38993"/>
                  <a:pt x="69330" y="36994"/>
                  <a:pt x="71307" y="34270"/>
                </a:cubicBezTo>
                <a:cubicBezTo>
                  <a:pt x="73284" y="31546"/>
                  <a:pt x="74273" y="28690"/>
                  <a:pt x="74273" y="25702"/>
                </a:cubicBezTo>
                <a:cubicBezTo>
                  <a:pt x="74273" y="22187"/>
                  <a:pt x="72845" y="19551"/>
                  <a:pt x="69989" y="17794"/>
                </a:cubicBezTo>
                <a:cubicBezTo>
                  <a:pt x="68232" y="16739"/>
                  <a:pt x="64431" y="16212"/>
                  <a:pt x="58588" y="16212"/>
                </a:cubicBezTo>
                <a:lnTo>
                  <a:pt x="36708" y="16212"/>
                </a:lnTo>
                <a:lnTo>
                  <a:pt x="31304" y="42178"/>
                </a:lnTo>
                <a:close/>
                <a:moveTo>
                  <a:pt x="165065" y="67485"/>
                </a:moveTo>
                <a:lnTo>
                  <a:pt x="117615" y="67485"/>
                </a:lnTo>
                <a:cubicBezTo>
                  <a:pt x="117571" y="68232"/>
                  <a:pt x="117549" y="68803"/>
                  <a:pt x="117549" y="69198"/>
                </a:cubicBezTo>
                <a:cubicBezTo>
                  <a:pt x="117549" y="73856"/>
                  <a:pt x="118878" y="77612"/>
                  <a:pt x="121536" y="80468"/>
                </a:cubicBezTo>
                <a:cubicBezTo>
                  <a:pt x="124194" y="83324"/>
                  <a:pt x="127434" y="84752"/>
                  <a:pt x="131257" y="84752"/>
                </a:cubicBezTo>
                <a:cubicBezTo>
                  <a:pt x="137539" y="84752"/>
                  <a:pt x="142438" y="81500"/>
                  <a:pt x="145953" y="74998"/>
                </a:cubicBezTo>
                <a:lnTo>
                  <a:pt x="162890" y="77898"/>
                </a:lnTo>
                <a:cubicBezTo>
                  <a:pt x="159595" y="84708"/>
                  <a:pt x="155191" y="89815"/>
                  <a:pt x="149677" y="93220"/>
                </a:cubicBezTo>
                <a:cubicBezTo>
                  <a:pt x="144163" y="96625"/>
                  <a:pt x="137979" y="98328"/>
                  <a:pt x="131125" y="98328"/>
                </a:cubicBezTo>
                <a:cubicBezTo>
                  <a:pt x="121723" y="98328"/>
                  <a:pt x="114078" y="95346"/>
                  <a:pt x="108190" y="89381"/>
                </a:cubicBezTo>
                <a:cubicBezTo>
                  <a:pt x="102303" y="83417"/>
                  <a:pt x="99359" y="75528"/>
                  <a:pt x="99359" y="65714"/>
                </a:cubicBezTo>
                <a:cubicBezTo>
                  <a:pt x="99359" y="56118"/>
                  <a:pt x="102018" y="47579"/>
                  <a:pt x="107334" y="40096"/>
                </a:cubicBezTo>
                <a:cubicBezTo>
                  <a:pt x="114583" y="29973"/>
                  <a:pt x="124930" y="24911"/>
                  <a:pt x="138374" y="24911"/>
                </a:cubicBezTo>
                <a:cubicBezTo>
                  <a:pt x="146942" y="24911"/>
                  <a:pt x="153752" y="27563"/>
                  <a:pt x="158804" y="32865"/>
                </a:cubicBezTo>
                <a:cubicBezTo>
                  <a:pt x="163857" y="38168"/>
                  <a:pt x="166383" y="45593"/>
                  <a:pt x="166383" y="55142"/>
                </a:cubicBezTo>
                <a:cubicBezTo>
                  <a:pt x="166383" y="59719"/>
                  <a:pt x="165944" y="63833"/>
                  <a:pt x="165065" y="67485"/>
                </a:cubicBezTo>
                <a:moveTo>
                  <a:pt x="149116" y="55886"/>
                </a:moveTo>
                <a:cubicBezTo>
                  <a:pt x="149160" y="55054"/>
                  <a:pt x="149182" y="54420"/>
                  <a:pt x="149182" y="53983"/>
                </a:cubicBezTo>
                <a:cubicBezTo>
                  <a:pt x="149182" y="48818"/>
                  <a:pt x="148018" y="44944"/>
                  <a:pt x="145689" y="42361"/>
                </a:cubicBezTo>
                <a:cubicBezTo>
                  <a:pt x="143361" y="39779"/>
                  <a:pt x="140241" y="38487"/>
                  <a:pt x="136331" y="38487"/>
                </a:cubicBezTo>
                <a:cubicBezTo>
                  <a:pt x="132421" y="38487"/>
                  <a:pt x="128917" y="39954"/>
                  <a:pt x="125820" y="42887"/>
                </a:cubicBezTo>
                <a:cubicBezTo>
                  <a:pt x="122722" y="45819"/>
                  <a:pt x="120624" y="50152"/>
                  <a:pt x="119526" y="55886"/>
                </a:cubicBezTo>
                <a:lnTo>
                  <a:pt x="149116" y="55886"/>
                </a:lnTo>
                <a:close/>
                <a:moveTo>
                  <a:pt x="169526" y="76994"/>
                </a:moveTo>
                <a:lnTo>
                  <a:pt x="187847" y="74075"/>
                </a:lnTo>
                <a:cubicBezTo>
                  <a:pt x="189473" y="77965"/>
                  <a:pt x="191494" y="80717"/>
                  <a:pt x="193910" y="82332"/>
                </a:cubicBezTo>
                <a:cubicBezTo>
                  <a:pt x="196327" y="83945"/>
                  <a:pt x="199622" y="84752"/>
                  <a:pt x="203796" y="84752"/>
                </a:cubicBezTo>
                <a:cubicBezTo>
                  <a:pt x="208101" y="84752"/>
                  <a:pt x="211550" y="83788"/>
                  <a:pt x="214142" y="81860"/>
                </a:cubicBezTo>
                <a:cubicBezTo>
                  <a:pt x="215944" y="80545"/>
                  <a:pt x="216845" y="78945"/>
                  <a:pt x="216845" y="77061"/>
                </a:cubicBezTo>
                <a:cubicBezTo>
                  <a:pt x="216845" y="75790"/>
                  <a:pt x="216383" y="74648"/>
                  <a:pt x="215461" y="73635"/>
                </a:cubicBezTo>
                <a:cubicBezTo>
                  <a:pt x="214494" y="72667"/>
                  <a:pt x="211880" y="71478"/>
                  <a:pt x="207618" y="70070"/>
                </a:cubicBezTo>
                <a:cubicBezTo>
                  <a:pt x="196195" y="66284"/>
                  <a:pt x="189121" y="63292"/>
                  <a:pt x="186397" y="61092"/>
                </a:cubicBezTo>
                <a:cubicBezTo>
                  <a:pt x="182135" y="57658"/>
                  <a:pt x="180005" y="53169"/>
                  <a:pt x="180005" y="47623"/>
                </a:cubicBezTo>
                <a:cubicBezTo>
                  <a:pt x="180005" y="42078"/>
                  <a:pt x="182070" y="37302"/>
                  <a:pt x="186199" y="33296"/>
                </a:cubicBezTo>
                <a:cubicBezTo>
                  <a:pt x="191955" y="27706"/>
                  <a:pt x="200501" y="24911"/>
                  <a:pt x="211836" y="24911"/>
                </a:cubicBezTo>
                <a:cubicBezTo>
                  <a:pt x="220843" y="24911"/>
                  <a:pt x="227653" y="26559"/>
                  <a:pt x="232266" y="29854"/>
                </a:cubicBezTo>
                <a:cubicBezTo>
                  <a:pt x="236879" y="33149"/>
                  <a:pt x="239801" y="37609"/>
                  <a:pt x="241031" y="43233"/>
                </a:cubicBezTo>
                <a:lnTo>
                  <a:pt x="223567" y="46264"/>
                </a:lnTo>
                <a:cubicBezTo>
                  <a:pt x="222644" y="43716"/>
                  <a:pt x="221150" y="41805"/>
                  <a:pt x="219085" y="40531"/>
                </a:cubicBezTo>
                <a:cubicBezTo>
                  <a:pt x="216273" y="38817"/>
                  <a:pt x="212890" y="37960"/>
                  <a:pt x="208936" y="37960"/>
                </a:cubicBezTo>
                <a:cubicBezTo>
                  <a:pt x="204982" y="37960"/>
                  <a:pt x="202137" y="38622"/>
                  <a:pt x="200402" y="39946"/>
                </a:cubicBezTo>
                <a:cubicBezTo>
                  <a:pt x="198666" y="41269"/>
                  <a:pt x="197798" y="42792"/>
                  <a:pt x="197798" y="44514"/>
                </a:cubicBezTo>
                <a:cubicBezTo>
                  <a:pt x="197798" y="46278"/>
                  <a:pt x="198677" y="47732"/>
                  <a:pt x="200435" y="48878"/>
                </a:cubicBezTo>
                <a:cubicBezTo>
                  <a:pt x="201533" y="49582"/>
                  <a:pt x="205070" y="50814"/>
                  <a:pt x="211045" y="52574"/>
                </a:cubicBezTo>
                <a:cubicBezTo>
                  <a:pt x="220271" y="55260"/>
                  <a:pt x="226444" y="57901"/>
                  <a:pt x="229564" y="60497"/>
                </a:cubicBezTo>
                <a:cubicBezTo>
                  <a:pt x="233957" y="64151"/>
                  <a:pt x="236154" y="68552"/>
                  <a:pt x="236154" y="73702"/>
                </a:cubicBezTo>
                <a:cubicBezTo>
                  <a:pt x="236154" y="80348"/>
                  <a:pt x="233364" y="86114"/>
                  <a:pt x="227784" y="91000"/>
                </a:cubicBezTo>
                <a:cubicBezTo>
                  <a:pt x="222205" y="95885"/>
                  <a:pt x="214340" y="98328"/>
                  <a:pt x="204191" y="98328"/>
                </a:cubicBezTo>
                <a:cubicBezTo>
                  <a:pt x="194086" y="98328"/>
                  <a:pt x="186276" y="96462"/>
                  <a:pt x="180762" y="92730"/>
                </a:cubicBezTo>
                <a:cubicBezTo>
                  <a:pt x="175249" y="88997"/>
                  <a:pt x="171503" y="83751"/>
                  <a:pt x="169526" y="76994"/>
                </a:cubicBezTo>
                <a:close/>
                <a:moveTo>
                  <a:pt x="261045" y="26625"/>
                </a:moveTo>
                <a:lnTo>
                  <a:pt x="278971" y="26625"/>
                </a:lnTo>
                <a:lnTo>
                  <a:pt x="277455" y="33825"/>
                </a:lnTo>
                <a:cubicBezTo>
                  <a:pt x="281277" y="30633"/>
                  <a:pt x="284858" y="28349"/>
                  <a:pt x="288197" y="26975"/>
                </a:cubicBezTo>
                <a:cubicBezTo>
                  <a:pt x="291536" y="25599"/>
                  <a:pt x="295117" y="24911"/>
                  <a:pt x="298939" y="24911"/>
                </a:cubicBezTo>
                <a:cubicBezTo>
                  <a:pt x="306277" y="24911"/>
                  <a:pt x="312175" y="27443"/>
                  <a:pt x="316634" y="32505"/>
                </a:cubicBezTo>
                <a:cubicBezTo>
                  <a:pt x="321094" y="37566"/>
                  <a:pt x="323324" y="45114"/>
                  <a:pt x="323324" y="55149"/>
                </a:cubicBezTo>
                <a:cubicBezTo>
                  <a:pt x="323324" y="67781"/>
                  <a:pt x="319479" y="78455"/>
                  <a:pt x="311790" y="87169"/>
                </a:cubicBezTo>
                <a:cubicBezTo>
                  <a:pt x="305200" y="94608"/>
                  <a:pt x="297402" y="98328"/>
                  <a:pt x="288395" y="98328"/>
                </a:cubicBezTo>
                <a:cubicBezTo>
                  <a:pt x="279124" y="98328"/>
                  <a:pt x="272117" y="94589"/>
                  <a:pt x="267372" y="87112"/>
                </a:cubicBezTo>
                <a:lnTo>
                  <a:pt x="259793" y="123371"/>
                </a:lnTo>
                <a:lnTo>
                  <a:pt x="240879" y="123371"/>
                </a:lnTo>
                <a:lnTo>
                  <a:pt x="261045" y="26625"/>
                </a:lnTo>
                <a:moveTo>
                  <a:pt x="272446" y="66744"/>
                </a:moveTo>
                <a:cubicBezTo>
                  <a:pt x="272446" y="72238"/>
                  <a:pt x="273775" y="76503"/>
                  <a:pt x="276433" y="79539"/>
                </a:cubicBezTo>
                <a:cubicBezTo>
                  <a:pt x="279091" y="82575"/>
                  <a:pt x="282222" y="84093"/>
                  <a:pt x="285825" y="84093"/>
                </a:cubicBezTo>
                <a:cubicBezTo>
                  <a:pt x="288944" y="84093"/>
                  <a:pt x="291954" y="82958"/>
                  <a:pt x="294853" y="80688"/>
                </a:cubicBezTo>
                <a:cubicBezTo>
                  <a:pt x="297753" y="78419"/>
                  <a:pt x="300159" y="74651"/>
                  <a:pt x="302070" y="69386"/>
                </a:cubicBezTo>
                <a:cubicBezTo>
                  <a:pt x="303981" y="64120"/>
                  <a:pt x="304937" y="59241"/>
                  <a:pt x="304937" y="54747"/>
                </a:cubicBezTo>
                <a:cubicBezTo>
                  <a:pt x="304937" y="49504"/>
                  <a:pt x="303684" y="45483"/>
                  <a:pt x="301180" y="42685"/>
                </a:cubicBezTo>
                <a:cubicBezTo>
                  <a:pt x="298676" y="39887"/>
                  <a:pt x="295490" y="38487"/>
                  <a:pt x="291624" y="38487"/>
                </a:cubicBezTo>
                <a:cubicBezTo>
                  <a:pt x="288021" y="38487"/>
                  <a:pt x="284737" y="39772"/>
                  <a:pt x="281772" y="42341"/>
                </a:cubicBezTo>
                <a:cubicBezTo>
                  <a:pt x="278806" y="44910"/>
                  <a:pt x="276510" y="48686"/>
                  <a:pt x="274885" y="53670"/>
                </a:cubicBezTo>
                <a:cubicBezTo>
                  <a:pt x="273259" y="58654"/>
                  <a:pt x="272446" y="63012"/>
                  <a:pt x="272446" y="66744"/>
                </a:cubicBezTo>
                <a:close/>
                <a:moveTo>
                  <a:pt x="332242" y="67561"/>
                </a:moveTo>
                <a:cubicBezTo>
                  <a:pt x="332242" y="54577"/>
                  <a:pt x="335900" y="44222"/>
                  <a:pt x="343215" y="36498"/>
                </a:cubicBezTo>
                <a:cubicBezTo>
                  <a:pt x="350530" y="28774"/>
                  <a:pt x="360141" y="24911"/>
                  <a:pt x="372048" y="24911"/>
                </a:cubicBezTo>
                <a:cubicBezTo>
                  <a:pt x="382373" y="24911"/>
                  <a:pt x="390435" y="27762"/>
                  <a:pt x="396234" y="33462"/>
                </a:cubicBezTo>
                <a:cubicBezTo>
                  <a:pt x="402034" y="39162"/>
                  <a:pt x="404933" y="46831"/>
                  <a:pt x="404933" y="56471"/>
                </a:cubicBezTo>
                <a:cubicBezTo>
                  <a:pt x="404933" y="67825"/>
                  <a:pt x="401309" y="77640"/>
                  <a:pt x="394059" y="85915"/>
                </a:cubicBezTo>
                <a:cubicBezTo>
                  <a:pt x="386810" y="94190"/>
                  <a:pt x="377100" y="98328"/>
                  <a:pt x="364930" y="98328"/>
                </a:cubicBezTo>
                <a:cubicBezTo>
                  <a:pt x="358340" y="98328"/>
                  <a:pt x="352496" y="97008"/>
                  <a:pt x="347400" y="94367"/>
                </a:cubicBezTo>
                <a:cubicBezTo>
                  <a:pt x="342303" y="91726"/>
                  <a:pt x="338503" y="87984"/>
                  <a:pt x="335999" y="83143"/>
                </a:cubicBezTo>
                <a:cubicBezTo>
                  <a:pt x="333494" y="78301"/>
                  <a:pt x="332242" y="73107"/>
                  <a:pt x="332242" y="67561"/>
                </a:cubicBezTo>
                <a:moveTo>
                  <a:pt x="386151" y="54018"/>
                </a:moveTo>
                <a:cubicBezTo>
                  <a:pt x="386151" y="49524"/>
                  <a:pt x="384844" y="45922"/>
                  <a:pt x="382230" y="43212"/>
                </a:cubicBezTo>
                <a:cubicBezTo>
                  <a:pt x="379616" y="40502"/>
                  <a:pt x="376244" y="39147"/>
                  <a:pt x="372114" y="39147"/>
                </a:cubicBezTo>
                <a:cubicBezTo>
                  <a:pt x="368028" y="39147"/>
                  <a:pt x="364403" y="40414"/>
                  <a:pt x="361240" y="42948"/>
                </a:cubicBezTo>
                <a:cubicBezTo>
                  <a:pt x="358076" y="45481"/>
                  <a:pt x="355616" y="49161"/>
                  <a:pt x="353858" y="53987"/>
                </a:cubicBezTo>
                <a:cubicBezTo>
                  <a:pt x="352101" y="58812"/>
                  <a:pt x="351222" y="63251"/>
                  <a:pt x="351222" y="67304"/>
                </a:cubicBezTo>
                <a:cubicBezTo>
                  <a:pt x="351222" y="72327"/>
                  <a:pt x="352584" y="76316"/>
                  <a:pt x="355308" y="79269"/>
                </a:cubicBezTo>
                <a:cubicBezTo>
                  <a:pt x="358032" y="82221"/>
                  <a:pt x="361459" y="83697"/>
                  <a:pt x="365589" y="83697"/>
                </a:cubicBezTo>
                <a:cubicBezTo>
                  <a:pt x="370774" y="83697"/>
                  <a:pt x="375123" y="81472"/>
                  <a:pt x="378638" y="77020"/>
                </a:cubicBezTo>
                <a:cubicBezTo>
                  <a:pt x="383647" y="70720"/>
                  <a:pt x="386151" y="63052"/>
                  <a:pt x="386151" y="54018"/>
                </a:cubicBezTo>
                <a:close/>
                <a:moveTo>
                  <a:pt x="426835" y="26625"/>
                </a:moveTo>
                <a:lnTo>
                  <a:pt x="444761" y="26625"/>
                </a:lnTo>
                <a:lnTo>
                  <a:pt x="442915" y="35734"/>
                </a:lnTo>
                <a:cubicBezTo>
                  <a:pt x="447397" y="31839"/>
                  <a:pt x="451582" y="29061"/>
                  <a:pt x="455470" y="27401"/>
                </a:cubicBezTo>
                <a:cubicBezTo>
                  <a:pt x="459358" y="25741"/>
                  <a:pt x="463455" y="24911"/>
                  <a:pt x="467761" y="24911"/>
                </a:cubicBezTo>
                <a:cubicBezTo>
                  <a:pt x="473516" y="24911"/>
                  <a:pt x="478053" y="26565"/>
                  <a:pt x="481370" y="29871"/>
                </a:cubicBezTo>
                <a:cubicBezTo>
                  <a:pt x="484687" y="33177"/>
                  <a:pt x="486346" y="37563"/>
                  <a:pt x="486346" y="43031"/>
                </a:cubicBezTo>
                <a:cubicBezTo>
                  <a:pt x="486346" y="45488"/>
                  <a:pt x="485621" y="50147"/>
                  <a:pt x="484171" y="57006"/>
                </a:cubicBezTo>
                <a:lnTo>
                  <a:pt x="475933" y="96614"/>
                </a:lnTo>
                <a:lnTo>
                  <a:pt x="457019" y="96614"/>
                </a:lnTo>
                <a:lnTo>
                  <a:pt x="465322" y="56870"/>
                </a:lnTo>
                <a:cubicBezTo>
                  <a:pt x="466553" y="50932"/>
                  <a:pt x="467168" y="47393"/>
                  <a:pt x="467168" y="46252"/>
                </a:cubicBezTo>
                <a:cubicBezTo>
                  <a:pt x="467168" y="43839"/>
                  <a:pt x="466454" y="41943"/>
                  <a:pt x="465026" y="40561"/>
                </a:cubicBezTo>
                <a:cubicBezTo>
                  <a:pt x="463598" y="39179"/>
                  <a:pt x="461610" y="38487"/>
                  <a:pt x="459062" y="38487"/>
                </a:cubicBezTo>
                <a:cubicBezTo>
                  <a:pt x="456294" y="38487"/>
                  <a:pt x="453218" y="39652"/>
                  <a:pt x="449835" y="41980"/>
                </a:cubicBezTo>
                <a:cubicBezTo>
                  <a:pt x="446452" y="44309"/>
                  <a:pt x="443794" y="47384"/>
                  <a:pt x="441861" y="51207"/>
                </a:cubicBezTo>
                <a:cubicBezTo>
                  <a:pt x="440455" y="53932"/>
                  <a:pt x="438873" y="59491"/>
                  <a:pt x="437116" y="67882"/>
                </a:cubicBezTo>
                <a:lnTo>
                  <a:pt x="431119" y="96614"/>
                </a:lnTo>
                <a:lnTo>
                  <a:pt x="412204" y="96614"/>
                </a:lnTo>
                <a:lnTo>
                  <a:pt x="426835" y="26625"/>
                </a:lnTo>
                <a:close/>
                <a:moveTo>
                  <a:pt x="491969" y="76994"/>
                </a:moveTo>
                <a:lnTo>
                  <a:pt x="510290" y="74075"/>
                </a:lnTo>
                <a:cubicBezTo>
                  <a:pt x="511916" y="77965"/>
                  <a:pt x="513937" y="80717"/>
                  <a:pt x="516353" y="82332"/>
                </a:cubicBezTo>
                <a:cubicBezTo>
                  <a:pt x="518769" y="83945"/>
                  <a:pt x="522065" y="84752"/>
                  <a:pt x="526239" y="84752"/>
                </a:cubicBezTo>
                <a:cubicBezTo>
                  <a:pt x="530544" y="84752"/>
                  <a:pt x="533993" y="83788"/>
                  <a:pt x="536585" y="81860"/>
                </a:cubicBezTo>
                <a:cubicBezTo>
                  <a:pt x="538387" y="80545"/>
                  <a:pt x="539287" y="78945"/>
                  <a:pt x="539287" y="77061"/>
                </a:cubicBezTo>
                <a:cubicBezTo>
                  <a:pt x="539287" y="75790"/>
                  <a:pt x="538826" y="74648"/>
                  <a:pt x="537903" y="73635"/>
                </a:cubicBezTo>
                <a:cubicBezTo>
                  <a:pt x="536937" y="72667"/>
                  <a:pt x="534323" y="71478"/>
                  <a:pt x="530061" y="70070"/>
                </a:cubicBezTo>
                <a:cubicBezTo>
                  <a:pt x="518638" y="66284"/>
                  <a:pt x="511564" y="63292"/>
                  <a:pt x="508840" y="61092"/>
                </a:cubicBezTo>
                <a:cubicBezTo>
                  <a:pt x="504578" y="57658"/>
                  <a:pt x="502447" y="53169"/>
                  <a:pt x="502447" y="47623"/>
                </a:cubicBezTo>
                <a:cubicBezTo>
                  <a:pt x="502447" y="42078"/>
                  <a:pt x="504512" y="37302"/>
                  <a:pt x="508642" y="33296"/>
                </a:cubicBezTo>
                <a:cubicBezTo>
                  <a:pt x="514398" y="27706"/>
                  <a:pt x="522943" y="24911"/>
                  <a:pt x="534279" y="24911"/>
                </a:cubicBezTo>
                <a:cubicBezTo>
                  <a:pt x="543285" y="24911"/>
                  <a:pt x="550095" y="26559"/>
                  <a:pt x="554709" y="29854"/>
                </a:cubicBezTo>
                <a:cubicBezTo>
                  <a:pt x="559322" y="33149"/>
                  <a:pt x="562244" y="37609"/>
                  <a:pt x="563474" y="43233"/>
                </a:cubicBezTo>
                <a:lnTo>
                  <a:pt x="546009" y="46264"/>
                </a:lnTo>
                <a:cubicBezTo>
                  <a:pt x="545087" y="43716"/>
                  <a:pt x="543593" y="41805"/>
                  <a:pt x="541528" y="40531"/>
                </a:cubicBezTo>
                <a:cubicBezTo>
                  <a:pt x="538716" y="38817"/>
                  <a:pt x="535333" y="37960"/>
                  <a:pt x="531379" y="37960"/>
                </a:cubicBezTo>
                <a:cubicBezTo>
                  <a:pt x="527425" y="37960"/>
                  <a:pt x="524580" y="38622"/>
                  <a:pt x="522844" y="39946"/>
                </a:cubicBezTo>
                <a:cubicBezTo>
                  <a:pt x="521109" y="41269"/>
                  <a:pt x="520241" y="42792"/>
                  <a:pt x="520241" y="44514"/>
                </a:cubicBezTo>
                <a:cubicBezTo>
                  <a:pt x="520241" y="46278"/>
                  <a:pt x="521120" y="47732"/>
                  <a:pt x="522877" y="48878"/>
                </a:cubicBezTo>
                <a:cubicBezTo>
                  <a:pt x="523976" y="49582"/>
                  <a:pt x="527513" y="50814"/>
                  <a:pt x="533488" y="52574"/>
                </a:cubicBezTo>
                <a:cubicBezTo>
                  <a:pt x="542714" y="55260"/>
                  <a:pt x="548887" y="57901"/>
                  <a:pt x="552007" y="60497"/>
                </a:cubicBezTo>
                <a:cubicBezTo>
                  <a:pt x="556400" y="64151"/>
                  <a:pt x="558597" y="68552"/>
                  <a:pt x="558597" y="73702"/>
                </a:cubicBezTo>
                <a:cubicBezTo>
                  <a:pt x="558597" y="80348"/>
                  <a:pt x="555807" y="86114"/>
                  <a:pt x="550227" y="91000"/>
                </a:cubicBezTo>
                <a:cubicBezTo>
                  <a:pt x="544647" y="95885"/>
                  <a:pt x="536783" y="98328"/>
                  <a:pt x="526634" y="98328"/>
                </a:cubicBezTo>
                <a:cubicBezTo>
                  <a:pt x="516529" y="98328"/>
                  <a:pt x="508719" y="96462"/>
                  <a:pt x="503205" y="92730"/>
                </a:cubicBezTo>
                <a:cubicBezTo>
                  <a:pt x="497691" y="88997"/>
                  <a:pt x="493946" y="83751"/>
                  <a:pt x="491969" y="76994"/>
                </a:cubicBezTo>
                <a:close/>
                <a:moveTo>
                  <a:pt x="637595" y="67485"/>
                </a:moveTo>
                <a:lnTo>
                  <a:pt x="590144" y="67485"/>
                </a:lnTo>
                <a:cubicBezTo>
                  <a:pt x="590100" y="68232"/>
                  <a:pt x="590078" y="68803"/>
                  <a:pt x="590078" y="69198"/>
                </a:cubicBezTo>
                <a:cubicBezTo>
                  <a:pt x="590078" y="73856"/>
                  <a:pt x="591407" y="77612"/>
                  <a:pt x="594065" y="80468"/>
                </a:cubicBezTo>
                <a:cubicBezTo>
                  <a:pt x="596724" y="83324"/>
                  <a:pt x="599964" y="84752"/>
                  <a:pt x="603786" y="84752"/>
                </a:cubicBezTo>
                <a:cubicBezTo>
                  <a:pt x="610069" y="84752"/>
                  <a:pt x="614968" y="81500"/>
                  <a:pt x="618483" y="74998"/>
                </a:cubicBezTo>
                <a:lnTo>
                  <a:pt x="635420" y="77898"/>
                </a:lnTo>
                <a:cubicBezTo>
                  <a:pt x="632125" y="84708"/>
                  <a:pt x="627720" y="89815"/>
                  <a:pt x="622206" y="93220"/>
                </a:cubicBezTo>
                <a:cubicBezTo>
                  <a:pt x="616692" y="96625"/>
                  <a:pt x="610508" y="98328"/>
                  <a:pt x="603654" y="98328"/>
                </a:cubicBezTo>
                <a:cubicBezTo>
                  <a:pt x="594252" y="98328"/>
                  <a:pt x="586607" y="95346"/>
                  <a:pt x="580720" y="89381"/>
                </a:cubicBezTo>
                <a:cubicBezTo>
                  <a:pt x="574833" y="83417"/>
                  <a:pt x="571889" y="75528"/>
                  <a:pt x="571889" y="65714"/>
                </a:cubicBezTo>
                <a:cubicBezTo>
                  <a:pt x="571889" y="56118"/>
                  <a:pt x="574547" y="47579"/>
                  <a:pt x="579863" y="40096"/>
                </a:cubicBezTo>
                <a:cubicBezTo>
                  <a:pt x="587113" y="29973"/>
                  <a:pt x="597459" y="24911"/>
                  <a:pt x="610904" y="24911"/>
                </a:cubicBezTo>
                <a:cubicBezTo>
                  <a:pt x="619471" y="24911"/>
                  <a:pt x="626281" y="27563"/>
                  <a:pt x="631334" y="32865"/>
                </a:cubicBezTo>
                <a:cubicBezTo>
                  <a:pt x="636386" y="38168"/>
                  <a:pt x="638913" y="45593"/>
                  <a:pt x="638913" y="55142"/>
                </a:cubicBezTo>
                <a:cubicBezTo>
                  <a:pt x="638913" y="59719"/>
                  <a:pt x="638473" y="63833"/>
                  <a:pt x="637595" y="67485"/>
                </a:cubicBezTo>
                <a:moveTo>
                  <a:pt x="621646" y="55886"/>
                </a:moveTo>
                <a:cubicBezTo>
                  <a:pt x="621690" y="55054"/>
                  <a:pt x="621712" y="54420"/>
                  <a:pt x="621712" y="53983"/>
                </a:cubicBezTo>
                <a:cubicBezTo>
                  <a:pt x="621712" y="48818"/>
                  <a:pt x="620548" y="44944"/>
                  <a:pt x="618219" y="42361"/>
                </a:cubicBezTo>
                <a:cubicBezTo>
                  <a:pt x="615890" y="39779"/>
                  <a:pt x="612771" y="38487"/>
                  <a:pt x="608861" y="38487"/>
                </a:cubicBezTo>
                <a:cubicBezTo>
                  <a:pt x="604951" y="38487"/>
                  <a:pt x="601447" y="39954"/>
                  <a:pt x="598349" y="42887"/>
                </a:cubicBezTo>
                <a:cubicBezTo>
                  <a:pt x="595252" y="45819"/>
                  <a:pt x="593154" y="50152"/>
                  <a:pt x="592055" y="55886"/>
                </a:cubicBezTo>
                <a:lnTo>
                  <a:pt x="621646" y="55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]supportedby[">
            <a:extLst xmlns:a="http://schemas.openxmlformats.org/drawingml/2006/main">
              <a:ext uri="{FF2B5EF4-FFF2-40B4-BE49-F238E27FC236}">
                <a16:creationId xmlns:a16="http://schemas.microsoft.com/office/drawing/2014/main" id="{9F5BEA61-FE48-464F-8738-23D04CB6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444" y="5434611"/>
            <a:ext cx="967303" cy="125084"/>
          </a:xfrm>
          <a:custGeom xmlns:a="http://schemas.openxmlformats.org/drawingml/2006/main">
            <a:pathLst>
              <a:path w="967303" h="125084">
                <a:moveTo>
                  <a:pt x="22803" y="14103"/>
                </a:moveTo>
                <a:lnTo>
                  <a:pt x="25768" y="0"/>
                </a:lnTo>
                <a:lnTo>
                  <a:pt x="58127" y="0"/>
                </a:lnTo>
                <a:lnTo>
                  <a:pt x="32358" y="123239"/>
                </a:lnTo>
                <a:lnTo>
                  <a:pt x="0" y="123239"/>
                </a:lnTo>
                <a:lnTo>
                  <a:pt x="3097" y="108477"/>
                </a:lnTo>
                <a:lnTo>
                  <a:pt x="17662" y="108477"/>
                </a:lnTo>
                <a:lnTo>
                  <a:pt x="37367" y="14103"/>
                </a:lnTo>
                <a:lnTo>
                  <a:pt x="22803" y="14103"/>
                </a:lnTo>
                <a:close/>
                <a:moveTo>
                  <a:pt x="94217" y="75657"/>
                </a:moveTo>
                <a:lnTo>
                  <a:pt x="105948" y="73812"/>
                </a:lnTo>
                <a:cubicBezTo>
                  <a:pt x="106607" y="78492"/>
                  <a:pt x="108441" y="82079"/>
                  <a:pt x="111451" y="84572"/>
                </a:cubicBezTo>
                <a:cubicBezTo>
                  <a:pt x="114460" y="87064"/>
                  <a:pt x="118667" y="88310"/>
                  <a:pt x="124071" y="88310"/>
                </a:cubicBezTo>
                <a:cubicBezTo>
                  <a:pt x="129519" y="88310"/>
                  <a:pt x="133561" y="87210"/>
                  <a:pt x="136197" y="85009"/>
                </a:cubicBezTo>
                <a:cubicBezTo>
                  <a:pt x="138833" y="82807"/>
                  <a:pt x="140152" y="80224"/>
                  <a:pt x="140152" y="77261"/>
                </a:cubicBezTo>
                <a:cubicBezTo>
                  <a:pt x="140152" y="74602"/>
                  <a:pt x="138987" y="72509"/>
                  <a:pt x="136659" y="70984"/>
                </a:cubicBezTo>
                <a:cubicBezTo>
                  <a:pt x="135033" y="69938"/>
                  <a:pt x="130991" y="68608"/>
                  <a:pt x="124532" y="66995"/>
                </a:cubicBezTo>
                <a:cubicBezTo>
                  <a:pt x="115833" y="64797"/>
                  <a:pt x="109803" y="62895"/>
                  <a:pt x="106442" y="61290"/>
                </a:cubicBezTo>
                <a:cubicBezTo>
                  <a:pt x="103081" y="59685"/>
                  <a:pt x="100533" y="57464"/>
                  <a:pt x="98797" y="54628"/>
                </a:cubicBezTo>
                <a:cubicBezTo>
                  <a:pt x="97062" y="51791"/>
                  <a:pt x="96194" y="48658"/>
                  <a:pt x="96194" y="45228"/>
                </a:cubicBezTo>
                <a:cubicBezTo>
                  <a:pt x="96194" y="42106"/>
                  <a:pt x="96908" y="39214"/>
                  <a:pt x="98336" y="36554"/>
                </a:cubicBezTo>
                <a:cubicBezTo>
                  <a:pt x="99764" y="33893"/>
                  <a:pt x="101708" y="31683"/>
                  <a:pt x="104168" y="29924"/>
                </a:cubicBezTo>
                <a:cubicBezTo>
                  <a:pt x="106014" y="28561"/>
                  <a:pt x="108529" y="27407"/>
                  <a:pt x="111714" y="26462"/>
                </a:cubicBezTo>
                <a:cubicBezTo>
                  <a:pt x="114900" y="25516"/>
                  <a:pt x="118316" y="25043"/>
                  <a:pt x="121962" y="25043"/>
                </a:cubicBezTo>
                <a:cubicBezTo>
                  <a:pt x="127454" y="25043"/>
                  <a:pt x="132276" y="25840"/>
                  <a:pt x="136428" y="27432"/>
                </a:cubicBezTo>
                <a:cubicBezTo>
                  <a:pt x="140580" y="29024"/>
                  <a:pt x="143644" y="31180"/>
                  <a:pt x="145622" y="33901"/>
                </a:cubicBezTo>
                <a:cubicBezTo>
                  <a:pt x="147599" y="36621"/>
                  <a:pt x="148961" y="40259"/>
                  <a:pt x="149708" y="44814"/>
                </a:cubicBezTo>
                <a:lnTo>
                  <a:pt x="138109" y="46396"/>
                </a:lnTo>
                <a:cubicBezTo>
                  <a:pt x="137581" y="42793"/>
                  <a:pt x="136055" y="39981"/>
                  <a:pt x="133528" y="37960"/>
                </a:cubicBezTo>
                <a:cubicBezTo>
                  <a:pt x="131002" y="35939"/>
                  <a:pt x="127432" y="34929"/>
                  <a:pt x="122819" y="34929"/>
                </a:cubicBezTo>
                <a:cubicBezTo>
                  <a:pt x="117371" y="34929"/>
                  <a:pt x="113483" y="35825"/>
                  <a:pt x="111154" y="37618"/>
                </a:cubicBezTo>
                <a:cubicBezTo>
                  <a:pt x="108826" y="39410"/>
                  <a:pt x="107661" y="41509"/>
                  <a:pt x="107661" y="43914"/>
                </a:cubicBezTo>
                <a:cubicBezTo>
                  <a:pt x="107661" y="45444"/>
                  <a:pt x="108145" y="46821"/>
                  <a:pt x="109111" y="48046"/>
                </a:cubicBezTo>
                <a:cubicBezTo>
                  <a:pt x="110078" y="49313"/>
                  <a:pt x="111593" y="50362"/>
                  <a:pt x="113658" y="51192"/>
                </a:cubicBezTo>
                <a:cubicBezTo>
                  <a:pt x="114845" y="51630"/>
                  <a:pt x="118338" y="52636"/>
                  <a:pt x="124137" y="54210"/>
                </a:cubicBezTo>
                <a:cubicBezTo>
                  <a:pt x="132529" y="56449"/>
                  <a:pt x="138383" y="58282"/>
                  <a:pt x="141700" y="59708"/>
                </a:cubicBezTo>
                <a:cubicBezTo>
                  <a:pt x="145017" y="61135"/>
                  <a:pt x="147621" y="63209"/>
                  <a:pt x="149510" y="65932"/>
                </a:cubicBezTo>
                <a:cubicBezTo>
                  <a:pt x="151399" y="68653"/>
                  <a:pt x="152344" y="72033"/>
                  <a:pt x="152344" y="76071"/>
                </a:cubicBezTo>
                <a:cubicBezTo>
                  <a:pt x="152344" y="80022"/>
                  <a:pt x="151190" y="83743"/>
                  <a:pt x="148884" y="87233"/>
                </a:cubicBezTo>
                <a:cubicBezTo>
                  <a:pt x="146577" y="90722"/>
                  <a:pt x="143249" y="93421"/>
                  <a:pt x="138899" y="95331"/>
                </a:cubicBezTo>
                <a:cubicBezTo>
                  <a:pt x="134550" y="97241"/>
                  <a:pt x="129629" y="98196"/>
                  <a:pt x="124137" y="98196"/>
                </a:cubicBezTo>
                <a:cubicBezTo>
                  <a:pt x="115042" y="98196"/>
                  <a:pt x="108112" y="96301"/>
                  <a:pt x="103345" y="92512"/>
                </a:cubicBezTo>
                <a:cubicBezTo>
                  <a:pt x="98578" y="88722"/>
                  <a:pt x="95535" y="83104"/>
                  <a:pt x="94217" y="75657"/>
                </a:cubicBezTo>
                <a:close/>
                <a:moveTo>
                  <a:pt x="212316" y="96614"/>
                </a:moveTo>
                <a:lnTo>
                  <a:pt x="212316" y="86333"/>
                </a:lnTo>
                <a:cubicBezTo>
                  <a:pt x="206868" y="94242"/>
                  <a:pt x="199465" y="98196"/>
                  <a:pt x="190106" y="98196"/>
                </a:cubicBezTo>
                <a:cubicBezTo>
                  <a:pt x="185976" y="98196"/>
                  <a:pt x="182121" y="97405"/>
                  <a:pt x="178540" y="95823"/>
                </a:cubicBezTo>
                <a:cubicBezTo>
                  <a:pt x="174959" y="94242"/>
                  <a:pt x="172301" y="92254"/>
                  <a:pt x="170566" y="89859"/>
                </a:cubicBezTo>
                <a:cubicBezTo>
                  <a:pt x="168830" y="87465"/>
                  <a:pt x="167611" y="84532"/>
                  <a:pt x="166908" y="81061"/>
                </a:cubicBezTo>
                <a:cubicBezTo>
                  <a:pt x="166425" y="78732"/>
                  <a:pt x="166183" y="75042"/>
                  <a:pt x="166183" y="69989"/>
                </a:cubicBezTo>
                <a:lnTo>
                  <a:pt x="166183" y="26625"/>
                </a:lnTo>
                <a:lnTo>
                  <a:pt x="178046" y="26625"/>
                </a:lnTo>
                <a:lnTo>
                  <a:pt x="178046" y="65442"/>
                </a:lnTo>
                <a:cubicBezTo>
                  <a:pt x="178046" y="71637"/>
                  <a:pt x="178288" y="75811"/>
                  <a:pt x="178771" y="77964"/>
                </a:cubicBezTo>
                <a:cubicBezTo>
                  <a:pt x="179518" y="81083"/>
                  <a:pt x="181099" y="83532"/>
                  <a:pt x="183516" y="85312"/>
                </a:cubicBezTo>
                <a:cubicBezTo>
                  <a:pt x="185932" y="87091"/>
                  <a:pt x="188920" y="87981"/>
                  <a:pt x="192479" y="87981"/>
                </a:cubicBezTo>
                <a:cubicBezTo>
                  <a:pt x="196038" y="87981"/>
                  <a:pt x="199377" y="87069"/>
                  <a:pt x="202496" y="85246"/>
                </a:cubicBezTo>
                <a:cubicBezTo>
                  <a:pt x="205615" y="83423"/>
                  <a:pt x="207823" y="80940"/>
                  <a:pt x="209119" y="77799"/>
                </a:cubicBezTo>
                <a:cubicBezTo>
                  <a:pt x="210415" y="74657"/>
                  <a:pt x="211063" y="70099"/>
                  <a:pt x="211063" y="64124"/>
                </a:cubicBezTo>
                <a:lnTo>
                  <a:pt x="211063" y="26625"/>
                </a:lnTo>
                <a:lnTo>
                  <a:pt x="222926" y="26625"/>
                </a:lnTo>
                <a:lnTo>
                  <a:pt x="222926" y="96614"/>
                </a:lnTo>
                <a:lnTo>
                  <a:pt x="212316" y="96614"/>
                </a:lnTo>
                <a:close/>
                <a:moveTo>
                  <a:pt x="241490" y="123503"/>
                </a:moveTo>
                <a:lnTo>
                  <a:pt x="241490" y="26625"/>
                </a:lnTo>
                <a:lnTo>
                  <a:pt x="252298" y="26625"/>
                </a:lnTo>
                <a:lnTo>
                  <a:pt x="252298" y="35654"/>
                </a:lnTo>
                <a:cubicBezTo>
                  <a:pt x="254846" y="32117"/>
                  <a:pt x="257724" y="29464"/>
                  <a:pt x="260932" y="27696"/>
                </a:cubicBezTo>
                <a:cubicBezTo>
                  <a:pt x="264139" y="25927"/>
                  <a:pt x="268027" y="25043"/>
                  <a:pt x="272596" y="25043"/>
                </a:cubicBezTo>
                <a:cubicBezTo>
                  <a:pt x="278572" y="25043"/>
                  <a:pt x="283844" y="26581"/>
                  <a:pt x="288413" y="29656"/>
                </a:cubicBezTo>
                <a:cubicBezTo>
                  <a:pt x="292983" y="32732"/>
                  <a:pt x="296431" y="37071"/>
                  <a:pt x="298760" y="42672"/>
                </a:cubicBezTo>
                <a:cubicBezTo>
                  <a:pt x="301089" y="48274"/>
                  <a:pt x="302253" y="54414"/>
                  <a:pt x="302253" y="61092"/>
                </a:cubicBezTo>
                <a:cubicBezTo>
                  <a:pt x="302253" y="68254"/>
                  <a:pt x="300968" y="74701"/>
                  <a:pt x="298398" y="80435"/>
                </a:cubicBezTo>
                <a:cubicBezTo>
                  <a:pt x="295827" y="86169"/>
                  <a:pt x="292093" y="90562"/>
                  <a:pt x="287194" y="93616"/>
                </a:cubicBezTo>
                <a:cubicBezTo>
                  <a:pt x="282295" y="96669"/>
                  <a:pt x="277144" y="98196"/>
                  <a:pt x="271740" y="98196"/>
                </a:cubicBezTo>
                <a:cubicBezTo>
                  <a:pt x="267786" y="98196"/>
                  <a:pt x="264238" y="97350"/>
                  <a:pt x="261096" y="95659"/>
                </a:cubicBezTo>
                <a:cubicBezTo>
                  <a:pt x="257955" y="93966"/>
                  <a:pt x="255374" y="91828"/>
                  <a:pt x="253353" y="89245"/>
                </a:cubicBezTo>
                <a:lnTo>
                  <a:pt x="253353" y="123503"/>
                </a:lnTo>
                <a:lnTo>
                  <a:pt x="241490" y="123503"/>
                </a:lnTo>
                <a:moveTo>
                  <a:pt x="252232" y="61916"/>
                </a:moveTo>
                <a:cubicBezTo>
                  <a:pt x="252232" y="70912"/>
                  <a:pt x="254056" y="77560"/>
                  <a:pt x="257702" y="81860"/>
                </a:cubicBezTo>
                <a:cubicBezTo>
                  <a:pt x="261349" y="86160"/>
                  <a:pt x="265764" y="88310"/>
                  <a:pt x="270949" y="88310"/>
                </a:cubicBezTo>
                <a:cubicBezTo>
                  <a:pt x="276221" y="88310"/>
                  <a:pt x="280735" y="86083"/>
                  <a:pt x="284492" y="81629"/>
                </a:cubicBezTo>
                <a:cubicBezTo>
                  <a:pt x="288248" y="77175"/>
                  <a:pt x="290127" y="70275"/>
                  <a:pt x="290127" y="60928"/>
                </a:cubicBezTo>
                <a:cubicBezTo>
                  <a:pt x="290127" y="52020"/>
                  <a:pt x="288292" y="45350"/>
                  <a:pt x="284624" y="40918"/>
                </a:cubicBezTo>
                <a:cubicBezTo>
                  <a:pt x="280955" y="36486"/>
                  <a:pt x="276573" y="34270"/>
                  <a:pt x="271476" y="34270"/>
                </a:cubicBezTo>
                <a:cubicBezTo>
                  <a:pt x="266423" y="34270"/>
                  <a:pt x="261953" y="36628"/>
                  <a:pt x="258065" y="41346"/>
                </a:cubicBezTo>
                <a:cubicBezTo>
                  <a:pt x="254176" y="46064"/>
                  <a:pt x="252232" y="52920"/>
                  <a:pt x="252232" y="61916"/>
                </a:cubicBezTo>
                <a:close/>
                <a:moveTo>
                  <a:pt x="316533" y="123503"/>
                </a:moveTo>
                <a:lnTo>
                  <a:pt x="316533" y="26625"/>
                </a:lnTo>
                <a:lnTo>
                  <a:pt x="327341" y="26625"/>
                </a:lnTo>
                <a:lnTo>
                  <a:pt x="327341" y="35654"/>
                </a:lnTo>
                <a:cubicBezTo>
                  <a:pt x="329890" y="32117"/>
                  <a:pt x="332767" y="29464"/>
                  <a:pt x="335975" y="27696"/>
                </a:cubicBezTo>
                <a:cubicBezTo>
                  <a:pt x="339182" y="25927"/>
                  <a:pt x="343070" y="25043"/>
                  <a:pt x="347640" y="25043"/>
                </a:cubicBezTo>
                <a:cubicBezTo>
                  <a:pt x="353615" y="25043"/>
                  <a:pt x="358887" y="26581"/>
                  <a:pt x="363456" y="29656"/>
                </a:cubicBezTo>
                <a:cubicBezTo>
                  <a:pt x="368026" y="32732"/>
                  <a:pt x="371475" y="37071"/>
                  <a:pt x="373803" y="42672"/>
                </a:cubicBezTo>
                <a:cubicBezTo>
                  <a:pt x="376132" y="48274"/>
                  <a:pt x="377296" y="54414"/>
                  <a:pt x="377296" y="61092"/>
                </a:cubicBezTo>
                <a:cubicBezTo>
                  <a:pt x="377296" y="68254"/>
                  <a:pt x="376011" y="74701"/>
                  <a:pt x="373441" y="80435"/>
                </a:cubicBezTo>
                <a:cubicBezTo>
                  <a:pt x="370871" y="86169"/>
                  <a:pt x="367136" y="90562"/>
                  <a:pt x="362237" y="93616"/>
                </a:cubicBezTo>
                <a:cubicBezTo>
                  <a:pt x="357338" y="96669"/>
                  <a:pt x="352187" y="98196"/>
                  <a:pt x="346783" y="98196"/>
                </a:cubicBezTo>
                <a:cubicBezTo>
                  <a:pt x="342829" y="98196"/>
                  <a:pt x="339281" y="97350"/>
                  <a:pt x="336140" y="95659"/>
                </a:cubicBezTo>
                <a:cubicBezTo>
                  <a:pt x="332998" y="93966"/>
                  <a:pt x="330417" y="91828"/>
                  <a:pt x="328396" y="89245"/>
                </a:cubicBezTo>
                <a:lnTo>
                  <a:pt x="328396" y="123503"/>
                </a:lnTo>
                <a:lnTo>
                  <a:pt x="316533" y="123503"/>
                </a:lnTo>
                <a:moveTo>
                  <a:pt x="327276" y="61916"/>
                </a:moveTo>
                <a:cubicBezTo>
                  <a:pt x="327276" y="70912"/>
                  <a:pt x="329099" y="77560"/>
                  <a:pt x="332746" y="81860"/>
                </a:cubicBezTo>
                <a:cubicBezTo>
                  <a:pt x="336392" y="86160"/>
                  <a:pt x="340808" y="88310"/>
                  <a:pt x="345992" y="88310"/>
                </a:cubicBezTo>
                <a:cubicBezTo>
                  <a:pt x="351264" y="88310"/>
                  <a:pt x="355779" y="86083"/>
                  <a:pt x="359535" y="81629"/>
                </a:cubicBezTo>
                <a:cubicBezTo>
                  <a:pt x="363292" y="77175"/>
                  <a:pt x="365170" y="70275"/>
                  <a:pt x="365170" y="60928"/>
                </a:cubicBezTo>
                <a:cubicBezTo>
                  <a:pt x="365170" y="52020"/>
                  <a:pt x="363336" y="45350"/>
                  <a:pt x="359667" y="40918"/>
                </a:cubicBezTo>
                <a:cubicBezTo>
                  <a:pt x="355998" y="36486"/>
                  <a:pt x="351616" y="34270"/>
                  <a:pt x="346519" y="34270"/>
                </a:cubicBezTo>
                <a:cubicBezTo>
                  <a:pt x="341467" y="34270"/>
                  <a:pt x="336996" y="36628"/>
                  <a:pt x="333108" y="41346"/>
                </a:cubicBezTo>
                <a:cubicBezTo>
                  <a:pt x="329220" y="46064"/>
                  <a:pt x="327276" y="52920"/>
                  <a:pt x="327276" y="61916"/>
                </a:cubicBezTo>
                <a:close/>
                <a:moveTo>
                  <a:pt x="387161" y="61620"/>
                </a:moveTo>
                <a:cubicBezTo>
                  <a:pt x="387161" y="48659"/>
                  <a:pt x="390764" y="39059"/>
                  <a:pt x="397969" y="32820"/>
                </a:cubicBezTo>
                <a:cubicBezTo>
                  <a:pt x="403988" y="27635"/>
                  <a:pt x="411326" y="25043"/>
                  <a:pt x="419981" y="25043"/>
                </a:cubicBezTo>
                <a:cubicBezTo>
                  <a:pt x="429603" y="25043"/>
                  <a:pt x="437467" y="28196"/>
                  <a:pt x="443574" y="34500"/>
                </a:cubicBezTo>
                <a:cubicBezTo>
                  <a:pt x="449681" y="40805"/>
                  <a:pt x="452735" y="49515"/>
                  <a:pt x="452735" y="60631"/>
                </a:cubicBezTo>
                <a:cubicBezTo>
                  <a:pt x="452735" y="69638"/>
                  <a:pt x="451384" y="76722"/>
                  <a:pt x="448682" y="81885"/>
                </a:cubicBezTo>
                <a:cubicBezTo>
                  <a:pt x="445980" y="87047"/>
                  <a:pt x="442047" y="91056"/>
                  <a:pt x="436885" y="93912"/>
                </a:cubicBezTo>
                <a:cubicBezTo>
                  <a:pt x="431723" y="96768"/>
                  <a:pt x="426088" y="98196"/>
                  <a:pt x="419981" y="98196"/>
                </a:cubicBezTo>
                <a:cubicBezTo>
                  <a:pt x="410183" y="98196"/>
                  <a:pt x="402264" y="95054"/>
                  <a:pt x="396223" y="88772"/>
                </a:cubicBezTo>
                <a:cubicBezTo>
                  <a:pt x="390182" y="82489"/>
                  <a:pt x="387161" y="73438"/>
                  <a:pt x="387161" y="61620"/>
                </a:cubicBezTo>
                <a:moveTo>
                  <a:pt x="399353" y="61587"/>
                </a:moveTo>
                <a:cubicBezTo>
                  <a:pt x="399353" y="70516"/>
                  <a:pt x="401308" y="77203"/>
                  <a:pt x="405219" y="81646"/>
                </a:cubicBezTo>
                <a:cubicBezTo>
                  <a:pt x="409129" y="86089"/>
                  <a:pt x="414050" y="88310"/>
                  <a:pt x="419981" y="88310"/>
                </a:cubicBezTo>
                <a:cubicBezTo>
                  <a:pt x="425868" y="88310"/>
                  <a:pt x="430767" y="86078"/>
                  <a:pt x="434677" y="81613"/>
                </a:cubicBezTo>
                <a:cubicBezTo>
                  <a:pt x="438588" y="77148"/>
                  <a:pt x="440543" y="70341"/>
                  <a:pt x="440543" y="61193"/>
                </a:cubicBezTo>
                <a:cubicBezTo>
                  <a:pt x="440543" y="52570"/>
                  <a:pt x="438577" y="46036"/>
                  <a:pt x="434644" y="41593"/>
                </a:cubicBezTo>
                <a:cubicBezTo>
                  <a:pt x="430712" y="37150"/>
                  <a:pt x="425824" y="34929"/>
                  <a:pt x="419981" y="34929"/>
                </a:cubicBezTo>
                <a:cubicBezTo>
                  <a:pt x="414050" y="34929"/>
                  <a:pt x="409129" y="37139"/>
                  <a:pt x="405219" y="41560"/>
                </a:cubicBezTo>
                <a:cubicBezTo>
                  <a:pt x="401308" y="45981"/>
                  <a:pt x="399353" y="52657"/>
                  <a:pt x="399353" y="61587"/>
                </a:cubicBezTo>
                <a:close/>
                <a:moveTo>
                  <a:pt x="466488" y="96614"/>
                </a:moveTo>
                <a:lnTo>
                  <a:pt x="466488" y="26625"/>
                </a:lnTo>
                <a:lnTo>
                  <a:pt x="477164" y="26625"/>
                </a:lnTo>
                <a:lnTo>
                  <a:pt x="477164" y="37169"/>
                </a:lnTo>
                <a:cubicBezTo>
                  <a:pt x="479888" y="32232"/>
                  <a:pt x="482404" y="28977"/>
                  <a:pt x="484710" y="27403"/>
                </a:cubicBezTo>
                <a:cubicBezTo>
                  <a:pt x="487017" y="25830"/>
                  <a:pt x="489554" y="25043"/>
                  <a:pt x="492322" y="25043"/>
                </a:cubicBezTo>
                <a:cubicBezTo>
                  <a:pt x="496320" y="25043"/>
                  <a:pt x="500384" y="26312"/>
                  <a:pt x="504514" y="28849"/>
                </a:cubicBezTo>
                <a:lnTo>
                  <a:pt x="500428" y="39806"/>
                </a:lnTo>
                <a:cubicBezTo>
                  <a:pt x="497529" y="38092"/>
                  <a:pt x="494629" y="37235"/>
                  <a:pt x="491729" y="37235"/>
                </a:cubicBezTo>
                <a:cubicBezTo>
                  <a:pt x="489137" y="37235"/>
                  <a:pt x="486808" y="38017"/>
                  <a:pt x="484743" y="39579"/>
                </a:cubicBezTo>
                <a:cubicBezTo>
                  <a:pt x="482678" y="41140"/>
                  <a:pt x="481207" y="43306"/>
                  <a:pt x="480328" y="46077"/>
                </a:cubicBezTo>
                <a:cubicBezTo>
                  <a:pt x="479010" y="50299"/>
                  <a:pt x="478351" y="54917"/>
                  <a:pt x="478351" y="59931"/>
                </a:cubicBezTo>
                <a:lnTo>
                  <a:pt x="478351" y="96614"/>
                </a:lnTo>
                <a:lnTo>
                  <a:pt x="466488" y="96614"/>
                </a:lnTo>
                <a:close/>
                <a:moveTo>
                  <a:pt x="537465" y="86136"/>
                </a:moveTo>
                <a:lnTo>
                  <a:pt x="539178" y="96614"/>
                </a:lnTo>
                <a:cubicBezTo>
                  <a:pt x="535839" y="97229"/>
                  <a:pt x="532851" y="97537"/>
                  <a:pt x="530215" y="97537"/>
                </a:cubicBezTo>
                <a:cubicBezTo>
                  <a:pt x="525910" y="97537"/>
                  <a:pt x="522571" y="96856"/>
                  <a:pt x="520198" y="95494"/>
                </a:cubicBezTo>
                <a:cubicBezTo>
                  <a:pt x="517826" y="94132"/>
                  <a:pt x="516156" y="92341"/>
                  <a:pt x="515189" y="90123"/>
                </a:cubicBezTo>
                <a:cubicBezTo>
                  <a:pt x="514223" y="87904"/>
                  <a:pt x="513740" y="83236"/>
                  <a:pt x="513740" y="76118"/>
                </a:cubicBezTo>
                <a:lnTo>
                  <a:pt x="513740" y="35851"/>
                </a:lnTo>
                <a:lnTo>
                  <a:pt x="505040" y="35851"/>
                </a:lnTo>
                <a:lnTo>
                  <a:pt x="505040" y="26625"/>
                </a:lnTo>
                <a:lnTo>
                  <a:pt x="513740" y="26625"/>
                </a:lnTo>
                <a:lnTo>
                  <a:pt x="513740" y="9245"/>
                </a:lnTo>
                <a:lnTo>
                  <a:pt x="525536" y="2109"/>
                </a:lnTo>
                <a:lnTo>
                  <a:pt x="525536" y="26625"/>
                </a:lnTo>
                <a:lnTo>
                  <a:pt x="537465" y="26625"/>
                </a:lnTo>
                <a:lnTo>
                  <a:pt x="537465" y="35851"/>
                </a:lnTo>
                <a:lnTo>
                  <a:pt x="525536" y="35851"/>
                </a:lnTo>
                <a:lnTo>
                  <a:pt x="525536" y="76777"/>
                </a:lnTo>
                <a:cubicBezTo>
                  <a:pt x="525536" y="80160"/>
                  <a:pt x="525745" y="82335"/>
                  <a:pt x="526162" y="83302"/>
                </a:cubicBezTo>
                <a:cubicBezTo>
                  <a:pt x="526580" y="84268"/>
                  <a:pt x="527261" y="85037"/>
                  <a:pt x="528205" y="85608"/>
                </a:cubicBezTo>
                <a:cubicBezTo>
                  <a:pt x="529150" y="86179"/>
                  <a:pt x="530501" y="86465"/>
                  <a:pt x="532258" y="86465"/>
                </a:cubicBezTo>
                <a:cubicBezTo>
                  <a:pt x="533576" y="86465"/>
                  <a:pt x="535312" y="86355"/>
                  <a:pt x="537465" y="86136"/>
                </a:cubicBezTo>
                <a:close/>
                <a:moveTo>
                  <a:pt x="596998" y="74075"/>
                </a:moveTo>
                <a:lnTo>
                  <a:pt x="609256" y="75591"/>
                </a:lnTo>
                <a:cubicBezTo>
                  <a:pt x="607323" y="82753"/>
                  <a:pt x="603742" y="88310"/>
                  <a:pt x="598514" y="92265"/>
                </a:cubicBezTo>
                <a:cubicBezTo>
                  <a:pt x="593285" y="96219"/>
                  <a:pt x="586607" y="98196"/>
                  <a:pt x="578479" y="98196"/>
                </a:cubicBezTo>
                <a:cubicBezTo>
                  <a:pt x="568242" y="98196"/>
                  <a:pt x="560125" y="95043"/>
                  <a:pt x="554128" y="88739"/>
                </a:cubicBezTo>
                <a:cubicBezTo>
                  <a:pt x="548131" y="82434"/>
                  <a:pt x="545132" y="73592"/>
                  <a:pt x="545132" y="62213"/>
                </a:cubicBezTo>
                <a:cubicBezTo>
                  <a:pt x="545132" y="50438"/>
                  <a:pt x="548164" y="41299"/>
                  <a:pt x="554227" y="34797"/>
                </a:cubicBezTo>
                <a:cubicBezTo>
                  <a:pt x="560290" y="28294"/>
                  <a:pt x="568154" y="25043"/>
                  <a:pt x="577820" y="25043"/>
                </a:cubicBezTo>
                <a:cubicBezTo>
                  <a:pt x="587178" y="25043"/>
                  <a:pt x="594823" y="28224"/>
                  <a:pt x="600754" y="34585"/>
                </a:cubicBezTo>
                <a:cubicBezTo>
                  <a:pt x="606686" y="40944"/>
                  <a:pt x="609651" y="49892"/>
                  <a:pt x="609651" y="61428"/>
                </a:cubicBezTo>
                <a:cubicBezTo>
                  <a:pt x="609651" y="62130"/>
                  <a:pt x="609629" y="63182"/>
                  <a:pt x="609585" y="64585"/>
                </a:cubicBezTo>
                <a:lnTo>
                  <a:pt x="557390" y="64585"/>
                </a:lnTo>
                <a:cubicBezTo>
                  <a:pt x="557829" y="72252"/>
                  <a:pt x="560004" y="78123"/>
                  <a:pt x="563914" y="82198"/>
                </a:cubicBezTo>
                <a:cubicBezTo>
                  <a:pt x="567825" y="86273"/>
                  <a:pt x="572702" y="88310"/>
                  <a:pt x="578545" y="88310"/>
                </a:cubicBezTo>
                <a:cubicBezTo>
                  <a:pt x="582895" y="88310"/>
                  <a:pt x="586607" y="87179"/>
                  <a:pt x="589683" y="84916"/>
                </a:cubicBezTo>
                <a:cubicBezTo>
                  <a:pt x="592758" y="82652"/>
                  <a:pt x="595197" y="79039"/>
                  <a:pt x="596998" y="74075"/>
                </a:cubicBezTo>
                <a:moveTo>
                  <a:pt x="558049" y="54700"/>
                </a:moveTo>
                <a:lnTo>
                  <a:pt x="597130" y="54700"/>
                </a:lnTo>
                <a:cubicBezTo>
                  <a:pt x="596603" y="48908"/>
                  <a:pt x="595109" y="44565"/>
                  <a:pt x="592648" y="41669"/>
                </a:cubicBezTo>
                <a:cubicBezTo>
                  <a:pt x="588870" y="37176"/>
                  <a:pt x="583971" y="34929"/>
                  <a:pt x="577952" y="34929"/>
                </a:cubicBezTo>
                <a:cubicBezTo>
                  <a:pt x="572504" y="34929"/>
                  <a:pt x="567924" y="36723"/>
                  <a:pt x="564211" y="40310"/>
                </a:cubicBezTo>
                <a:cubicBezTo>
                  <a:pt x="560499" y="43896"/>
                  <a:pt x="558445" y="48693"/>
                  <a:pt x="558049" y="54700"/>
                </a:cubicBezTo>
                <a:close/>
                <a:moveTo>
                  <a:pt x="669537" y="96614"/>
                </a:moveTo>
                <a:lnTo>
                  <a:pt x="669537" y="87783"/>
                </a:lnTo>
                <a:cubicBezTo>
                  <a:pt x="665099" y="94725"/>
                  <a:pt x="658575" y="98196"/>
                  <a:pt x="649964" y="98196"/>
                </a:cubicBezTo>
                <a:cubicBezTo>
                  <a:pt x="644384" y="98196"/>
                  <a:pt x="639254" y="96658"/>
                  <a:pt x="634575" y="93583"/>
                </a:cubicBezTo>
                <a:cubicBezTo>
                  <a:pt x="629896" y="90507"/>
                  <a:pt x="626271" y="86212"/>
                  <a:pt x="623701" y="80699"/>
                </a:cubicBezTo>
                <a:cubicBezTo>
                  <a:pt x="621131" y="75185"/>
                  <a:pt x="619846" y="68847"/>
                  <a:pt x="619846" y="61685"/>
                </a:cubicBezTo>
                <a:cubicBezTo>
                  <a:pt x="619846" y="54700"/>
                  <a:pt x="621010" y="48362"/>
                  <a:pt x="623339" y="42672"/>
                </a:cubicBezTo>
                <a:cubicBezTo>
                  <a:pt x="625667" y="36983"/>
                  <a:pt x="629160" y="32622"/>
                  <a:pt x="633817" y="29591"/>
                </a:cubicBezTo>
                <a:cubicBezTo>
                  <a:pt x="638475" y="26559"/>
                  <a:pt x="643681" y="25043"/>
                  <a:pt x="649436" y="25043"/>
                </a:cubicBezTo>
                <a:cubicBezTo>
                  <a:pt x="653654" y="25043"/>
                  <a:pt x="657411" y="25933"/>
                  <a:pt x="660706" y="27712"/>
                </a:cubicBezTo>
                <a:cubicBezTo>
                  <a:pt x="664001" y="29492"/>
                  <a:pt x="666681" y="31809"/>
                  <a:pt x="668746" y="34665"/>
                </a:cubicBezTo>
                <a:lnTo>
                  <a:pt x="668746" y="0"/>
                </a:lnTo>
                <a:lnTo>
                  <a:pt x="680543" y="0"/>
                </a:lnTo>
                <a:lnTo>
                  <a:pt x="680543" y="96614"/>
                </a:lnTo>
                <a:lnTo>
                  <a:pt x="669537" y="96614"/>
                </a:lnTo>
                <a:moveTo>
                  <a:pt x="632038" y="61652"/>
                </a:moveTo>
                <a:cubicBezTo>
                  <a:pt x="632038" y="70582"/>
                  <a:pt x="633927" y="77258"/>
                  <a:pt x="637706" y="81679"/>
                </a:cubicBezTo>
                <a:cubicBezTo>
                  <a:pt x="641484" y="86100"/>
                  <a:pt x="645944" y="88310"/>
                  <a:pt x="651084" y="88310"/>
                </a:cubicBezTo>
                <a:cubicBezTo>
                  <a:pt x="656268" y="88310"/>
                  <a:pt x="660673" y="86199"/>
                  <a:pt x="664298" y="81975"/>
                </a:cubicBezTo>
                <a:cubicBezTo>
                  <a:pt x="667922" y="77751"/>
                  <a:pt x="669735" y="71305"/>
                  <a:pt x="669735" y="62637"/>
                </a:cubicBezTo>
                <a:cubicBezTo>
                  <a:pt x="669735" y="53095"/>
                  <a:pt x="667889" y="46091"/>
                  <a:pt x="664199" y="41626"/>
                </a:cubicBezTo>
                <a:cubicBezTo>
                  <a:pt x="660508" y="37161"/>
                  <a:pt x="655961" y="34929"/>
                  <a:pt x="650557" y="34929"/>
                </a:cubicBezTo>
                <a:cubicBezTo>
                  <a:pt x="645285" y="34929"/>
                  <a:pt x="640880" y="37074"/>
                  <a:pt x="637343" y="41365"/>
                </a:cubicBezTo>
                <a:cubicBezTo>
                  <a:pt x="633806" y="45654"/>
                  <a:pt x="632038" y="52416"/>
                  <a:pt x="632038" y="61652"/>
                </a:cubicBezTo>
                <a:close/>
                <a:moveTo>
                  <a:pt x="747634" y="96614"/>
                </a:moveTo>
                <a:lnTo>
                  <a:pt x="736628" y="96614"/>
                </a:lnTo>
                <a:lnTo>
                  <a:pt x="736628" y="0"/>
                </a:lnTo>
                <a:lnTo>
                  <a:pt x="748491" y="0"/>
                </a:lnTo>
                <a:lnTo>
                  <a:pt x="748491" y="34595"/>
                </a:lnTo>
                <a:cubicBezTo>
                  <a:pt x="753500" y="28227"/>
                  <a:pt x="759892" y="25043"/>
                  <a:pt x="767669" y="25043"/>
                </a:cubicBezTo>
                <a:cubicBezTo>
                  <a:pt x="771974" y="25043"/>
                  <a:pt x="776050" y="25911"/>
                  <a:pt x="779894" y="27646"/>
                </a:cubicBezTo>
                <a:cubicBezTo>
                  <a:pt x="783738" y="29382"/>
                  <a:pt x="786902" y="31820"/>
                  <a:pt x="789384" y="34962"/>
                </a:cubicBezTo>
                <a:cubicBezTo>
                  <a:pt x="791866" y="38103"/>
                  <a:pt x="793810" y="41893"/>
                  <a:pt x="795216" y="46330"/>
                </a:cubicBezTo>
                <a:cubicBezTo>
                  <a:pt x="796622" y="50767"/>
                  <a:pt x="797325" y="55513"/>
                  <a:pt x="797325" y="60565"/>
                </a:cubicBezTo>
                <a:cubicBezTo>
                  <a:pt x="797325" y="72559"/>
                  <a:pt x="794360" y="81830"/>
                  <a:pt x="788428" y="88376"/>
                </a:cubicBezTo>
                <a:cubicBezTo>
                  <a:pt x="782497" y="94923"/>
                  <a:pt x="775379" y="98196"/>
                  <a:pt x="767076" y="98196"/>
                </a:cubicBezTo>
                <a:cubicBezTo>
                  <a:pt x="758816" y="98196"/>
                  <a:pt x="752335" y="94703"/>
                  <a:pt x="747634" y="87717"/>
                </a:cubicBezTo>
                <a:lnTo>
                  <a:pt x="747634" y="96614"/>
                </a:lnTo>
                <a:moveTo>
                  <a:pt x="747502" y="61094"/>
                </a:moveTo>
                <a:cubicBezTo>
                  <a:pt x="747502" y="69445"/>
                  <a:pt x="748645" y="75478"/>
                  <a:pt x="750929" y="79195"/>
                </a:cubicBezTo>
                <a:cubicBezTo>
                  <a:pt x="754664" y="85272"/>
                  <a:pt x="759716" y="88310"/>
                  <a:pt x="766087" y="88310"/>
                </a:cubicBezTo>
                <a:cubicBezTo>
                  <a:pt x="771272" y="88310"/>
                  <a:pt x="775753" y="86070"/>
                  <a:pt x="779531" y="81588"/>
                </a:cubicBezTo>
                <a:cubicBezTo>
                  <a:pt x="783310" y="77107"/>
                  <a:pt x="785199" y="70429"/>
                  <a:pt x="785199" y="61554"/>
                </a:cubicBezTo>
                <a:cubicBezTo>
                  <a:pt x="785199" y="52460"/>
                  <a:pt x="783387" y="45750"/>
                  <a:pt x="779762" y="41422"/>
                </a:cubicBezTo>
                <a:cubicBezTo>
                  <a:pt x="776137" y="37093"/>
                  <a:pt x="771755" y="34929"/>
                  <a:pt x="766614" y="34929"/>
                </a:cubicBezTo>
                <a:cubicBezTo>
                  <a:pt x="761430" y="34929"/>
                  <a:pt x="756949" y="37169"/>
                  <a:pt x="753170" y="41651"/>
                </a:cubicBezTo>
                <a:cubicBezTo>
                  <a:pt x="749392" y="46132"/>
                  <a:pt x="747502" y="52613"/>
                  <a:pt x="747502" y="61094"/>
                </a:cubicBezTo>
                <a:close/>
                <a:moveTo>
                  <a:pt x="811210" y="123635"/>
                </a:moveTo>
                <a:lnTo>
                  <a:pt x="809892" y="112497"/>
                </a:lnTo>
                <a:cubicBezTo>
                  <a:pt x="812485" y="113200"/>
                  <a:pt x="814747" y="113551"/>
                  <a:pt x="816680" y="113551"/>
                </a:cubicBezTo>
                <a:cubicBezTo>
                  <a:pt x="819317" y="113551"/>
                  <a:pt x="821425" y="113106"/>
                  <a:pt x="823007" y="112217"/>
                </a:cubicBezTo>
                <a:cubicBezTo>
                  <a:pt x="824589" y="111328"/>
                  <a:pt x="825885" y="110084"/>
                  <a:pt x="826895" y="108483"/>
                </a:cubicBezTo>
                <a:cubicBezTo>
                  <a:pt x="827642" y="107283"/>
                  <a:pt x="828851" y="104305"/>
                  <a:pt x="830520" y="99549"/>
                </a:cubicBezTo>
                <a:cubicBezTo>
                  <a:pt x="830740" y="98882"/>
                  <a:pt x="831091" y="97903"/>
                  <a:pt x="831575" y="96614"/>
                </a:cubicBezTo>
                <a:lnTo>
                  <a:pt x="805016" y="26625"/>
                </a:lnTo>
                <a:lnTo>
                  <a:pt x="817801" y="26625"/>
                </a:lnTo>
                <a:lnTo>
                  <a:pt x="832365" y="67061"/>
                </a:lnTo>
                <a:cubicBezTo>
                  <a:pt x="834255" y="72190"/>
                  <a:pt x="835946" y="77582"/>
                  <a:pt x="837440" y="83236"/>
                </a:cubicBezTo>
                <a:cubicBezTo>
                  <a:pt x="838802" y="77800"/>
                  <a:pt x="840428" y="72496"/>
                  <a:pt x="842317" y="67324"/>
                </a:cubicBezTo>
                <a:lnTo>
                  <a:pt x="857277" y="26625"/>
                </a:lnTo>
                <a:lnTo>
                  <a:pt x="869139" y="26625"/>
                </a:lnTo>
                <a:lnTo>
                  <a:pt x="842514" y="97848"/>
                </a:lnTo>
                <a:cubicBezTo>
                  <a:pt x="839659" y="105542"/>
                  <a:pt x="837440" y="110840"/>
                  <a:pt x="835858" y="113741"/>
                </a:cubicBezTo>
                <a:cubicBezTo>
                  <a:pt x="833749" y="117654"/>
                  <a:pt x="831333" y="120523"/>
                  <a:pt x="828609" y="122347"/>
                </a:cubicBezTo>
                <a:cubicBezTo>
                  <a:pt x="825885" y="124172"/>
                  <a:pt x="822634" y="125084"/>
                  <a:pt x="818855" y="125084"/>
                </a:cubicBezTo>
                <a:cubicBezTo>
                  <a:pt x="816571" y="125084"/>
                  <a:pt x="814022" y="124601"/>
                  <a:pt x="811210" y="123635"/>
                </a:cubicBezTo>
                <a:close/>
                <a:moveTo>
                  <a:pt x="944567" y="109136"/>
                </a:moveTo>
                <a:lnTo>
                  <a:pt x="941601" y="123239"/>
                </a:lnTo>
                <a:lnTo>
                  <a:pt x="909374" y="123239"/>
                </a:lnTo>
                <a:lnTo>
                  <a:pt x="935142" y="0"/>
                </a:lnTo>
                <a:lnTo>
                  <a:pt x="967303" y="0"/>
                </a:lnTo>
                <a:lnTo>
                  <a:pt x="964272" y="14762"/>
                </a:lnTo>
                <a:lnTo>
                  <a:pt x="949839" y="14762"/>
                </a:lnTo>
                <a:lnTo>
                  <a:pt x="930134" y="109136"/>
                </a:lnTo>
                <a:lnTo>
                  <a:pt x="944567" y="109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Sample">
            <a:extLst xmlns:a="http://schemas.openxmlformats.org/drawingml/2006/main">
              <a:ext uri="{FF2B5EF4-FFF2-40B4-BE49-F238E27FC236}">
                <a16:creationId xmlns:a16="http://schemas.microsoft.com/office/drawing/2014/main" id="{80C35911-46C8-4917-91DB-B79E536F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837" y="5432897"/>
            <a:ext cx="471519" cy="125084"/>
          </a:xfrm>
          <a:custGeom xmlns:a="http://schemas.openxmlformats.org/drawingml/2006/main">
            <a:pathLst>
              <a:path w="471519" h="125084">
                <a:moveTo>
                  <a:pt x="176" y="67028"/>
                </a:moveTo>
                <a:lnTo>
                  <a:pt x="19090" y="66035"/>
                </a:lnTo>
                <a:cubicBezTo>
                  <a:pt x="19354" y="72078"/>
                  <a:pt x="20386" y="76157"/>
                  <a:pt x="22187" y="78275"/>
                </a:cubicBezTo>
                <a:cubicBezTo>
                  <a:pt x="25087" y="81714"/>
                  <a:pt x="30447" y="83434"/>
                  <a:pt x="38268" y="83434"/>
                </a:cubicBezTo>
                <a:cubicBezTo>
                  <a:pt x="44770" y="83434"/>
                  <a:pt x="49471" y="82268"/>
                  <a:pt x="52371" y="79937"/>
                </a:cubicBezTo>
                <a:cubicBezTo>
                  <a:pt x="55271" y="77604"/>
                  <a:pt x="56721" y="74787"/>
                  <a:pt x="56721" y="71486"/>
                </a:cubicBezTo>
                <a:cubicBezTo>
                  <a:pt x="56721" y="68627"/>
                  <a:pt x="55534" y="66206"/>
                  <a:pt x="53162" y="64225"/>
                </a:cubicBezTo>
                <a:cubicBezTo>
                  <a:pt x="51492" y="62774"/>
                  <a:pt x="46912" y="60420"/>
                  <a:pt x="39421" y="57163"/>
                </a:cubicBezTo>
                <a:cubicBezTo>
                  <a:pt x="31930" y="53906"/>
                  <a:pt x="26460" y="51189"/>
                  <a:pt x="23011" y="49011"/>
                </a:cubicBezTo>
                <a:cubicBezTo>
                  <a:pt x="19562" y="46832"/>
                  <a:pt x="16849" y="44005"/>
                  <a:pt x="14872" y="40528"/>
                </a:cubicBezTo>
                <a:cubicBezTo>
                  <a:pt x="12895" y="37052"/>
                  <a:pt x="11907" y="32982"/>
                  <a:pt x="11907" y="28318"/>
                </a:cubicBezTo>
                <a:cubicBezTo>
                  <a:pt x="11907" y="20176"/>
                  <a:pt x="14850" y="13421"/>
                  <a:pt x="20738" y="8053"/>
                </a:cubicBezTo>
                <a:cubicBezTo>
                  <a:pt x="26625" y="2684"/>
                  <a:pt x="35148" y="0"/>
                  <a:pt x="46308" y="0"/>
                </a:cubicBezTo>
                <a:cubicBezTo>
                  <a:pt x="57643" y="0"/>
                  <a:pt x="66419" y="2670"/>
                  <a:pt x="72636" y="8009"/>
                </a:cubicBezTo>
                <a:cubicBezTo>
                  <a:pt x="78853" y="13349"/>
                  <a:pt x="82269" y="20453"/>
                  <a:pt x="82884" y="29323"/>
                </a:cubicBezTo>
                <a:lnTo>
                  <a:pt x="63838" y="30184"/>
                </a:lnTo>
                <a:cubicBezTo>
                  <a:pt x="63355" y="25550"/>
                  <a:pt x="61685" y="21997"/>
                  <a:pt x="58830" y="19526"/>
                </a:cubicBezTo>
                <a:cubicBezTo>
                  <a:pt x="55974" y="17053"/>
                  <a:pt x="51756" y="15817"/>
                  <a:pt x="46176" y="15817"/>
                </a:cubicBezTo>
                <a:cubicBezTo>
                  <a:pt x="40684" y="15817"/>
                  <a:pt x="36763" y="16784"/>
                  <a:pt x="34412" y="18719"/>
                </a:cubicBezTo>
                <a:cubicBezTo>
                  <a:pt x="32062" y="20653"/>
                  <a:pt x="30887" y="23094"/>
                  <a:pt x="30887" y="26040"/>
                </a:cubicBezTo>
                <a:cubicBezTo>
                  <a:pt x="30887" y="28809"/>
                  <a:pt x="31963" y="31095"/>
                  <a:pt x="34116" y="32898"/>
                </a:cubicBezTo>
                <a:cubicBezTo>
                  <a:pt x="36269" y="34746"/>
                  <a:pt x="41036" y="37274"/>
                  <a:pt x="48417" y="40483"/>
                </a:cubicBezTo>
                <a:cubicBezTo>
                  <a:pt x="59533" y="45276"/>
                  <a:pt x="66606" y="49168"/>
                  <a:pt x="69638" y="52158"/>
                </a:cubicBezTo>
                <a:cubicBezTo>
                  <a:pt x="74163" y="56555"/>
                  <a:pt x="76426" y="62204"/>
                  <a:pt x="76426" y="69108"/>
                </a:cubicBezTo>
                <a:cubicBezTo>
                  <a:pt x="76426" y="77638"/>
                  <a:pt x="73054" y="84927"/>
                  <a:pt x="66310" y="90973"/>
                </a:cubicBezTo>
                <a:cubicBezTo>
                  <a:pt x="59566" y="97019"/>
                  <a:pt x="50174" y="100041"/>
                  <a:pt x="38136" y="100041"/>
                </a:cubicBezTo>
                <a:cubicBezTo>
                  <a:pt x="29832" y="100041"/>
                  <a:pt x="22638" y="98643"/>
                  <a:pt x="16553" y="95848"/>
                </a:cubicBezTo>
                <a:cubicBezTo>
                  <a:pt x="10468" y="93053"/>
                  <a:pt x="6173" y="89168"/>
                  <a:pt x="3669" y="84196"/>
                </a:cubicBezTo>
                <a:cubicBezTo>
                  <a:pt x="1164" y="79221"/>
                  <a:pt x="0" y="73499"/>
                  <a:pt x="176" y="67028"/>
                </a:cubicBezTo>
                <a:close/>
                <a:moveTo>
                  <a:pt x="113728" y="48109"/>
                </a:moveTo>
                <a:lnTo>
                  <a:pt x="95275" y="46540"/>
                </a:lnTo>
                <a:cubicBezTo>
                  <a:pt x="97384" y="40297"/>
                  <a:pt x="101063" y="35418"/>
                  <a:pt x="106314" y="31901"/>
                </a:cubicBezTo>
                <a:cubicBezTo>
                  <a:pt x="111564" y="28384"/>
                  <a:pt x="118517" y="26625"/>
                  <a:pt x="127172" y="26625"/>
                </a:cubicBezTo>
                <a:cubicBezTo>
                  <a:pt x="136179" y="26625"/>
                  <a:pt x="142835" y="28439"/>
                  <a:pt x="147141" y="32068"/>
                </a:cubicBezTo>
                <a:cubicBezTo>
                  <a:pt x="151447" y="35696"/>
                  <a:pt x="153599" y="40125"/>
                  <a:pt x="153599" y="45358"/>
                </a:cubicBezTo>
                <a:cubicBezTo>
                  <a:pt x="153599" y="47470"/>
                  <a:pt x="153413" y="49713"/>
                  <a:pt x="153039" y="52088"/>
                </a:cubicBezTo>
                <a:cubicBezTo>
                  <a:pt x="152666" y="54462"/>
                  <a:pt x="151359" y="60707"/>
                  <a:pt x="149118" y="70821"/>
                </a:cubicBezTo>
                <a:cubicBezTo>
                  <a:pt x="147273" y="79176"/>
                  <a:pt x="146350" y="85025"/>
                  <a:pt x="146350" y="88368"/>
                </a:cubicBezTo>
                <a:cubicBezTo>
                  <a:pt x="146350" y="91358"/>
                  <a:pt x="146877" y="94678"/>
                  <a:pt x="147932" y="98328"/>
                </a:cubicBezTo>
                <a:lnTo>
                  <a:pt x="129545" y="98328"/>
                </a:lnTo>
                <a:cubicBezTo>
                  <a:pt x="128798" y="95779"/>
                  <a:pt x="128336" y="93143"/>
                  <a:pt x="128161" y="90419"/>
                </a:cubicBezTo>
                <a:cubicBezTo>
                  <a:pt x="125393" y="93495"/>
                  <a:pt x="122207" y="95867"/>
                  <a:pt x="118605" y="97537"/>
                </a:cubicBezTo>
                <a:cubicBezTo>
                  <a:pt x="115002" y="99206"/>
                  <a:pt x="111377" y="100041"/>
                  <a:pt x="107731" y="100041"/>
                </a:cubicBezTo>
                <a:cubicBezTo>
                  <a:pt x="101931" y="100041"/>
                  <a:pt x="97142" y="98138"/>
                  <a:pt x="93364" y="94332"/>
                </a:cubicBezTo>
                <a:cubicBezTo>
                  <a:pt x="89585" y="90526"/>
                  <a:pt x="87696" y="85632"/>
                  <a:pt x="87696" y="79648"/>
                </a:cubicBezTo>
                <a:cubicBezTo>
                  <a:pt x="87696" y="72960"/>
                  <a:pt x="89772" y="67615"/>
                  <a:pt x="93924" y="63611"/>
                </a:cubicBezTo>
                <a:cubicBezTo>
                  <a:pt x="98076" y="59607"/>
                  <a:pt x="105490" y="57188"/>
                  <a:pt x="116166" y="56351"/>
                </a:cubicBezTo>
                <a:cubicBezTo>
                  <a:pt x="125173" y="55603"/>
                  <a:pt x="131192" y="54701"/>
                  <a:pt x="134224" y="53645"/>
                </a:cubicBezTo>
                <a:cubicBezTo>
                  <a:pt x="135015" y="51009"/>
                  <a:pt x="135410" y="48900"/>
                  <a:pt x="135410" y="47319"/>
                </a:cubicBezTo>
                <a:cubicBezTo>
                  <a:pt x="135410" y="45297"/>
                  <a:pt x="134597" y="43606"/>
                  <a:pt x="132972" y="42244"/>
                </a:cubicBezTo>
                <a:cubicBezTo>
                  <a:pt x="131346" y="40882"/>
                  <a:pt x="128930" y="40201"/>
                  <a:pt x="125722" y="40201"/>
                </a:cubicBezTo>
                <a:cubicBezTo>
                  <a:pt x="122339" y="40201"/>
                  <a:pt x="119670" y="40887"/>
                  <a:pt x="117715" y="42260"/>
                </a:cubicBezTo>
                <a:cubicBezTo>
                  <a:pt x="115760" y="43632"/>
                  <a:pt x="114431" y="45582"/>
                  <a:pt x="113728" y="48109"/>
                </a:cubicBezTo>
                <a:moveTo>
                  <a:pt x="131719" y="65640"/>
                </a:moveTo>
                <a:cubicBezTo>
                  <a:pt x="130577" y="65949"/>
                  <a:pt x="129061" y="66235"/>
                  <a:pt x="127172" y="66498"/>
                </a:cubicBezTo>
                <a:cubicBezTo>
                  <a:pt x="117682" y="67645"/>
                  <a:pt x="111487" y="69320"/>
                  <a:pt x="108587" y="71524"/>
                </a:cubicBezTo>
                <a:cubicBezTo>
                  <a:pt x="106522" y="73111"/>
                  <a:pt x="105490" y="75249"/>
                  <a:pt x="105490" y="77939"/>
                </a:cubicBezTo>
                <a:cubicBezTo>
                  <a:pt x="105490" y="80142"/>
                  <a:pt x="106281" y="82005"/>
                  <a:pt x="107862" y="83526"/>
                </a:cubicBezTo>
                <a:cubicBezTo>
                  <a:pt x="109444" y="85046"/>
                  <a:pt x="111531" y="85806"/>
                  <a:pt x="114123" y="85806"/>
                </a:cubicBezTo>
                <a:cubicBezTo>
                  <a:pt x="116979" y="85806"/>
                  <a:pt x="119670" y="85112"/>
                  <a:pt x="122196" y="83724"/>
                </a:cubicBezTo>
                <a:cubicBezTo>
                  <a:pt x="124723" y="82334"/>
                  <a:pt x="126612" y="80549"/>
                  <a:pt x="127864" y="78367"/>
                </a:cubicBezTo>
                <a:cubicBezTo>
                  <a:pt x="129116" y="76186"/>
                  <a:pt x="130226" y="72781"/>
                  <a:pt x="131192" y="68152"/>
                </a:cubicBezTo>
                <a:lnTo>
                  <a:pt x="131719" y="65640"/>
                </a:lnTo>
                <a:close/>
                <a:moveTo>
                  <a:pt x="176118" y="28338"/>
                </a:moveTo>
                <a:lnTo>
                  <a:pt x="193912" y="28338"/>
                </a:lnTo>
                <a:lnTo>
                  <a:pt x="192132" y="36838"/>
                </a:lnTo>
                <a:cubicBezTo>
                  <a:pt x="199074" y="30029"/>
                  <a:pt x="206367" y="26625"/>
                  <a:pt x="214012" y="26625"/>
                </a:cubicBezTo>
                <a:cubicBezTo>
                  <a:pt x="219284" y="26625"/>
                  <a:pt x="223349" y="27729"/>
                  <a:pt x="226204" y="29939"/>
                </a:cubicBezTo>
                <a:cubicBezTo>
                  <a:pt x="229060" y="32146"/>
                  <a:pt x="230883" y="35194"/>
                  <a:pt x="231674" y="39081"/>
                </a:cubicBezTo>
                <a:cubicBezTo>
                  <a:pt x="234091" y="35547"/>
                  <a:pt x="237562" y="32587"/>
                  <a:pt x="242087" y="30202"/>
                </a:cubicBezTo>
                <a:cubicBezTo>
                  <a:pt x="246612" y="27817"/>
                  <a:pt x="251313" y="26625"/>
                  <a:pt x="256190" y="26625"/>
                </a:cubicBezTo>
                <a:cubicBezTo>
                  <a:pt x="261770" y="26625"/>
                  <a:pt x="266120" y="28126"/>
                  <a:pt x="269239" y="31129"/>
                </a:cubicBezTo>
                <a:cubicBezTo>
                  <a:pt x="272359" y="34132"/>
                  <a:pt x="273918" y="38106"/>
                  <a:pt x="273918" y="43053"/>
                </a:cubicBezTo>
                <a:cubicBezTo>
                  <a:pt x="273918" y="45453"/>
                  <a:pt x="273303" y="49617"/>
                  <a:pt x="272073" y="55544"/>
                </a:cubicBezTo>
                <a:lnTo>
                  <a:pt x="263110" y="98328"/>
                </a:lnTo>
                <a:lnTo>
                  <a:pt x="244196" y="98328"/>
                </a:lnTo>
                <a:lnTo>
                  <a:pt x="253159" y="55540"/>
                </a:lnTo>
                <a:cubicBezTo>
                  <a:pt x="254257" y="50180"/>
                  <a:pt x="254806" y="47149"/>
                  <a:pt x="254806" y="46447"/>
                </a:cubicBezTo>
                <a:cubicBezTo>
                  <a:pt x="254806" y="44518"/>
                  <a:pt x="254224" y="42995"/>
                  <a:pt x="253060" y="41877"/>
                </a:cubicBezTo>
                <a:cubicBezTo>
                  <a:pt x="251896" y="40760"/>
                  <a:pt x="250149" y="40201"/>
                  <a:pt x="247821" y="40201"/>
                </a:cubicBezTo>
                <a:cubicBezTo>
                  <a:pt x="243119" y="40201"/>
                  <a:pt x="238924" y="42683"/>
                  <a:pt x="235233" y="47646"/>
                </a:cubicBezTo>
                <a:cubicBezTo>
                  <a:pt x="232553" y="51205"/>
                  <a:pt x="230268" y="57508"/>
                  <a:pt x="228379" y="66556"/>
                </a:cubicBezTo>
                <a:lnTo>
                  <a:pt x="221723" y="98328"/>
                </a:lnTo>
                <a:lnTo>
                  <a:pt x="202809" y="98328"/>
                </a:lnTo>
                <a:lnTo>
                  <a:pt x="211640" y="56018"/>
                </a:lnTo>
                <a:cubicBezTo>
                  <a:pt x="212650" y="51141"/>
                  <a:pt x="213155" y="47978"/>
                  <a:pt x="213155" y="46528"/>
                </a:cubicBezTo>
                <a:cubicBezTo>
                  <a:pt x="213155" y="44682"/>
                  <a:pt x="212529" y="43167"/>
                  <a:pt x="211277" y="41980"/>
                </a:cubicBezTo>
                <a:cubicBezTo>
                  <a:pt x="210025" y="40794"/>
                  <a:pt x="208301" y="40201"/>
                  <a:pt x="206104" y="40201"/>
                </a:cubicBezTo>
                <a:cubicBezTo>
                  <a:pt x="204039" y="40201"/>
                  <a:pt x="201908" y="40816"/>
                  <a:pt x="199711" y="42046"/>
                </a:cubicBezTo>
                <a:cubicBezTo>
                  <a:pt x="197514" y="43276"/>
                  <a:pt x="195592" y="44969"/>
                  <a:pt x="193945" y="47123"/>
                </a:cubicBezTo>
                <a:cubicBezTo>
                  <a:pt x="192297" y="49276"/>
                  <a:pt x="190880" y="52044"/>
                  <a:pt x="189694" y="55427"/>
                </a:cubicBezTo>
                <a:cubicBezTo>
                  <a:pt x="189167" y="57008"/>
                  <a:pt x="188310" y="60590"/>
                  <a:pt x="187124" y="66171"/>
                </a:cubicBezTo>
                <a:lnTo>
                  <a:pt x="180402" y="98328"/>
                </a:lnTo>
                <a:lnTo>
                  <a:pt x="161487" y="98328"/>
                </a:lnTo>
                <a:lnTo>
                  <a:pt x="176118" y="28338"/>
                </a:lnTo>
                <a:close/>
                <a:moveTo>
                  <a:pt x="296106" y="28338"/>
                </a:moveTo>
                <a:lnTo>
                  <a:pt x="314032" y="28338"/>
                </a:lnTo>
                <a:lnTo>
                  <a:pt x="312516" y="35538"/>
                </a:lnTo>
                <a:cubicBezTo>
                  <a:pt x="316338" y="32346"/>
                  <a:pt x="319919" y="30063"/>
                  <a:pt x="323258" y="28689"/>
                </a:cubicBezTo>
                <a:cubicBezTo>
                  <a:pt x="326597" y="27313"/>
                  <a:pt x="330178" y="26625"/>
                  <a:pt x="334000" y="26625"/>
                </a:cubicBezTo>
                <a:cubicBezTo>
                  <a:pt x="341338" y="26625"/>
                  <a:pt x="347236" y="29156"/>
                  <a:pt x="351695" y="34218"/>
                </a:cubicBezTo>
                <a:cubicBezTo>
                  <a:pt x="356155" y="39279"/>
                  <a:pt x="358385" y="46827"/>
                  <a:pt x="358385" y="56862"/>
                </a:cubicBezTo>
                <a:cubicBezTo>
                  <a:pt x="358385" y="69495"/>
                  <a:pt x="354540" y="80169"/>
                  <a:pt x="346851" y="88883"/>
                </a:cubicBezTo>
                <a:cubicBezTo>
                  <a:pt x="340261" y="96322"/>
                  <a:pt x="332463" y="100041"/>
                  <a:pt x="323456" y="100041"/>
                </a:cubicBezTo>
                <a:cubicBezTo>
                  <a:pt x="314185" y="100041"/>
                  <a:pt x="307178" y="96303"/>
                  <a:pt x="302433" y="88825"/>
                </a:cubicBezTo>
                <a:lnTo>
                  <a:pt x="294854" y="125084"/>
                </a:lnTo>
                <a:lnTo>
                  <a:pt x="275940" y="125084"/>
                </a:lnTo>
                <a:lnTo>
                  <a:pt x="296106" y="28338"/>
                </a:lnTo>
                <a:moveTo>
                  <a:pt x="307507" y="68457"/>
                </a:moveTo>
                <a:cubicBezTo>
                  <a:pt x="307507" y="73952"/>
                  <a:pt x="308836" y="78217"/>
                  <a:pt x="311494" y="81253"/>
                </a:cubicBezTo>
                <a:cubicBezTo>
                  <a:pt x="314152" y="84288"/>
                  <a:pt x="317283" y="85806"/>
                  <a:pt x="320886" y="85806"/>
                </a:cubicBezTo>
                <a:cubicBezTo>
                  <a:pt x="324005" y="85806"/>
                  <a:pt x="327015" y="84671"/>
                  <a:pt x="329914" y="82402"/>
                </a:cubicBezTo>
                <a:cubicBezTo>
                  <a:pt x="332814" y="80132"/>
                  <a:pt x="335220" y="76365"/>
                  <a:pt x="337131" y="71099"/>
                </a:cubicBezTo>
                <a:cubicBezTo>
                  <a:pt x="339042" y="65834"/>
                  <a:pt x="339998" y="60954"/>
                  <a:pt x="339998" y="56461"/>
                </a:cubicBezTo>
                <a:cubicBezTo>
                  <a:pt x="339998" y="51217"/>
                  <a:pt x="338745" y="47196"/>
                  <a:pt x="336241" y="44398"/>
                </a:cubicBezTo>
                <a:cubicBezTo>
                  <a:pt x="333737" y="41600"/>
                  <a:pt x="330551" y="40201"/>
                  <a:pt x="326685" y="40201"/>
                </a:cubicBezTo>
                <a:cubicBezTo>
                  <a:pt x="323082" y="40201"/>
                  <a:pt x="319798" y="41485"/>
                  <a:pt x="316833" y="44054"/>
                </a:cubicBezTo>
                <a:cubicBezTo>
                  <a:pt x="313867" y="46623"/>
                  <a:pt x="311571" y="50400"/>
                  <a:pt x="309946" y="55383"/>
                </a:cubicBezTo>
                <a:cubicBezTo>
                  <a:pt x="308320" y="60367"/>
                  <a:pt x="307507" y="64725"/>
                  <a:pt x="307507" y="68457"/>
                </a:cubicBezTo>
                <a:close/>
                <a:moveTo>
                  <a:pt x="364403" y="98328"/>
                </a:moveTo>
                <a:lnTo>
                  <a:pt x="384636" y="1713"/>
                </a:lnTo>
                <a:lnTo>
                  <a:pt x="403484" y="1713"/>
                </a:lnTo>
                <a:lnTo>
                  <a:pt x="383318" y="98328"/>
                </a:lnTo>
                <a:lnTo>
                  <a:pt x="364403" y="98328"/>
                </a:lnTo>
                <a:close/>
                <a:moveTo>
                  <a:pt x="470201" y="69198"/>
                </a:moveTo>
                <a:lnTo>
                  <a:pt x="422751" y="69198"/>
                </a:lnTo>
                <a:cubicBezTo>
                  <a:pt x="422707" y="69945"/>
                  <a:pt x="422685" y="70516"/>
                  <a:pt x="422685" y="70912"/>
                </a:cubicBezTo>
                <a:cubicBezTo>
                  <a:pt x="422685" y="75569"/>
                  <a:pt x="424014" y="79326"/>
                  <a:pt x="426672" y="82181"/>
                </a:cubicBezTo>
                <a:cubicBezTo>
                  <a:pt x="429330" y="85037"/>
                  <a:pt x="432570" y="86465"/>
                  <a:pt x="436393" y="86465"/>
                </a:cubicBezTo>
                <a:cubicBezTo>
                  <a:pt x="442675" y="86465"/>
                  <a:pt x="447574" y="83214"/>
                  <a:pt x="451089" y="76711"/>
                </a:cubicBezTo>
                <a:lnTo>
                  <a:pt x="468026" y="79611"/>
                </a:lnTo>
                <a:cubicBezTo>
                  <a:pt x="464731" y="86421"/>
                  <a:pt x="460326" y="91529"/>
                  <a:pt x="454813" y="94934"/>
                </a:cubicBezTo>
                <a:cubicBezTo>
                  <a:pt x="449299" y="98339"/>
                  <a:pt x="443115" y="100041"/>
                  <a:pt x="436261" y="100041"/>
                </a:cubicBezTo>
                <a:cubicBezTo>
                  <a:pt x="426859" y="100041"/>
                  <a:pt x="419214" y="97059"/>
                  <a:pt x="413326" y="91095"/>
                </a:cubicBezTo>
                <a:cubicBezTo>
                  <a:pt x="407439" y="85131"/>
                  <a:pt x="404495" y="77241"/>
                  <a:pt x="404495" y="67427"/>
                </a:cubicBezTo>
                <a:cubicBezTo>
                  <a:pt x="404495" y="57831"/>
                  <a:pt x="407154" y="49292"/>
                  <a:pt x="412470" y="41809"/>
                </a:cubicBezTo>
                <a:cubicBezTo>
                  <a:pt x="419719" y="31686"/>
                  <a:pt x="430066" y="26625"/>
                  <a:pt x="443510" y="26625"/>
                </a:cubicBezTo>
                <a:cubicBezTo>
                  <a:pt x="452078" y="26625"/>
                  <a:pt x="458888" y="29276"/>
                  <a:pt x="463940" y="34579"/>
                </a:cubicBezTo>
                <a:cubicBezTo>
                  <a:pt x="468993" y="39881"/>
                  <a:pt x="471519" y="47307"/>
                  <a:pt x="471519" y="56856"/>
                </a:cubicBezTo>
                <a:cubicBezTo>
                  <a:pt x="471519" y="61432"/>
                  <a:pt x="471080" y="65546"/>
                  <a:pt x="470201" y="69198"/>
                </a:cubicBezTo>
                <a:moveTo>
                  <a:pt x="454252" y="57599"/>
                </a:moveTo>
                <a:cubicBezTo>
                  <a:pt x="454296" y="56767"/>
                  <a:pt x="454318" y="56133"/>
                  <a:pt x="454318" y="55696"/>
                </a:cubicBezTo>
                <a:cubicBezTo>
                  <a:pt x="454318" y="50531"/>
                  <a:pt x="453154" y="46657"/>
                  <a:pt x="450825" y="44075"/>
                </a:cubicBezTo>
                <a:cubicBezTo>
                  <a:pt x="448497" y="41492"/>
                  <a:pt x="445377" y="40201"/>
                  <a:pt x="441467" y="40201"/>
                </a:cubicBezTo>
                <a:cubicBezTo>
                  <a:pt x="437557" y="40201"/>
                  <a:pt x="434053" y="41667"/>
                  <a:pt x="430956" y="44600"/>
                </a:cubicBezTo>
                <a:cubicBezTo>
                  <a:pt x="427858" y="47533"/>
                  <a:pt x="425760" y="51866"/>
                  <a:pt x="424662" y="57599"/>
                </a:cubicBezTo>
                <a:lnTo>
                  <a:pt x="454252" y="57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i">
            <a:extLst xmlns:a="http://schemas.openxmlformats.org/drawingml/2006/main">
              <a:ext uri="{FF2B5EF4-FFF2-40B4-BE49-F238E27FC236}">
                <a16:creationId xmlns:a16="http://schemas.microsoft.com/office/drawing/2014/main" id="{959A1A1F-9628-4DE3-8240-126B8D99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120" y="5486057"/>
            <a:ext cx="32559" cy="80492"/>
          </a:xfrm>
          <a:custGeom xmlns:a="http://schemas.openxmlformats.org/drawingml/2006/main">
            <a:pathLst>
              <a:path w="32559" h="80492">
                <a:moveTo>
                  <a:pt x="16801" y="0"/>
                </a:moveTo>
                <a:lnTo>
                  <a:pt x="32559" y="0"/>
                </a:lnTo>
                <a:lnTo>
                  <a:pt x="29594" y="14275"/>
                </a:lnTo>
                <a:lnTo>
                  <a:pt x="13836" y="14275"/>
                </a:lnTo>
                <a:lnTo>
                  <a:pt x="16801" y="0"/>
                </a:lnTo>
                <a:moveTo>
                  <a:pt x="12189" y="22182"/>
                </a:moveTo>
                <a:lnTo>
                  <a:pt x="27947" y="22182"/>
                </a:lnTo>
                <a:lnTo>
                  <a:pt x="15758" y="80492"/>
                </a:lnTo>
                <a:lnTo>
                  <a:pt x="0" y="80492"/>
                </a:lnTo>
                <a:lnTo>
                  <a:pt x="12189" y="22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]?">
            <a:extLst xmlns:a="http://schemas.openxmlformats.org/drawingml/2006/main">
              <a:ext uri="{FF2B5EF4-FFF2-40B4-BE49-F238E27FC236}">
                <a16:creationId xmlns:a16="http://schemas.microsoft.com/office/drawing/2014/main" id="{7FD7C929-40C1-46D8-B1EF-B008AC88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475" y="5433029"/>
            <a:ext cx="120735" cy="124821"/>
          </a:xfrm>
          <a:custGeom xmlns:a="http://schemas.openxmlformats.org/drawingml/2006/main">
            <a:pathLst>
              <a:path w="120735" h="124821">
                <a:moveTo>
                  <a:pt x="22803" y="15685"/>
                </a:moveTo>
                <a:lnTo>
                  <a:pt x="25768" y="1582"/>
                </a:lnTo>
                <a:lnTo>
                  <a:pt x="58127" y="1582"/>
                </a:lnTo>
                <a:lnTo>
                  <a:pt x="32358" y="124821"/>
                </a:lnTo>
                <a:lnTo>
                  <a:pt x="0" y="124821"/>
                </a:lnTo>
                <a:lnTo>
                  <a:pt x="3097" y="110058"/>
                </a:lnTo>
                <a:lnTo>
                  <a:pt x="17662" y="110058"/>
                </a:lnTo>
                <a:lnTo>
                  <a:pt x="37367" y="15685"/>
                </a:lnTo>
                <a:lnTo>
                  <a:pt x="22803" y="15685"/>
                </a:lnTo>
                <a:close/>
                <a:moveTo>
                  <a:pt x="83565" y="74339"/>
                </a:moveTo>
                <a:cubicBezTo>
                  <a:pt x="83522" y="72764"/>
                  <a:pt x="83500" y="71583"/>
                  <a:pt x="83500" y="70795"/>
                </a:cubicBezTo>
                <a:cubicBezTo>
                  <a:pt x="83500" y="66157"/>
                  <a:pt x="84159" y="62153"/>
                  <a:pt x="85477" y="58784"/>
                </a:cubicBezTo>
                <a:cubicBezTo>
                  <a:pt x="86443" y="56245"/>
                  <a:pt x="88003" y="53685"/>
                  <a:pt x="90156" y="51104"/>
                </a:cubicBezTo>
                <a:cubicBezTo>
                  <a:pt x="91737" y="49223"/>
                  <a:pt x="94582" y="46478"/>
                  <a:pt x="98690" y="42868"/>
                </a:cubicBezTo>
                <a:cubicBezTo>
                  <a:pt x="102798" y="39257"/>
                  <a:pt x="105467" y="36380"/>
                  <a:pt x="106698" y="34237"/>
                </a:cubicBezTo>
                <a:cubicBezTo>
                  <a:pt x="107928" y="32092"/>
                  <a:pt x="108543" y="29751"/>
                  <a:pt x="108543" y="27214"/>
                </a:cubicBezTo>
                <a:cubicBezTo>
                  <a:pt x="108543" y="22619"/>
                  <a:pt x="106741" y="18582"/>
                  <a:pt x="103139" y="15104"/>
                </a:cubicBezTo>
                <a:cubicBezTo>
                  <a:pt x="99536" y="11625"/>
                  <a:pt x="95121" y="9885"/>
                  <a:pt x="89892" y="9885"/>
                </a:cubicBezTo>
                <a:cubicBezTo>
                  <a:pt x="84840" y="9885"/>
                  <a:pt x="80622" y="11462"/>
                  <a:pt x="77239" y="14614"/>
                </a:cubicBezTo>
                <a:cubicBezTo>
                  <a:pt x="73856" y="17766"/>
                  <a:pt x="71637" y="22693"/>
                  <a:pt x="70583" y="29393"/>
                </a:cubicBezTo>
                <a:lnTo>
                  <a:pt x="58390" y="27943"/>
                </a:lnTo>
                <a:cubicBezTo>
                  <a:pt x="59489" y="18914"/>
                  <a:pt x="62751" y="12000"/>
                  <a:pt x="68177" y="7200"/>
                </a:cubicBezTo>
                <a:cubicBezTo>
                  <a:pt x="73603" y="2400"/>
                  <a:pt x="80776" y="0"/>
                  <a:pt x="89694" y="0"/>
                </a:cubicBezTo>
                <a:cubicBezTo>
                  <a:pt x="99141" y="0"/>
                  <a:pt x="106676" y="2566"/>
                  <a:pt x="112299" y="7698"/>
                </a:cubicBezTo>
                <a:cubicBezTo>
                  <a:pt x="117923" y="12829"/>
                  <a:pt x="120735" y="19034"/>
                  <a:pt x="120735" y="26314"/>
                </a:cubicBezTo>
                <a:cubicBezTo>
                  <a:pt x="120735" y="30525"/>
                  <a:pt x="119746" y="34407"/>
                  <a:pt x="117769" y="37960"/>
                </a:cubicBezTo>
                <a:cubicBezTo>
                  <a:pt x="115792" y="41512"/>
                  <a:pt x="111926" y="45832"/>
                  <a:pt x="106170" y="50919"/>
                </a:cubicBezTo>
                <a:cubicBezTo>
                  <a:pt x="102304" y="54340"/>
                  <a:pt x="99778" y="56862"/>
                  <a:pt x="98591" y="58485"/>
                </a:cubicBezTo>
                <a:cubicBezTo>
                  <a:pt x="97405" y="60108"/>
                  <a:pt x="96526" y="61972"/>
                  <a:pt x="95955" y="64077"/>
                </a:cubicBezTo>
                <a:cubicBezTo>
                  <a:pt x="95384" y="66181"/>
                  <a:pt x="95055" y="69602"/>
                  <a:pt x="94967" y="74339"/>
                </a:cubicBezTo>
                <a:lnTo>
                  <a:pt x="83565" y="74339"/>
                </a:lnTo>
                <a:moveTo>
                  <a:pt x="82841" y="98196"/>
                </a:moveTo>
                <a:lnTo>
                  <a:pt x="82841" y="84620"/>
                </a:lnTo>
                <a:lnTo>
                  <a:pt x="96351" y="84620"/>
                </a:lnTo>
                <a:lnTo>
                  <a:pt x="96351" y="98196"/>
                </a:lnTo>
                <a:lnTo>
                  <a:pt x="82841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892118f554934"/>
          <a:stretch xmlns:a="http://schemas.openxmlformats.org/drawingml/2006/main"/>
        </p:blipFill>
        <p:spPr>
          <a:xfrm xmlns:a="http://schemas.openxmlformats.org/drawingml/2006/main">
            <a:off x="142229" y="5349859"/>
            <a:ext cx="295247" cy="295247"/>
          </a:xfrm>
          <a:prstGeom xmlns:a="http://schemas.openxmlformats.org/drawingml/2006/main" prst="rect">
            <a:avLst/>
          </a:prstGeom>
        </p:spPr>
      </p:pic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682fd7cdb436f"/>
          <a:stretch xmlns:a="http://schemas.openxmlformats.org/drawingml/2006/main"/>
        </p:blipFill>
        <p:spPr>
          <a:xfrm xmlns:a="http://schemas.openxmlformats.org/drawingml/2006/main">
            <a:off x="494030" y="5733679"/>
            <a:ext cx="2687516" cy="506137"/>
          </a:xfrm>
          <a:prstGeom xmlns:a="http://schemas.openxmlformats.org/drawingml/2006/main" prst="rect">
            <a:avLst/>
          </a:prstGeom>
        </p:spPr>
      </p:pic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7F3D3-1773-496B-B10C-FAC0B39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7" y="5733679"/>
            <a:ext cx="2690962" cy="506137"/>
          </a:xfrm>
          <a:custGeom xmlns:a="http://schemas.openxmlformats.org/drawingml/2006/main">
            <a:pathLst>
              <a:path w="2690962" h="506137" fill="none">
                <a:moveTo>
                  <a:pt x="75921" y="0"/>
                </a:moveTo>
                <a:lnTo>
                  <a:pt x="2615041" y="0"/>
                </a:lnTo>
                <a:cubicBezTo>
                  <a:pt x="2620026" y="0"/>
                  <a:pt x="2624963" y="486"/>
                  <a:pt x="2629852" y="1459"/>
                </a:cubicBezTo>
                <a:cubicBezTo>
                  <a:pt x="2634742" y="2431"/>
                  <a:pt x="2639489" y="3872"/>
                  <a:pt x="2644094" y="5779"/>
                </a:cubicBezTo>
                <a:cubicBezTo>
                  <a:pt x="2648700" y="7687"/>
                  <a:pt x="2653075" y="10026"/>
                  <a:pt x="2657220" y="12795"/>
                </a:cubicBezTo>
                <a:cubicBezTo>
                  <a:pt x="2661365" y="15565"/>
                  <a:pt x="2665200" y="18712"/>
                  <a:pt x="2668725" y="22237"/>
                </a:cubicBezTo>
                <a:cubicBezTo>
                  <a:pt x="2672250" y="25762"/>
                  <a:pt x="2675397" y="29597"/>
                  <a:pt x="2678167" y="33742"/>
                </a:cubicBezTo>
                <a:cubicBezTo>
                  <a:pt x="2680936" y="37886"/>
                  <a:pt x="2683275" y="42262"/>
                  <a:pt x="2685183" y="46867"/>
                </a:cubicBezTo>
                <a:cubicBezTo>
                  <a:pt x="2687090" y="51473"/>
                  <a:pt x="2688530" y="56220"/>
                  <a:pt x="2689503" y="61109"/>
                </a:cubicBezTo>
                <a:cubicBezTo>
                  <a:pt x="2690475" y="65999"/>
                  <a:pt x="2690962" y="70936"/>
                  <a:pt x="2690962" y="75921"/>
                </a:cubicBezTo>
                <a:lnTo>
                  <a:pt x="2690962" y="430216"/>
                </a:lnTo>
                <a:cubicBezTo>
                  <a:pt x="2690962" y="435202"/>
                  <a:pt x="2690475" y="440139"/>
                  <a:pt x="2689503" y="445028"/>
                </a:cubicBezTo>
                <a:cubicBezTo>
                  <a:pt x="2688530" y="449917"/>
                  <a:pt x="2687090" y="454665"/>
                  <a:pt x="2685183" y="459270"/>
                </a:cubicBezTo>
                <a:cubicBezTo>
                  <a:pt x="2683275" y="463876"/>
                  <a:pt x="2680936" y="468251"/>
                  <a:pt x="2678167" y="472396"/>
                </a:cubicBezTo>
                <a:cubicBezTo>
                  <a:pt x="2675397" y="476541"/>
                  <a:pt x="2672250" y="480376"/>
                  <a:pt x="2668725" y="483900"/>
                </a:cubicBezTo>
                <a:cubicBezTo>
                  <a:pt x="2665200" y="487426"/>
                  <a:pt x="2661365" y="490573"/>
                  <a:pt x="2657220" y="493342"/>
                </a:cubicBezTo>
                <a:cubicBezTo>
                  <a:pt x="2653075" y="496112"/>
                  <a:pt x="2648700" y="498450"/>
                  <a:pt x="2644094" y="500358"/>
                </a:cubicBezTo>
                <a:cubicBezTo>
                  <a:pt x="2639489" y="502266"/>
                  <a:pt x="2634742" y="503706"/>
                  <a:pt x="2629852" y="504678"/>
                </a:cubicBezTo>
                <a:cubicBezTo>
                  <a:pt x="2624963" y="505651"/>
                  <a:pt x="2620026" y="506137"/>
                  <a:pt x="2615041" y="506137"/>
                </a:cubicBezTo>
                <a:lnTo>
                  <a:pt x="75921" y="506137"/>
                </a:lnTo>
                <a:cubicBezTo>
                  <a:pt x="70936" y="506137"/>
                  <a:pt x="65998" y="505651"/>
                  <a:pt x="61109" y="504678"/>
                </a:cubicBezTo>
                <a:cubicBezTo>
                  <a:pt x="56220" y="503706"/>
                  <a:pt x="51473" y="502266"/>
                  <a:pt x="46867" y="500358"/>
                </a:cubicBezTo>
                <a:cubicBezTo>
                  <a:pt x="42261" y="498450"/>
                  <a:pt x="37886" y="496112"/>
                  <a:pt x="33741" y="493342"/>
                </a:cubicBezTo>
                <a:cubicBezTo>
                  <a:pt x="29596" y="490573"/>
                  <a:pt x="25762" y="487426"/>
                  <a:pt x="22237" y="483900"/>
                </a:cubicBezTo>
                <a:cubicBezTo>
                  <a:pt x="18712" y="480376"/>
                  <a:pt x="15564" y="476541"/>
                  <a:pt x="12795" y="472396"/>
                </a:cubicBezTo>
                <a:cubicBezTo>
                  <a:pt x="10025" y="468251"/>
                  <a:pt x="7687" y="463876"/>
                  <a:pt x="5779" y="459270"/>
                </a:cubicBezTo>
                <a:cubicBezTo>
                  <a:pt x="3871" y="454665"/>
                  <a:pt x="2431" y="449917"/>
                  <a:pt x="1459" y="445028"/>
                </a:cubicBezTo>
                <a:cubicBezTo>
                  <a:pt x="486" y="440139"/>
                  <a:pt x="0" y="435202"/>
                  <a:pt x="0" y="430216"/>
                </a:cubicBezTo>
                <a:lnTo>
                  <a:pt x="0" y="75921"/>
                </a:lnTo>
                <a:cubicBezTo>
                  <a:pt x="0" y="70936"/>
                  <a:pt x="486" y="65999"/>
                  <a:pt x="1459" y="61109"/>
                </a:cubicBezTo>
                <a:cubicBezTo>
                  <a:pt x="2431" y="56220"/>
                  <a:pt x="3871" y="51473"/>
                  <a:pt x="5779" y="46867"/>
                </a:cubicBezTo>
                <a:cubicBezTo>
                  <a:pt x="7687" y="42262"/>
                  <a:pt x="10025" y="37886"/>
                  <a:pt x="12795" y="33742"/>
                </a:cubicBezTo>
                <a:cubicBezTo>
                  <a:pt x="15564" y="29597"/>
                  <a:pt x="18712" y="25762"/>
                  <a:pt x="22237" y="22237"/>
                </a:cubicBezTo>
                <a:cubicBezTo>
                  <a:pt x="25762" y="18712"/>
                  <a:pt x="29596" y="15565"/>
                  <a:pt x="33741" y="12795"/>
                </a:cubicBezTo>
                <a:cubicBezTo>
                  <a:pt x="37886" y="10026"/>
                  <a:pt x="42261" y="7687"/>
                  <a:pt x="46867" y="5779"/>
                </a:cubicBezTo>
                <a:cubicBezTo>
                  <a:pt x="51473" y="3872"/>
                  <a:pt x="56220" y="2432"/>
                  <a:pt x="61109" y="1459"/>
                </a:cubicBezTo>
                <a:cubicBezTo>
                  <a:pt x="65998" y="486"/>
                  <a:pt x="70936" y="0"/>
                  <a:pt x="759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666666"/>
            </a:solidFill>
            <a:miter/>
          </a:ln>
        </p:spPr>
      </p:sp>
      <p:sp>
        <p:nvSpPr>
          <p:cNvPr id="101" name="Text LargeLanguageModelJudge">
            <a:extLst xmlns:a="http://schemas.openxmlformats.org/drawingml/2006/main">
              <a:ext uri="{FF2B5EF4-FFF2-40B4-BE49-F238E27FC236}">
                <a16:creationId xmlns:a16="http://schemas.microsoft.com/office/drawing/2014/main" id="{16466644-8417-441F-998E-2155BC5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95" y="5933466"/>
            <a:ext cx="2361872" cy="156355"/>
          </a:xfrm>
          <a:custGeom xmlns:a="http://schemas.openxmlformats.org/drawingml/2006/main">
            <a:pathLst>
              <a:path w="2361872" h="156355">
                <a:moveTo>
                  <a:pt x="0" y="120768"/>
                </a:moveTo>
                <a:lnTo>
                  <a:pt x="0" y="989"/>
                </a:lnTo>
                <a:lnTo>
                  <a:pt x="24384" y="989"/>
                </a:lnTo>
                <a:lnTo>
                  <a:pt x="24384" y="100338"/>
                </a:lnTo>
                <a:lnTo>
                  <a:pt x="85015" y="100338"/>
                </a:lnTo>
                <a:lnTo>
                  <a:pt x="85015" y="120768"/>
                </a:lnTo>
                <a:lnTo>
                  <a:pt x="0" y="120768"/>
                </a:lnTo>
                <a:close/>
                <a:moveTo>
                  <a:pt x="119559" y="60301"/>
                </a:moveTo>
                <a:lnTo>
                  <a:pt x="98552" y="56512"/>
                </a:lnTo>
                <a:cubicBezTo>
                  <a:pt x="100914" y="47943"/>
                  <a:pt x="104978" y="41600"/>
                  <a:pt x="110744" y="37482"/>
                </a:cubicBezTo>
                <a:cubicBezTo>
                  <a:pt x="116511" y="33364"/>
                  <a:pt x="125078" y="31304"/>
                  <a:pt x="136447" y="31304"/>
                </a:cubicBezTo>
                <a:cubicBezTo>
                  <a:pt x="146772" y="31304"/>
                  <a:pt x="154460" y="32526"/>
                  <a:pt x="159513" y="34970"/>
                </a:cubicBezTo>
                <a:cubicBezTo>
                  <a:pt x="164565" y="37414"/>
                  <a:pt x="168121" y="40517"/>
                  <a:pt x="170181" y="44279"/>
                </a:cubicBezTo>
                <a:cubicBezTo>
                  <a:pt x="172240" y="48041"/>
                  <a:pt x="173270" y="54947"/>
                  <a:pt x="173270" y="64997"/>
                </a:cubicBezTo>
                <a:lnTo>
                  <a:pt x="173023" y="92017"/>
                </a:lnTo>
                <a:cubicBezTo>
                  <a:pt x="173023" y="99706"/>
                  <a:pt x="173394" y="105377"/>
                  <a:pt x="174135" y="109029"/>
                </a:cubicBezTo>
                <a:cubicBezTo>
                  <a:pt x="174877" y="112681"/>
                  <a:pt x="176263" y="116594"/>
                  <a:pt x="178295" y="120768"/>
                </a:cubicBezTo>
                <a:lnTo>
                  <a:pt x="155394" y="120768"/>
                </a:lnTo>
                <a:cubicBezTo>
                  <a:pt x="154790" y="119230"/>
                  <a:pt x="154048" y="116951"/>
                  <a:pt x="153170" y="113930"/>
                </a:cubicBezTo>
                <a:cubicBezTo>
                  <a:pt x="152785" y="112557"/>
                  <a:pt x="152511" y="111651"/>
                  <a:pt x="152346" y="111212"/>
                </a:cubicBezTo>
                <a:cubicBezTo>
                  <a:pt x="148392" y="115056"/>
                  <a:pt x="144163" y="117939"/>
                  <a:pt x="139660" y="119862"/>
                </a:cubicBezTo>
                <a:cubicBezTo>
                  <a:pt x="135156" y="121784"/>
                  <a:pt x="130351" y="122745"/>
                  <a:pt x="125243" y="122745"/>
                </a:cubicBezTo>
                <a:cubicBezTo>
                  <a:pt x="116236" y="122745"/>
                  <a:pt x="109138" y="120311"/>
                  <a:pt x="103948" y="115444"/>
                </a:cubicBezTo>
                <a:cubicBezTo>
                  <a:pt x="98758" y="110577"/>
                  <a:pt x="96163" y="104424"/>
                  <a:pt x="96163" y="96986"/>
                </a:cubicBezTo>
                <a:cubicBezTo>
                  <a:pt x="96163" y="92064"/>
                  <a:pt x="97344" y="87675"/>
                  <a:pt x="99706" y="83821"/>
                </a:cubicBezTo>
                <a:cubicBezTo>
                  <a:pt x="102067" y="79964"/>
                  <a:pt x="105376" y="77011"/>
                  <a:pt x="109632" y="74960"/>
                </a:cubicBezTo>
                <a:cubicBezTo>
                  <a:pt x="113889" y="72909"/>
                  <a:pt x="120026" y="71118"/>
                  <a:pt x="128044" y="69587"/>
                </a:cubicBezTo>
                <a:cubicBezTo>
                  <a:pt x="138863" y="67564"/>
                  <a:pt x="146360" y="65677"/>
                  <a:pt x="150534" y="63926"/>
                </a:cubicBezTo>
                <a:lnTo>
                  <a:pt x="150534" y="61594"/>
                </a:lnTo>
                <a:cubicBezTo>
                  <a:pt x="150534" y="57096"/>
                  <a:pt x="149435" y="53889"/>
                  <a:pt x="147238" y="51973"/>
                </a:cubicBezTo>
                <a:cubicBezTo>
                  <a:pt x="145042" y="50056"/>
                  <a:pt x="140895" y="49098"/>
                  <a:pt x="134799" y="49098"/>
                </a:cubicBezTo>
                <a:cubicBezTo>
                  <a:pt x="130680" y="49098"/>
                  <a:pt x="127467" y="49927"/>
                  <a:pt x="125161" y="51585"/>
                </a:cubicBezTo>
                <a:cubicBezTo>
                  <a:pt x="122854" y="53241"/>
                  <a:pt x="120987" y="56146"/>
                  <a:pt x="119559" y="60301"/>
                </a:cubicBezTo>
                <a:moveTo>
                  <a:pt x="150534" y="79084"/>
                </a:moveTo>
                <a:cubicBezTo>
                  <a:pt x="147568" y="80060"/>
                  <a:pt x="142872" y="81227"/>
                  <a:pt x="136447" y="82585"/>
                </a:cubicBezTo>
                <a:cubicBezTo>
                  <a:pt x="130021" y="83941"/>
                  <a:pt x="125820" y="85270"/>
                  <a:pt x="123843" y="86573"/>
                </a:cubicBezTo>
                <a:cubicBezTo>
                  <a:pt x="120822" y="88689"/>
                  <a:pt x="119312" y="91375"/>
                  <a:pt x="119312" y="94630"/>
                </a:cubicBezTo>
                <a:cubicBezTo>
                  <a:pt x="119312" y="97833"/>
                  <a:pt x="120520" y="100601"/>
                  <a:pt x="122937" y="102935"/>
                </a:cubicBezTo>
                <a:cubicBezTo>
                  <a:pt x="125353" y="105268"/>
                  <a:pt x="128428" y="106434"/>
                  <a:pt x="132163" y="106434"/>
                </a:cubicBezTo>
                <a:cubicBezTo>
                  <a:pt x="136337" y="106434"/>
                  <a:pt x="140319" y="105077"/>
                  <a:pt x="144108" y="102364"/>
                </a:cubicBezTo>
                <a:cubicBezTo>
                  <a:pt x="146909" y="100303"/>
                  <a:pt x="148749" y="97779"/>
                  <a:pt x="149627" y="94793"/>
                </a:cubicBezTo>
                <a:cubicBezTo>
                  <a:pt x="150231" y="92839"/>
                  <a:pt x="150534" y="89123"/>
                  <a:pt x="150534" y="83643"/>
                </a:cubicBezTo>
                <a:lnTo>
                  <a:pt x="150534" y="79084"/>
                </a:lnTo>
                <a:close/>
                <a:moveTo>
                  <a:pt x="218224" y="120768"/>
                </a:moveTo>
                <a:lnTo>
                  <a:pt x="195075" y="120768"/>
                </a:lnTo>
                <a:lnTo>
                  <a:pt x="195075" y="33281"/>
                </a:lnTo>
                <a:lnTo>
                  <a:pt x="216576" y="33281"/>
                </a:lnTo>
                <a:lnTo>
                  <a:pt x="216576" y="45720"/>
                </a:lnTo>
                <a:cubicBezTo>
                  <a:pt x="220256" y="39844"/>
                  <a:pt x="223564" y="35972"/>
                  <a:pt x="226503" y="34105"/>
                </a:cubicBezTo>
                <a:cubicBezTo>
                  <a:pt x="229441" y="32238"/>
                  <a:pt x="232777" y="31304"/>
                  <a:pt x="236512" y="31304"/>
                </a:cubicBezTo>
                <a:cubicBezTo>
                  <a:pt x="241784" y="31304"/>
                  <a:pt x="246864" y="32759"/>
                  <a:pt x="251752" y="35670"/>
                </a:cubicBezTo>
                <a:lnTo>
                  <a:pt x="244585" y="55853"/>
                </a:lnTo>
                <a:cubicBezTo>
                  <a:pt x="240686" y="53327"/>
                  <a:pt x="237061" y="52064"/>
                  <a:pt x="233711" y="52064"/>
                </a:cubicBezTo>
                <a:cubicBezTo>
                  <a:pt x="230471" y="52064"/>
                  <a:pt x="227725" y="52956"/>
                  <a:pt x="225473" y="54741"/>
                </a:cubicBezTo>
                <a:cubicBezTo>
                  <a:pt x="223221" y="56526"/>
                  <a:pt x="221450" y="59752"/>
                  <a:pt x="220159" y="64420"/>
                </a:cubicBezTo>
                <a:cubicBezTo>
                  <a:pt x="218869" y="69089"/>
                  <a:pt x="218224" y="78864"/>
                  <a:pt x="218224" y="93747"/>
                </a:cubicBezTo>
                <a:lnTo>
                  <a:pt x="218224" y="120768"/>
                </a:lnTo>
                <a:close/>
                <a:moveTo>
                  <a:pt x="259551" y="126369"/>
                </a:moveTo>
                <a:lnTo>
                  <a:pt x="285994" y="129665"/>
                </a:lnTo>
                <a:cubicBezTo>
                  <a:pt x="286434" y="132769"/>
                  <a:pt x="287450" y="134903"/>
                  <a:pt x="289042" y="136067"/>
                </a:cubicBezTo>
                <a:cubicBezTo>
                  <a:pt x="291239" y="137730"/>
                  <a:pt x="294699" y="138562"/>
                  <a:pt x="299422" y="138562"/>
                </a:cubicBezTo>
                <a:cubicBezTo>
                  <a:pt x="305463" y="138562"/>
                  <a:pt x="309994" y="137649"/>
                  <a:pt x="313015" y="135822"/>
                </a:cubicBezTo>
                <a:cubicBezTo>
                  <a:pt x="315047" y="134606"/>
                  <a:pt x="316585" y="132642"/>
                  <a:pt x="317628" y="129932"/>
                </a:cubicBezTo>
                <a:cubicBezTo>
                  <a:pt x="318342" y="127996"/>
                  <a:pt x="318699" y="124429"/>
                  <a:pt x="318699" y="119231"/>
                </a:cubicBezTo>
                <a:lnTo>
                  <a:pt x="318699" y="106369"/>
                </a:lnTo>
                <a:cubicBezTo>
                  <a:pt x="311779" y="115968"/>
                  <a:pt x="303047" y="120768"/>
                  <a:pt x="292502" y="120768"/>
                </a:cubicBezTo>
                <a:cubicBezTo>
                  <a:pt x="280750" y="120768"/>
                  <a:pt x="271441" y="115798"/>
                  <a:pt x="264576" y="105857"/>
                </a:cubicBezTo>
                <a:cubicBezTo>
                  <a:pt x="259194" y="98004"/>
                  <a:pt x="256503" y="88228"/>
                  <a:pt x="256503" y="76530"/>
                </a:cubicBezTo>
                <a:cubicBezTo>
                  <a:pt x="256503" y="61867"/>
                  <a:pt x="260031" y="50663"/>
                  <a:pt x="267088" y="42919"/>
                </a:cubicBezTo>
                <a:cubicBezTo>
                  <a:pt x="274146" y="35176"/>
                  <a:pt x="282919" y="31304"/>
                  <a:pt x="293409" y="31304"/>
                </a:cubicBezTo>
                <a:cubicBezTo>
                  <a:pt x="304228" y="31304"/>
                  <a:pt x="313152" y="36077"/>
                  <a:pt x="320182" y="45623"/>
                </a:cubicBezTo>
                <a:lnTo>
                  <a:pt x="320182" y="33281"/>
                </a:lnTo>
                <a:lnTo>
                  <a:pt x="341847" y="33281"/>
                </a:lnTo>
                <a:lnTo>
                  <a:pt x="341847" y="111840"/>
                </a:lnTo>
                <a:cubicBezTo>
                  <a:pt x="341847" y="122172"/>
                  <a:pt x="340996" y="129893"/>
                  <a:pt x="339294" y="135004"/>
                </a:cubicBezTo>
                <a:cubicBezTo>
                  <a:pt x="337591" y="140115"/>
                  <a:pt x="335202" y="144126"/>
                  <a:pt x="332127" y="147039"/>
                </a:cubicBezTo>
                <a:cubicBezTo>
                  <a:pt x="329051" y="149953"/>
                  <a:pt x="324946" y="152234"/>
                  <a:pt x="319811" y="153882"/>
                </a:cubicBezTo>
                <a:cubicBezTo>
                  <a:pt x="314676" y="155531"/>
                  <a:pt x="308182" y="156355"/>
                  <a:pt x="300328" y="156355"/>
                </a:cubicBezTo>
                <a:cubicBezTo>
                  <a:pt x="285500" y="156355"/>
                  <a:pt x="274983" y="153794"/>
                  <a:pt x="268777" y="148671"/>
                </a:cubicBezTo>
                <a:cubicBezTo>
                  <a:pt x="262571" y="143550"/>
                  <a:pt x="259468" y="137057"/>
                  <a:pt x="259468" y="129194"/>
                </a:cubicBezTo>
                <a:cubicBezTo>
                  <a:pt x="259468" y="128418"/>
                  <a:pt x="259496" y="127476"/>
                  <a:pt x="259551" y="126369"/>
                </a:cubicBezTo>
                <a:moveTo>
                  <a:pt x="280228" y="75212"/>
                </a:moveTo>
                <a:cubicBezTo>
                  <a:pt x="280228" y="84466"/>
                  <a:pt x="282026" y="91242"/>
                  <a:pt x="285624" y="95539"/>
                </a:cubicBezTo>
                <a:cubicBezTo>
                  <a:pt x="289221" y="99837"/>
                  <a:pt x="293656" y="101985"/>
                  <a:pt x="298928" y="101985"/>
                </a:cubicBezTo>
                <a:cubicBezTo>
                  <a:pt x="304585" y="101985"/>
                  <a:pt x="309363" y="99782"/>
                  <a:pt x="313262" y="95374"/>
                </a:cubicBezTo>
                <a:cubicBezTo>
                  <a:pt x="317161" y="90967"/>
                  <a:pt x="319111" y="84439"/>
                  <a:pt x="319111" y="75789"/>
                </a:cubicBezTo>
                <a:cubicBezTo>
                  <a:pt x="319111" y="66754"/>
                  <a:pt x="317244" y="60047"/>
                  <a:pt x="313509" y="55668"/>
                </a:cubicBezTo>
                <a:cubicBezTo>
                  <a:pt x="309775" y="51288"/>
                  <a:pt x="305051" y="49098"/>
                  <a:pt x="299340" y="49098"/>
                </a:cubicBezTo>
                <a:cubicBezTo>
                  <a:pt x="293793" y="49098"/>
                  <a:pt x="289221" y="51247"/>
                  <a:pt x="285624" y="55544"/>
                </a:cubicBezTo>
                <a:cubicBezTo>
                  <a:pt x="282026" y="59842"/>
                  <a:pt x="280228" y="66398"/>
                  <a:pt x="280228" y="75212"/>
                </a:cubicBezTo>
                <a:close/>
                <a:moveTo>
                  <a:pt x="415439" y="92924"/>
                </a:moveTo>
                <a:lnTo>
                  <a:pt x="438505" y="96878"/>
                </a:lnTo>
                <a:cubicBezTo>
                  <a:pt x="435539" y="105308"/>
                  <a:pt x="430857" y="111727"/>
                  <a:pt x="424459" y="116134"/>
                </a:cubicBezTo>
                <a:cubicBezTo>
                  <a:pt x="418061" y="120541"/>
                  <a:pt x="410057" y="122745"/>
                  <a:pt x="400446" y="122745"/>
                </a:cubicBezTo>
                <a:cubicBezTo>
                  <a:pt x="385233" y="122745"/>
                  <a:pt x="373975" y="117775"/>
                  <a:pt x="366670" y="107834"/>
                </a:cubicBezTo>
                <a:cubicBezTo>
                  <a:pt x="360904" y="99871"/>
                  <a:pt x="358021" y="89821"/>
                  <a:pt x="358021" y="77683"/>
                </a:cubicBezTo>
                <a:cubicBezTo>
                  <a:pt x="358021" y="63185"/>
                  <a:pt x="361810" y="51830"/>
                  <a:pt x="369389" y="43620"/>
                </a:cubicBezTo>
                <a:cubicBezTo>
                  <a:pt x="376968" y="35409"/>
                  <a:pt x="386551" y="31304"/>
                  <a:pt x="398139" y="31304"/>
                </a:cubicBezTo>
                <a:cubicBezTo>
                  <a:pt x="411155" y="31304"/>
                  <a:pt x="421425" y="35601"/>
                  <a:pt x="428949" y="44196"/>
                </a:cubicBezTo>
                <a:cubicBezTo>
                  <a:pt x="436473" y="52791"/>
                  <a:pt x="440070" y="65958"/>
                  <a:pt x="439741" y="83697"/>
                </a:cubicBezTo>
                <a:lnTo>
                  <a:pt x="381746" y="83697"/>
                </a:lnTo>
                <a:cubicBezTo>
                  <a:pt x="381911" y="90562"/>
                  <a:pt x="383778" y="95903"/>
                  <a:pt x="387348" y="99720"/>
                </a:cubicBezTo>
                <a:cubicBezTo>
                  <a:pt x="390917" y="103537"/>
                  <a:pt x="395366" y="105445"/>
                  <a:pt x="400693" y="105445"/>
                </a:cubicBezTo>
                <a:cubicBezTo>
                  <a:pt x="404318" y="105445"/>
                  <a:pt x="407366" y="104457"/>
                  <a:pt x="409837" y="102480"/>
                </a:cubicBezTo>
                <a:cubicBezTo>
                  <a:pt x="412308" y="100502"/>
                  <a:pt x="414176" y="97317"/>
                  <a:pt x="415439" y="92924"/>
                </a:cubicBezTo>
                <a:moveTo>
                  <a:pt x="416757" y="69528"/>
                </a:moveTo>
                <a:cubicBezTo>
                  <a:pt x="416592" y="62855"/>
                  <a:pt x="414862" y="57782"/>
                  <a:pt x="411567" y="54308"/>
                </a:cubicBezTo>
                <a:cubicBezTo>
                  <a:pt x="408272" y="50835"/>
                  <a:pt x="404263" y="49098"/>
                  <a:pt x="399540" y="49098"/>
                </a:cubicBezTo>
                <a:cubicBezTo>
                  <a:pt x="394487" y="49098"/>
                  <a:pt x="390313" y="50930"/>
                  <a:pt x="387018" y="54594"/>
                </a:cubicBezTo>
                <a:cubicBezTo>
                  <a:pt x="383723" y="58260"/>
                  <a:pt x="382103" y="63238"/>
                  <a:pt x="382158" y="69528"/>
                </a:cubicBezTo>
                <a:lnTo>
                  <a:pt x="416757" y="69528"/>
                </a:lnTo>
                <a:close/>
                <a:moveTo>
                  <a:pt x="506306" y="120768"/>
                </a:moveTo>
                <a:lnTo>
                  <a:pt x="506306" y="989"/>
                </a:lnTo>
                <a:lnTo>
                  <a:pt x="530690" y="989"/>
                </a:lnTo>
                <a:lnTo>
                  <a:pt x="530690" y="100338"/>
                </a:lnTo>
                <a:lnTo>
                  <a:pt x="591321" y="100338"/>
                </a:lnTo>
                <a:lnTo>
                  <a:pt x="591321" y="120768"/>
                </a:lnTo>
                <a:lnTo>
                  <a:pt x="506306" y="120768"/>
                </a:lnTo>
                <a:close/>
                <a:moveTo>
                  <a:pt x="625865" y="60301"/>
                </a:moveTo>
                <a:lnTo>
                  <a:pt x="604858" y="56512"/>
                </a:lnTo>
                <a:cubicBezTo>
                  <a:pt x="607220" y="47943"/>
                  <a:pt x="611284" y="41600"/>
                  <a:pt x="617050" y="37482"/>
                </a:cubicBezTo>
                <a:cubicBezTo>
                  <a:pt x="622817" y="33364"/>
                  <a:pt x="631384" y="31304"/>
                  <a:pt x="642752" y="31304"/>
                </a:cubicBezTo>
                <a:cubicBezTo>
                  <a:pt x="653077" y="31304"/>
                  <a:pt x="660766" y="32526"/>
                  <a:pt x="665819" y="34970"/>
                </a:cubicBezTo>
                <a:cubicBezTo>
                  <a:pt x="670871" y="37414"/>
                  <a:pt x="674427" y="40517"/>
                  <a:pt x="676487" y="44279"/>
                </a:cubicBezTo>
                <a:cubicBezTo>
                  <a:pt x="678546" y="48041"/>
                  <a:pt x="679576" y="54947"/>
                  <a:pt x="679576" y="64997"/>
                </a:cubicBezTo>
                <a:lnTo>
                  <a:pt x="679329" y="92017"/>
                </a:lnTo>
                <a:cubicBezTo>
                  <a:pt x="679329" y="99706"/>
                  <a:pt x="679699" y="105377"/>
                  <a:pt x="680441" y="109029"/>
                </a:cubicBezTo>
                <a:cubicBezTo>
                  <a:pt x="681182" y="112681"/>
                  <a:pt x="682569" y="116594"/>
                  <a:pt x="684601" y="120768"/>
                </a:cubicBezTo>
                <a:lnTo>
                  <a:pt x="661700" y="120768"/>
                </a:lnTo>
                <a:cubicBezTo>
                  <a:pt x="661096" y="119230"/>
                  <a:pt x="660354" y="116951"/>
                  <a:pt x="659475" y="113930"/>
                </a:cubicBezTo>
                <a:cubicBezTo>
                  <a:pt x="659091" y="112557"/>
                  <a:pt x="658816" y="111651"/>
                  <a:pt x="658652" y="111212"/>
                </a:cubicBezTo>
                <a:cubicBezTo>
                  <a:pt x="654697" y="115056"/>
                  <a:pt x="650469" y="117939"/>
                  <a:pt x="645965" y="119862"/>
                </a:cubicBezTo>
                <a:cubicBezTo>
                  <a:pt x="641462" y="121784"/>
                  <a:pt x="636656" y="122745"/>
                  <a:pt x="631549" y="122745"/>
                </a:cubicBezTo>
                <a:cubicBezTo>
                  <a:pt x="622542" y="122745"/>
                  <a:pt x="615444" y="120311"/>
                  <a:pt x="610254" y="115444"/>
                </a:cubicBezTo>
                <a:cubicBezTo>
                  <a:pt x="605064" y="110577"/>
                  <a:pt x="602469" y="104424"/>
                  <a:pt x="602469" y="96986"/>
                </a:cubicBezTo>
                <a:cubicBezTo>
                  <a:pt x="602469" y="92064"/>
                  <a:pt x="603650" y="87675"/>
                  <a:pt x="606011" y="83821"/>
                </a:cubicBezTo>
                <a:cubicBezTo>
                  <a:pt x="608373" y="79964"/>
                  <a:pt x="611682" y="77011"/>
                  <a:pt x="615938" y="74960"/>
                </a:cubicBezTo>
                <a:cubicBezTo>
                  <a:pt x="620194" y="72909"/>
                  <a:pt x="626332" y="71118"/>
                  <a:pt x="634350" y="69587"/>
                </a:cubicBezTo>
                <a:cubicBezTo>
                  <a:pt x="645169" y="67564"/>
                  <a:pt x="652665" y="65677"/>
                  <a:pt x="656839" y="63926"/>
                </a:cubicBezTo>
                <a:lnTo>
                  <a:pt x="656839" y="61594"/>
                </a:lnTo>
                <a:cubicBezTo>
                  <a:pt x="656839" y="57096"/>
                  <a:pt x="655741" y="53889"/>
                  <a:pt x="653544" y="51973"/>
                </a:cubicBezTo>
                <a:cubicBezTo>
                  <a:pt x="651347" y="50056"/>
                  <a:pt x="647201" y="49098"/>
                  <a:pt x="641105" y="49098"/>
                </a:cubicBezTo>
                <a:cubicBezTo>
                  <a:pt x="636986" y="49098"/>
                  <a:pt x="633773" y="49927"/>
                  <a:pt x="631466" y="51585"/>
                </a:cubicBezTo>
                <a:cubicBezTo>
                  <a:pt x="629160" y="53241"/>
                  <a:pt x="627293" y="56146"/>
                  <a:pt x="625865" y="60301"/>
                </a:cubicBezTo>
                <a:moveTo>
                  <a:pt x="656839" y="79084"/>
                </a:moveTo>
                <a:cubicBezTo>
                  <a:pt x="653874" y="80060"/>
                  <a:pt x="649178" y="81227"/>
                  <a:pt x="642752" y="82585"/>
                </a:cubicBezTo>
                <a:cubicBezTo>
                  <a:pt x="636327" y="83941"/>
                  <a:pt x="632126" y="85270"/>
                  <a:pt x="630148" y="86573"/>
                </a:cubicBezTo>
                <a:cubicBezTo>
                  <a:pt x="627128" y="88689"/>
                  <a:pt x="625618" y="91375"/>
                  <a:pt x="625618" y="94630"/>
                </a:cubicBezTo>
                <a:cubicBezTo>
                  <a:pt x="625618" y="97833"/>
                  <a:pt x="626826" y="100601"/>
                  <a:pt x="629242" y="102935"/>
                </a:cubicBezTo>
                <a:cubicBezTo>
                  <a:pt x="631659" y="105268"/>
                  <a:pt x="634734" y="106434"/>
                  <a:pt x="638469" y="106434"/>
                </a:cubicBezTo>
                <a:cubicBezTo>
                  <a:pt x="642643" y="106434"/>
                  <a:pt x="646624" y="105077"/>
                  <a:pt x="650414" y="102364"/>
                </a:cubicBezTo>
                <a:cubicBezTo>
                  <a:pt x="653215" y="100303"/>
                  <a:pt x="655054" y="97779"/>
                  <a:pt x="655933" y="94793"/>
                </a:cubicBezTo>
                <a:cubicBezTo>
                  <a:pt x="656537" y="92839"/>
                  <a:pt x="656839" y="89123"/>
                  <a:pt x="656839" y="83643"/>
                </a:cubicBezTo>
                <a:lnTo>
                  <a:pt x="656839" y="79084"/>
                </a:lnTo>
                <a:close/>
                <a:moveTo>
                  <a:pt x="781947" y="120768"/>
                </a:moveTo>
                <a:lnTo>
                  <a:pt x="758799" y="120768"/>
                </a:lnTo>
                <a:lnTo>
                  <a:pt x="758799" y="76170"/>
                </a:lnTo>
                <a:cubicBezTo>
                  <a:pt x="758799" y="66734"/>
                  <a:pt x="758305" y="60631"/>
                  <a:pt x="757316" y="57861"/>
                </a:cubicBezTo>
                <a:cubicBezTo>
                  <a:pt x="756327" y="55091"/>
                  <a:pt x="754721" y="52938"/>
                  <a:pt x="752497" y="51402"/>
                </a:cubicBezTo>
                <a:cubicBezTo>
                  <a:pt x="750273" y="49866"/>
                  <a:pt x="747595" y="49098"/>
                  <a:pt x="744465" y="49098"/>
                </a:cubicBezTo>
                <a:cubicBezTo>
                  <a:pt x="740456" y="49098"/>
                  <a:pt x="736858" y="50195"/>
                  <a:pt x="733673" y="52391"/>
                </a:cubicBezTo>
                <a:cubicBezTo>
                  <a:pt x="730488" y="54584"/>
                  <a:pt x="728305" y="57491"/>
                  <a:pt x="727124" y="61112"/>
                </a:cubicBezTo>
                <a:cubicBezTo>
                  <a:pt x="725943" y="64732"/>
                  <a:pt x="725353" y="71424"/>
                  <a:pt x="725353" y="81190"/>
                </a:cubicBezTo>
                <a:lnTo>
                  <a:pt x="725353" y="120768"/>
                </a:lnTo>
                <a:lnTo>
                  <a:pt x="702204" y="120768"/>
                </a:lnTo>
                <a:lnTo>
                  <a:pt x="702204" y="33281"/>
                </a:lnTo>
                <a:lnTo>
                  <a:pt x="723705" y="33281"/>
                </a:lnTo>
                <a:lnTo>
                  <a:pt x="723705" y="46132"/>
                </a:lnTo>
                <a:cubicBezTo>
                  <a:pt x="731339" y="36247"/>
                  <a:pt x="740950" y="31304"/>
                  <a:pt x="752538" y="31304"/>
                </a:cubicBezTo>
                <a:cubicBezTo>
                  <a:pt x="757645" y="31304"/>
                  <a:pt x="762314" y="32224"/>
                  <a:pt x="766542" y="34064"/>
                </a:cubicBezTo>
                <a:cubicBezTo>
                  <a:pt x="770771" y="35904"/>
                  <a:pt x="773970" y="38251"/>
                  <a:pt x="776140" y="41107"/>
                </a:cubicBezTo>
                <a:cubicBezTo>
                  <a:pt x="778309" y="43963"/>
                  <a:pt x="779819" y="47203"/>
                  <a:pt x="780670" y="50828"/>
                </a:cubicBezTo>
                <a:cubicBezTo>
                  <a:pt x="781522" y="54453"/>
                  <a:pt x="781947" y="59642"/>
                  <a:pt x="781947" y="66398"/>
                </a:cubicBezTo>
                <a:lnTo>
                  <a:pt x="781947" y="120768"/>
                </a:lnTo>
                <a:close/>
                <a:moveTo>
                  <a:pt x="803310" y="126369"/>
                </a:moveTo>
                <a:lnTo>
                  <a:pt x="829754" y="129665"/>
                </a:lnTo>
                <a:cubicBezTo>
                  <a:pt x="830193" y="132769"/>
                  <a:pt x="831209" y="134903"/>
                  <a:pt x="832802" y="136067"/>
                </a:cubicBezTo>
                <a:cubicBezTo>
                  <a:pt x="834999" y="137730"/>
                  <a:pt x="838459" y="138562"/>
                  <a:pt x="843182" y="138562"/>
                </a:cubicBezTo>
                <a:cubicBezTo>
                  <a:pt x="849223" y="138562"/>
                  <a:pt x="853754" y="137649"/>
                  <a:pt x="856774" y="135822"/>
                </a:cubicBezTo>
                <a:cubicBezTo>
                  <a:pt x="858806" y="134606"/>
                  <a:pt x="860344" y="132642"/>
                  <a:pt x="861388" y="129932"/>
                </a:cubicBezTo>
                <a:cubicBezTo>
                  <a:pt x="862102" y="127996"/>
                  <a:pt x="862459" y="124429"/>
                  <a:pt x="862459" y="119231"/>
                </a:cubicBezTo>
                <a:lnTo>
                  <a:pt x="862459" y="106369"/>
                </a:lnTo>
                <a:cubicBezTo>
                  <a:pt x="855539" y="115968"/>
                  <a:pt x="846807" y="120768"/>
                  <a:pt x="836262" y="120768"/>
                </a:cubicBezTo>
                <a:cubicBezTo>
                  <a:pt x="824509" y="120768"/>
                  <a:pt x="815200" y="115798"/>
                  <a:pt x="808336" y="105857"/>
                </a:cubicBezTo>
                <a:cubicBezTo>
                  <a:pt x="802953" y="98004"/>
                  <a:pt x="800262" y="88228"/>
                  <a:pt x="800262" y="76530"/>
                </a:cubicBezTo>
                <a:cubicBezTo>
                  <a:pt x="800262" y="61867"/>
                  <a:pt x="803791" y="50663"/>
                  <a:pt x="810848" y="42919"/>
                </a:cubicBezTo>
                <a:cubicBezTo>
                  <a:pt x="817905" y="35176"/>
                  <a:pt x="826679" y="31304"/>
                  <a:pt x="837168" y="31304"/>
                </a:cubicBezTo>
                <a:cubicBezTo>
                  <a:pt x="847987" y="31304"/>
                  <a:pt x="856912" y="36077"/>
                  <a:pt x="863941" y="45623"/>
                </a:cubicBezTo>
                <a:lnTo>
                  <a:pt x="863941" y="33281"/>
                </a:lnTo>
                <a:lnTo>
                  <a:pt x="885607" y="33281"/>
                </a:lnTo>
                <a:lnTo>
                  <a:pt x="885607" y="111840"/>
                </a:lnTo>
                <a:cubicBezTo>
                  <a:pt x="885607" y="122172"/>
                  <a:pt x="884756" y="129893"/>
                  <a:pt x="883053" y="135004"/>
                </a:cubicBezTo>
                <a:cubicBezTo>
                  <a:pt x="881351" y="140115"/>
                  <a:pt x="878962" y="144126"/>
                  <a:pt x="875886" y="147039"/>
                </a:cubicBezTo>
                <a:cubicBezTo>
                  <a:pt x="872811" y="149953"/>
                  <a:pt x="868706" y="152234"/>
                  <a:pt x="863571" y="153882"/>
                </a:cubicBezTo>
                <a:cubicBezTo>
                  <a:pt x="858436" y="155531"/>
                  <a:pt x="851942" y="156355"/>
                  <a:pt x="844088" y="156355"/>
                </a:cubicBezTo>
                <a:cubicBezTo>
                  <a:pt x="829260" y="156355"/>
                  <a:pt x="818743" y="153794"/>
                  <a:pt x="812537" y="148671"/>
                </a:cubicBezTo>
                <a:cubicBezTo>
                  <a:pt x="806331" y="143550"/>
                  <a:pt x="803228" y="137057"/>
                  <a:pt x="803228" y="129194"/>
                </a:cubicBezTo>
                <a:cubicBezTo>
                  <a:pt x="803228" y="128418"/>
                  <a:pt x="803256" y="127476"/>
                  <a:pt x="803310" y="126369"/>
                </a:cubicBezTo>
                <a:moveTo>
                  <a:pt x="823988" y="75212"/>
                </a:moveTo>
                <a:cubicBezTo>
                  <a:pt x="823988" y="84466"/>
                  <a:pt x="825786" y="91242"/>
                  <a:pt x="829383" y="95539"/>
                </a:cubicBezTo>
                <a:cubicBezTo>
                  <a:pt x="832981" y="99837"/>
                  <a:pt x="837415" y="101985"/>
                  <a:pt x="842688" y="101985"/>
                </a:cubicBezTo>
                <a:cubicBezTo>
                  <a:pt x="848344" y="101985"/>
                  <a:pt x="853122" y="99782"/>
                  <a:pt x="857022" y="95374"/>
                </a:cubicBezTo>
                <a:cubicBezTo>
                  <a:pt x="860921" y="90967"/>
                  <a:pt x="862871" y="84439"/>
                  <a:pt x="862871" y="75789"/>
                </a:cubicBezTo>
                <a:cubicBezTo>
                  <a:pt x="862871" y="66754"/>
                  <a:pt x="861003" y="60047"/>
                  <a:pt x="857269" y="55668"/>
                </a:cubicBezTo>
                <a:cubicBezTo>
                  <a:pt x="853534" y="51288"/>
                  <a:pt x="848811" y="49098"/>
                  <a:pt x="843100" y="49098"/>
                </a:cubicBezTo>
                <a:cubicBezTo>
                  <a:pt x="837553" y="49098"/>
                  <a:pt x="832981" y="51247"/>
                  <a:pt x="829383" y="55544"/>
                </a:cubicBezTo>
                <a:cubicBezTo>
                  <a:pt x="825786" y="59842"/>
                  <a:pt x="823988" y="66398"/>
                  <a:pt x="823988" y="75212"/>
                </a:cubicBezTo>
                <a:close/>
                <a:moveTo>
                  <a:pt x="966118" y="120768"/>
                </a:moveTo>
                <a:lnTo>
                  <a:pt x="966118" y="107669"/>
                </a:lnTo>
                <a:cubicBezTo>
                  <a:pt x="962933" y="112338"/>
                  <a:pt x="958746" y="116017"/>
                  <a:pt x="953556" y="118708"/>
                </a:cubicBezTo>
                <a:cubicBezTo>
                  <a:pt x="948366" y="121399"/>
                  <a:pt x="942888" y="122745"/>
                  <a:pt x="937121" y="122745"/>
                </a:cubicBezTo>
                <a:cubicBezTo>
                  <a:pt x="931245" y="122745"/>
                  <a:pt x="925972" y="121454"/>
                  <a:pt x="921304" y="118873"/>
                </a:cubicBezTo>
                <a:cubicBezTo>
                  <a:pt x="916636" y="116292"/>
                  <a:pt x="913259" y="112667"/>
                  <a:pt x="911172" y="107999"/>
                </a:cubicBezTo>
                <a:cubicBezTo>
                  <a:pt x="909085" y="103331"/>
                  <a:pt x="908041" y="96878"/>
                  <a:pt x="908041" y="88640"/>
                </a:cubicBezTo>
                <a:lnTo>
                  <a:pt x="908041" y="33281"/>
                </a:lnTo>
                <a:lnTo>
                  <a:pt x="931190" y="33281"/>
                </a:lnTo>
                <a:lnTo>
                  <a:pt x="931190" y="73389"/>
                </a:lnTo>
                <a:cubicBezTo>
                  <a:pt x="931190" y="85664"/>
                  <a:pt x="931615" y="93184"/>
                  <a:pt x="932467" y="95951"/>
                </a:cubicBezTo>
                <a:cubicBezTo>
                  <a:pt x="933318" y="98718"/>
                  <a:pt x="934869" y="100909"/>
                  <a:pt x="937121" y="102526"/>
                </a:cubicBezTo>
                <a:cubicBezTo>
                  <a:pt x="939373" y="104143"/>
                  <a:pt x="942229" y="104951"/>
                  <a:pt x="945688" y="104951"/>
                </a:cubicBezTo>
                <a:cubicBezTo>
                  <a:pt x="949643" y="104951"/>
                  <a:pt x="953185" y="103869"/>
                  <a:pt x="956315" y="101705"/>
                </a:cubicBezTo>
                <a:cubicBezTo>
                  <a:pt x="959446" y="99541"/>
                  <a:pt x="961588" y="96855"/>
                  <a:pt x="962741" y="93650"/>
                </a:cubicBezTo>
                <a:cubicBezTo>
                  <a:pt x="963894" y="90444"/>
                  <a:pt x="964471" y="82594"/>
                  <a:pt x="964471" y="70102"/>
                </a:cubicBezTo>
                <a:lnTo>
                  <a:pt x="964471" y="33281"/>
                </a:lnTo>
                <a:lnTo>
                  <a:pt x="987619" y="33281"/>
                </a:lnTo>
                <a:lnTo>
                  <a:pt x="987619" y="120768"/>
                </a:lnTo>
                <a:lnTo>
                  <a:pt x="966118" y="120768"/>
                </a:lnTo>
                <a:close/>
                <a:moveTo>
                  <a:pt x="1028918" y="60301"/>
                </a:moveTo>
                <a:lnTo>
                  <a:pt x="1007912" y="56512"/>
                </a:lnTo>
                <a:cubicBezTo>
                  <a:pt x="1010273" y="47943"/>
                  <a:pt x="1014337" y="41600"/>
                  <a:pt x="1020104" y="37482"/>
                </a:cubicBezTo>
                <a:cubicBezTo>
                  <a:pt x="1025870" y="33364"/>
                  <a:pt x="1034438" y="31304"/>
                  <a:pt x="1045806" y="31304"/>
                </a:cubicBezTo>
                <a:cubicBezTo>
                  <a:pt x="1056131" y="31304"/>
                  <a:pt x="1063820" y="32526"/>
                  <a:pt x="1068872" y="34970"/>
                </a:cubicBezTo>
                <a:cubicBezTo>
                  <a:pt x="1073925" y="37414"/>
                  <a:pt x="1077481" y="40517"/>
                  <a:pt x="1079540" y="44279"/>
                </a:cubicBezTo>
                <a:cubicBezTo>
                  <a:pt x="1081600" y="48041"/>
                  <a:pt x="1082630" y="54947"/>
                  <a:pt x="1082630" y="64997"/>
                </a:cubicBezTo>
                <a:lnTo>
                  <a:pt x="1082383" y="92017"/>
                </a:lnTo>
                <a:cubicBezTo>
                  <a:pt x="1082383" y="99706"/>
                  <a:pt x="1082753" y="105377"/>
                  <a:pt x="1083495" y="109029"/>
                </a:cubicBezTo>
                <a:cubicBezTo>
                  <a:pt x="1084236" y="112681"/>
                  <a:pt x="1085623" y="116594"/>
                  <a:pt x="1087655" y="120768"/>
                </a:cubicBezTo>
                <a:lnTo>
                  <a:pt x="1064753" y="120768"/>
                </a:lnTo>
                <a:cubicBezTo>
                  <a:pt x="1064149" y="119230"/>
                  <a:pt x="1063408" y="116951"/>
                  <a:pt x="1062529" y="113930"/>
                </a:cubicBezTo>
                <a:cubicBezTo>
                  <a:pt x="1062145" y="112557"/>
                  <a:pt x="1061870" y="111651"/>
                  <a:pt x="1061705" y="111212"/>
                </a:cubicBezTo>
                <a:cubicBezTo>
                  <a:pt x="1057751" y="115056"/>
                  <a:pt x="1053522" y="117939"/>
                  <a:pt x="1049019" y="119862"/>
                </a:cubicBezTo>
                <a:cubicBezTo>
                  <a:pt x="1044516" y="121784"/>
                  <a:pt x="1039710" y="122745"/>
                  <a:pt x="1034603" y="122745"/>
                </a:cubicBezTo>
                <a:cubicBezTo>
                  <a:pt x="1025596" y="122745"/>
                  <a:pt x="1018498" y="120311"/>
                  <a:pt x="1013308" y="115444"/>
                </a:cubicBezTo>
                <a:cubicBezTo>
                  <a:pt x="1008118" y="110577"/>
                  <a:pt x="1005523" y="104424"/>
                  <a:pt x="1005523" y="96986"/>
                </a:cubicBezTo>
                <a:cubicBezTo>
                  <a:pt x="1005523" y="92064"/>
                  <a:pt x="1006704" y="87675"/>
                  <a:pt x="1009065" y="83821"/>
                </a:cubicBezTo>
                <a:cubicBezTo>
                  <a:pt x="1011427" y="79964"/>
                  <a:pt x="1014736" y="77011"/>
                  <a:pt x="1018992" y="74960"/>
                </a:cubicBezTo>
                <a:cubicBezTo>
                  <a:pt x="1023248" y="72909"/>
                  <a:pt x="1029385" y="71118"/>
                  <a:pt x="1037404" y="69587"/>
                </a:cubicBezTo>
                <a:cubicBezTo>
                  <a:pt x="1048223" y="67564"/>
                  <a:pt x="1055719" y="65677"/>
                  <a:pt x="1059893" y="63926"/>
                </a:cubicBezTo>
                <a:lnTo>
                  <a:pt x="1059893" y="61594"/>
                </a:lnTo>
                <a:cubicBezTo>
                  <a:pt x="1059893" y="57096"/>
                  <a:pt x="1058795" y="53889"/>
                  <a:pt x="1056598" y="51973"/>
                </a:cubicBezTo>
                <a:cubicBezTo>
                  <a:pt x="1054401" y="50056"/>
                  <a:pt x="1050255" y="49098"/>
                  <a:pt x="1044159" y="49098"/>
                </a:cubicBezTo>
                <a:cubicBezTo>
                  <a:pt x="1040040" y="49098"/>
                  <a:pt x="1036827" y="49927"/>
                  <a:pt x="1034520" y="51585"/>
                </a:cubicBezTo>
                <a:cubicBezTo>
                  <a:pt x="1032214" y="53241"/>
                  <a:pt x="1030346" y="56146"/>
                  <a:pt x="1028918" y="60301"/>
                </a:cubicBezTo>
                <a:moveTo>
                  <a:pt x="1059893" y="79084"/>
                </a:moveTo>
                <a:cubicBezTo>
                  <a:pt x="1056927" y="80060"/>
                  <a:pt x="1052232" y="81227"/>
                  <a:pt x="1045806" y="82585"/>
                </a:cubicBezTo>
                <a:cubicBezTo>
                  <a:pt x="1039381" y="83941"/>
                  <a:pt x="1035179" y="85270"/>
                  <a:pt x="1033202" y="86573"/>
                </a:cubicBezTo>
                <a:cubicBezTo>
                  <a:pt x="1030182" y="88689"/>
                  <a:pt x="1028671" y="91375"/>
                  <a:pt x="1028671" y="94630"/>
                </a:cubicBezTo>
                <a:cubicBezTo>
                  <a:pt x="1028671" y="97833"/>
                  <a:pt x="1029880" y="100601"/>
                  <a:pt x="1032296" y="102935"/>
                </a:cubicBezTo>
                <a:cubicBezTo>
                  <a:pt x="1034712" y="105268"/>
                  <a:pt x="1037788" y="106434"/>
                  <a:pt x="1041522" y="106434"/>
                </a:cubicBezTo>
                <a:cubicBezTo>
                  <a:pt x="1045696" y="106434"/>
                  <a:pt x="1049678" y="105077"/>
                  <a:pt x="1053467" y="102364"/>
                </a:cubicBezTo>
                <a:cubicBezTo>
                  <a:pt x="1056268" y="100303"/>
                  <a:pt x="1058108" y="97779"/>
                  <a:pt x="1058987" y="94793"/>
                </a:cubicBezTo>
                <a:cubicBezTo>
                  <a:pt x="1059591" y="92839"/>
                  <a:pt x="1059893" y="89123"/>
                  <a:pt x="1059893" y="83643"/>
                </a:cubicBezTo>
                <a:lnTo>
                  <a:pt x="1059893" y="79084"/>
                </a:lnTo>
                <a:close/>
                <a:moveTo>
                  <a:pt x="1103281" y="126369"/>
                </a:moveTo>
                <a:lnTo>
                  <a:pt x="1129725" y="129665"/>
                </a:lnTo>
                <a:cubicBezTo>
                  <a:pt x="1130164" y="132769"/>
                  <a:pt x="1131180" y="134903"/>
                  <a:pt x="1132773" y="136067"/>
                </a:cubicBezTo>
                <a:cubicBezTo>
                  <a:pt x="1134970" y="137730"/>
                  <a:pt x="1138429" y="138562"/>
                  <a:pt x="1143153" y="138562"/>
                </a:cubicBezTo>
                <a:cubicBezTo>
                  <a:pt x="1149194" y="138562"/>
                  <a:pt x="1153724" y="137649"/>
                  <a:pt x="1156745" y="135822"/>
                </a:cubicBezTo>
                <a:cubicBezTo>
                  <a:pt x="1158777" y="134606"/>
                  <a:pt x="1160315" y="132642"/>
                  <a:pt x="1161358" y="129932"/>
                </a:cubicBezTo>
                <a:cubicBezTo>
                  <a:pt x="1162072" y="127996"/>
                  <a:pt x="1162429" y="124429"/>
                  <a:pt x="1162429" y="119231"/>
                </a:cubicBezTo>
                <a:lnTo>
                  <a:pt x="1162429" y="106369"/>
                </a:lnTo>
                <a:cubicBezTo>
                  <a:pt x="1155509" y="115968"/>
                  <a:pt x="1146777" y="120768"/>
                  <a:pt x="1136233" y="120768"/>
                </a:cubicBezTo>
                <a:cubicBezTo>
                  <a:pt x="1124480" y="120768"/>
                  <a:pt x="1115171" y="115798"/>
                  <a:pt x="1108306" y="105857"/>
                </a:cubicBezTo>
                <a:cubicBezTo>
                  <a:pt x="1102924" y="98004"/>
                  <a:pt x="1100233" y="88228"/>
                  <a:pt x="1100233" y="76530"/>
                </a:cubicBezTo>
                <a:cubicBezTo>
                  <a:pt x="1100233" y="61867"/>
                  <a:pt x="1103762" y="50663"/>
                  <a:pt x="1110819" y="42919"/>
                </a:cubicBezTo>
                <a:cubicBezTo>
                  <a:pt x="1117876" y="35176"/>
                  <a:pt x="1126649" y="31304"/>
                  <a:pt x="1137139" y="31304"/>
                </a:cubicBezTo>
                <a:cubicBezTo>
                  <a:pt x="1147958" y="31304"/>
                  <a:pt x="1156882" y="36077"/>
                  <a:pt x="1163912" y="45623"/>
                </a:cubicBezTo>
                <a:lnTo>
                  <a:pt x="1163912" y="33281"/>
                </a:lnTo>
                <a:lnTo>
                  <a:pt x="1185578" y="33281"/>
                </a:lnTo>
                <a:lnTo>
                  <a:pt x="1185578" y="111840"/>
                </a:lnTo>
                <a:cubicBezTo>
                  <a:pt x="1185578" y="122172"/>
                  <a:pt x="1184726" y="129893"/>
                  <a:pt x="1183024" y="135004"/>
                </a:cubicBezTo>
                <a:cubicBezTo>
                  <a:pt x="1181321" y="140115"/>
                  <a:pt x="1178932" y="144126"/>
                  <a:pt x="1175857" y="147039"/>
                </a:cubicBezTo>
                <a:cubicBezTo>
                  <a:pt x="1172782" y="149953"/>
                  <a:pt x="1168676" y="152234"/>
                  <a:pt x="1163541" y="153882"/>
                </a:cubicBezTo>
                <a:cubicBezTo>
                  <a:pt x="1158406" y="155531"/>
                  <a:pt x="1151912" y="156355"/>
                  <a:pt x="1144059" y="156355"/>
                </a:cubicBezTo>
                <a:cubicBezTo>
                  <a:pt x="1129230" y="156355"/>
                  <a:pt x="1118713" y="153794"/>
                  <a:pt x="1112508" y="148671"/>
                </a:cubicBezTo>
                <a:cubicBezTo>
                  <a:pt x="1106302" y="143550"/>
                  <a:pt x="1103199" y="137057"/>
                  <a:pt x="1103199" y="129194"/>
                </a:cubicBezTo>
                <a:cubicBezTo>
                  <a:pt x="1103199" y="128418"/>
                  <a:pt x="1103226" y="127476"/>
                  <a:pt x="1103281" y="126369"/>
                </a:cubicBezTo>
                <a:moveTo>
                  <a:pt x="1123958" y="75212"/>
                </a:moveTo>
                <a:cubicBezTo>
                  <a:pt x="1123958" y="84466"/>
                  <a:pt x="1125757" y="91242"/>
                  <a:pt x="1129354" y="95539"/>
                </a:cubicBezTo>
                <a:cubicBezTo>
                  <a:pt x="1132951" y="99837"/>
                  <a:pt x="1137386" y="101985"/>
                  <a:pt x="1142658" y="101985"/>
                </a:cubicBezTo>
                <a:cubicBezTo>
                  <a:pt x="1148315" y="101985"/>
                  <a:pt x="1153093" y="99782"/>
                  <a:pt x="1156992" y="95374"/>
                </a:cubicBezTo>
                <a:cubicBezTo>
                  <a:pt x="1160891" y="90967"/>
                  <a:pt x="1162841" y="84439"/>
                  <a:pt x="1162841" y="75789"/>
                </a:cubicBezTo>
                <a:cubicBezTo>
                  <a:pt x="1162841" y="66754"/>
                  <a:pt x="1160974" y="60047"/>
                  <a:pt x="1157239" y="55668"/>
                </a:cubicBezTo>
                <a:cubicBezTo>
                  <a:pt x="1153505" y="51288"/>
                  <a:pt x="1148782" y="49098"/>
                  <a:pt x="1143070" y="49098"/>
                </a:cubicBezTo>
                <a:cubicBezTo>
                  <a:pt x="1137523" y="49098"/>
                  <a:pt x="1132951" y="51247"/>
                  <a:pt x="1129354" y="55544"/>
                </a:cubicBezTo>
                <a:cubicBezTo>
                  <a:pt x="1125757" y="59842"/>
                  <a:pt x="1123958" y="66398"/>
                  <a:pt x="1123958" y="75212"/>
                </a:cubicBezTo>
                <a:close/>
                <a:moveTo>
                  <a:pt x="1259169" y="92924"/>
                </a:moveTo>
                <a:lnTo>
                  <a:pt x="1282235" y="96878"/>
                </a:lnTo>
                <a:cubicBezTo>
                  <a:pt x="1279270" y="105308"/>
                  <a:pt x="1274588" y="111727"/>
                  <a:pt x="1268190" y="116134"/>
                </a:cubicBezTo>
                <a:cubicBezTo>
                  <a:pt x="1261792" y="120541"/>
                  <a:pt x="1253787" y="122745"/>
                  <a:pt x="1244176" y="122745"/>
                </a:cubicBezTo>
                <a:cubicBezTo>
                  <a:pt x="1228964" y="122745"/>
                  <a:pt x="1217705" y="117775"/>
                  <a:pt x="1210401" y="107834"/>
                </a:cubicBezTo>
                <a:cubicBezTo>
                  <a:pt x="1204634" y="99871"/>
                  <a:pt x="1201751" y="89821"/>
                  <a:pt x="1201751" y="77683"/>
                </a:cubicBezTo>
                <a:cubicBezTo>
                  <a:pt x="1201751" y="63185"/>
                  <a:pt x="1205540" y="51830"/>
                  <a:pt x="1213119" y="43620"/>
                </a:cubicBezTo>
                <a:cubicBezTo>
                  <a:pt x="1220698" y="35409"/>
                  <a:pt x="1230282" y="31304"/>
                  <a:pt x="1241870" y="31304"/>
                </a:cubicBezTo>
                <a:cubicBezTo>
                  <a:pt x="1254886" y="31304"/>
                  <a:pt x="1265155" y="35601"/>
                  <a:pt x="1272679" y="44196"/>
                </a:cubicBezTo>
                <a:cubicBezTo>
                  <a:pt x="1280203" y="52791"/>
                  <a:pt x="1283801" y="65958"/>
                  <a:pt x="1283471" y="83697"/>
                </a:cubicBezTo>
                <a:lnTo>
                  <a:pt x="1225476" y="83697"/>
                </a:lnTo>
                <a:cubicBezTo>
                  <a:pt x="1225641" y="90562"/>
                  <a:pt x="1227508" y="95903"/>
                  <a:pt x="1231078" y="99720"/>
                </a:cubicBezTo>
                <a:cubicBezTo>
                  <a:pt x="1234648" y="103537"/>
                  <a:pt x="1239096" y="105445"/>
                  <a:pt x="1244423" y="105445"/>
                </a:cubicBezTo>
                <a:cubicBezTo>
                  <a:pt x="1248048" y="105445"/>
                  <a:pt x="1251096" y="104457"/>
                  <a:pt x="1253567" y="102480"/>
                </a:cubicBezTo>
                <a:cubicBezTo>
                  <a:pt x="1256039" y="100502"/>
                  <a:pt x="1257906" y="97317"/>
                  <a:pt x="1259169" y="92924"/>
                </a:cubicBezTo>
                <a:moveTo>
                  <a:pt x="1260487" y="69528"/>
                </a:moveTo>
                <a:cubicBezTo>
                  <a:pt x="1260323" y="62855"/>
                  <a:pt x="1258593" y="57782"/>
                  <a:pt x="1255297" y="54308"/>
                </a:cubicBezTo>
                <a:cubicBezTo>
                  <a:pt x="1252002" y="50835"/>
                  <a:pt x="1247993" y="49098"/>
                  <a:pt x="1243270" y="49098"/>
                </a:cubicBezTo>
                <a:cubicBezTo>
                  <a:pt x="1238217" y="49098"/>
                  <a:pt x="1234044" y="50930"/>
                  <a:pt x="1230748" y="54594"/>
                </a:cubicBezTo>
                <a:cubicBezTo>
                  <a:pt x="1227453" y="58260"/>
                  <a:pt x="1225833" y="63238"/>
                  <a:pt x="1225888" y="69528"/>
                </a:cubicBezTo>
                <a:lnTo>
                  <a:pt x="1260487" y="69528"/>
                </a:lnTo>
                <a:close/>
                <a:moveTo>
                  <a:pt x="1349047" y="120768"/>
                </a:moveTo>
                <a:lnTo>
                  <a:pt x="1349047" y="0"/>
                </a:lnTo>
                <a:lnTo>
                  <a:pt x="1385541" y="0"/>
                </a:lnTo>
                <a:lnTo>
                  <a:pt x="1407454" y="82379"/>
                </a:lnTo>
                <a:lnTo>
                  <a:pt x="1429120" y="0"/>
                </a:lnTo>
                <a:lnTo>
                  <a:pt x="1465696" y="0"/>
                </a:lnTo>
                <a:lnTo>
                  <a:pt x="1465696" y="120768"/>
                </a:lnTo>
                <a:lnTo>
                  <a:pt x="1443042" y="120768"/>
                </a:lnTo>
                <a:lnTo>
                  <a:pt x="1443042" y="25702"/>
                </a:lnTo>
                <a:lnTo>
                  <a:pt x="1419069" y="120768"/>
                </a:lnTo>
                <a:lnTo>
                  <a:pt x="1395591" y="120768"/>
                </a:lnTo>
                <a:lnTo>
                  <a:pt x="1371701" y="25702"/>
                </a:lnTo>
                <a:lnTo>
                  <a:pt x="1371701" y="120768"/>
                </a:lnTo>
                <a:lnTo>
                  <a:pt x="1349047" y="120768"/>
                </a:lnTo>
                <a:close/>
                <a:moveTo>
                  <a:pt x="1484395" y="75789"/>
                </a:moveTo>
                <a:cubicBezTo>
                  <a:pt x="1484395" y="68100"/>
                  <a:pt x="1486290" y="60658"/>
                  <a:pt x="1490079" y="53464"/>
                </a:cubicBezTo>
                <a:cubicBezTo>
                  <a:pt x="1493868" y="46270"/>
                  <a:pt x="1499237" y="40778"/>
                  <a:pt x="1506184" y="36988"/>
                </a:cubicBezTo>
                <a:cubicBezTo>
                  <a:pt x="1513131" y="33199"/>
                  <a:pt x="1520889" y="31304"/>
                  <a:pt x="1529456" y="31304"/>
                </a:cubicBezTo>
                <a:cubicBezTo>
                  <a:pt x="1542692" y="31304"/>
                  <a:pt x="1553538" y="35601"/>
                  <a:pt x="1561996" y="44196"/>
                </a:cubicBezTo>
                <a:cubicBezTo>
                  <a:pt x="1570454" y="52791"/>
                  <a:pt x="1574682" y="63652"/>
                  <a:pt x="1574682" y="76777"/>
                </a:cubicBezTo>
                <a:cubicBezTo>
                  <a:pt x="1574682" y="90013"/>
                  <a:pt x="1570412" y="100983"/>
                  <a:pt x="1561872" y="109688"/>
                </a:cubicBezTo>
                <a:cubicBezTo>
                  <a:pt x="1553332" y="118392"/>
                  <a:pt x="1542582" y="122745"/>
                  <a:pt x="1529621" y="122745"/>
                </a:cubicBezTo>
                <a:cubicBezTo>
                  <a:pt x="1521603" y="122745"/>
                  <a:pt x="1513955" y="120932"/>
                  <a:pt x="1506678" y="117308"/>
                </a:cubicBezTo>
                <a:cubicBezTo>
                  <a:pt x="1499402" y="113683"/>
                  <a:pt x="1493868" y="108370"/>
                  <a:pt x="1490079" y="101367"/>
                </a:cubicBezTo>
                <a:cubicBezTo>
                  <a:pt x="1486290" y="94365"/>
                  <a:pt x="1484395" y="85839"/>
                  <a:pt x="1484395" y="75789"/>
                </a:cubicBezTo>
                <a:moveTo>
                  <a:pt x="1508120" y="77024"/>
                </a:moveTo>
                <a:cubicBezTo>
                  <a:pt x="1508120" y="85674"/>
                  <a:pt x="1510180" y="92299"/>
                  <a:pt x="1514298" y="96898"/>
                </a:cubicBezTo>
                <a:cubicBezTo>
                  <a:pt x="1518417" y="101498"/>
                  <a:pt x="1523497" y="103798"/>
                  <a:pt x="1529539" y="103798"/>
                </a:cubicBezTo>
                <a:cubicBezTo>
                  <a:pt x="1535580" y="103798"/>
                  <a:pt x="1540646" y="101498"/>
                  <a:pt x="1544738" y="96898"/>
                </a:cubicBezTo>
                <a:cubicBezTo>
                  <a:pt x="1548829" y="92299"/>
                  <a:pt x="1550875" y="85619"/>
                  <a:pt x="1550875" y="76860"/>
                </a:cubicBezTo>
                <a:cubicBezTo>
                  <a:pt x="1550875" y="68320"/>
                  <a:pt x="1548829" y="61750"/>
                  <a:pt x="1544738" y="57150"/>
                </a:cubicBezTo>
                <a:cubicBezTo>
                  <a:pt x="1540646" y="52551"/>
                  <a:pt x="1535580" y="50251"/>
                  <a:pt x="1529539" y="50251"/>
                </a:cubicBezTo>
                <a:cubicBezTo>
                  <a:pt x="1523497" y="50251"/>
                  <a:pt x="1518417" y="52551"/>
                  <a:pt x="1514298" y="57150"/>
                </a:cubicBezTo>
                <a:cubicBezTo>
                  <a:pt x="1510180" y="61750"/>
                  <a:pt x="1508120" y="68375"/>
                  <a:pt x="1508120" y="77024"/>
                </a:cubicBezTo>
                <a:close/>
                <a:moveTo>
                  <a:pt x="1673070" y="120768"/>
                </a:moveTo>
                <a:lnTo>
                  <a:pt x="1651569" y="120768"/>
                </a:lnTo>
                <a:lnTo>
                  <a:pt x="1651569" y="107917"/>
                </a:lnTo>
                <a:cubicBezTo>
                  <a:pt x="1647999" y="112914"/>
                  <a:pt x="1643784" y="116635"/>
                  <a:pt x="1638924" y="119079"/>
                </a:cubicBezTo>
                <a:cubicBezTo>
                  <a:pt x="1634063" y="121523"/>
                  <a:pt x="1629162" y="122745"/>
                  <a:pt x="1624219" y="122745"/>
                </a:cubicBezTo>
                <a:cubicBezTo>
                  <a:pt x="1614169" y="122745"/>
                  <a:pt x="1605560" y="118695"/>
                  <a:pt x="1598393" y="110594"/>
                </a:cubicBezTo>
                <a:cubicBezTo>
                  <a:pt x="1591226" y="102493"/>
                  <a:pt x="1587643" y="91194"/>
                  <a:pt x="1587643" y="76695"/>
                </a:cubicBezTo>
                <a:cubicBezTo>
                  <a:pt x="1587643" y="61867"/>
                  <a:pt x="1591130" y="50594"/>
                  <a:pt x="1598105" y="42878"/>
                </a:cubicBezTo>
                <a:cubicBezTo>
                  <a:pt x="1605080" y="35162"/>
                  <a:pt x="1613894" y="31304"/>
                  <a:pt x="1624549" y="31304"/>
                </a:cubicBezTo>
                <a:cubicBezTo>
                  <a:pt x="1634324" y="31304"/>
                  <a:pt x="1642782" y="35368"/>
                  <a:pt x="1649921" y="43496"/>
                </a:cubicBezTo>
                <a:lnTo>
                  <a:pt x="1649921" y="0"/>
                </a:lnTo>
                <a:lnTo>
                  <a:pt x="1673070" y="0"/>
                </a:lnTo>
                <a:lnTo>
                  <a:pt x="1673070" y="120768"/>
                </a:lnTo>
                <a:moveTo>
                  <a:pt x="1611286" y="75173"/>
                </a:moveTo>
                <a:cubicBezTo>
                  <a:pt x="1611286" y="84496"/>
                  <a:pt x="1612576" y="91241"/>
                  <a:pt x="1615157" y="95408"/>
                </a:cubicBezTo>
                <a:cubicBezTo>
                  <a:pt x="1618892" y="101440"/>
                  <a:pt x="1624109" y="104457"/>
                  <a:pt x="1630809" y="104457"/>
                </a:cubicBezTo>
                <a:cubicBezTo>
                  <a:pt x="1636137" y="104457"/>
                  <a:pt x="1640667" y="102195"/>
                  <a:pt x="1644402" y="97671"/>
                </a:cubicBezTo>
                <a:cubicBezTo>
                  <a:pt x="1648137" y="93147"/>
                  <a:pt x="1650004" y="86388"/>
                  <a:pt x="1650004" y="77395"/>
                </a:cubicBezTo>
                <a:cubicBezTo>
                  <a:pt x="1650004" y="67359"/>
                  <a:pt x="1648191" y="60133"/>
                  <a:pt x="1644567" y="55719"/>
                </a:cubicBezTo>
                <a:cubicBezTo>
                  <a:pt x="1640942" y="51305"/>
                  <a:pt x="1636301" y="49098"/>
                  <a:pt x="1630645" y="49098"/>
                </a:cubicBezTo>
                <a:cubicBezTo>
                  <a:pt x="1625153" y="49098"/>
                  <a:pt x="1620553" y="51278"/>
                  <a:pt x="1616846" y="55637"/>
                </a:cubicBezTo>
                <a:cubicBezTo>
                  <a:pt x="1613139" y="59996"/>
                  <a:pt x="1611286" y="66508"/>
                  <a:pt x="1611286" y="75173"/>
                </a:cubicBezTo>
                <a:close/>
                <a:moveTo>
                  <a:pt x="1746579" y="92924"/>
                </a:moveTo>
                <a:lnTo>
                  <a:pt x="1769645" y="96878"/>
                </a:lnTo>
                <a:cubicBezTo>
                  <a:pt x="1766680" y="105308"/>
                  <a:pt x="1761998" y="111727"/>
                  <a:pt x="1755600" y="116134"/>
                </a:cubicBezTo>
                <a:cubicBezTo>
                  <a:pt x="1749202" y="120541"/>
                  <a:pt x="1741197" y="122745"/>
                  <a:pt x="1731586" y="122745"/>
                </a:cubicBezTo>
                <a:cubicBezTo>
                  <a:pt x="1716374" y="122745"/>
                  <a:pt x="1705115" y="117775"/>
                  <a:pt x="1697811" y="107834"/>
                </a:cubicBezTo>
                <a:cubicBezTo>
                  <a:pt x="1692044" y="99871"/>
                  <a:pt x="1689161" y="89821"/>
                  <a:pt x="1689161" y="77683"/>
                </a:cubicBezTo>
                <a:cubicBezTo>
                  <a:pt x="1689161" y="63185"/>
                  <a:pt x="1692951" y="51830"/>
                  <a:pt x="1700529" y="43620"/>
                </a:cubicBezTo>
                <a:cubicBezTo>
                  <a:pt x="1708108" y="35409"/>
                  <a:pt x="1717692" y="31304"/>
                  <a:pt x="1729280" y="31304"/>
                </a:cubicBezTo>
                <a:cubicBezTo>
                  <a:pt x="1742296" y="31304"/>
                  <a:pt x="1752566" y="35601"/>
                  <a:pt x="1760089" y="44196"/>
                </a:cubicBezTo>
                <a:cubicBezTo>
                  <a:pt x="1767613" y="52791"/>
                  <a:pt x="1771211" y="65958"/>
                  <a:pt x="1770881" y="83697"/>
                </a:cubicBezTo>
                <a:lnTo>
                  <a:pt x="1712886" y="83697"/>
                </a:lnTo>
                <a:cubicBezTo>
                  <a:pt x="1713051" y="90562"/>
                  <a:pt x="1714918" y="95903"/>
                  <a:pt x="1718488" y="99720"/>
                </a:cubicBezTo>
                <a:cubicBezTo>
                  <a:pt x="1722058" y="103537"/>
                  <a:pt x="1726506" y="105445"/>
                  <a:pt x="1731833" y="105445"/>
                </a:cubicBezTo>
                <a:cubicBezTo>
                  <a:pt x="1735458" y="105445"/>
                  <a:pt x="1738506" y="104457"/>
                  <a:pt x="1740978" y="102480"/>
                </a:cubicBezTo>
                <a:cubicBezTo>
                  <a:pt x="1743449" y="100502"/>
                  <a:pt x="1745316" y="97317"/>
                  <a:pt x="1746579" y="92924"/>
                </a:cubicBezTo>
                <a:moveTo>
                  <a:pt x="1747897" y="69528"/>
                </a:moveTo>
                <a:cubicBezTo>
                  <a:pt x="1747733" y="62855"/>
                  <a:pt x="1746003" y="57782"/>
                  <a:pt x="1742707" y="54308"/>
                </a:cubicBezTo>
                <a:cubicBezTo>
                  <a:pt x="1739412" y="50835"/>
                  <a:pt x="1735403" y="49098"/>
                  <a:pt x="1730680" y="49098"/>
                </a:cubicBezTo>
                <a:cubicBezTo>
                  <a:pt x="1725628" y="49098"/>
                  <a:pt x="1721454" y="50930"/>
                  <a:pt x="1718159" y="54594"/>
                </a:cubicBezTo>
                <a:cubicBezTo>
                  <a:pt x="1714863" y="58260"/>
                  <a:pt x="1713243" y="63238"/>
                  <a:pt x="1713298" y="69528"/>
                </a:cubicBezTo>
                <a:lnTo>
                  <a:pt x="1747897" y="69528"/>
                </a:lnTo>
                <a:close/>
                <a:moveTo>
                  <a:pt x="1789720" y="120768"/>
                </a:moveTo>
                <a:lnTo>
                  <a:pt x="1789720" y="0"/>
                </a:lnTo>
                <a:lnTo>
                  <a:pt x="1812869" y="0"/>
                </a:lnTo>
                <a:lnTo>
                  <a:pt x="1812869" y="120768"/>
                </a:lnTo>
                <a:lnTo>
                  <a:pt x="1789720" y="120768"/>
                </a:lnTo>
                <a:close/>
                <a:moveTo>
                  <a:pt x="1927267" y="0"/>
                </a:moveTo>
                <a:lnTo>
                  <a:pt x="1951569" y="0"/>
                </a:lnTo>
                <a:lnTo>
                  <a:pt x="1951569" y="76499"/>
                </a:lnTo>
                <a:cubicBezTo>
                  <a:pt x="1951569" y="86501"/>
                  <a:pt x="1950691" y="94195"/>
                  <a:pt x="1948933" y="99581"/>
                </a:cubicBezTo>
                <a:cubicBezTo>
                  <a:pt x="1946572" y="106616"/>
                  <a:pt x="1942288" y="112263"/>
                  <a:pt x="1936082" y="116523"/>
                </a:cubicBezTo>
                <a:cubicBezTo>
                  <a:pt x="1929876" y="120781"/>
                  <a:pt x="1921693" y="122910"/>
                  <a:pt x="1911533" y="122910"/>
                </a:cubicBezTo>
                <a:cubicBezTo>
                  <a:pt x="1899616" y="122910"/>
                  <a:pt x="1890444" y="119559"/>
                  <a:pt x="1884018" y="112859"/>
                </a:cubicBezTo>
                <a:cubicBezTo>
                  <a:pt x="1877593" y="106157"/>
                  <a:pt x="1874353" y="96327"/>
                  <a:pt x="1874298" y="83368"/>
                </a:cubicBezTo>
                <a:lnTo>
                  <a:pt x="1897281" y="80731"/>
                </a:lnTo>
                <a:cubicBezTo>
                  <a:pt x="1897556" y="87679"/>
                  <a:pt x="1898572" y="92585"/>
                  <a:pt x="1900330" y="95452"/>
                </a:cubicBezTo>
                <a:cubicBezTo>
                  <a:pt x="1902966" y="99807"/>
                  <a:pt x="1906975" y="101985"/>
                  <a:pt x="1912357" y="101985"/>
                </a:cubicBezTo>
                <a:cubicBezTo>
                  <a:pt x="1917794" y="101985"/>
                  <a:pt x="1921638" y="100434"/>
                  <a:pt x="1923890" y="97331"/>
                </a:cubicBezTo>
                <a:cubicBezTo>
                  <a:pt x="1926142" y="94228"/>
                  <a:pt x="1927267" y="87789"/>
                  <a:pt x="1927267" y="78013"/>
                </a:cubicBezTo>
                <a:lnTo>
                  <a:pt x="1927267" y="0"/>
                </a:lnTo>
                <a:close/>
                <a:moveTo>
                  <a:pt x="2034911" y="120768"/>
                </a:moveTo>
                <a:lnTo>
                  <a:pt x="2034911" y="107669"/>
                </a:lnTo>
                <a:cubicBezTo>
                  <a:pt x="2031726" y="112338"/>
                  <a:pt x="2027538" y="116017"/>
                  <a:pt x="2022348" y="118708"/>
                </a:cubicBezTo>
                <a:cubicBezTo>
                  <a:pt x="2017158" y="121399"/>
                  <a:pt x="2011680" y="122745"/>
                  <a:pt x="2005914" y="122745"/>
                </a:cubicBezTo>
                <a:cubicBezTo>
                  <a:pt x="2000037" y="122745"/>
                  <a:pt x="1994765" y="121454"/>
                  <a:pt x="1990097" y="118873"/>
                </a:cubicBezTo>
                <a:cubicBezTo>
                  <a:pt x="1985429" y="116292"/>
                  <a:pt x="1982051" y="112667"/>
                  <a:pt x="1979964" y="107999"/>
                </a:cubicBezTo>
                <a:cubicBezTo>
                  <a:pt x="1977877" y="103331"/>
                  <a:pt x="1976834" y="96878"/>
                  <a:pt x="1976834" y="88640"/>
                </a:cubicBezTo>
                <a:lnTo>
                  <a:pt x="1976834" y="33281"/>
                </a:lnTo>
                <a:lnTo>
                  <a:pt x="1999982" y="33281"/>
                </a:lnTo>
                <a:lnTo>
                  <a:pt x="1999982" y="73389"/>
                </a:lnTo>
                <a:cubicBezTo>
                  <a:pt x="1999982" y="85664"/>
                  <a:pt x="2000408" y="93184"/>
                  <a:pt x="2001259" y="95951"/>
                </a:cubicBezTo>
                <a:cubicBezTo>
                  <a:pt x="2002111" y="98718"/>
                  <a:pt x="2003662" y="100909"/>
                  <a:pt x="2005914" y="102526"/>
                </a:cubicBezTo>
                <a:cubicBezTo>
                  <a:pt x="2008165" y="104143"/>
                  <a:pt x="2011021" y="104951"/>
                  <a:pt x="2014481" y="104951"/>
                </a:cubicBezTo>
                <a:cubicBezTo>
                  <a:pt x="2018435" y="104951"/>
                  <a:pt x="2021978" y="103869"/>
                  <a:pt x="2025108" y="101705"/>
                </a:cubicBezTo>
                <a:cubicBezTo>
                  <a:pt x="2028238" y="99541"/>
                  <a:pt x="2030380" y="96855"/>
                  <a:pt x="2031534" y="93650"/>
                </a:cubicBezTo>
                <a:cubicBezTo>
                  <a:pt x="2032687" y="90444"/>
                  <a:pt x="2033264" y="82594"/>
                  <a:pt x="2033264" y="70102"/>
                </a:cubicBezTo>
                <a:lnTo>
                  <a:pt x="2033264" y="33281"/>
                </a:lnTo>
                <a:lnTo>
                  <a:pt x="2056412" y="33281"/>
                </a:lnTo>
                <a:lnTo>
                  <a:pt x="2056412" y="120768"/>
                </a:lnTo>
                <a:lnTo>
                  <a:pt x="2034911" y="120768"/>
                </a:lnTo>
                <a:close/>
                <a:moveTo>
                  <a:pt x="2160649" y="120768"/>
                </a:moveTo>
                <a:lnTo>
                  <a:pt x="2139148" y="120768"/>
                </a:lnTo>
                <a:lnTo>
                  <a:pt x="2139148" y="107917"/>
                </a:lnTo>
                <a:cubicBezTo>
                  <a:pt x="2135578" y="112914"/>
                  <a:pt x="2131363" y="116635"/>
                  <a:pt x="2126502" y="119079"/>
                </a:cubicBezTo>
                <a:cubicBezTo>
                  <a:pt x="2121642" y="121523"/>
                  <a:pt x="2116741" y="122745"/>
                  <a:pt x="2111798" y="122745"/>
                </a:cubicBezTo>
                <a:cubicBezTo>
                  <a:pt x="2101748" y="122745"/>
                  <a:pt x="2093139" y="118695"/>
                  <a:pt x="2085972" y="110594"/>
                </a:cubicBezTo>
                <a:cubicBezTo>
                  <a:pt x="2078805" y="102493"/>
                  <a:pt x="2075221" y="91194"/>
                  <a:pt x="2075221" y="76695"/>
                </a:cubicBezTo>
                <a:cubicBezTo>
                  <a:pt x="2075221" y="61867"/>
                  <a:pt x="2078709" y="50594"/>
                  <a:pt x="2085684" y="42878"/>
                </a:cubicBezTo>
                <a:cubicBezTo>
                  <a:pt x="2092658" y="35162"/>
                  <a:pt x="2101473" y="31304"/>
                  <a:pt x="2112127" y="31304"/>
                </a:cubicBezTo>
                <a:cubicBezTo>
                  <a:pt x="2121903" y="31304"/>
                  <a:pt x="2130361" y="35368"/>
                  <a:pt x="2137500" y="43496"/>
                </a:cubicBezTo>
                <a:lnTo>
                  <a:pt x="2137500" y="0"/>
                </a:lnTo>
                <a:lnTo>
                  <a:pt x="2160649" y="0"/>
                </a:lnTo>
                <a:lnTo>
                  <a:pt x="2160649" y="120768"/>
                </a:lnTo>
                <a:moveTo>
                  <a:pt x="2098864" y="75173"/>
                </a:moveTo>
                <a:cubicBezTo>
                  <a:pt x="2098864" y="84496"/>
                  <a:pt x="2100155" y="91241"/>
                  <a:pt x="2102736" y="95408"/>
                </a:cubicBezTo>
                <a:cubicBezTo>
                  <a:pt x="2106471" y="101440"/>
                  <a:pt x="2111688" y="104457"/>
                  <a:pt x="2118388" y="104457"/>
                </a:cubicBezTo>
                <a:cubicBezTo>
                  <a:pt x="2123715" y="104457"/>
                  <a:pt x="2128246" y="102195"/>
                  <a:pt x="2131981" y="97671"/>
                </a:cubicBezTo>
                <a:cubicBezTo>
                  <a:pt x="2135715" y="93147"/>
                  <a:pt x="2137582" y="86388"/>
                  <a:pt x="2137582" y="77395"/>
                </a:cubicBezTo>
                <a:cubicBezTo>
                  <a:pt x="2137582" y="67359"/>
                  <a:pt x="2135770" y="60133"/>
                  <a:pt x="2132145" y="55719"/>
                </a:cubicBezTo>
                <a:cubicBezTo>
                  <a:pt x="2128521" y="51305"/>
                  <a:pt x="2123880" y="49098"/>
                  <a:pt x="2118223" y="49098"/>
                </a:cubicBezTo>
                <a:cubicBezTo>
                  <a:pt x="2112731" y="49098"/>
                  <a:pt x="2108132" y="51278"/>
                  <a:pt x="2104425" y="55637"/>
                </a:cubicBezTo>
                <a:cubicBezTo>
                  <a:pt x="2100718" y="59996"/>
                  <a:pt x="2098864" y="66508"/>
                  <a:pt x="2098864" y="75173"/>
                </a:cubicBezTo>
                <a:close/>
                <a:moveTo>
                  <a:pt x="2181353" y="126369"/>
                </a:moveTo>
                <a:lnTo>
                  <a:pt x="2207796" y="129665"/>
                </a:lnTo>
                <a:cubicBezTo>
                  <a:pt x="2208236" y="132769"/>
                  <a:pt x="2209252" y="134903"/>
                  <a:pt x="2210844" y="136067"/>
                </a:cubicBezTo>
                <a:cubicBezTo>
                  <a:pt x="2213041" y="137730"/>
                  <a:pt x="2216501" y="138562"/>
                  <a:pt x="2221224" y="138562"/>
                </a:cubicBezTo>
                <a:cubicBezTo>
                  <a:pt x="2227265" y="138562"/>
                  <a:pt x="2231796" y="137649"/>
                  <a:pt x="2234817" y="135822"/>
                </a:cubicBezTo>
                <a:cubicBezTo>
                  <a:pt x="2236849" y="134606"/>
                  <a:pt x="2238386" y="132642"/>
                  <a:pt x="2239430" y="129932"/>
                </a:cubicBezTo>
                <a:cubicBezTo>
                  <a:pt x="2240144" y="127996"/>
                  <a:pt x="2240501" y="124429"/>
                  <a:pt x="2240501" y="119231"/>
                </a:cubicBezTo>
                <a:lnTo>
                  <a:pt x="2240501" y="106369"/>
                </a:lnTo>
                <a:cubicBezTo>
                  <a:pt x="2233581" y="115968"/>
                  <a:pt x="2224849" y="120768"/>
                  <a:pt x="2214304" y="120768"/>
                </a:cubicBezTo>
                <a:cubicBezTo>
                  <a:pt x="2202552" y="120768"/>
                  <a:pt x="2193243" y="115798"/>
                  <a:pt x="2186378" y="105857"/>
                </a:cubicBezTo>
                <a:cubicBezTo>
                  <a:pt x="2180996" y="98004"/>
                  <a:pt x="2178305" y="88228"/>
                  <a:pt x="2178305" y="76530"/>
                </a:cubicBezTo>
                <a:cubicBezTo>
                  <a:pt x="2178305" y="61867"/>
                  <a:pt x="2181833" y="50663"/>
                  <a:pt x="2188890" y="42919"/>
                </a:cubicBezTo>
                <a:cubicBezTo>
                  <a:pt x="2195947" y="35176"/>
                  <a:pt x="2204721" y="31304"/>
                  <a:pt x="2215210" y="31304"/>
                </a:cubicBezTo>
                <a:cubicBezTo>
                  <a:pt x="2226030" y="31304"/>
                  <a:pt x="2234954" y="36077"/>
                  <a:pt x="2241984" y="45623"/>
                </a:cubicBezTo>
                <a:lnTo>
                  <a:pt x="2241984" y="33281"/>
                </a:lnTo>
                <a:lnTo>
                  <a:pt x="2263649" y="33281"/>
                </a:lnTo>
                <a:lnTo>
                  <a:pt x="2263649" y="111840"/>
                </a:lnTo>
                <a:cubicBezTo>
                  <a:pt x="2263649" y="122172"/>
                  <a:pt x="2262798" y="129893"/>
                  <a:pt x="2261096" y="135004"/>
                </a:cubicBezTo>
                <a:cubicBezTo>
                  <a:pt x="2259393" y="140115"/>
                  <a:pt x="2257004" y="144126"/>
                  <a:pt x="2253929" y="147039"/>
                </a:cubicBezTo>
                <a:cubicBezTo>
                  <a:pt x="2250853" y="149953"/>
                  <a:pt x="2246748" y="152234"/>
                  <a:pt x="2241613" y="153882"/>
                </a:cubicBezTo>
                <a:cubicBezTo>
                  <a:pt x="2236478" y="155531"/>
                  <a:pt x="2229984" y="156355"/>
                  <a:pt x="2222130" y="156355"/>
                </a:cubicBezTo>
                <a:cubicBezTo>
                  <a:pt x="2207302" y="156355"/>
                  <a:pt x="2196785" y="153794"/>
                  <a:pt x="2190579" y="148671"/>
                </a:cubicBezTo>
                <a:cubicBezTo>
                  <a:pt x="2184373" y="143550"/>
                  <a:pt x="2181270" y="137057"/>
                  <a:pt x="2181270" y="129194"/>
                </a:cubicBezTo>
                <a:cubicBezTo>
                  <a:pt x="2181270" y="128418"/>
                  <a:pt x="2181298" y="127476"/>
                  <a:pt x="2181353" y="126369"/>
                </a:cubicBezTo>
                <a:moveTo>
                  <a:pt x="2202030" y="75212"/>
                </a:moveTo>
                <a:cubicBezTo>
                  <a:pt x="2202030" y="84466"/>
                  <a:pt x="2203828" y="91242"/>
                  <a:pt x="2207426" y="95539"/>
                </a:cubicBezTo>
                <a:cubicBezTo>
                  <a:pt x="2211023" y="99837"/>
                  <a:pt x="2215458" y="101985"/>
                  <a:pt x="2220730" y="101985"/>
                </a:cubicBezTo>
                <a:cubicBezTo>
                  <a:pt x="2226387" y="101985"/>
                  <a:pt x="2231165" y="99782"/>
                  <a:pt x="2235064" y="95374"/>
                </a:cubicBezTo>
                <a:cubicBezTo>
                  <a:pt x="2238963" y="90967"/>
                  <a:pt x="2240913" y="84439"/>
                  <a:pt x="2240913" y="75789"/>
                </a:cubicBezTo>
                <a:cubicBezTo>
                  <a:pt x="2240913" y="66754"/>
                  <a:pt x="2239045" y="60047"/>
                  <a:pt x="2235311" y="55668"/>
                </a:cubicBezTo>
                <a:cubicBezTo>
                  <a:pt x="2231576" y="51288"/>
                  <a:pt x="2226853" y="49098"/>
                  <a:pt x="2221142" y="49098"/>
                </a:cubicBezTo>
                <a:cubicBezTo>
                  <a:pt x="2215595" y="49098"/>
                  <a:pt x="2211023" y="51247"/>
                  <a:pt x="2207426" y="55544"/>
                </a:cubicBezTo>
                <a:cubicBezTo>
                  <a:pt x="2203828" y="59842"/>
                  <a:pt x="2202030" y="66398"/>
                  <a:pt x="2202030" y="75212"/>
                </a:cubicBezTo>
                <a:close/>
                <a:moveTo>
                  <a:pt x="2337241" y="92924"/>
                </a:moveTo>
                <a:lnTo>
                  <a:pt x="2360307" y="96878"/>
                </a:lnTo>
                <a:cubicBezTo>
                  <a:pt x="2357342" y="105308"/>
                  <a:pt x="2352660" y="111727"/>
                  <a:pt x="2346262" y="116134"/>
                </a:cubicBezTo>
                <a:cubicBezTo>
                  <a:pt x="2339864" y="120541"/>
                  <a:pt x="2331859" y="122745"/>
                  <a:pt x="2322248" y="122745"/>
                </a:cubicBezTo>
                <a:cubicBezTo>
                  <a:pt x="2307035" y="122745"/>
                  <a:pt x="2295777" y="117775"/>
                  <a:pt x="2288473" y="107834"/>
                </a:cubicBezTo>
                <a:cubicBezTo>
                  <a:pt x="2282706" y="99871"/>
                  <a:pt x="2279823" y="89821"/>
                  <a:pt x="2279823" y="77683"/>
                </a:cubicBezTo>
                <a:cubicBezTo>
                  <a:pt x="2279823" y="63185"/>
                  <a:pt x="2283612" y="51830"/>
                  <a:pt x="2291191" y="43620"/>
                </a:cubicBezTo>
                <a:cubicBezTo>
                  <a:pt x="2298770" y="35409"/>
                  <a:pt x="2308354" y="31304"/>
                  <a:pt x="2319942" y="31304"/>
                </a:cubicBezTo>
                <a:cubicBezTo>
                  <a:pt x="2332957" y="31304"/>
                  <a:pt x="2343227" y="35601"/>
                  <a:pt x="2350751" y="44196"/>
                </a:cubicBezTo>
                <a:cubicBezTo>
                  <a:pt x="2358275" y="52791"/>
                  <a:pt x="2361872" y="65958"/>
                  <a:pt x="2361543" y="83697"/>
                </a:cubicBezTo>
                <a:lnTo>
                  <a:pt x="2303548" y="83697"/>
                </a:lnTo>
                <a:cubicBezTo>
                  <a:pt x="2303713" y="90562"/>
                  <a:pt x="2305580" y="95903"/>
                  <a:pt x="2309150" y="99720"/>
                </a:cubicBezTo>
                <a:cubicBezTo>
                  <a:pt x="2312720" y="103537"/>
                  <a:pt x="2317168" y="105445"/>
                  <a:pt x="2322495" y="105445"/>
                </a:cubicBezTo>
                <a:cubicBezTo>
                  <a:pt x="2326120" y="105445"/>
                  <a:pt x="2329168" y="104457"/>
                  <a:pt x="2331639" y="102480"/>
                </a:cubicBezTo>
                <a:cubicBezTo>
                  <a:pt x="2334111" y="100502"/>
                  <a:pt x="2335978" y="97317"/>
                  <a:pt x="2337241" y="92924"/>
                </a:cubicBezTo>
                <a:moveTo>
                  <a:pt x="2338559" y="69528"/>
                </a:moveTo>
                <a:cubicBezTo>
                  <a:pt x="2338394" y="62855"/>
                  <a:pt x="2336664" y="57782"/>
                  <a:pt x="2333369" y="54308"/>
                </a:cubicBezTo>
                <a:cubicBezTo>
                  <a:pt x="2330074" y="50835"/>
                  <a:pt x="2326065" y="49098"/>
                  <a:pt x="2321342" y="49098"/>
                </a:cubicBezTo>
                <a:cubicBezTo>
                  <a:pt x="2316289" y="49098"/>
                  <a:pt x="2312115" y="50930"/>
                  <a:pt x="2308820" y="54594"/>
                </a:cubicBezTo>
                <a:cubicBezTo>
                  <a:pt x="2305525" y="58260"/>
                  <a:pt x="2303905" y="63238"/>
                  <a:pt x="2303960" y="69528"/>
                </a:cubicBezTo>
                <a:lnTo>
                  <a:pt x="2338559" y="695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F7D7D-1287-4317-A62C-5ED5281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90" y="6315737"/>
            <a:ext cx="590493" cy="253069"/>
          </a:xfrm>
          <a:custGeom xmlns:a="http://schemas.openxmlformats.org/drawingml/2006/main">
            <a:pathLst>
              <a:path w="590493" h="253069">
                <a:moveTo>
                  <a:pt x="0" y="0"/>
                </a:moveTo>
                <a:lnTo>
                  <a:pt x="590493" y="0"/>
                </a:lnTo>
                <a:lnTo>
                  <a:pt x="590493" y="253069"/>
                </a:lnTo>
                <a:lnTo>
                  <a:pt x="0" y="253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64129-C146-47BE-A6B6-436A1E5F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90" y="6315737"/>
            <a:ext cx="590493" cy="253069"/>
          </a:xfrm>
          <a:custGeom xmlns:a="http://schemas.openxmlformats.org/drawingml/2006/main">
            <a:pathLst>
              <a:path w="590493" h="253069" fill="none">
                <a:moveTo>
                  <a:pt x="0" y="0"/>
                </a:moveTo>
                <a:lnTo>
                  <a:pt x="590493" y="0"/>
                </a:lnTo>
                <a:lnTo>
                  <a:pt x="590493" y="253069"/>
                </a:lnTo>
                <a:lnTo>
                  <a:pt x="0" y="2530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B85450"/>
            </a:solidFill>
            <a:miter/>
          </a:ln>
        </p:spPr>
      </p:sp>
      <p:sp>
        <p:nvSpPr>
          <p:cNvPr id="104" name="Text Y">
            <a:extLst xmlns:a="http://schemas.openxmlformats.org/drawingml/2006/main">
              <a:ext uri="{FF2B5EF4-FFF2-40B4-BE49-F238E27FC236}">
                <a16:creationId xmlns:a16="http://schemas.microsoft.com/office/drawing/2014/main" id="{E159C738-9CA6-451E-87E1-58C721D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266" y="6384194"/>
            <a:ext cx="99646" cy="108691"/>
          </a:xfrm>
          <a:custGeom xmlns:a="http://schemas.openxmlformats.org/drawingml/2006/main">
            <a:pathLst>
              <a:path w="99646" h="108691">
                <a:moveTo>
                  <a:pt x="41890" y="108691"/>
                </a:moveTo>
                <a:lnTo>
                  <a:pt x="41890" y="62575"/>
                </a:lnTo>
                <a:lnTo>
                  <a:pt x="0" y="0"/>
                </a:lnTo>
                <a:lnTo>
                  <a:pt x="17497" y="0"/>
                </a:lnTo>
                <a:lnTo>
                  <a:pt x="38924" y="32724"/>
                </a:lnTo>
                <a:cubicBezTo>
                  <a:pt x="42878" y="38844"/>
                  <a:pt x="46561" y="44964"/>
                  <a:pt x="49971" y="51083"/>
                </a:cubicBezTo>
                <a:cubicBezTo>
                  <a:pt x="53233" y="45407"/>
                  <a:pt x="57188" y="39015"/>
                  <a:pt x="61834" y="31908"/>
                </a:cubicBezTo>
                <a:lnTo>
                  <a:pt x="82890" y="0"/>
                </a:lnTo>
                <a:lnTo>
                  <a:pt x="99646" y="0"/>
                </a:lnTo>
                <a:lnTo>
                  <a:pt x="56273" y="62575"/>
                </a:lnTo>
                <a:lnTo>
                  <a:pt x="56273" y="108691"/>
                </a:lnTo>
                <a:lnTo>
                  <a:pt x="41890" y="10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es">
            <a:extLst xmlns:a="http://schemas.openxmlformats.org/drawingml/2006/main">
              <a:ext uri="{FF2B5EF4-FFF2-40B4-BE49-F238E27FC236}">
                <a16:creationId xmlns:a16="http://schemas.microsoft.com/office/drawing/2014/main" id="{55ACDA7A-1653-444B-B1AB-897242E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720" y="6412368"/>
            <a:ext cx="148927" cy="82297"/>
          </a:xfrm>
          <a:custGeom xmlns:a="http://schemas.openxmlformats.org/drawingml/2006/main">
            <a:pathLst>
              <a:path w="148927" h="82297">
                <a:moveTo>
                  <a:pt x="58349" y="55161"/>
                </a:moveTo>
                <a:lnTo>
                  <a:pt x="72139" y="56866"/>
                </a:lnTo>
                <a:cubicBezTo>
                  <a:pt x="69965" y="64923"/>
                  <a:pt x="65936" y="71176"/>
                  <a:pt x="60054" y="75624"/>
                </a:cubicBezTo>
                <a:cubicBezTo>
                  <a:pt x="54172" y="80072"/>
                  <a:pt x="46660" y="82297"/>
                  <a:pt x="37515" y="82297"/>
                </a:cubicBezTo>
                <a:cubicBezTo>
                  <a:pt x="25999" y="82297"/>
                  <a:pt x="16867" y="78750"/>
                  <a:pt x="10120" y="71657"/>
                </a:cubicBezTo>
                <a:cubicBezTo>
                  <a:pt x="3373" y="64565"/>
                  <a:pt x="0" y="54617"/>
                  <a:pt x="0" y="41816"/>
                </a:cubicBezTo>
                <a:cubicBezTo>
                  <a:pt x="0" y="28569"/>
                  <a:pt x="3410" y="18288"/>
                  <a:pt x="10231" y="10973"/>
                </a:cubicBezTo>
                <a:cubicBezTo>
                  <a:pt x="17052" y="3658"/>
                  <a:pt x="25900" y="0"/>
                  <a:pt x="36774" y="0"/>
                </a:cubicBezTo>
                <a:cubicBezTo>
                  <a:pt x="47302" y="0"/>
                  <a:pt x="55902" y="3578"/>
                  <a:pt x="62575" y="10734"/>
                </a:cubicBezTo>
                <a:cubicBezTo>
                  <a:pt x="69248" y="17889"/>
                  <a:pt x="72584" y="27955"/>
                  <a:pt x="72584" y="40933"/>
                </a:cubicBezTo>
                <a:cubicBezTo>
                  <a:pt x="72584" y="41722"/>
                  <a:pt x="72559" y="42906"/>
                  <a:pt x="72510" y="44485"/>
                </a:cubicBezTo>
                <a:lnTo>
                  <a:pt x="13790" y="44485"/>
                </a:lnTo>
                <a:cubicBezTo>
                  <a:pt x="14285" y="53110"/>
                  <a:pt x="16731" y="59715"/>
                  <a:pt x="21130" y="64299"/>
                </a:cubicBezTo>
                <a:cubicBezTo>
                  <a:pt x="25529" y="68883"/>
                  <a:pt x="31016" y="71176"/>
                  <a:pt x="37590" y="71176"/>
                </a:cubicBezTo>
                <a:cubicBezTo>
                  <a:pt x="42483" y="71176"/>
                  <a:pt x="46660" y="69903"/>
                  <a:pt x="50119" y="67357"/>
                </a:cubicBezTo>
                <a:cubicBezTo>
                  <a:pt x="53579" y="64810"/>
                  <a:pt x="56323" y="60745"/>
                  <a:pt x="58349" y="55161"/>
                </a:cubicBezTo>
                <a:moveTo>
                  <a:pt x="14532" y="33364"/>
                </a:moveTo>
                <a:lnTo>
                  <a:pt x="58497" y="33364"/>
                </a:lnTo>
                <a:cubicBezTo>
                  <a:pt x="57904" y="26848"/>
                  <a:pt x="56224" y="21962"/>
                  <a:pt x="53456" y="18704"/>
                </a:cubicBezTo>
                <a:cubicBezTo>
                  <a:pt x="49205" y="13649"/>
                  <a:pt x="43694" y="11121"/>
                  <a:pt x="36922" y="11121"/>
                </a:cubicBezTo>
                <a:cubicBezTo>
                  <a:pt x="30793" y="11121"/>
                  <a:pt x="25640" y="13139"/>
                  <a:pt x="21464" y="17175"/>
                </a:cubicBezTo>
                <a:cubicBezTo>
                  <a:pt x="17287" y="21210"/>
                  <a:pt x="14977" y="26606"/>
                  <a:pt x="14532" y="33364"/>
                </a:cubicBezTo>
                <a:close/>
                <a:moveTo>
                  <a:pt x="83534" y="56940"/>
                </a:moveTo>
                <a:lnTo>
                  <a:pt x="96731" y="54864"/>
                </a:lnTo>
                <a:cubicBezTo>
                  <a:pt x="97473" y="60130"/>
                  <a:pt x="99536" y="64165"/>
                  <a:pt x="102922" y="66970"/>
                </a:cubicBezTo>
                <a:cubicBezTo>
                  <a:pt x="106308" y="69774"/>
                  <a:pt x="111040" y="71176"/>
                  <a:pt x="117120" y="71176"/>
                </a:cubicBezTo>
                <a:cubicBezTo>
                  <a:pt x="123249" y="71176"/>
                  <a:pt x="127796" y="69938"/>
                  <a:pt x="130762" y="67462"/>
                </a:cubicBezTo>
                <a:cubicBezTo>
                  <a:pt x="133728" y="64984"/>
                  <a:pt x="135210" y="62079"/>
                  <a:pt x="135210" y="58745"/>
                </a:cubicBezTo>
                <a:cubicBezTo>
                  <a:pt x="135210" y="55753"/>
                  <a:pt x="133901" y="53399"/>
                  <a:pt x="131281" y="51683"/>
                </a:cubicBezTo>
                <a:cubicBezTo>
                  <a:pt x="129452" y="50506"/>
                  <a:pt x="124905" y="49010"/>
                  <a:pt x="117639" y="47195"/>
                </a:cubicBezTo>
                <a:cubicBezTo>
                  <a:pt x="107852" y="44723"/>
                  <a:pt x="101068" y="42583"/>
                  <a:pt x="97287" y="40778"/>
                </a:cubicBezTo>
                <a:cubicBezTo>
                  <a:pt x="93506" y="38972"/>
                  <a:pt x="90639" y="36474"/>
                  <a:pt x="88687" y="33282"/>
                </a:cubicBezTo>
                <a:cubicBezTo>
                  <a:pt x="86734" y="30091"/>
                  <a:pt x="85758" y="26566"/>
                  <a:pt x="85758" y="22708"/>
                </a:cubicBezTo>
                <a:cubicBezTo>
                  <a:pt x="85758" y="19196"/>
                  <a:pt x="86561" y="15943"/>
                  <a:pt x="88168" y="12949"/>
                </a:cubicBezTo>
                <a:cubicBezTo>
                  <a:pt x="89774" y="9956"/>
                  <a:pt x="91961" y="7470"/>
                  <a:pt x="94729" y="5491"/>
                </a:cubicBezTo>
                <a:cubicBezTo>
                  <a:pt x="96805" y="3957"/>
                  <a:pt x="99635" y="2659"/>
                  <a:pt x="103218" y="1596"/>
                </a:cubicBezTo>
                <a:cubicBezTo>
                  <a:pt x="106802" y="532"/>
                  <a:pt x="110645" y="0"/>
                  <a:pt x="114747" y="0"/>
                </a:cubicBezTo>
                <a:cubicBezTo>
                  <a:pt x="120926" y="0"/>
                  <a:pt x="126351" y="896"/>
                  <a:pt x="131021" y="2688"/>
                </a:cubicBezTo>
                <a:cubicBezTo>
                  <a:pt x="135692" y="4478"/>
                  <a:pt x="139140" y="6904"/>
                  <a:pt x="141364" y="9965"/>
                </a:cubicBezTo>
                <a:cubicBezTo>
                  <a:pt x="143588" y="13025"/>
                  <a:pt x="145121" y="17117"/>
                  <a:pt x="145961" y="22242"/>
                </a:cubicBezTo>
                <a:lnTo>
                  <a:pt x="132912" y="24022"/>
                </a:lnTo>
                <a:cubicBezTo>
                  <a:pt x="132319" y="19969"/>
                  <a:pt x="130601" y="16805"/>
                  <a:pt x="127759" y="14532"/>
                </a:cubicBezTo>
                <a:cubicBezTo>
                  <a:pt x="124917" y="12258"/>
                  <a:pt x="120901" y="11121"/>
                  <a:pt x="115711" y="11121"/>
                </a:cubicBezTo>
                <a:cubicBezTo>
                  <a:pt x="109582" y="11121"/>
                  <a:pt x="105208" y="12130"/>
                  <a:pt x="102588" y="14147"/>
                </a:cubicBezTo>
                <a:cubicBezTo>
                  <a:pt x="99969" y="16163"/>
                  <a:pt x="98659" y="18524"/>
                  <a:pt x="98659" y="21230"/>
                </a:cubicBezTo>
                <a:cubicBezTo>
                  <a:pt x="98659" y="22951"/>
                  <a:pt x="99202" y="24500"/>
                  <a:pt x="100290" y="25878"/>
                </a:cubicBezTo>
                <a:cubicBezTo>
                  <a:pt x="101377" y="27303"/>
                  <a:pt x="103083" y="28483"/>
                  <a:pt x="105406" y="29418"/>
                </a:cubicBezTo>
                <a:cubicBezTo>
                  <a:pt x="106740" y="29911"/>
                  <a:pt x="110670" y="31042"/>
                  <a:pt x="117194" y="32812"/>
                </a:cubicBezTo>
                <a:cubicBezTo>
                  <a:pt x="126635" y="35331"/>
                  <a:pt x="133221" y="37393"/>
                  <a:pt x="136953" y="38998"/>
                </a:cubicBezTo>
                <a:cubicBezTo>
                  <a:pt x="140684" y="40603"/>
                  <a:pt x="143613" y="42937"/>
                  <a:pt x="145738" y="46000"/>
                </a:cubicBezTo>
                <a:cubicBezTo>
                  <a:pt x="147864" y="49061"/>
                  <a:pt x="148927" y="52863"/>
                  <a:pt x="148927" y="57406"/>
                </a:cubicBezTo>
                <a:cubicBezTo>
                  <a:pt x="148927" y="61851"/>
                  <a:pt x="147629" y="66037"/>
                  <a:pt x="145034" y="69964"/>
                </a:cubicBezTo>
                <a:cubicBezTo>
                  <a:pt x="142439" y="73889"/>
                  <a:pt x="138695" y="76925"/>
                  <a:pt x="133802" y="79074"/>
                </a:cubicBezTo>
                <a:cubicBezTo>
                  <a:pt x="128908" y="81222"/>
                  <a:pt x="123373" y="82297"/>
                  <a:pt x="117194" y="82297"/>
                </a:cubicBezTo>
                <a:cubicBezTo>
                  <a:pt x="106963" y="82297"/>
                  <a:pt x="99165" y="80165"/>
                  <a:pt x="93803" y="75902"/>
                </a:cubicBezTo>
                <a:cubicBezTo>
                  <a:pt x="88440" y="71639"/>
                  <a:pt x="85017" y="65318"/>
                  <a:pt x="83534" y="569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92C7B-5521-40F0-9A27-9FAB10D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638" y="6315737"/>
            <a:ext cx="590493" cy="253069"/>
          </a:xfrm>
          <a:custGeom xmlns:a="http://schemas.openxmlformats.org/drawingml/2006/main">
            <a:pathLst>
              <a:path w="590493" h="253069">
                <a:moveTo>
                  <a:pt x="0" y="0"/>
                </a:moveTo>
                <a:lnTo>
                  <a:pt x="590493" y="0"/>
                </a:lnTo>
                <a:lnTo>
                  <a:pt x="590493" y="253069"/>
                </a:lnTo>
                <a:lnTo>
                  <a:pt x="0" y="253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5ECC6-AA2F-4E90-A20A-B2D96D51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638" y="6315737"/>
            <a:ext cx="590493" cy="253069"/>
          </a:xfrm>
          <a:custGeom xmlns:a="http://schemas.openxmlformats.org/drawingml/2006/main">
            <a:pathLst>
              <a:path w="590493" h="253069" fill="none">
                <a:moveTo>
                  <a:pt x="0" y="0"/>
                </a:moveTo>
                <a:lnTo>
                  <a:pt x="590493" y="0"/>
                </a:lnTo>
                <a:lnTo>
                  <a:pt x="590493" y="253069"/>
                </a:lnTo>
                <a:lnTo>
                  <a:pt x="0" y="2530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82B366"/>
            </a:solidFill>
            <a:miter/>
          </a:ln>
        </p:spPr>
      </p:sp>
      <p:sp>
        <p:nvSpPr>
          <p:cNvPr id="108" name="Text No">
            <a:extLst xmlns:a="http://schemas.openxmlformats.org/drawingml/2006/main">
              <a:ext uri="{FF2B5EF4-FFF2-40B4-BE49-F238E27FC236}">
                <a16:creationId xmlns:a16="http://schemas.microsoft.com/office/drawing/2014/main" id="{EE163B26-ED41-402D-AA79-4D2A732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092" y="6384194"/>
            <a:ext cx="176875" cy="110470"/>
          </a:xfrm>
          <a:custGeom xmlns:a="http://schemas.openxmlformats.org/drawingml/2006/main">
            <a:pathLst>
              <a:path w="176875" h="110470">
                <a:moveTo>
                  <a:pt x="0" y="108691"/>
                </a:moveTo>
                <a:lnTo>
                  <a:pt x="0" y="0"/>
                </a:lnTo>
                <a:lnTo>
                  <a:pt x="14754" y="0"/>
                </a:lnTo>
                <a:lnTo>
                  <a:pt x="71843" y="85336"/>
                </a:lnTo>
                <a:lnTo>
                  <a:pt x="71843" y="0"/>
                </a:lnTo>
                <a:lnTo>
                  <a:pt x="85633" y="0"/>
                </a:lnTo>
                <a:lnTo>
                  <a:pt x="85633" y="108691"/>
                </a:lnTo>
                <a:lnTo>
                  <a:pt x="70879" y="108691"/>
                </a:lnTo>
                <a:lnTo>
                  <a:pt x="13790" y="23280"/>
                </a:lnTo>
                <a:lnTo>
                  <a:pt x="13790" y="108691"/>
                </a:lnTo>
                <a:lnTo>
                  <a:pt x="0" y="108691"/>
                </a:lnTo>
                <a:close/>
                <a:moveTo>
                  <a:pt x="103105" y="69322"/>
                </a:moveTo>
                <a:cubicBezTo>
                  <a:pt x="103105" y="54741"/>
                  <a:pt x="107158" y="43941"/>
                  <a:pt x="115264" y="36922"/>
                </a:cubicBezTo>
                <a:cubicBezTo>
                  <a:pt x="122035" y="31090"/>
                  <a:pt x="130290" y="28174"/>
                  <a:pt x="140027" y="28174"/>
                </a:cubicBezTo>
                <a:cubicBezTo>
                  <a:pt x="150852" y="28174"/>
                  <a:pt x="159699" y="31720"/>
                  <a:pt x="166570" y="38813"/>
                </a:cubicBezTo>
                <a:cubicBezTo>
                  <a:pt x="173440" y="45906"/>
                  <a:pt x="176875" y="55705"/>
                  <a:pt x="176875" y="68210"/>
                </a:cubicBezTo>
                <a:cubicBezTo>
                  <a:pt x="176875" y="78342"/>
                  <a:pt x="175355" y="86313"/>
                  <a:pt x="172315" y="92120"/>
                </a:cubicBezTo>
                <a:cubicBezTo>
                  <a:pt x="169276" y="97928"/>
                  <a:pt x="164852" y="102438"/>
                  <a:pt x="159044" y="105651"/>
                </a:cubicBezTo>
                <a:cubicBezTo>
                  <a:pt x="153236" y="108864"/>
                  <a:pt x="146897" y="110470"/>
                  <a:pt x="140027" y="110470"/>
                </a:cubicBezTo>
                <a:cubicBezTo>
                  <a:pt x="129005" y="110470"/>
                  <a:pt x="120095" y="106936"/>
                  <a:pt x="113299" y="99868"/>
                </a:cubicBezTo>
                <a:cubicBezTo>
                  <a:pt x="106503" y="92800"/>
                  <a:pt x="103105" y="82618"/>
                  <a:pt x="103105" y="69322"/>
                </a:cubicBezTo>
                <a:moveTo>
                  <a:pt x="116821" y="69285"/>
                </a:moveTo>
                <a:cubicBezTo>
                  <a:pt x="116821" y="79331"/>
                  <a:pt x="119020" y="86853"/>
                  <a:pt x="123419" y="91852"/>
                </a:cubicBezTo>
                <a:cubicBezTo>
                  <a:pt x="127818" y="96850"/>
                  <a:pt x="133354" y="99349"/>
                  <a:pt x="140027" y="99349"/>
                </a:cubicBezTo>
                <a:cubicBezTo>
                  <a:pt x="146650" y="99349"/>
                  <a:pt x="152161" y="96838"/>
                  <a:pt x="156560" y="91815"/>
                </a:cubicBezTo>
                <a:cubicBezTo>
                  <a:pt x="160960" y="86791"/>
                  <a:pt x="163159" y="79134"/>
                  <a:pt x="163159" y="68842"/>
                </a:cubicBezTo>
                <a:cubicBezTo>
                  <a:pt x="163159" y="59141"/>
                  <a:pt x="160947" y="51791"/>
                  <a:pt x="156523" y="46792"/>
                </a:cubicBezTo>
                <a:cubicBezTo>
                  <a:pt x="152100" y="41794"/>
                  <a:pt x="146601" y="39295"/>
                  <a:pt x="140027" y="39295"/>
                </a:cubicBezTo>
                <a:cubicBezTo>
                  <a:pt x="133354" y="39295"/>
                  <a:pt x="127818" y="41782"/>
                  <a:pt x="123419" y="46755"/>
                </a:cubicBezTo>
                <a:cubicBezTo>
                  <a:pt x="119020" y="51729"/>
                  <a:pt x="116821" y="59239"/>
                  <a:pt x="116821" y="692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....">
            <a:extLst xmlns:a="http://schemas.openxmlformats.org/drawingml/2006/main">
              <a:ext uri="{FF2B5EF4-FFF2-40B4-BE49-F238E27FC236}">
                <a16:creationId xmlns:a16="http://schemas.microsoft.com/office/drawing/2014/main" id="{49480B16-59E2-4249-8470-8164D032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595" y="6452783"/>
            <a:ext cx="163854" cy="23231"/>
          </a:xfrm>
          <a:custGeom xmlns:a="http://schemas.openxmlformats.org/drawingml/2006/main">
            <a:pathLst>
              <a:path w="163854" h="23231">
                <a:moveTo>
                  <a:pt x="0" y="23231"/>
                </a:moveTo>
                <a:lnTo>
                  <a:pt x="0" y="0"/>
                </a:lnTo>
                <a:lnTo>
                  <a:pt x="23149" y="0"/>
                </a:lnTo>
                <a:lnTo>
                  <a:pt x="23149" y="23231"/>
                </a:lnTo>
                <a:lnTo>
                  <a:pt x="0" y="23231"/>
                </a:lnTo>
                <a:close/>
                <a:moveTo>
                  <a:pt x="46902" y="23231"/>
                </a:moveTo>
                <a:lnTo>
                  <a:pt x="46902" y="0"/>
                </a:lnTo>
                <a:lnTo>
                  <a:pt x="70050" y="0"/>
                </a:lnTo>
                <a:lnTo>
                  <a:pt x="70050" y="23231"/>
                </a:lnTo>
                <a:lnTo>
                  <a:pt x="46902" y="23231"/>
                </a:lnTo>
                <a:close/>
                <a:moveTo>
                  <a:pt x="93804" y="23231"/>
                </a:moveTo>
                <a:lnTo>
                  <a:pt x="93804" y="0"/>
                </a:lnTo>
                <a:lnTo>
                  <a:pt x="116953" y="0"/>
                </a:lnTo>
                <a:lnTo>
                  <a:pt x="116953" y="23231"/>
                </a:lnTo>
                <a:lnTo>
                  <a:pt x="93804" y="23231"/>
                </a:lnTo>
                <a:close/>
                <a:moveTo>
                  <a:pt x="140706" y="23231"/>
                </a:moveTo>
                <a:lnTo>
                  <a:pt x="140706" y="0"/>
                </a:lnTo>
                <a:lnTo>
                  <a:pt x="163854" y="0"/>
                </a:lnTo>
                <a:lnTo>
                  <a:pt x="163854" y="23231"/>
                </a:lnTo>
                <a:lnTo>
                  <a:pt x="140706" y="23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74126-FA5D-418F-B1DA-5340BF5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226" y="1490564"/>
            <a:ext cx="2657220" cy="337425"/>
          </a:xfrm>
          <a:custGeom xmlns:a="http://schemas.openxmlformats.org/drawingml/2006/main">
            <a:pathLst>
              <a:path w="2657220" h="337425">
                <a:moveTo>
                  <a:pt x="50614" y="0"/>
                </a:moveTo>
                <a:lnTo>
                  <a:pt x="2606606" y="0"/>
                </a:lnTo>
                <a:cubicBezTo>
                  <a:pt x="2609929" y="0"/>
                  <a:pt x="2613219" y="325"/>
                  <a:pt x="2616480" y="973"/>
                </a:cubicBezTo>
                <a:cubicBezTo>
                  <a:pt x="2619739" y="1622"/>
                  <a:pt x="2622904" y="2582"/>
                  <a:pt x="2625974" y="3854"/>
                </a:cubicBezTo>
                <a:cubicBezTo>
                  <a:pt x="2629044" y="5125"/>
                  <a:pt x="2631961" y="6684"/>
                  <a:pt x="2634725" y="8531"/>
                </a:cubicBezTo>
                <a:cubicBezTo>
                  <a:pt x="2637489" y="10377"/>
                  <a:pt x="2640046" y="12475"/>
                  <a:pt x="2642395" y="14825"/>
                </a:cubicBezTo>
                <a:cubicBezTo>
                  <a:pt x="2644746" y="17176"/>
                  <a:pt x="2646843" y="19733"/>
                  <a:pt x="2648689" y="22495"/>
                </a:cubicBezTo>
                <a:cubicBezTo>
                  <a:pt x="2650534" y="25259"/>
                  <a:pt x="2652093" y="28176"/>
                  <a:pt x="2653365" y="31246"/>
                </a:cubicBezTo>
                <a:cubicBezTo>
                  <a:pt x="2654638" y="34316"/>
                  <a:pt x="2655598" y="37481"/>
                  <a:pt x="2656247" y="40741"/>
                </a:cubicBezTo>
                <a:cubicBezTo>
                  <a:pt x="2656896" y="44000"/>
                  <a:pt x="2657220" y="47291"/>
                  <a:pt x="2657220" y="50614"/>
                </a:cubicBezTo>
                <a:lnTo>
                  <a:pt x="2657220" y="286811"/>
                </a:lnTo>
                <a:cubicBezTo>
                  <a:pt x="2657220" y="290135"/>
                  <a:pt x="2656896" y="293426"/>
                  <a:pt x="2656247" y="296686"/>
                </a:cubicBezTo>
                <a:cubicBezTo>
                  <a:pt x="2655598" y="299945"/>
                  <a:pt x="2654638" y="303110"/>
                  <a:pt x="2653365" y="306180"/>
                </a:cubicBezTo>
                <a:cubicBezTo>
                  <a:pt x="2652093" y="309251"/>
                  <a:pt x="2650534" y="312168"/>
                  <a:pt x="2648689" y="314931"/>
                </a:cubicBezTo>
                <a:cubicBezTo>
                  <a:pt x="2646843" y="317695"/>
                  <a:pt x="2644746" y="320251"/>
                  <a:pt x="2642395" y="322601"/>
                </a:cubicBezTo>
                <a:cubicBezTo>
                  <a:pt x="2640046" y="324951"/>
                  <a:pt x="2637489" y="327049"/>
                  <a:pt x="2634725" y="328895"/>
                </a:cubicBezTo>
                <a:cubicBezTo>
                  <a:pt x="2631961" y="330741"/>
                  <a:pt x="2629044" y="332301"/>
                  <a:pt x="2625974" y="333572"/>
                </a:cubicBezTo>
                <a:cubicBezTo>
                  <a:pt x="2622904" y="334843"/>
                  <a:pt x="2619739" y="335804"/>
                  <a:pt x="2616480" y="336452"/>
                </a:cubicBezTo>
                <a:cubicBezTo>
                  <a:pt x="2613219" y="337100"/>
                  <a:pt x="2609929" y="337425"/>
                  <a:pt x="2606606" y="337425"/>
                </a:cubicBezTo>
                <a:lnTo>
                  <a:pt x="50614" y="337425"/>
                </a:lnTo>
                <a:cubicBezTo>
                  <a:pt x="47290" y="337425"/>
                  <a:pt x="43999" y="337101"/>
                  <a:pt x="40739" y="336452"/>
                </a:cubicBezTo>
                <a:cubicBezTo>
                  <a:pt x="37480" y="335804"/>
                  <a:pt x="34314" y="334843"/>
                  <a:pt x="31244" y="333572"/>
                </a:cubicBezTo>
                <a:cubicBezTo>
                  <a:pt x="28174" y="332301"/>
                  <a:pt x="25257" y="330741"/>
                  <a:pt x="22494" y="328895"/>
                </a:cubicBezTo>
                <a:cubicBezTo>
                  <a:pt x="19730" y="327049"/>
                  <a:pt x="17174" y="324951"/>
                  <a:pt x="14824" y="322601"/>
                </a:cubicBezTo>
                <a:cubicBezTo>
                  <a:pt x="12474" y="320251"/>
                  <a:pt x="10376" y="317695"/>
                  <a:pt x="8529" y="314931"/>
                </a:cubicBezTo>
                <a:cubicBezTo>
                  <a:pt x="6683" y="312168"/>
                  <a:pt x="5124" y="309251"/>
                  <a:pt x="3852" y="306180"/>
                </a:cubicBezTo>
                <a:cubicBezTo>
                  <a:pt x="2580" y="303110"/>
                  <a:pt x="1620" y="299945"/>
                  <a:pt x="972" y="296685"/>
                </a:cubicBezTo>
                <a:cubicBezTo>
                  <a:pt x="323" y="293426"/>
                  <a:pt x="0" y="290135"/>
                  <a:pt x="0" y="286811"/>
                </a:cubicBezTo>
                <a:lnTo>
                  <a:pt x="0" y="50614"/>
                </a:lnTo>
                <a:cubicBezTo>
                  <a:pt x="0" y="47291"/>
                  <a:pt x="323" y="44000"/>
                  <a:pt x="972" y="40741"/>
                </a:cubicBezTo>
                <a:cubicBezTo>
                  <a:pt x="1620" y="37481"/>
                  <a:pt x="2580" y="34316"/>
                  <a:pt x="3852" y="31246"/>
                </a:cubicBezTo>
                <a:cubicBezTo>
                  <a:pt x="5124" y="28176"/>
                  <a:pt x="6683" y="25259"/>
                  <a:pt x="8530" y="22495"/>
                </a:cubicBezTo>
                <a:cubicBezTo>
                  <a:pt x="10376" y="19733"/>
                  <a:pt x="12474" y="17176"/>
                  <a:pt x="14824" y="14825"/>
                </a:cubicBezTo>
                <a:cubicBezTo>
                  <a:pt x="17174" y="12475"/>
                  <a:pt x="19730" y="10377"/>
                  <a:pt x="22494" y="8530"/>
                </a:cubicBezTo>
                <a:cubicBezTo>
                  <a:pt x="25257" y="6684"/>
                  <a:pt x="28174" y="5125"/>
                  <a:pt x="31244" y="3854"/>
                </a:cubicBezTo>
                <a:cubicBezTo>
                  <a:pt x="34314" y="2582"/>
                  <a:pt x="37480" y="1622"/>
                  <a:pt x="40739" y="973"/>
                </a:cubicBezTo>
                <a:cubicBezTo>
                  <a:pt x="43999" y="325"/>
                  <a:pt x="47290" y="0"/>
                  <a:pt x="50614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BE455-C745-491A-BF16-352C584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226" y="1490564"/>
            <a:ext cx="2657220" cy="337425"/>
          </a:xfrm>
          <a:custGeom xmlns:a="http://schemas.openxmlformats.org/drawingml/2006/main">
            <a:pathLst>
              <a:path w="2657220" h="337425" fill="none">
                <a:moveTo>
                  <a:pt x="50614" y="0"/>
                </a:moveTo>
                <a:lnTo>
                  <a:pt x="2606606" y="0"/>
                </a:lnTo>
                <a:cubicBezTo>
                  <a:pt x="2609929" y="0"/>
                  <a:pt x="2613219" y="325"/>
                  <a:pt x="2616480" y="973"/>
                </a:cubicBezTo>
                <a:cubicBezTo>
                  <a:pt x="2619739" y="1622"/>
                  <a:pt x="2622904" y="2582"/>
                  <a:pt x="2625974" y="3854"/>
                </a:cubicBezTo>
                <a:cubicBezTo>
                  <a:pt x="2629044" y="5125"/>
                  <a:pt x="2631961" y="6684"/>
                  <a:pt x="2634725" y="8531"/>
                </a:cubicBezTo>
                <a:cubicBezTo>
                  <a:pt x="2637489" y="10377"/>
                  <a:pt x="2640046" y="12475"/>
                  <a:pt x="2642395" y="14825"/>
                </a:cubicBezTo>
                <a:cubicBezTo>
                  <a:pt x="2644746" y="17176"/>
                  <a:pt x="2646843" y="19733"/>
                  <a:pt x="2648689" y="22495"/>
                </a:cubicBezTo>
                <a:cubicBezTo>
                  <a:pt x="2650534" y="25259"/>
                  <a:pt x="2652093" y="28176"/>
                  <a:pt x="2653365" y="31246"/>
                </a:cubicBezTo>
                <a:cubicBezTo>
                  <a:pt x="2654638" y="34316"/>
                  <a:pt x="2655598" y="37481"/>
                  <a:pt x="2656247" y="40741"/>
                </a:cubicBezTo>
                <a:cubicBezTo>
                  <a:pt x="2656896" y="44000"/>
                  <a:pt x="2657220" y="47291"/>
                  <a:pt x="2657220" y="50614"/>
                </a:cubicBezTo>
                <a:lnTo>
                  <a:pt x="2657220" y="286811"/>
                </a:lnTo>
                <a:cubicBezTo>
                  <a:pt x="2657220" y="290135"/>
                  <a:pt x="2656896" y="293426"/>
                  <a:pt x="2656247" y="296686"/>
                </a:cubicBezTo>
                <a:cubicBezTo>
                  <a:pt x="2655598" y="299945"/>
                  <a:pt x="2654638" y="303110"/>
                  <a:pt x="2653365" y="306180"/>
                </a:cubicBezTo>
                <a:cubicBezTo>
                  <a:pt x="2652093" y="309251"/>
                  <a:pt x="2650534" y="312168"/>
                  <a:pt x="2648689" y="314931"/>
                </a:cubicBezTo>
                <a:cubicBezTo>
                  <a:pt x="2646843" y="317695"/>
                  <a:pt x="2644746" y="320251"/>
                  <a:pt x="2642395" y="322601"/>
                </a:cubicBezTo>
                <a:cubicBezTo>
                  <a:pt x="2640046" y="324951"/>
                  <a:pt x="2637489" y="327049"/>
                  <a:pt x="2634725" y="328895"/>
                </a:cubicBezTo>
                <a:cubicBezTo>
                  <a:pt x="2631961" y="330741"/>
                  <a:pt x="2629044" y="332301"/>
                  <a:pt x="2625974" y="333572"/>
                </a:cubicBezTo>
                <a:cubicBezTo>
                  <a:pt x="2622904" y="334843"/>
                  <a:pt x="2619739" y="335804"/>
                  <a:pt x="2616480" y="336452"/>
                </a:cubicBezTo>
                <a:cubicBezTo>
                  <a:pt x="2613219" y="337100"/>
                  <a:pt x="2609929" y="337425"/>
                  <a:pt x="2606606" y="337425"/>
                </a:cubicBezTo>
                <a:lnTo>
                  <a:pt x="50614" y="337425"/>
                </a:lnTo>
                <a:cubicBezTo>
                  <a:pt x="47290" y="337425"/>
                  <a:pt x="43999" y="337101"/>
                  <a:pt x="40739" y="336452"/>
                </a:cubicBezTo>
                <a:cubicBezTo>
                  <a:pt x="37480" y="335804"/>
                  <a:pt x="34314" y="334843"/>
                  <a:pt x="31244" y="333572"/>
                </a:cubicBezTo>
                <a:cubicBezTo>
                  <a:pt x="28174" y="332301"/>
                  <a:pt x="25257" y="330741"/>
                  <a:pt x="22494" y="328895"/>
                </a:cubicBezTo>
                <a:cubicBezTo>
                  <a:pt x="19730" y="327049"/>
                  <a:pt x="17174" y="324951"/>
                  <a:pt x="14824" y="322601"/>
                </a:cubicBezTo>
                <a:cubicBezTo>
                  <a:pt x="12474" y="320251"/>
                  <a:pt x="10376" y="317695"/>
                  <a:pt x="8529" y="314931"/>
                </a:cubicBezTo>
                <a:cubicBezTo>
                  <a:pt x="6683" y="312168"/>
                  <a:pt x="5124" y="309251"/>
                  <a:pt x="3852" y="306180"/>
                </a:cubicBezTo>
                <a:cubicBezTo>
                  <a:pt x="2580" y="303110"/>
                  <a:pt x="1620" y="299945"/>
                  <a:pt x="972" y="296685"/>
                </a:cubicBezTo>
                <a:cubicBezTo>
                  <a:pt x="323" y="293426"/>
                  <a:pt x="0" y="290135"/>
                  <a:pt x="0" y="286811"/>
                </a:cubicBezTo>
                <a:lnTo>
                  <a:pt x="0" y="50614"/>
                </a:lnTo>
                <a:cubicBezTo>
                  <a:pt x="0" y="47291"/>
                  <a:pt x="323" y="44000"/>
                  <a:pt x="972" y="40741"/>
                </a:cubicBezTo>
                <a:cubicBezTo>
                  <a:pt x="1620" y="37481"/>
                  <a:pt x="2580" y="34316"/>
                  <a:pt x="3852" y="31246"/>
                </a:cubicBezTo>
                <a:cubicBezTo>
                  <a:pt x="5124" y="28176"/>
                  <a:pt x="6683" y="25259"/>
                  <a:pt x="8530" y="22495"/>
                </a:cubicBezTo>
                <a:cubicBezTo>
                  <a:pt x="10376" y="19733"/>
                  <a:pt x="12474" y="17176"/>
                  <a:pt x="14824" y="14825"/>
                </a:cubicBezTo>
                <a:cubicBezTo>
                  <a:pt x="17174" y="12475"/>
                  <a:pt x="19730" y="10377"/>
                  <a:pt x="22494" y="8530"/>
                </a:cubicBezTo>
                <a:cubicBezTo>
                  <a:pt x="25257" y="6684"/>
                  <a:pt x="28174" y="5125"/>
                  <a:pt x="31244" y="3854"/>
                </a:cubicBezTo>
                <a:cubicBezTo>
                  <a:pt x="34314" y="2582"/>
                  <a:pt x="37480" y="1622"/>
                  <a:pt x="40739" y="973"/>
                </a:cubicBezTo>
                <a:cubicBezTo>
                  <a:pt x="43999" y="325"/>
                  <a:pt x="47290" y="0"/>
                  <a:pt x="506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D6B656"/>
            </a:solidFill>
            <a:miter/>
          </a:ln>
        </p:spPr>
      </p:sp>
      <p:sp>
        <p:nvSpPr>
          <p:cNvPr id="112" name="Text [Mutation">
            <a:extLst xmlns:a="http://schemas.openxmlformats.org/drawingml/2006/main">
              <a:ext uri="{FF2B5EF4-FFF2-40B4-BE49-F238E27FC236}">
                <a16:creationId xmlns:a16="http://schemas.microsoft.com/office/drawing/2014/main" id="{A6A70C78-37B3-41E5-9CBF-AD562C8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109" y="1596405"/>
            <a:ext cx="588492" cy="123898"/>
          </a:xfrm>
          <a:custGeom xmlns:a="http://schemas.openxmlformats.org/drawingml/2006/main">
            <a:pathLst>
              <a:path w="588492" h="123898">
                <a:moveTo>
                  <a:pt x="0" y="123898"/>
                </a:moveTo>
                <a:lnTo>
                  <a:pt x="0" y="0"/>
                </a:lnTo>
                <a:lnTo>
                  <a:pt x="32820" y="0"/>
                </a:lnTo>
                <a:lnTo>
                  <a:pt x="32820" y="14631"/>
                </a:lnTo>
                <a:lnTo>
                  <a:pt x="17596" y="14631"/>
                </a:lnTo>
                <a:lnTo>
                  <a:pt x="17596" y="109268"/>
                </a:lnTo>
                <a:lnTo>
                  <a:pt x="32820" y="109268"/>
                </a:lnTo>
                <a:lnTo>
                  <a:pt x="32820" y="123898"/>
                </a:lnTo>
                <a:lnTo>
                  <a:pt x="0" y="123898"/>
                </a:lnTo>
                <a:close/>
                <a:moveTo>
                  <a:pt x="44879" y="96614"/>
                </a:moveTo>
                <a:lnTo>
                  <a:pt x="44879" y="0"/>
                </a:lnTo>
                <a:lnTo>
                  <a:pt x="74074" y="0"/>
                </a:lnTo>
                <a:lnTo>
                  <a:pt x="91605" y="65903"/>
                </a:lnTo>
                <a:lnTo>
                  <a:pt x="108937" y="0"/>
                </a:lnTo>
                <a:lnTo>
                  <a:pt x="138198" y="0"/>
                </a:lnTo>
                <a:lnTo>
                  <a:pt x="138198" y="96614"/>
                </a:lnTo>
                <a:lnTo>
                  <a:pt x="120075" y="96614"/>
                </a:lnTo>
                <a:lnTo>
                  <a:pt x="120075" y="20562"/>
                </a:lnTo>
                <a:lnTo>
                  <a:pt x="100897" y="96614"/>
                </a:lnTo>
                <a:lnTo>
                  <a:pt x="82114" y="96614"/>
                </a:lnTo>
                <a:lnTo>
                  <a:pt x="63003" y="20562"/>
                </a:lnTo>
                <a:lnTo>
                  <a:pt x="63003" y="96614"/>
                </a:lnTo>
                <a:lnTo>
                  <a:pt x="44879" y="96614"/>
                </a:lnTo>
                <a:close/>
                <a:moveTo>
                  <a:pt x="203507" y="96614"/>
                </a:moveTo>
                <a:lnTo>
                  <a:pt x="203507" y="86136"/>
                </a:lnTo>
                <a:cubicBezTo>
                  <a:pt x="200959" y="89870"/>
                  <a:pt x="197609" y="92814"/>
                  <a:pt x="193457" y="94967"/>
                </a:cubicBezTo>
                <a:cubicBezTo>
                  <a:pt x="189305" y="97119"/>
                  <a:pt x="184922" y="98196"/>
                  <a:pt x="180309" y="98196"/>
                </a:cubicBezTo>
                <a:cubicBezTo>
                  <a:pt x="175608" y="98196"/>
                  <a:pt x="171390" y="97163"/>
                  <a:pt x="167656" y="95098"/>
                </a:cubicBezTo>
                <a:cubicBezTo>
                  <a:pt x="163921" y="93033"/>
                  <a:pt x="161219" y="90134"/>
                  <a:pt x="159550" y="86399"/>
                </a:cubicBezTo>
                <a:cubicBezTo>
                  <a:pt x="157880" y="82665"/>
                  <a:pt x="157045" y="77502"/>
                  <a:pt x="157045" y="70912"/>
                </a:cubicBezTo>
                <a:lnTo>
                  <a:pt x="157045" y="26625"/>
                </a:lnTo>
                <a:lnTo>
                  <a:pt x="175564" y="26625"/>
                </a:lnTo>
                <a:lnTo>
                  <a:pt x="175564" y="58712"/>
                </a:lnTo>
                <a:cubicBezTo>
                  <a:pt x="175564" y="68531"/>
                  <a:pt x="175905" y="74548"/>
                  <a:pt x="176586" y="76761"/>
                </a:cubicBezTo>
                <a:cubicBezTo>
                  <a:pt x="177267" y="78974"/>
                  <a:pt x="178508" y="80727"/>
                  <a:pt x="180309" y="82021"/>
                </a:cubicBezTo>
                <a:cubicBezTo>
                  <a:pt x="182111" y="83314"/>
                  <a:pt x="184395" y="83961"/>
                  <a:pt x="187163" y="83961"/>
                </a:cubicBezTo>
                <a:cubicBezTo>
                  <a:pt x="190326" y="83961"/>
                  <a:pt x="193160" y="83095"/>
                  <a:pt x="195665" y="81364"/>
                </a:cubicBezTo>
                <a:cubicBezTo>
                  <a:pt x="198169" y="79632"/>
                  <a:pt x="199882" y="77484"/>
                  <a:pt x="200805" y="74920"/>
                </a:cubicBezTo>
                <a:cubicBezTo>
                  <a:pt x="201728" y="72355"/>
                  <a:pt x="202189" y="66076"/>
                  <a:pt x="202189" y="56082"/>
                </a:cubicBezTo>
                <a:lnTo>
                  <a:pt x="202189" y="26625"/>
                </a:lnTo>
                <a:lnTo>
                  <a:pt x="220708" y="26625"/>
                </a:lnTo>
                <a:lnTo>
                  <a:pt x="220708" y="96614"/>
                </a:lnTo>
                <a:lnTo>
                  <a:pt x="203507" y="96614"/>
                </a:lnTo>
                <a:close/>
                <a:moveTo>
                  <a:pt x="272002" y="26625"/>
                </a:moveTo>
                <a:lnTo>
                  <a:pt x="272002" y="41387"/>
                </a:lnTo>
                <a:lnTo>
                  <a:pt x="259349" y="41387"/>
                </a:lnTo>
                <a:lnTo>
                  <a:pt x="259349" y="69549"/>
                </a:lnTo>
                <a:cubicBezTo>
                  <a:pt x="259349" y="75252"/>
                  <a:pt x="259470" y="78575"/>
                  <a:pt x="259712" y="79518"/>
                </a:cubicBezTo>
                <a:cubicBezTo>
                  <a:pt x="259953" y="80460"/>
                  <a:pt x="260502" y="81239"/>
                  <a:pt x="261359" y="81854"/>
                </a:cubicBezTo>
                <a:cubicBezTo>
                  <a:pt x="262216" y="82468"/>
                  <a:pt x="263259" y="82774"/>
                  <a:pt x="264490" y="82774"/>
                </a:cubicBezTo>
                <a:cubicBezTo>
                  <a:pt x="266203" y="82774"/>
                  <a:pt x="268685" y="82181"/>
                  <a:pt x="271937" y="80995"/>
                </a:cubicBezTo>
                <a:lnTo>
                  <a:pt x="273518" y="95416"/>
                </a:lnTo>
                <a:cubicBezTo>
                  <a:pt x="269213" y="97269"/>
                  <a:pt x="264336" y="98196"/>
                  <a:pt x="258888" y="98196"/>
                </a:cubicBezTo>
                <a:cubicBezTo>
                  <a:pt x="255549" y="98196"/>
                  <a:pt x="252539" y="97636"/>
                  <a:pt x="249859" y="96515"/>
                </a:cubicBezTo>
                <a:cubicBezTo>
                  <a:pt x="247179" y="95395"/>
                  <a:pt x="245213" y="93945"/>
                  <a:pt x="243961" y="92166"/>
                </a:cubicBezTo>
                <a:cubicBezTo>
                  <a:pt x="242708" y="90386"/>
                  <a:pt x="241841" y="87981"/>
                  <a:pt x="241357" y="84949"/>
                </a:cubicBezTo>
                <a:cubicBezTo>
                  <a:pt x="240962" y="82796"/>
                  <a:pt x="240764" y="78447"/>
                  <a:pt x="240764" y="71900"/>
                </a:cubicBezTo>
                <a:lnTo>
                  <a:pt x="240764" y="41387"/>
                </a:lnTo>
                <a:lnTo>
                  <a:pt x="232263" y="41387"/>
                </a:lnTo>
                <a:lnTo>
                  <a:pt x="232263" y="26625"/>
                </a:lnTo>
                <a:lnTo>
                  <a:pt x="240764" y="26625"/>
                </a:lnTo>
                <a:lnTo>
                  <a:pt x="240764" y="12653"/>
                </a:lnTo>
                <a:lnTo>
                  <a:pt x="259349" y="1713"/>
                </a:lnTo>
                <a:lnTo>
                  <a:pt x="259349" y="26625"/>
                </a:lnTo>
                <a:lnTo>
                  <a:pt x="272002" y="26625"/>
                </a:lnTo>
                <a:close/>
                <a:moveTo>
                  <a:pt x="298692" y="48241"/>
                </a:moveTo>
                <a:lnTo>
                  <a:pt x="281887" y="45210"/>
                </a:lnTo>
                <a:cubicBezTo>
                  <a:pt x="283776" y="38354"/>
                  <a:pt x="287027" y="33280"/>
                  <a:pt x="291641" y="29986"/>
                </a:cubicBezTo>
                <a:cubicBezTo>
                  <a:pt x="296254" y="26691"/>
                  <a:pt x="303108" y="25043"/>
                  <a:pt x="312202" y="25043"/>
                </a:cubicBezTo>
                <a:cubicBezTo>
                  <a:pt x="320462" y="25043"/>
                  <a:pt x="326613" y="26021"/>
                  <a:pt x="330655" y="27976"/>
                </a:cubicBezTo>
                <a:cubicBezTo>
                  <a:pt x="334697" y="29931"/>
                  <a:pt x="337542" y="32413"/>
                  <a:pt x="339190" y="35423"/>
                </a:cubicBezTo>
                <a:cubicBezTo>
                  <a:pt x="340837" y="38433"/>
                  <a:pt x="341661" y="43957"/>
                  <a:pt x="341661" y="51998"/>
                </a:cubicBezTo>
                <a:lnTo>
                  <a:pt x="341464" y="73614"/>
                </a:lnTo>
                <a:cubicBezTo>
                  <a:pt x="341464" y="79765"/>
                  <a:pt x="341760" y="84301"/>
                  <a:pt x="342353" y="87223"/>
                </a:cubicBezTo>
                <a:cubicBezTo>
                  <a:pt x="342946" y="90145"/>
                  <a:pt x="344056" y="93275"/>
                  <a:pt x="345681" y="96614"/>
                </a:cubicBezTo>
                <a:lnTo>
                  <a:pt x="327360" y="96614"/>
                </a:lnTo>
                <a:cubicBezTo>
                  <a:pt x="326877" y="95384"/>
                  <a:pt x="326284" y="93561"/>
                  <a:pt x="325581" y="91144"/>
                </a:cubicBezTo>
                <a:cubicBezTo>
                  <a:pt x="325273" y="90046"/>
                  <a:pt x="325054" y="89321"/>
                  <a:pt x="324922" y="88969"/>
                </a:cubicBezTo>
                <a:cubicBezTo>
                  <a:pt x="321758" y="92045"/>
                  <a:pt x="318375" y="94351"/>
                  <a:pt x="314773" y="95889"/>
                </a:cubicBezTo>
                <a:cubicBezTo>
                  <a:pt x="311170" y="97427"/>
                  <a:pt x="307326" y="98196"/>
                  <a:pt x="303240" y="98196"/>
                </a:cubicBezTo>
                <a:cubicBezTo>
                  <a:pt x="296034" y="98196"/>
                  <a:pt x="290356" y="96249"/>
                  <a:pt x="286204" y="92355"/>
                </a:cubicBezTo>
                <a:cubicBezTo>
                  <a:pt x="282052" y="88461"/>
                  <a:pt x="279976" y="83539"/>
                  <a:pt x="279976" y="77589"/>
                </a:cubicBezTo>
                <a:cubicBezTo>
                  <a:pt x="279976" y="73651"/>
                  <a:pt x="280920" y="70140"/>
                  <a:pt x="282810" y="67057"/>
                </a:cubicBezTo>
                <a:cubicBezTo>
                  <a:pt x="284699" y="63971"/>
                  <a:pt x="287346" y="61609"/>
                  <a:pt x="290751" y="59968"/>
                </a:cubicBezTo>
                <a:cubicBezTo>
                  <a:pt x="294156" y="58327"/>
                  <a:pt x="299066" y="56894"/>
                  <a:pt x="305480" y="55670"/>
                </a:cubicBezTo>
                <a:cubicBezTo>
                  <a:pt x="314136" y="54051"/>
                  <a:pt x="320133" y="52541"/>
                  <a:pt x="323472" y="51141"/>
                </a:cubicBezTo>
                <a:lnTo>
                  <a:pt x="323472" y="49275"/>
                </a:lnTo>
                <a:cubicBezTo>
                  <a:pt x="323472" y="45676"/>
                  <a:pt x="322593" y="43111"/>
                  <a:pt x="320836" y="41579"/>
                </a:cubicBezTo>
                <a:cubicBezTo>
                  <a:pt x="319078" y="40045"/>
                  <a:pt x="315761" y="39278"/>
                  <a:pt x="310884" y="39278"/>
                </a:cubicBezTo>
                <a:cubicBezTo>
                  <a:pt x="307589" y="39278"/>
                  <a:pt x="305019" y="39941"/>
                  <a:pt x="303174" y="41268"/>
                </a:cubicBezTo>
                <a:cubicBezTo>
                  <a:pt x="301328" y="42593"/>
                  <a:pt x="299835" y="44917"/>
                  <a:pt x="298692" y="48241"/>
                </a:cubicBezTo>
                <a:moveTo>
                  <a:pt x="323472" y="63267"/>
                </a:moveTo>
                <a:cubicBezTo>
                  <a:pt x="321099" y="64048"/>
                  <a:pt x="317343" y="64982"/>
                  <a:pt x="312202" y="66068"/>
                </a:cubicBezTo>
                <a:cubicBezTo>
                  <a:pt x="307062" y="67153"/>
                  <a:pt x="303701" y="68216"/>
                  <a:pt x="302119" y="69258"/>
                </a:cubicBezTo>
                <a:cubicBezTo>
                  <a:pt x="299703" y="70951"/>
                  <a:pt x="298495" y="73100"/>
                  <a:pt x="298495" y="75704"/>
                </a:cubicBezTo>
                <a:cubicBezTo>
                  <a:pt x="298495" y="78266"/>
                  <a:pt x="299461" y="80481"/>
                  <a:pt x="301394" y="82348"/>
                </a:cubicBezTo>
                <a:cubicBezTo>
                  <a:pt x="303328" y="84214"/>
                  <a:pt x="305788" y="85147"/>
                  <a:pt x="308776" y="85147"/>
                </a:cubicBezTo>
                <a:cubicBezTo>
                  <a:pt x="312115" y="85147"/>
                  <a:pt x="315300" y="84062"/>
                  <a:pt x="318331" y="81891"/>
                </a:cubicBezTo>
                <a:cubicBezTo>
                  <a:pt x="320572" y="80242"/>
                  <a:pt x="322044" y="78223"/>
                  <a:pt x="322747" y="75834"/>
                </a:cubicBezTo>
                <a:cubicBezTo>
                  <a:pt x="323230" y="74272"/>
                  <a:pt x="323472" y="71298"/>
                  <a:pt x="323472" y="66914"/>
                </a:cubicBezTo>
                <a:lnTo>
                  <a:pt x="323472" y="63267"/>
                </a:lnTo>
                <a:close/>
                <a:moveTo>
                  <a:pt x="391991" y="26625"/>
                </a:moveTo>
                <a:lnTo>
                  <a:pt x="391991" y="41387"/>
                </a:lnTo>
                <a:lnTo>
                  <a:pt x="379337" y="41387"/>
                </a:lnTo>
                <a:lnTo>
                  <a:pt x="379337" y="69549"/>
                </a:lnTo>
                <a:cubicBezTo>
                  <a:pt x="379337" y="75252"/>
                  <a:pt x="379458" y="78575"/>
                  <a:pt x="379700" y="79518"/>
                </a:cubicBezTo>
                <a:cubicBezTo>
                  <a:pt x="379942" y="80460"/>
                  <a:pt x="380491" y="81239"/>
                  <a:pt x="381348" y="81854"/>
                </a:cubicBezTo>
                <a:cubicBezTo>
                  <a:pt x="382204" y="82468"/>
                  <a:pt x="383248" y="82774"/>
                  <a:pt x="384478" y="82774"/>
                </a:cubicBezTo>
                <a:cubicBezTo>
                  <a:pt x="386191" y="82774"/>
                  <a:pt x="388674" y="82181"/>
                  <a:pt x="391925" y="80995"/>
                </a:cubicBezTo>
                <a:lnTo>
                  <a:pt x="393507" y="95416"/>
                </a:lnTo>
                <a:cubicBezTo>
                  <a:pt x="389201" y="97269"/>
                  <a:pt x="384324" y="98196"/>
                  <a:pt x="378876" y="98196"/>
                </a:cubicBezTo>
                <a:cubicBezTo>
                  <a:pt x="375537" y="98196"/>
                  <a:pt x="372527" y="97636"/>
                  <a:pt x="369847" y="96515"/>
                </a:cubicBezTo>
                <a:cubicBezTo>
                  <a:pt x="367167" y="95395"/>
                  <a:pt x="365201" y="93945"/>
                  <a:pt x="363949" y="92166"/>
                </a:cubicBezTo>
                <a:cubicBezTo>
                  <a:pt x="362697" y="90386"/>
                  <a:pt x="361829" y="87981"/>
                  <a:pt x="361346" y="84949"/>
                </a:cubicBezTo>
                <a:cubicBezTo>
                  <a:pt x="360950" y="82796"/>
                  <a:pt x="360753" y="78447"/>
                  <a:pt x="360753" y="71900"/>
                </a:cubicBezTo>
                <a:lnTo>
                  <a:pt x="360753" y="41387"/>
                </a:lnTo>
                <a:lnTo>
                  <a:pt x="352251" y="41387"/>
                </a:lnTo>
                <a:lnTo>
                  <a:pt x="352251" y="26625"/>
                </a:lnTo>
                <a:lnTo>
                  <a:pt x="360753" y="26625"/>
                </a:lnTo>
                <a:lnTo>
                  <a:pt x="360753" y="12653"/>
                </a:lnTo>
                <a:lnTo>
                  <a:pt x="379337" y="1713"/>
                </a:lnTo>
                <a:lnTo>
                  <a:pt x="379337" y="26625"/>
                </a:lnTo>
                <a:lnTo>
                  <a:pt x="391991" y="26625"/>
                </a:lnTo>
                <a:close/>
                <a:moveTo>
                  <a:pt x="404841" y="17135"/>
                </a:moveTo>
                <a:lnTo>
                  <a:pt x="404841" y="0"/>
                </a:lnTo>
                <a:lnTo>
                  <a:pt x="423360" y="0"/>
                </a:lnTo>
                <a:lnTo>
                  <a:pt x="423360" y="17135"/>
                </a:lnTo>
                <a:lnTo>
                  <a:pt x="404841" y="17135"/>
                </a:lnTo>
                <a:moveTo>
                  <a:pt x="404841" y="96614"/>
                </a:moveTo>
                <a:lnTo>
                  <a:pt x="404841" y="26625"/>
                </a:lnTo>
                <a:lnTo>
                  <a:pt x="423360" y="26625"/>
                </a:lnTo>
                <a:lnTo>
                  <a:pt x="423360" y="96614"/>
                </a:lnTo>
                <a:lnTo>
                  <a:pt x="404841" y="96614"/>
                </a:lnTo>
                <a:close/>
                <a:moveTo>
                  <a:pt x="438078" y="60631"/>
                </a:moveTo>
                <a:cubicBezTo>
                  <a:pt x="438078" y="54480"/>
                  <a:pt x="439594" y="48527"/>
                  <a:pt x="442626" y="42771"/>
                </a:cubicBezTo>
                <a:cubicBezTo>
                  <a:pt x="445657" y="37016"/>
                  <a:pt x="449952" y="32622"/>
                  <a:pt x="455510" y="29591"/>
                </a:cubicBezTo>
                <a:cubicBezTo>
                  <a:pt x="461068" y="26559"/>
                  <a:pt x="467273" y="25043"/>
                  <a:pt x="474127" y="25043"/>
                </a:cubicBezTo>
                <a:cubicBezTo>
                  <a:pt x="484716" y="25043"/>
                  <a:pt x="493393" y="28481"/>
                  <a:pt x="500159" y="35357"/>
                </a:cubicBezTo>
                <a:cubicBezTo>
                  <a:pt x="506925" y="42233"/>
                  <a:pt x="510308" y="50921"/>
                  <a:pt x="510308" y="61422"/>
                </a:cubicBezTo>
                <a:cubicBezTo>
                  <a:pt x="510308" y="72010"/>
                  <a:pt x="506892" y="80786"/>
                  <a:pt x="500060" y="87750"/>
                </a:cubicBezTo>
                <a:cubicBezTo>
                  <a:pt x="493228" y="94714"/>
                  <a:pt x="484628" y="98196"/>
                  <a:pt x="474259" y="98196"/>
                </a:cubicBezTo>
                <a:cubicBezTo>
                  <a:pt x="467845" y="98196"/>
                  <a:pt x="461727" y="96746"/>
                  <a:pt x="455905" y="93846"/>
                </a:cubicBezTo>
                <a:cubicBezTo>
                  <a:pt x="450084" y="90946"/>
                  <a:pt x="445657" y="86696"/>
                  <a:pt x="442626" y="81094"/>
                </a:cubicBezTo>
                <a:cubicBezTo>
                  <a:pt x="439594" y="75492"/>
                  <a:pt x="438078" y="68671"/>
                  <a:pt x="438078" y="60631"/>
                </a:cubicBezTo>
                <a:moveTo>
                  <a:pt x="457058" y="61620"/>
                </a:moveTo>
                <a:cubicBezTo>
                  <a:pt x="457058" y="68539"/>
                  <a:pt x="458706" y="73839"/>
                  <a:pt x="462001" y="77519"/>
                </a:cubicBezTo>
                <a:cubicBezTo>
                  <a:pt x="465296" y="81198"/>
                  <a:pt x="469360" y="83038"/>
                  <a:pt x="474193" y="83038"/>
                </a:cubicBezTo>
                <a:cubicBezTo>
                  <a:pt x="479026" y="83038"/>
                  <a:pt x="483079" y="81198"/>
                  <a:pt x="486352" y="77519"/>
                </a:cubicBezTo>
                <a:cubicBezTo>
                  <a:pt x="489626" y="73839"/>
                  <a:pt x="491262" y="68495"/>
                  <a:pt x="491262" y="61488"/>
                </a:cubicBezTo>
                <a:cubicBezTo>
                  <a:pt x="491262" y="54656"/>
                  <a:pt x="489626" y="49400"/>
                  <a:pt x="486352" y="45720"/>
                </a:cubicBezTo>
                <a:cubicBezTo>
                  <a:pt x="483079" y="42041"/>
                  <a:pt x="479026" y="40201"/>
                  <a:pt x="474193" y="40201"/>
                </a:cubicBezTo>
                <a:cubicBezTo>
                  <a:pt x="469360" y="40201"/>
                  <a:pt x="465296" y="42041"/>
                  <a:pt x="462001" y="45720"/>
                </a:cubicBezTo>
                <a:cubicBezTo>
                  <a:pt x="458706" y="49400"/>
                  <a:pt x="457058" y="54700"/>
                  <a:pt x="457058" y="61620"/>
                </a:cubicBezTo>
                <a:close/>
                <a:moveTo>
                  <a:pt x="588492" y="96614"/>
                </a:moveTo>
                <a:lnTo>
                  <a:pt x="569973" y="96614"/>
                </a:lnTo>
                <a:lnTo>
                  <a:pt x="569973" y="60936"/>
                </a:lnTo>
                <a:cubicBezTo>
                  <a:pt x="569973" y="53387"/>
                  <a:pt x="569578" y="48505"/>
                  <a:pt x="568787" y="46289"/>
                </a:cubicBezTo>
                <a:cubicBezTo>
                  <a:pt x="567996" y="44073"/>
                  <a:pt x="566711" y="42350"/>
                  <a:pt x="564931" y="41122"/>
                </a:cubicBezTo>
                <a:cubicBezTo>
                  <a:pt x="563152" y="39893"/>
                  <a:pt x="561010" y="39278"/>
                  <a:pt x="558506" y="39278"/>
                </a:cubicBezTo>
                <a:cubicBezTo>
                  <a:pt x="555298" y="39278"/>
                  <a:pt x="552421" y="40156"/>
                  <a:pt x="549872" y="41912"/>
                </a:cubicBezTo>
                <a:cubicBezTo>
                  <a:pt x="547324" y="43667"/>
                  <a:pt x="545578" y="45993"/>
                  <a:pt x="544633" y="48890"/>
                </a:cubicBezTo>
                <a:cubicBezTo>
                  <a:pt x="543689" y="51786"/>
                  <a:pt x="543216" y="57139"/>
                  <a:pt x="543216" y="64952"/>
                </a:cubicBezTo>
                <a:lnTo>
                  <a:pt x="543216" y="96614"/>
                </a:lnTo>
                <a:lnTo>
                  <a:pt x="524697" y="96614"/>
                </a:lnTo>
                <a:lnTo>
                  <a:pt x="524697" y="26625"/>
                </a:lnTo>
                <a:lnTo>
                  <a:pt x="541898" y="26625"/>
                </a:lnTo>
                <a:lnTo>
                  <a:pt x="541898" y="36906"/>
                </a:lnTo>
                <a:cubicBezTo>
                  <a:pt x="548005" y="28997"/>
                  <a:pt x="555694" y="25043"/>
                  <a:pt x="564964" y="25043"/>
                </a:cubicBezTo>
                <a:cubicBezTo>
                  <a:pt x="569050" y="25043"/>
                  <a:pt x="572785" y="25779"/>
                  <a:pt x="576168" y="27251"/>
                </a:cubicBezTo>
                <a:cubicBezTo>
                  <a:pt x="579551" y="28723"/>
                  <a:pt x="582110" y="30601"/>
                  <a:pt x="583846" y="32886"/>
                </a:cubicBezTo>
                <a:cubicBezTo>
                  <a:pt x="585581" y="35170"/>
                  <a:pt x="586789" y="37763"/>
                  <a:pt x="587470" y="40662"/>
                </a:cubicBezTo>
                <a:cubicBezTo>
                  <a:pt x="588151" y="43562"/>
                  <a:pt x="588492" y="47714"/>
                  <a:pt x="588492" y="53118"/>
                </a:cubicBezTo>
                <a:lnTo>
                  <a:pt x="58849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i">
            <a:extLst xmlns:a="http://schemas.openxmlformats.org/drawingml/2006/main">
              <a:ext uri="{FF2B5EF4-FFF2-40B4-BE49-F238E27FC236}">
                <a16:creationId xmlns:a16="http://schemas.microsoft.com/office/drawing/2014/main" id="{679E269C-78EB-4564-8D06-6D3C5E61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792" y="1647852"/>
            <a:ext cx="15428" cy="80492"/>
          </a:xfrm>
          <a:custGeom xmlns:a="http://schemas.openxmlformats.org/drawingml/2006/main">
            <a:pathLst>
              <a:path w="15428" h="80492">
                <a:moveTo>
                  <a:pt x="0" y="14275"/>
                </a:moveTo>
                <a:lnTo>
                  <a:pt x="0" y="0"/>
                </a:lnTo>
                <a:lnTo>
                  <a:pt x="15428" y="0"/>
                </a:lnTo>
                <a:lnTo>
                  <a:pt x="15428" y="14275"/>
                </a:lnTo>
                <a:lnTo>
                  <a:pt x="0" y="14275"/>
                </a:lnTo>
                <a:moveTo>
                  <a:pt x="0" y="80492"/>
                </a:moveTo>
                <a:lnTo>
                  <a:pt x="0" y="22182"/>
                </a:lnTo>
                <a:lnTo>
                  <a:pt x="15428" y="22182"/>
                </a:lnTo>
                <a:lnTo>
                  <a:pt x="15428" y="80492"/>
                </a:lnTo>
                <a:lnTo>
                  <a:pt x="0" y="804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],isthisacorrectgroundtruth?">
            <a:extLst xmlns:a="http://schemas.openxmlformats.org/drawingml/2006/main">
              <a:ext uri="{FF2B5EF4-FFF2-40B4-BE49-F238E27FC236}">
                <a16:creationId xmlns:a16="http://schemas.microsoft.com/office/drawing/2014/main" id="{0B30FFA5-480F-472C-8335-FCC7FE0F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595" y="1594824"/>
            <a:ext cx="1858576" cy="126666"/>
          </a:xfrm>
          <a:custGeom xmlns:a="http://schemas.openxmlformats.org/drawingml/2006/main">
            <a:pathLst>
              <a:path w="1858576" h="126666">
                <a:moveTo>
                  <a:pt x="32820" y="1582"/>
                </a:moveTo>
                <a:lnTo>
                  <a:pt x="32820" y="125480"/>
                </a:lnTo>
                <a:lnTo>
                  <a:pt x="0" y="125480"/>
                </a:lnTo>
                <a:lnTo>
                  <a:pt x="0" y="110849"/>
                </a:lnTo>
                <a:lnTo>
                  <a:pt x="15224" y="110849"/>
                </a:lnTo>
                <a:lnTo>
                  <a:pt x="15224" y="16080"/>
                </a:lnTo>
                <a:lnTo>
                  <a:pt x="0" y="16080"/>
                </a:lnTo>
                <a:lnTo>
                  <a:pt x="0" y="1582"/>
                </a:lnTo>
                <a:lnTo>
                  <a:pt x="32820" y="1582"/>
                </a:lnTo>
                <a:close/>
                <a:moveTo>
                  <a:pt x="54436" y="98196"/>
                </a:moveTo>
                <a:lnTo>
                  <a:pt x="54436" y="84620"/>
                </a:lnTo>
                <a:lnTo>
                  <a:pt x="67946" y="84620"/>
                </a:lnTo>
                <a:lnTo>
                  <a:pt x="67946" y="98157"/>
                </a:lnTo>
                <a:cubicBezTo>
                  <a:pt x="67946" y="103132"/>
                  <a:pt x="67067" y="107150"/>
                  <a:pt x="65310" y="110209"/>
                </a:cubicBezTo>
                <a:cubicBezTo>
                  <a:pt x="63552" y="113269"/>
                  <a:pt x="60762" y="115636"/>
                  <a:pt x="56940" y="117308"/>
                </a:cubicBezTo>
                <a:lnTo>
                  <a:pt x="53645" y="112167"/>
                </a:lnTo>
                <a:cubicBezTo>
                  <a:pt x="56149" y="111074"/>
                  <a:pt x="57994" y="109467"/>
                  <a:pt x="59181" y="107346"/>
                </a:cubicBezTo>
                <a:cubicBezTo>
                  <a:pt x="60367" y="105225"/>
                  <a:pt x="61026" y="102175"/>
                  <a:pt x="61158" y="98196"/>
                </a:cubicBezTo>
                <a:lnTo>
                  <a:pt x="54436" y="98196"/>
                </a:lnTo>
                <a:close/>
                <a:moveTo>
                  <a:pt x="126448" y="15290"/>
                </a:moveTo>
                <a:lnTo>
                  <a:pt x="126448" y="1582"/>
                </a:lnTo>
                <a:lnTo>
                  <a:pt x="138310" y="1582"/>
                </a:lnTo>
                <a:lnTo>
                  <a:pt x="138310" y="15290"/>
                </a:lnTo>
                <a:lnTo>
                  <a:pt x="126448" y="15290"/>
                </a:lnTo>
                <a:moveTo>
                  <a:pt x="126448" y="98196"/>
                </a:moveTo>
                <a:lnTo>
                  <a:pt x="126448" y="28207"/>
                </a:lnTo>
                <a:lnTo>
                  <a:pt x="138310" y="28207"/>
                </a:lnTo>
                <a:lnTo>
                  <a:pt x="138310" y="98196"/>
                </a:lnTo>
                <a:lnTo>
                  <a:pt x="126448" y="98196"/>
                </a:lnTo>
                <a:close/>
                <a:moveTo>
                  <a:pt x="151600" y="77239"/>
                </a:moveTo>
                <a:lnTo>
                  <a:pt x="163331" y="75393"/>
                </a:lnTo>
                <a:cubicBezTo>
                  <a:pt x="163990" y="80074"/>
                  <a:pt x="165824" y="83661"/>
                  <a:pt x="168834" y="86154"/>
                </a:cubicBezTo>
                <a:cubicBezTo>
                  <a:pt x="171843" y="88646"/>
                  <a:pt x="176050" y="89892"/>
                  <a:pt x="181454" y="89892"/>
                </a:cubicBezTo>
                <a:cubicBezTo>
                  <a:pt x="186902" y="89892"/>
                  <a:pt x="190944" y="88792"/>
                  <a:pt x="193580" y="86591"/>
                </a:cubicBezTo>
                <a:cubicBezTo>
                  <a:pt x="196217" y="84388"/>
                  <a:pt x="197535" y="81806"/>
                  <a:pt x="197535" y="78843"/>
                </a:cubicBezTo>
                <a:cubicBezTo>
                  <a:pt x="197535" y="76183"/>
                  <a:pt x="196370" y="74091"/>
                  <a:pt x="194042" y="72566"/>
                </a:cubicBezTo>
                <a:cubicBezTo>
                  <a:pt x="192416" y="71519"/>
                  <a:pt x="188374" y="70190"/>
                  <a:pt x="181916" y="68576"/>
                </a:cubicBezTo>
                <a:cubicBezTo>
                  <a:pt x="173216" y="66378"/>
                  <a:pt x="167186" y="64477"/>
                  <a:pt x="163825" y="62872"/>
                </a:cubicBezTo>
                <a:cubicBezTo>
                  <a:pt x="160464" y="61267"/>
                  <a:pt x="157916" y="59046"/>
                  <a:pt x="156180" y="56209"/>
                </a:cubicBezTo>
                <a:cubicBezTo>
                  <a:pt x="154445" y="53373"/>
                  <a:pt x="153577" y="50240"/>
                  <a:pt x="153577" y="46810"/>
                </a:cubicBezTo>
                <a:cubicBezTo>
                  <a:pt x="153577" y="43688"/>
                  <a:pt x="154291" y="40796"/>
                  <a:pt x="155719" y="38135"/>
                </a:cubicBezTo>
                <a:cubicBezTo>
                  <a:pt x="157147" y="35474"/>
                  <a:pt x="159091" y="33265"/>
                  <a:pt x="161551" y="31506"/>
                </a:cubicBezTo>
                <a:cubicBezTo>
                  <a:pt x="163397" y="30143"/>
                  <a:pt x="165912" y="28989"/>
                  <a:pt x="169097" y="28044"/>
                </a:cubicBezTo>
                <a:cubicBezTo>
                  <a:pt x="172283" y="27098"/>
                  <a:pt x="175699" y="26625"/>
                  <a:pt x="179345" y="26625"/>
                </a:cubicBezTo>
                <a:cubicBezTo>
                  <a:pt x="184837" y="26625"/>
                  <a:pt x="189659" y="27421"/>
                  <a:pt x="193811" y="29014"/>
                </a:cubicBezTo>
                <a:cubicBezTo>
                  <a:pt x="197963" y="30605"/>
                  <a:pt x="201027" y="32761"/>
                  <a:pt x="203005" y="35483"/>
                </a:cubicBezTo>
                <a:cubicBezTo>
                  <a:pt x="204982" y="38203"/>
                  <a:pt x="206344" y="41840"/>
                  <a:pt x="207091" y="46396"/>
                </a:cubicBezTo>
                <a:lnTo>
                  <a:pt x="195492" y="47978"/>
                </a:lnTo>
                <a:cubicBezTo>
                  <a:pt x="194964" y="44375"/>
                  <a:pt x="193438" y="41563"/>
                  <a:pt x="190911" y="39542"/>
                </a:cubicBezTo>
                <a:cubicBezTo>
                  <a:pt x="188385" y="37521"/>
                  <a:pt x="184815" y="36510"/>
                  <a:pt x="180202" y="36510"/>
                </a:cubicBezTo>
                <a:cubicBezTo>
                  <a:pt x="174754" y="36510"/>
                  <a:pt x="170866" y="37407"/>
                  <a:pt x="168537" y="39200"/>
                </a:cubicBezTo>
                <a:cubicBezTo>
                  <a:pt x="166209" y="40992"/>
                  <a:pt x="165044" y="43090"/>
                  <a:pt x="165044" y="45496"/>
                </a:cubicBezTo>
                <a:cubicBezTo>
                  <a:pt x="165044" y="47025"/>
                  <a:pt x="165528" y="48403"/>
                  <a:pt x="166494" y="49627"/>
                </a:cubicBezTo>
                <a:cubicBezTo>
                  <a:pt x="167461" y="50894"/>
                  <a:pt x="168977" y="51943"/>
                  <a:pt x="171041" y="52774"/>
                </a:cubicBezTo>
                <a:cubicBezTo>
                  <a:pt x="172228" y="53212"/>
                  <a:pt x="175721" y="54218"/>
                  <a:pt x="181520" y="55791"/>
                </a:cubicBezTo>
                <a:cubicBezTo>
                  <a:pt x="189912" y="58031"/>
                  <a:pt x="195766" y="59864"/>
                  <a:pt x="199083" y="61290"/>
                </a:cubicBezTo>
                <a:cubicBezTo>
                  <a:pt x="202400" y="62717"/>
                  <a:pt x="205004" y="64791"/>
                  <a:pt x="206893" y="67514"/>
                </a:cubicBezTo>
                <a:cubicBezTo>
                  <a:pt x="208782" y="70235"/>
                  <a:pt x="209727" y="73615"/>
                  <a:pt x="209727" y="77653"/>
                </a:cubicBezTo>
                <a:cubicBezTo>
                  <a:pt x="209727" y="81604"/>
                  <a:pt x="208573" y="85325"/>
                  <a:pt x="206267" y="88815"/>
                </a:cubicBezTo>
                <a:cubicBezTo>
                  <a:pt x="203960" y="92304"/>
                  <a:pt x="200632" y="95003"/>
                  <a:pt x="196282" y="96913"/>
                </a:cubicBezTo>
                <a:cubicBezTo>
                  <a:pt x="191933" y="98823"/>
                  <a:pt x="187012" y="99778"/>
                  <a:pt x="181520" y="99778"/>
                </a:cubicBezTo>
                <a:cubicBezTo>
                  <a:pt x="172425" y="99778"/>
                  <a:pt x="165495" y="97883"/>
                  <a:pt x="160728" y="94093"/>
                </a:cubicBezTo>
                <a:cubicBezTo>
                  <a:pt x="155961" y="90304"/>
                  <a:pt x="152918" y="84686"/>
                  <a:pt x="151600" y="77239"/>
                </a:cubicBezTo>
                <a:close/>
                <a:moveTo>
                  <a:pt x="287251" y="87717"/>
                </a:moveTo>
                <a:lnTo>
                  <a:pt x="288965" y="98196"/>
                </a:lnTo>
                <a:cubicBezTo>
                  <a:pt x="285626" y="98811"/>
                  <a:pt x="282638" y="99119"/>
                  <a:pt x="280002" y="99119"/>
                </a:cubicBezTo>
                <a:cubicBezTo>
                  <a:pt x="275696" y="99119"/>
                  <a:pt x="272357" y="98438"/>
                  <a:pt x="269985" y="97076"/>
                </a:cubicBezTo>
                <a:cubicBezTo>
                  <a:pt x="267612" y="95713"/>
                  <a:pt x="265943" y="93923"/>
                  <a:pt x="264976" y="91704"/>
                </a:cubicBezTo>
                <a:cubicBezTo>
                  <a:pt x="264009" y="89486"/>
                  <a:pt x="263526" y="84817"/>
                  <a:pt x="263526" y="77700"/>
                </a:cubicBezTo>
                <a:lnTo>
                  <a:pt x="263526" y="37433"/>
                </a:lnTo>
                <a:lnTo>
                  <a:pt x="254827" y="37433"/>
                </a:lnTo>
                <a:lnTo>
                  <a:pt x="254827" y="28207"/>
                </a:lnTo>
                <a:lnTo>
                  <a:pt x="263526" y="28207"/>
                </a:lnTo>
                <a:lnTo>
                  <a:pt x="263526" y="10827"/>
                </a:lnTo>
                <a:lnTo>
                  <a:pt x="275323" y="3691"/>
                </a:lnTo>
                <a:lnTo>
                  <a:pt x="275323" y="28207"/>
                </a:lnTo>
                <a:lnTo>
                  <a:pt x="287251" y="28207"/>
                </a:lnTo>
                <a:lnTo>
                  <a:pt x="287251" y="37433"/>
                </a:lnTo>
                <a:lnTo>
                  <a:pt x="275323" y="37433"/>
                </a:lnTo>
                <a:lnTo>
                  <a:pt x="275323" y="78359"/>
                </a:lnTo>
                <a:cubicBezTo>
                  <a:pt x="275323" y="81742"/>
                  <a:pt x="275532" y="83917"/>
                  <a:pt x="275949" y="84883"/>
                </a:cubicBezTo>
                <a:cubicBezTo>
                  <a:pt x="276366" y="85850"/>
                  <a:pt x="277047" y="86619"/>
                  <a:pt x="277992" y="87190"/>
                </a:cubicBezTo>
                <a:cubicBezTo>
                  <a:pt x="278937" y="87761"/>
                  <a:pt x="280288" y="88047"/>
                  <a:pt x="282045" y="88047"/>
                </a:cubicBezTo>
                <a:cubicBezTo>
                  <a:pt x="283363" y="88047"/>
                  <a:pt x="285098" y="87937"/>
                  <a:pt x="287251" y="87717"/>
                </a:cubicBezTo>
                <a:close/>
                <a:moveTo>
                  <a:pt x="298873" y="98196"/>
                </a:moveTo>
                <a:lnTo>
                  <a:pt x="298873" y="1582"/>
                </a:lnTo>
                <a:lnTo>
                  <a:pt x="310735" y="1582"/>
                </a:lnTo>
                <a:lnTo>
                  <a:pt x="310735" y="36247"/>
                </a:lnTo>
                <a:cubicBezTo>
                  <a:pt x="316271" y="29832"/>
                  <a:pt x="323257" y="26625"/>
                  <a:pt x="331693" y="26625"/>
                </a:cubicBezTo>
                <a:cubicBezTo>
                  <a:pt x="336877" y="26625"/>
                  <a:pt x="341380" y="27646"/>
                  <a:pt x="345203" y="29689"/>
                </a:cubicBezTo>
                <a:cubicBezTo>
                  <a:pt x="349025" y="31732"/>
                  <a:pt x="351760" y="34555"/>
                  <a:pt x="353408" y="38158"/>
                </a:cubicBezTo>
                <a:cubicBezTo>
                  <a:pt x="355055" y="41761"/>
                  <a:pt x="355879" y="46989"/>
                  <a:pt x="355879" y="53843"/>
                </a:cubicBezTo>
                <a:lnTo>
                  <a:pt x="355879" y="98196"/>
                </a:lnTo>
                <a:lnTo>
                  <a:pt x="344017" y="98196"/>
                </a:lnTo>
                <a:lnTo>
                  <a:pt x="344017" y="53843"/>
                </a:lnTo>
                <a:cubicBezTo>
                  <a:pt x="344017" y="47912"/>
                  <a:pt x="342732" y="43595"/>
                  <a:pt x="340161" y="40893"/>
                </a:cubicBezTo>
                <a:cubicBezTo>
                  <a:pt x="337591" y="38191"/>
                  <a:pt x="333955" y="36840"/>
                  <a:pt x="329254" y="36840"/>
                </a:cubicBezTo>
                <a:cubicBezTo>
                  <a:pt x="325739" y="36840"/>
                  <a:pt x="322433" y="37752"/>
                  <a:pt x="319336" y="39575"/>
                </a:cubicBezTo>
                <a:cubicBezTo>
                  <a:pt x="316238" y="41398"/>
                  <a:pt x="314031" y="43870"/>
                  <a:pt x="312713" y="46989"/>
                </a:cubicBezTo>
                <a:cubicBezTo>
                  <a:pt x="311395" y="50108"/>
                  <a:pt x="310735" y="54414"/>
                  <a:pt x="310735" y="59906"/>
                </a:cubicBezTo>
                <a:lnTo>
                  <a:pt x="310735" y="98196"/>
                </a:lnTo>
                <a:lnTo>
                  <a:pt x="298873" y="98196"/>
                </a:lnTo>
                <a:close/>
                <a:moveTo>
                  <a:pt x="373982" y="15290"/>
                </a:moveTo>
                <a:lnTo>
                  <a:pt x="373982" y="1582"/>
                </a:lnTo>
                <a:lnTo>
                  <a:pt x="385845" y="1582"/>
                </a:lnTo>
                <a:lnTo>
                  <a:pt x="385845" y="15290"/>
                </a:lnTo>
                <a:lnTo>
                  <a:pt x="373982" y="15290"/>
                </a:lnTo>
                <a:moveTo>
                  <a:pt x="373982" y="98196"/>
                </a:moveTo>
                <a:lnTo>
                  <a:pt x="373982" y="28207"/>
                </a:lnTo>
                <a:lnTo>
                  <a:pt x="385845" y="28207"/>
                </a:lnTo>
                <a:lnTo>
                  <a:pt x="385845" y="98196"/>
                </a:lnTo>
                <a:lnTo>
                  <a:pt x="373982" y="98196"/>
                </a:lnTo>
                <a:close/>
                <a:moveTo>
                  <a:pt x="399135" y="77239"/>
                </a:moveTo>
                <a:lnTo>
                  <a:pt x="410865" y="75393"/>
                </a:lnTo>
                <a:cubicBezTo>
                  <a:pt x="411525" y="80074"/>
                  <a:pt x="413359" y="83661"/>
                  <a:pt x="416368" y="86154"/>
                </a:cubicBezTo>
                <a:cubicBezTo>
                  <a:pt x="419378" y="88646"/>
                  <a:pt x="423585" y="89892"/>
                  <a:pt x="428989" y="89892"/>
                </a:cubicBezTo>
                <a:cubicBezTo>
                  <a:pt x="434437" y="89892"/>
                  <a:pt x="438479" y="88792"/>
                  <a:pt x="441115" y="86591"/>
                </a:cubicBezTo>
                <a:cubicBezTo>
                  <a:pt x="443751" y="84388"/>
                  <a:pt x="445069" y="81806"/>
                  <a:pt x="445069" y="78843"/>
                </a:cubicBezTo>
                <a:cubicBezTo>
                  <a:pt x="445069" y="76183"/>
                  <a:pt x="443905" y="74091"/>
                  <a:pt x="441576" y="72566"/>
                </a:cubicBezTo>
                <a:cubicBezTo>
                  <a:pt x="439951" y="71519"/>
                  <a:pt x="435909" y="70190"/>
                  <a:pt x="429450" y="68576"/>
                </a:cubicBezTo>
                <a:cubicBezTo>
                  <a:pt x="420751" y="66378"/>
                  <a:pt x="414721" y="64477"/>
                  <a:pt x="411360" y="62872"/>
                </a:cubicBezTo>
                <a:cubicBezTo>
                  <a:pt x="407999" y="61267"/>
                  <a:pt x="405450" y="59046"/>
                  <a:pt x="403715" y="56209"/>
                </a:cubicBezTo>
                <a:cubicBezTo>
                  <a:pt x="401980" y="53373"/>
                  <a:pt x="401112" y="50240"/>
                  <a:pt x="401112" y="46810"/>
                </a:cubicBezTo>
                <a:cubicBezTo>
                  <a:pt x="401112" y="43688"/>
                  <a:pt x="401826" y="40796"/>
                  <a:pt x="403254" y="38135"/>
                </a:cubicBezTo>
                <a:cubicBezTo>
                  <a:pt x="404682" y="35474"/>
                  <a:pt x="406626" y="33265"/>
                  <a:pt x="409086" y="31506"/>
                </a:cubicBezTo>
                <a:cubicBezTo>
                  <a:pt x="410931" y="30143"/>
                  <a:pt x="413447" y="28989"/>
                  <a:pt x="416632" y="28044"/>
                </a:cubicBezTo>
                <a:cubicBezTo>
                  <a:pt x="419817" y="27098"/>
                  <a:pt x="423233" y="26625"/>
                  <a:pt x="426880" y="26625"/>
                </a:cubicBezTo>
                <a:cubicBezTo>
                  <a:pt x="432372" y="26625"/>
                  <a:pt x="437194" y="27421"/>
                  <a:pt x="441346" y="29014"/>
                </a:cubicBezTo>
                <a:cubicBezTo>
                  <a:pt x="445498" y="30605"/>
                  <a:pt x="448562" y="32761"/>
                  <a:pt x="450539" y="35483"/>
                </a:cubicBezTo>
                <a:cubicBezTo>
                  <a:pt x="452516" y="38203"/>
                  <a:pt x="453878" y="41840"/>
                  <a:pt x="454625" y="46396"/>
                </a:cubicBezTo>
                <a:lnTo>
                  <a:pt x="443026" y="47978"/>
                </a:lnTo>
                <a:cubicBezTo>
                  <a:pt x="442499" y="44375"/>
                  <a:pt x="440972" y="41563"/>
                  <a:pt x="438446" y="39542"/>
                </a:cubicBezTo>
                <a:cubicBezTo>
                  <a:pt x="435920" y="37521"/>
                  <a:pt x="432350" y="36510"/>
                  <a:pt x="427737" y="36510"/>
                </a:cubicBezTo>
                <a:cubicBezTo>
                  <a:pt x="422289" y="36510"/>
                  <a:pt x="418400" y="37407"/>
                  <a:pt x="416072" y="39200"/>
                </a:cubicBezTo>
                <a:cubicBezTo>
                  <a:pt x="413743" y="40992"/>
                  <a:pt x="412579" y="43090"/>
                  <a:pt x="412579" y="45496"/>
                </a:cubicBezTo>
                <a:cubicBezTo>
                  <a:pt x="412579" y="47025"/>
                  <a:pt x="413062" y="48403"/>
                  <a:pt x="414029" y="49627"/>
                </a:cubicBezTo>
                <a:cubicBezTo>
                  <a:pt x="414995" y="50894"/>
                  <a:pt x="416511" y="51943"/>
                  <a:pt x="418576" y="52774"/>
                </a:cubicBezTo>
                <a:cubicBezTo>
                  <a:pt x="419762" y="53212"/>
                  <a:pt x="423255" y="54218"/>
                  <a:pt x="429055" y="55791"/>
                </a:cubicBezTo>
                <a:cubicBezTo>
                  <a:pt x="437446" y="58031"/>
                  <a:pt x="443301" y="59864"/>
                  <a:pt x="446618" y="61290"/>
                </a:cubicBezTo>
                <a:cubicBezTo>
                  <a:pt x="449935" y="62717"/>
                  <a:pt x="452538" y="64791"/>
                  <a:pt x="454428" y="67514"/>
                </a:cubicBezTo>
                <a:cubicBezTo>
                  <a:pt x="456317" y="70235"/>
                  <a:pt x="457261" y="73615"/>
                  <a:pt x="457261" y="77653"/>
                </a:cubicBezTo>
                <a:cubicBezTo>
                  <a:pt x="457261" y="81604"/>
                  <a:pt x="456108" y="85325"/>
                  <a:pt x="453801" y="88815"/>
                </a:cubicBezTo>
                <a:cubicBezTo>
                  <a:pt x="451495" y="92304"/>
                  <a:pt x="448167" y="95003"/>
                  <a:pt x="443817" y="96913"/>
                </a:cubicBezTo>
                <a:cubicBezTo>
                  <a:pt x="439467" y="98823"/>
                  <a:pt x="434547" y="99778"/>
                  <a:pt x="429055" y="99778"/>
                </a:cubicBezTo>
                <a:cubicBezTo>
                  <a:pt x="419960" y="99778"/>
                  <a:pt x="413029" y="97883"/>
                  <a:pt x="408262" y="94093"/>
                </a:cubicBezTo>
                <a:cubicBezTo>
                  <a:pt x="403495" y="90304"/>
                  <a:pt x="400453" y="84686"/>
                  <a:pt x="399135" y="77239"/>
                </a:cubicBezTo>
                <a:close/>
                <a:moveTo>
                  <a:pt x="554557" y="89554"/>
                </a:moveTo>
                <a:cubicBezTo>
                  <a:pt x="550164" y="93292"/>
                  <a:pt x="545935" y="95930"/>
                  <a:pt x="541871" y="97469"/>
                </a:cubicBezTo>
                <a:cubicBezTo>
                  <a:pt x="537807" y="99008"/>
                  <a:pt x="533446" y="99778"/>
                  <a:pt x="528789" y="99778"/>
                </a:cubicBezTo>
                <a:cubicBezTo>
                  <a:pt x="521100" y="99778"/>
                  <a:pt x="515191" y="97898"/>
                  <a:pt x="511061" y="94139"/>
                </a:cubicBezTo>
                <a:cubicBezTo>
                  <a:pt x="506931" y="90379"/>
                  <a:pt x="504866" y="85576"/>
                  <a:pt x="504866" y="79729"/>
                </a:cubicBezTo>
                <a:cubicBezTo>
                  <a:pt x="504866" y="76300"/>
                  <a:pt x="505646" y="73168"/>
                  <a:pt x="507206" y="70333"/>
                </a:cubicBezTo>
                <a:cubicBezTo>
                  <a:pt x="508765" y="67497"/>
                  <a:pt x="510808" y="65221"/>
                  <a:pt x="513335" y="63506"/>
                </a:cubicBezTo>
                <a:cubicBezTo>
                  <a:pt x="515861" y="61791"/>
                  <a:pt x="518706" y="60494"/>
                  <a:pt x="521869" y="59616"/>
                </a:cubicBezTo>
                <a:cubicBezTo>
                  <a:pt x="524198" y="58999"/>
                  <a:pt x="527713" y="58405"/>
                  <a:pt x="532414" y="57834"/>
                </a:cubicBezTo>
                <a:cubicBezTo>
                  <a:pt x="541992" y="56700"/>
                  <a:pt x="549043" y="55348"/>
                  <a:pt x="553569" y="53777"/>
                </a:cubicBezTo>
                <a:cubicBezTo>
                  <a:pt x="553613" y="52158"/>
                  <a:pt x="553635" y="51130"/>
                  <a:pt x="553635" y="50692"/>
                </a:cubicBezTo>
                <a:cubicBezTo>
                  <a:pt x="553635" y="45877"/>
                  <a:pt x="552514" y="42485"/>
                  <a:pt x="550274" y="40516"/>
                </a:cubicBezTo>
                <a:cubicBezTo>
                  <a:pt x="547242" y="37846"/>
                  <a:pt x="542739" y="36510"/>
                  <a:pt x="536763" y="36510"/>
                </a:cubicBezTo>
                <a:cubicBezTo>
                  <a:pt x="531184" y="36510"/>
                  <a:pt x="527065" y="37488"/>
                  <a:pt x="524406" y="39443"/>
                </a:cubicBezTo>
                <a:cubicBezTo>
                  <a:pt x="521748" y="41398"/>
                  <a:pt x="519782" y="44858"/>
                  <a:pt x="518508" y="49823"/>
                </a:cubicBezTo>
                <a:lnTo>
                  <a:pt x="506909" y="48241"/>
                </a:lnTo>
                <a:cubicBezTo>
                  <a:pt x="507964" y="43261"/>
                  <a:pt x="509699" y="39240"/>
                  <a:pt x="512116" y="36177"/>
                </a:cubicBezTo>
                <a:cubicBezTo>
                  <a:pt x="514532" y="33114"/>
                  <a:pt x="518025" y="30756"/>
                  <a:pt x="522594" y="29105"/>
                </a:cubicBezTo>
                <a:cubicBezTo>
                  <a:pt x="527163" y="27451"/>
                  <a:pt x="532458" y="26625"/>
                  <a:pt x="538477" y="26625"/>
                </a:cubicBezTo>
                <a:cubicBezTo>
                  <a:pt x="544452" y="26625"/>
                  <a:pt x="549307" y="27328"/>
                  <a:pt x="553041" y="28734"/>
                </a:cubicBezTo>
                <a:cubicBezTo>
                  <a:pt x="556776" y="30140"/>
                  <a:pt x="559522" y="31908"/>
                  <a:pt x="561279" y="34039"/>
                </a:cubicBezTo>
                <a:cubicBezTo>
                  <a:pt x="563037" y="36170"/>
                  <a:pt x="564267" y="38861"/>
                  <a:pt x="564970" y="42112"/>
                </a:cubicBezTo>
                <a:cubicBezTo>
                  <a:pt x="565365" y="44133"/>
                  <a:pt x="565563" y="47780"/>
                  <a:pt x="565563" y="53052"/>
                </a:cubicBezTo>
                <a:lnTo>
                  <a:pt x="565563" y="68869"/>
                </a:lnTo>
                <a:cubicBezTo>
                  <a:pt x="565563" y="79897"/>
                  <a:pt x="565816" y="86871"/>
                  <a:pt x="566321" y="89793"/>
                </a:cubicBezTo>
                <a:cubicBezTo>
                  <a:pt x="566826" y="92715"/>
                  <a:pt x="567826" y="95516"/>
                  <a:pt x="569320" y="98196"/>
                </a:cubicBezTo>
                <a:lnTo>
                  <a:pt x="556930" y="98196"/>
                </a:lnTo>
                <a:cubicBezTo>
                  <a:pt x="555700" y="95733"/>
                  <a:pt x="554909" y="92852"/>
                  <a:pt x="554557" y="89554"/>
                </a:cubicBezTo>
                <a:moveTo>
                  <a:pt x="553569" y="63004"/>
                </a:moveTo>
                <a:cubicBezTo>
                  <a:pt x="549263" y="64776"/>
                  <a:pt x="542804" y="66282"/>
                  <a:pt x="534193" y="67522"/>
                </a:cubicBezTo>
                <a:cubicBezTo>
                  <a:pt x="529316" y="68228"/>
                  <a:pt x="525867" y="69022"/>
                  <a:pt x="523846" y="69905"/>
                </a:cubicBezTo>
                <a:cubicBezTo>
                  <a:pt x="521825" y="70786"/>
                  <a:pt x="520266" y="72077"/>
                  <a:pt x="519167" y="73777"/>
                </a:cubicBezTo>
                <a:cubicBezTo>
                  <a:pt x="518069" y="75475"/>
                  <a:pt x="517520" y="77361"/>
                  <a:pt x="517520" y="79434"/>
                </a:cubicBezTo>
                <a:cubicBezTo>
                  <a:pt x="517520" y="82610"/>
                  <a:pt x="518717" y="85257"/>
                  <a:pt x="521111" y="87375"/>
                </a:cubicBezTo>
                <a:cubicBezTo>
                  <a:pt x="523506" y="89493"/>
                  <a:pt x="527010" y="90551"/>
                  <a:pt x="531623" y="90551"/>
                </a:cubicBezTo>
                <a:cubicBezTo>
                  <a:pt x="536192" y="90551"/>
                  <a:pt x="540256" y="89547"/>
                  <a:pt x="543815" y="87538"/>
                </a:cubicBezTo>
                <a:cubicBezTo>
                  <a:pt x="547374" y="85529"/>
                  <a:pt x="549988" y="82781"/>
                  <a:pt x="551657" y="79294"/>
                </a:cubicBezTo>
                <a:cubicBezTo>
                  <a:pt x="552932" y="76600"/>
                  <a:pt x="553569" y="72627"/>
                  <a:pt x="553569" y="67374"/>
                </a:cubicBezTo>
                <a:lnTo>
                  <a:pt x="553569" y="63004"/>
                </a:lnTo>
                <a:close/>
                <a:moveTo>
                  <a:pt x="667122" y="72494"/>
                </a:moveTo>
                <a:lnTo>
                  <a:pt x="678786" y="74009"/>
                </a:lnTo>
                <a:cubicBezTo>
                  <a:pt x="677512" y="82070"/>
                  <a:pt x="674250" y="88380"/>
                  <a:pt x="669000" y="92940"/>
                </a:cubicBezTo>
                <a:cubicBezTo>
                  <a:pt x="663750" y="97498"/>
                  <a:pt x="657302" y="99778"/>
                  <a:pt x="649657" y="99778"/>
                </a:cubicBezTo>
                <a:cubicBezTo>
                  <a:pt x="640079" y="99778"/>
                  <a:pt x="632380" y="96647"/>
                  <a:pt x="626558" y="90386"/>
                </a:cubicBezTo>
                <a:cubicBezTo>
                  <a:pt x="620737" y="84126"/>
                  <a:pt x="617826" y="75152"/>
                  <a:pt x="617826" y="63465"/>
                </a:cubicBezTo>
                <a:cubicBezTo>
                  <a:pt x="617826" y="55908"/>
                  <a:pt x="619078" y="49296"/>
                  <a:pt x="621582" y="43628"/>
                </a:cubicBezTo>
                <a:cubicBezTo>
                  <a:pt x="624087" y="37960"/>
                  <a:pt x="627898" y="33710"/>
                  <a:pt x="633017" y="30876"/>
                </a:cubicBezTo>
                <a:cubicBezTo>
                  <a:pt x="638135" y="28042"/>
                  <a:pt x="643704" y="26625"/>
                  <a:pt x="649723" y="26625"/>
                </a:cubicBezTo>
                <a:cubicBezTo>
                  <a:pt x="657324" y="26625"/>
                  <a:pt x="663541" y="28553"/>
                  <a:pt x="668374" y="32410"/>
                </a:cubicBezTo>
                <a:cubicBezTo>
                  <a:pt x="673207" y="36265"/>
                  <a:pt x="676304" y="41740"/>
                  <a:pt x="677666" y="48834"/>
                </a:cubicBezTo>
                <a:lnTo>
                  <a:pt x="666133" y="50614"/>
                </a:lnTo>
                <a:cubicBezTo>
                  <a:pt x="665035" y="45935"/>
                  <a:pt x="663091" y="42414"/>
                  <a:pt x="660301" y="40053"/>
                </a:cubicBezTo>
                <a:cubicBezTo>
                  <a:pt x="657511" y="37691"/>
                  <a:pt x="654139" y="36510"/>
                  <a:pt x="650184" y="36510"/>
                </a:cubicBezTo>
                <a:cubicBezTo>
                  <a:pt x="644209" y="36510"/>
                  <a:pt x="639354" y="38642"/>
                  <a:pt x="635620" y="42905"/>
                </a:cubicBezTo>
                <a:cubicBezTo>
                  <a:pt x="631885" y="47167"/>
                  <a:pt x="630018" y="53910"/>
                  <a:pt x="630018" y="63135"/>
                </a:cubicBezTo>
                <a:cubicBezTo>
                  <a:pt x="630018" y="72492"/>
                  <a:pt x="631819" y="79291"/>
                  <a:pt x="635422" y="83532"/>
                </a:cubicBezTo>
                <a:cubicBezTo>
                  <a:pt x="639025" y="87772"/>
                  <a:pt x="643726" y="89892"/>
                  <a:pt x="649525" y="89892"/>
                </a:cubicBezTo>
                <a:cubicBezTo>
                  <a:pt x="654183" y="89892"/>
                  <a:pt x="658071" y="88470"/>
                  <a:pt x="661190" y="85625"/>
                </a:cubicBezTo>
                <a:cubicBezTo>
                  <a:pt x="664310" y="82780"/>
                  <a:pt x="666287" y="78403"/>
                  <a:pt x="667122" y="72494"/>
                </a:cubicBezTo>
                <a:close/>
                <a:moveTo>
                  <a:pt x="684520" y="63201"/>
                </a:moveTo>
                <a:cubicBezTo>
                  <a:pt x="684520" y="50240"/>
                  <a:pt x="688123" y="40640"/>
                  <a:pt x="695328" y="34402"/>
                </a:cubicBezTo>
                <a:cubicBezTo>
                  <a:pt x="701347" y="29217"/>
                  <a:pt x="708684" y="26625"/>
                  <a:pt x="717340" y="26625"/>
                </a:cubicBezTo>
                <a:cubicBezTo>
                  <a:pt x="726962" y="26625"/>
                  <a:pt x="734826" y="29777"/>
                  <a:pt x="740933" y="36082"/>
                </a:cubicBezTo>
                <a:cubicBezTo>
                  <a:pt x="747040" y="42387"/>
                  <a:pt x="750094" y="51097"/>
                  <a:pt x="750094" y="62213"/>
                </a:cubicBezTo>
                <a:cubicBezTo>
                  <a:pt x="750094" y="71219"/>
                  <a:pt x="748743" y="78304"/>
                  <a:pt x="746041" y="83466"/>
                </a:cubicBezTo>
                <a:cubicBezTo>
                  <a:pt x="743338" y="88629"/>
                  <a:pt x="739406" y="92638"/>
                  <a:pt x="734244" y="95494"/>
                </a:cubicBezTo>
                <a:cubicBezTo>
                  <a:pt x="729081" y="98350"/>
                  <a:pt x="723447" y="99778"/>
                  <a:pt x="717340" y="99778"/>
                </a:cubicBezTo>
                <a:cubicBezTo>
                  <a:pt x="707542" y="99778"/>
                  <a:pt x="699623" y="96636"/>
                  <a:pt x="693582" y="90353"/>
                </a:cubicBezTo>
                <a:cubicBezTo>
                  <a:pt x="687540" y="84071"/>
                  <a:pt x="684520" y="75020"/>
                  <a:pt x="684520" y="63201"/>
                </a:cubicBezTo>
                <a:moveTo>
                  <a:pt x="696712" y="63168"/>
                </a:moveTo>
                <a:cubicBezTo>
                  <a:pt x="696712" y="72098"/>
                  <a:pt x="698667" y="78785"/>
                  <a:pt x="702577" y="83228"/>
                </a:cubicBezTo>
                <a:cubicBezTo>
                  <a:pt x="706488" y="87671"/>
                  <a:pt x="711408" y="89892"/>
                  <a:pt x="717340" y="89892"/>
                </a:cubicBezTo>
                <a:cubicBezTo>
                  <a:pt x="723227" y="89892"/>
                  <a:pt x="728126" y="87660"/>
                  <a:pt x="732036" y="83195"/>
                </a:cubicBezTo>
                <a:cubicBezTo>
                  <a:pt x="735946" y="78730"/>
                  <a:pt x="737901" y="71923"/>
                  <a:pt x="737901" y="62775"/>
                </a:cubicBezTo>
                <a:cubicBezTo>
                  <a:pt x="737901" y="54151"/>
                  <a:pt x="735935" y="47618"/>
                  <a:pt x="732003" y="43175"/>
                </a:cubicBezTo>
                <a:cubicBezTo>
                  <a:pt x="728071" y="38732"/>
                  <a:pt x="723183" y="36510"/>
                  <a:pt x="717340" y="36510"/>
                </a:cubicBezTo>
                <a:cubicBezTo>
                  <a:pt x="711408" y="36510"/>
                  <a:pt x="706488" y="38721"/>
                  <a:pt x="702577" y="43142"/>
                </a:cubicBezTo>
                <a:cubicBezTo>
                  <a:pt x="698667" y="47563"/>
                  <a:pt x="696712" y="54238"/>
                  <a:pt x="696712" y="63168"/>
                </a:cubicBezTo>
                <a:close/>
                <a:moveTo>
                  <a:pt x="763847" y="98196"/>
                </a:moveTo>
                <a:lnTo>
                  <a:pt x="763847" y="28207"/>
                </a:lnTo>
                <a:lnTo>
                  <a:pt x="774523" y="28207"/>
                </a:lnTo>
                <a:lnTo>
                  <a:pt x="774523" y="38751"/>
                </a:lnTo>
                <a:cubicBezTo>
                  <a:pt x="777247" y="33814"/>
                  <a:pt x="779763" y="30559"/>
                  <a:pt x="782069" y="28985"/>
                </a:cubicBezTo>
                <a:cubicBezTo>
                  <a:pt x="784376" y="27412"/>
                  <a:pt x="786913" y="26625"/>
                  <a:pt x="789681" y="26625"/>
                </a:cubicBezTo>
                <a:cubicBezTo>
                  <a:pt x="793679" y="26625"/>
                  <a:pt x="797743" y="27894"/>
                  <a:pt x="801873" y="30431"/>
                </a:cubicBezTo>
                <a:lnTo>
                  <a:pt x="797787" y="41387"/>
                </a:lnTo>
                <a:cubicBezTo>
                  <a:pt x="794887" y="39674"/>
                  <a:pt x="791988" y="38817"/>
                  <a:pt x="789088" y="38817"/>
                </a:cubicBezTo>
                <a:cubicBezTo>
                  <a:pt x="786496" y="38817"/>
                  <a:pt x="784167" y="39598"/>
                  <a:pt x="782102" y="41161"/>
                </a:cubicBezTo>
                <a:cubicBezTo>
                  <a:pt x="780037" y="42722"/>
                  <a:pt x="778565" y="44888"/>
                  <a:pt x="777687" y="47658"/>
                </a:cubicBezTo>
                <a:cubicBezTo>
                  <a:pt x="776369" y="51880"/>
                  <a:pt x="775710" y="56498"/>
                  <a:pt x="775710" y="61512"/>
                </a:cubicBezTo>
                <a:lnTo>
                  <a:pt x="775710" y="98196"/>
                </a:lnTo>
                <a:lnTo>
                  <a:pt x="763847" y="98196"/>
                </a:lnTo>
                <a:close/>
                <a:moveTo>
                  <a:pt x="808792" y="98196"/>
                </a:moveTo>
                <a:lnTo>
                  <a:pt x="808792" y="28207"/>
                </a:lnTo>
                <a:lnTo>
                  <a:pt x="819468" y="28207"/>
                </a:lnTo>
                <a:lnTo>
                  <a:pt x="819468" y="38751"/>
                </a:lnTo>
                <a:cubicBezTo>
                  <a:pt x="822192" y="33814"/>
                  <a:pt x="824708" y="30559"/>
                  <a:pt x="827014" y="28985"/>
                </a:cubicBezTo>
                <a:cubicBezTo>
                  <a:pt x="829321" y="27412"/>
                  <a:pt x="831858" y="26625"/>
                  <a:pt x="834626" y="26625"/>
                </a:cubicBezTo>
                <a:cubicBezTo>
                  <a:pt x="838624" y="26625"/>
                  <a:pt x="842688" y="27894"/>
                  <a:pt x="846818" y="30431"/>
                </a:cubicBezTo>
                <a:lnTo>
                  <a:pt x="842732" y="41387"/>
                </a:lnTo>
                <a:cubicBezTo>
                  <a:pt x="839832" y="39674"/>
                  <a:pt x="836933" y="38817"/>
                  <a:pt x="834033" y="38817"/>
                </a:cubicBezTo>
                <a:cubicBezTo>
                  <a:pt x="831441" y="38817"/>
                  <a:pt x="829112" y="39598"/>
                  <a:pt x="827047" y="41161"/>
                </a:cubicBezTo>
                <a:cubicBezTo>
                  <a:pt x="824982" y="42722"/>
                  <a:pt x="823510" y="44888"/>
                  <a:pt x="822632" y="47658"/>
                </a:cubicBezTo>
                <a:cubicBezTo>
                  <a:pt x="821314" y="51880"/>
                  <a:pt x="820655" y="56498"/>
                  <a:pt x="820655" y="61512"/>
                </a:cubicBezTo>
                <a:lnTo>
                  <a:pt x="820655" y="98196"/>
                </a:lnTo>
                <a:lnTo>
                  <a:pt x="808792" y="98196"/>
                </a:lnTo>
                <a:close/>
                <a:moveTo>
                  <a:pt x="901780" y="75657"/>
                </a:moveTo>
                <a:lnTo>
                  <a:pt x="914038" y="77173"/>
                </a:lnTo>
                <a:cubicBezTo>
                  <a:pt x="912105" y="84334"/>
                  <a:pt x="908524" y="89892"/>
                  <a:pt x="903296" y="93846"/>
                </a:cubicBezTo>
                <a:cubicBezTo>
                  <a:pt x="898067" y="97800"/>
                  <a:pt x="891389" y="99778"/>
                  <a:pt x="883261" y="99778"/>
                </a:cubicBezTo>
                <a:cubicBezTo>
                  <a:pt x="873024" y="99778"/>
                  <a:pt x="864907" y="96625"/>
                  <a:pt x="858910" y="90320"/>
                </a:cubicBezTo>
                <a:cubicBezTo>
                  <a:pt x="852913" y="84016"/>
                  <a:pt x="849914" y="75174"/>
                  <a:pt x="849914" y="63794"/>
                </a:cubicBezTo>
                <a:cubicBezTo>
                  <a:pt x="849914" y="52020"/>
                  <a:pt x="852946" y="42881"/>
                  <a:pt x="859009" y="36379"/>
                </a:cubicBezTo>
                <a:cubicBezTo>
                  <a:pt x="865072" y="29876"/>
                  <a:pt x="872936" y="26625"/>
                  <a:pt x="882602" y="26625"/>
                </a:cubicBezTo>
                <a:cubicBezTo>
                  <a:pt x="891960" y="26625"/>
                  <a:pt x="899605" y="29805"/>
                  <a:pt x="905536" y="36166"/>
                </a:cubicBezTo>
                <a:cubicBezTo>
                  <a:pt x="911468" y="42526"/>
                  <a:pt x="914433" y="51474"/>
                  <a:pt x="914433" y="63010"/>
                </a:cubicBezTo>
                <a:cubicBezTo>
                  <a:pt x="914433" y="63711"/>
                  <a:pt x="914411" y="64764"/>
                  <a:pt x="914367" y="66167"/>
                </a:cubicBezTo>
                <a:lnTo>
                  <a:pt x="862172" y="66167"/>
                </a:lnTo>
                <a:cubicBezTo>
                  <a:pt x="862611" y="73834"/>
                  <a:pt x="864786" y="79704"/>
                  <a:pt x="868696" y="83780"/>
                </a:cubicBezTo>
                <a:cubicBezTo>
                  <a:pt x="872607" y="87855"/>
                  <a:pt x="877484" y="89892"/>
                  <a:pt x="883327" y="89892"/>
                </a:cubicBezTo>
                <a:cubicBezTo>
                  <a:pt x="887677" y="89892"/>
                  <a:pt x="891389" y="88761"/>
                  <a:pt x="894465" y="86498"/>
                </a:cubicBezTo>
                <a:cubicBezTo>
                  <a:pt x="897540" y="84234"/>
                  <a:pt x="899979" y="80620"/>
                  <a:pt x="901780" y="75657"/>
                </a:cubicBezTo>
                <a:moveTo>
                  <a:pt x="862831" y="56281"/>
                </a:moveTo>
                <a:lnTo>
                  <a:pt x="901912" y="56281"/>
                </a:lnTo>
                <a:cubicBezTo>
                  <a:pt x="901385" y="50490"/>
                  <a:pt x="899891" y="46147"/>
                  <a:pt x="897430" y="43251"/>
                </a:cubicBezTo>
                <a:cubicBezTo>
                  <a:pt x="893652" y="38757"/>
                  <a:pt x="888753" y="36510"/>
                  <a:pt x="882734" y="36510"/>
                </a:cubicBezTo>
                <a:cubicBezTo>
                  <a:pt x="877286" y="36510"/>
                  <a:pt x="872706" y="38304"/>
                  <a:pt x="868993" y="41892"/>
                </a:cubicBezTo>
                <a:cubicBezTo>
                  <a:pt x="865280" y="45478"/>
                  <a:pt x="863227" y="50275"/>
                  <a:pt x="862831" y="56281"/>
                </a:cubicBezTo>
                <a:close/>
                <a:moveTo>
                  <a:pt x="974583" y="72494"/>
                </a:moveTo>
                <a:lnTo>
                  <a:pt x="986248" y="74009"/>
                </a:lnTo>
                <a:cubicBezTo>
                  <a:pt x="984974" y="82070"/>
                  <a:pt x="981711" y="88380"/>
                  <a:pt x="976461" y="92940"/>
                </a:cubicBezTo>
                <a:cubicBezTo>
                  <a:pt x="971211" y="97498"/>
                  <a:pt x="964763" y="99778"/>
                  <a:pt x="957119" y="99778"/>
                </a:cubicBezTo>
                <a:cubicBezTo>
                  <a:pt x="947541" y="99778"/>
                  <a:pt x="939841" y="96647"/>
                  <a:pt x="934019" y="90386"/>
                </a:cubicBezTo>
                <a:cubicBezTo>
                  <a:pt x="928198" y="84126"/>
                  <a:pt x="925287" y="75152"/>
                  <a:pt x="925287" y="63465"/>
                </a:cubicBezTo>
                <a:cubicBezTo>
                  <a:pt x="925287" y="55908"/>
                  <a:pt x="926539" y="49296"/>
                  <a:pt x="929044" y="43628"/>
                </a:cubicBezTo>
                <a:cubicBezTo>
                  <a:pt x="931548" y="37960"/>
                  <a:pt x="935359" y="33710"/>
                  <a:pt x="940478" y="30876"/>
                </a:cubicBezTo>
                <a:cubicBezTo>
                  <a:pt x="945596" y="28042"/>
                  <a:pt x="951165" y="26625"/>
                  <a:pt x="957184" y="26625"/>
                </a:cubicBezTo>
                <a:cubicBezTo>
                  <a:pt x="964785" y="26625"/>
                  <a:pt x="971002" y="28553"/>
                  <a:pt x="975835" y="32410"/>
                </a:cubicBezTo>
                <a:cubicBezTo>
                  <a:pt x="980668" y="36265"/>
                  <a:pt x="983765" y="41740"/>
                  <a:pt x="985127" y="48834"/>
                </a:cubicBezTo>
                <a:lnTo>
                  <a:pt x="973594" y="50614"/>
                </a:lnTo>
                <a:cubicBezTo>
                  <a:pt x="972496" y="45935"/>
                  <a:pt x="970552" y="42414"/>
                  <a:pt x="967762" y="40053"/>
                </a:cubicBezTo>
                <a:cubicBezTo>
                  <a:pt x="964972" y="37691"/>
                  <a:pt x="961600" y="36510"/>
                  <a:pt x="957646" y="36510"/>
                </a:cubicBezTo>
                <a:cubicBezTo>
                  <a:pt x="951671" y="36510"/>
                  <a:pt x="946816" y="38642"/>
                  <a:pt x="943081" y="42905"/>
                </a:cubicBezTo>
                <a:cubicBezTo>
                  <a:pt x="939347" y="47167"/>
                  <a:pt x="937479" y="53910"/>
                  <a:pt x="937479" y="63135"/>
                </a:cubicBezTo>
                <a:cubicBezTo>
                  <a:pt x="937479" y="72492"/>
                  <a:pt x="939281" y="79291"/>
                  <a:pt x="942883" y="83532"/>
                </a:cubicBezTo>
                <a:cubicBezTo>
                  <a:pt x="946486" y="87772"/>
                  <a:pt x="951187" y="89892"/>
                  <a:pt x="956987" y="89892"/>
                </a:cubicBezTo>
                <a:cubicBezTo>
                  <a:pt x="961644" y="89892"/>
                  <a:pt x="965532" y="88470"/>
                  <a:pt x="968652" y="85625"/>
                </a:cubicBezTo>
                <a:cubicBezTo>
                  <a:pt x="971771" y="82780"/>
                  <a:pt x="973748" y="78403"/>
                  <a:pt x="974583" y="72494"/>
                </a:cubicBezTo>
                <a:close/>
                <a:moveTo>
                  <a:pt x="1022297" y="87717"/>
                </a:moveTo>
                <a:lnTo>
                  <a:pt x="1024010" y="98196"/>
                </a:lnTo>
                <a:cubicBezTo>
                  <a:pt x="1020671" y="98811"/>
                  <a:pt x="1017683" y="99119"/>
                  <a:pt x="1015047" y="99119"/>
                </a:cubicBezTo>
                <a:cubicBezTo>
                  <a:pt x="1010742" y="99119"/>
                  <a:pt x="1007402" y="98438"/>
                  <a:pt x="1005030" y="97076"/>
                </a:cubicBezTo>
                <a:cubicBezTo>
                  <a:pt x="1002657" y="95713"/>
                  <a:pt x="1000988" y="93923"/>
                  <a:pt x="1000021" y="91704"/>
                </a:cubicBezTo>
                <a:cubicBezTo>
                  <a:pt x="999055" y="89486"/>
                  <a:pt x="998571" y="84817"/>
                  <a:pt x="998571" y="77700"/>
                </a:cubicBezTo>
                <a:lnTo>
                  <a:pt x="998571" y="37433"/>
                </a:lnTo>
                <a:lnTo>
                  <a:pt x="989872" y="37433"/>
                </a:lnTo>
                <a:lnTo>
                  <a:pt x="989872" y="28207"/>
                </a:lnTo>
                <a:lnTo>
                  <a:pt x="998571" y="28207"/>
                </a:lnTo>
                <a:lnTo>
                  <a:pt x="998571" y="10827"/>
                </a:lnTo>
                <a:lnTo>
                  <a:pt x="1010368" y="3691"/>
                </a:lnTo>
                <a:lnTo>
                  <a:pt x="1010368" y="28207"/>
                </a:lnTo>
                <a:lnTo>
                  <a:pt x="1022297" y="28207"/>
                </a:lnTo>
                <a:lnTo>
                  <a:pt x="1022297" y="37433"/>
                </a:lnTo>
                <a:lnTo>
                  <a:pt x="1010368" y="37433"/>
                </a:lnTo>
                <a:lnTo>
                  <a:pt x="1010368" y="78359"/>
                </a:lnTo>
                <a:cubicBezTo>
                  <a:pt x="1010368" y="81742"/>
                  <a:pt x="1010577" y="83917"/>
                  <a:pt x="1010994" y="84883"/>
                </a:cubicBezTo>
                <a:cubicBezTo>
                  <a:pt x="1011412" y="85850"/>
                  <a:pt x="1012093" y="86619"/>
                  <a:pt x="1013037" y="87190"/>
                </a:cubicBezTo>
                <a:cubicBezTo>
                  <a:pt x="1013982" y="87761"/>
                  <a:pt x="1015333" y="88047"/>
                  <a:pt x="1017090" y="88047"/>
                </a:cubicBezTo>
                <a:cubicBezTo>
                  <a:pt x="1018408" y="88047"/>
                  <a:pt x="1020144" y="87937"/>
                  <a:pt x="1022297" y="87717"/>
                </a:cubicBezTo>
                <a:close/>
                <a:moveTo>
                  <a:pt x="1069265" y="103995"/>
                </a:moveTo>
                <a:lnTo>
                  <a:pt x="1080798" y="105709"/>
                </a:lnTo>
                <a:cubicBezTo>
                  <a:pt x="1081282" y="109268"/>
                  <a:pt x="1082622" y="111860"/>
                  <a:pt x="1084818" y="113485"/>
                </a:cubicBezTo>
                <a:cubicBezTo>
                  <a:pt x="1087762" y="115682"/>
                  <a:pt x="1091782" y="116781"/>
                  <a:pt x="1096879" y="116781"/>
                </a:cubicBezTo>
                <a:cubicBezTo>
                  <a:pt x="1102371" y="116781"/>
                  <a:pt x="1106610" y="115679"/>
                  <a:pt x="1109598" y="113477"/>
                </a:cubicBezTo>
                <a:cubicBezTo>
                  <a:pt x="1112586" y="111276"/>
                  <a:pt x="1114607" y="108194"/>
                  <a:pt x="1115661" y="104230"/>
                </a:cubicBezTo>
                <a:cubicBezTo>
                  <a:pt x="1116276" y="101810"/>
                  <a:pt x="1116562" y="96724"/>
                  <a:pt x="1116518" y="88974"/>
                </a:cubicBezTo>
                <a:cubicBezTo>
                  <a:pt x="1111333" y="95122"/>
                  <a:pt x="1104875" y="98196"/>
                  <a:pt x="1097142" y="98196"/>
                </a:cubicBezTo>
                <a:cubicBezTo>
                  <a:pt x="1087520" y="98196"/>
                  <a:pt x="1080073" y="94725"/>
                  <a:pt x="1074801" y="87783"/>
                </a:cubicBezTo>
                <a:cubicBezTo>
                  <a:pt x="1069529" y="80841"/>
                  <a:pt x="1066893" y="72516"/>
                  <a:pt x="1066893" y="62806"/>
                </a:cubicBezTo>
                <a:cubicBezTo>
                  <a:pt x="1066893" y="56128"/>
                  <a:pt x="1068101" y="49966"/>
                  <a:pt x="1070517" y="44320"/>
                </a:cubicBezTo>
                <a:cubicBezTo>
                  <a:pt x="1072934" y="38674"/>
                  <a:pt x="1076438" y="34314"/>
                  <a:pt x="1081029" y="31238"/>
                </a:cubicBezTo>
                <a:cubicBezTo>
                  <a:pt x="1085620" y="28163"/>
                  <a:pt x="1091013" y="26625"/>
                  <a:pt x="1097208" y="26625"/>
                </a:cubicBezTo>
                <a:cubicBezTo>
                  <a:pt x="1105468" y="26625"/>
                  <a:pt x="1112278" y="29986"/>
                  <a:pt x="1117638" y="36708"/>
                </a:cubicBezTo>
                <a:lnTo>
                  <a:pt x="1117638" y="28207"/>
                </a:lnTo>
                <a:lnTo>
                  <a:pt x="1128578" y="28207"/>
                </a:lnTo>
                <a:lnTo>
                  <a:pt x="1128578" y="88747"/>
                </a:lnTo>
                <a:cubicBezTo>
                  <a:pt x="1128578" y="99650"/>
                  <a:pt x="1127469" y="107376"/>
                  <a:pt x="1125250" y="111926"/>
                </a:cubicBezTo>
                <a:cubicBezTo>
                  <a:pt x="1123031" y="116476"/>
                  <a:pt x="1119516" y="120070"/>
                  <a:pt x="1114706" y="122708"/>
                </a:cubicBezTo>
                <a:cubicBezTo>
                  <a:pt x="1109895" y="125347"/>
                  <a:pt x="1103974" y="126666"/>
                  <a:pt x="1096945" y="126666"/>
                </a:cubicBezTo>
                <a:cubicBezTo>
                  <a:pt x="1088597" y="126666"/>
                  <a:pt x="1081853" y="124782"/>
                  <a:pt x="1076712" y="121015"/>
                </a:cubicBezTo>
                <a:cubicBezTo>
                  <a:pt x="1071572" y="117247"/>
                  <a:pt x="1069089" y="111574"/>
                  <a:pt x="1069265" y="103995"/>
                </a:cubicBezTo>
                <a:moveTo>
                  <a:pt x="1079085" y="61951"/>
                </a:moveTo>
                <a:cubicBezTo>
                  <a:pt x="1079085" y="71110"/>
                  <a:pt x="1080908" y="77793"/>
                  <a:pt x="1084555" y="82000"/>
                </a:cubicBezTo>
                <a:cubicBezTo>
                  <a:pt x="1088201" y="86207"/>
                  <a:pt x="1092771" y="88310"/>
                  <a:pt x="1098263" y="88310"/>
                </a:cubicBezTo>
                <a:cubicBezTo>
                  <a:pt x="1103711" y="88310"/>
                  <a:pt x="1108280" y="86218"/>
                  <a:pt x="1111971" y="82033"/>
                </a:cubicBezTo>
                <a:cubicBezTo>
                  <a:pt x="1115661" y="77848"/>
                  <a:pt x="1117506" y="71285"/>
                  <a:pt x="1117506" y="62344"/>
                </a:cubicBezTo>
                <a:cubicBezTo>
                  <a:pt x="1117506" y="53799"/>
                  <a:pt x="1115606" y="47357"/>
                  <a:pt x="1111806" y="43018"/>
                </a:cubicBezTo>
                <a:cubicBezTo>
                  <a:pt x="1108005" y="38680"/>
                  <a:pt x="1103425" y="36510"/>
                  <a:pt x="1098065" y="36510"/>
                </a:cubicBezTo>
                <a:cubicBezTo>
                  <a:pt x="1092793" y="36510"/>
                  <a:pt x="1088311" y="38647"/>
                  <a:pt x="1084621" y="42919"/>
                </a:cubicBezTo>
                <a:cubicBezTo>
                  <a:pt x="1080930" y="47192"/>
                  <a:pt x="1079085" y="53536"/>
                  <a:pt x="1079085" y="61951"/>
                </a:cubicBezTo>
                <a:close/>
                <a:moveTo>
                  <a:pt x="1146352" y="98196"/>
                </a:moveTo>
                <a:lnTo>
                  <a:pt x="1146352" y="28207"/>
                </a:lnTo>
                <a:lnTo>
                  <a:pt x="1157028" y="28207"/>
                </a:lnTo>
                <a:lnTo>
                  <a:pt x="1157028" y="38751"/>
                </a:lnTo>
                <a:cubicBezTo>
                  <a:pt x="1159752" y="33814"/>
                  <a:pt x="1162267" y="30559"/>
                  <a:pt x="1164574" y="28985"/>
                </a:cubicBezTo>
                <a:cubicBezTo>
                  <a:pt x="1166880" y="27412"/>
                  <a:pt x="1169418" y="26625"/>
                  <a:pt x="1172186" y="26625"/>
                </a:cubicBezTo>
                <a:cubicBezTo>
                  <a:pt x="1176184" y="26625"/>
                  <a:pt x="1180248" y="27894"/>
                  <a:pt x="1184378" y="30431"/>
                </a:cubicBezTo>
                <a:lnTo>
                  <a:pt x="1180292" y="41387"/>
                </a:lnTo>
                <a:cubicBezTo>
                  <a:pt x="1177392" y="39674"/>
                  <a:pt x="1174492" y="38817"/>
                  <a:pt x="1171593" y="38817"/>
                </a:cubicBezTo>
                <a:cubicBezTo>
                  <a:pt x="1169000" y="38817"/>
                  <a:pt x="1166672" y="39598"/>
                  <a:pt x="1164607" y="41161"/>
                </a:cubicBezTo>
                <a:cubicBezTo>
                  <a:pt x="1162542" y="42722"/>
                  <a:pt x="1161070" y="44888"/>
                  <a:pt x="1160191" y="47658"/>
                </a:cubicBezTo>
                <a:cubicBezTo>
                  <a:pt x="1158873" y="51880"/>
                  <a:pt x="1158214" y="56498"/>
                  <a:pt x="1158214" y="61512"/>
                </a:cubicBezTo>
                <a:lnTo>
                  <a:pt x="1158214" y="98196"/>
                </a:lnTo>
                <a:lnTo>
                  <a:pt x="1146352" y="98196"/>
                </a:lnTo>
                <a:close/>
                <a:moveTo>
                  <a:pt x="1187013" y="63201"/>
                </a:moveTo>
                <a:cubicBezTo>
                  <a:pt x="1187013" y="50240"/>
                  <a:pt x="1190616" y="40640"/>
                  <a:pt x="1197821" y="34402"/>
                </a:cubicBezTo>
                <a:cubicBezTo>
                  <a:pt x="1203840" y="29217"/>
                  <a:pt x="1211177" y="26625"/>
                  <a:pt x="1219833" y="26625"/>
                </a:cubicBezTo>
                <a:cubicBezTo>
                  <a:pt x="1229455" y="26625"/>
                  <a:pt x="1237319" y="29777"/>
                  <a:pt x="1243426" y="36082"/>
                </a:cubicBezTo>
                <a:cubicBezTo>
                  <a:pt x="1249533" y="42387"/>
                  <a:pt x="1252587" y="51097"/>
                  <a:pt x="1252587" y="62213"/>
                </a:cubicBezTo>
                <a:cubicBezTo>
                  <a:pt x="1252587" y="71219"/>
                  <a:pt x="1251236" y="78304"/>
                  <a:pt x="1248534" y="83466"/>
                </a:cubicBezTo>
                <a:cubicBezTo>
                  <a:pt x="1245832" y="88629"/>
                  <a:pt x="1241899" y="92638"/>
                  <a:pt x="1236737" y="95494"/>
                </a:cubicBezTo>
                <a:cubicBezTo>
                  <a:pt x="1231575" y="98350"/>
                  <a:pt x="1225940" y="99778"/>
                  <a:pt x="1219833" y="99778"/>
                </a:cubicBezTo>
                <a:cubicBezTo>
                  <a:pt x="1210035" y="99778"/>
                  <a:pt x="1202116" y="96636"/>
                  <a:pt x="1196075" y="90353"/>
                </a:cubicBezTo>
                <a:cubicBezTo>
                  <a:pt x="1190033" y="84071"/>
                  <a:pt x="1187013" y="75020"/>
                  <a:pt x="1187013" y="63201"/>
                </a:cubicBezTo>
                <a:moveTo>
                  <a:pt x="1199205" y="63168"/>
                </a:moveTo>
                <a:cubicBezTo>
                  <a:pt x="1199205" y="72098"/>
                  <a:pt x="1201160" y="78785"/>
                  <a:pt x="1205070" y="83228"/>
                </a:cubicBezTo>
                <a:cubicBezTo>
                  <a:pt x="1208981" y="87671"/>
                  <a:pt x="1213901" y="89892"/>
                  <a:pt x="1219833" y="89892"/>
                </a:cubicBezTo>
                <a:cubicBezTo>
                  <a:pt x="1225720" y="89892"/>
                  <a:pt x="1230619" y="87660"/>
                  <a:pt x="1234529" y="83195"/>
                </a:cubicBezTo>
                <a:cubicBezTo>
                  <a:pt x="1238439" y="78730"/>
                  <a:pt x="1240395" y="71923"/>
                  <a:pt x="1240395" y="62775"/>
                </a:cubicBezTo>
                <a:cubicBezTo>
                  <a:pt x="1240395" y="54151"/>
                  <a:pt x="1238428" y="47618"/>
                  <a:pt x="1234496" y="43175"/>
                </a:cubicBezTo>
                <a:cubicBezTo>
                  <a:pt x="1230564" y="38732"/>
                  <a:pt x="1225676" y="36510"/>
                  <a:pt x="1219833" y="36510"/>
                </a:cubicBezTo>
                <a:cubicBezTo>
                  <a:pt x="1213901" y="36510"/>
                  <a:pt x="1208981" y="38721"/>
                  <a:pt x="1205070" y="43142"/>
                </a:cubicBezTo>
                <a:cubicBezTo>
                  <a:pt x="1201160" y="47563"/>
                  <a:pt x="1199205" y="54238"/>
                  <a:pt x="1199205" y="63168"/>
                </a:cubicBezTo>
                <a:close/>
                <a:moveTo>
                  <a:pt x="1312340" y="98196"/>
                </a:moveTo>
                <a:lnTo>
                  <a:pt x="1312340" y="87915"/>
                </a:lnTo>
                <a:cubicBezTo>
                  <a:pt x="1306892" y="95823"/>
                  <a:pt x="1299489" y="99778"/>
                  <a:pt x="1290131" y="99778"/>
                </a:cubicBezTo>
                <a:cubicBezTo>
                  <a:pt x="1286001" y="99778"/>
                  <a:pt x="1282145" y="98987"/>
                  <a:pt x="1278564" y="97405"/>
                </a:cubicBezTo>
                <a:cubicBezTo>
                  <a:pt x="1274984" y="95823"/>
                  <a:pt x="1272326" y="93835"/>
                  <a:pt x="1270590" y="91441"/>
                </a:cubicBezTo>
                <a:cubicBezTo>
                  <a:pt x="1268855" y="89046"/>
                  <a:pt x="1267636" y="86114"/>
                  <a:pt x="1266933" y="82643"/>
                </a:cubicBezTo>
                <a:cubicBezTo>
                  <a:pt x="1266449" y="80314"/>
                  <a:pt x="1266208" y="76624"/>
                  <a:pt x="1266208" y="71571"/>
                </a:cubicBezTo>
                <a:lnTo>
                  <a:pt x="1266208" y="28207"/>
                </a:lnTo>
                <a:lnTo>
                  <a:pt x="1278070" y="28207"/>
                </a:lnTo>
                <a:lnTo>
                  <a:pt x="1278070" y="67024"/>
                </a:lnTo>
                <a:cubicBezTo>
                  <a:pt x="1278070" y="73219"/>
                  <a:pt x="1278312" y="77392"/>
                  <a:pt x="1278795" y="79545"/>
                </a:cubicBezTo>
                <a:cubicBezTo>
                  <a:pt x="1279542" y="82665"/>
                  <a:pt x="1281124" y="85114"/>
                  <a:pt x="1283540" y="86893"/>
                </a:cubicBezTo>
                <a:cubicBezTo>
                  <a:pt x="1285957" y="88673"/>
                  <a:pt x="1288944" y="89563"/>
                  <a:pt x="1292503" y="89563"/>
                </a:cubicBezTo>
                <a:cubicBezTo>
                  <a:pt x="1296062" y="89563"/>
                  <a:pt x="1299401" y="88651"/>
                  <a:pt x="1302520" y="86828"/>
                </a:cubicBezTo>
                <a:cubicBezTo>
                  <a:pt x="1305640" y="85004"/>
                  <a:pt x="1307848" y="82522"/>
                  <a:pt x="1309144" y="79380"/>
                </a:cubicBezTo>
                <a:cubicBezTo>
                  <a:pt x="1310440" y="76239"/>
                  <a:pt x="1311088" y="71681"/>
                  <a:pt x="1311088" y="65706"/>
                </a:cubicBezTo>
                <a:lnTo>
                  <a:pt x="1311088" y="28207"/>
                </a:lnTo>
                <a:lnTo>
                  <a:pt x="1322950" y="28207"/>
                </a:lnTo>
                <a:lnTo>
                  <a:pt x="1322950" y="98196"/>
                </a:lnTo>
                <a:lnTo>
                  <a:pt x="1312340" y="98196"/>
                </a:lnTo>
                <a:close/>
                <a:moveTo>
                  <a:pt x="1341515" y="98196"/>
                </a:moveTo>
                <a:lnTo>
                  <a:pt x="1341515" y="28207"/>
                </a:lnTo>
                <a:lnTo>
                  <a:pt x="1352191" y="28207"/>
                </a:lnTo>
                <a:lnTo>
                  <a:pt x="1352191" y="38092"/>
                </a:lnTo>
                <a:cubicBezTo>
                  <a:pt x="1357332" y="30447"/>
                  <a:pt x="1364757" y="26625"/>
                  <a:pt x="1374467" y="26625"/>
                </a:cubicBezTo>
                <a:cubicBezTo>
                  <a:pt x="1378684" y="26625"/>
                  <a:pt x="1382562" y="27383"/>
                  <a:pt x="1386098" y="28899"/>
                </a:cubicBezTo>
                <a:cubicBezTo>
                  <a:pt x="1389635" y="30414"/>
                  <a:pt x="1392282" y="32402"/>
                  <a:pt x="1394040" y="34863"/>
                </a:cubicBezTo>
                <a:cubicBezTo>
                  <a:pt x="1395797" y="37323"/>
                  <a:pt x="1397027" y="40245"/>
                  <a:pt x="1397730" y="43628"/>
                </a:cubicBezTo>
                <a:cubicBezTo>
                  <a:pt x="1398170" y="45825"/>
                  <a:pt x="1398389" y="49669"/>
                  <a:pt x="1398389" y="55161"/>
                </a:cubicBezTo>
                <a:lnTo>
                  <a:pt x="1398389" y="98196"/>
                </a:lnTo>
                <a:lnTo>
                  <a:pt x="1386527" y="98196"/>
                </a:lnTo>
                <a:lnTo>
                  <a:pt x="1386527" y="55577"/>
                </a:lnTo>
                <a:cubicBezTo>
                  <a:pt x="1386527" y="50739"/>
                  <a:pt x="1386066" y="47121"/>
                  <a:pt x="1385143" y="44724"/>
                </a:cubicBezTo>
                <a:cubicBezTo>
                  <a:pt x="1384220" y="42326"/>
                  <a:pt x="1382584" y="40413"/>
                  <a:pt x="1380233" y="38984"/>
                </a:cubicBezTo>
                <a:cubicBezTo>
                  <a:pt x="1377883" y="37555"/>
                  <a:pt x="1375126" y="36840"/>
                  <a:pt x="1371962" y="36840"/>
                </a:cubicBezTo>
                <a:cubicBezTo>
                  <a:pt x="1366910" y="36840"/>
                  <a:pt x="1362549" y="38446"/>
                  <a:pt x="1358880" y="41657"/>
                </a:cubicBezTo>
                <a:cubicBezTo>
                  <a:pt x="1355212" y="44867"/>
                  <a:pt x="1353378" y="50958"/>
                  <a:pt x="1353378" y="59931"/>
                </a:cubicBezTo>
                <a:lnTo>
                  <a:pt x="1353378" y="98196"/>
                </a:lnTo>
                <a:lnTo>
                  <a:pt x="1341515" y="98196"/>
                </a:lnTo>
                <a:close/>
                <a:moveTo>
                  <a:pt x="1461966" y="98196"/>
                </a:moveTo>
                <a:lnTo>
                  <a:pt x="1461966" y="89365"/>
                </a:lnTo>
                <a:cubicBezTo>
                  <a:pt x="1457528" y="96307"/>
                  <a:pt x="1451004" y="99778"/>
                  <a:pt x="1442393" y="99778"/>
                </a:cubicBezTo>
                <a:cubicBezTo>
                  <a:pt x="1436813" y="99778"/>
                  <a:pt x="1431683" y="98240"/>
                  <a:pt x="1427004" y="95164"/>
                </a:cubicBezTo>
                <a:cubicBezTo>
                  <a:pt x="1422325" y="92089"/>
                  <a:pt x="1418700" y="87794"/>
                  <a:pt x="1416130" y="82280"/>
                </a:cubicBezTo>
                <a:cubicBezTo>
                  <a:pt x="1413560" y="76766"/>
                  <a:pt x="1412275" y="70429"/>
                  <a:pt x="1412275" y="63267"/>
                </a:cubicBezTo>
                <a:cubicBezTo>
                  <a:pt x="1412275" y="56281"/>
                  <a:pt x="1413439" y="49944"/>
                  <a:pt x="1415768" y="44254"/>
                </a:cubicBezTo>
                <a:cubicBezTo>
                  <a:pt x="1418096" y="38564"/>
                  <a:pt x="1421589" y="34204"/>
                  <a:pt x="1426246" y="31172"/>
                </a:cubicBezTo>
                <a:cubicBezTo>
                  <a:pt x="1430904" y="28141"/>
                  <a:pt x="1436110" y="26625"/>
                  <a:pt x="1441865" y="26625"/>
                </a:cubicBezTo>
                <a:cubicBezTo>
                  <a:pt x="1446083" y="26625"/>
                  <a:pt x="1449840" y="27515"/>
                  <a:pt x="1453135" y="29294"/>
                </a:cubicBezTo>
                <a:cubicBezTo>
                  <a:pt x="1456430" y="31073"/>
                  <a:pt x="1459110" y="33391"/>
                  <a:pt x="1461175" y="36247"/>
                </a:cubicBezTo>
                <a:lnTo>
                  <a:pt x="1461175" y="1582"/>
                </a:lnTo>
                <a:lnTo>
                  <a:pt x="1472972" y="1582"/>
                </a:lnTo>
                <a:lnTo>
                  <a:pt x="1472972" y="98196"/>
                </a:lnTo>
                <a:lnTo>
                  <a:pt x="1461966" y="98196"/>
                </a:lnTo>
                <a:moveTo>
                  <a:pt x="1424467" y="63234"/>
                </a:moveTo>
                <a:cubicBezTo>
                  <a:pt x="1424467" y="72164"/>
                  <a:pt x="1426356" y="78840"/>
                  <a:pt x="1430135" y="83261"/>
                </a:cubicBezTo>
                <a:cubicBezTo>
                  <a:pt x="1433913" y="87682"/>
                  <a:pt x="1438373" y="89892"/>
                  <a:pt x="1443513" y="89892"/>
                </a:cubicBezTo>
                <a:cubicBezTo>
                  <a:pt x="1448697" y="89892"/>
                  <a:pt x="1453102" y="87780"/>
                  <a:pt x="1456727" y="83557"/>
                </a:cubicBezTo>
                <a:cubicBezTo>
                  <a:pt x="1460351" y="79332"/>
                  <a:pt x="1462164" y="72886"/>
                  <a:pt x="1462164" y="64219"/>
                </a:cubicBezTo>
                <a:cubicBezTo>
                  <a:pt x="1462164" y="54676"/>
                  <a:pt x="1460318" y="47673"/>
                  <a:pt x="1456628" y="43208"/>
                </a:cubicBezTo>
                <a:cubicBezTo>
                  <a:pt x="1452937" y="38743"/>
                  <a:pt x="1448390" y="36510"/>
                  <a:pt x="1442986" y="36510"/>
                </a:cubicBezTo>
                <a:cubicBezTo>
                  <a:pt x="1437714" y="36510"/>
                  <a:pt x="1433309" y="38656"/>
                  <a:pt x="1429772" y="42946"/>
                </a:cubicBezTo>
                <a:cubicBezTo>
                  <a:pt x="1426235" y="47235"/>
                  <a:pt x="1424467" y="53998"/>
                  <a:pt x="1424467" y="63234"/>
                </a:cubicBezTo>
                <a:close/>
                <a:moveTo>
                  <a:pt x="1555023" y="87717"/>
                </a:moveTo>
                <a:lnTo>
                  <a:pt x="1556737" y="98196"/>
                </a:lnTo>
                <a:cubicBezTo>
                  <a:pt x="1553398" y="98811"/>
                  <a:pt x="1550410" y="99119"/>
                  <a:pt x="1547774" y="99119"/>
                </a:cubicBezTo>
                <a:cubicBezTo>
                  <a:pt x="1543468" y="99119"/>
                  <a:pt x="1540129" y="98438"/>
                  <a:pt x="1537757" y="97076"/>
                </a:cubicBezTo>
                <a:cubicBezTo>
                  <a:pt x="1535384" y="95713"/>
                  <a:pt x="1533714" y="93923"/>
                  <a:pt x="1532748" y="91704"/>
                </a:cubicBezTo>
                <a:cubicBezTo>
                  <a:pt x="1531781" y="89486"/>
                  <a:pt x="1531298" y="84817"/>
                  <a:pt x="1531298" y="77700"/>
                </a:cubicBezTo>
                <a:lnTo>
                  <a:pt x="1531298" y="37433"/>
                </a:lnTo>
                <a:lnTo>
                  <a:pt x="1522599" y="37433"/>
                </a:lnTo>
                <a:lnTo>
                  <a:pt x="1522599" y="28207"/>
                </a:lnTo>
                <a:lnTo>
                  <a:pt x="1531298" y="28207"/>
                </a:lnTo>
                <a:lnTo>
                  <a:pt x="1531298" y="10827"/>
                </a:lnTo>
                <a:lnTo>
                  <a:pt x="1543095" y="3691"/>
                </a:lnTo>
                <a:lnTo>
                  <a:pt x="1543095" y="28207"/>
                </a:lnTo>
                <a:lnTo>
                  <a:pt x="1555023" y="28207"/>
                </a:lnTo>
                <a:lnTo>
                  <a:pt x="1555023" y="37433"/>
                </a:lnTo>
                <a:lnTo>
                  <a:pt x="1543095" y="37433"/>
                </a:lnTo>
                <a:lnTo>
                  <a:pt x="1543095" y="78359"/>
                </a:lnTo>
                <a:cubicBezTo>
                  <a:pt x="1543095" y="81742"/>
                  <a:pt x="1543303" y="83917"/>
                  <a:pt x="1543721" y="84883"/>
                </a:cubicBezTo>
                <a:cubicBezTo>
                  <a:pt x="1544138" y="85850"/>
                  <a:pt x="1544819" y="86619"/>
                  <a:pt x="1545764" y="87190"/>
                </a:cubicBezTo>
                <a:cubicBezTo>
                  <a:pt x="1546708" y="87761"/>
                  <a:pt x="1548059" y="88047"/>
                  <a:pt x="1549817" y="88047"/>
                </a:cubicBezTo>
                <a:cubicBezTo>
                  <a:pt x="1551135" y="88047"/>
                  <a:pt x="1552870" y="87937"/>
                  <a:pt x="1555023" y="87717"/>
                </a:cubicBezTo>
                <a:close/>
                <a:moveTo>
                  <a:pt x="1566513" y="98196"/>
                </a:moveTo>
                <a:lnTo>
                  <a:pt x="1566513" y="28207"/>
                </a:lnTo>
                <a:lnTo>
                  <a:pt x="1577189" y="28207"/>
                </a:lnTo>
                <a:lnTo>
                  <a:pt x="1577189" y="38751"/>
                </a:lnTo>
                <a:cubicBezTo>
                  <a:pt x="1579913" y="33814"/>
                  <a:pt x="1582428" y="30559"/>
                  <a:pt x="1584735" y="28985"/>
                </a:cubicBezTo>
                <a:cubicBezTo>
                  <a:pt x="1587042" y="27412"/>
                  <a:pt x="1589579" y="26625"/>
                  <a:pt x="1592347" y="26625"/>
                </a:cubicBezTo>
                <a:cubicBezTo>
                  <a:pt x="1596345" y="26625"/>
                  <a:pt x="1600409" y="27894"/>
                  <a:pt x="1604539" y="30431"/>
                </a:cubicBezTo>
                <a:lnTo>
                  <a:pt x="1600453" y="41387"/>
                </a:lnTo>
                <a:cubicBezTo>
                  <a:pt x="1597553" y="39674"/>
                  <a:pt x="1594653" y="38817"/>
                  <a:pt x="1591754" y="38817"/>
                </a:cubicBezTo>
                <a:cubicBezTo>
                  <a:pt x="1589161" y="38817"/>
                  <a:pt x="1586833" y="39598"/>
                  <a:pt x="1584768" y="41161"/>
                </a:cubicBezTo>
                <a:cubicBezTo>
                  <a:pt x="1582703" y="42722"/>
                  <a:pt x="1581231" y="44888"/>
                  <a:pt x="1580352" y="47658"/>
                </a:cubicBezTo>
                <a:cubicBezTo>
                  <a:pt x="1579034" y="51880"/>
                  <a:pt x="1578375" y="56498"/>
                  <a:pt x="1578375" y="61512"/>
                </a:cubicBezTo>
                <a:lnTo>
                  <a:pt x="1578375" y="98196"/>
                </a:lnTo>
                <a:lnTo>
                  <a:pt x="1566513" y="98196"/>
                </a:lnTo>
                <a:close/>
                <a:moveTo>
                  <a:pt x="1657457" y="98196"/>
                </a:moveTo>
                <a:lnTo>
                  <a:pt x="1657457" y="87915"/>
                </a:lnTo>
                <a:cubicBezTo>
                  <a:pt x="1652009" y="95823"/>
                  <a:pt x="1644606" y="99778"/>
                  <a:pt x="1635248" y="99778"/>
                </a:cubicBezTo>
                <a:cubicBezTo>
                  <a:pt x="1631118" y="99778"/>
                  <a:pt x="1627263" y="98987"/>
                  <a:pt x="1623682" y="97405"/>
                </a:cubicBezTo>
                <a:cubicBezTo>
                  <a:pt x="1620101" y="95823"/>
                  <a:pt x="1617443" y="93835"/>
                  <a:pt x="1615708" y="91441"/>
                </a:cubicBezTo>
                <a:cubicBezTo>
                  <a:pt x="1613972" y="89046"/>
                  <a:pt x="1612753" y="86114"/>
                  <a:pt x="1612050" y="82643"/>
                </a:cubicBezTo>
                <a:cubicBezTo>
                  <a:pt x="1611567" y="80314"/>
                  <a:pt x="1611325" y="76624"/>
                  <a:pt x="1611325" y="71571"/>
                </a:cubicBezTo>
                <a:lnTo>
                  <a:pt x="1611325" y="28207"/>
                </a:lnTo>
                <a:lnTo>
                  <a:pt x="1623188" y="28207"/>
                </a:lnTo>
                <a:lnTo>
                  <a:pt x="1623188" y="67024"/>
                </a:lnTo>
                <a:cubicBezTo>
                  <a:pt x="1623188" y="73219"/>
                  <a:pt x="1623429" y="77392"/>
                  <a:pt x="1623913" y="79545"/>
                </a:cubicBezTo>
                <a:cubicBezTo>
                  <a:pt x="1624659" y="82665"/>
                  <a:pt x="1626241" y="85114"/>
                  <a:pt x="1628658" y="86893"/>
                </a:cubicBezTo>
                <a:cubicBezTo>
                  <a:pt x="1631074" y="88673"/>
                  <a:pt x="1634062" y="89563"/>
                  <a:pt x="1637620" y="89563"/>
                </a:cubicBezTo>
                <a:cubicBezTo>
                  <a:pt x="1641179" y="89563"/>
                  <a:pt x="1644518" y="88651"/>
                  <a:pt x="1647638" y="86828"/>
                </a:cubicBezTo>
                <a:cubicBezTo>
                  <a:pt x="1650757" y="85004"/>
                  <a:pt x="1652965" y="82522"/>
                  <a:pt x="1654261" y="79380"/>
                </a:cubicBezTo>
                <a:cubicBezTo>
                  <a:pt x="1655557" y="76239"/>
                  <a:pt x="1656205" y="71681"/>
                  <a:pt x="1656205" y="65706"/>
                </a:cubicBezTo>
                <a:lnTo>
                  <a:pt x="1656205" y="28207"/>
                </a:lnTo>
                <a:lnTo>
                  <a:pt x="1668068" y="28207"/>
                </a:lnTo>
                <a:lnTo>
                  <a:pt x="1668068" y="98196"/>
                </a:lnTo>
                <a:lnTo>
                  <a:pt x="1657457" y="98196"/>
                </a:lnTo>
                <a:close/>
                <a:moveTo>
                  <a:pt x="1712532" y="87717"/>
                </a:moveTo>
                <a:lnTo>
                  <a:pt x="1714246" y="98196"/>
                </a:lnTo>
                <a:cubicBezTo>
                  <a:pt x="1710907" y="98811"/>
                  <a:pt x="1707919" y="99119"/>
                  <a:pt x="1705283" y="99119"/>
                </a:cubicBezTo>
                <a:cubicBezTo>
                  <a:pt x="1700977" y="99119"/>
                  <a:pt x="1697638" y="98438"/>
                  <a:pt x="1695266" y="97076"/>
                </a:cubicBezTo>
                <a:cubicBezTo>
                  <a:pt x="1692893" y="95713"/>
                  <a:pt x="1691224" y="93923"/>
                  <a:pt x="1690257" y="91704"/>
                </a:cubicBezTo>
                <a:cubicBezTo>
                  <a:pt x="1689290" y="89486"/>
                  <a:pt x="1688807" y="84817"/>
                  <a:pt x="1688807" y="77700"/>
                </a:cubicBezTo>
                <a:lnTo>
                  <a:pt x="1688807" y="37433"/>
                </a:lnTo>
                <a:lnTo>
                  <a:pt x="1680108" y="37433"/>
                </a:lnTo>
                <a:lnTo>
                  <a:pt x="1680108" y="28207"/>
                </a:lnTo>
                <a:lnTo>
                  <a:pt x="1688807" y="28207"/>
                </a:lnTo>
                <a:lnTo>
                  <a:pt x="1688807" y="10827"/>
                </a:lnTo>
                <a:lnTo>
                  <a:pt x="1700604" y="3691"/>
                </a:lnTo>
                <a:lnTo>
                  <a:pt x="1700604" y="28207"/>
                </a:lnTo>
                <a:lnTo>
                  <a:pt x="1712532" y="28207"/>
                </a:lnTo>
                <a:lnTo>
                  <a:pt x="1712532" y="37433"/>
                </a:lnTo>
                <a:lnTo>
                  <a:pt x="1700604" y="37433"/>
                </a:lnTo>
                <a:lnTo>
                  <a:pt x="1700604" y="78359"/>
                </a:lnTo>
                <a:cubicBezTo>
                  <a:pt x="1700604" y="81742"/>
                  <a:pt x="1700813" y="83917"/>
                  <a:pt x="1701230" y="84883"/>
                </a:cubicBezTo>
                <a:cubicBezTo>
                  <a:pt x="1701647" y="85850"/>
                  <a:pt x="1702328" y="86619"/>
                  <a:pt x="1703273" y="87190"/>
                </a:cubicBezTo>
                <a:cubicBezTo>
                  <a:pt x="1704218" y="87761"/>
                  <a:pt x="1705569" y="88047"/>
                  <a:pt x="1707326" y="88047"/>
                </a:cubicBezTo>
                <a:cubicBezTo>
                  <a:pt x="1708644" y="88047"/>
                  <a:pt x="1710379" y="87937"/>
                  <a:pt x="1712532" y="87717"/>
                </a:cubicBezTo>
                <a:close/>
                <a:moveTo>
                  <a:pt x="1724154" y="98196"/>
                </a:moveTo>
                <a:lnTo>
                  <a:pt x="1724154" y="1582"/>
                </a:lnTo>
                <a:lnTo>
                  <a:pt x="1736016" y="1582"/>
                </a:lnTo>
                <a:lnTo>
                  <a:pt x="1736016" y="36247"/>
                </a:lnTo>
                <a:cubicBezTo>
                  <a:pt x="1741552" y="29832"/>
                  <a:pt x="1748538" y="26625"/>
                  <a:pt x="1756974" y="26625"/>
                </a:cubicBezTo>
                <a:cubicBezTo>
                  <a:pt x="1762158" y="26625"/>
                  <a:pt x="1766661" y="27646"/>
                  <a:pt x="1770484" y="29689"/>
                </a:cubicBezTo>
                <a:cubicBezTo>
                  <a:pt x="1774306" y="31732"/>
                  <a:pt x="1777041" y="34555"/>
                  <a:pt x="1778689" y="38158"/>
                </a:cubicBezTo>
                <a:cubicBezTo>
                  <a:pt x="1780336" y="41761"/>
                  <a:pt x="1781160" y="46989"/>
                  <a:pt x="1781160" y="53843"/>
                </a:cubicBezTo>
                <a:lnTo>
                  <a:pt x="1781160" y="98196"/>
                </a:lnTo>
                <a:lnTo>
                  <a:pt x="1769298" y="98196"/>
                </a:lnTo>
                <a:lnTo>
                  <a:pt x="1769298" y="53843"/>
                </a:lnTo>
                <a:cubicBezTo>
                  <a:pt x="1769298" y="47912"/>
                  <a:pt x="1768012" y="43595"/>
                  <a:pt x="1765442" y="40893"/>
                </a:cubicBezTo>
                <a:cubicBezTo>
                  <a:pt x="1762872" y="38191"/>
                  <a:pt x="1759236" y="36840"/>
                  <a:pt x="1754535" y="36840"/>
                </a:cubicBezTo>
                <a:cubicBezTo>
                  <a:pt x="1751020" y="36840"/>
                  <a:pt x="1747714" y="37752"/>
                  <a:pt x="1744617" y="39575"/>
                </a:cubicBezTo>
                <a:cubicBezTo>
                  <a:pt x="1741519" y="41398"/>
                  <a:pt x="1739312" y="43870"/>
                  <a:pt x="1737994" y="46989"/>
                </a:cubicBezTo>
                <a:cubicBezTo>
                  <a:pt x="1736675" y="50108"/>
                  <a:pt x="1736016" y="54414"/>
                  <a:pt x="1736016" y="59906"/>
                </a:cubicBezTo>
                <a:lnTo>
                  <a:pt x="1736016" y="98196"/>
                </a:lnTo>
                <a:lnTo>
                  <a:pt x="1724154" y="98196"/>
                </a:lnTo>
                <a:close/>
                <a:moveTo>
                  <a:pt x="1821407" y="74339"/>
                </a:moveTo>
                <a:cubicBezTo>
                  <a:pt x="1821363" y="72764"/>
                  <a:pt x="1821341" y="71583"/>
                  <a:pt x="1821341" y="70795"/>
                </a:cubicBezTo>
                <a:cubicBezTo>
                  <a:pt x="1821341" y="66157"/>
                  <a:pt x="1822000" y="62153"/>
                  <a:pt x="1823318" y="58784"/>
                </a:cubicBezTo>
                <a:cubicBezTo>
                  <a:pt x="1824284" y="56245"/>
                  <a:pt x="1825844" y="53685"/>
                  <a:pt x="1827997" y="51104"/>
                </a:cubicBezTo>
                <a:cubicBezTo>
                  <a:pt x="1829579" y="49223"/>
                  <a:pt x="1832423" y="46478"/>
                  <a:pt x="1836531" y="42868"/>
                </a:cubicBezTo>
                <a:cubicBezTo>
                  <a:pt x="1840639" y="39257"/>
                  <a:pt x="1843309" y="36380"/>
                  <a:pt x="1844539" y="34237"/>
                </a:cubicBezTo>
                <a:cubicBezTo>
                  <a:pt x="1845769" y="32092"/>
                  <a:pt x="1846384" y="29751"/>
                  <a:pt x="1846384" y="27214"/>
                </a:cubicBezTo>
                <a:cubicBezTo>
                  <a:pt x="1846384" y="22619"/>
                  <a:pt x="1844583" y="18582"/>
                  <a:pt x="1840980" y="15104"/>
                </a:cubicBezTo>
                <a:cubicBezTo>
                  <a:pt x="1837377" y="11625"/>
                  <a:pt x="1832962" y="9885"/>
                  <a:pt x="1827733" y="9885"/>
                </a:cubicBezTo>
                <a:cubicBezTo>
                  <a:pt x="1822681" y="9885"/>
                  <a:pt x="1818463" y="11462"/>
                  <a:pt x="1815080" y="14614"/>
                </a:cubicBezTo>
                <a:cubicBezTo>
                  <a:pt x="1811697" y="17766"/>
                  <a:pt x="1809478" y="22693"/>
                  <a:pt x="1808424" y="29393"/>
                </a:cubicBezTo>
                <a:lnTo>
                  <a:pt x="1796232" y="27943"/>
                </a:lnTo>
                <a:cubicBezTo>
                  <a:pt x="1797330" y="18914"/>
                  <a:pt x="1800592" y="12000"/>
                  <a:pt x="1806018" y="7200"/>
                </a:cubicBezTo>
                <a:cubicBezTo>
                  <a:pt x="1811444" y="2400"/>
                  <a:pt x="1818617" y="0"/>
                  <a:pt x="1827536" y="0"/>
                </a:cubicBezTo>
                <a:cubicBezTo>
                  <a:pt x="1836982" y="0"/>
                  <a:pt x="1844517" y="2566"/>
                  <a:pt x="1850140" y="7698"/>
                </a:cubicBezTo>
                <a:cubicBezTo>
                  <a:pt x="1855764" y="12829"/>
                  <a:pt x="1858576" y="19034"/>
                  <a:pt x="1858576" y="26314"/>
                </a:cubicBezTo>
                <a:cubicBezTo>
                  <a:pt x="1858576" y="30525"/>
                  <a:pt x="1857588" y="34407"/>
                  <a:pt x="1855610" y="37960"/>
                </a:cubicBezTo>
                <a:cubicBezTo>
                  <a:pt x="1853633" y="41512"/>
                  <a:pt x="1849767" y="45832"/>
                  <a:pt x="1844011" y="50919"/>
                </a:cubicBezTo>
                <a:cubicBezTo>
                  <a:pt x="1840145" y="54340"/>
                  <a:pt x="1837619" y="56862"/>
                  <a:pt x="1836433" y="58485"/>
                </a:cubicBezTo>
                <a:cubicBezTo>
                  <a:pt x="1835246" y="60108"/>
                  <a:pt x="1834368" y="61972"/>
                  <a:pt x="1833796" y="64077"/>
                </a:cubicBezTo>
                <a:cubicBezTo>
                  <a:pt x="1833225" y="66181"/>
                  <a:pt x="1832896" y="69602"/>
                  <a:pt x="1832808" y="74339"/>
                </a:cubicBezTo>
                <a:lnTo>
                  <a:pt x="1821407" y="74339"/>
                </a:lnTo>
                <a:moveTo>
                  <a:pt x="1820682" y="98196"/>
                </a:moveTo>
                <a:lnTo>
                  <a:pt x="1820682" y="84620"/>
                </a:lnTo>
                <a:lnTo>
                  <a:pt x="1834192" y="84620"/>
                </a:lnTo>
                <a:lnTo>
                  <a:pt x="1834192" y="98196"/>
                </a:lnTo>
                <a:lnTo>
                  <a:pt x="1820682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7137ae5af4121"/>
          <a:stretch xmlns:a="http://schemas.openxmlformats.org/drawingml/2006/main"/>
        </p:blipFill>
        <p:spPr>
          <a:xfrm xmlns:a="http://schemas.openxmlformats.org/drawingml/2006/main">
            <a:off x="6806366" y="1511654"/>
            <a:ext cx="295247" cy="295247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e6c0f00074c45"/>
          <a:stretch xmlns:a="http://schemas.openxmlformats.org/drawingml/2006/main"/>
        </p:blipFill>
        <p:spPr>
          <a:xfrm xmlns:a="http://schemas.openxmlformats.org/drawingml/2006/main">
            <a:off x="6806366" y="4869029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B0E2B-182E-4B93-9B93-73DFD1AA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1916563"/>
            <a:ext cx="2657219" cy="1096630"/>
          </a:xfrm>
          <a:custGeom xmlns:a="http://schemas.openxmlformats.org/drawingml/2006/main">
            <a:pathLst>
              <a:path w="2657219" h="1096630">
                <a:moveTo>
                  <a:pt x="0" y="0"/>
                </a:moveTo>
                <a:lnTo>
                  <a:pt x="2657219" y="0"/>
                </a:lnTo>
                <a:lnTo>
                  <a:pt x="2657219" y="1096630"/>
                </a:lnTo>
                <a:lnTo>
                  <a:pt x="0" y="10966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F7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80831-E41D-4976-94DC-3018EC88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1916563"/>
            <a:ext cx="2657219" cy="1096630"/>
          </a:xfrm>
          <a:custGeom xmlns:a="http://schemas.openxmlformats.org/drawingml/2006/main">
            <a:pathLst>
              <a:path w="2657219" h="1096630" fill="none">
                <a:moveTo>
                  <a:pt x="0" y="0"/>
                </a:moveTo>
                <a:lnTo>
                  <a:pt x="2657219" y="0"/>
                </a:lnTo>
                <a:lnTo>
                  <a:pt x="2657219" y="1096630"/>
                </a:lnTo>
                <a:lnTo>
                  <a:pt x="0" y="1096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36393D"/>
            </a:solidFill>
            <a:miter/>
          </a:ln>
        </p:spPr>
      </p:sp>
      <p:sp>
        <p:nvSpPr>
          <p:cNvPr id="119" name="Text Verification">
            <a:extLst xmlns:a="http://schemas.openxmlformats.org/drawingml/2006/main">
              <a:ext uri="{FF2B5EF4-FFF2-40B4-BE49-F238E27FC236}">
                <a16:creationId xmlns:a16="http://schemas.microsoft.com/office/drawing/2014/main" id="{33EDD2C8-5489-4882-B25C-9B33E72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31" y="1991165"/>
            <a:ext cx="718547" cy="99909"/>
          </a:xfrm>
          <a:custGeom xmlns:a="http://schemas.openxmlformats.org/drawingml/2006/main">
            <a:pathLst>
              <a:path w="718547" h="99909">
                <a:moveTo>
                  <a:pt x="34533" y="98328"/>
                </a:moveTo>
                <a:lnTo>
                  <a:pt x="0" y="1713"/>
                </a:lnTo>
                <a:lnTo>
                  <a:pt x="21155" y="1713"/>
                </a:lnTo>
                <a:lnTo>
                  <a:pt x="45605" y="73153"/>
                </a:lnTo>
                <a:lnTo>
                  <a:pt x="69264" y="1713"/>
                </a:lnTo>
                <a:lnTo>
                  <a:pt x="89958" y="1713"/>
                </a:lnTo>
                <a:lnTo>
                  <a:pt x="55359" y="98328"/>
                </a:lnTo>
                <a:lnTo>
                  <a:pt x="34533" y="98328"/>
                </a:lnTo>
                <a:close/>
                <a:moveTo>
                  <a:pt x="132861" y="76052"/>
                </a:moveTo>
                <a:lnTo>
                  <a:pt x="151314" y="79216"/>
                </a:lnTo>
                <a:cubicBezTo>
                  <a:pt x="148941" y="85960"/>
                  <a:pt x="145196" y="91095"/>
                  <a:pt x="140077" y="94621"/>
                </a:cubicBezTo>
                <a:cubicBezTo>
                  <a:pt x="134959" y="98146"/>
                  <a:pt x="128555" y="99909"/>
                  <a:pt x="120866" y="99909"/>
                </a:cubicBezTo>
                <a:cubicBezTo>
                  <a:pt x="108696" y="99909"/>
                  <a:pt x="99689" y="95933"/>
                  <a:pt x="93846" y="87981"/>
                </a:cubicBezTo>
                <a:cubicBezTo>
                  <a:pt x="89233" y="81610"/>
                  <a:pt x="86926" y="73570"/>
                  <a:pt x="86926" y="63860"/>
                </a:cubicBezTo>
                <a:cubicBezTo>
                  <a:pt x="86926" y="52261"/>
                  <a:pt x="89958" y="43178"/>
                  <a:pt x="96021" y="36609"/>
                </a:cubicBezTo>
                <a:cubicBezTo>
                  <a:pt x="102084" y="30041"/>
                  <a:pt x="109751" y="26757"/>
                  <a:pt x="119021" y="26757"/>
                </a:cubicBezTo>
                <a:cubicBezTo>
                  <a:pt x="129434" y="26757"/>
                  <a:pt x="137650" y="30195"/>
                  <a:pt x="143669" y="37071"/>
                </a:cubicBezTo>
                <a:cubicBezTo>
                  <a:pt x="149688" y="43946"/>
                  <a:pt x="152566" y="54480"/>
                  <a:pt x="152302" y="68671"/>
                </a:cubicBezTo>
                <a:lnTo>
                  <a:pt x="105906" y="68671"/>
                </a:lnTo>
                <a:cubicBezTo>
                  <a:pt x="106038" y="74163"/>
                  <a:pt x="107532" y="78436"/>
                  <a:pt x="110388" y="81489"/>
                </a:cubicBezTo>
                <a:cubicBezTo>
                  <a:pt x="113244" y="84543"/>
                  <a:pt x="116802" y="86070"/>
                  <a:pt x="121064" y="86070"/>
                </a:cubicBezTo>
                <a:cubicBezTo>
                  <a:pt x="123964" y="86070"/>
                  <a:pt x="126402" y="85279"/>
                  <a:pt x="128379" y="83697"/>
                </a:cubicBezTo>
                <a:cubicBezTo>
                  <a:pt x="130356" y="82115"/>
                  <a:pt x="131850" y="79567"/>
                  <a:pt x="132861" y="76052"/>
                </a:cubicBezTo>
                <a:moveTo>
                  <a:pt x="133915" y="57336"/>
                </a:moveTo>
                <a:cubicBezTo>
                  <a:pt x="133783" y="51998"/>
                  <a:pt x="132399" y="47939"/>
                  <a:pt x="129763" y="45160"/>
                </a:cubicBezTo>
                <a:cubicBezTo>
                  <a:pt x="127127" y="42381"/>
                  <a:pt x="123920" y="40992"/>
                  <a:pt x="120141" y="40992"/>
                </a:cubicBezTo>
                <a:cubicBezTo>
                  <a:pt x="116099" y="40992"/>
                  <a:pt x="112760" y="42457"/>
                  <a:pt x="110124" y="45389"/>
                </a:cubicBezTo>
                <a:cubicBezTo>
                  <a:pt x="107488" y="48321"/>
                  <a:pt x="106192" y="52304"/>
                  <a:pt x="106236" y="57336"/>
                </a:cubicBezTo>
                <a:lnTo>
                  <a:pt x="133915" y="57336"/>
                </a:lnTo>
                <a:close/>
                <a:moveTo>
                  <a:pt x="185102" y="98328"/>
                </a:moveTo>
                <a:lnTo>
                  <a:pt x="166583" y="98328"/>
                </a:lnTo>
                <a:lnTo>
                  <a:pt x="166583" y="28338"/>
                </a:lnTo>
                <a:lnTo>
                  <a:pt x="183784" y="28338"/>
                </a:lnTo>
                <a:lnTo>
                  <a:pt x="183784" y="38290"/>
                </a:lnTo>
                <a:cubicBezTo>
                  <a:pt x="186728" y="33589"/>
                  <a:pt x="189375" y="30491"/>
                  <a:pt x="191725" y="28997"/>
                </a:cubicBezTo>
                <a:cubicBezTo>
                  <a:pt x="194076" y="27504"/>
                  <a:pt x="196745" y="26757"/>
                  <a:pt x="199732" y="26757"/>
                </a:cubicBezTo>
                <a:cubicBezTo>
                  <a:pt x="203950" y="26757"/>
                  <a:pt x="208014" y="27921"/>
                  <a:pt x="211925" y="30250"/>
                </a:cubicBezTo>
                <a:lnTo>
                  <a:pt x="206191" y="46396"/>
                </a:lnTo>
                <a:cubicBezTo>
                  <a:pt x="203072" y="44375"/>
                  <a:pt x="200172" y="43364"/>
                  <a:pt x="197492" y="43364"/>
                </a:cubicBezTo>
                <a:cubicBezTo>
                  <a:pt x="194900" y="43364"/>
                  <a:pt x="192703" y="44078"/>
                  <a:pt x="190901" y="45506"/>
                </a:cubicBezTo>
                <a:cubicBezTo>
                  <a:pt x="189100" y="46934"/>
                  <a:pt x="187683" y="49515"/>
                  <a:pt x="186651" y="53250"/>
                </a:cubicBezTo>
                <a:cubicBezTo>
                  <a:pt x="185618" y="56984"/>
                  <a:pt x="185102" y="64805"/>
                  <a:pt x="185102" y="76711"/>
                </a:cubicBezTo>
                <a:lnTo>
                  <a:pt x="185102" y="98328"/>
                </a:lnTo>
                <a:close/>
                <a:moveTo>
                  <a:pt x="219877" y="18848"/>
                </a:moveTo>
                <a:lnTo>
                  <a:pt x="219877" y="1713"/>
                </a:lnTo>
                <a:lnTo>
                  <a:pt x="238396" y="1713"/>
                </a:lnTo>
                <a:lnTo>
                  <a:pt x="238396" y="18848"/>
                </a:lnTo>
                <a:lnTo>
                  <a:pt x="219877" y="18848"/>
                </a:lnTo>
                <a:moveTo>
                  <a:pt x="219877" y="98328"/>
                </a:moveTo>
                <a:lnTo>
                  <a:pt x="219877" y="28338"/>
                </a:lnTo>
                <a:lnTo>
                  <a:pt x="238396" y="28338"/>
                </a:lnTo>
                <a:lnTo>
                  <a:pt x="238396" y="98328"/>
                </a:lnTo>
                <a:lnTo>
                  <a:pt x="219877" y="98328"/>
                </a:lnTo>
                <a:close/>
                <a:moveTo>
                  <a:pt x="249293" y="28338"/>
                </a:moveTo>
                <a:lnTo>
                  <a:pt x="259574" y="28338"/>
                </a:lnTo>
                <a:lnTo>
                  <a:pt x="259574" y="23054"/>
                </a:lnTo>
                <a:cubicBezTo>
                  <a:pt x="259574" y="17153"/>
                  <a:pt x="260200" y="12749"/>
                  <a:pt x="261452" y="9842"/>
                </a:cubicBezTo>
                <a:cubicBezTo>
                  <a:pt x="262704" y="6936"/>
                  <a:pt x="265011" y="4569"/>
                  <a:pt x="268372" y="2741"/>
                </a:cubicBezTo>
                <a:cubicBezTo>
                  <a:pt x="271733" y="914"/>
                  <a:pt x="275984" y="0"/>
                  <a:pt x="281124" y="0"/>
                </a:cubicBezTo>
                <a:cubicBezTo>
                  <a:pt x="286396" y="0"/>
                  <a:pt x="291559" y="791"/>
                  <a:pt x="296611" y="2373"/>
                </a:cubicBezTo>
                <a:lnTo>
                  <a:pt x="294107" y="15290"/>
                </a:lnTo>
                <a:cubicBezTo>
                  <a:pt x="291163" y="14587"/>
                  <a:pt x="288330" y="14235"/>
                  <a:pt x="285606" y="14235"/>
                </a:cubicBezTo>
                <a:cubicBezTo>
                  <a:pt x="282925" y="14235"/>
                  <a:pt x="281003" y="14865"/>
                  <a:pt x="279839" y="16124"/>
                </a:cubicBezTo>
                <a:cubicBezTo>
                  <a:pt x="278675" y="17381"/>
                  <a:pt x="278093" y="19798"/>
                  <a:pt x="278093" y="23373"/>
                </a:cubicBezTo>
                <a:lnTo>
                  <a:pt x="278093" y="28338"/>
                </a:lnTo>
                <a:lnTo>
                  <a:pt x="291932" y="28338"/>
                </a:lnTo>
                <a:lnTo>
                  <a:pt x="291932" y="42969"/>
                </a:lnTo>
                <a:lnTo>
                  <a:pt x="278093" y="42969"/>
                </a:lnTo>
                <a:lnTo>
                  <a:pt x="278093" y="98328"/>
                </a:lnTo>
                <a:lnTo>
                  <a:pt x="259574" y="98328"/>
                </a:lnTo>
                <a:lnTo>
                  <a:pt x="259574" y="42969"/>
                </a:lnTo>
                <a:lnTo>
                  <a:pt x="249293" y="42969"/>
                </a:lnTo>
                <a:lnTo>
                  <a:pt x="249293" y="28338"/>
                </a:lnTo>
                <a:close/>
                <a:moveTo>
                  <a:pt x="302343" y="18848"/>
                </a:moveTo>
                <a:lnTo>
                  <a:pt x="302343" y="1713"/>
                </a:lnTo>
                <a:lnTo>
                  <a:pt x="320862" y="1713"/>
                </a:lnTo>
                <a:lnTo>
                  <a:pt x="320862" y="18848"/>
                </a:lnTo>
                <a:lnTo>
                  <a:pt x="302343" y="18848"/>
                </a:lnTo>
                <a:moveTo>
                  <a:pt x="302343" y="98328"/>
                </a:moveTo>
                <a:lnTo>
                  <a:pt x="302343" y="28338"/>
                </a:lnTo>
                <a:lnTo>
                  <a:pt x="320862" y="28338"/>
                </a:lnTo>
                <a:lnTo>
                  <a:pt x="320862" y="98328"/>
                </a:lnTo>
                <a:lnTo>
                  <a:pt x="302343" y="98328"/>
                </a:lnTo>
                <a:close/>
                <a:moveTo>
                  <a:pt x="400891" y="49032"/>
                </a:moveTo>
                <a:lnTo>
                  <a:pt x="382636" y="52327"/>
                </a:lnTo>
                <a:cubicBezTo>
                  <a:pt x="382021" y="48703"/>
                  <a:pt x="380626" y="45973"/>
                  <a:pt x="378451" y="44139"/>
                </a:cubicBezTo>
                <a:cubicBezTo>
                  <a:pt x="376276" y="42304"/>
                  <a:pt x="373454" y="41387"/>
                  <a:pt x="369983" y="41387"/>
                </a:cubicBezTo>
                <a:cubicBezTo>
                  <a:pt x="365370" y="41387"/>
                  <a:pt x="361690" y="42975"/>
                  <a:pt x="358944" y="46151"/>
                </a:cubicBezTo>
                <a:cubicBezTo>
                  <a:pt x="356198" y="49327"/>
                  <a:pt x="354825" y="54637"/>
                  <a:pt x="354825" y="62083"/>
                </a:cubicBezTo>
                <a:cubicBezTo>
                  <a:pt x="354825" y="70362"/>
                  <a:pt x="356220" y="76210"/>
                  <a:pt x="359010" y="79628"/>
                </a:cubicBezTo>
                <a:cubicBezTo>
                  <a:pt x="361800" y="83044"/>
                  <a:pt x="365545" y="84752"/>
                  <a:pt x="370246" y="84752"/>
                </a:cubicBezTo>
                <a:cubicBezTo>
                  <a:pt x="373761" y="84752"/>
                  <a:pt x="376639" y="83752"/>
                  <a:pt x="378880" y="81753"/>
                </a:cubicBezTo>
                <a:cubicBezTo>
                  <a:pt x="381120" y="79754"/>
                  <a:pt x="382702" y="76316"/>
                  <a:pt x="383625" y="71439"/>
                </a:cubicBezTo>
                <a:lnTo>
                  <a:pt x="401814" y="74602"/>
                </a:lnTo>
                <a:cubicBezTo>
                  <a:pt x="399925" y="82950"/>
                  <a:pt x="396300" y="89255"/>
                  <a:pt x="390940" y="93517"/>
                </a:cubicBezTo>
                <a:cubicBezTo>
                  <a:pt x="385580" y="97778"/>
                  <a:pt x="378396" y="99909"/>
                  <a:pt x="369390" y="99909"/>
                </a:cubicBezTo>
                <a:cubicBezTo>
                  <a:pt x="359153" y="99909"/>
                  <a:pt x="350992" y="96680"/>
                  <a:pt x="344907" y="90222"/>
                </a:cubicBezTo>
                <a:cubicBezTo>
                  <a:pt x="338821" y="83763"/>
                  <a:pt x="335779" y="74822"/>
                  <a:pt x="335779" y="63399"/>
                </a:cubicBezTo>
                <a:cubicBezTo>
                  <a:pt x="335779" y="51844"/>
                  <a:pt x="338832" y="42848"/>
                  <a:pt x="344939" y="36412"/>
                </a:cubicBezTo>
                <a:cubicBezTo>
                  <a:pt x="351047" y="29975"/>
                  <a:pt x="359306" y="26757"/>
                  <a:pt x="369719" y="26757"/>
                </a:cubicBezTo>
                <a:cubicBezTo>
                  <a:pt x="378243" y="26757"/>
                  <a:pt x="385020" y="28591"/>
                  <a:pt x="390050" y="32260"/>
                </a:cubicBezTo>
                <a:cubicBezTo>
                  <a:pt x="395081" y="35928"/>
                  <a:pt x="398695" y="41519"/>
                  <a:pt x="400891" y="49032"/>
                </a:cubicBezTo>
                <a:close/>
                <a:moveTo>
                  <a:pt x="428748" y="49955"/>
                </a:moveTo>
                <a:lnTo>
                  <a:pt x="411943" y="46923"/>
                </a:lnTo>
                <a:cubicBezTo>
                  <a:pt x="413832" y="40068"/>
                  <a:pt x="417083" y="34993"/>
                  <a:pt x="421696" y="31699"/>
                </a:cubicBezTo>
                <a:cubicBezTo>
                  <a:pt x="426310" y="28404"/>
                  <a:pt x="433164" y="26757"/>
                  <a:pt x="442258" y="26757"/>
                </a:cubicBezTo>
                <a:cubicBezTo>
                  <a:pt x="450518" y="26757"/>
                  <a:pt x="456669" y="27734"/>
                  <a:pt x="460711" y="29689"/>
                </a:cubicBezTo>
                <a:cubicBezTo>
                  <a:pt x="464753" y="31645"/>
                  <a:pt x="467598" y="34127"/>
                  <a:pt x="469246" y="37136"/>
                </a:cubicBezTo>
                <a:cubicBezTo>
                  <a:pt x="470893" y="40146"/>
                  <a:pt x="471717" y="45671"/>
                  <a:pt x="471717" y="53711"/>
                </a:cubicBezTo>
                <a:lnTo>
                  <a:pt x="471519" y="75327"/>
                </a:lnTo>
                <a:cubicBezTo>
                  <a:pt x="471519" y="81478"/>
                  <a:pt x="471816" y="86015"/>
                  <a:pt x="472409" y="88936"/>
                </a:cubicBezTo>
                <a:cubicBezTo>
                  <a:pt x="473002" y="91858"/>
                  <a:pt x="474111" y="94989"/>
                  <a:pt x="475737" y="98328"/>
                </a:cubicBezTo>
                <a:lnTo>
                  <a:pt x="457416" y="98328"/>
                </a:lnTo>
                <a:cubicBezTo>
                  <a:pt x="456933" y="97097"/>
                  <a:pt x="456340" y="95274"/>
                  <a:pt x="455637" y="92858"/>
                </a:cubicBezTo>
                <a:cubicBezTo>
                  <a:pt x="455329" y="91759"/>
                  <a:pt x="455109" y="91034"/>
                  <a:pt x="454978" y="90683"/>
                </a:cubicBezTo>
                <a:cubicBezTo>
                  <a:pt x="451814" y="93758"/>
                  <a:pt x="448431" y="96065"/>
                  <a:pt x="444828" y="97603"/>
                </a:cubicBezTo>
                <a:cubicBezTo>
                  <a:pt x="441226" y="99140"/>
                  <a:pt x="437381" y="99909"/>
                  <a:pt x="433295" y="99909"/>
                </a:cubicBezTo>
                <a:cubicBezTo>
                  <a:pt x="426090" y="99909"/>
                  <a:pt x="420411" y="97962"/>
                  <a:pt x="416259" y="94069"/>
                </a:cubicBezTo>
                <a:cubicBezTo>
                  <a:pt x="412107" y="90175"/>
                  <a:pt x="410031" y="85253"/>
                  <a:pt x="410031" y="79302"/>
                </a:cubicBezTo>
                <a:cubicBezTo>
                  <a:pt x="410031" y="75364"/>
                  <a:pt x="410976" y="71854"/>
                  <a:pt x="412865" y="68770"/>
                </a:cubicBezTo>
                <a:cubicBezTo>
                  <a:pt x="414755" y="65685"/>
                  <a:pt x="417402" y="63322"/>
                  <a:pt x="420807" y="61681"/>
                </a:cubicBezTo>
                <a:cubicBezTo>
                  <a:pt x="424212" y="60041"/>
                  <a:pt x="429121" y="58608"/>
                  <a:pt x="435536" y="57383"/>
                </a:cubicBezTo>
                <a:cubicBezTo>
                  <a:pt x="444191" y="55764"/>
                  <a:pt x="450189" y="54255"/>
                  <a:pt x="453528" y="52854"/>
                </a:cubicBezTo>
                <a:lnTo>
                  <a:pt x="453528" y="50989"/>
                </a:lnTo>
                <a:cubicBezTo>
                  <a:pt x="453528" y="47390"/>
                  <a:pt x="452649" y="44825"/>
                  <a:pt x="450891" y="43292"/>
                </a:cubicBezTo>
                <a:cubicBezTo>
                  <a:pt x="449134" y="41759"/>
                  <a:pt x="445817" y="40992"/>
                  <a:pt x="440940" y="40992"/>
                </a:cubicBezTo>
                <a:cubicBezTo>
                  <a:pt x="437645" y="40992"/>
                  <a:pt x="435075" y="41655"/>
                  <a:pt x="433229" y="42981"/>
                </a:cubicBezTo>
                <a:cubicBezTo>
                  <a:pt x="431384" y="44306"/>
                  <a:pt x="429890" y="46631"/>
                  <a:pt x="428748" y="49955"/>
                </a:cubicBezTo>
                <a:moveTo>
                  <a:pt x="453528" y="64981"/>
                </a:moveTo>
                <a:cubicBezTo>
                  <a:pt x="451155" y="65762"/>
                  <a:pt x="447399" y="66695"/>
                  <a:pt x="442258" y="67781"/>
                </a:cubicBezTo>
                <a:cubicBezTo>
                  <a:pt x="437118" y="68866"/>
                  <a:pt x="433757" y="69930"/>
                  <a:pt x="432175" y="70972"/>
                </a:cubicBezTo>
                <a:cubicBezTo>
                  <a:pt x="429759" y="72665"/>
                  <a:pt x="428550" y="74813"/>
                  <a:pt x="428550" y="77418"/>
                </a:cubicBezTo>
                <a:cubicBezTo>
                  <a:pt x="428550" y="79980"/>
                  <a:pt x="429517" y="82194"/>
                  <a:pt x="431450" y="84062"/>
                </a:cubicBezTo>
                <a:cubicBezTo>
                  <a:pt x="433383" y="85928"/>
                  <a:pt x="435844" y="86860"/>
                  <a:pt x="438831" y="86860"/>
                </a:cubicBezTo>
                <a:cubicBezTo>
                  <a:pt x="442170" y="86860"/>
                  <a:pt x="445356" y="85775"/>
                  <a:pt x="448387" y="83604"/>
                </a:cubicBezTo>
                <a:cubicBezTo>
                  <a:pt x="450628" y="81956"/>
                  <a:pt x="452100" y="79937"/>
                  <a:pt x="452803" y="77548"/>
                </a:cubicBezTo>
                <a:cubicBezTo>
                  <a:pt x="453286" y="75985"/>
                  <a:pt x="453528" y="73012"/>
                  <a:pt x="453528" y="68628"/>
                </a:cubicBezTo>
                <a:lnTo>
                  <a:pt x="453528" y="64981"/>
                </a:lnTo>
                <a:close/>
                <a:moveTo>
                  <a:pt x="522047" y="28338"/>
                </a:moveTo>
                <a:lnTo>
                  <a:pt x="522047" y="43101"/>
                </a:lnTo>
                <a:lnTo>
                  <a:pt x="509393" y="43101"/>
                </a:lnTo>
                <a:lnTo>
                  <a:pt x="509393" y="71262"/>
                </a:lnTo>
                <a:cubicBezTo>
                  <a:pt x="509393" y="76965"/>
                  <a:pt x="509514" y="80289"/>
                  <a:pt x="509756" y="81232"/>
                </a:cubicBezTo>
                <a:cubicBezTo>
                  <a:pt x="509997" y="82174"/>
                  <a:pt x="510546" y="82952"/>
                  <a:pt x="511403" y="83567"/>
                </a:cubicBezTo>
                <a:cubicBezTo>
                  <a:pt x="512260" y="84181"/>
                  <a:pt x="513303" y="84488"/>
                  <a:pt x="514534" y="84488"/>
                </a:cubicBezTo>
                <a:cubicBezTo>
                  <a:pt x="516247" y="84488"/>
                  <a:pt x="518729" y="83895"/>
                  <a:pt x="521981" y="82709"/>
                </a:cubicBezTo>
                <a:lnTo>
                  <a:pt x="523562" y="97129"/>
                </a:lnTo>
                <a:cubicBezTo>
                  <a:pt x="519257" y="98983"/>
                  <a:pt x="514380" y="99909"/>
                  <a:pt x="508932" y="99909"/>
                </a:cubicBezTo>
                <a:cubicBezTo>
                  <a:pt x="505593" y="99909"/>
                  <a:pt x="502583" y="99349"/>
                  <a:pt x="499903" y="98229"/>
                </a:cubicBezTo>
                <a:cubicBezTo>
                  <a:pt x="497223" y="97108"/>
                  <a:pt x="495257" y="95659"/>
                  <a:pt x="494005" y="93879"/>
                </a:cubicBezTo>
                <a:cubicBezTo>
                  <a:pt x="492753" y="92100"/>
                  <a:pt x="491885" y="89694"/>
                  <a:pt x="491402" y="86663"/>
                </a:cubicBezTo>
                <a:cubicBezTo>
                  <a:pt x="491006" y="84510"/>
                  <a:pt x="490808" y="80160"/>
                  <a:pt x="490808" y="73614"/>
                </a:cubicBezTo>
                <a:lnTo>
                  <a:pt x="490808" y="43101"/>
                </a:lnTo>
                <a:lnTo>
                  <a:pt x="482307" y="43101"/>
                </a:lnTo>
                <a:lnTo>
                  <a:pt x="482307" y="28338"/>
                </a:lnTo>
                <a:lnTo>
                  <a:pt x="490808" y="28338"/>
                </a:lnTo>
                <a:lnTo>
                  <a:pt x="490808" y="14367"/>
                </a:lnTo>
                <a:lnTo>
                  <a:pt x="509393" y="3427"/>
                </a:lnTo>
                <a:lnTo>
                  <a:pt x="509393" y="28338"/>
                </a:lnTo>
                <a:lnTo>
                  <a:pt x="522047" y="28338"/>
                </a:lnTo>
                <a:close/>
                <a:moveTo>
                  <a:pt x="534897" y="18848"/>
                </a:moveTo>
                <a:lnTo>
                  <a:pt x="534897" y="1713"/>
                </a:lnTo>
                <a:lnTo>
                  <a:pt x="553416" y="1713"/>
                </a:lnTo>
                <a:lnTo>
                  <a:pt x="553416" y="18848"/>
                </a:lnTo>
                <a:lnTo>
                  <a:pt x="534897" y="18848"/>
                </a:lnTo>
                <a:moveTo>
                  <a:pt x="534897" y="98328"/>
                </a:moveTo>
                <a:lnTo>
                  <a:pt x="534897" y="28338"/>
                </a:lnTo>
                <a:lnTo>
                  <a:pt x="553416" y="28338"/>
                </a:lnTo>
                <a:lnTo>
                  <a:pt x="553416" y="98328"/>
                </a:lnTo>
                <a:lnTo>
                  <a:pt x="534897" y="98328"/>
                </a:lnTo>
                <a:close/>
                <a:moveTo>
                  <a:pt x="568134" y="62344"/>
                </a:moveTo>
                <a:cubicBezTo>
                  <a:pt x="568134" y="56194"/>
                  <a:pt x="569650" y="50240"/>
                  <a:pt x="572682" y="44485"/>
                </a:cubicBezTo>
                <a:cubicBezTo>
                  <a:pt x="575713" y="38729"/>
                  <a:pt x="580008" y="34336"/>
                  <a:pt x="585566" y="31304"/>
                </a:cubicBezTo>
                <a:cubicBezTo>
                  <a:pt x="591124" y="28272"/>
                  <a:pt x="597329" y="26757"/>
                  <a:pt x="604183" y="26757"/>
                </a:cubicBezTo>
                <a:cubicBezTo>
                  <a:pt x="614772" y="26757"/>
                  <a:pt x="623449" y="30195"/>
                  <a:pt x="630215" y="37071"/>
                </a:cubicBezTo>
                <a:cubicBezTo>
                  <a:pt x="636981" y="43946"/>
                  <a:pt x="640364" y="52635"/>
                  <a:pt x="640364" y="63135"/>
                </a:cubicBezTo>
                <a:cubicBezTo>
                  <a:pt x="640364" y="73724"/>
                  <a:pt x="636948" y="82500"/>
                  <a:pt x="630116" y="89464"/>
                </a:cubicBezTo>
                <a:cubicBezTo>
                  <a:pt x="623284" y="96427"/>
                  <a:pt x="614684" y="99909"/>
                  <a:pt x="604315" y="99909"/>
                </a:cubicBezTo>
                <a:cubicBezTo>
                  <a:pt x="597901" y="99909"/>
                  <a:pt x="591783" y="98459"/>
                  <a:pt x="585961" y="95560"/>
                </a:cubicBezTo>
                <a:cubicBezTo>
                  <a:pt x="580140" y="92660"/>
                  <a:pt x="575713" y="88409"/>
                  <a:pt x="572682" y="82807"/>
                </a:cubicBezTo>
                <a:cubicBezTo>
                  <a:pt x="569650" y="77206"/>
                  <a:pt x="568134" y="70385"/>
                  <a:pt x="568134" y="62344"/>
                </a:cubicBezTo>
                <a:moveTo>
                  <a:pt x="587114" y="63333"/>
                </a:moveTo>
                <a:cubicBezTo>
                  <a:pt x="587114" y="70253"/>
                  <a:pt x="588762" y="75553"/>
                  <a:pt x="592057" y="79232"/>
                </a:cubicBezTo>
                <a:cubicBezTo>
                  <a:pt x="595352" y="82912"/>
                  <a:pt x="599416" y="84752"/>
                  <a:pt x="604249" y="84752"/>
                </a:cubicBezTo>
                <a:cubicBezTo>
                  <a:pt x="609082" y="84752"/>
                  <a:pt x="613135" y="82912"/>
                  <a:pt x="616408" y="79232"/>
                </a:cubicBezTo>
                <a:cubicBezTo>
                  <a:pt x="619682" y="75553"/>
                  <a:pt x="621318" y="70209"/>
                  <a:pt x="621318" y="63201"/>
                </a:cubicBezTo>
                <a:cubicBezTo>
                  <a:pt x="621318" y="56369"/>
                  <a:pt x="619682" y="51113"/>
                  <a:pt x="616408" y="47434"/>
                </a:cubicBezTo>
                <a:cubicBezTo>
                  <a:pt x="613135" y="43754"/>
                  <a:pt x="609082" y="41914"/>
                  <a:pt x="604249" y="41914"/>
                </a:cubicBezTo>
                <a:cubicBezTo>
                  <a:pt x="599416" y="41914"/>
                  <a:pt x="595352" y="43754"/>
                  <a:pt x="592057" y="47434"/>
                </a:cubicBezTo>
                <a:cubicBezTo>
                  <a:pt x="588762" y="51113"/>
                  <a:pt x="587114" y="56413"/>
                  <a:pt x="587114" y="63333"/>
                </a:cubicBezTo>
                <a:close/>
                <a:moveTo>
                  <a:pt x="718547" y="98328"/>
                </a:moveTo>
                <a:lnTo>
                  <a:pt x="700028" y="98328"/>
                </a:lnTo>
                <a:lnTo>
                  <a:pt x="700028" y="62649"/>
                </a:lnTo>
                <a:cubicBezTo>
                  <a:pt x="700028" y="55101"/>
                  <a:pt x="699633" y="50218"/>
                  <a:pt x="698842" y="48002"/>
                </a:cubicBezTo>
                <a:cubicBezTo>
                  <a:pt x="698051" y="45786"/>
                  <a:pt x="696766" y="44064"/>
                  <a:pt x="694987" y="42835"/>
                </a:cubicBezTo>
                <a:cubicBezTo>
                  <a:pt x="693207" y="41606"/>
                  <a:pt x="691065" y="40992"/>
                  <a:pt x="688561" y="40992"/>
                </a:cubicBezTo>
                <a:cubicBezTo>
                  <a:pt x="685354" y="40992"/>
                  <a:pt x="682476" y="41870"/>
                  <a:pt x="679928" y="43626"/>
                </a:cubicBezTo>
                <a:cubicBezTo>
                  <a:pt x="677380" y="45381"/>
                  <a:pt x="675633" y="47706"/>
                  <a:pt x="674689" y="50603"/>
                </a:cubicBezTo>
                <a:cubicBezTo>
                  <a:pt x="673744" y="53499"/>
                  <a:pt x="673272" y="58853"/>
                  <a:pt x="673272" y="66665"/>
                </a:cubicBezTo>
                <a:lnTo>
                  <a:pt x="673272" y="98328"/>
                </a:lnTo>
                <a:lnTo>
                  <a:pt x="654753" y="98328"/>
                </a:lnTo>
                <a:lnTo>
                  <a:pt x="654753" y="28338"/>
                </a:lnTo>
                <a:lnTo>
                  <a:pt x="671954" y="28338"/>
                </a:lnTo>
                <a:lnTo>
                  <a:pt x="671954" y="38619"/>
                </a:lnTo>
                <a:cubicBezTo>
                  <a:pt x="678061" y="30711"/>
                  <a:pt x="685749" y="26757"/>
                  <a:pt x="695020" y="26757"/>
                </a:cubicBezTo>
                <a:cubicBezTo>
                  <a:pt x="699106" y="26757"/>
                  <a:pt x="702840" y="27493"/>
                  <a:pt x="706223" y="28964"/>
                </a:cubicBezTo>
                <a:cubicBezTo>
                  <a:pt x="709606" y="30436"/>
                  <a:pt x="712166" y="32315"/>
                  <a:pt x="713901" y="34599"/>
                </a:cubicBezTo>
                <a:cubicBezTo>
                  <a:pt x="715636" y="36884"/>
                  <a:pt x="716845" y="39476"/>
                  <a:pt x="717526" y="42376"/>
                </a:cubicBezTo>
                <a:cubicBezTo>
                  <a:pt x="718207" y="45276"/>
                  <a:pt x="718547" y="49427"/>
                  <a:pt x="718547" y="54832"/>
                </a:cubicBezTo>
                <a:lnTo>
                  <a:pt x="718547" y="98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0">
            <a:extLst xmlns:a="http://schemas.openxmlformats.org/drawingml/2006/main">
              <a:ext uri="{FF2B5EF4-FFF2-40B4-BE49-F238E27FC236}">
                <a16:creationId xmlns:a16="http://schemas.microsoft.com/office/drawing/2014/main" id="{81ED51CE-D178-4E3E-BDF6-7E42B20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91" y="2043996"/>
            <a:ext cx="52270" cy="82249"/>
          </a:xfrm>
          <a:custGeom xmlns:a="http://schemas.openxmlformats.org/drawingml/2006/main">
            <a:pathLst>
              <a:path w="52270" h="82249">
                <a:moveTo>
                  <a:pt x="26135" y="0"/>
                </a:moveTo>
                <a:cubicBezTo>
                  <a:pt x="33932" y="0"/>
                  <a:pt x="40026" y="2784"/>
                  <a:pt x="44419" y="8351"/>
                </a:cubicBezTo>
                <a:cubicBezTo>
                  <a:pt x="49653" y="14944"/>
                  <a:pt x="52270" y="25878"/>
                  <a:pt x="52270" y="41152"/>
                </a:cubicBezTo>
                <a:cubicBezTo>
                  <a:pt x="52270" y="56389"/>
                  <a:pt x="49635" y="67341"/>
                  <a:pt x="44364" y="74008"/>
                </a:cubicBezTo>
                <a:cubicBezTo>
                  <a:pt x="40008" y="79502"/>
                  <a:pt x="33932" y="82249"/>
                  <a:pt x="26135" y="82249"/>
                </a:cubicBezTo>
                <a:cubicBezTo>
                  <a:pt x="18302" y="82249"/>
                  <a:pt x="11988" y="79236"/>
                  <a:pt x="7193" y="73212"/>
                </a:cubicBezTo>
                <a:cubicBezTo>
                  <a:pt x="2398" y="67186"/>
                  <a:pt x="0" y="56444"/>
                  <a:pt x="0" y="40987"/>
                </a:cubicBezTo>
                <a:cubicBezTo>
                  <a:pt x="0" y="25823"/>
                  <a:pt x="2635" y="14907"/>
                  <a:pt x="7906" y="8241"/>
                </a:cubicBezTo>
                <a:cubicBezTo>
                  <a:pt x="12262" y="2747"/>
                  <a:pt x="18338" y="0"/>
                  <a:pt x="26135" y="0"/>
                </a:cubicBezTo>
                <a:moveTo>
                  <a:pt x="26135" y="12848"/>
                </a:moveTo>
                <a:cubicBezTo>
                  <a:pt x="24268" y="12848"/>
                  <a:pt x="22603" y="13442"/>
                  <a:pt x="21139" y="14631"/>
                </a:cubicBezTo>
                <a:cubicBezTo>
                  <a:pt x="19675" y="15819"/>
                  <a:pt x="18540" y="17949"/>
                  <a:pt x="17735" y="21020"/>
                </a:cubicBezTo>
                <a:cubicBezTo>
                  <a:pt x="16673" y="25007"/>
                  <a:pt x="16142" y="31717"/>
                  <a:pt x="16142" y="41152"/>
                </a:cubicBezTo>
                <a:cubicBezTo>
                  <a:pt x="16142" y="50586"/>
                  <a:pt x="16618" y="57068"/>
                  <a:pt x="17570" y="60597"/>
                </a:cubicBezTo>
                <a:cubicBezTo>
                  <a:pt x="18522" y="64126"/>
                  <a:pt x="19720" y="66475"/>
                  <a:pt x="21166" y="67645"/>
                </a:cubicBezTo>
                <a:cubicBezTo>
                  <a:pt x="22612" y="68816"/>
                  <a:pt x="24268" y="69401"/>
                  <a:pt x="26135" y="69401"/>
                </a:cubicBezTo>
                <a:cubicBezTo>
                  <a:pt x="28002" y="69401"/>
                  <a:pt x="29667" y="68807"/>
                  <a:pt x="31132" y="67618"/>
                </a:cubicBezTo>
                <a:cubicBezTo>
                  <a:pt x="32596" y="66430"/>
                  <a:pt x="33730" y="64300"/>
                  <a:pt x="34536" y="61228"/>
                </a:cubicBezTo>
                <a:cubicBezTo>
                  <a:pt x="35597" y="57279"/>
                  <a:pt x="36128" y="50586"/>
                  <a:pt x="36128" y="41152"/>
                </a:cubicBezTo>
                <a:cubicBezTo>
                  <a:pt x="36128" y="31717"/>
                  <a:pt x="35652" y="25235"/>
                  <a:pt x="34700" y="21707"/>
                </a:cubicBezTo>
                <a:cubicBezTo>
                  <a:pt x="33749" y="18178"/>
                  <a:pt x="32550" y="15819"/>
                  <a:pt x="31104" y="14631"/>
                </a:cubicBezTo>
                <a:cubicBezTo>
                  <a:pt x="29658" y="13442"/>
                  <a:pt x="28002" y="12848"/>
                  <a:pt x="26135" y="12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:No,thestatementisnot">
            <a:extLst xmlns:a="http://schemas.openxmlformats.org/drawingml/2006/main">
              <a:ext uri="{FF2B5EF4-FFF2-40B4-BE49-F238E27FC236}">
                <a16:creationId xmlns:a16="http://schemas.microsoft.com/office/drawing/2014/main" id="{839496BA-7170-46A8-B0F1-EA2A635B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524" y="1992879"/>
            <a:ext cx="1597458" cy="118230"/>
          </a:xfrm>
          <a:custGeom xmlns:a="http://schemas.openxmlformats.org/drawingml/2006/main">
            <a:pathLst>
              <a:path w="1597458" h="118230">
                <a:moveTo>
                  <a:pt x="0" y="45210"/>
                </a:moveTo>
                <a:lnTo>
                  <a:pt x="0" y="26625"/>
                </a:lnTo>
                <a:lnTo>
                  <a:pt x="18519" y="26625"/>
                </a:lnTo>
                <a:lnTo>
                  <a:pt x="18519" y="45210"/>
                </a:lnTo>
                <a:lnTo>
                  <a:pt x="0" y="45210"/>
                </a:lnTo>
                <a:moveTo>
                  <a:pt x="0" y="96614"/>
                </a:moveTo>
                <a:lnTo>
                  <a:pt x="0" y="78029"/>
                </a:lnTo>
                <a:lnTo>
                  <a:pt x="18519" y="78029"/>
                </a:lnTo>
                <a:lnTo>
                  <a:pt x="18519" y="96614"/>
                </a:lnTo>
                <a:lnTo>
                  <a:pt x="0" y="96614"/>
                </a:lnTo>
                <a:close/>
                <a:moveTo>
                  <a:pt x="79237" y="96614"/>
                </a:moveTo>
                <a:lnTo>
                  <a:pt x="79237" y="0"/>
                </a:lnTo>
                <a:lnTo>
                  <a:pt x="98217" y="0"/>
                </a:lnTo>
                <a:lnTo>
                  <a:pt x="137759" y="64657"/>
                </a:lnTo>
                <a:lnTo>
                  <a:pt x="137759" y="0"/>
                </a:lnTo>
                <a:lnTo>
                  <a:pt x="155882" y="0"/>
                </a:lnTo>
                <a:lnTo>
                  <a:pt x="155882" y="96614"/>
                </a:lnTo>
                <a:lnTo>
                  <a:pt x="136309" y="96614"/>
                </a:lnTo>
                <a:lnTo>
                  <a:pt x="97360" y="33434"/>
                </a:lnTo>
                <a:lnTo>
                  <a:pt x="97360" y="96614"/>
                </a:lnTo>
                <a:lnTo>
                  <a:pt x="79237" y="96614"/>
                </a:lnTo>
                <a:close/>
                <a:moveTo>
                  <a:pt x="172072" y="60631"/>
                </a:moveTo>
                <a:cubicBezTo>
                  <a:pt x="172072" y="54480"/>
                  <a:pt x="173588" y="48527"/>
                  <a:pt x="176620" y="42771"/>
                </a:cubicBezTo>
                <a:cubicBezTo>
                  <a:pt x="179651" y="37016"/>
                  <a:pt x="183946" y="32622"/>
                  <a:pt x="189504" y="29591"/>
                </a:cubicBezTo>
                <a:cubicBezTo>
                  <a:pt x="195062" y="26559"/>
                  <a:pt x="201267" y="25043"/>
                  <a:pt x="208121" y="25043"/>
                </a:cubicBezTo>
                <a:cubicBezTo>
                  <a:pt x="218710" y="25043"/>
                  <a:pt x="227387" y="28481"/>
                  <a:pt x="234153" y="35357"/>
                </a:cubicBezTo>
                <a:cubicBezTo>
                  <a:pt x="240919" y="42233"/>
                  <a:pt x="244302" y="50921"/>
                  <a:pt x="244302" y="61422"/>
                </a:cubicBezTo>
                <a:cubicBezTo>
                  <a:pt x="244302" y="72010"/>
                  <a:pt x="240886" y="80786"/>
                  <a:pt x="234054" y="87750"/>
                </a:cubicBezTo>
                <a:cubicBezTo>
                  <a:pt x="227222" y="94714"/>
                  <a:pt x="218622" y="98196"/>
                  <a:pt x="208253" y="98196"/>
                </a:cubicBezTo>
                <a:cubicBezTo>
                  <a:pt x="201839" y="98196"/>
                  <a:pt x="195721" y="96746"/>
                  <a:pt x="189899" y="93846"/>
                </a:cubicBezTo>
                <a:cubicBezTo>
                  <a:pt x="184078" y="90946"/>
                  <a:pt x="179651" y="86696"/>
                  <a:pt x="176620" y="81094"/>
                </a:cubicBezTo>
                <a:cubicBezTo>
                  <a:pt x="173588" y="75492"/>
                  <a:pt x="172072" y="68671"/>
                  <a:pt x="172072" y="60631"/>
                </a:cubicBezTo>
                <a:moveTo>
                  <a:pt x="191052" y="61620"/>
                </a:moveTo>
                <a:cubicBezTo>
                  <a:pt x="191052" y="68539"/>
                  <a:pt x="192700" y="73839"/>
                  <a:pt x="195995" y="77519"/>
                </a:cubicBezTo>
                <a:cubicBezTo>
                  <a:pt x="199290" y="81198"/>
                  <a:pt x="203354" y="83038"/>
                  <a:pt x="208187" y="83038"/>
                </a:cubicBezTo>
                <a:cubicBezTo>
                  <a:pt x="213020" y="83038"/>
                  <a:pt x="217073" y="81198"/>
                  <a:pt x="220346" y="77519"/>
                </a:cubicBezTo>
                <a:cubicBezTo>
                  <a:pt x="223620" y="73839"/>
                  <a:pt x="225256" y="68495"/>
                  <a:pt x="225256" y="61488"/>
                </a:cubicBezTo>
                <a:cubicBezTo>
                  <a:pt x="225256" y="54656"/>
                  <a:pt x="223620" y="49400"/>
                  <a:pt x="220346" y="45720"/>
                </a:cubicBezTo>
                <a:cubicBezTo>
                  <a:pt x="217073" y="42041"/>
                  <a:pt x="213020" y="40201"/>
                  <a:pt x="208187" y="40201"/>
                </a:cubicBezTo>
                <a:cubicBezTo>
                  <a:pt x="203354" y="40201"/>
                  <a:pt x="199290" y="42041"/>
                  <a:pt x="195995" y="45720"/>
                </a:cubicBezTo>
                <a:cubicBezTo>
                  <a:pt x="192700" y="49400"/>
                  <a:pt x="191052" y="54700"/>
                  <a:pt x="191052" y="61620"/>
                </a:cubicBezTo>
                <a:close/>
                <a:moveTo>
                  <a:pt x="258361" y="78029"/>
                </a:moveTo>
                <a:lnTo>
                  <a:pt x="276880" y="78029"/>
                </a:lnTo>
                <a:lnTo>
                  <a:pt x="276880" y="91319"/>
                </a:lnTo>
                <a:cubicBezTo>
                  <a:pt x="276880" y="96697"/>
                  <a:pt x="276418" y="100940"/>
                  <a:pt x="275496" y="104047"/>
                </a:cubicBezTo>
                <a:cubicBezTo>
                  <a:pt x="274573" y="107155"/>
                  <a:pt x="272827" y="109944"/>
                  <a:pt x="270257" y="112412"/>
                </a:cubicBezTo>
                <a:cubicBezTo>
                  <a:pt x="267686" y="114881"/>
                  <a:pt x="264424" y="116820"/>
                  <a:pt x="260470" y="118230"/>
                </a:cubicBezTo>
                <a:lnTo>
                  <a:pt x="256845" y="110586"/>
                </a:lnTo>
                <a:cubicBezTo>
                  <a:pt x="260580" y="109350"/>
                  <a:pt x="263238" y="107650"/>
                  <a:pt x="264820" y="105486"/>
                </a:cubicBezTo>
                <a:cubicBezTo>
                  <a:pt x="266401" y="103324"/>
                  <a:pt x="267236" y="100367"/>
                  <a:pt x="267324" y="96614"/>
                </a:cubicBezTo>
                <a:lnTo>
                  <a:pt x="258361" y="96614"/>
                </a:lnTo>
                <a:lnTo>
                  <a:pt x="258361" y="78029"/>
                </a:lnTo>
                <a:close/>
                <a:moveTo>
                  <a:pt x="365961" y="26625"/>
                </a:moveTo>
                <a:lnTo>
                  <a:pt x="365961" y="41387"/>
                </a:lnTo>
                <a:lnTo>
                  <a:pt x="353307" y="41387"/>
                </a:lnTo>
                <a:lnTo>
                  <a:pt x="353307" y="69549"/>
                </a:lnTo>
                <a:cubicBezTo>
                  <a:pt x="353307" y="75252"/>
                  <a:pt x="353428" y="78575"/>
                  <a:pt x="353670" y="79518"/>
                </a:cubicBezTo>
                <a:cubicBezTo>
                  <a:pt x="353911" y="80460"/>
                  <a:pt x="354460" y="81239"/>
                  <a:pt x="355317" y="81854"/>
                </a:cubicBezTo>
                <a:cubicBezTo>
                  <a:pt x="356174" y="82468"/>
                  <a:pt x="357217" y="82774"/>
                  <a:pt x="358448" y="82774"/>
                </a:cubicBezTo>
                <a:cubicBezTo>
                  <a:pt x="360161" y="82774"/>
                  <a:pt x="362643" y="82181"/>
                  <a:pt x="365895" y="80995"/>
                </a:cubicBezTo>
                <a:lnTo>
                  <a:pt x="367476" y="95416"/>
                </a:lnTo>
                <a:cubicBezTo>
                  <a:pt x="363171" y="97269"/>
                  <a:pt x="358294" y="98196"/>
                  <a:pt x="352846" y="98196"/>
                </a:cubicBezTo>
                <a:cubicBezTo>
                  <a:pt x="349507" y="98196"/>
                  <a:pt x="346497" y="97636"/>
                  <a:pt x="343817" y="96515"/>
                </a:cubicBezTo>
                <a:cubicBezTo>
                  <a:pt x="341137" y="95395"/>
                  <a:pt x="339171" y="93945"/>
                  <a:pt x="337919" y="92166"/>
                </a:cubicBezTo>
                <a:cubicBezTo>
                  <a:pt x="336667" y="90386"/>
                  <a:pt x="335799" y="87981"/>
                  <a:pt x="335316" y="84949"/>
                </a:cubicBezTo>
                <a:cubicBezTo>
                  <a:pt x="334920" y="82796"/>
                  <a:pt x="334722" y="78447"/>
                  <a:pt x="334722" y="71900"/>
                </a:cubicBezTo>
                <a:lnTo>
                  <a:pt x="334722" y="41387"/>
                </a:lnTo>
                <a:lnTo>
                  <a:pt x="326221" y="41387"/>
                </a:lnTo>
                <a:lnTo>
                  <a:pt x="326221" y="26625"/>
                </a:lnTo>
                <a:lnTo>
                  <a:pt x="334722" y="26625"/>
                </a:lnTo>
                <a:lnTo>
                  <a:pt x="334722" y="12653"/>
                </a:lnTo>
                <a:lnTo>
                  <a:pt x="353307" y="1713"/>
                </a:lnTo>
                <a:lnTo>
                  <a:pt x="353307" y="26625"/>
                </a:lnTo>
                <a:lnTo>
                  <a:pt x="365961" y="26625"/>
                </a:lnTo>
                <a:close/>
                <a:moveTo>
                  <a:pt x="397264" y="0"/>
                </a:moveTo>
                <a:lnTo>
                  <a:pt x="397264" y="35571"/>
                </a:lnTo>
                <a:cubicBezTo>
                  <a:pt x="403239" y="28553"/>
                  <a:pt x="410379" y="25043"/>
                  <a:pt x="418683" y="25043"/>
                </a:cubicBezTo>
                <a:cubicBezTo>
                  <a:pt x="422945" y="25043"/>
                  <a:pt x="426789" y="25834"/>
                  <a:pt x="430216" y="27416"/>
                </a:cubicBezTo>
                <a:cubicBezTo>
                  <a:pt x="433643" y="28997"/>
                  <a:pt x="436224" y="31018"/>
                  <a:pt x="437959" y="33479"/>
                </a:cubicBezTo>
                <a:cubicBezTo>
                  <a:pt x="439695" y="35939"/>
                  <a:pt x="440881" y="38663"/>
                  <a:pt x="441518" y="41651"/>
                </a:cubicBezTo>
                <a:cubicBezTo>
                  <a:pt x="442155" y="44638"/>
                  <a:pt x="442474" y="49274"/>
                  <a:pt x="442474" y="55556"/>
                </a:cubicBezTo>
                <a:lnTo>
                  <a:pt x="442474" y="96614"/>
                </a:lnTo>
                <a:lnTo>
                  <a:pt x="423955" y="96614"/>
                </a:lnTo>
                <a:lnTo>
                  <a:pt x="423955" y="59686"/>
                </a:lnTo>
                <a:cubicBezTo>
                  <a:pt x="423955" y="52357"/>
                  <a:pt x="423604" y="47705"/>
                  <a:pt x="422901" y="45731"/>
                </a:cubicBezTo>
                <a:cubicBezTo>
                  <a:pt x="422198" y="43755"/>
                  <a:pt x="420956" y="42186"/>
                  <a:pt x="419177" y="41023"/>
                </a:cubicBezTo>
                <a:cubicBezTo>
                  <a:pt x="417398" y="39860"/>
                  <a:pt x="415168" y="39278"/>
                  <a:pt x="412488" y="39278"/>
                </a:cubicBezTo>
                <a:cubicBezTo>
                  <a:pt x="409412" y="39278"/>
                  <a:pt x="406666" y="40025"/>
                  <a:pt x="404250" y="41517"/>
                </a:cubicBezTo>
                <a:cubicBezTo>
                  <a:pt x="401834" y="43009"/>
                  <a:pt x="400065" y="45258"/>
                  <a:pt x="398945" y="48264"/>
                </a:cubicBezTo>
                <a:cubicBezTo>
                  <a:pt x="397824" y="51269"/>
                  <a:pt x="397264" y="55713"/>
                  <a:pt x="397264" y="61595"/>
                </a:cubicBezTo>
                <a:lnTo>
                  <a:pt x="397264" y="96614"/>
                </a:lnTo>
                <a:lnTo>
                  <a:pt x="378745" y="96614"/>
                </a:lnTo>
                <a:lnTo>
                  <a:pt x="378745" y="0"/>
                </a:lnTo>
                <a:lnTo>
                  <a:pt x="397264" y="0"/>
                </a:lnTo>
                <a:close/>
                <a:moveTo>
                  <a:pt x="501809" y="74339"/>
                </a:moveTo>
                <a:lnTo>
                  <a:pt x="520262" y="77502"/>
                </a:lnTo>
                <a:cubicBezTo>
                  <a:pt x="517889" y="84246"/>
                  <a:pt x="514144" y="89381"/>
                  <a:pt x="509025" y="92907"/>
                </a:cubicBezTo>
                <a:cubicBezTo>
                  <a:pt x="503907" y="96433"/>
                  <a:pt x="497503" y="98196"/>
                  <a:pt x="489815" y="98196"/>
                </a:cubicBezTo>
                <a:cubicBezTo>
                  <a:pt x="477644" y="98196"/>
                  <a:pt x="468638" y="94220"/>
                  <a:pt x="462794" y="86267"/>
                </a:cubicBezTo>
                <a:cubicBezTo>
                  <a:pt x="458181" y="79897"/>
                  <a:pt x="455874" y="71857"/>
                  <a:pt x="455874" y="62147"/>
                </a:cubicBezTo>
                <a:cubicBezTo>
                  <a:pt x="455874" y="50548"/>
                  <a:pt x="458906" y="41464"/>
                  <a:pt x="464969" y="34896"/>
                </a:cubicBezTo>
                <a:cubicBezTo>
                  <a:pt x="471032" y="28327"/>
                  <a:pt x="478699" y="25043"/>
                  <a:pt x="487969" y="25043"/>
                </a:cubicBezTo>
                <a:cubicBezTo>
                  <a:pt x="498382" y="25043"/>
                  <a:pt x="506598" y="28481"/>
                  <a:pt x="512617" y="35357"/>
                </a:cubicBezTo>
                <a:cubicBezTo>
                  <a:pt x="518636" y="42233"/>
                  <a:pt x="521514" y="52767"/>
                  <a:pt x="521250" y="66958"/>
                </a:cubicBezTo>
                <a:lnTo>
                  <a:pt x="474855" y="66958"/>
                </a:lnTo>
                <a:cubicBezTo>
                  <a:pt x="474986" y="72450"/>
                  <a:pt x="476480" y="76722"/>
                  <a:pt x="479336" y="79776"/>
                </a:cubicBezTo>
                <a:cubicBezTo>
                  <a:pt x="482192" y="82829"/>
                  <a:pt x="485751" y="84356"/>
                  <a:pt x="490012" y="84356"/>
                </a:cubicBezTo>
                <a:cubicBezTo>
                  <a:pt x="492912" y="84356"/>
                  <a:pt x="495350" y="83565"/>
                  <a:pt x="497328" y="81984"/>
                </a:cubicBezTo>
                <a:cubicBezTo>
                  <a:pt x="499305" y="80402"/>
                  <a:pt x="500798" y="77854"/>
                  <a:pt x="501809" y="74339"/>
                </a:cubicBezTo>
                <a:moveTo>
                  <a:pt x="502863" y="55622"/>
                </a:moveTo>
                <a:cubicBezTo>
                  <a:pt x="502732" y="50284"/>
                  <a:pt x="501348" y="46226"/>
                  <a:pt x="498712" y="43447"/>
                </a:cubicBezTo>
                <a:cubicBezTo>
                  <a:pt x="496075" y="40668"/>
                  <a:pt x="492868" y="39278"/>
                  <a:pt x="489090" y="39278"/>
                </a:cubicBezTo>
                <a:cubicBezTo>
                  <a:pt x="485048" y="39278"/>
                  <a:pt x="481708" y="40744"/>
                  <a:pt x="479072" y="43675"/>
                </a:cubicBezTo>
                <a:cubicBezTo>
                  <a:pt x="476436" y="46608"/>
                  <a:pt x="475140" y="50590"/>
                  <a:pt x="475184" y="55622"/>
                </a:cubicBezTo>
                <a:lnTo>
                  <a:pt x="502863" y="55622"/>
                </a:lnTo>
                <a:close/>
                <a:moveTo>
                  <a:pt x="567319" y="76711"/>
                </a:moveTo>
                <a:lnTo>
                  <a:pt x="585903" y="73812"/>
                </a:lnTo>
                <a:cubicBezTo>
                  <a:pt x="586694" y="77392"/>
                  <a:pt x="588298" y="80111"/>
                  <a:pt x="590714" y="81967"/>
                </a:cubicBezTo>
                <a:cubicBezTo>
                  <a:pt x="593131" y="83823"/>
                  <a:pt x="596514" y="84752"/>
                  <a:pt x="600863" y="84752"/>
                </a:cubicBezTo>
                <a:cubicBezTo>
                  <a:pt x="605652" y="84752"/>
                  <a:pt x="609255" y="83874"/>
                  <a:pt x="611672" y="82120"/>
                </a:cubicBezTo>
                <a:cubicBezTo>
                  <a:pt x="613297" y="80891"/>
                  <a:pt x="614110" y="79245"/>
                  <a:pt x="614110" y="77183"/>
                </a:cubicBezTo>
                <a:cubicBezTo>
                  <a:pt x="614110" y="75778"/>
                  <a:pt x="613671" y="74616"/>
                  <a:pt x="612792" y="73694"/>
                </a:cubicBezTo>
                <a:cubicBezTo>
                  <a:pt x="611869" y="72817"/>
                  <a:pt x="609804" y="72005"/>
                  <a:pt x="606597" y="71260"/>
                </a:cubicBezTo>
                <a:cubicBezTo>
                  <a:pt x="591659" y="67970"/>
                  <a:pt x="582191" y="64965"/>
                  <a:pt x="578193" y="62244"/>
                </a:cubicBezTo>
                <a:cubicBezTo>
                  <a:pt x="572657" y="58468"/>
                  <a:pt x="569889" y="53222"/>
                  <a:pt x="569889" y="46507"/>
                </a:cubicBezTo>
                <a:cubicBezTo>
                  <a:pt x="569889" y="40449"/>
                  <a:pt x="572283" y="35358"/>
                  <a:pt x="577072" y="31232"/>
                </a:cubicBezTo>
                <a:cubicBezTo>
                  <a:pt x="581861" y="27106"/>
                  <a:pt x="589286" y="25043"/>
                  <a:pt x="599348" y="25043"/>
                </a:cubicBezTo>
                <a:cubicBezTo>
                  <a:pt x="608926" y="25043"/>
                  <a:pt x="616043" y="26597"/>
                  <a:pt x="620700" y="29706"/>
                </a:cubicBezTo>
                <a:cubicBezTo>
                  <a:pt x="625357" y="32814"/>
                  <a:pt x="628565" y="37411"/>
                  <a:pt x="630322" y="43496"/>
                </a:cubicBezTo>
                <a:lnTo>
                  <a:pt x="612858" y="46791"/>
                </a:lnTo>
                <a:cubicBezTo>
                  <a:pt x="612111" y="44067"/>
                  <a:pt x="610694" y="41980"/>
                  <a:pt x="608607" y="40531"/>
                </a:cubicBezTo>
                <a:cubicBezTo>
                  <a:pt x="606520" y="39081"/>
                  <a:pt x="603544" y="38356"/>
                  <a:pt x="599677" y="38356"/>
                </a:cubicBezTo>
                <a:cubicBezTo>
                  <a:pt x="594800" y="38356"/>
                  <a:pt x="591307" y="39036"/>
                  <a:pt x="589199" y="40397"/>
                </a:cubicBezTo>
                <a:cubicBezTo>
                  <a:pt x="587793" y="41360"/>
                  <a:pt x="587090" y="42611"/>
                  <a:pt x="587090" y="44147"/>
                </a:cubicBezTo>
                <a:cubicBezTo>
                  <a:pt x="587090" y="45462"/>
                  <a:pt x="587705" y="46581"/>
                  <a:pt x="588935" y="47502"/>
                </a:cubicBezTo>
                <a:cubicBezTo>
                  <a:pt x="590605" y="48731"/>
                  <a:pt x="596371" y="50464"/>
                  <a:pt x="606235" y="52702"/>
                </a:cubicBezTo>
                <a:cubicBezTo>
                  <a:pt x="616098" y="54940"/>
                  <a:pt x="622985" y="57685"/>
                  <a:pt x="626895" y="60938"/>
                </a:cubicBezTo>
                <a:cubicBezTo>
                  <a:pt x="630762" y="64236"/>
                  <a:pt x="632695" y="68830"/>
                  <a:pt x="632695" y="74720"/>
                </a:cubicBezTo>
                <a:cubicBezTo>
                  <a:pt x="632695" y="81139"/>
                  <a:pt x="630015" y="86656"/>
                  <a:pt x="624655" y="91272"/>
                </a:cubicBezTo>
                <a:cubicBezTo>
                  <a:pt x="619294" y="95888"/>
                  <a:pt x="611364" y="98196"/>
                  <a:pt x="600863" y="98196"/>
                </a:cubicBezTo>
                <a:cubicBezTo>
                  <a:pt x="591329" y="98196"/>
                  <a:pt x="583784" y="96269"/>
                  <a:pt x="578226" y="92415"/>
                </a:cubicBezTo>
                <a:cubicBezTo>
                  <a:pt x="572668" y="88560"/>
                  <a:pt x="569032" y="83325"/>
                  <a:pt x="567319" y="76711"/>
                </a:cubicBezTo>
                <a:close/>
                <a:moveTo>
                  <a:pt x="680981" y="26625"/>
                </a:moveTo>
                <a:lnTo>
                  <a:pt x="680981" y="41387"/>
                </a:lnTo>
                <a:lnTo>
                  <a:pt x="668328" y="41387"/>
                </a:lnTo>
                <a:lnTo>
                  <a:pt x="668328" y="69549"/>
                </a:lnTo>
                <a:cubicBezTo>
                  <a:pt x="668328" y="75252"/>
                  <a:pt x="668449" y="78575"/>
                  <a:pt x="668690" y="79518"/>
                </a:cubicBezTo>
                <a:cubicBezTo>
                  <a:pt x="668932" y="80460"/>
                  <a:pt x="669481" y="81239"/>
                  <a:pt x="670338" y="81854"/>
                </a:cubicBezTo>
                <a:cubicBezTo>
                  <a:pt x="671195" y="82468"/>
                  <a:pt x="672238" y="82774"/>
                  <a:pt x="673468" y="82774"/>
                </a:cubicBezTo>
                <a:cubicBezTo>
                  <a:pt x="675182" y="82774"/>
                  <a:pt x="677664" y="82181"/>
                  <a:pt x="680915" y="80995"/>
                </a:cubicBezTo>
                <a:lnTo>
                  <a:pt x="682497" y="95416"/>
                </a:lnTo>
                <a:cubicBezTo>
                  <a:pt x="678191" y="97269"/>
                  <a:pt x="673315" y="98196"/>
                  <a:pt x="667867" y="98196"/>
                </a:cubicBezTo>
                <a:cubicBezTo>
                  <a:pt x="664528" y="98196"/>
                  <a:pt x="661518" y="97636"/>
                  <a:pt x="658838" y="96515"/>
                </a:cubicBezTo>
                <a:cubicBezTo>
                  <a:pt x="656158" y="95395"/>
                  <a:pt x="654192" y="93945"/>
                  <a:pt x="652940" y="92166"/>
                </a:cubicBezTo>
                <a:cubicBezTo>
                  <a:pt x="651687" y="90386"/>
                  <a:pt x="650820" y="87981"/>
                  <a:pt x="650336" y="84949"/>
                </a:cubicBezTo>
                <a:cubicBezTo>
                  <a:pt x="649941" y="82796"/>
                  <a:pt x="649743" y="78447"/>
                  <a:pt x="649743" y="71900"/>
                </a:cubicBezTo>
                <a:lnTo>
                  <a:pt x="649743" y="41387"/>
                </a:lnTo>
                <a:lnTo>
                  <a:pt x="641242" y="41387"/>
                </a:lnTo>
                <a:lnTo>
                  <a:pt x="641242" y="26625"/>
                </a:lnTo>
                <a:lnTo>
                  <a:pt x="649743" y="26625"/>
                </a:lnTo>
                <a:lnTo>
                  <a:pt x="649743" y="12653"/>
                </a:lnTo>
                <a:lnTo>
                  <a:pt x="668328" y="1713"/>
                </a:lnTo>
                <a:lnTo>
                  <a:pt x="668328" y="26625"/>
                </a:lnTo>
                <a:lnTo>
                  <a:pt x="680981" y="26625"/>
                </a:lnTo>
                <a:close/>
                <a:moveTo>
                  <a:pt x="707671" y="48241"/>
                </a:moveTo>
                <a:lnTo>
                  <a:pt x="690866" y="45210"/>
                </a:lnTo>
                <a:cubicBezTo>
                  <a:pt x="692755" y="38354"/>
                  <a:pt x="696006" y="33280"/>
                  <a:pt x="700619" y="29986"/>
                </a:cubicBezTo>
                <a:cubicBezTo>
                  <a:pt x="705233" y="26691"/>
                  <a:pt x="712086" y="25043"/>
                  <a:pt x="721181" y="25043"/>
                </a:cubicBezTo>
                <a:cubicBezTo>
                  <a:pt x="729441" y="25043"/>
                  <a:pt x="735592" y="26021"/>
                  <a:pt x="739634" y="27976"/>
                </a:cubicBezTo>
                <a:cubicBezTo>
                  <a:pt x="743676" y="29931"/>
                  <a:pt x="746521" y="32413"/>
                  <a:pt x="748168" y="35423"/>
                </a:cubicBezTo>
                <a:cubicBezTo>
                  <a:pt x="749816" y="38433"/>
                  <a:pt x="750640" y="43957"/>
                  <a:pt x="750640" y="51998"/>
                </a:cubicBezTo>
                <a:lnTo>
                  <a:pt x="750442" y="73614"/>
                </a:lnTo>
                <a:cubicBezTo>
                  <a:pt x="750442" y="79765"/>
                  <a:pt x="750739" y="84301"/>
                  <a:pt x="751332" y="87223"/>
                </a:cubicBezTo>
                <a:cubicBezTo>
                  <a:pt x="751925" y="90145"/>
                  <a:pt x="753034" y="93275"/>
                  <a:pt x="754660" y="96614"/>
                </a:cubicBezTo>
                <a:lnTo>
                  <a:pt x="736339" y="96614"/>
                </a:lnTo>
                <a:cubicBezTo>
                  <a:pt x="735856" y="95384"/>
                  <a:pt x="735262" y="93561"/>
                  <a:pt x="734559" y="91144"/>
                </a:cubicBezTo>
                <a:cubicBezTo>
                  <a:pt x="734252" y="90046"/>
                  <a:pt x="734032" y="89321"/>
                  <a:pt x="733900" y="88969"/>
                </a:cubicBezTo>
                <a:cubicBezTo>
                  <a:pt x="730737" y="92045"/>
                  <a:pt x="727354" y="94351"/>
                  <a:pt x="723751" y="95889"/>
                </a:cubicBezTo>
                <a:cubicBezTo>
                  <a:pt x="720149" y="97427"/>
                  <a:pt x="716304" y="98196"/>
                  <a:pt x="712218" y="98196"/>
                </a:cubicBezTo>
                <a:cubicBezTo>
                  <a:pt x="705013" y="98196"/>
                  <a:pt x="699334" y="96249"/>
                  <a:pt x="695182" y="92355"/>
                </a:cubicBezTo>
                <a:cubicBezTo>
                  <a:pt x="691030" y="88461"/>
                  <a:pt x="688954" y="83539"/>
                  <a:pt x="688954" y="77589"/>
                </a:cubicBezTo>
                <a:cubicBezTo>
                  <a:pt x="688954" y="73651"/>
                  <a:pt x="689899" y="70140"/>
                  <a:pt x="691788" y="67057"/>
                </a:cubicBezTo>
                <a:cubicBezTo>
                  <a:pt x="693677" y="63971"/>
                  <a:pt x="696325" y="61609"/>
                  <a:pt x="699730" y="59968"/>
                </a:cubicBezTo>
                <a:cubicBezTo>
                  <a:pt x="703135" y="58327"/>
                  <a:pt x="708044" y="56894"/>
                  <a:pt x="714459" y="55670"/>
                </a:cubicBezTo>
                <a:cubicBezTo>
                  <a:pt x="723114" y="54051"/>
                  <a:pt x="729111" y="52541"/>
                  <a:pt x="732451" y="51141"/>
                </a:cubicBezTo>
                <a:lnTo>
                  <a:pt x="732451" y="49275"/>
                </a:lnTo>
                <a:cubicBezTo>
                  <a:pt x="732451" y="45676"/>
                  <a:pt x="731572" y="43111"/>
                  <a:pt x="729814" y="41579"/>
                </a:cubicBezTo>
                <a:cubicBezTo>
                  <a:pt x="728057" y="40045"/>
                  <a:pt x="724740" y="39278"/>
                  <a:pt x="719863" y="39278"/>
                </a:cubicBezTo>
                <a:cubicBezTo>
                  <a:pt x="716568" y="39278"/>
                  <a:pt x="713998" y="39941"/>
                  <a:pt x="712152" y="41268"/>
                </a:cubicBezTo>
                <a:cubicBezTo>
                  <a:pt x="710307" y="42593"/>
                  <a:pt x="708813" y="44917"/>
                  <a:pt x="707671" y="48241"/>
                </a:cubicBezTo>
                <a:moveTo>
                  <a:pt x="732451" y="63267"/>
                </a:moveTo>
                <a:cubicBezTo>
                  <a:pt x="730078" y="64048"/>
                  <a:pt x="726322" y="64982"/>
                  <a:pt x="721181" y="66068"/>
                </a:cubicBezTo>
                <a:cubicBezTo>
                  <a:pt x="716041" y="67153"/>
                  <a:pt x="712680" y="68216"/>
                  <a:pt x="711098" y="69258"/>
                </a:cubicBezTo>
                <a:cubicBezTo>
                  <a:pt x="708681" y="70951"/>
                  <a:pt x="707473" y="73100"/>
                  <a:pt x="707473" y="75704"/>
                </a:cubicBezTo>
                <a:cubicBezTo>
                  <a:pt x="707473" y="78266"/>
                  <a:pt x="708440" y="80481"/>
                  <a:pt x="710373" y="82348"/>
                </a:cubicBezTo>
                <a:cubicBezTo>
                  <a:pt x="712306" y="84214"/>
                  <a:pt x="714767" y="85147"/>
                  <a:pt x="717754" y="85147"/>
                </a:cubicBezTo>
                <a:cubicBezTo>
                  <a:pt x="721093" y="85147"/>
                  <a:pt x="724279" y="84062"/>
                  <a:pt x="727310" y="81891"/>
                </a:cubicBezTo>
                <a:cubicBezTo>
                  <a:pt x="729551" y="80242"/>
                  <a:pt x="731023" y="78223"/>
                  <a:pt x="731726" y="75834"/>
                </a:cubicBezTo>
                <a:cubicBezTo>
                  <a:pt x="732209" y="74272"/>
                  <a:pt x="732451" y="71298"/>
                  <a:pt x="732451" y="66914"/>
                </a:cubicBezTo>
                <a:lnTo>
                  <a:pt x="732451" y="63267"/>
                </a:lnTo>
                <a:close/>
                <a:moveTo>
                  <a:pt x="800970" y="26625"/>
                </a:moveTo>
                <a:lnTo>
                  <a:pt x="800970" y="41387"/>
                </a:lnTo>
                <a:lnTo>
                  <a:pt x="788316" y="41387"/>
                </a:lnTo>
                <a:lnTo>
                  <a:pt x="788316" y="69549"/>
                </a:lnTo>
                <a:cubicBezTo>
                  <a:pt x="788316" y="75252"/>
                  <a:pt x="788437" y="78575"/>
                  <a:pt x="788679" y="79518"/>
                </a:cubicBezTo>
                <a:cubicBezTo>
                  <a:pt x="788920" y="80460"/>
                  <a:pt x="789470" y="81239"/>
                  <a:pt x="790326" y="81854"/>
                </a:cubicBezTo>
                <a:cubicBezTo>
                  <a:pt x="791183" y="82468"/>
                  <a:pt x="792227" y="82774"/>
                  <a:pt x="793457" y="82774"/>
                </a:cubicBezTo>
                <a:cubicBezTo>
                  <a:pt x="795170" y="82774"/>
                  <a:pt x="797653" y="82181"/>
                  <a:pt x="800904" y="80995"/>
                </a:cubicBezTo>
                <a:lnTo>
                  <a:pt x="802486" y="95416"/>
                </a:lnTo>
                <a:cubicBezTo>
                  <a:pt x="798180" y="97269"/>
                  <a:pt x="793303" y="98196"/>
                  <a:pt x="787855" y="98196"/>
                </a:cubicBezTo>
                <a:cubicBezTo>
                  <a:pt x="784516" y="98196"/>
                  <a:pt x="781506" y="97636"/>
                  <a:pt x="778826" y="96515"/>
                </a:cubicBezTo>
                <a:cubicBezTo>
                  <a:pt x="776146" y="95395"/>
                  <a:pt x="774180" y="93945"/>
                  <a:pt x="772928" y="92166"/>
                </a:cubicBezTo>
                <a:cubicBezTo>
                  <a:pt x="771676" y="90386"/>
                  <a:pt x="770808" y="87981"/>
                  <a:pt x="770325" y="84949"/>
                </a:cubicBezTo>
                <a:cubicBezTo>
                  <a:pt x="769929" y="82796"/>
                  <a:pt x="769732" y="78447"/>
                  <a:pt x="769732" y="71900"/>
                </a:cubicBezTo>
                <a:lnTo>
                  <a:pt x="769732" y="41387"/>
                </a:lnTo>
                <a:lnTo>
                  <a:pt x="761230" y="41387"/>
                </a:lnTo>
                <a:lnTo>
                  <a:pt x="761230" y="26625"/>
                </a:lnTo>
                <a:lnTo>
                  <a:pt x="769732" y="26625"/>
                </a:lnTo>
                <a:lnTo>
                  <a:pt x="769732" y="12653"/>
                </a:lnTo>
                <a:lnTo>
                  <a:pt x="788316" y="1713"/>
                </a:lnTo>
                <a:lnTo>
                  <a:pt x="788316" y="26625"/>
                </a:lnTo>
                <a:lnTo>
                  <a:pt x="800970" y="26625"/>
                </a:lnTo>
                <a:close/>
                <a:moveTo>
                  <a:pt x="854350" y="74339"/>
                </a:moveTo>
                <a:lnTo>
                  <a:pt x="872803" y="77502"/>
                </a:lnTo>
                <a:cubicBezTo>
                  <a:pt x="870431" y="84246"/>
                  <a:pt x="866685" y="89381"/>
                  <a:pt x="861567" y="92907"/>
                </a:cubicBezTo>
                <a:cubicBezTo>
                  <a:pt x="856448" y="96433"/>
                  <a:pt x="850044" y="98196"/>
                  <a:pt x="842356" y="98196"/>
                </a:cubicBezTo>
                <a:cubicBezTo>
                  <a:pt x="830186" y="98196"/>
                  <a:pt x="821179" y="94220"/>
                  <a:pt x="815335" y="86267"/>
                </a:cubicBezTo>
                <a:cubicBezTo>
                  <a:pt x="810722" y="79897"/>
                  <a:pt x="808416" y="71857"/>
                  <a:pt x="808416" y="62147"/>
                </a:cubicBezTo>
                <a:cubicBezTo>
                  <a:pt x="808416" y="50548"/>
                  <a:pt x="811447" y="41464"/>
                  <a:pt x="817510" y="34896"/>
                </a:cubicBezTo>
                <a:cubicBezTo>
                  <a:pt x="823573" y="28327"/>
                  <a:pt x="831240" y="25043"/>
                  <a:pt x="840510" y="25043"/>
                </a:cubicBezTo>
                <a:cubicBezTo>
                  <a:pt x="850923" y="25043"/>
                  <a:pt x="859139" y="28481"/>
                  <a:pt x="865158" y="35357"/>
                </a:cubicBezTo>
                <a:cubicBezTo>
                  <a:pt x="871177" y="42233"/>
                  <a:pt x="874055" y="52767"/>
                  <a:pt x="873792" y="66958"/>
                </a:cubicBezTo>
                <a:lnTo>
                  <a:pt x="827396" y="66958"/>
                </a:lnTo>
                <a:cubicBezTo>
                  <a:pt x="827528" y="72450"/>
                  <a:pt x="829021" y="76722"/>
                  <a:pt x="831877" y="79776"/>
                </a:cubicBezTo>
                <a:cubicBezTo>
                  <a:pt x="834733" y="82829"/>
                  <a:pt x="838292" y="84356"/>
                  <a:pt x="842553" y="84356"/>
                </a:cubicBezTo>
                <a:cubicBezTo>
                  <a:pt x="845453" y="84356"/>
                  <a:pt x="847892" y="83565"/>
                  <a:pt x="849869" y="81984"/>
                </a:cubicBezTo>
                <a:cubicBezTo>
                  <a:pt x="851846" y="80402"/>
                  <a:pt x="853340" y="77854"/>
                  <a:pt x="854350" y="74339"/>
                </a:cubicBezTo>
                <a:moveTo>
                  <a:pt x="855405" y="55622"/>
                </a:moveTo>
                <a:cubicBezTo>
                  <a:pt x="855273" y="50284"/>
                  <a:pt x="853889" y="46226"/>
                  <a:pt x="851253" y="43447"/>
                </a:cubicBezTo>
                <a:cubicBezTo>
                  <a:pt x="848617" y="40668"/>
                  <a:pt x="845409" y="39278"/>
                  <a:pt x="841631" y="39278"/>
                </a:cubicBezTo>
                <a:cubicBezTo>
                  <a:pt x="837589" y="39278"/>
                  <a:pt x="834250" y="40744"/>
                  <a:pt x="831614" y="43675"/>
                </a:cubicBezTo>
                <a:cubicBezTo>
                  <a:pt x="828977" y="46608"/>
                  <a:pt x="827681" y="50590"/>
                  <a:pt x="827725" y="55622"/>
                </a:cubicBezTo>
                <a:lnTo>
                  <a:pt x="855405" y="55622"/>
                </a:lnTo>
                <a:close/>
                <a:moveTo>
                  <a:pt x="887478" y="26625"/>
                </a:moveTo>
                <a:lnTo>
                  <a:pt x="904547" y="26625"/>
                </a:lnTo>
                <a:lnTo>
                  <a:pt x="904547" y="36181"/>
                </a:lnTo>
                <a:cubicBezTo>
                  <a:pt x="910654" y="28756"/>
                  <a:pt x="917926" y="25043"/>
                  <a:pt x="926361" y="25043"/>
                </a:cubicBezTo>
                <a:cubicBezTo>
                  <a:pt x="930843" y="25043"/>
                  <a:pt x="934731" y="25970"/>
                  <a:pt x="938026" y="27824"/>
                </a:cubicBezTo>
                <a:cubicBezTo>
                  <a:pt x="941321" y="29677"/>
                  <a:pt x="944023" y="32480"/>
                  <a:pt x="946132" y="36232"/>
                </a:cubicBezTo>
                <a:cubicBezTo>
                  <a:pt x="949208" y="32480"/>
                  <a:pt x="952525" y="29677"/>
                  <a:pt x="956084" y="27824"/>
                </a:cubicBezTo>
                <a:cubicBezTo>
                  <a:pt x="959642" y="25970"/>
                  <a:pt x="963443" y="25043"/>
                  <a:pt x="967485" y="25043"/>
                </a:cubicBezTo>
                <a:cubicBezTo>
                  <a:pt x="972625" y="25043"/>
                  <a:pt x="976975" y="26087"/>
                  <a:pt x="980534" y="28174"/>
                </a:cubicBezTo>
                <a:cubicBezTo>
                  <a:pt x="984092" y="30261"/>
                  <a:pt x="986751" y="33325"/>
                  <a:pt x="988508" y="37367"/>
                </a:cubicBezTo>
                <a:cubicBezTo>
                  <a:pt x="989782" y="40355"/>
                  <a:pt x="990419" y="45188"/>
                  <a:pt x="990419" y="51866"/>
                </a:cubicBezTo>
                <a:lnTo>
                  <a:pt x="990419" y="96614"/>
                </a:lnTo>
                <a:lnTo>
                  <a:pt x="971900" y="96614"/>
                </a:lnTo>
                <a:lnTo>
                  <a:pt x="971900" y="56656"/>
                </a:lnTo>
                <a:cubicBezTo>
                  <a:pt x="971900" y="49723"/>
                  <a:pt x="971263" y="45247"/>
                  <a:pt x="969989" y="43228"/>
                </a:cubicBezTo>
                <a:cubicBezTo>
                  <a:pt x="968276" y="40595"/>
                  <a:pt x="965639" y="39278"/>
                  <a:pt x="962081" y="39278"/>
                </a:cubicBezTo>
                <a:cubicBezTo>
                  <a:pt x="959489" y="39278"/>
                  <a:pt x="957050" y="40068"/>
                  <a:pt x="954765" y="41649"/>
                </a:cubicBezTo>
                <a:cubicBezTo>
                  <a:pt x="952481" y="43228"/>
                  <a:pt x="950833" y="45543"/>
                  <a:pt x="949823" y="48593"/>
                </a:cubicBezTo>
                <a:cubicBezTo>
                  <a:pt x="948812" y="51643"/>
                  <a:pt x="948307" y="56459"/>
                  <a:pt x="948307" y="63043"/>
                </a:cubicBezTo>
                <a:lnTo>
                  <a:pt x="948307" y="96614"/>
                </a:lnTo>
                <a:lnTo>
                  <a:pt x="929788" y="96614"/>
                </a:lnTo>
                <a:lnTo>
                  <a:pt x="929788" y="58302"/>
                </a:lnTo>
                <a:cubicBezTo>
                  <a:pt x="929788" y="51500"/>
                  <a:pt x="929459" y="47112"/>
                  <a:pt x="928800" y="45138"/>
                </a:cubicBezTo>
                <a:cubicBezTo>
                  <a:pt x="928141" y="43162"/>
                  <a:pt x="927119" y="41691"/>
                  <a:pt x="925735" y="40726"/>
                </a:cubicBezTo>
                <a:cubicBezTo>
                  <a:pt x="924351" y="39761"/>
                  <a:pt x="922473" y="39278"/>
                  <a:pt x="920100" y="39278"/>
                </a:cubicBezTo>
                <a:cubicBezTo>
                  <a:pt x="917245" y="39278"/>
                  <a:pt x="914674" y="40047"/>
                  <a:pt x="912390" y="41583"/>
                </a:cubicBezTo>
                <a:cubicBezTo>
                  <a:pt x="910105" y="43118"/>
                  <a:pt x="908468" y="45334"/>
                  <a:pt x="907480" y="48231"/>
                </a:cubicBezTo>
                <a:cubicBezTo>
                  <a:pt x="906491" y="51128"/>
                  <a:pt x="905997" y="55933"/>
                  <a:pt x="905997" y="62647"/>
                </a:cubicBezTo>
                <a:lnTo>
                  <a:pt x="905997" y="96614"/>
                </a:lnTo>
                <a:lnTo>
                  <a:pt x="887478" y="96614"/>
                </a:lnTo>
                <a:lnTo>
                  <a:pt x="887478" y="26625"/>
                </a:lnTo>
                <a:close/>
                <a:moveTo>
                  <a:pt x="1049381" y="74339"/>
                </a:moveTo>
                <a:lnTo>
                  <a:pt x="1067834" y="77502"/>
                </a:lnTo>
                <a:cubicBezTo>
                  <a:pt x="1065462" y="84246"/>
                  <a:pt x="1061716" y="89381"/>
                  <a:pt x="1056598" y="92907"/>
                </a:cubicBezTo>
                <a:cubicBezTo>
                  <a:pt x="1051479" y="96433"/>
                  <a:pt x="1045075" y="98196"/>
                  <a:pt x="1037387" y="98196"/>
                </a:cubicBezTo>
                <a:cubicBezTo>
                  <a:pt x="1025217" y="98196"/>
                  <a:pt x="1016210" y="94220"/>
                  <a:pt x="1010366" y="86267"/>
                </a:cubicBezTo>
                <a:cubicBezTo>
                  <a:pt x="1005753" y="79897"/>
                  <a:pt x="1003447" y="71857"/>
                  <a:pt x="1003447" y="62147"/>
                </a:cubicBezTo>
                <a:cubicBezTo>
                  <a:pt x="1003447" y="50548"/>
                  <a:pt x="1006478" y="41464"/>
                  <a:pt x="1012541" y="34896"/>
                </a:cubicBezTo>
                <a:cubicBezTo>
                  <a:pt x="1018604" y="28327"/>
                  <a:pt x="1026271" y="25043"/>
                  <a:pt x="1035541" y="25043"/>
                </a:cubicBezTo>
                <a:cubicBezTo>
                  <a:pt x="1045954" y="25043"/>
                  <a:pt x="1054170" y="28481"/>
                  <a:pt x="1060189" y="35357"/>
                </a:cubicBezTo>
                <a:cubicBezTo>
                  <a:pt x="1066208" y="42233"/>
                  <a:pt x="1069086" y="52767"/>
                  <a:pt x="1068823" y="66958"/>
                </a:cubicBezTo>
                <a:lnTo>
                  <a:pt x="1022427" y="66958"/>
                </a:lnTo>
                <a:cubicBezTo>
                  <a:pt x="1022558" y="72450"/>
                  <a:pt x="1024052" y="76722"/>
                  <a:pt x="1026908" y="79776"/>
                </a:cubicBezTo>
                <a:cubicBezTo>
                  <a:pt x="1029764" y="82829"/>
                  <a:pt x="1033323" y="84356"/>
                  <a:pt x="1037584" y="84356"/>
                </a:cubicBezTo>
                <a:cubicBezTo>
                  <a:pt x="1040484" y="84356"/>
                  <a:pt x="1042923" y="83565"/>
                  <a:pt x="1044900" y="81984"/>
                </a:cubicBezTo>
                <a:cubicBezTo>
                  <a:pt x="1046877" y="80402"/>
                  <a:pt x="1048371" y="77854"/>
                  <a:pt x="1049381" y="74339"/>
                </a:cubicBezTo>
                <a:moveTo>
                  <a:pt x="1050436" y="55622"/>
                </a:moveTo>
                <a:cubicBezTo>
                  <a:pt x="1050304" y="50284"/>
                  <a:pt x="1048920" y="46226"/>
                  <a:pt x="1046284" y="43447"/>
                </a:cubicBezTo>
                <a:cubicBezTo>
                  <a:pt x="1043648" y="40668"/>
                  <a:pt x="1040440" y="39278"/>
                  <a:pt x="1036662" y="39278"/>
                </a:cubicBezTo>
                <a:cubicBezTo>
                  <a:pt x="1032620" y="39278"/>
                  <a:pt x="1029281" y="40744"/>
                  <a:pt x="1026644" y="43675"/>
                </a:cubicBezTo>
                <a:cubicBezTo>
                  <a:pt x="1024008" y="46608"/>
                  <a:pt x="1022712" y="50590"/>
                  <a:pt x="1022756" y="55622"/>
                </a:cubicBezTo>
                <a:lnTo>
                  <a:pt x="1050436" y="55622"/>
                </a:lnTo>
                <a:close/>
                <a:moveTo>
                  <a:pt x="1147557" y="96614"/>
                </a:moveTo>
                <a:lnTo>
                  <a:pt x="1129038" y="96614"/>
                </a:lnTo>
                <a:lnTo>
                  <a:pt x="1129038" y="60936"/>
                </a:lnTo>
                <a:cubicBezTo>
                  <a:pt x="1129038" y="53387"/>
                  <a:pt x="1128642" y="48505"/>
                  <a:pt x="1127851" y="46289"/>
                </a:cubicBezTo>
                <a:cubicBezTo>
                  <a:pt x="1127061" y="44073"/>
                  <a:pt x="1125776" y="42350"/>
                  <a:pt x="1123996" y="41122"/>
                </a:cubicBezTo>
                <a:cubicBezTo>
                  <a:pt x="1122217" y="39893"/>
                  <a:pt x="1120075" y="39278"/>
                  <a:pt x="1117571" y="39278"/>
                </a:cubicBezTo>
                <a:cubicBezTo>
                  <a:pt x="1114363" y="39278"/>
                  <a:pt x="1111485" y="40156"/>
                  <a:pt x="1108937" y="41912"/>
                </a:cubicBezTo>
                <a:cubicBezTo>
                  <a:pt x="1106389" y="43667"/>
                  <a:pt x="1104643" y="45993"/>
                  <a:pt x="1103698" y="48890"/>
                </a:cubicBezTo>
                <a:cubicBezTo>
                  <a:pt x="1102753" y="51786"/>
                  <a:pt x="1102281" y="57139"/>
                  <a:pt x="1102281" y="64952"/>
                </a:cubicBezTo>
                <a:lnTo>
                  <a:pt x="1102281" y="96614"/>
                </a:lnTo>
                <a:lnTo>
                  <a:pt x="1083762" y="96614"/>
                </a:lnTo>
                <a:lnTo>
                  <a:pt x="1083762" y="26625"/>
                </a:lnTo>
                <a:lnTo>
                  <a:pt x="1100963" y="26625"/>
                </a:lnTo>
                <a:lnTo>
                  <a:pt x="1100963" y="36906"/>
                </a:lnTo>
                <a:cubicBezTo>
                  <a:pt x="1107070" y="28997"/>
                  <a:pt x="1114759" y="25043"/>
                  <a:pt x="1124029" y="25043"/>
                </a:cubicBezTo>
                <a:cubicBezTo>
                  <a:pt x="1128115" y="25043"/>
                  <a:pt x="1131850" y="25779"/>
                  <a:pt x="1135233" y="27251"/>
                </a:cubicBezTo>
                <a:cubicBezTo>
                  <a:pt x="1138616" y="28723"/>
                  <a:pt x="1141175" y="30601"/>
                  <a:pt x="1142910" y="32886"/>
                </a:cubicBezTo>
                <a:cubicBezTo>
                  <a:pt x="1144646" y="35170"/>
                  <a:pt x="1145854" y="37763"/>
                  <a:pt x="1146535" y="40662"/>
                </a:cubicBezTo>
                <a:cubicBezTo>
                  <a:pt x="1147216" y="43562"/>
                  <a:pt x="1147557" y="47714"/>
                  <a:pt x="1147557" y="53118"/>
                </a:cubicBezTo>
                <a:lnTo>
                  <a:pt x="1147557" y="96614"/>
                </a:lnTo>
                <a:close/>
                <a:moveTo>
                  <a:pt x="1198456" y="26625"/>
                </a:moveTo>
                <a:lnTo>
                  <a:pt x="1198456" y="41387"/>
                </a:lnTo>
                <a:lnTo>
                  <a:pt x="1185802" y="41387"/>
                </a:lnTo>
                <a:lnTo>
                  <a:pt x="1185802" y="69549"/>
                </a:lnTo>
                <a:cubicBezTo>
                  <a:pt x="1185802" y="75252"/>
                  <a:pt x="1185923" y="78575"/>
                  <a:pt x="1186165" y="79518"/>
                </a:cubicBezTo>
                <a:cubicBezTo>
                  <a:pt x="1186406" y="80460"/>
                  <a:pt x="1186956" y="81239"/>
                  <a:pt x="1187812" y="81854"/>
                </a:cubicBezTo>
                <a:cubicBezTo>
                  <a:pt x="1188669" y="82468"/>
                  <a:pt x="1189713" y="82774"/>
                  <a:pt x="1190943" y="82774"/>
                </a:cubicBezTo>
                <a:cubicBezTo>
                  <a:pt x="1192656" y="82774"/>
                  <a:pt x="1195139" y="82181"/>
                  <a:pt x="1198390" y="80995"/>
                </a:cubicBezTo>
                <a:lnTo>
                  <a:pt x="1199972" y="95416"/>
                </a:lnTo>
                <a:cubicBezTo>
                  <a:pt x="1195666" y="97269"/>
                  <a:pt x="1190789" y="98196"/>
                  <a:pt x="1185341" y="98196"/>
                </a:cubicBezTo>
                <a:cubicBezTo>
                  <a:pt x="1182002" y="98196"/>
                  <a:pt x="1178992" y="97636"/>
                  <a:pt x="1176312" y="96515"/>
                </a:cubicBezTo>
                <a:cubicBezTo>
                  <a:pt x="1173632" y="95395"/>
                  <a:pt x="1171666" y="93945"/>
                  <a:pt x="1170414" y="92166"/>
                </a:cubicBezTo>
                <a:cubicBezTo>
                  <a:pt x="1169162" y="90386"/>
                  <a:pt x="1168294" y="87981"/>
                  <a:pt x="1167811" y="84949"/>
                </a:cubicBezTo>
                <a:cubicBezTo>
                  <a:pt x="1167415" y="82796"/>
                  <a:pt x="1167218" y="78447"/>
                  <a:pt x="1167218" y="71900"/>
                </a:cubicBezTo>
                <a:lnTo>
                  <a:pt x="1167218" y="41387"/>
                </a:lnTo>
                <a:lnTo>
                  <a:pt x="1158716" y="41387"/>
                </a:lnTo>
                <a:lnTo>
                  <a:pt x="1158716" y="26625"/>
                </a:lnTo>
                <a:lnTo>
                  <a:pt x="1167218" y="26625"/>
                </a:lnTo>
                <a:lnTo>
                  <a:pt x="1167218" y="12653"/>
                </a:lnTo>
                <a:lnTo>
                  <a:pt x="1185802" y="1713"/>
                </a:lnTo>
                <a:lnTo>
                  <a:pt x="1185802" y="26625"/>
                </a:lnTo>
                <a:lnTo>
                  <a:pt x="1198456" y="26625"/>
                </a:lnTo>
                <a:close/>
                <a:moveTo>
                  <a:pt x="1248827" y="17135"/>
                </a:moveTo>
                <a:lnTo>
                  <a:pt x="1248827" y="0"/>
                </a:lnTo>
                <a:lnTo>
                  <a:pt x="1267346" y="0"/>
                </a:lnTo>
                <a:lnTo>
                  <a:pt x="1267346" y="17135"/>
                </a:lnTo>
                <a:lnTo>
                  <a:pt x="1248827" y="17135"/>
                </a:lnTo>
                <a:moveTo>
                  <a:pt x="1248827" y="96614"/>
                </a:moveTo>
                <a:lnTo>
                  <a:pt x="1248827" y="26625"/>
                </a:lnTo>
                <a:lnTo>
                  <a:pt x="1267346" y="26625"/>
                </a:lnTo>
                <a:lnTo>
                  <a:pt x="1267346" y="96614"/>
                </a:lnTo>
                <a:lnTo>
                  <a:pt x="1248827" y="96614"/>
                </a:lnTo>
                <a:close/>
                <a:moveTo>
                  <a:pt x="1279824" y="76711"/>
                </a:moveTo>
                <a:lnTo>
                  <a:pt x="1298408" y="73812"/>
                </a:lnTo>
                <a:cubicBezTo>
                  <a:pt x="1299199" y="77392"/>
                  <a:pt x="1300803" y="80111"/>
                  <a:pt x="1303219" y="81967"/>
                </a:cubicBezTo>
                <a:cubicBezTo>
                  <a:pt x="1305636" y="83823"/>
                  <a:pt x="1309019" y="84752"/>
                  <a:pt x="1313368" y="84752"/>
                </a:cubicBezTo>
                <a:cubicBezTo>
                  <a:pt x="1318157" y="84752"/>
                  <a:pt x="1321760" y="83874"/>
                  <a:pt x="1324177" y="82120"/>
                </a:cubicBezTo>
                <a:cubicBezTo>
                  <a:pt x="1325802" y="80891"/>
                  <a:pt x="1326615" y="79245"/>
                  <a:pt x="1326615" y="77183"/>
                </a:cubicBezTo>
                <a:cubicBezTo>
                  <a:pt x="1326615" y="75778"/>
                  <a:pt x="1326176" y="74616"/>
                  <a:pt x="1325297" y="73694"/>
                </a:cubicBezTo>
                <a:cubicBezTo>
                  <a:pt x="1324374" y="72817"/>
                  <a:pt x="1322309" y="72005"/>
                  <a:pt x="1319102" y="71260"/>
                </a:cubicBezTo>
                <a:cubicBezTo>
                  <a:pt x="1304164" y="67970"/>
                  <a:pt x="1294696" y="64965"/>
                  <a:pt x="1290698" y="62244"/>
                </a:cubicBezTo>
                <a:cubicBezTo>
                  <a:pt x="1285162" y="58468"/>
                  <a:pt x="1282394" y="53222"/>
                  <a:pt x="1282394" y="46507"/>
                </a:cubicBezTo>
                <a:cubicBezTo>
                  <a:pt x="1282394" y="40449"/>
                  <a:pt x="1284788" y="35358"/>
                  <a:pt x="1289577" y="31232"/>
                </a:cubicBezTo>
                <a:cubicBezTo>
                  <a:pt x="1294366" y="27106"/>
                  <a:pt x="1301791" y="25043"/>
                  <a:pt x="1311853" y="25043"/>
                </a:cubicBezTo>
                <a:cubicBezTo>
                  <a:pt x="1321431" y="25043"/>
                  <a:pt x="1328548" y="26597"/>
                  <a:pt x="1333205" y="29706"/>
                </a:cubicBezTo>
                <a:cubicBezTo>
                  <a:pt x="1337863" y="32814"/>
                  <a:pt x="1341070" y="37411"/>
                  <a:pt x="1342827" y="43496"/>
                </a:cubicBezTo>
                <a:lnTo>
                  <a:pt x="1325363" y="46791"/>
                </a:lnTo>
                <a:cubicBezTo>
                  <a:pt x="1324616" y="44067"/>
                  <a:pt x="1323199" y="41980"/>
                  <a:pt x="1321112" y="40531"/>
                </a:cubicBezTo>
                <a:cubicBezTo>
                  <a:pt x="1319025" y="39081"/>
                  <a:pt x="1316049" y="38356"/>
                  <a:pt x="1312182" y="38356"/>
                </a:cubicBezTo>
                <a:cubicBezTo>
                  <a:pt x="1307305" y="38356"/>
                  <a:pt x="1303813" y="39036"/>
                  <a:pt x="1301704" y="40397"/>
                </a:cubicBezTo>
                <a:cubicBezTo>
                  <a:pt x="1300298" y="41360"/>
                  <a:pt x="1299595" y="42611"/>
                  <a:pt x="1299595" y="44147"/>
                </a:cubicBezTo>
                <a:cubicBezTo>
                  <a:pt x="1299595" y="45462"/>
                  <a:pt x="1300210" y="46581"/>
                  <a:pt x="1301440" y="47502"/>
                </a:cubicBezTo>
                <a:cubicBezTo>
                  <a:pt x="1303110" y="48731"/>
                  <a:pt x="1308876" y="50464"/>
                  <a:pt x="1318740" y="52702"/>
                </a:cubicBezTo>
                <a:cubicBezTo>
                  <a:pt x="1328603" y="54940"/>
                  <a:pt x="1335490" y="57685"/>
                  <a:pt x="1339400" y="60938"/>
                </a:cubicBezTo>
                <a:cubicBezTo>
                  <a:pt x="1343267" y="64236"/>
                  <a:pt x="1345200" y="68830"/>
                  <a:pt x="1345200" y="74720"/>
                </a:cubicBezTo>
                <a:cubicBezTo>
                  <a:pt x="1345200" y="81139"/>
                  <a:pt x="1342520" y="86656"/>
                  <a:pt x="1337160" y="91272"/>
                </a:cubicBezTo>
                <a:cubicBezTo>
                  <a:pt x="1331799" y="95888"/>
                  <a:pt x="1323869" y="98196"/>
                  <a:pt x="1313368" y="98196"/>
                </a:cubicBezTo>
                <a:cubicBezTo>
                  <a:pt x="1303834" y="98196"/>
                  <a:pt x="1296289" y="96269"/>
                  <a:pt x="1290731" y="92415"/>
                </a:cubicBezTo>
                <a:cubicBezTo>
                  <a:pt x="1285173" y="88560"/>
                  <a:pt x="1281537" y="83325"/>
                  <a:pt x="1279824" y="76711"/>
                </a:cubicBezTo>
                <a:close/>
                <a:moveTo>
                  <a:pt x="1462576" y="96614"/>
                </a:moveTo>
                <a:lnTo>
                  <a:pt x="1444057" y="96614"/>
                </a:lnTo>
                <a:lnTo>
                  <a:pt x="1444057" y="60936"/>
                </a:lnTo>
                <a:cubicBezTo>
                  <a:pt x="1444057" y="53387"/>
                  <a:pt x="1443662" y="48505"/>
                  <a:pt x="1442871" y="46289"/>
                </a:cubicBezTo>
                <a:cubicBezTo>
                  <a:pt x="1442080" y="44073"/>
                  <a:pt x="1440795" y="42350"/>
                  <a:pt x="1439016" y="41122"/>
                </a:cubicBezTo>
                <a:cubicBezTo>
                  <a:pt x="1437236" y="39893"/>
                  <a:pt x="1435095" y="39278"/>
                  <a:pt x="1432590" y="39278"/>
                </a:cubicBezTo>
                <a:cubicBezTo>
                  <a:pt x="1429383" y="39278"/>
                  <a:pt x="1426505" y="40156"/>
                  <a:pt x="1423957" y="41912"/>
                </a:cubicBezTo>
                <a:cubicBezTo>
                  <a:pt x="1421409" y="43667"/>
                  <a:pt x="1419662" y="45993"/>
                  <a:pt x="1418718" y="48890"/>
                </a:cubicBezTo>
                <a:cubicBezTo>
                  <a:pt x="1417773" y="51786"/>
                  <a:pt x="1417301" y="57139"/>
                  <a:pt x="1417301" y="64952"/>
                </a:cubicBezTo>
                <a:lnTo>
                  <a:pt x="1417301" y="96614"/>
                </a:lnTo>
                <a:lnTo>
                  <a:pt x="1398782" y="96614"/>
                </a:lnTo>
                <a:lnTo>
                  <a:pt x="1398782" y="26625"/>
                </a:lnTo>
                <a:lnTo>
                  <a:pt x="1415983" y="26625"/>
                </a:lnTo>
                <a:lnTo>
                  <a:pt x="1415983" y="36906"/>
                </a:lnTo>
                <a:cubicBezTo>
                  <a:pt x="1422090" y="28997"/>
                  <a:pt x="1429778" y="25043"/>
                  <a:pt x="1439049" y="25043"/>
                </a:cubicBezTo>
                <a:cubicBezTo>
                  <a:pt x="1443135" y="25043"/>
                  <a:pt x="1446869" y="25779"/>
                  <a:pt x="1450252" y="27251"/>
                </a:cubicBezTo>
                <a:cubicBezTo>
                  <a:pt x="1453635" y="28723"/>
                  <a:pt x="1456195" y="30601"/>
                  <a:pt x="1457930" y="32886"/>
                </a:cubicBezTo>
                <a:cubicBezTo>
                  <a:pt x="1459665" y="35170"/>
                  <a:pt x="1460874" y="37763"/>
                  <a:pt x="1461555" y="40662"/>
                </a:cubicBezTo>
                <a:cubicBezTo>
                  <a:pt x="1462236" y="43562"/>
                  <a:pt x="1462576" y="47714"/>
                  <a:pt x="1462576" y="53118"/>
                </a:cubicBezTo>
                <a:lnTo>
                  <a:pt x="1462576" y="96614"/>
                </a:lnTo>
                <a:close/>
                <a:moveTo>
                  <a:pt x="1477097" y="60631"/>
                </a:moveTo>
                <a:cubicBezTo>
                  <a:pt x="1477097" y="54480"/>
                  <a:pt x="1478612" y="48527"/>
                  <a:pt x="1481644" y="42771"/>
                </a:cubicBezTo>
                <a:cubicBezTo>
                  <a:pt x="1484675" y="37016"/>
                  <a:pt x="1488970" y="32622"/>
                  <a:pt x="1494528" y="29591"/>
                </a:cubicBezTo>
                <a:cubicBezTo>
                  <a:pt x="1500086" y="26559"/>
                  <a:pt x="1506292" y="25043"/>
                  <a:pt x="1513146" y="25043"/>
                </a:cubicBezTo>
                <a:cubicBezTo>
                  <a:pt x="1523734" y="25043"/>
                  <a:pt x="1532411" y="28481"/>
                  <a:pt x="1539177" y="35357"/>
                </a:cubicBezTo>
                <a:cubicBezTo>
                  <a:pt x="1545943" y="42233"/>
                  <a:pt x="1549327" y="50921"/>
                  <a:pt x="1549327" y="61422"/>
                </a:cubicBezTo>
                <a:cubicBezTo>
                  <a:pt x="1549327" y="72010"/>
                  <a:pt x="1545911" y="80786"/>
                  <a:pt x="1539079" y="87750"/>
                </a:cubicBezTo>
                <a:cubicBezTo>
                  <a:pt x="1532247" y="94714"/>
                  <a:pt x="1523646" y="98196"/>
                  <a:pt x="1513277" y="98196"/>
                </a:cubicBezTo>
                <a:cubicBezTo>
                  <a:pt x="1506863" y="98196"/>
                  <a:pt x="1500745" y="96746"/>
                  <a:pt x="1494923" y="93846"/>
                </a:cubicBezTo>
                <a:cubicBezTo>
                  <a:pt x="1489102" y="90946"/>
                  <a:pt x="1484675" y="86696"/>
                  <a:pt x="1481644" y="81094"/>
                </a:cubicBezTo>
                <a:cubicBezTo>
                  <a:pt x="1478612" y="75492"/>
                  <a:pt x="1477097" y="68671"/>
                  <a:pt x="1477097" y="60631"/>
                </a:cubicBezTo>
                <a:moveTo>
                  <a:pt x="1496077" y="61620"/>
                </a:moveTo>
                <a:cubicBezTo>
                  <a:pt x="1496077" y="68539"/>
                  <a:pt x="1497724" y="73839"/>
                  <a:pt x="1501019" y="77519"/>
                </a:cubicBezTo>
                <a:cubicBezTo>
                  <a:pt x="1504315" y="81198"/>
                  <a:pt x="1508379" y="83038"/>
                  <a:pt x="1513212" y="83038"/>
                </a:cubicBezTo>
                <a:cubicBezTo>
                  <a:pt x="1518044" y="83038"/>
                  <a:pt x="1522097" y="81198"/>
                  <a:pt x="1525371" y="77519"/>
                </a:cubicBezTo>
                <a:cubicBezTo>
                  <a:pt x="1528644" y="73839"/>
                  <a:pt x="1530280" y="68495"/>
                  <a:pt x="1530280" y="61488"/>
                </a:cubicBezTo>
                <a:cubicBezTo>
                  <a:pt x="1530280" y="54656"/>
                  <a:pt x="1528644" y="49400"/>
                  <a:pt x="1525371" y="45720"/>
                </a:cubicBezTo>
                <a:cubicBezTo>
                  <a:pt x="1522097" y="42041"/>
                  <a:pt x="1518044" y="40201"/>
                  <a:pt x="1513212" y="40201"/>
                </a:cubicBezTo>
                <a:cubicBezTo>
                  <a:pt x="1508379" y="40201"/>
                  <a:pt x="1504315" y="42041"/>
                  <a:pt x="1501019" y="45720"/>
                </a:cubicBezTo>
                <a:cubicBezTo>
                  <a:pt x="1497724" y="49400"/>
                  <a:pt x="1496077" y="54700"/>
                  <a:pt x="1496077" y="61620"/>
                </a:cubicBezTo>
                <a:close/>
                <a:moveTo>
                  <a:pt x="1595942" y="26625"/>
                </a:moveTo>
                <a:lnTo>
                  <a:pt x="1595942" y="41387"/>
                </a:lnTo>
                <a:lnTo>
                  <a:pt x="1583289" y="41387"/>
                </a:lnTo>
                <a:lnTo>
                  <a:pt x="1583289" y="69549"/>
                </a:lnTo>
                <a:cubicBezTo>
                  <a:pt x="1583289" y="75252"/>
                  <a:pt x="1583409" y="78575"/>
                  <a:pt x="1583651" y="79518"/>
                </a:cubicBezTo>
                <a:cubicBezTo>
                  <a:pt x="1583893" y="80460"/>
                  <a:pt x="1584442" y="81239"/>
                  <a:pt x="1585299" y="81854"/>
                </a:cubicBezTo>
                <a:cubicBezTo>
                  <a:pt x="1586155" y="82468"/>
                  <a:pt x="1587199" y="82774"/>
                  <a:pt x="1588429" y="82774"/>
                </a:cubicBezTo>
                <a:cubicBezTo>
                  <a:pt x="1590143" y="82774"/>
                  <a:pt x="1592625" y="82181"/>
                  <a:pt x="1595876" y="80995"/>
                </a:cubicBezTo>
                <a:lnTo>
                  <a:pt x="1597458" y="95416"/>
                </a:lnTo>
                <a:cubicBezTo>
                  <a:pt x="1593152" y="97269"/>
                  <a:pt x="1588275" y="98196"/>
                  <a:pt x="1582827" y="98196"/>
                </a:cubicBezTo>
                <a:cubicBezTo>
                  <a:pt x="1579488" y="98196"/>
                  <a:pt x="1576479" y="97636"/>
                  <a:pt x="1573799" y="96515"/>
                </a:cubicBezTo>
                <a:cubicBezTo>
                  <a:pt x="1571118" y="95395"/>
                  <a:pt x="1569152" y="93945"/>
                  <a:pt x="1567900" y="92166"/>
                </a:cubicBezTo>
                <a:cubicBezTo>
                  <a:pt x="1566648" y="90386"/>
                  <a:pt x="1565780" y="87981"/>
                  <a:pt x="1565297" y="84949"/>
                </a:cubicBezTo>
                <a:cubicBezTo>
                  <a:pt x="1564902" y="82796"/>
                  <a:pt x="1564704" y="78447"/>
                  <a:pt x="1564704" y="71900"/>
                </a:cubicBezTo>
                <a:lnTo>
                  <a:pt x="1564704" y="41387"/>
                </a:lnTo>
                <a:lnTo>
                  <a:pt x="1556202" y="41387"/>
                </a:lnTo>
                <a:lnTo>
                  <a:pt x="1556202" y="26625"/>
                </a:lnTo>
                <a:lnTo>
                  <a:pt x="1564704" y="26625"/>
                </a:lnTo>
                <a:lnTo>
                  <a:pt x="1564704" y="12653"/>
                </a:lnTo>
                <a:lnTo>
                  <a:pt x="1583289" y="1713"/>
                </a:lnTo>
                <a:lnTo>
                  <a:pt x="1583289" y="26625"/>
                </a:lnTo>
                <a:lnTo>
                  <a:pt x="1595942" y="26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entirelyaccurate.TheFirstAmendmentof">
            <a:extLst xmlns:a="http://schemas.openxmlformats.org/drawingml/2006/main">
              <a:ext uri="{FF2B5EF4-FFF2-40B4-BE49-F238E27FC236}">
                <a16:creationId xmlns:a16="http://schemas.microsoft.com/office/drawing/2014/main" id="{B6C081BE-FA45-4F3F-A753-C8048E9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381" y="2185317"/>
            <a:ext cx="2585965" cy="126666"/>
          </a:xfrm>
          <a:custGeom xmlns:a="http://schemas.openxmlformats.org/drawingml/2006/main">
            <a:pathLst>
              <a:path w="2585965" h="126666">
                <a:moveTo>
                  <a:pt x="45935" y="75921"/>
                </a:moveTo>
                <a:lnTo>
                  <a:pt x="64387" y="79084"/>
                </a:lnTo>
                <a:cubicBezTo>
                  <a:pt x="62015" y="85828"/>
                  <a:pt x="58269" y="90963"/>
                  <a:pt x="53151" y="94489"/>
                </a:cubicBezTo>
                <a:cubicBezTo>
                  <a:pt x="48032" y="98015"/>
                  <a:pt x="41629" y="99778"/>
                  <a:pt x="33940" y="99778"/>
                </a:cubicBezTo>
                <a:cubicBezTo>
                  <a:pt x="21770" y="99778"/>
                  <a:pt x="12763" y="95801"/>
                  <a:pt x="6920" y="87849"/>
                </a:cubicBezTo>
                <a:cubicBezTo>
                  <a:pt x="2307" y="81478"/>
                  <a:pt x="0" y="73438"/>
                  <a:pt x="0" y="63728"/>
                </a:cubicBezTo>
                <a:cubicBezTo>
                  <a:pt x="0" y="52129"/>
                  <a:pt x="3032" y="43046"/>
                  <a:pt x="9095" y="36477"/>
                </a:cubicBezTo>
                <a:cubicBezTo>
                  <a:pt x="15158" y="29909"/>
                  <a:pt x="22824" y="26625"/>
                  <a:pt x="32095" y="26625"/>
                </a:cubicBezTo>
                <a:cubicBezTo>
                  <a:pt x="42508" y="26625"/>
                  <a:pt x="50724" y="30063"/>
                  <a:pt x="56743" y="36939"/>
                </a:cubicBezTo>
                <a:cubicBezTo>
                  <a:pt x="62762" y="43815"/>
                  <a:pt x="65640" y="54348"/>
                  <a:pt x="65376" y="68539"/>
                </a:cubicBezTo>
                <a:lnTo>
                  <a:pt x="18980" y="68539"/>
                </a:lnTo>
                <a:cubicBezTo>
                  <a:pt x="19112" y="74031"/>
                  <a:pt x="20606" y="78304"/>
                  <a:pt x="23462" y="81358"/>
                </a:cubicBezTo>
                <a:cubicBezTo>
                  <a:pt x="26317" y="84411"/>
                  <a:pt x="29876" y="85938"/>
                  <a:pt x="34138" y="85938"/>
                </a:cubicBezTo>
                <a:cubicBezTo>
                  <a:pt x="37038" y="85938"/>
                  <a:pt x="39476" y="85147"/>
                  <a:pt x="41453" y="83565"/>
                </a:cubicBezTo>
                <a:cubicBezTo>
                  <a:pt x="43430" y="81984"/>
                  <a:pt x="44924" y="79435"/>
                  <a:pt x="45935" y="75921"/>
                </a:cubicBezTo>
                <a:moveTo>
                  <a:pt x="46989" y="57204"/>
                </a:moveTo>
                <a:cubicBezTo>
                  <a:pt x="46857" y="51866"/>
                  <a:pt x="45473" y="47807"/>
                  <a:pt x="42837" y="45028"/>
                </a:cubicBezTo>
                <a:cubicBezTo>
                  <a:pt x="40201" y="42249"/>
                  <a:pt x="36994" y="40860"/>
                  <a:pt x="33215" y="40860"/>
                </a:cubicBezTo>
                <a:cubicBezTo>
                  <a:pt x="29173" y="40860"/>
                  <a:pt x="25834" y="42326"/>
                  <a:pt x="23198" y="45257"/>
                </a:cubicBezTo>
                <a:cubicBezTo>
                  <a:pt x="20562" y="48190"/>
                  <a:pt x="19266" y="52172"/>
                  <a:pt x="19310" y="57204"/>
                </a:cubicBezTo>
                <a:lnTo>
                  <a:pt x="46989" y="57204"/>
                </a:lnTo>
                <a:close/>
                <a:moveTo>
                  <a:pt x="144110" y="98196"/>
                </a:moveTo>
                <a:lnTo>
                  <a:pt x="125591" y="98196"/>
                </a:lnTo>
                <a:lnTo>
                  <a:pt x="125591" y="62517"/>
                </a:lnTo>
                <a:cubicBezTo>
                  <a:pt x="125591" y="54969"/>
                  <a:pt x="125195" y="50086"/>
                  <a:pt x="124405" y="47870"/>
                </a:cubicBezTo>
                <a:cubicBezTo>
                  <a:pt x="123614" y="45654"/>
                  <a:pt x="122329" y="43932"/>
                  <a:pt x="120549" y="42703"/>
                </a:cubicBezTo>
                <a:cubicBezTo>
                  <a:pt x="118770" y="41474"/>
                  <a:pt x="116628" y="40860"/>
                  <a:pt x="114124" y="40860"/>
                </a:cubicBezTo>
                <a:cubicBezTo>
                  <a:pt x="110916" y="40860"/>
                  <a:pt x="108039" y="41738"/>
                  <a:pt x="105490" y="43494"/>
                </a:cubicBezTo>
                <a:cubicBezTo>
                  <a:pt x="102942" y="45249"/>
                  <a:pt x="101196" y="47575"/>
                  <a:pt x="100251" y="50472"/>
                </a:cubicBezTo>
                <a:cubicBezTo>
                  <a:pt x="99306" y="53367"/>
                  <a:pt x="98834" y="58721"/>
                  <a:pt x="98834" y="66533"/>
                </a:cubicBezTo>
                <a:lnTo>
                  <a:pt x="98834" y="98196"/>
                </a:lnTo>
                <a:lnTo>
                  <a:pt x="80315" y="98196"/>
                </a:lnTo>
                <a:lnTo>
                  <a:pt x="80315" y="28207"/>
                </a:lnTo>
                <a:lnTo>
                  <a:pt x="97516" y="28207"/>
                </a:lnTo>
                <a:lnTo>
                  <a:pt x="97516" y="38488"/>
                </a:lnTo>
                <a:cubicBezTo>
                  <a:pt x="103623" y="30579"/>
                  <a:pt x="111312" y="26625"/>
                  <a:pt x="120582" y="26625"/>
                </a:cubicBezTo>
                <a:cubicBezTo>
                  <a:pt x="124668" y="26625"/>
                  <a:pt x="128403" y="27361"/>
                  <a:pt x="131786" y="28833"/>
                </a:cubicBezTo>
                <a:cubicBezTo>
                  <a:pt x="135169" y="30305"/>
                  <a:pt x="137728" y="32183"/>
                  <a:pt x="139464" y="34467"/>
                </a:cubicBezTo>
                <a:cubicBezTo>
                  <a:pt x="141199" y="36752"/>
                  <a:pt x="142407" y="39344"/>
                  <a:pt x="143088" y="42244"/>
                </a:cubicBezTo>
                <a:cubicBezTo>
                  <a:pt x="143769" y="45144"/>
                  <a:pt x="144110" y="49296"/>
                  <a:pt x="144110" y="54700"/>
                </a:cubicBezTo>
                <a:lnTo>
                  <a:pt x="144110" y="98196"/>
                </a:lnTo>
                <a:close/>
                <a:moveTo>
                  <a:pt x="195009" y="28207"/>
                </a:moveTo>
                <a:lnTo>
                  <a:pt x="195009" y="42969"/>
                </a:lnTo>
                <a:lnTo>
                  <a:pt x="182355" y="42969"/>
                </a:lnTo>
                <a:lnTo>
                  <a:pt x="182355" y="71130"/>
                </a:lnTo>
                <a:cubicBezTo>
                  <a:pt x="182355" y="76834"/>
                  <a:pt x="182476" y="80157"/>
                  <a:pt x="182718" y="81100"/>
                </a:cubicBezTo>
                <a:cubicBezTo>
                  <a:pt x="182960" y="82042"/>
                  <a:pt x="183509" y="82820"/>
                  <a:pt x="184366" y="83436"/>
                </a:cubicBezTo>
                <a:cubicBezTo>
                  <a:pt x="185222" y="84049"/>
                  <a:pt x="186266" y="84356"/>
                  <a:pt x="187496" y="84356"/>
                </a:cubicBezTo>
                <a:cubicBezTo>
                  <a:pt x="189209" y="84356"/>
                  <a:pt x="191692" y="83763"/>
                  <a:pt x="194943" y="82577"/>
                </a:cubicBezTo>
                <a:lnTo>
                  <a:pt x="196525" y="96997"/>
                </a:lnTo>
                <a:cubicBezTo>
                  <a:pt x="192219" y="98851"/>
                  <a:pt x="187342" y="99778"/>
                  <a:pt x="181894" y="99778"/>
                </a:cubicBezTo>
                <a:cubicBezTo>
                  <a:pt x="178555" y="99778"/>
                  <a:pt x="175545" y="99217"/>
                  <a:pt x="172865" y="98097"/>
                </a:cubicBezTo>
                <a:cubicBezTo>
                  <a:pt x="170185" y="96977"/>
                  <a:pt x="168219" y="95527"/>
                  <a:pt x="166967" y="93747"/>
                </a:cubicBezTo>
                <a:cubicBezTo>
                  <a:pt x="165715" y="91968"/>
                  <a:pt x="164847" y="89563"/>
                  <a:pt x="164364" y="86531"/>
                </a:cubicBezTo>
                <a:cubicBezTo>
                  <a:pt x="163968" y="84378"/>
                  <a:pt x="163771" y="80029"/>
                  <a:pt x="163771" y="73482"/>
                </a:cubicBezTo>
                <a:lnTo>
                  <a:pt x="163771" y="42969"/>
                </a:lnTo>
                <a:lnTo>
                  <a:pt x="155269" y="42969"/>
                </a:lnTo>
                <a:lnTo>
                  <a:pt x="155269" y="28207"/>
                </a:lnTo>
                <a:lnTo>
                  <a:pt x="163771" y="28207"/>
                </a:lnTo>
                <a:lnTo>
                  <a:pt x="163771" y="14235"/>
                </a:lnTo>
                <a:lnTo>
                  <a:pt x="182355" y="3295"/>
                </a:lnTo>
                <a:lnTo>
                  <a:pt x="182355" y="28207"/>
                </a:lnTo>
                <a:lnTo>
                  <a:pt x="195009" y="28207"/>
                </a:lnTo>
                <a:close/>
                <a:moveTo>
                  <a:pt x="207859" y="18717"/>
                </a:moveTo>
                <a:lnTo>
                  <a:pt x="207859" y="1582"/>
                </a:lnTo>
                <a:lnTo>
                  <a:pt x="226378" y="1582"/>
                </a:lnTo>
                <a:lnTo>
                  <a:pt x="226378" y="18717"/>
                </a:lnTo>
                <a:lnTo>
                  <a:pt x="207859" y="18717"/>
                </a:lnTo>
                <a:moveTo>
                  <a:pt x="207859" y="98196"/>
                </a:moveTo>
                <a:lnTo>
                  <a:pt x="207859" y="28207"/>
                </a:lnTo>
                <a:lnTo>
                  <a:pt x="226378" y="28207"/>
                </a:lnTo>
                <a:lnTo>
                  <a:pt x="226378" y="98196"/>
                </a:lnTo>
                <a:lnTo>
                  <a:pt x="207859" y="98196"/>
                </a:lnTo>
                <a:close/>
                <a:moveTo>
                  <a:pt x="263109" y="98196"/>
                </a:moveTo>
                <a:lnTo>
                  <a:pt x="244590" y="98196"/>
                </a:lnTo>
                <a:lnTo>
                  <a:pt x="244590" y="28207"/>
                </a:lnTo>
                <a:lnTo>
                  <a:pt x="261791" y="28207"/>
                </a:lnTo>
                <a:lnTo>
                  <a:pt x="261791" y="38158"/>
                </a:lnTo>
                <a:cubicBezTo>
                  <a:pt x="264734" y="33457"/>
                  <a:pt x="267381" y="30359"/>
                  <a:pt x="269732" y="28866"/>
                </a:cubicBezTo>
                <a:cubicBezTo>
                  <a:pt x="272082" y="27372"/>
                  <a:pt x="274752" y="26625"/>
                  <a:pt x="277739" y="26625"/>
                </a:cubicBezTo>
                <a:cubicBezTo>
                  <a:pt x="281957" y="26625"/>
                  <a:pt x="286021" y="27789"/>
                  <a:pt x="289931" y="30118"/>
                </a:cubicBezTo>
                <a:lnTo>
                  <a:pt x="284198" y="46264"/>
                </a:lnTo>
                <a:cubicBezTo>
                  <a:pt x="281078" y="44243"/>
                  <a:pt x="278178" y="43233"/>
                  <a:pt x="275498" y="43233"/>
                </a:cubicBezTo>
                <a:cubicBezTo>
                  <a:pt x="272906" y="43233"/>
                  <a:pt x="270709" y="43946"/>
                  <a:pt x="268908" y="45374"/>
                </a:cubicBezTo>
                <a:cubicBezTo>
                  <a:pt x="267107" y="46802"/>
                  <a:pt x="265690" y="49384"/>
                  <a:pt x="264657" y="53118"/>
                </a:cubicBezTo>
                <a:cubicBezTo>
                  <a:pt x="263625" y="56853"/>
                  <a:pt x="263109" y="64673"/>
                  <a:pt x="263109" y="76580"/>
                </a:cubicBezTo>
                <a:lnTo>
                  <a:pt x="263109" y="98196"/>
                </a:lnTo>
                <a:close/>
                <a:moveTo>
                  <a:pt x="338415" y="75921"/>
                </a:moveTo>
                <a:lnTo>
                  <a:pt x="356868" y="79084"/>
                </a:lnTo>
                <a:cubicBezTo>
                  <a:pt x="354495" y="85828"/>
                  <a:pt x="350750" y="90963"/>
                  <a:pt x="345631" y="94489"/>
                </a:cubicBezTo>
                <a:cubicBezTo>
                  <a:pt x="340513" y="98015"/>
                  <a:pt x="334109" y="99778"/>
                  <a:pt x="326420" y="99778"/>
                </a:cubicBezTo>
                <a:cubicBezTo>
                  <a:pt x="314250" y="99778"/>
                  <a:pt x="305244" y="95801"/>
                  <a:pt x="299400" y="87849"/>
                </a:cubicBezTo>
                <a:cubicBezTo>
                  <a:pt x="294787" y="81478"/>
                  <a:pt x="292480" y="73438"/>
                  <a:pt x="292480" y="63728"/>
                </a:cubicBezTo>
                <a:cubicBezTo>
                  <a:pt x="292480" y="52129"/>
                  <a:pt x="295512" y="43046"/>
                  <a:pt x="301575" y="36477"/>
                </a:cubicBezTo>
                <a:cubicBezTo>
                  <a:pt x="307638" y="29909"/>
                  <a:pt x="315305" y="26625"/>
                  <a:pt x="324575" y="26625"/>
                </a:cubicBezTo>
                <a:cubicBezTo>
                  <a:pt x="334988" y="26625"/>
                  <a:pt x="343204" y="30063"/>
                  <a:pt x="349223" y="36939"/>
                </a:cubicBezTo>
                <a:cubicBezTo>
                  <a:pt x="355242" y="43815"/>
                  <a:pt x="358120" y="54348"/>
                  <a:pt x="357856" y="68539"/>
                </a:cubicBezTo>
                <a:lnTo>
                  <a:pt x="311460" y="68539"/>
                </a:lnTo>
                <a:cubicBezTo>
                  <a:pt x="311592" y="74031"/>
                  <a:pt x="313086" y="78304"/>
                  <a:pt x="315942" y="81358"/>
                </a:cubicBezTo>
                <a:cubicBezTo>
                  <a:pt x="318798" y="84411"/>
                  <a:pt x="322356" y="85938"/>
                  <a:pt x="326618" y="85938"/>
                </a:cubicBezTo>
                <a:cubicBezTo>
                  <a:pt x="329518" y="85938"/>
                  <a:pt x="331956" y="85147"/>
                  <a:pt x="333933" y="83565"/>
                </a:cubicBezTo>
                <a:cubicBezTo>
                  <a:pt x="335911" y="81984"/>
                  <a:pt x="337404" y="79435"/>
                  <a:pt x="338415" y="75921"/>
                </a:cubicBezTo>
                <a:moveTo>
                  <a:pt x="339469" y="57204"/>
                </a:moveTo>
                <a:cubicBezTo>
                  <a:pt x="339337" y="51866"/>
                  <a:pt x="337954" y="47807"/>
                  <a:pt x="335317" y="45028"/>
                </a:cubicBezTo>
                <a:cubicBezTo>
                  <a:pt x="332681" y="42249"/>
                  <a:pt x="329474" y="40860"/>
                  <a:pt x="325696" y="40860"/>
                </a:cubicBezTo>
                <a:cubicBezTo>
                  <a:pt x="321653" y="40860"/>
                  <a:pt x="318314" y="42326"/>
                  <a:pt x="315678" y="45257"/>
                </a:cubicBezTo>
                <a:cubicBezTo>
                  <a:pt x="313042" y="48190"/>
                  <a:pt x="311746" y="52172"/>
                  <a:pt x="311790" y="57204"/>
                </a:cubicBezTo>
                <a:lnTo>
                  <a:pt x="339469" y="57204"/>
                </a:lnTo>
                <a:close/>
                <a:moveTo>
                  <a:pt x="372927" y="98196"/>
                </a:moveTo>
                <a:lnTo>
                  <a:pt x="372927" y="1582"/>
                </a:lnTo>
                <a:lnTo>
                  <a:pt x="391446" y="1582"/>
                </a:lnTo>
                <a:lnTo>
                  <a:pt x="391446" y="98196"/>
                </a:lnTo>
                <a:lnTo>
                  <a:pt x="372927" y="98196"/>
                </a:lnTo>
                <a:close/>
                <a:moveTo>
                  <a:pt x="401684" y="28207"/>
                </a:moveTo>
                <a:lnTo>
                  <a:pt x="421389" y="28207"/>
                </a:lnTo>
                <a:lnTo>
                  <a:pt x="438128" y="77945"/>
                </a:lnTo>
                <a:lnTo>
                  <a:pt x="454472" y="28207"/>
                </a:lnTo>
                <a:lnTo>
                  <a:pt x="473650" y="28207"/>
                </a:lnTo>
                <a:lnTo>
                  <a:pt x="448936" y="95582"/>
                </a:lnTo>
                <a:lnTo>
                  <a:pt x="444521" y="107818"/>
                </a:lnTo>
                <a:cubicBezTo>
                  <a:pt x="442895" y="111904"/>
                  <a:pt x="441347" y="115023"/>
                  <a:pt x="439875" y="117176"/>
                </a:cubicBezTo>
                <a:cubicBezTo>
                  <a:pt x="438403" y="119329"/>
                  <a:pt x="436711" y="121075"/>
                  <a:pt x="434800" y="122415"/>
                </a:cubicBezTo>
                <a:cubicBezTo>
                  <a:pt x="432889" y="123755"/>
                  <a:pt x="430538" y="124799"/>
                  <a:pt x="427749" y="125546"/>
                </a:cubicBezTo>
                <a:cubicBezTo>
                  <a:pt x="424959" y="126293"/>
                  <a:pt x="421806" y="126666"/>
                  <a:pt x="418291" y="126666"/>
                </a:cubicBezTo>
                <a:cubicBezTo>
                  <a:pt x="414733" y="126666"/>
                  <a:pt x="411240" y="126293"/>
                  <a:pt x="407813" y="125546"/>
                </a:cubicBezTo>
                <a:lnTo>
                  <a:pt x="406165" y="111047"/>
                </a:lnTo>
                <a:cubicBezTo>
                  <a:pt x="409065" y="111618"/>
                  <a:pt x="411679" y="111904"/>
                  <a:pt x="414008" y="111904"/>
                </a:cubicBezTo>
                <a:cubicBezTo>
                  <a:pt x="418313" y="111904"/>
                  <a:pt x="421499" y="110641"/>
                  <a:pt x="423564" y="108114"/>
                </a:cubicBezTo>
                <a:cubicBezTo>
                  <a:pt x="425629" y="105588"/>
                  <a:pt x="427210" y="102370"/>
                  <a:pt x="428309" y="98459"/>
                </a:cubicBezTo>
                <a:lnTo>
                  <a:pt x="401684" y="28207"/>
                </a:lnTo>
                <a:close/>
                <a:moveTo>
                  <a:pt x="536853" y="49823"/>
                </a:moveTo>
                <a:lnTo>
                  <a:pt x="520048" y="46791"/>
                </a:lnTo>
                <a:cubicBezTo>
                  <a:pt x="521937" y="39936"/>
                  <a:pt x="525188" y="34861"/>
                  <a:pt x="529801" y="31568"/>
                </a:cubicBezTo>
                <a:cubicBezTo>
                  <a:pt x="534415" y="28273"/>
                  <a:pt x="541269" y="26625"/>
                  <a:pt x="550363" y="26625"/>
                </a:cubicBezTo>
                <a:cubicBezTo>
                  <a:pt x="558623" y="26625"/>
                  <a:pt x="564774" y="27602"/>
                  <a:pt x="568816" y="29558"/>
                </a:cubicBezTo>
                <a:cubicBezTo>
                  <a:pt x="572858" y="31513"/>
                  <a:pt x="575703" y="33995"/>
                  <a:pt x="577351" y="37005"/>
                </a:cubicBezTo>
                <a:cubicBezTo>
                  <a:pt x="578998" y="40014"/>
                  <a:pt x="579822" y="45539"/>
                  <a:pt x="579822" y="53579"/>
                </a:cubicBezTo>
                <a:lnTo>
                  <a:pt x="579624" y="75196"/>
                </a:lnTo>
                <a:cubicBezTo>
                  <a:pt x="579624" y="81347"/>
                  <a:pt x="579921" y="85883"/>
                  <a:pt x="580514" y="88805"/>
                </a:cubicBezTo>
                <a:cubicBezTo>
                  <a:pt x="581107" y="91726"/>
                  <a:pt x="582216" y="94857"/>
                  <a:pt x="583842" y="98196"/>
                </a:cubicBezTo>
                <a:lnTo>
                  <a:pt x="565521" y="98196"/>
                </a:lnTo>
                <a:cubicBezTo>
                  <a:pt x="565038" y="96966"/>
                  <a:pt x="564445" y="95142"/>
                  <a:pt x="563742" y="92726"/>
                </a:cubicBezTo>
                <a:cubicBezTo>
                  <a:pt x="563434" y="91627"/>
                  <a:pt x="563214" y="90903"/>
                  <a:pt x="563083" y="90551"/>
                </a:cubicBezTo>
                <a:cubicBezTo>
                  <a:pt x="559919" y="93627"/>
                  <a:pt x="556536" y="95933"/>
                  <a:pt x="552933" y="97471"/>
                </a:cubicBezTo>
                <a:cubicBezTo>
                  <a:pt x="549331" y="99009"/>
                  <a:pt x="545486" y="99778"/>
                  <a:pt x="541400" y="99778"/>
                </a:cubicBezTo>
                <a:cubicBezTo>
                  <a:pt x="534195" y="99778"/>
                  <a:pt x="528516" y="97831"/>
                  <a:pt x="524364" y="93937"/>
                </a:cubicBezTo>
                <a:cubicBezTo>
                  <a:pt x="520212" y="90043"/>
                  <a:pt x="518136" y="85121"/>
                  <a:pt x="518136" y="79170"/>
                </a:cubicBezTo>
                <a:cubicBezTo>
                  <a:pt x="518136" y="75233"/>
                  <a:pt x="519081" y="71722"/>
                  <a:pt x="520970" y="68638"/>
                </a:cubicBezTo>
                <a:cubicBezTo>
                  <a:pt x="522860" y="65553"/>
                  <a:pt x="525507" y="63190"/>
                  <a:pt x="528912" y="61550"/>
                </a:cubicBezTo>
                <a:cubicBezTo>
                  <a:pt x="532317" y="59909"/>
                  <a:pt x="537226" y="58476"/>
                  <a:pt x="543641" y="57251"/>
                </a:cubicBezTo>
                <a:cubicBezTo>
                  <a:pt x="552296" y="55633"/>
                  <a:pt x="558294" y="54123"/>
                  <a:pt x="561633" y="52723"/>
                </a:cubicBezTo>
                <a:lnTo>
                  <a:pt x="561633" y="50857"/>
                </a:lnTo>
                <a:cubicBezTo>
                  <a:pt x="561633" y="47258"/>
                  <a:pt x="560754" y="44693"/>
                  <a:pt x="558997" y="43160"/>
                </a:cubicBezTo>
                <a:cubicBezTo>
                  <a:pt x="557239" y="41627"/>
                  <a:pt x="553922" y="40860"/>
                  <a:pt x="549045" y="40860"/>
                </a:cubicBezTo>
                <a:cubicBezTo>
                  <a:pt x="545750" y="40860"/>
                  <a:pt x="543180" y="41523"/>
                  <a:pt x="541334" y="42849"/>
                </a:cubicBezTo>
                <a:cubicBezTo>
                  <a:pt x="539489" y="44174"/>
                  <a:pt x="537995" y="46499"/>
                  <a:pt x="536853" y="49823"/>
                </a:cubicBezTo>
                <a:moveTo>
                  <a:pt x="561633" y="64849"/>
                </a:moveTo>
                <a:cubicBezTo>
                  <a:pt x="559260" y="65630"/>
                  <a:pt x="555504" y="66564"/>
                  <a:pt x="550363" y="67650"/>
                </a:cubicBezTo>
                <a:cubicBezTo>
                  <a:pt x="545223" y="68734"/>
                  <a:pt x="541862" y="69798"/>
                  <a:pt x="540280" y="70840"/>
                </a:cubicBezTo>
                <a:cubicBezTo>
                  <a:pt x="537864" y="72533"/>
                  <a:pt x="536655" y="74681"/>
                  <a:pt x="536655" y="77286"/>
                </a:cubicBezTo>
                <a:cubicBezTo>
                  <a:pt x="536655" y="79848"/>
                  <a:pt x="537622" y="82063"/>
                  <a:pt x="539555" y="83930"/>
                </a:cubicBezTo>
                <a:cubicBezTo>
                  <a:pt x="541488" y="85796"/>
                  <a:pt x="543949" y="86729"/>
                  <a:pt x="546936" y="86729"/>
                </a:cubicBezTo>
                <a:cubicBezTo>
                  <a:pt x="550275" y="86729"/>
                  <a:pt x="553461" y="85643"/>
                  <a:pt x="556492" y="83473"/>
                </a:cubicBezTo>
                <a:cubicBezTo>
                  <a:pt x="558733" y="81824"/>
                  <a:pt x="560205" y="79805"/>
                  <a:pt x="560908" y="77416"/>
                </a:cubicBezTo>
                <a:cubicBezTo>
                  <a:pt x="561391" y="75853"/>
                  <a:pt x="561633" y="72880"/>
                  <a:pt x="561633" y="68496"/>
                </a:cubicBezTo>
                <a:lnTo>
                  <a:pt x="561633" y="64849"/>
                </a:lnTo>
                <a:close/>
                <a:moveTo>
                  <a:pt x="659083" y="48900"/>
                </a:moveTo>
                <a:lnTo>
                  <a:pt x="640828" y="52195"/>
                </a:lnTo>
                <a:cubicBezTo>
                  <a:pt x="640213" y="48571"/>
                  <a:pt x="638818" y="45841"/>
                  <a:pt x="636643" y="44007"/>
                </a:cubicBezTo>
                <a:cubicBezTo>
                  <a:pt x="634469" y="42173"/>
                  <a:pt x="631646" y="41255"/>
                  <a:pt x="628175" y="41255"/>
                </a:cubicBezTo>
                <a:cubicBezTo>
                  <a:pt x="623562" y="41255"/>
                  <a:pt x="619882" y="42843"/>
                  <a:pt x="617136" y="46019"/>
                </a:cubicBezTo>
                <a:cubicBezTo>
                  <a:pt x="614390" y="49195"/>
                  <a:pt x="613017" y="54505"/>
                  <a:pt x="613017" y="61951"/>
                </a:cubicBezTo>
                <a:cubicBezTo>
                  <a:pt x="613017" y="70230"/>
                  <a:pt x="614412" y="76078"/>
                  <a:pt x="617202" y="79496"/>
                </a:cubicBezTo>
                <a:cubicBezTo>
                  <a:pt x="619992" y="82912"/>
                  <a:pt x="623737" y="84620"/>
                  <a:pt x="628438" y="84620"/>
                </a:cubicBezTo>
                <a:cubicBezTo>
                  <a:pt x="631953" y="84620"/>
                  <a:pt x="634831" y="83620"/>
                  <a:pt x="637072" y="81621"/>
                </a:cubicBezTo>
                <a:cubicBezTo>
                  <a:pt x="639312" y="79622"/>
                  <a:pt x="640894" y="76184"/>
                  <a:pt x="641817" y="71307"/>
                </a:cubicBezTo>
                <a:lnTo>
                  <a:pt x="660006" y="74471"/>
                </a:lnTo>
                <a:cubicBezTo>
                  <a:pt x="658117" y="82818"/>
                  <a:pt x="654492" y="89123"/>
                  <a:pt x="649132" y="93385"/>
                </a:cubicBezTo>
                <a:cubicBezTo>
                  <a:pt x="643772" y="97647"/>
                  <a:pt x="636588" y="99778"/>
                  <a:pt x="627582" y="99778"/>
                </a:cubicBezTo>
                <a:cubicBezTo>
                  <a:pt x="617345" y="99778"/>
                  <a:pt x="609184" y="96548"/>
                  <a:pt x="603099" y="90090"/>
                </a:cubicBezTo>
                <a:cubicBezTo>
                  <a:pt x="597014" y="83631"/>
                  <a:pt x="593971" y="74690"/>
                  <a:pt x="593971" y="63267"/>
                </a:cubicBezTo>
                <a:cubicBezTo>
                  <a:pt x="593971" y="51712"/>
                  <a:pt x="597025" y="42716"/>
                  <a:pt x="603132" y="36280"/>
                </a:cubicBezTo>
                <a:cubicBezTo>
                  <a:pt x="609239" y="29843"/>
                  <a:pt x="617498" y="26625"/>
                  <a:pt x="627911" y="26625"/>
                </a:cubicBezTo>
                <a:cubicBezTo>
                  <a:pt x="636435" y="26625"/>
                  <a:pt x="643212" y="28459"/>
                  <a:pt x="648242" y="32128"/>
                </a:cubicBezTo>
                <a:cubicBezTo>
                  <a:pt x="653273" y="35796"/>
                  <a:pt x="656887" y="41387"/>
                  <a:pt x="659083" y="48900"/>
                </a:cubicBezTo>
                <a:close/>
                <a:moveTo>
                  <a:pt x="734127" y="48900"/>
                </a:moveTo>
                <a:lnTo>
                  <a:pt x="715872" y="52195"/>
                </a:lnTo>
                <a:cubicBezTo>
                  <a:pt x="715256" y="48571"/>
                  <a:pt x="713862" y="45841"/>
                  <a:pt x="711687" y="44007"/>
                </a:cubicBezTo>
                <a:cubicBezTo>
                  <a:pt x="709512" y="42173"/>
                  <a:pt x="706689" y="41255"/>
                  <a:pt x="703218" y="41255"/>
                </a:cubicBezTo>
                <a:cubicBezTo>
                  <a:pt x="698605" y="41255"/>
                  <a:pt x="694925" y="42843"/>
                  <a:pt x="692179" y="46019"/>
                </a:cubicBezTo>
                <a:cubicBezTo>
                  <a:pt x="689433" y="49195"/>
                  <a:pt x="688060" y="54505"/>
                  <a:pt x="688060" y="61951"/>
                </a:cubicBezTo>
                <a:cubicBezTo>
                  <a:pt x="688060" y="70230"/>
                  <a:pt x="689455" y="76078"/>
                  <a:pt x="692245" y="79496"/>
                </a:cubicBezTo>
                <a:cubicBezTo>
                  <a:pt x="695035" y="82912"/>
                  <a:pt x="698781" y="84620"/>
                  <a:pt x="703482" y="84620"/>
                </a:cubicBezTo>
                <a:cubicBezTo>
                  <a:pt x="706997" y="84620"/>
                  <a:pt x="709874" y="83620"/>
                  <a:pt x="712115" y="81621"/>
                </a:cubicBezTo>
                <a:cubicBezTo>
                  <a:pt x="714356" y="79622"/>
                  <a:pt x="715937" y="76184"/>
                  <a:pt x="716860" y="71307"/>
                </a:cubicBezTo>
                <a:lnTo>
                  <a:pt x="735049" y="74471"/>
                </a:lnTo>
                <a:cubicBezTo>
                  <a:pt x="733160" y="82818"/>
                  <a:pt x="729536" y="89123"/>
                  <a:pt x="724175" y="93385"/>
                </a:cubicBezTo>
                <a:cubicBezTo>
                  <a:pt x="718815" y="97647"/>
                  <a:pt x="711632" y="99778"/>
                  <a:pt x="702625" y="99778"/>
                </a:cubicBezTo>
                <a:cubicBezTo>
                  <a:pt x="692388" y="99778"/>
                  <a:pt x="684227" y="96548"/>
                  <a:pt x="678142" y="90090"/>
                </a:cubicBezTo>
                <a:cubicBezTo>
                  <a:pt x="672057" y="83631"/>
                  <a:pt x="669014" y="74690"/>
                  <a:pt x="669014" y="63267"/>
                </a:cubicBezTo>
                <a:cubicBezTo>
                  <a:pt x="669014" y="51712"/>
                  <a:pt x="672068" y="42716"/>
                  <a:pt x="678175" y="36280"/>
                </a:cubicBezTo>
                <a:cubicBezTo>
                  <a:pt x="684282" y="29843"/>
                  <a:pt x="692542" y="26625"/>
                  <a:pt x="702955" y="26625"/>
                </a:cubicBezTo>
                <a:cubicBezTo>
                  <a:pt x="711478" y="26625"/>
                  <a:pt x="718255" y="28459"/>
                  <a:pt x="723286" y="32128"/>
                </a:cubicBezTo>
                <a:cubicBezTo>
                  <a:pt x="728316" y="35796"/>
                  <a:pt x="731930" y="41387"/>
                  <a:pt x="734127" y="48900"/>
                </a:cubicBezTo>
                <a:close/>
                <a:moveTo>
                  <a:pt x="794209" y="98196"/>
                </a:moveTo>
                <a:lnTo>
                  <a:pt x="794209" y="87717"/>
                </a:lnTo>
                <a:cubicBezTo>
                  <a:pt x="791661" y="91452"/>
                  <a:pt x="788311" y="94395"/>
                  <a:pt x="784159" y="96548"/>
                </a:cubicBezTo>
                <a:cubicBezTo>
                  <a:pt x="780007" y="98701"/>
                  <a:pt x="775625" y="99778"/>
                  <a:pt x="771011" y="99778"/>
                </a:cubicBezTo>
                <a:cubicBezTo>
                  <a:pt x="766310" y="99778"/>
                  <a:pt x="762092" y="98745"/>
                  <a:pt x="758358" y="96680"/>
                </a:cubicBezTo>
                <a:cubicBezTo>
                  <a:pt x="754623" y="94615"/>
                  <a:pt x="751921" y="91715"/>
                  <a:pt x="750252" y="87981"/>
                </a:cubicBezTo>
                <a:cubicBezTo>
                  <a:pt x="748582" y="84246"/>
                  <a:pt x="747747" y="79084"/>
                  <a:pt x="747747" y="72494"/>
                </a:cubicBezTo>
                <a:lnTo>
                  <a:pt x="747747" y="28207"/>
                </a:lnTo>
                <a:lnTo>
                  <a:pt x="766266" y="28207"/>
                </a:lnTo>
                <a:lnTo>
                  <a:pt x="766266" y="60293"/>
                </a:lnTo>
                <a:cubicBezTo>
                  <a:pt x="766266" y="70113"/>
                  <a:pt x="766607" y="76129"/>
                  <a:pt x="767288" y="78342"/>
                </a:cubicBezTo>
                <a:cubicBezTo>
                  <a:pt x="767969" y="80556"/>
                  <a:pt x="769210" y="82309"/>
                  <a:pt x="771011" y="83602"/>
                </a:cubicBezTo>
                <a:cubicBezTo>
                  <a:pt x="772813" y="84896"/>
                  <a:pt x="775097" y="85542"/>
                  <a:pt x="777865" y="85542"/>
                </a:cubicBezTo>
                <a:cubicBezTo>
                  <a:pt x="781029" y="85542"/>
                  <a:pt x="783862" y="84677"/>
                  <a:pt x="786367" y="82945"/>
                </a:cubicBezTo>
                <a:cubicBezTo>
                  <a:pt x="788871" y="81214"/>
                  <a:pt x="790585" y="79066"/>
                  <a:pt x="791507" y="76501"/>
                </a:cubicBezTo>
                <a:cubicBezTo>
                  <a:pt x="792430" y="73937"/>
                  <a:pt x="792891" y="67657"/>
                  <a:pt x="792891" y="57663"/>
                </a:cubicBezTo>
                <a:lnTo>
                  <a:pt x="792891" y="28207"/>
                </a:lnTo>
                <a:lnTo>
                  <a:pt x="811410" y="28207"/>
                </a:lnTo>
                <a:lnTo>
                  <a:pt x="811410" y="98196"/>
                </a:lnTo>
                <a:lnTo>
                  <a:pt x="794209" y="98196"/>
                </a:lnTo>
                <a:close/>
                <a:moveTo>
                  <a:pt x="848338" y="98196"/>
                </a:moveTo>
                <a:lnTo>
                  <a:pt x="829819" y="98196"/>
                </a:lnTo>
                <a:lnTo>
                  <a:pt x="829819" y="28207"/>
                </a:lnTo>
                <a:lnTo>
                  <a:pt x="847020" y="28207"/>
                </a:lnTo>
                <a:lnTo>
                  <a:pt x="847020" y="38158"/>
                </a:lnTo>
                <a:cubicBezTo>
                  <a:pt x="849964" y="33457"/>
                  <a:pt x="852611" y="30359"/>
                  <a:pt x="854961" y="28866"/>
                </a:cubicBezTo>
                <a:cubicBezTo>
                  <a:pt x="857312" y="27372"/>
                  <a:pt x="859981" y="26625"/>
                  <a:pt x="862969" y="26625"/>
                </a:cubicBezTo>
                <a:cubicBezTo>
                  <a:pt x="867186" y="26625"/>
                  <a:pt x="871250" y="27789"/>
                  <a:pt x="875161" y="30118"/>
                </a:cubicBezTo>
                <a:lnTo>
                  <a:pt x="869427" y="46264"/>
                </a:lnTo>
                <a:cubicBezTo>
                  <a:pt x="866308" y="44243"/>
                  <a:pt x="863408" y="43233"/>
                  <a:pt x="860728" y="43233"/>
                </a:cubicBezTo>
                <a:cubicBezTo>
                  <a:pt x="858136" y="43233"/>
                  <a:pt x="855939" y="43946"/>
                  <a:pt x="854138" y="45374"/>
                </a:cubicBezTo>
                <a:cubicBezTo>
                  <a:pt x="852336" y="46802"/>
                  <a:pt x="850919" y="49384"/>
                  <a:pt x="849887" y="53118"/>
                </a:cubicBezTo>
                <a:cubicBezTo>
                  <a:pt x="848854" y="56853"/>
                  <a:pt x="848338" y="64673"/>
                  <a:pt x="848338" y="76580"/>
                </a:cubicBezTo>
                <a:lnTo>
                  <a:pt x="848338" y="98196"/>
                </a:lnTo>
                <a:close/>
                <a:moveTo>
                  <a:pt x="896952" y="49823"/>
                </a:moveTo>
                <a:lnTo>
                  <a:pt x="880147" y="46791"/>
                </a:lnTo>
                <a:cubicBezTo>
                  <a:pt x="882036" y="39936"/>
                  <a:pt x="885287" y="34861"/>
                  <a:pt x="889901" y="31568"/>
                </a:cubicBezTo>
                <a:cubicBezTo>
                  <a:pt x="894514" y="28273"/>
                  <a:pt x="901368" y="26625"/>
                  <a:pt x="910462" y="26625"/>
                </a:cubicBezTo>
                <a:cubicBezTo>
                  <a:pt x="918722" y="26625"/>
                  <a:pt x="924873" y="27602"/>
                  <a:pt x="928915" y="29558"/>
                </a:cubicBezTo>
                <a:cubicBezTo>
                  <a:pt x="932957" y="31513"/>
                  <a:pt x="935802" y="33995"/>
                  <a:pt x="937450" y="37005"/>
                </a:cubicBezTo>
                <a:cubicBezTo>
                  <a:pt x="939097" y="40014"/>
                  <a:pt x="939921" y="45539"/>
                  <a:pt x="939921" y="53579"/>
                </a:cubicBezTo>
                <a:lnTo>
                  <a:pt x="939724" y="75196"/>
                </a:lnTo>
                <a:cubicBezTo>
                  <a:pt x="939724" y="81347"/>
                  <a:pt x="940020" y="85883"/>
                  <a:pt x="940613" y="88805"/>
                </a:cubicBezTo>
                <a:cubicBezTo>
                  <a:pt x="941206" y="91726"/>
                  <a:pt x="942316" y="94857"/>
                  <a:pt x="943941" y="98196"/>
                </a:cubicBezTo>
                <a:lnTo>
                  <a:pt x="925620" y="98196"/>
                </a:lnTo>
                <a:cubicBezTo>
                  <a:pt x="925137" y="96966"/>
                  <a:pt x="924544" y="95142"/>
                  <a:pt x="923841" y="92726"/>
                </a:cubicBezTo>
                <a:cubicBezTo>
                  <a:pt x="923533" y="91627"/>
                  <a:pt x="923314" y="90903"/>
                  <a:pt x="923182" y="90551"/>
                </a:cubicBezTo>
                <a:cubicBezTo>
                  <a:pt x="920018" y="93627"/>
                  <a:pt x="916635" y="95933"/>
                  <a:pt x="913033" y="97471"/>
                </a:cubicBezTo>
                <a:cubicBezTo>
                  <a:pt x="909430" y="99009"/>
                  <a:pt x="905586" y="99778"/>
                  <a:pt x="901500" y="99778"/>
                </a:cubicBezTo>
                <a:cubicBezTo>
                  <a:pt x="894294" y="99778"/>
                  <a:pt x="888616" y="97831"/>
                  <a:pt x="884464" y="93937"/>
                </a:cubicBezTo>
                <a:cubicBezTo>
                  <a:pt x="880312" y="90043"/>
                  <a:pt x="878236" y="85121"/>
                  <a:pt x="878236" y="79170"/>
                </a:cubicBezTo>
                <a:cubicBezTo>
                  <a:pt x="878236" y="75233"/>
                  <a:pt x="879180" y="71722"/>
                  <a:pt x="881070" y="68638"/>
                </a:cubicBezTo>
                <a:cubicBezTo>
                  <a:pt x="882959" y="65553"/>
                  <a:pt x="885606" y="63190"/>
                  <a:pt x="889011" y="61550"/>
                </a:cubicBezTo>
                <a:cubicBezTo>
                  <a:pt x="892416" y="59909"/>
                  <a:pt x="897326" y="58476"/>
                  <a:pt x="903740" y="57251"/>
                </a:cubicBezTo>
                <a:cubicBezTo>
                  <a:pt x="912396" y="55633"/>
                  <a:pt x="918393" y="54123"/>
                  <a:pt x="921732" y="52723"/>
                </a:cubicBezTo>
                <a:lnTo>
                  <a:pt x="921732" y="50857"/>
                </a:lnTo>
                <a:cubicBezTo>
                  <a:pt x="921732" y="47258"/>
                  <a:pt x="920853" y="44693"/>
                  <a:pt x="919096" y="43160"/>
                </a:cubicBezTo>
                <a:cubicBezTo>
                  <a:pt x="917338" y="41627"/>
                  <a:pt x="914021" y="40860"/>
                  <a:pt x="909144" y="40860"/>
                </a:cubicBezTo>
                <a:cubicBezTo>
                  <a:pt x="905849" y="40860"/>
                  <a:pt x="903279" y="41523"/>
                  <a:pt x="901434" y="42849"/>
                </a:cubicBezTo>
                <a:cubicBezTo>
                  <a:pt x="899588" y="44174"/>
                  <a:pt x="898095" y="46499"/>
                  <a:pt x="896952" y="49823"/>
                </a:cubicBezTo>
                <a:moveTo>
                  <a:pt x="921732" y="64849"/>
                </a:moveTo>
                <a:cubicBezTo>
                  <a:pt x="919359" y="65630"/>
                  <a:pt x="915603" y="66564"/>
                  <a:pt x="910462" y="67650"/>
                </a:cubicBezTo>
                <a:cubicBezTo>
                  <a:pt x="905322" y="68734"/>
                  <a:pt x="901961" y="69798"/>
                  <a:pt x="900379" y="70840"/>
                </a:cubicBezTo>
                <a:cubicBezTo>
                  <a:pt x="897963" y="72533"/>
                  <a:pt x="896755" y="74681"/>
                  <a:pt x="896755" y="77286"/>
                </a:cubicBezTo>
                <a:cubicBezTo>
                  <a:pt x="896755" y="79848"/>
                  <a:pt x="897721" y="82063"/>
                  <a:pt x="899654" y="83930"/>
                </a:cubicBezTo>
                <a:cubicBezTo>
                  <a:pt x="901588" y="85796"/>
                  <a:pt x="904048" y="86729"/>
                  <a:pt x="907036" y="86729"/>
                </a:cubicBezTo>
                <a:cubicBezTo>
                  <a:pt x="910375" y="86729"/>
                  <a:pt x="913560" y="85643"/>
                  <a:pt x="916591" y="83473"/>
                </a:cubicBezTo>
                <a:cubicBezTo>
                  <a:pt x="918832" y="81824"/>
                  <a:pt x="920304" y="79805"/>
                  <a:pt x="921007" y="77416"/>
                </a:cubicBezTo>
                <a:cubicBezTo>
                  <a:pt x="921490" y="75853"/>
                  <a:pt x="921732" y="72880"/>
                  <a:pt x="921732" y="68496"/>
                </a:cubicBezTo>
                <a:lnTo>
                  <a:pt x="921732" y="64849"/>
                </a:lnTo>
                <a:close/>
                <a:moveTo>
                  <a:pt x="990251" y="28207"/>
                </a:moveTo>
                <a:lnTo>
                  <a:pt x="990251" y="42969"/>
                </a:lnTo>
                <a:lnTo>
                  <a:pt x="977598" y="42969"/>
                </a:lnTo>
                <a:lnTo>
                  <a:pt x="977598" y="71130"/>
                </a:lnTo>
                <a:cubicBezTo>
                  <a:pt x="977598" y="76834"/>
                  <a:pt x="977719" y="80157"/>
                  <a:pt x="977960" y="81100"/>
                </a:cubicBezTo>
                <a:cubicBezTo>
                  <a:pt x="978202" y="82042"/>
                  <a:pt x="978751" y="82820"/>
                  <a:pt x="979608" y="83436"/>
                </a:cubicBezTo>
                <a:cubicBezTo>
                  <a:pt x="980465" y="84049"/>
                  <a:pt x="981508" y="84356"/>
                  <a:pt x="982738" y="84356"/>
                </a:cubicBezTo>
                <a:cubicBezTo>
                  <a:pt x="984452" y="84356"/>
                  <a:pt x="986934" y="83763"/>
                  <a:pt x="990185" y="82577"/>
                </a:cubicBezTo>
                <a:lnTo>
                  <a:pt x="991767" y="96997"/>
                </a:lnTo>
                <a:cubicBezTo>
                  <a:pt x="987461" y="98851"/>
                  <a:pt x="982584" y="99778"/>
                  <a:pt x="977136" y="99778"/>
                </a:cubicBezTo>
                <a:cubicBezTo>
                  <a:pt x="973797" y="99778"/>
                  <a:pt x="970788" y="99217"/>
                  <a:pt x="968108" y="98097"/>
                </a:cubicBezTo>
                <a:cubicBezTo>
                  <a:pt x="965428" y="96977"/>
                  <a:pt x="963462" y="95527"/>
                  <a:pt x="962209" y="93747"/>
                </a:cubicBezTo>
                <a:cubicBezTo>
                  <a:pt x="960957" y="91968"/>
                  <a:pt x="960089" y="89563"/>
                  <a:pt x="959606" y="86531"/>
                </a:cubicBezTo>
                <a:cubicBezTo>
                  <a:pt x="959211" y="84378"/>
                  <a:pt x="959013" y="80029"/>
                  <a:pt x="959013" y="73482"/>
                </a:cubicBezTo>
                <a:lnTo>
                  <a:pt x="959013" y="42969"/>
                </a:lnTo>
                <a:lnTo>
                  <a:pt x="950512" y="42969"/>
                </a:lnTo>
                <a:lnTo>
                  <a:pt x="950512" y="28207"/>
                </a:lnTo>
                <a:lnTo>
                  <a:pt x="959013" y="28207"/>
                </a:lnTo>
                <a:lnTo>
                  <a:pt x="959013" y="14235"/>
                </a:lnTo>
                <a:lnTo>
                  <a:pt x="977598" y="3295"/>
                </a:lnTo>
                <a:lnTo>
                  <a:pt x="977598" y="28207"/>
                </a:lnTo>
                <a:lnTo>
                  <a:pt x="990251" y="28207"/>
                </a:lnTo>
                <a:close/>
                <a:moveTo>
                  <a:pt x="1043632" y="75921"/>
                </a:moveTo>
                <a:lnTo>
                  <a:pt x="1062084" y="79084"/>
                </a:lnTo>
                <a:cubicBezTo>
                  <a:pt x="1059712" y="85828"/>
                  <a:pt x="1055966" y="90963"/>
                  <a:pt x="1050848" y="94489"/>
                </a:cubicBezTo>
                <a:cubicBezTo>
                  <a:pt x="1045729" y="98015"/>
                  <a:pt x="1039326" y="99778"/>
                  <a:pt x="1031637" y="99778"/>
                </a:cubicBezTo>
                <a:cubicBezTo>
                  <a:pt x="1019467" y="99778"/>
                  <a:pt x="1010460" y="95801"/>
                  <a:pt x="1004617" y="87849"/>
                </a:cubicBezTo>
                <a:cubicBezTo>
                  <a:pt x="1000004" y="81478"/>
                  <a:pt x="997697" y="73438"/>
                  <a:pt x="997697" y="63728"/>
                </a:cubicBezTo>
                <a:cubicBezTo>
                  <a:pt x="997697" y="52129"/>
                  <a:pt x="1000729" y="43046"/>
                  <a:pt x="1006792" y="36477"/>
                </a:cubicBezTo>
                <a:cubicBezTo>
                  <a:pt x="1012855" y="29909"/>
                  <a:pt x="1020521" y="26625"/>
                  <a:pt x="1029792" y="26625"/>
                </a:cubicBezTo>
                <a:cubicBezTo>
                  <a:pt x="1040205" y="26625"/>
                  <a:pt x="1048421" y="30063"/>
                  <a:pt x="1054440" y="36939"/>
                </a:cubicBezTo>
                <a:cubicBezTo>
                  <a:pt x="1060459" y="43815"/>
                  <a:pt x="1063337" y="54348"/>
                  <a:pt x="1063073" y="68539"/>
                </a:cubicBezTo>
                <a:lnTo>
                  <a:pt x="1016677" y="68539"/>
                </a:lnTo>
                <a:cubicBezTo>
                  <a:pt x="1016809" y="74031"/>
                  <a:pt x="1018303" y="78304"/>
                  <a:pt x="1021159" y="81358"/>
                </a:cubicBezTo>
                <a:cubicBezTo>
                  <a:pt x="1024014" y="84411"/>
                  <a:pt x="1027573" y="85938"/>
                  <a:pt x="1031835" y="85938"/>
                </a:cubicBezTo>
                <a:cubicBezTo>
                  <a:pt x="1034735" y="85938"/>
                  <a:pt x="1037173" y="85147"/>
                  <a:pt x="1039150" y="83565"/>
                </a:cubicBezTo>
                <a:cubicBezTo>
                  <a:pt x="1041127" y="81984"/>
                  <a:pt x="1042621" y="79435"/>
                  <a:pt x="1043632" y="75921"/>
                </a:cubicBezTo>
                <a:moveTo>
                  <a:pt x="1044686" y="57204"/>
                </a:moveTo>
                <a:cubicBezTo>
                  <a:pt x="1044554" y="51866"/>
                  <a:pt x="1043170" y="47807"/>
                  <a:pt x="1040534" y="45028"/>
                </a:cubicBezTo>
                <a:cubicBezTo>
                  <a:pt x="1037898" y="42249"/>
                  <a:pt x="1034691" y="40860"/>
                  <a:pt x="1030912" y="40860"/>
                </a:cubicBezTo>
                <a:cubicBezTo>
                  <a:pt x="1026870" y="40860"/>
                  <a:pt x="1023531" y="42326"/>
                  <a:pt x="1020895" y="45257"/>
                </a:cubicBezTo>
                <a:cubicBezTo>
                  <a:pt x="1018259" y="48190"/>
                  <a:pt x="1016963" y="52172"/>
                  <a:pt x="1017007" y="57204"/>
                </a:cubicBezTo>
                <a:lnTo>
                  <a:pt x="1044686" y="57204"/>
                </a:lnTo>
                <a:close/>
                <a:moveTo>
                  <a:pt x="1078144" y="98196"/>
                </a:moveTo>
                <a:lnTo>
                  <a:pt x="1078144" y="79611"/>
                </a:lnTo>
                <a:lnTo>
                  <a:pt x="1096663" y="79611"/>
                </a:lnTo>
                <a:lnTo>
                  <a:pt x="1096663" y="98196"/>
                </a:lnTo>
                <a:lnTo>
                  <a:pt x="1078144" y="98196"/>
                </a:lnTo>
                <a:close/>
                <a:moveTo>
                  <a:pt x="1176110" y="98196"/>
                </a:moveTo>
                <a:lnTo>
                  <a:pt x="1176110" y="12983"/>
                </a:lnTo>
                <a:lnTo>
                  <a:pt x="1144279" y="12983"/>
                </a:lnTo>
                <a:lnTo>
                  <a:pt x="1144279" y="1582"/>
                </a:lnTo>
                <a:lnTo>
                  <a:pt x="1220858" y="1582"/>
                </a:lnTo>
                <a:lnTo>
                  <a:pt x="1220858" y="12983"/>
                </a:lnTo>
                <a:lnTo>
                  <a:pt x="1188895" y="12983"/>
                </a:lnTo>
                <a:lnTo>
                  <a:pt x="1188895" y="98196"/>
                </a:lnTo>
                <a:lnTo>
                  <a:pt x="1176110" y="98196"/>
                </a:lnTo>
                <a:close/>
                <a:moveTo>
                  <a:pt x="1232478" y="98196"/>
                </a:moveTo>
                <a:lnTo>
                  <a:pt x="1232478" y="1582"/>
                </a:lnTo>
                <a:lnTo>
                  <a:pt x="1244341" y="1582"/>
                </a:lnTo>
                <a:lnTo>
                  <a:pt x="1244341" y="36247"/>
                </a:lnTo>
                <a:cubicBezTo>
                  <a:pt x="1249877" y="29832"/>
                  <a:pt x="1256862" y="26625"/>
                  <a:pt x="1265298" y="26625"/>
                </a:cubicBezTo>
                <a:cubicBezTo>
                  <a:pt x="1270482" y="26625"/>
                  <a:pt x="1274986" y="27646"/>
                  <a:pt x="1278808" y="29689"/>
                </a:cubicBezTo>
                <a:cubicBezTo>
                  <a:pt x="1282630" y="31732"/>
                  <a:pt x="1285365" y="34555"/>
                  <a:pt x="1287013" y="38158"/>
                </a:cubicBezTo>
                <a:cubicBezTo>
                  <a:pt x="1288661" y="41761"/>
                  <a:pt x="1289484" y="46989"/>
                  <a:pt x="1289484" y="53843"/>
                </a:cubicBezTo>
                <a:lnTo>
                  <a:pt x="1289484" y="98196"/>
                </a:lnTo>
                <a:lnTo>
                  <a:pt x="1277622" y="98196"/>
                </a:lnTo>
                <a:lnTo>
                  <a:pt x="1277622" y="53843"/>
                </a:lnTo>
                <a:cubicBezTo>
                  <a:pt x="1277622" y="47912"/>
                  <a:pt x="1276337" y="43595"/>
                  <a:pt x="1273767" y="40893"/>
                </a:cubicBezTo>
                <a:cubicBezTo>
                  <a:pt x="1271196" y="38191"/>
                  <a:pt x="1267561" y="36840"/>
                  <a:pt x="1262860" y="36840"/>
                </a:cubicBezTo>
                <a:cubicBezTo>
                  <a:pt x="1259345" y="36840"/>
                  <a:pt x="1256039" y="37752"/>
                  <a:pt x="1252941" y="39575"/>
                </a:cubicBezTo>
                <a:cubicBezTo>
                  <a:pt x="1249844" y="41398"/>
                  <a:pt x="1247636" y="43870"/>
                  <a:pt x="1246318" y="46989"/>
                </a:cubicBezTo>
                <a:cubicBezTo>
                  <a:pt x="1245000" y="50108"/>
                  <a:pt x="1244341" y="54414"/>
                  <a:pt x="1244341" y="59906"/>
                </a:cubicBezTo>
                <a:lnTo>
                  <a:pt x="1244341" y="98196"/>
                </a:lnTo>
                <a:lnTo>
                  <a:pt x="1232478" y="98196"/>
                </a:lnTo>
                <a:close/>
                <a:moveTo>
                  <a:pt x="1355433" y="75657"/>
                </a:moveTo>
                <a:lnTo>
                  <a:pt x="1367691" y="77173"/>
                </a:lnTo>
                <a:cubicBezTo>
                  <a:pt x="1365758" y="84334"/>
                  <a:pt x="1362177" y="89892"/>
                  <a:pt x="1356949" y="93846"/>
                </a:cubicBezTo>
                <a:cubicBezTo>
                  <a:pt x="1351721" y="97800"/>
                  <a:pt x="1345042" y="99778"/>
                  <a:pt x="1336914" y="99778"/>
                </a:cubicBezTo>
                <a:cubicBezTo>
                  <a:pt x="1326677" y="99778"/>
                  <a:pt x="1318560" y="96625"/>
                  <a:pt x="1312563" y="90320"/>
                </a:cubicBezTo>
                <a:cubicBezTo>
                  <a:pt x="1306566" y="84016"/>
                  <a:pt x="1303567" y="75174"/>
                  <a:pt x="1303567" y="63794"/>
                </a:cubicBezTo>
                <a:cubicBezTo>
                  <a:pt x="1303567" y="52020"/>
                  <a:pt x="1306599" y="42881"/>
                  <a:pt x="1312662" y="36379"/>
                </a:cubicBezTo>
                <a:cubicBezTo>
                  <a:pt x="1318725" y="29876"/>
                  <a:pt x="1326590" y="26625"/>
                  <a:pt x="1336255" y="26625"/>
                </a:cubicBezTo>
                <a:cubicBezTo>
                  <a:pt x="1345614" y="26625"/>
                  <a:pt x="1353258" y="29805"/>
                  <a:pt x="1359190" y="36166"/>
                </a:cubicBezTo>
                <a:cubicBezTo>
                  <a:pt x="1365121" y="42526"/>
                  <a:pt x="1368087" y="51474"/>
                  <a:pt x="1368087" y="63010"/>
                </a:cubicBezTo>
                <a:cubicBezTo>
                  <a:pt x="1368087" y="63711"/>
                  <a:pt x="1368065" y="64764"/>
                  <a:pt x="1368021" y="66167"/>
                </a:cubicBezTo>
                <a:lnTo>
                  <a:pt x="1315825" y="66167"/>
                </a:lnTo>
                <a:cubicBezTo>
                  <a:pt x="1316265" y="73834"/>
                  <a:pt x="1318439" y="79704"/>
                  <a:pt x="1322350" y="83780"/>
                </a:cubicBezTo>
                <a:cubicBezTo>
                  <a:pt x="1326260" y="87855"/>
                  <a:pt x="1331137" y="89892"/>
                  <a:pt x="1336980" y="89892"/>
                </a:cubicBezTo>
                <a:cubicBezTo>
                  <a:pt x="1341330" y="89892"/>
                  <a:pt x="1345042" y="88761"/>
                  <a:pt x="1348118" y="86498"/>
                </a:cubicBezTo>
                <a:cubicBezTo>
                  <a:pt x="1351193" y="84234"/>
                  <a:pt x="1353632" y="80620"/>
                  <a:pt x="1355433" y="75657"/>
                </a:cubicBezTo>
                <a:moveTo>
                  <a:pt x="1316484" y="56281"/>
                </a:moveTo>
                <a:lnTo>
                  <a:pt x="1355565" y="56281"/>
                </a:lnTo>
                <a:cubicBezTo>
                  <a:pt x="1355038" y="50490"/>
                  <a:pt x="1353544" y="46147"/>
                  <a:pt x="1351084" y="43251"/>
                </a:cubicBezTo>
                <a:cubicBezTo>
                  <a:pt x="1347305" y="38757"/>
                  <a:pt x="1342406" y="36510"/>
                  <a:pt x="1336387" y="36510"/>
                </a:cubicBezTo>
                <a:cubicBezTo>
                  <a:pt x="1330939" y="36510"/>
                  <a:pt x="1326359" y="38304"/>
                  <a:pt x="1322646" y="41892"/>
                </a:cubicBezTo>
                <a:cubicBezTo>
                  <a:pt x="1318934" y="45478"/>
                  <a:pt x="1316880" y="50275"/>
                  <a:pt x="1316484" y="56281"/>
                </a:cubicBezTo>
                <a:close/>
                <a:moveTo>
                  <a:pt x="1422261" y="98196"/>
                </a:moveTo>
                <a:lnTo>
                  <a:pt x="1422261" y="1582"/>
                </a:lnTo>
                <a:lnTo>
                  <a:pt x="1487439" y="1582"/>
                </a:lnTo>
                <a:lnTo>
                  <a:pt x="1487439" y="12983"/>
                </a:lnTo>
                <a:lnTo>
                  <a:pt x="1435046" y="12983"/>
                </a:lnTo>
                <a:lnTo>
                  <a:pt x="1435046" y="42837"/>
                </a:lnTo>
                <a:lnTo>
                  <a:pt x="1480388" y="42837"/>
                </a:lnTo>
                <a:lnTo>
                  <a:pt x="1480388" y="54238"/>
                </a:lnTo>
                <a:lnTo>
                  <a:pt x="1435046" y="54238"/>
                </a:lnTo>
                <a:lnTo>
                  <a:pt x="1435046" y="98196"/>
                </a:lnTo>
                <a:lnTo>
                  <a:pt x="1422261" y="98196"/>
                </a:lnTo>
                <a:close/>
                <a:moveTo>
                  <a:pt x="1502619" y="15290"/>
                </a:moveTo>
                <a:lnTo>
                  <a:pt x="1502619" y="1582"/>
                </a:lnTo>
                <a:lnTo>
                  <a:pt x="1514482" y="1582"/>
                </a:lnTo>
                <a:lnTo>
                  <a:pt x="1514482" y="15290"/>
                </a:lnTo>
                <a:lnTo>
                  <a:pt x="1502619" y="15290"/>
                </a:lnTo>
                <a:moveTo>
                  <a:pt x="1502619" y="98196"/>
                </a:moveTo>
                <a:lnTo>
                  <a:pt x="1502619" y="28207"/>
                </a:lnTo>
                <a:lnTo>
                  <a:pt x="1514482" y="28207"/>
                </a:lnTo>
                <a:lnTo>
                  <a:pt x="1514482" y="98196"/>
                </a:lnTo>
                <a:lnTo>
                  <a:pt x="1502619" y="98196"/>
                </a:lnTo>
                <a:close/>
                <a:moveTo>
                  <a:pt x="1532385" y="98196"/>
                </a:moveTo>
                <a:lnTo>
                  <a:pt x="1532385" y="28207"/>
                </a:lnTo>
                <a:lnTo>
                  <a:pt x="1543061" y="28207"/>
                </a:lnTo>
                <a:lnTo>
                  <a:pt x="1543061" y="38751"/>
                </a:lnTo>
                <a:cubicBezTo>
                  <a:pt x="1545785" y="33814"/>
                  <a:pt x="1548300" y="30559"/>
                  <a:pt x="1550607" y="28985"/>
                </a:cubicBezTo>
                <a:cubicBezTo>
                  <a:pt x="1552914" y="27412"/>
                  <a:pt x="1555451" y="26625"/>
                  <a:pt x="1558219" y="26625"/>
                </a:cubicBezTo>
                <a:cubicBezTo>
                  <a:pt x="1562217" y="26625"/>
                  <a:pt x="1566281" y="27894"/>
                  <a:pt x="1570411" y="30431"/>
                </a:cubicBezTo>
                <a:lnTo>
                  <a:pt x="1566325" y="41387"/>
                </a:lnTo>
                <a:cubicBezTo>
                  <a:pt x="1563425" y="39674"/>
                  <a:pt x="1560525" y="38817"/>
                  <a:pt x="1557626" y="38817"/>
                </a:cubicBezTo>
                <a:cubicBezTo>
                  <a:pt x="1555033" y="38817"/>
                  <a:pt x="1552705" y="39598"/>
                  <a:pt x="1550640" y="41161"/>
                </a:cubicBezTo>
                <a:cubicBezTo>
                  <a:pt x="1548575" y="42722"/>
                  <a:pt x="1547103" y="44888"/>
                  <a:pt x="1546224" y="47658"/>
                </a:cubicBezTo>
                <a:cubicBezTo>
                  <a:pt x="1544906" y="51880"/>
                  <a:pt x="1544247" y="56498"/>
                  <a:pt x="1544247" y="61512"/>
                </a:cubicBezTo>
                <a:lnTo>
                  <a:pt x="1544247" y="98196"/>
                </a:lnTo>
                <a:lnTo>
                  <a:pt x="1532385" y="98196"/>
                </a:lnTo>
                <a:close/>
                <a:moveTo>
                  <a:pt x="1572716" y="77239"/>
                </a:moveTo>
                <a:lnTo>
                  <a:pt x="1584447" y="75393"/>
                </a:lnTo>
                <a:cubicBezTo>
                  <a:pt x="1585106" y="80074"/>
                  <a:pt x="1586941" y="83661"/>
                  <a:pt x="1589950" y="86154"/>
                </a:cubicBezTo>
                <a:cubicBezTo>
                  <a:pt x="1592960" y="88646"/>
                  <a:pt x="1597167" y="89892"/>
                  <a:pt x="1602571" y="89892"/>
                </a:cubicBezTo>
                <a:cubicBezTo>
                  <a:pt x="1608019" y="89892"/>
                  <a:pt x="1612061" y="88792"/>
                  <a:pt x="1614697" y="86591"/>
                </a:cubicBezTo>
                <a:cubicBezTo>
                  <a:pt x="1617333" y="84388"/>
                  <a:pt x="1618651" y="81806"/>
                  <a:pt x="1618651" y="78843"/>
                </a:cubicBezTo>
                <a:cubicBezTo>
                  <a:pt x="1618651" y="76183"/>
                  <a:pt x="1617487" y="74091"/>
                  <a:pt x="1615158" y="72566"/>
                </a:cubicBezTo>
                <a:cubicBezTo>
                  <a:pt x="1613533" y="71519"/>
                  <a:pt x="1609491" y="70190"/>
                  <a:pt x="1603032" y="68576"/>
                </a:cubicBezTo>
                <a:cubicBezTo>
                  <a:pt x="1594333" y="66378"/>
                  <a:pt x="1588303" y="64477"/>
                  <a:pt x="1584942" y="62872"/>
                </a:cubicBezTo>
                <a:cubicBezTo>
                  <a:pt x="1581580" y="61267"/>
                  <a:pt x="1579032" y="59046"/>
                  <a:pt x="1577297" y="56209"/>
                </a:cubicBezTo>
                <a:cubicBezTo>
                  <a:pt x="1575561" y="53373"/>
                  <a:pt x="1574694" y="50240"/>
                  <a:pt x="1574694" y="46810"/>
                </a:cubicBezTo>
                <a:cubicBezTo>
                  <a:pt x="1574694" y="43688"/>
                  <a:pt x="1575408" y="40796"/>
                  <a:pt x="1576835" y="38135"/>
                </a:cubicBezTo>
                <a:cubicBezTo>
                  <a:pt x="1578263" y="35474"/>
                  <a:pt x="1580207" y="33265"/>
                  <a:pt x="1582668" y="31506"/>
                </a:cubicBezTo>
                <a:cubicBezTo>
                  <a:pt x="1584513" y="30143"/>
                  <a:pt x="1587028" y="28989"/>
                  <a:pt x="1590214" y="28044"/>
                </a:cubicBezTo>
                <a:cubicBezTo>
                  <a:pt x="1593399" y="27098"/>
                  <a:pt x="1596815" y="26625"/>
                  <a:pt x="1600462" y="26625"/>
                </a:cubicBezTo>
                <a:cubicBezTo>
                  <a:pt x="1605954" y="26625"/>
                  <a:pt x="1610776" y="27421"/>
                  <a:pt x="1614928" y="29014"/>
                </a:cubicBezTo>
                <a:cubicBezTo>
                  <a:pt x="1619079" y="30605"/>
                  <a:pt x="1622144" y="32761"/>
                  <a:pt x="1624121" y="35483"/>
                </a:cubicBezTo>
                <a:cubicBezTo>
                  <a:pt x="1626098" y="38203"/>
                  <a:pt x="1627460" y="41840"/>
                  <a:pt x="1628207" y="46396"/>
                </a:cubicBezTo>
                <a:lnTo>
                  <a:pt x="1616608" y="47978"/>
                </a:lnTo>
                <a:cubicBezTo>
                  <a:pt x="1616081" y="44375"/>
                  <a:pt x="1614554" y="41563"/>
                  <a:pt x="1612028" y="39542"/>
                </a:cubicBezTo>
                <a:cubicBezTo>
                  <a:pt x="1609501" y="37521"/>
                  <a:pt x="1605932" y="36510"/>
                  <a:pt x="1601319" y="36510"/>
                </a:cubicBezTo>
                <a:cubicBezTo>
                  <a:pt x="1595871" y="36510"/>
                  <a:pt x="1591982" y="37407"/>
                  <a:pt x="1589654" y="39200"/>
                </a:cubicBezTo>
                <a:cubicBezTo>
                  <a:pt x="1587325" y="40992"/>
                  <a:pt x="1586161" y="43090"/>
                  <a:pt x="1586161" y="45496"/>
                </a:cubicBezTo>
                <a:cubicBezTo>
                  <a:pt x="1586161" y="47025"/>
                  <a:pt x="1586644" y="48403"/>
                  <a:pt x="1587611" y="49627"/>
                </a:cubicBezTo>
                <a:cubicBezTo>
                  <a:pt x="1588577" y="50894"/>
                  <a:pt x="1590093" y="51943"/>
                  <a:pt x="1592158" y="52774"/>
                </a:cubicBezTo>
                <a:cubicBezTo>
                  <a:pt x="1593344" y="53212"/>
                  <a:pt x="1596837" y="54218"/>
                  <a:pt x="1602637" y="55791"/>
                </a:cubicBezTo>
                <a:cubicBezTo>
                  <a:pt x="1611028" y="58031"/>
                  <a:pt x="1616883" y="59864"/>
                  <a:pt x="1620200" y="61290"/>
                </a:cubicBezTo>
                <a:cubicBezTo>
                  <a:pt x="1623517" y="62717"/>
                  <a:pt x="1626120" y="64791"/>
                  <a:pt x="1628009" y="67514"/>
                </a:cubicBezTo>
                <a:cubicBezTo>
                  <a:pt x="1629899" y="70235"/>
                  <a:pt x="1630843" y="73615"/>
                  <a:pt x="1630843" y="77653"/>
                </a:cubicBezTo>
                <a:cubicBezTo>
                  <a:pt x="1630843" y="81604"/>
                  <a:pt x="1629690" y="85325"/>
                  <a:pt x="1627383" y="88815"/>
                </a:cubicBezTo>
                <a:cubicBezTo>
                  <a:pt x="1625077" y="92304"/>
                  <a:pt x="1621749" y="95003"/>
                  <a:pt x="1617399" y="96913"/>
                </a:cubicBezTo>
                <a:cubicBezTo>
                  <a:pt x="1613049" y="98823"/>
                  <a:pt x="1608129" y="99778"/>
                  <a:pt x="1602637" y="99778"/>
                </a:cubicBezTo>
                <a:cubicBezTo>
                  <a:pt x="1593542" y="99778"/>
                  <a:pt x="1586611" y="97883"/>
                  <a:pt x="1581844" y="94093"/>
                </a:cubicBezTo>
                <a:cubicBezTo>
                  <a:pt x="1577077" y="90304"/>
                  <a:pt x="1574035" y="84686"/>
                  <a:pt x="1572716" y="77239"/>
                </a:cubicBezTo>
                <a:close/>
                <a:moveTo>
                  <a:pt x="1670846" y="87717"/>
                </a:moveTo>
                <a:lnTo>
                  <a:pt x="1672559" y="98196"/>
                </a:lnTo>
                <a:cubicBezTo>
                  <a:pt x="1669220" y="98811"/>
                  <a:pt x="1666232" y="99119"/>
                  <a:pt x="1663596" y="99119"/>
                </a:cubicBezTo>
                <a:cubicBezTo>
                  <a:pt x="1659291" y="99119"/>
                  <a:pt x="1655952" y="98438"/>
                  <a:pt x="1653579" y="97076"/>
                </a:cubicBezTo>
                <a:cubicBezTo>
                  <a:pt x="1651206" y="95713"/>
                  <a:pt x="1649537" y="93923"/>
                  <a:pt x="1648570" y="91704"/>
                </a:cubicBezTo>
                <a:cubicBezTo>
                  <a:pt x="1647604" y="89486"/>
                  <a:pt x="1647120" y="84817"/>
                  <a:pt x="1647120" y="77700"/>
                </a:cubicBezTo>
                <a:lnTo>
                  <a:pt x="1647120" y="37433"/>
                </a:lnTo>
                <a:lnTo>
                  <a:pt x="1638421" y="37433"/>
                </a:lnTo>
                <a:lnTo>
                  <a:pt x="1638421" y="28207"/>
                </a:lnTo>
                <a:lnTo>
                  <a:pt x="1647120" y="28207"/>
                </a:lnTo>
                <a:lnTo>
                  <a:pt x="1647120" y="10827"/>
                </a:lnTo>
                <a:lnTo>
                  <a:pt x="1658917" y="3691"/>
                </a:lnTo>
                <a:lnTo>
                  <a:pt x="1658917" y="28207"/>
                </a:lnTo>
                <a:lnTo>
                  <a:pt x="1670846" y="28207"/>
                </a:lnTo>
                <a:lnTo>
                  <a:pt x="1670846" y="37433"/>
                </a:lnTo>
                <a:lnTo>
                  <a:pt x="1658917" y="37433"/>
                </a:lnTo>
                <a:lnTo>
                  <a:pt x="1658917" y="78359"/>
                </a:lnTo>
                <a:cubicBezTo>
                  <a:pt x="1658917" y="81742"/>
                  <a:pt x="1659126" y="83917"/>
                  <a:pt x="1659543" y="84883"/>
                </a:cubicBezTo>
                <a:cubicBezTo>
                  <a:pt x="1659961" y="85850"/>
                  <a:pt x="1660642" y="86619"/>
                  <a:pt x="1661586" y="87190"/>
                </a:cubicBezTo>
                <a:cubicBezTo>
                  <a:pt x="1662531" y="87761"/>
                  <a:pt x="1663882" y="88047"/>
                  <a:pt x="1665639" y="88047"/>
                </a:cubicBezTo>
                <a:cubicBezTo>
                  <a:pt x="1666957" y="88047"/>
                  <a:pt x="1668693" y="87937"/>
                  <a:pt x="1670846" y="87717"/>
                </a:cubicBezTo>
                <a:close/>
                <a:moveTo>
                  <a:pt x="1703401" y="98196"/>
                </a:moveTo>
                <a:lnTo>
                  <a:pt x="1740505" y="1582"/>
                </a:lnTo>
                <a:lnTo>
                  <a:pt x="1754279" y="1582"/>
                </a:lnTo>
                <a:lnTo>
                  <a:pt x="1793821" y="98196"/>
                </a:lnTo>
                <a:lnTo>
                  <a:pt x="1779256" y="98196"/>
                </a:lnTo>
                <a:lnTo>
                  <a:pt x="1767987" y="69067"/>
                </a:lnTo>
                <a:lnTo>
                  <a:pt x="1727588" y="69067"/>
                </a:lnTo>
                <a:lnTo>
                  <a:pt x="1716978" y="98196"/>
                </a:lnTo>
                <a:lnTo>
                  <a:pt x="1703401" y="98196"/>
                </a:lnTo>
                <a:moveTo>
                  <a:pt x="1731279" y="58522"/>
                </a:moveTo>
                <a:lnTo>
                  <a:pt x="1764032" y="58522"/>
                </a:lnTo>
                <a:lnTo>
                  <a:pt x="1753949" y="31765"/>
                </a:lnTo>
                <a:cubicBezTo>
                  <a:pt x="1750874" y="23637"/>
                  <a:pt x="1748589" y="16959"/>
                  <a:pt x="1747095" y="11731"/>
                </a:cubicBezTo>
                <a:cubicBezTo>
                  <a:pt x="1745865" y="17926"/>
                  <a:pt x="1744130" y="24077"/>
                  <a:pt x="1741889" y="30184"/>
                </a:cubicBezTo>
                <a:lnTo>
                  <a:pt x="1731279" y="58522"/>
                </a:lnTo>
                <a:close/>
                <a:moveTo>
                  <a:pt x="1802521" y="98196"/>
                </a:moveTo>
                <a:lnTo>
                  <a:pt x="1802521" y="28207"/>
                </a:lnTo>
                <a:lnTo>
                  <a:pt x="1813132" y="28207"/>
                </a:lnTo>
                <a:lnTo>
                  <a:pt x="1813132" y="37960"/>
                </a:lnTo>
                <a:cubicBezTo>
                  <a:pt x="1815328" y="34553"/>
                  <a:pt x="1818250" y="31811"/>
                  <a:pt x="1821897" y="29737"/>
                </a:cubicBezTo>
                <a:cubicBezTo>
                  <a:pt x="1825543" y="27662"/>
                  <a:pt x="1829695" y="26625"/>
                  <a:pt x="1834352" y="26625"/>
                </a:cubicBezTo>
                <a:cubicBezTo>
                  <a:pt x="1839537" y="26625"/>
                  <a:pt x="1843788" y="27696"/>
                  <a:pt x="1847105" y="29838"/>
                </a:cubicBezTo>
                <a:cubicBezTo>
                  <a:pt x="1850422" y="31978"/>
                  <a:pt x="1852761" y="34971"/>
                  <a:pt x="1854123" y="38817"/>
                </a:cubicBezTo>
                <a:cubicBezTo>
                  <a:pt x="1859659" y="30689"/>
                  <a:pt x="1866865" y="26625"/>
                  <a:pt x="1875740" y="26625"/>
                </a:cubicBezTo>
                <a:cubicBezTo>
                  <a:pt x="1882681" y="26625"/>
                  <a:pt x="1888020" y="28547"/>
                  <a:pt x="1891754" y="32391"/>
                </a:cubicBezTo>
                <a:cubicBezTo>
                  <a:pt x="1895489" y="36236"/>
                  <a:pt x="1897356" y="42156"/>
                  <a:pt x="1897356" y="50152"/>
                </a:cubicBezTo>
                <a:lnTo>
                  <a:pt x="1897356" y="98196"/>
                </a:lnTo>
                <a:lnTo>
                  <a:pt x="1885559" y="98196"/>
                </a:lnTo>
                <a:lnTo>
                  <a:pt x="1885559" y="54059"/>
                </a:lnTo>
                <a:cubicBezTo>
                  <a:pt x="1885559" y="49309"/>
                  <a:pt x="1885175" y="45889"/>
                  <a:pt x="1884406" y="43801"/>
                </a:cubicBezTo>
                <a:cubicBezTo>
                  <a:pt x="1883637" y="41711"/>
                  <a:pt x="1882242" y="40029"/>
                  <a:pt x="1880221" y="38753"/>
                </a:cubicBezTo>
                <a:cubicBezTo>
                  <a:pt x="1878200" y="37478"/>
                  <a:pt x="1875827" y="36840"/>
                  <a:pt x="1873103" y="36840"/>
                </a:cubicBezTo>
                <a:cubicBezTo>
                  <a:pt x="1868183" y="36840"/>
                  <a:pt x="1864097" y="38479"/>
                  <a:pt x="1860845" y="41756"/>
                </a:cubicBezTo>
                <a:cubicBezTo>
                  <a:pt x="1857594" y="45032"/>
                  <a:pt x="1855969" y="50277"/>
                  <a:pt x="1855969" y="57490"/>
                </a:cubicBezTo>
                <a:lnTo>
                  <a:pt x="1855969" y="98196"/>
                </a:lnTo>
                <a:lnTo>
                  <a:pt x="1844106" y="98196"/>
                </a:lnTo>
                <a:lnTo>
                  <a:pt x="1844106" y="52673"/>
                </a:lnTo>
                <a:cubicBezTo>
                  <a:pt x="1844106" y="47395"/>
                  <a:pt x="1843139" y="43437"/>
                  <a:pt x="1841206" y="40798"/>
                </a:cubicBezTo>
                <a:cubicBezTo>
                  <a:pt x="1839273" y="38159"/>
                  <a:pt x="1836110" y="36840"/>
                  <a:pt x="1831716" y="36840"/>
                </a:cubicBezTo>
                <a:cubicBezTo>
                  <a:pt x="1828377" y="36840"/>
                  <a:pt x="1825291" y="37720"/>
                  <a:pt x="1822457" y="39480"/>
                </a:cubicBezTo>
                <a:cubicBezTo>
                  <a:pt x="1819623" y="41239"/>
                  <a:pt x="1817569" y="43812"/>
                  <a:pt x="1816295" y="47199"/>
                </a:cubicBezTo>
                <a:cubicBezTo>
                  <a:pt x="1815021" y="50585"/>
                  <a:pt x="1814384" y="55467"/>
                  <a:pt x="1814384" y="61844"/>
                </a:cubicBezTo>
                <a:lnTo>
                  <a:pt x="1814384" y="98196"/>
                </a:lnTo>
                <a:lnTo>
                  <a:pt x="1802521" y="98196"/>
                </a:lnTo>
                <a:close/>
                <a:moveTo>
                  <a:pt x="1962863" y="75657"/>
                </a:moveTo>
                <a:lnTo>
                  <a:pt x="1975121" y="77173"/>
                </a:lnTo>
                <a:cubicBezTo>
                  <a:pt x="1973187" y="84334"/>
                  <a:pt x="1969607" y="89892"/>
                  <a:pt x="1964378" y="93846"/>
                </a:cubicBezTo>
                <a:cubicBezTo>
                  <a:pt x="1959150" y="97800"/>
                  <a:pt x="1952472" y="99778"/>
                  <a:pt x="1944344" y="99778"/>
                </a:cubicBezTo>
                <a:cubicBezTo>
                  <a:pt x="1934107" y="99778"/>
                  <a:pt x="1925990" y="96625"/>
                  <a:pt x="1919992" y="90320"/>
                </a:cubicBezTo>
                <a:cubicBezTo>
                  <a:pt x="1913995" y="84016"/>
                  <a:pt x="1910997" y="75174"/>
                  <a:pt x="1910997" y="63794"/>
                </a:cubicBezTo>
                <a:cubicBezTo>
                  <a:pt x="1910997" y="52020"/>
                  <a:pt x="1914028" y="42881"/>
                  <a:pt x="1920091" y="36379"/>
                </a:cubicBezTo>
                <a:cubicBezTo>
                  <a:pt x="1926154" y="29876"/>
                  <a:pt x="1934019" y="26625"/>
                  <a:pt x="1943685" y="26625"/>
                </a:cubicBezTo>
                <a:cubicBezTo>
                  <a:pt x="1953043" y="26625"/>
                  <a:pt x="1960688" y="29805"/>
                  <a:pt x="1966619" y="36166"/>
                </a:cubicBezTo>
                <a:cubicBezTo>
                  <a:pt x="1972550" y="42526"/>
                  <a:pt x="1975516" y="51474"/>
                  <a:pt x="1975516" y="63010"/>
                </a:cubicBezTo>
                <a:cubicBezTo>
                  <a:pt x="1975516" y="63711"/>
                  <a:pt x="1975494" y="64764"/>
                  <a:pt x="1975450" y="66167"/>
                </a:cubicBezTo>
                <a:lnTo>
                  <a:pt x="1923255" y="66167"/>
                </a:lnTo>
                <a:cubicBezTo>
                  <a:pt x="1923694" y="73834"/>
                  <a:pt x="1925869" y="79704"/>
                  <a:pt x="1929779" y="83780"/>
                </a:cubicBezTo>
                <a:cubicBezTo>
                  <a:pt x="1933689" y="87855"/>
                  <a:pt x="1938566" y="89892"/>
                  <a:pt x="1944410" y="89892"/>
                </a:cubicBezTo>
                <a:cubicBezTo>
                  <a:pt x="1948759" y="89892"/>
                  <a:pt x="1952472" y="88761"/>
                  <a:pt x="1955547" y="86498"/>
                </a:cubicBezTo>
                <a:cubicBezTo>
                  <a:pt x="1958623" y="84234"/>
                  <a:pt x="1961061" y="80620"/>
                  <a:pt x="1962863" y="75657"/>
                </a:cubicBezTo>
                <a:moveTo>
                  <a:pt x="1923914" y="56281"/>
                </a:moveTo>
                <a:lnTo>
                  <a:pt x="1962994" y="56281"/>
                </a:lnTo>
                <a:cubicBezTo>
                  <a:pt x="1962467" y="50490"/>
                  <a:pt x="1960973" y="46147"/>
                  <a:pt x="1958513" y="43251"/>
                </a:cubicBezTo>
                <a:cubicBezTo>
                  <a:pt x="1954734" y="38757"/>
                  <a:pt x="1949836" y="36510"/>
                  <a:pt x="1943816" y="36510"/>
                </a:cubicBezTo>
                <a:cubicBezTo>
                  <a:pt x="1938368" y="36510"/>
                  <a:pt x="1933788" y="38304"/>
                  <a:pt x="1930076" y="41892"/>
                </a:cubicBezTo>
                <a:cubicBezTo>
                  <a:pt x="1926363" y="45478"/>
                  <a:pt x="1924309" y="50275"/>
                  <a:pt x="1923914" y="56281"/>
                </a:cubicBezTo>
                <a:close/>
                <a:moveTo>
                  <a:pt x="1989994" y="98196"/>
                </a:moveTo>
                <a:lnTo>
                  <a:pt x="1989994" y="28207"/>
                </a:lnTo>
                <a:lnTo>
                  <a:pt x="2000670" y="28207"/>
                </a:lnTo>
                <a:lnTo>
                  <a:pt x="2000670" y="38092"/>
                </a:lnTo>
                <a:cubicBezTo>
                  <a:pt x="2005811" y="30447"/>
                  <a:pt x="2013236" y="26625"/>
                  <a:pt x="2022946" y="26625"/>
                </a:cubicBezTo>
                <a:cubicBezTo>
                  <a:pt x="2027163" y="26625"/>
                  <a:pt x="2031041" y="27383"/>
                  <a:pt x="2034577" y="28899"/>
                </a:cubicBezTo>
                <a:cubicBezTo>
                  <a:pt x="2038114" y="30414"/>
                  <a:pt x="2040761" y="32402"/>
                  <a:pt x="2042519" y="34863"/>
                </a:cubicBezTo>
                <a:cubicBezTo>
                  <a:pt x="2044276" y="37323"/>
                  <a:pt x="2045506" y="40245"/>
                  <a:pt x="2046209" y="43628"/>
                </a:cubicBezTo>
                <a:cubicBezTo>
                  <a:pt x="2046649" y="45825"/>
                  <a:pt x="2046868" y="49669"/>
                  <a:pt x="2046868" y="55161"/>
                </a:cubicBezTo>
                <a:lnTo>
                  <a:pt x="2046868" y="98196"/>
                </a:lnTo>
                <a:lnTo>
                  <a:pt x="2035006" y="98196"/>
                </a:lnTo>
                <a:lnTo>
                  <a:pt x="2035006" y="55577"/>
                </a:lnTo>
                <a:cubicBezTo>
                  <a:pt x="2035006" y="50739"/>
                  <a:pt x="2034545" y="47121"/>
                  <a:pt x="2033622" y="44724"/>
                </a:cubicBezTo>
                <a:cubicBezTo>
                  <a:pt x="2032699" y="42326"/>
                  <a:pt x="2031063" y="40413"/>
                  <a:pt x="2028712" y="38984"/>
                </a:cubicBezTo>
                <a:cubicBezTo>
                  <a:pt x="2026362" y="37555"/>
                  <a:pt x="2023605" y="36840"/>
                  <a:pt x="2020441" y="36840"/>
                </a:cubicBezTo>
                <a:cubicBezTo>
                  <a:pt x="2015389" y="36840"/>
                  <a:pt x="2011028" y="38446"/>
                  <a:pt x="2007359" y="41657"/>
                </a:cubicBezTo>
                <a:cubicBezTo>
                  <a:pt x="2003691" y="44867"/>
                  <a:pt x="2001857" y="50958"/>
                  <a:pt x="2001857" y="59931"/>
                </a:cubicBezTo>
                <a:lnTo>
                  <a:pt x="2001857" y="98196"/>
                </a:lnTo>
                <a:lnTo>
                  <a:pt x="1989994" y="98196"/>
                </a:lnTo>
                <a:close/>
                <a:moveTo>
                  <a:pt x="2110445" y="98196"/>
                </a:moveTo>
                <a:lnTo>
                  <a:pt x="2110445" y="89365"/>
                </a:lnTo>
                <a:cubicBezTo>
                  <a:pt x="2106007" y="96307"/>
                  <a:pt x="2099483" y="99778"/>
                  <a:pt x="2090871" y="99778"/>
                </a:cubicBezTo>
                <a:cubicBezTo>
                  <a:pt x="2085292" y="99778"/>
                  <a:pt x="2080162" y="98240"/>
                  <a:pt x="2075483" y="95164"/>
                </a:cubicBezTo>
                <a:cubicBezTo>
                  <a:pt x="2070804" y="92089"/>
                  <a:pt x="2067179" y="87794"/>
                  <a:pt x="2064609" y="82280"/>
                </a:cubicBezTo>
                <a:cubicBezTo>
                  <a:pt x="2062039" y="76766"/>
                  <a:pt x="2060754" y="70429"/>
                  <a:pt x="2060754" y="63267"/>
                </a:cubicBezTo>
                <a:cubicBezTo>
                  <a:pt x="2060754" y="56281"/>
                  <a:pt x="2061918" y="49944"/>
                  <a:pt x="2064246" y="44254"/>
                </a:cubicBezTo>
                <a:cubicBezTo>
                  <a:pt x="2066575" y="38564"/>
                  <a:pt x="2070068" y="34204"/>
                  <a:pt x="2074725" y="31172"/>
                </a:cubicBezTo>
                <a:cubicBezTo>
                  <a:pt x="2079382" y="28141"/>
                  <a:pt x="2084589" y="26625"/>
                  <a:pt x="2090344" y="26625"/>
                </a:cubicBezTo>
                <a:cubicBezTo>
                  <a:pt x="2094562" y="26625"/>
                  <a:pt x="2098318" y="27515"/>
                  <a:pt x="2101614" y="29294"/>
                </a:cubicBezTo>
                <a:cubicBezTo>
                  <a:pt x="2104909" y="31073"/>
                  <a:pt x="2107589" y="33391"/>
                  <a:pt x="2109654" y="36247"/>
                </a:cubicBezTo>
                <a:lnTo>
                  <a:pt x="2109654" y="1582"/>
                </a:lnTo>
                <a:lnTo>
                  <a:pt x="2121451" y="1582"/>
                </a:lnTo>
                <a:lnTo>
                  <a:pt x="2121451" y="98196"/>
                </a:lnTo>
                <a:lnTo>
                  <a:pt x="2110445" y="98196"/>
                </a:lnTo>
                <a:moveTo>
                  <a:pt x="2072946" y="63234"/>
                </a:moveTo>
                <a:cubicBezTo>
                  <a:pt x="2072946" y="72164"/>
                  <a:pt x="2074835" y="78840"/>
                  <a:pt x="2078613" y="83261"/>
                </a:cubicBezTo>
                <a:cubicBezTo>
                  <a:pt x="2082392" y="87682"/>
                  <a:pt x="2086851" y="89892"/>
                  <a:pt x="2091992" y="89892"/>
                </a:cubicBezTo>
                <a:cubicBezTo>
                  <a:pt x="2097176" y="89892"/>
                  <a:pt x="2101581" y="87780"/>
                  <a:pt x="2105205" y="83557"/>
                </a:cubicBezTo>
                <a:cubicBezTo>
                  <a:pt x="2108830" y="79332"/>
                  <a:pt x="2110642" y="72886"/>
                  <a:pt x="2110642" y="64219"/>
                </a:cubicBezTo>
                <a:cubicBezTo>
                  <a:pt x="2110642" y="54676"/>
                  <a:pt x="2108797" y="47673"/>
                  <a:pt x="2105107" y="43208"/>
                </a:cubicBezTo>
                <a:cubicBezTo>
                  <a:pt x="2101416" y="38743"/>
                  <a:pt x="2096869" y="36510"/>
                  <a:pt x="2091465" y="36510"/>
                </a:cubicBezTo>
                <a:cubicBezTo>
                  <a:pt x="2086192" y="36510"/>
                  <a:pt x="2081788" y="38656"/>
                  <a:pt x="2078251" y="42946"/>
                </a:cubicBezTo>
                <a:cubicBezTo>
                  <a:pt x="2074714" y="47235"/>
                  <a:pt x="2072946" y="53998"/>
                  <a:pt x="2072946" y="63234"/>
                </a:cubicBezTo>
                <a:close/>
                <a:moveTo>
                  <a:pt x="2140081" y="98196"/>
                </a:moveTo>
                <a:lnTo>
                  <a:pt x="2140081" y="28207"/>
                </a:lnTo>
                <a:lnTo>
                  <a:pt x="2150691" y="28207"/>
                </a:lnTo>
                <a:lnTo>
                  <a:pt x="2150691" y="37960"/>
                </a:lnTo>
                <a:cubicBezTo>
                  <a:pt x="2152888" y="34553"/>
                  <a:pt x="2155810" y="31811"/>
                  <a:pt x="2159456" y="29737"/>
                </a:cubicBezTo>
                <a:cubicBezTo>
                  <a:pt x="2163103" y="27662"/>
                  <a:pt x="2167255" y="26625"/>
                  <a:pt x="2171912" y="26625"/>
                </a:cubicBezTo>
                <a:cubicBezTo>
                  <a:pt x="2177096" y="26625"/>
                  <a:pt x="2181347" y="27696"/>
                  <a:pt x="2184664" y="29838"/>
                </a:cubicBezTo>
                <a:cubicBezTo>
                  <a:pt x="2187981" y="31978"/>
                  <a:pt x="2190321" y="34971"/>
                  <a:pt x="2191683" y="38817"/>
                </a:cubicBezTo>
                <a:cubicBezTo>
                  <a:pt x="2197219" y="30689"/>
                  <a:pt x="2204424" y="26625"/>
                  <a:pt x="2213299" y="26625"/>
                </a:cubicBezTo>
                <a:cubicBezTo>
                  <a:pt x="2220241" y="26625"/>
                  <a:pt x="2225579" y="28547"/>
                  <a:pt x="2229314" y="32391"/>
                </a:cubicBezTo>
                <a:cubicBezTo>
                  <a:pt x="2233048" y="36236"/>
                  <a:pt x="2234915" y="42156"/>
                  <a:pt x="2234915" y="50152"/>
                </a:cubicBezTo>
                <a:lnTo>
                  <a:pt x="2234915" y="98196"/>
                </a:lnTo>
                <a:lnTo>
                  <a:pt x="2223119" y="98196"/>
                </a:lnTo>
                <a:lnTo>
                  <a:pt x="2223119" y="54059"/>
                </a:lnTo>
                <a:cubicBezTo>
                  <a:pt x="2223119" y="49309"/>
                  <a:pt x="2222734" y="45889"/>
                  <a:pt x="2221965" y="43801"/>
                </a:cubicBezTo>
                <a:cubicBezTo>
                  <a:pt x="2221197" y="41711"/>
                  <a:pt x="2219802" y="40029"/>
                  <a:pt x="2217781" y="38753"/>
                </a:cubicBezTo>
                <a:cubicBezTo>
                  <a:pt x="2215760" y="37478"/>
                  <a:pt x="2213387" y="36840"/>
                  <a:pt x="2210663" y="36840"/>
                </a:cubicBezTo>
                <a:cubicBezTo>
                  <a:pt x="2205742" y="36840"/>
                  <a:pt x="2201656" y="38479"/>
                  <a:pt x="2198405" y="41756"/>
                </a:cubicBezTo>
                <a:cubicBezTo>
                  <a:pt x="2195154" y="45032"/>
                  <a:pt x="2193528" y="50277"/>
                  <a:pt x="2193528" y="57490"/>
                </a:cubicBezTo>
                <a:lnTo>
                  <a:pt x="2193528" y="98196"/>
                </a:lnTo>
                <a:lnTo>
                  <a:pt x="2181666" y="98196"/>
                </a:lnTo>
                <a:lnTo>
                  <a:pt x="2181666" y="52673"/>
                </a:lnTo>
                <a:cubicBezTo>
                  <a:pt x="2181666" y="47395"/>
                  <a:pt x="2180699" y="43437"/>
                  <a:pt x="2178766" y="40798"/>
                </a:cubicBezTo>
                <a:cubicBezTo>
                  <a:pt x="2176833" y="38159"/>
                  <a:pt x="2173669" y="36840"/>
                  <a:pt x="2169276" y="36840"/>
                </a:cubicBezTo>
                <a:cubicBezTo>
                  <a:pt x="2165937" y="36840"/>
                  <a:pt x="2162850" y="37720"/>
                  <a:pt x="2160016" y="39480"/>
                </a:cubicBezTo>
                <a:cubicBezTo>
                  <a:pt x="2157183" y="41239"/>
                  <a:pt x="2155129" y="43812"/>
                  <a:pt x="2153854" y="47199"/>
                </a:cubicBezTo>
                <a:cubicBezTo>
                  <a:pt x="2152580" y="50585"/>
                  <a:pt x="2151943" y="55467"/>
                  <a:pt x="2151943" y="61844"/>
                </a:cubicBezTo>
                <a:lnTo>
                  <a:pt x="2151943" y="98196"/>
                </a:lnTo>
                <a:lnTo>
                  <a:pt x="2140081" y="98196"/>
                </a:lnTo>
                <a:close/>
                <a:moveTo>
                  <a:pt x="2300422" y="75657"/>
                </a:moveTo>
                <a:lnTo>
                  <a:pt x="2312680" y="77173"/>
                </a:lnTo>
                <a:cubicBezTo>
                  <a:pt x="2310747" y="84334"/>
                  <a:pt x="2307166" y="89892"/>
                  <a:pt x="2301938" y="93846"/>
                </a:cubicBezTo>
                <a:cubicBezTo>
                  <a:pt x="2296709" y="97800"/>
                  <a:pt x="2290031" y="99778"/>
                  <a:pt x="2281903" y="99778"/>
                </a:cubicBezTo>
                <a:cubicBezTo>
                  <a:pt x="2271666" y="99778"/>
                  <a:pt x="2263549" y="96625"/>
                  <a:pt x="2257552" y="90320"/>
                </a:cubicBezTo>
                <a:cubicBezTo>
                  <a:pt x="2251555" y="84016"/>
                  <a:pt x="2248556" y="75174"/>
                  <a:pt x="2248556" y="63794"/>
                </a:cubicBezTo>
                <a:cubicBezTo>
                  <a:pt x="2248556" y="52020"/>
                  <a:pt x="2251588" y="42881"/>
                  <a:pt x="2257651" y="36379"/>
                </a:cubicBezTo>
                <a:cubicBezTo>
                  <a:pt x="2263714" y="29876"/>
                  <a:pt x="2271578" y="26625"/>
                  <a:pt x="2281244" y="26625"/>
                </a:cubicBezTo>
                <a:cubicBezTo>
                  <a:pt x="2290602" y="26625"/>
                  <a:pt x="2298247" y="29805"/>
                  <a:pt x="2304178" y="36166"/>
                </a:cubicBezTo>
                <a:cubicBezTo>
                  <a:pt x="2310110" y="42526"/>
                  <a:pt x="2313075" y="51474"/>
                  <a:pt x="2313075" y="63010"/>
                </a:cubicBezTo>
                <a:cubicBezTo>
                  <a:pt x="2313075" y="63711"/>
                  <a:pt x="2313053" y="64764"/>
                  <a:pt x="2313009" y="66167"/>
                </a:cubicBezTo>
                <a:lnTo>
                  <a:pt x="2260814" y="66167"/>
                </a:lnTo>
                <a:cubicBezTo>
                  <a:pt x="2261253" y="73834"/>
                  <a:pt x="2263428" y="79704"/>
                  <a:pt x="2267338" y="83780"/>
                </a:cubicBezTo>
                <a:cubicBezTo>
                  <a:pt x="2271249" y="87855"/>
                  <a:pt x="2276126" y="89892"/>
                  <a:pt x="2281969" y="89892"/>
                </a:cubicBezTo>
                <a:cubicBezTo>
                  <a:pt x="2286319" y="89892"/>
                  <a:pt x="2290031" y="88761"/>
                  <a:pt x="2293107" y="86498"/>
                </a:cubicBezTo>
                <a:cubicBezTo>
                  <a:pt x="2296182" y="84234"/>
                  <a:pt x="2298620" y="80620"/>
                  <a:pt x="2300422" y="75657"/>
                </a:cubicBezTo>
                <a:moveTo>
                  <a:pt x="2261473" y="56281"/>
                </a:moveTo>
                <a:lnTo>
                  <a:pt x="2300554" y="56281"/>
                </a:lnTo>
                <a:cubicBezTo>
                  <a:pt x="2300026" y="50490"/>
                  <a:pt x="2298533" y="46147"/>
                  <a:pt x="2296072" y="43251"/>
                </a:cubicBezTo>
                <a:cubicBezTo>
                  <a:pt x="2292294" y="38757"/>
                  <a:pt x="2287395" y="36510"/>
                  <a:pt x="2281376" y="36510"/>
                </a:cubicBezTo>
                <a:cubicBezTo>
                  <a:pt x="2275928" y="36510"/>
                  <a:pt x="2271348" y="38304"/>
                  <a:pt x="2267635" y="41892"/>
                </a:cubicBezTo>
                <a:cubicBezTo>
                  <a:pt x="2263922" y="45478"/>
                  <a:pt x="2261868" y="50275"/>
                  <a:pt x="2261473" y="56281"/>
                </a:cubicBezTo>
                <a:close/>
                <a:moveTo>
                  <a:pt x="2327554" y="98196"/>
                </a:moveTo>
                <a:lnTo>
                  <a:pt x="2327554" y="28207"/>
                </a:lnTo>
                <a:lnTo>
                  <a:pt x="2338230" y="28207"/>
                </a:lnTo>
                <a:lnTo>
                  <a:pt x="2338230" y="38092"/>
                </a:lnTo>
                <a:cubicBezTo>
                  <a:pt x="2343370" y="30447"/>
                  <a:pt x="2350795" y="26625"/>
                  <a:pt x="2360505" y="26625"/>
                </a:cubicBezTo>
                <a:cubicBezTo>
                  <a:pt x="2364723" y="26625"/>
                  <a:pt x="2368600" y="27383"/>
                  <a:pt x="2372137" y="28899"/>
                </a:cubicBezTo>
                <a:cubicBezTo>
                  <a:pt x="2375674" y="30414"/>
                  <a:pt x="2378321" y="32402"/>
                  <a:pt x="2380078" y="34863"/>
                </a:cubicBezTo>
                <a:cubicBezTo>
                  <a:pt x="2381836" y="37323"/>
                  <a:pt x="2383066" y="40245"/>
                  <a:pt x="2383769" y="43628"/>
                </a:cubicBezTo>
                <a:cubicBezTo>
                  <a:pt x="2384208" y="45825"/>
                  <a:pt x="2384428" y="49669"/>
                  <a:pt x="2384428" y="55161"/>
                </a:cubicBezTo>
                <a:lnTo>
                  <a:pt x="2384428" y="98196"/>
                </a:lnTo>
                <a:lnTo>
                  <a:pt x="2372565" y="98196"/>
                </a:lnTo>
                <a:lnTo>
                  <a:pt x="2372565" y="55577"/>
                </a:lnTo>
                <a:cubicBezTo>
                  <a:pt x="2372565" y="50739"/>
                  <a:pt x="2372104" y="47121"/>
                  <a:pt x="2371182" y="44724"/>
                </a:cubicBezTo>
                <a:cubicBezTo>
                  <a:pt x="2370259" y="42326"/>
                  <a:pt x="2368622" y="40413"/>
                  <a:pt x="2366272" y="38984"/>
                </a:cubicBezTo>
                <a:cubicBezTo>
                  <a:pt x="2363921" y="37555"/>
                  <a:pt x="2361164" y="36840"/>
                  <a:pt x="2358001" y="36840"/>
                </a:cubicBezTo>
                <a:cubicBezTo>
                  <a:pt x="2352948" y="36840"/>
                  <a:pt x="2348588" y="38446"/>
                  <a:pt x="2344919" y="41657"/>
                </a:cubicBezTo>
                <a:cubicBezTo>
                  <a:pt x="2341250" y="44867"/>
                  <a:pt x="2339416" y="50958"/>
                  <a:pt x="2339416" y="59931"/>
                </a:cubicBezTo>
                <a:lnTo>
                  <a:pt x="2339416" y="98196"/>
                </a:lnTo>
                <a:lnTo>
                  <a:pt x="2327554" y="98196"/>
                </a:lnTo>
                <a:close/>
                <a:moveTo>
                  <a:pt x="2428497" y="87717"/>
                </a:moveTo>
                <a:lnTo>
                  <a:pt x="2430210" y="98196"/>
                </a:lnTo>
                <a:cubicBezTo>
                  <a:pt x="2426871" y="98811"/>
                  <a:pt x="2423884" y="99119"/>
                  <a:pt x="2421248" y="99119"/>
                </a:cubicBezTo>
                <a:cubicBezTo>
                  <a:pt x="2416942" y="99119"/>
                  <a:pt x="2413603" y="98438"/>
                  <a:pt x="2411230" y="97076"/>
                </a:cubicBezTo>
                <a:cubicBezTo>
                  <a:pt x="2408858" y="95713"/>
                  <a:pt x="2407188" y="93923"/>
                  <a:pt x="2406222" y="91704"/>
                </a:cubicBezTo>
                <a:cubicBezTo>
                  <a:pt x="2405255" y="89486"/>
                  <a:pt x="2404772" y="84817"/>
                  <a:pt x="2404772" y="77700"/>
                </a:cubicBezTo>
                <a:lnTo>
                  <a:pt x="2404772" y="37433"/>
                </a:lnTo>
                <a:lnTo>
                  <a:pt x="2396073" y="37433"/>
                </a:lnTo>
                <a:lnTo>
                  <a:pt x="2396073" y="28207"/>
                </a:lnTo>
                <a:lnTo>
                  <a:pt x="2404772" y="28207"/>
                </a:lnTo>
                <a:lnTo>
                  <a:pt x="2404772" y="10827"/>
                </a:lnTo>
                <a:lnTo>
                  <a:pt x="2416568" y="3691"/>
                </a:lnTo>
                <a:lnTo>
                  <a:pt x="2416568" y="28207"/>
                </a:lnTo>
                <a:lnTo>
                  <a:pt x="2428497" y="28207"/>
                </a:lnTo>
                <a:lnTo>
                  <a:pt x="2428497" y="37433"/>
                </a:lnTo>
                <a:lnTo>
                  <a:pt x="2416568" y="37433"/>
                </a:lnTo>
                <a:lnTo>
                  <a:pt x="2416568" y="78359"/>
                </a:lnTo>
                <a:cubicBezTo>
                  <a:pt x="2416568" y="81742"/>
                  <a:pt x="2416777" y="83917"/>
                  <a:pt x="2417195" y="84883"/>
                </a:cubicBezTo>
                <a:cubicBezTo>
                  <a:pt x="2417612" y="85850"/>
                  <a:pt x="2418293" y="86619"/>
                  <a:pt x="2419238" y="87190"/>
                </a:cubicBezTo>
                <a:cubicBezTo>
                  <a:pt x="2420182" y="87761"/>
                  <a:pt x="2421533" y="88047"/>
                  <a:pt x="2423291" y="88047"/>
                </a:cubicBezTo>
                <a:cubicBezTo>
                  <a:pt x="2424609" y="88047"/>
                  <a:pt x="2426344" y="87937"/>
                  <a:pt x="2428497" y="87717"/>
                </a:cubicBezTo>
                <a:close/>
                <a:moveTo>
                  <a:pt x="2473225" y="63201"/>
                </a:moveTo>
                <a:cubicBezTo>
                  <a:pt x="2473225" y="50240"/>
                  <a:pt x="2476828" y="40640"/>
                  <a:pt x="2484033" y="34402"/>
                </a:cubicBezTo>
                <a:cubicBezTo>
                  <a:pt x="2490052" y="29217"/>
                  <a:pt x="2497389" y="26625"/>
                  <a:pt x="2506045" y="26625"/>
                </a:cubicBezTo>
                <a:cubicBezTo>
                  <a:pt x="2515666" y="26625"/>
                  <a:pt x="2523531" y="29777"/>
                  <a:pt x="2529638" y="36082"/>
                </a:cubicBezTo>
                <a:cubicBezTo>
                  <a:pt x="2535745" y="42387"/>
                  <a:pt x="2538799" y="51097"/>
                  <a:pt x="2538799" y="62213"/>
                </a:cubicBezTo>
                <a:cubicBezTo>
                  <a:pt x="2538799" y="71219"/>
                  <a:pt x="2537448" y="78304"/>
                  <a:pt x="2534745" y="83466"/>
                </a:cubicBezTo>
                <a:cubicBezTo>
                  <a:pt x="2532043" y="88629"/>
                  <a:pt x="2528111" y="92638"/>
                  <a:pt x="2522949" y="95494"/>
                </a:cubicBezTo>
                <a:cubicBezTo>
                  <a:pt x="2517786" y="98350"/>
                  <a:pt x="2512152" y="99778"/>
                  <a:pt x="2506045" y="99778"/>
                </a:cubicBezTo>
                <a:cubicBezTo>
                  <a:pt x="2496247" y="99778"/>
                  <a:pt x="2488328" y="96636"/>
                  <a:pt x="2482286" y="90353"/>
                </a:cubicBezTo>
                <a:cubicBezTo>
                  <a:pt x="2476245" y="84071"/>
                  <a:pt x="2473225" y="75020"/>
                  <a:pt x="2473225" y="63201"/>
                </a:cubicBezTo>
                <a:moveTo>
                  <a:pt x="2485417" y="63168"/>
                </a:moveTo>
                <a:cubicBezTo>
                  <a:pt x="2485417" y="72098"/>
                  <a:pt x="2487372" y="78785"/>
                  <a:pt x="2491282" y="83228"/>
                </a:cubicBezTo>
                <a:cubicBezTo>
                  <a:pt x="2495193" y="87671"/>
                  <a:pt x="2500113" y="89892"/>
                  <a:pt x="2506045" y="89892"/>
                </a:cubicBezTo>
                <a:cubicBezTo>
                  <a:pt x="2511932" y="89892"/>
                  <a:pt x="2516831" y="87660"/>
                  <a:pt x="2520741" y="83195"/>
                </a:cubicBezTo>
                <a:cubicBezTo>
                  <a:pt x="2524651" y="78730"/>
                  <a:pt x="2526606" y="71923"/>
                  <a:pt x="2526606" y="62775"/>
                </a:cubicBezTo>
                <a:cubicBezTo>
                  <a:pt x="2526606" y="54151"/>
                  <a:pt x="2524640" y="47618"/>
                  <a:pt x="2520708" y="43175"/>
                </a:cubicBezTo>
                <a:cubicBezTo>
                  <a:pt x="2516776" y="38732"/>
                  <a:pt x="2511888" y="36510"/>
                  <a:pt x="2506045" y="36510"/>
                </a:cubicBezTo>
                <a:cubicBezTo>
                  <a:pt x="2500113" y="36510"/>
                  <a:pt x="2495193" y="38721"/>
                  <a:pt x="2491282" y="43142"/>
                </a:cubicBezTo>
                <a:cubicBezTo>
                  <a:pt x="2487372" y="47563"/>
                  <a:pt x="2485417" y="54238"/>
                  <a:pt x="2485417" y="63168"/>
                </a:cubicBezTo>
                <a:close/>
                <a:moveTo>
                  <a:pt x="2555518" y="98196"/>
                </a:moveTo>
                <a:lnTo>
                  <a:pt x="2555518" y="37433"/>
                </a:lnTo>
                <a:lnTo>
                  <a:pt x="2545039" y="37433"/>
                </a:lnTo>
                <a:lnTo>
                  <a:pt x="2545039" y="28207"/>
                </a:lnTo>
                <a:lnTo>
                  <a:pt x="2555518" y="28207"/>
                </a:lnTo>
                <a:lnTo>
                  <a:pt x="2555518" y="20776"/>
                </a:lnTo>
                <a:cubicBezTo>
                  <a:pt x="2555518" y="16086"/>
                  <a:pt x="2555935" y="12601"/>
                  <a:pt x="2556770" y="10322"/>
                </a:cubicBezTo>
                <a:cubicBezTo>
                  <a:pt x="2557912" y="7255"/>
                  <a:pt x="2559922" y="4768"/>
                  <a:pt x="2562800" y="2861"/>
                </a:cubicBezTo>
                <a:cubicBezTo>
                  <a:pt x="2565678" y="954"/>
                  <a:pt x="2569709" y="0"/>
                  <a:pt x="2574893" y="0"/>
                </a:cubicBezTo>
                <a:cubicBezTo>
                  <a:pt x="2578232" y="0"/>
                  <a:pt x="2581923" y="395"/>
                  <a:pt x="2585965" y="1186"/>
                </a:cubicBezTo>
                <a:lnTo>
                  <a:pt x="2584185" y="11533"/>
                </a:lnTo>
                <a:cubicBezTo>
                  <a:pt x="2581725" y="11094"/>
                  <a:pt x="2579396" y="10874"/>
                  <a:pt x="2577200" y="10874"/>
                </a:cubicBezTo>
                <a:cubicBezTo>
                  <a:pt x="2573597" y="10874"/>
                  <a:pt x="2571049" y="11640"/>
                  <a:pt x="2569555" y="13172"/>
                </a:cubicBezTo>
                <a:cubicBezTo>
                  <a:pt x="2568061" y="14705"/>
                  <a:pt x="2567314" y="17571"/>
                  <a:pt x="2567314" y="21773"/>
                </a:cubicBezTo>
                <a:lnTo>
                  <a:pt x="2567314" y="28207"/>
                </a:lnTo>
                <a:lnTo>
                  <a:pt x="2580956" y="28207"/>
                </a:lnTo>
                <a:lnTo>
                  <a:pt x="2580956" y="37433"/>
                </a:lnTo>
                <a:lnTo>
                  <a:pt x="2567314" y="37433"/>
                </a:lnTo>
                <a:lnTo>
                  <a:pt x="2567314" y="98196"/>
                </a:lnTo>
                <a:lnTo>
                  <a:pt x="2555518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theU.S.Constitutionprotectsindividuals">
            <a:extLst xmlns:a="http://schemas.openxmlformats.org/drawingml/2006/main">
              <a:ext uri="{FF2B5EF4-FFF2-40B4-BE49-F238E27FC236}">
                <a16:creationId xmlns:a16="http://schemas.microsoft.com/office/drawing/2014/main" id="{7C35974A-FC2E-4E94-8FD9-E83D600A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470" y="2345461"/>
            <a:ext cx="2415399" cy="125216"/>
          </a:xfrm>
          <a:custGeom xmlns:a="http://schemas.openxmlformats.org/drawingml/2006/main">
            <a:pathLst>
              <a:path w="2415399" h="125216">
                <a:moveTo>
                  <a:pt x="32424" y="87849"/>
                </a:moveTo>
                <a:lnTo>
                  <a:pt x="34138" y="98328"/>
                </a:lnTo>
                <a:cubicBezTo>
                  <a:pt x="30799" y="98943"/>
                  <a:pt x="27811" y="99250"/>
                  <a:pt x="25175" y="99250"/>
                </a:cubicBezTo>
                <a:cubicBezTo>
                  <a:pt x="20869" y="99250"/>
                  <a:pt x="17530" y="98569"/>
                  <a:pt x="15158" y="97207"/>
                </a:cubicBezTo>
                <a:cubicBezTo>
                  <a:pt x="12785" y="95845"/>
                  <a:pt x="11116" y="94055"/>
                  <a:pt x="10149" y="91836"/>
                </a:cubicBezTo>
                <a:cubicBezTo>
                  <a:pt x="9183" y="89617"/>
                  <a:pt x="8699" y="84949"/>
                  <a:pt x="8699" y="77832"/>
                </a:cubicBezTo>
                <a:lnTo>
                  <a:pt x="8699" y="37565"/>
                </a:lnTo>
                <a:lnTo>
                  <a:pt x="0" y="37565"/>
                </a:lnTo>
                <a:lnTo>
                  <a:pt x="0" y="28338"/>
                </a:lnTo>
                <a:lnTo>
                  <a:pt x="8699" y="28338"/>
                </a:lnTo>
                <a:lnTo>
                  <a:pt x="8699" y="10958"/>
                </a:lnTo>
                <a:lnTo>
                  <a:pt x="20496" y="3822"/>
                </a:lnTo>
                <a:lnTo>
                  <a:pt x="20496" y="28338"/>
                </a:lnTo>
                <a:lnTo>
                  <a:pt x="32424" y="28338"/>
                </a:lnTo>
                <a:lnTo>
                  <a:pt x="32424" y="37565"/>
                </a:lnTo>
                <a:lnTo>
                  <a:pt x="20496" y="37565"/>
                </a:lnTo>
                <a:lnTo>
                  <a:pt x="20496" y="78491"/>
                </a:lnTo>
                <a:cubicBezTo>
                  <a:pt x="20496" y="81874"/>
                  <a:pt x="20705" y="84049"/>
                  <a:pt x="21122" y="85015"/>
                </a:cubicBezTo>
                <a:cubicBezTo>
                  <a:pt x="21539" y="85982"/>
                  <a:pt x="22220" y="86751"/>
                  <a:pt x="23165" y="87322"/>
                </a:cubicBezTo>
                <a:cubicBezTo>
                  <a:pt x="24110" y="87893"/>
                  <a:pt x="25461" y="88179"/>
                  <a:pt x="27218" y="88179"/>
                </a:cubicBezTo>
                <a:cubicBezTo>
                  <a:pt x="28536" y="88179"/>
                  <a:pt x="30272" y="88069"/>
                  <a:pt x="32424" y="87849"/>
                </a:cubicBezTo>
                <a:close/>
                <a:moveTo>
                  <a:pt x="44046" y="98328"/>
                </a:moveTo>
                <a:lnTo>
                  <a:pt x="44046" y="1713"/>
                </a:lnTo>
                <a:lnTo>
                  <a:pt x="55909" y="1713"/>
                </a:lnTo>
                <a:lnTo>
                  <a:pt x="55909" y="36379"/>
                </a:lnTo>
                <a:cubicBezTo>
                  <a:pt x="61445" y="29964"/>
                  <a:pt x="68430" y="26757"/>
                  <a:pt x="76866" y="26757"/>
                </a:cubicBezTo>
                <a:cubicBezTo>
                  <a:pt x="82050" y="26757"/>
                  <a:pt x="86554" y="27778"/>
                  <a:pt x="90376" y="29821"/>
                </a:cubicBezTo>
                <a:cubicBezTo>
                  <a:pt x="94199" y="31864"/>
                  <a:pt x="96934" y="34687"/>
                  <a:pt x="98581" y="38290"/>
                </a:cubicBezTo>
                <a:cubicBezTo>
                  <a:pt x="100229" y="41893"/>
                  <a:pt x="101053" y="47121"/>
                  <a:pt x="101053" y="53975"/>
                </a:cubicBezTo>
                <a:lnTo>
                  <a:pt x="101053" y="98328"/>
                </a:lnTo>
                <a:lnTo>
                  <a:pt x="89190" y="98328"/>
                </a:lnTo>
                <a:lnTo>
                  <a:pt x="89190" y="53975"/>
                </a:lnTo>
                <a:cubicBezTo>
                  <a:pt x="89190" y="48043"/>
                  <a:pt x="87905" y="43727"/>
                  <a:pt x="85335" y="41025"/>
                </a:cubicBezTo>
                <a:cubicBezTo>
                  <a:pt x="82764" y="38323"/>
                  <a:pt x="79129" y="36972"/>
                  <a:pt x="74428" y="36972"/>
                </a:cubicBezTo>
                <a:cubicBezTo>
                  <a:pt x="70913" y="36972"/>
                  <a:pt x="67607" y="37883"/>
                  <a:pt x="64509" y="39707"/>
                </a:cubicBezTo>
                <a:cubicBezTo>
                  <a:pt x="61412" y="41530"/>
                  <a:pt x="59204" y="44001"/>
                  <a:pt x="57886" y="47121"/>
                </a:cubicBezTo>
                <a:cubicBezTo>
                  <a:pt x="56568" y="50240"/>
                  <a:pt x="55909" y="54546"/>
                  <a:pt x="55909" y="60038"/>
                </a:cubicBezTo>
                <a:lnTo>
                  <a:pt x="55909" y="98328"/>
                </a:lnTo>
                <a:lnTo>
                  <a:pt x="44046" y="98328"/>
                </a:lnTo>
                <a:close/>
                <a:moveTo>
                  <a:pt x="167001" y="75789"/>
                </a:moveTo>
                <a:lnTo>
                  <a:pt x="179259" y="77305"/>
                </a:lnTo>
                <a:cubicBezTo>
                  <a:pt x="177326" y="84466"/>
                  <a:pt x="173745" y="90024"/>
                  <a:pt x="168517" y="93978"/>
                </a:cubicBezTo>
                <a:cubicBezTo>
                  <a:pt x="163289" y="97932"/>
                  <a:pt x="156611" y="99909"/>
                  <a:pt x="148482" y="99909"/>
                </a:cubicBezTo>
                <a:cubicBezTo>
                  <a:pt x="138246" y="99909"/>
                  <a:pt x="130128" y="96757"/>
                  <a:pt x="124131" y="90452"/>
                </a:cubicBezTo>
                <a:cubicBezTo>
                  <a:pt x="118134" y="84147"/>
                  <a:pt x="115135" y="75305"/>
                  <a:pt x="115135" y="63926"/>
                </a:cubicBezTo>
                <a:cubicBezTo>
                  <a:pt x="115135" y="52151"/>
                  <a:pt x="118167" y="43013"/>
                  <a:pt x="124230" y="36510"/>
                </a:cubicBezTo>
                <a:cubicBezTo>
                  <a:pt x="130293" y="30008"/>
                  <a:pt x="138158" y="26757"/>
                  <a:pt x="147823" y="26757"/>
                </a:cubicBezTo>
                <a:cubicBezTo>
                  <a:pt x="157182" y="26757"/>
                  <a:pt x="164826" y="29937"/>
                  <a:pt x="170758" y="36298"/>
                </a:cubicBezTo>
                <a:cubicBezTo>
                  <a:pt x="176689" y="42658"/>
                  <a:pt x="179655" y="51606"/>
                  <a:pt x="179655" y="63141"/>
                </a:cubicBezTo>
                <a:cubicBezTo>
                  <a:pt x="179655" y="63843"/>
                  <a:pt x="179633" y="64895"/>
                  <a:pt x="179589" y="66299"/>
                </a:cubicBezTo>
                <a:lnTo>
                  <a:pt x="127393" y="66299"/>
                </a:lnTo>
                <a:cubicBezTo>
                  <a:pt x="127833" y="73965"/>
                  <a:pt x="130008" y="79836"/>
                  <a:pt x="133918" y="83911"/>
                </a:cubicBezTo>
                <a:cubicBezTo>
                  <a:pt x="137828" y="87986"/>
                  <a:pt x="142705" y="90024"/>
                  <a:pt x="148548" y="90024"/>
                </a:cubicBezTo>
                <a:cubicBezTo>
                  <a:pt x="152898" y="90024"/>
                  <a:pt x="156611" y="88893"/>
                  <a:pt x="159686" y="86630"/>
                </a:cubicBezTo>
                <a:cubicBezTo>
                  <a:pt x="162762" y="84366"/>
                  <a:pt x="165200" y="80752"/>
                  <a:pt x="167001" y="75789"/>
                </a:cubicBezTo>
                <a:moveTo>
                  <a:pt x="128052" y="56413"/>
                </a:moveTo>
                <a:lnTo>
                  <a:pt x="167133" y="56413"/>
                </a:lnTo>
                <a:cubicBezTo>
                  <a:pt x="166606" y="50622"/>
                  <a:pt x="165112" y="46278"/>
                  <a:pt x="162652" y="43383"/>
                </a:cubicBezTo>
                <a:cubicBezTo>
                  <a:pt x="158873" y="38889"/>
                  <a:pt x="153974" y="36642"/>
                  <a:pt x="147955" y="36642"/>
                </a:cubicBezTo>
                <a:cubicBezTo>
                  <a:pt x="142507" y="36642"/>
                  <a:pt x="137927" y="38436"/>
                  <a:pt x="134214" y="42024"/>
                </a:cubicBezTo>
                <a:cubicBezTo>
                  <a:pt x="130502" y="45610"/>
                  <a:pt x="128448" y="50406"/>
                  <a:pt x="128052" y="56413"/>
                </a:cubicBezTo>
                <a:close/>
                <a:moveTo>
                  <a:pt x="296569" y="1713"/>
                </a:moveTo>
                <a:lnTo>
                  <a:pt x="309354" y="1713"/>
                </a:lnTo>
                <a:lnTo>
                  <a:pt x="309354" y="57496"/>
                </a:lnTo>
                <a:cubicBezTo>
                  <a:pt x="309354" y="67199"/>
                  <a:pt x="308256" y="74905"/>
                  <a:pt x="306059" y="80612"/>
                </a:cubicBezTo>
                <a:cubicBezTo>
                  <a:pt x="303862" y="86320"/>
                  <a:pt x="299897" y="90963"/>
                  <a:pt x="294164" y="94542"/>
                </a:cubicBezTo>
                <a:cubicBezTo>
                  <a:pt x="288430" y="98120"/>
                  <a:pt x="280906" y="99909"/>
                  <a:pt x="271592" y="99909"/>
                </a:cubicBezTo>
                <a:cubicBezTo>
                  <a:pt x="262541" y="99909"/>
                  <a:pt x="255138" y="98351"/>
                  <a:pt x="249382" y="95234"/>
                </a:cubicBezTo>
                <a:cubicBezTo>
                  <a:pt x="243627" y="92116"/>
                  <a:pt x="239519" y="87605"/>
                  <a:pt x="237058" y="81699"/>
                </a:cubicBezTo>
                <a:cubicBezTo>
                  <a:pt x="234598" y="75794"/>
                  <a:pt x="233368" y="67727"/>
                  <a:pt x="233368" y="57496"/>
                </a:cubicBezTo>
                <a:lnTo>
                  <a:pt x="233368" y="1713"/>
                </a:lnTo>
                <a:lnTo>
                  <a:pt x="246153" y="1713"/>
                </a:lnTo>
                <a:lnTo>
                  <a:pt x="246153" y="57424"/>
                </a:lnTo>
                <a:cubicBezTo>
                  <a:pt x="246153" y="65811"/>
                  <a:pt x="246933" y="71990"/>
                  <a:pt x="248493" y="75964"/>
                </a:cubicBezTo>
                <a:cubicBezTo>
                  <a:pt x="250052" y="79936"/>
                  <a:pt x="252732" y="82998"/>
                  <a:pt x="256533" y="85149"/>
                </a:cubicBezTo>
                <a:cubicBezTo>
                  <a:pt x="260333" y="87301"/>
                  <a:pt x="264979" y="88376"/>
                  <a:pt x="270471" y="88376"/>
                </a:cubicBezTo>
                <a:cubicBezTo>
                  <a:pt x="279873" y="88376"/>
                  <a:pt x="286574" y="86247"/>
                  <a:pt x="290572" y="81990"/>
                </a:cubicBezTo>
                <a:cubicBezTo>
                  <a:pt x="294570" y="77731"/>
                  <a:pt x="296569" y="69542"/>
                  <a:pt x="296569" y="57424"/>
                </a:cubicBezTo>
                <a:lnTo>
                  <a:pt x="296569" y="1713"/>
                </a:lnTo>
                <a:close/>
                <a:moveTo>
                  <a:pt x="332463" y="98328"/>
                </a:moveTo>
                <a:lnTo>
                  <a:pt x="332463" y="84752"/>
                </a:lnTo>
                <a:lnTo>
                  <a:pt x="345973" y="84752"/>
                </a:lnTo>
                <a:lnTo>
                  <a:pt x="345973" y="98328"/>
                </a:lnTo>
                <a:lnTo>
                  <a:pt x="332463" y="98328"/>
                </a:lnTo>
                <a:close/>
                <a:moveTo>
                  <a:pt x="363790" y="67221"/>
                </a:moveTo>
                <a:lnTo>
                  <a:pt x="375851" y="66167"/>
                </a:lnTo>
                <a:cubicBezTo>
                  <a:pt x="376422" y="71000"/>
                  <a:pt x="377751" y="74965"/>
                  <a:pt x="379838" y="78062"/>
                </a:cubicBezTo>
                <a:cubicBezTo>
                  <a:pt x="381925" y="81160"/>
                  <a:pt x="385165" y="83664"/>
                  <a:pt x="389559" y="85575"/>
                </a:cubicBezTo>
                <a:cubicBezTo>
                  <a:pt x="393952" y="87487"/>
                  <a:pt x="398895" y="88442"/>
                  <a:pt x="404387" y="88442"/>
                </a:cubicBezTo>
                <a:cubicBezTo>
                  <a:pt x="409264" y="88442"/>
                  <a:pt x="413569" y="87717"/>
                  <a:pt x="417304" y="86267"/>
                </a:cubicBezTo>
                <a:cubicBezTo>
                  <a:pt x="421038" y="84817"/>
                  <a:pt x="423817" y="82829"/>
                  <a:pt x="425641" y="80303"/>
                </a:cubicBezTo>
                <a:cubicBezTo>
                  <a:pt x="427464" y="77777"/>
                  <a:pt x="428376" y="75020"/>
                  <a:pt x="428376" y="72032"/>
                </a:cubicBezTo>
                <a:cubicBezTo>
                  <a:pt x="428376" y="69001"/>
                  <a:pt x="427497" y="66354"/>
                  <a:pt x="425740" y="64091"/>
                </a:cubicBezTo>
                <a:cubicBezTo>
                  <a:pt x="423982" y="61828"/>
                  <a:pt x="421082" y="59928"/>
                  <a:pt x="417040" y="58390"/>
                </a:cubicBezTo>
                <a:cubicBezTo>
                  <a:pt x="414448" y="57380"/>
                  <a:pt x="408715" y="55809"/>
                  <a:pt x="399840" y="53678"/>
                </a:cubicBezTo>
                <a:cubicBezTo>
                  <a:pt x="390965" y="51547"/>
                  <a:pt x="384748" y="49537"/>
                  <a:pt x="381189" y="47648"/>
                </a:cubicBezTo>
                <a:cubicBezTo>
                  <a:pt x="376576" y="45232"/>
                  <a:pt x="373138" y="42233"/>
                  <a:pt x="370875" y="38652"/>
                </a:cubicBezTo>
                <a:cubicBezTo>
                  <a:pt x="368612" y="35072"/>
                  <a:pt x="367481" y="31062"/>
                  <a:pt x="367481" y="26625"/>
                </a:cubicBezTo>
                <a:cubicBezTo>
                  <a:pt x="367481" y="21748"/>
                  <a:pt x="368865" y="17190"/>
                  <a:pt x="371633" y="12950"/>
                </a:cubicBezTo>
                <a:cubicBezTo>
                  <a:pt x="374401" y="8710"/>
                  <a:pt x="378443" y="5492"/>
                  <a:pt x="383759" y="3295"/>
                </a:cubicBezTo>
                <a:cubicBezTo>
                  <a:pt x="389075" y="1098"/>
                  <a:pt x="394985" y="0"/>
                  <a:pt x="401487" y="0"/>
                </a:cubicBezTo>
                <a:cubicBezTo>
                  <a:pt x="408649" y="0"/>
                  <a:pt x="414964" y="1153"/>
                  <a:pt x="420434" y="3460"/>
                </a:cubicBezTo>
                <a:cubicBezTo>
                  <a:pt x="425904" y="5767"/>
                  <a:pt x="430111" y="9161"/>
                  <a:pt x="433055" y="13642"/>
                </a:cubicBezTo>
                <a:cubicBezTo>
                  <a:pt x="435998" y="18123"/>
                  <a:pt x="437580" y="23198"/>
                  <a:pt x="437800" y="28866"/>
                </a:cubicBezTo>
                <a:lnTo>
                  <a:pt x="425542" y="29788"/>
                </a:lnTo>
                <a:cubicBezTo>
                  <a:pt x="424883" y="23659"/>
                  <a:pt x="422653" y="19030"/>
                  <a:pt x="418853" y="15899"/>
                </a:cubicBezTo>
                <a:cubicBezTo>
                  <a:pt x="415052" y="12769"/>
                  <a:pt x="409439" y="11204"/>
                  <a:pt x="402014" y="11204"/>
                </a:cubicBezTo>
                <a:cubicBezTo>
                  <a:pt x="394282" y="11204"/>
                  <a:pt x="388647" y="12622"/>
                  <a:pt x="385110" y="15458"/>
                </a:cubicBezTo>
                <a:cubicBezTo>
                  <a:pt x="381573" y="18294"/>
                  <a:pt x="379805" y="21712"/>
                  <a:pt x="379805" y="25713"/>
                </a:cubicBezTo>
                <a:cubicBezTo>
                  <a:pt x="379805" y="29186"/>
                  <a:pt x="381057" y="32044"/>
                  <a:pt x="383561" y="34286"/>
                </a:cubicBezTo>
                <a:cubicBezTo>
                  <a:pt x="386022" y="36530"/>
                  <a:pt x="392447" y="38827"/>
                  <a:pt x="402838" y="41179"/>
                </a:cubicBezTo>
                <a:cubicBezTo>
                  <a:pt x="413229" y="43531"/>
                  <a:pt x="420357" y="45587"/>
                  <a:pt x="424224" y="47345"/>
                </a:cubicBezTo>
                <a:cubicBezTo>
                  <a:pt x="429847" y="49939"/>
                  <a:pt x="433999" y="53226"/>
                  <a:pt x="436679" y="57206"/>
                </a:cubicBezTo>
                <a:cubicBezTo>
                  <a:pt x="439360" y="61185"/>
                  <a:pt x="440700" y="65769"/>
                  <a:pt x="440700" y="70957"/>
                </a:cubicBezTo>
                <a:cubicBezTo>
                  <a:pt x="440700" y="76100"/>
                  <a:pt x="439228" y="80948"/>
                  <a:pt x="436284" y="85499"/>
                </a:cubicBezTo>
                <a:cubicBezTo>
                  <a:pt x="433340" y="90049"/>
                  <a:pt x="429112" y="93589"/>
                  <a:pt x="423598" y="96118"/>
                </a:cubicBezTo>
                <a:cubicBezTo>
                  <a:pt x="418084" y="98646"/>
                  <a:pt x="411878" y="99909"/>
                  <a:pt x="404980" y="99909"/>
                </a:cubicBezTo>
                <a:cubicBezTo>
                  <a:pt x="396237" y="99909"/>
                  <a:pt x="388911" y="98635"/>
                  <a:pt x="383001" y="96087"/>
                </a:cubicBezTo>
                <a:cubicBezTo>
                  <a:pt x="377092" y="93539"/>
                  <a:pt x="372457" y="89705"/>
                  <a:pt x="369096" y="84587"/>
                </a:cubicBezTo>
                <a:cubicBezTo>
                  <a:pt x="365735" y="79468"/>
                  <a:pt x="363966" y="73680"/>
                  <a:pt x="363790" y="67221"/>
                </a:cubicBezTo>
                <a:close/>
                <a:moveTo>
                  <a:pt x="460011" y="98328"/>
                </a:moveTo>
                <a:lnTo>
                  <a:pt x="460011" y="84752"/>
                </a:lnTo>
                <a:lnTo>
                  <a:pt x="473521" y="84752"/>
                </a:lnTo>
                <a:lnTo>
                  <a:pt x="473521" y="98328"/>
                </a:lnTo>
                <a:lnTo>
                  <a:pt x="460011" y="98328"/>
                </a:lnTo>
                <a:close/>
                <a:moveTo>
                  <a:pt x="602142" y="64322"/>
                </a:moveTo>
                <a:lnTo>
                  <a:pt x="614928" y="67551"/>
                </a:lnTo>
                <a:cubicBezTo>
                  <a:pt x="612248" y="78073"/>
                  <a:pt x="607426" y="86097"/>
                  <a:pt x="600462" y="91622"/>
                </a:cubicBezTo>
                <a:cubicBezTo>
                  <a:pt x="593498" y="97147"/>
                  <a:pt x="584986" y="99909"/>
                  <a:pt x="574924" y="99909"/>
                </a:cubicBezTo>
                <a:cubicBezTo>
                  <a:pt x="564512" y="99909"/>
                  <a:pt x="556043" y="97789"/>
                  <a:pt x="549519" y="93550"/>
                </a:cubicBezTo>
                <a:cubicBezTo>
                  <a:pt x="542994" y="89310"/>
                  <a:pt x="538029" y="83170"/>
                  <a:pt x="534624" y="75130"/>
                </a:cubicBezTo>
                <a:cubicBezTo>
                  <a:pt x="531219" y="67090"/>
                  <a:pt x="529517" y="58456"/>
                  <a:pt x="529517" y="49230"/>
                </a:cubicBezTo>
                <a:cubicBezTo>
                  <a:pt x="529517" y="39168"/>
                  <a:pt x="531439" y="30392"/>
                  <a:pt x="535284" y="22901"/>
                </a:cubicBezTo>
                <a:cubicBezTo>
                  <a:pt x="539128" y="15410"/>
                  <a:pt x="544598" y="9721"/>
                  <a:pt x="551693" y="5832"/>
                </a:cubicBezTo>
                <a:cubicBezTo>
                  <a:pt x="558789" y="1944"/>
                  <a:pt x="566599" y="0"/>
                  <a:pt x="575122" y="0"/>
                </a:cubicBezTo>
                <a:cubicBezTo>
                  <a:pt x="584788" y="0"/>
                  <a:pt x="592916" y="2460"/>
                  <a:pt x="599506" y="7381"/>
                </a:cubicBezTo>
                <a:cubicBezTo>
                  <a:pt x="606097" y="12302"/>
                  <a:pt x="610688" y="19222"/>
                  <a:pt x="613280" y="28141"/>
                </a:cubicBezTo>
                <a:lnTo>
                  <a:pt x="600692" y="31106"/>
                </a:lnTo>
                <a:cubicBezTo>
                  <a:pt x="598452" y="24053"/>
                  <a:pt x="595201" y="18918"/>
                  <a:pt x="590939" y="15701"/>
                </a:cubicBezTo>
                <a:cubicBezTo>
                  <a:pt x="586677" y="12483"/>
                  <a:pt x="581317" y="10874"/>
                  <a:pt x="574858" y="10874"/>
                </a:cubicBezTo>
                <a:cubicBezTo>
                  <a:pt x="567433" y="10874"/>
                  <a:pt x="561227" y="12657"/>
                  <a:pt x="556241" y="16222"/>
                </a:cubicBezTo>
                <a:cubicBezTo>
                  <a:pt x="551254" y="19787"/>
                  <a:pt x="547750" y="24573"/>
                  <a:pt x="545729" y="30581"/>
                </a:cubicBezTo>
                <a:cubicBezTo>
                  <a:pt x="543708" y="36588"/>
                  <a:pt x="542698" y="42782"/>
                  <a:pt x="542698" y="49162"/>
                </a:cubicBezTo>
                <a:cubicBezTo>
                  <a:pt x="542698" y="57391"/>
                  <a:pt x="543895" y="64576"/>
                  <a:pt x="546289" y="70716"/>
                </a:cubicBezTo>
                <a:cubicBezTo>
                  <a:pt x="548684" y="76856"/>
                  <a:pt x="552407" y="81445"/>
                  <a:pt x="557460" y="84482"/>
                </a:cubicBezTo>
                <a:cubicBezTo>
                  <a:pt x="562513" y="87517"/>
                  <a:pt x="567983" y="89035"/>
                  <a:pt x="573870" y="89035"/>
                </a:cubicBezTo>
                <a:cubicBezTo>
                  <a:pt x="581031" y="89035"/>
                  <a:pt x="587094" y="86959"/>
                  <a:pt x="592059" y="82807"/>
                </a:cubicBezTo>
                <a:cubicBezTo>
                  <a:pt x="597024" y="78656"/>
                  <a:pt x="600385" y="72494"/>
                  <a:pt x="602142" y="64322"/>
                </a:cubicBezTo>
                <a:close/>
                <a:moveTo>
                  <a:pt x="624725" y="63333"/>
                </a:moveTo>
                <a:cubicBezTo>
                  <a:pt x="624725" y="50372"/>
                  <a:pt x="628328" y="40772"/>
                  <a:pt x="635533" y="34533"/>
                </a:cubicBezTo>
                <a:cubicBezTo>
                  <a:pt x="641552" y="29349"/>
                  <a:pt x="648890" y="26757"/>
                  <a:pt x="657545" y="26757"/>
                </a:cubicBezTo>
                <a:cubicBezTo>
                  <a:pt x="667167" y="26757"/>
                  <a:pt x="675031" y="29909"/>
                  <a:pt x="681138" y="36214"/>
                </a:cubicBezTo>
                <a:cubicBezTo>
                  <a:pt x="687245" y="42519"/>
                  <a:pt x="690299" y="51229"/>
                  <a:pt x="690299" y="62344"/>
                </a:cubicBezTo>
                <a:cubicBezTo>
                  <a:pt x="690299" y="71351"/>
                  <a:pt x="688948" y="78436"/>
                  <a:pt x="686246" y="83598"/>
                </a:cubicBezTo>
                <a:cubicBezTo>
                  <a:pt x="683544" y="88761"/>
                  <a:pt x="679611" y="92770"/>
                  <a:pt x="674449" y="95626"/>
                </a:cubicBezTo>
                <a:cubicBezTo>
                  <a:pt x="669287" y="98481"/>
                  <a:pt x="663652" y="99909"/>
                  <a:pt x="657545" y="99909"/>
                </a:cubicBezTo>
                <a:cubicBezTo>
                  <a:pt x="647747" y="99909"/>
                  <a:pt x="639828" y="96768"/>
                  <a:pt x="633787" y="90485"/>
                </a:cubicBezTo>
                <a:cubicBezTo>
                  <a:pt x="627746" y="84202"/>
                  <a:pt x="624725" y="75152"/>
                  <a:pt x="624725" y="63333"/>
                </a:cubicBezTo>
                <a:moveTo>
                  <a:pt x="636917" y="63300"/>
                </a:moveTo>
                <a:cubicBezTo>
                  <a:pt x="636917" y="72230"/>
                  <a:pt x="638872" y="78916"/>
                  <a:pt x="642782" y="83359"/>
                </a:cubicBezTo>
                <a:cubicBezTo>
                  <a:pt x="646693" y="87802"/>
                  <a:pt x="651614" y="90024"/>
                  <a:pt x="657545" y="90024"/>
                </a:cubicBezTo>
                <a:cubicBezTo>
                  <a:pt x="663432" y="90024"/>
                  <a:pt x="668331" y="87791"/>
                  <a:pt x="672241" y="83326"/>
                </a:cubicBezTo>
                <a:cubicBezTo>
                  <a:pt x="676152" y="78861"/>
                  <a:pt x="678107" y="72055"/>
                  <a:pt x="678107" y="62907"/>
                </a:cubicBezTo>
                <a:cubicBezTo>
                  <a:pt x="678107" y="54283"/>
                  <a:pt x="676141" y="47750"/>
                  <a:pt x="672208" y="43307"/>
                </a:cubicBezTo>
                <a:cubicBezTo>
                  <a:pt x="668276" y="38864"/>
                  <a:pt x="663388" y="36642"/>
                  <a:pt x="657545" y="36642"/>
                </a:cubicBezTo>
                <a:cubicBezTo>
                  <a:pt x="651614" y="36642"/>
                  <a:pt x="646693" y="38853"/>
                  <a:pt x="642782" y="43274"/>
                </a:cubicBezTo>
                <a:cubicBezTo>
                  <a:pt x="638872" y="47695"/>
                  <a:pt x="636917" y="54370"/>
                  <a:pt x="636917" y="63300"/>
                </a:cubicBezTo>
                <a:close/>
                <a:moveTo>
                  <a:pt x="704184" y="98328"/>
                </a:moveTo>
                <a:lnTo>
                  <a:pt x="704184" y="28338"/>
                </a:lnTo>
                <a:lnTo>
                  <a:pt x="714860" y="28338"/>
                </a:lnTo>
                <a:lnTo>
                  <a:pt x="714860" y="38224"/>
                </a:lnTo>
                <a:cubicBezTo>
                  <a:pt x="720001" y="30579"/>
                  <a:pt x="727426" y="26757"/>
                  <a:pt x="737136" y="26757"/>
                </a:cubicBezTo>
                <a:cubicBezTo>
                  <a:pt x="741353" y="26757"/>
                  <a:pt x="745231" y="27515"/>
                  <a:pt x="748767" y="29030"/>
                </a:cubicBezTo>
                <a:cubicBezTo>
                  <a:pt x="752304" y="30546"/>
                  <a:pt x="754951" y="32534"/>
                  <a:pt x="756709" y="34995"/>
                </a:cubicBezTo>
                <a:cubicBezTo>
                  <a:pt x="758466" y="37455"/>
                  <a:pt x="759696" y="40377"/>
                  <a:pt x="760399" y="43760"/>
                </a:cubicBezTo>
                <a:cubicBezTo>
                  <a:pt x="760839" y="45957"/>
                  <a:pt x="761058" y="49801"/>
                  <a:pt x="761058" y="55293"/>
                </a:cubicBezTo>
                <a:lnTo>
                  <a:pt x="761058" y="98328"/>
                </a:lnTo>
                <a:lnTo>
                  <a:pt x="749196" y="98328"/>
                </a:lnTo>
                <a:lnTo>
                  <a:pt x="749196" y="55709"/>
                </a:lnTo>
                <a:cubicBezTo>
                  <a:pt x="749196" y="50870"/>
                  <a:pt x="748735" y="47253"/>
                  <a:pt x="747812" y="44855"/>
                </a:cubicBezTo>
                <a:cubicBezTo>
                  <a:pt x="746889" y="42458"/>
                  <a:pt x="745253" y="40545"/>
                  <a:pt x="742902" y="39116"/>
                </a:cubicBezTo>
                <a:cubicBezTo>
                  <a:pt x="740552" y="37686"/>
                  <a:pt x="737795" y="36972"/>
                  <a:pt x="734631" y="36972"/>
                </a:cubicBezTo>
                <a:cubicBezTo>
                  <a:pt x="729579" y="36972"/>
                  <a:pt x="725218" y="38577"/>
                  <a:pt x="721549" y="41789"/>
                </a:cubicBezTo>
                <a:cubicBezTo>
                  <a:pt x="717881" y="44999"/>
                  <a:pt x="716046" y="51090"/>
                  <a:pt x="716046" y="60063"/>
                </a:cubicBezTo>
                <a:lnTo>
                  <a:pt x="716046" y="98328"/>
                </a:lnTo>
                <a:lnTo>
                  <a:pt x="704184" y="98328"/>
                </a:lnTo>
                <a:close/>
                <a:moveTo>
                  <a:pt x="774481" y="77370"/>
                </a:moveTo>
                <a:lnTo>
                  <a:pt x="786212" y="75525"/>
                </a:lnTo>
                <a:cubicBezTo>
                  <a:pt x="786871" y="80206"/>
                  <a:pt x="788706" y="83793"/>
                  <a:pt x="791715" y="86286"/>
                </a:cubicBezTo>
                <a:cubicBezTo>
                  <a:pt x="794725" y="88778"/>
                  <a:pt x="798931" y="90024"/>
                  <a:pt x="804336" y="90024"/>
                </a:cubicBezTo>
                <a:cubicBezTo>
                  <a:pt x="809784" y="90024"/>
                  <a:pt x="813826" y="88923"/>
                  <a:pt x="816462" y="86723"/>
                </a:cubicBezTo>
                <a:cubicBezTo>
                  <a:pt x="819098" y="84520"/>
                  <a:pt x="820416" y="81938"/>
                  <a:pt x="820416" y="78975"/>
                </a:cubicBezTo>
                <a:cubicBezTo>
                  <a:pt x="820416" y="76315"/>
                  <a:pt x="819252" y="74223"/>
                  <a:pt x="816923" y="72697"/>
                </a:cubicBezTo>
                <a:cubicBezTo>
                  <a:pt x="815297" y="71651"/>
                  <a:pt x="811255" y="70322"/>
                  <a:pt x="804797" y="68708"/>
                </a:cubicBezTo>
                <a:cubicBezTo>
                  <a:pt x="796098" y="66510"/>
                  <a:pt x="790068" y="64609"/>
                  <a:pt x="786706" y="63004"/>
                </a:cubicBezTo>
                <a:cubicBezTo>
                  <a:pt x="783345" y="61398"/>
                  <a:pt x="780797" y="59178"/>
                  <a:pt x="779062" y="56341"/>
                </a:cubicBezTo>
                <a:cubicBezTo>
                  <a:pt x="777326" y="53505"/>
                  <a:pt x="776458" y="50371"/>
                  <a:pt x="776458" y="46942"/>
                </a:cubicBezTo>
                <a:cubicBezTo>
                  <a:pt x="776458" y="43819"/>
                  <a:pt x="777172" y="40928"/>
                  <a:pt x="778600" y="38267"/>
                </a:cubicBezTo>
                <a:cubicBezTo>
                  <a:pt x="780028" y="35606"/>
                  <a:pt x="781972" y="33396"/>
                  <a:pt x="784433" y="31638"/>
                </a:cubicBezTo>
                <a:cubicBezTo>
                  <a:pt x="786278" y="30274"/>
                  <a:pt x="788793" y="29120"/>
                  <a:pt x="791979" y="28176"/>
                </a:cubicBezTo>
                <a:cubicBezTo>
                  <a:pt x="795164" y="27230"/>
                  <a:pt x="798580" y="26757"/>
                  <a:pt x="802227" y="26757"/>
                </a:cubicBezTo>
                <a:cubicBezTo>
                  <a:pt x="807719" y="26757"/>
                  <a:pt x="812541" y="27553"/>
                  <a:pt x="816692" y="29146"/>
                </a:cubicBezTo>
                <a:cubicBezTo>
                  <a:pt x="820844" y="30737"/>
                  <a:pt x="823909" y="32893"/>
                  <a:pt x="825886" y="35615"/>
                </a:cubicBezTo>
                <a:cubicBezTo>
                  <a:pt x="827863" y="38334"/>
                  <a:pt x="829225" y="41972"/>
                  <a:pt x="829972" y="46528"/>
                </a:cubicBezTo>
                <a:lnTo>
                  <a:pt x="818373" y="48109"/>
                </a:lnTo>
                <a:cubicBezTo>
                  <a:pt x="817846" y="44507"/>
                  <a:pt x="816319" y="41695"/>
                  <a:pt x="813793" y="39674"/>
                </a:cubicBezTo>
                <a:cubicBezTo>
                  <a:pt x="811266" y="37653"/>
                  <a:pt x="807697" y="36642"/>
                  <a:pt x="803083" y="36642"/>
                </a:cubicBezTo>
                <a:cubicBezTo>
                  <a:pt x="797635" y="36642"/>
                  <a:pt x="793747" y="37539"/>
                  <a:pt x="791419" y="39332"/>
                </a:cubicBezTo>
                <a:cubicBezTo>
                  <a:pt x="789090" y="41124"/>
                  <a:pt x="787926" y="43222"/>
                  <a:pt x="787926" y="45628"/>
                </a:cubicBezTo>
                <a:cubicBezTo>
                  <a:pt x="787926" y="47157"/>
                  <a:pt x="788409" y="48534"/>
                  <a:pt x="789376" y="49759"/>
                </a:cubicBezTo>
                <a:cubicBezTo>
                  <a:pt x="790342" y="51026"/>
                  <a:pt x="791858" y="52075"/>
                  <a:pt x="793923" y="52906"/>
                </a:cubicBezTo>
                <a:cubicBezTo>
                  <a:pt x="795109" y="53344"/>
                  <a:pt x="798602" y="54350"/>
                  <a:pt x="804401" y="55923"/>
                </a:cubicBezTo>
                <a:cubicBezTo>
                  <a:pt x="812793" y="58162"/>
                  <a:pt x="818648" y="59995"/>
                  <a:pt x="821965" y="61422"/>
                </a:cubicBezTo>
                <a:cubicBezTo>
                  <a:pt x="825282" y="62848"/>
                  <a:pt x="827885" y="64923"/>
                  <a:pt x="829774" y="67646"/>
                </a:cubicBezTo>
                <a:cubicBezTo>
                  <a:pt x="831663" y="70367"/>
                  <a:pt x="832608" y="73746"/>
                  <a:pt x="832608" y="77784"/>
                </a:cubicBezTo>
                <a:cubicBezTo>
                  <a:pt x="832608" y="81736"/>
                  <a:pt x="831455" y="85457"/>
                  <a:pt x="829148" y="88947"/>
                </a:cubicBezTo>
                <a:cubicBezTo>
                  <a:pt x="826842" y="92435"/>
                  <a:pt x="823513" y="95135"/>
                  <a:pt x="819164" y="97045"/>
                </a:cubicBezTo>
                <a:cubicBezTo>
                  <a:pt x="814814" y="98954"/>
                  <a:pt x="809893" y="99909"/>
                  <a:pt x="804401" y="99909"/>
                </a:cubicBezTo>
                <a:cubicBezTo>
                  <a:pt x="795307" y="99909"/>
                  <a:pt x="788376" y="98015"/>
                  <a:pt x="783609" y="94225"/>
                </a:cubicBezTo>
                <a:cubicBezTo>
                  <a:pt x="778842" y="90436"/>
                  <a:pt x="775799" y="84817"/>
                  <a:pt x="774481" y="77370"/>
                </a:cubicBezTo>
                <a:close/>
                <a:moveTo>
                  <a:pt x="872612" y="87849"/>
                </a:moveTo>
                <a:lnTo>
                  <a:pt x="874325" y="98328"/>
                </a:lnTo>
                <a:cubicBezTo>
                  <a:pt x="870986" y="98943"/>
                  <a:pt x="867999" y="99250"/>
                  <a:pt x="865363" y="99250"/>
                </a:cubicBezTo>
                <a:cubicBezTo>
                  <a:pt x="861057" y="99250"/>
                  <a:pt x="857718" y="98569"/>
                  <a:pt x="855345" y="97207"/>
                </a:cubicBezTo>
                <a:cubicBezTo>
                  <a:pt x="852973" y="95845"/>
                  <a:pt x="851303" y="94055"/>
                  <a:pt x="850337" y="91836"/>
                </a:cubicBezTo>
                <a:cubicBezTo>
                  <a:pt x="849370" y="89617"/>
                  <a:pt x="848887" y="84949"/>
                  <a:pt x="848887" y="77832"/>
                </a:cubicBezTo>
                <a:lnTo>
                  <a:pt x="848887" y="37565"/>
                </a:lnTo>
                <a:lnTo>
                  <a:pt x="840188" y="37565"/>
                </a:lnTo>
                <a:lnTo>
                  <a:pt x="840188" y="28338"/>
                </a:lnTo>
                <a:lnTo>
                  <a:pt x="848887" y="28338"/>
                </a:lnTo>
                <a:lnTo>
                  <a:pt x="848887" y="10958"/>
                </a:lnTo>
                <a:lnTo>
                  <a:pt x="860683" y="3822"/>
                </a:lnTo>
                <a:lnTo>
                  <a:pt x="860683" y="28338"/>
                </a:lnTo>
                <a:lnTo>
                  <a:pt x="872612" y="28338"/>
                </a:lnTo>
                <a:lnTo>
                  <a:pt x="872612" y="37565"/>
                </a:lnTo>
                <a:lnTo>
                  <a:pt x="860683" y="37565"/>
                </a:lnTo>
                <a:lnTo>
                  <a:pt x="860683" y="78491"/>
                </a:lnTo>
                <a:cubicBezTo>
                  <a:pt x="860683" y="81874"/>
                  <a:pt x="860892" y="84049"/>
                  <a:pt x="861310" y="85015"/>
                </a:cubicBezTo>
                <a:cubicBezTo>
                  <a:pt x="861727" y="85982"/>
                  <a:pt x="862408" y="86751"/>
                  <a:pt x="863353" y="87322"/>
                </a:cubicBezTo>
                <a:cubicBezTo>
                  <a:pt x="864297" y="87893"/>
                  <a:pt x="865648" y="88179"/>
                  <a:pt x="867406" y="88179"/>
                </a:cubicBezTo>
                <a:cubicBezTo>
                  <a:pt x="868724" y="88179"/>
                  <a:pt x="870459" y="88069"/>
                  <a:pt x="872612" y="87849"/>
                </a:cubicBezTo>
                <a:close/>
                <a:moveTo>
                  <a:pt x="884299" y="15421"/>
                </a:moveTo>
                <a:lnTo>
                  <a:pt x="884299" y="1713"/>
                </a:lnTo>
                <a:lnTo>
                  <a:pt x="896161" y="1713"/>
                </a:lnTo>
                <a:lnTo>
                  <a:pt x="896161" y="15421"/>
                </a:lnTo>
                <a:lnTo>
                  <a:pt x="884299" y="15421"/>
                </a:lnTo>
                <a:moveTo>
                  <a:pt x="884299" y="98328"/>
                </a:moveTo>
                <a:lnTo>
                  <a:pt x="884299" y="28338"/>
                </a:lnTo>
                <a:lnTo>
                  <a:pt x="896161" y="28338"/>
                </a:lnTo>
                <a:lnTo>
                  <a:pt x="896161" y="98328"/>
                </a:lnTo>
                <a:lnTo>
                  <a:pt x="884299" y="98328"/>
                </a:lnTo>
                <a:close/>
                <a:moveTo>
                  <a:pt x="940096" y="87849"/>
                </a:moveTo>
                <a:lnTo>
                  <a:pt x="941810" y="98328"/>
                </a:lnTo>
                <a:cubicBezTo>
                  <a:pt x="938471" y="98943"/>
                  <a:pt x="935483" y="99250"/>
                  <a:pt x="932847" y="99250"/>
                </a:cubicBezTo>
                <a:cubicBezTo>
                  <a:pt x="928541" y="99250"/>
                  <a:pt x="925202" y="98569"/>
                  <a:pt x="922830" y="97207"/>
                </a:cubicBezTo>
                <a:cubicBezTo>
                  <a:pt x="920457" y="95845"/>
                  <a:pt x="918788" y="94055"/>
                  <a:pt x="917821" y="91836"/>
                </a:cubicBezTo>
                <a:cubicBezTo>
                  <a:pt x="916855" y="89617"/>
                  <a:pt x="916371" y="84949"/>
                  <a:pt x="916371" y="77832"/>
                </a:cubicBezTo>
                <a:lnTo>
                  <a:pt x="916371" y="37565"/>
                </a:lnTo>
                <a:lnTo>
                  <a:pt x="907672" y="37565"/>
                </a:lnTo>
                <a:lnTo>
                  <a:pt x="907672" y="28338"/>
                </a:lnTo>
                <a:lnTo>
                  <a:pt x="916371" y="28338"/>
                </a:lnTo>
                <a:lnTo>
                  <a:pt x="916371" y="10958"/>
                </a:lnTo>
                <a:lnTo>
                  <a:pt x="928168" y="3822"/>
                </a:lnTo>
                <a:lnTo>
                  <a:pt x="928168" y="28338"/>
                </a:lnTo>
                <a:lnTo>
                  <a:pt x="940096" y="28338"/>
                </a:lnTo>
                <a:lnTo>
                  <a:pt x="940096" y="37565"/>
                </a:lnTo>
                <a:lnTo>
                  <a:pt x="928168" y="37565"/>
                </a:lnTo>
                <a:lnTo>
                  <a:pt x="928168" y="78491"/>
                </a:lnTo>
                <a:cubicBezTo>
                  <a:pt x="928168" y="81874"/>
                  <a:pt x="928377" y="84049"/>
                  <a:pt x="928794" y="85015"/>
                </a:cubicBezTo>
                <a:cubicBezTo>
                  <a:pt x="929211" y="85982"/>
                  <a:pt x="929892" y="86751"/>
                  <a:pt x="930837" y="87322"/>
                </a:cubicBezTo>
                <a:cubicBezTo>
                  <a:pt x="931782" y="87893"/>
                  <a:pt x="933133" y="88179"/>
                  <a:pt x="934890" y="88179"/>
                </a:cubicBezTo>
                <a:cubicBezTo>
                  <a:pt x="936208" y="88179"/>
                  <a:pt x="937944" y="88069"/>
                  <a:pt x="940096" y="87849"/>
                </a:cubicBezTo>
                <a:close/>
                <a:moveTo>
                  <a:pt x="997587" y="98328"/>
                </a:moveTo>
                <a:lnTo>
                  <a:pt x="997587" y="88047"/>
                </a:lnTo>
                <a:cubicBezTo>
                  <a:pt x="992139" y="95955"/>
                  <a:pt x="984736" y="99909"/>
                  <a:pt x="975378" y="99909"/>
                </a:cubicBezTo>
                <a:cubicBezTo>
                  <a:pt x="971248" y="99909"/>
                  <a:pt x="967393" y="99118"/>
                  <a:pt x="963812" y="97537"/>
                </a:cubicBezTo>
                <a:cubicBezTo>
                  <a:pt x="960231" y="95955"/>
                  <a:pt x="957573" y="93967"/>
                  <a:pt x="955838" y="91573"/>
                </a:cubicBezTo>
                <a:cubicBezTo>
                  <a:pt x="954102" y="89178"/>
                  <a:pt x="952883" y="86245"/>
                  <a:pt x="952180" y="82774"/>
                </a:cubicBezTo>
                <a:cubicBezTo>
                  <a:pt x="951697" y="80446"/>
                  <a:pt x="951455" y="76755"/>
                  <a:pt x="951455" y="71703"/>
                </a:cubicBezTo>
                <a:lnTo>
                  <a:pt x="951455" y="28338"/>
                </a:lnTo>
                <a:lnTo>
                  <a:pt x="963318" y="28338"/>
                </a:lnTo>
                <a:lnTo>
                  <a:pt x="963318" y="67155"/>
                </a:lnTo>
                <a:cubicBezTo>
                  <a:pt x="963318" y="73350"/>
                  <a:pt x="963559" y="77524"/>
                  <a:pt x="964042" y="79677"/>
                </a:cubicBezTo>
                <a:cubicBezTo>
                  <a:pt x="964789" y="82796"/>
                  <a:pt x="966371" y="85246"/>
                  <a:pt x="968787" y="87025"/>
                </a:cubicBezTo>
                <a:cubicBezTo>
                  <a:pt x="971204" y="88805"/>
                  <a:pt x="974192" y="89694"/>
                  <a:pt x="977750" y="89694"/>
                </a:cubicBezTo>
                <a:cubicBezTo>
                  <a:pt x="981309" y="89694"/>
                  <a:pt x="984648" y="88783"/>
                  <a:pt x="987768" y="86959"/>
                </a:cubicBezTo>
                <a:cubicBezTo>
                  <a:pt x="990887" y="85136"/>
                  <a:pt x="993095" y="82654"/>
                  <a:pt x="994391" y="79512"/>
                </a:cubicBezTo>
                <a:cubicBezTo>
                  <a:pt x="995687" y="76371"/>
                  <a:pt x="996335" y="71813"/>
                  <a:pt x="996335" y="65837"/>
                </a:cubicBezTo>
                <a:lnTo>
                  <a:pt x="996335" y="28338"/>
                </a:lnTo>
                <a:lnTo>
                  <a:pt x="1008198" y="28338"/>
                </a:lnTo>
                <a:lnTo>
                  <a:pt x="1008198" y="98328"/>
                </a:lnTo>
                <a:lnTo>
                  <a:pt x="997587" y="98328"/>
                </a:lnTo>
                <a:close/>
                <a:moveTo>
                  <a:pt x="1052661" y="87849"/>
                </a:moveTo>
                <a:lnTo>
                  <a:pt x="1054375" y="98328"/>
                </a:lnTo>
                <a:cubicBezTo>
                  <a:pt x="1051035" y="98943"/>
                  <a:pt x="1048048" y="99250"/>
                  <a:pt x="1045412" y="99250"/>
                </a:cubicBezTo>
                <a:cubicBezTo>
                  <a:pt x="1041106" y="99250"/>
                  <a:pt x="1037767" y="98569"/>
                  <a:pt x="1035394" y="97207"/>
                </a:cubicBezTo>
                <a:cubicBezTo>
                  <a:pt x="1033022" y="95845"/>
                  <a:pt x="1031352" y="94055"/>
                  <a:pt x="1030386" y="91836"/>
                </a:cubicBezTo>
                <a:cubicBezTo>
                  <a:pt x="1029419" y="89617"/>
                  <a:pt x="1028936" y="84949"/>
                  <a:pt x="1028936" y="77832"/>
                </a:cubicBezTo>
                <a:lnTo>
                  <a:pt x="1028936" y="37565"/>
                </a:lnTo>
                <a:lnTo>
                  <a:pt x="1020237" y="37565"/>
                </a:lnTo>
                <a:lnTo>
                  <a:pt x="1020237" y="28338"/>
                </a:lnTo>
                <a:lnTo>
                  <a:pt x="1028936" y="28338"/>
                </a:lnTo>
                <a:lnTo>
                  <a:pt x="1028936" y="10958"/>
                </a:lnTo>
                <a:lnTo>
                  <a:pt x="1040733" y="3822"/>
                </a:lnTo>
                <a:lnTo>
                  <a:pt x="1040733" y="28338"/>
                </a:lnTo>
                <a:lnTo>
                  <a:pt x="1052661" y="28338"/>
                </a:lnTo>
                <a:lnTo>
                  <a:pt x="1052661" y="37565"/>
                </a:lnTo>
                <a:lnTo>
                  <a:pt x="1040733" y="37565"/>
                </a:lnTo>
                <a:lnTo>
                  <a:pt x="1040733" y="78491"/>
                </a:lnTo>
                <a:cubicBezTo>
                  <a:pt x="1040733" y="81874"/>
                  <a:pt x="1040941" y="84049"/>
                  <a:pt x="1041359" y="85015"/>
                </a:cubicBezTo>
                <a:cubicBezTo>
                  <a:pt x="1041776" y="85982"/>
                  <a:pt x="1042457" y="86751"/>
                  <a:pt x="1043402" y="87322"/>
                </a:cubicBezTo>
                <a:cubicBezTo>
                  <a:pt x="1044346" y="87893"/>
                  <a:pt x="1045697" y="88179"/>
                  <a:pt x="1047455" y="88179"/>
                </a:cubicBezTo>
                <a:cubicBezTo>
                  <a:pt x="1048773" y="88179"/>
                  <a:pt x="1050508" y="88069"/>
                  <a:pt x="1052661" y="87849"/>
                </a:cubicBezTo>
                <a:close/>
                <a:moveTo>
                  <a:pt x="1064349" y="15421"/>
                </a:moveTo>
                <a:lnTo>
                  <a:pt x="1064349" y="1713"/>
                </a:lnTo>
                <a:lnTo>
                  <a:pt x="1076212" y="1713"/>
                </a:lnTo>
                <a:lnTo>
                  <a:pt x="1076212" y="15421"/>
                </a:lnTo>
                <a:lnTo>
                  <a:pt x="1064349" y="15421"/>
                </a:lnTo>
                <a:moveTo>
                  <a:pt x="1064349" y="98328"/>
                </a:moveTo>
                <a:lnTo>
                  <a:pt x="1064349" y="28338"/>
                </a:lnTo>
                <a:lnTo>
                  <a:pt x="1076212" y="28338"/>
                </a:lnTo>
                <a:lnTo>
                  <a:pt x="1076212" y="98328"/>
                </a:lnTo>
                <a:lnTo>
                  <a:pt x="1064349" y="98328"/>
                </a:lnTo>
                <a:close/>
                <a:moveTo>
                  <a:pt x="1089831" y="63333"/>
                </a:moveTo>
                <a:cubicBezTo>
                  <a:pt x="1089831" y="50372"/>
                  <a:pt x="1093434" y="40772"/>
                  <a:pt x="1100639" y="34533"/>
                </a:cubicBezTo>
                <a:cubicBezTo>
                  <a:pt x="1106658" y="29349"/>
                  <a:pt x="1113996" y="26757"/>
                  <a:pt x="1122651" y="26757"/>
                </a:cubicBezTo>
                <a:cubicBezTo>
                  <a:pt x="1132273" y="26757"/>
                  <a:pt x="1140137" y="29909"/>
                  <a:pt x="1146244" y="36214"/>
                </a:cubicBezTo>
                <a:cubicBezTo>
                  <a:pt x="1152351" y="42519"/>
                  <a:pt x="1155405" y="51229"/>
                  <a:pt x="1155405" y="62344"/>
                </a:cubicBezTo>
                <a:cubicBezTo>
                  <a:pt x="1155405" y="71351"/>
                  <a:pt x="1154054" y="78436"/>
                  <a:pt x="1151352" y="83598"/>
                </a:cubicBezTo>
                <a:cubicBezTo>
                  <a:pt x="1148650" y="88761"/>
                  <a:pt x="1144718" y="92770"/>
                  <a:pt x="1139555" y="95626"/>
                </a:cubicBezTo>
                <a:cubicBezTo>
                  <a:pt x="1134393" y="98481"/>
                  <a:pt x="1128758" y="99909"/>
                  <a:pt x="1122651" y="99909"/>
                </a:cubicBezTo>
                <a:cubicBezTo>
                  <a:pt x="1112853" y="99909"/>
                  <a:pt x="1104934" y="96768"/>
                  <a:pt x="1098893" y="90485"/>
                </a:cubicBezTo>
                <a:cubicBezTo>
                  <a:pt x="1092852" y="84202"/>
                  <a:pt x="1089831" y="75152"/>
                  <a:pt x="1089831" y="63333"/>
                </a:cubicBezTo>
                <a:moveTo>
                  <a:pt x="1102023" y="63300"/>
                </a:moveTo>
                <a:cubicBezTo>
                  <a:pt x="1102023" y="72230"/>
                  <a:pt x="1103978" y="78916"/>
                  <a:pt x="1107889" y="83359"/>
                </a:cubicBezTo>
                <a:cubicBezTo>
                  <a:pt x="1111799" y="87802"/>
                  <a:pt x="1116720" y="90024"/>
                  <a:pt x="1122651" y="90024"/>
                </a:cubicBezTo>
                <a:cubicBezTo>
                  <a:pt x="1128538" y="90024"/>
                  <a:pt x="1133437" y="87791"/>
                  <a:pt x="1137347" y="83326"/>
                </a:cubicBezTo>
                <a:cubicBezTo>
                  <a:pt x="1141258" y="78861"/>
                  <a:pt x="1143213" y="72055"/>
                  <a:pt x="1143213" y="62907"/>
                </a:cubicBezTo>
                <a:cubicBezTo>
                  <a:pt x="1143213" y="54283"/>
                  <a:pt x="1141247" y="47750"/>
                  <a:pt x="1137314" y="43307"/>
                </a:cubicBezTo>
                <a:cubicBezTo>
                  <a:pt x="1133382" y="38864"/>
                  <a:pt x="1128494" y="36642"/>
                  <a:pt x="1122651" y="36642"/>
                </a:cubicBezTo>
                <a:cubicBezTo>
                  <a:pt x="1116720" y="36642"/>
                  <a:pt x="1111799" y="38853"/>
                  <a:pt x="1107889" y="43274"/>
                </a:cubicBezTo>
                <a:cubicBezTo>
                  <a:pt x="1103978" y="47695"/>
                  <a:pt x="1102023" y="54370"/>
                  <a:pt x="1102023" y="63300"/>
                </a:cubicBezTo>
                <a:close/>
                <a:moveTo>
                  <a:pt x="1169290" y="98328"/>
                </a:moveTo>
                <a:lnTo>
                  <a:pt x="1169290" y="28338"/>
                </a:lnTo>
                <a:lnTo>
                  <a:pt x="1179966" y="28338"/>
                </a:lnTo>
                <a:lnTo>
                  <a:pt x="1179966" y="38224"/>
                </a:lnTo>
                <a:cubicBezTo>
                  <a:pt x="1185107" y="30579"/>
                  <a:pt x="1192532" y="26757"/>
                  <a:pt x="1202242" y="26757"/>
                </a:cubicBezTo>
                <a:cubicBezTo>
                  <a:pt x="1206459" y="26757"/>
                  <a:pt x="1210337" y="27515"/>
                  <a:pt x="1213874" y="29030"/>
                </a:cubicBezTo>
                <a:cubicBezTo>
                  <a:pt x="1217410" y="30546"/>
                  <a:pt x="1220058" y="32534"/>
                  <a:pt x="1221815" y="34995"/>
                </a:cubicBezTo>
                <a:cubicBezTo>
                  <a:pt x="1223572" y="37455"/>
                  <a:pt x="1224803" y="40377"/>
                  <a:pt x="1225506" y="43760"/>
                </a:cubicBezTo>
                <a:cubicBezTo>
                  <a:pt x="1225945" y="45957"/>
                  <a:pt x="1226165" y="49801"/>
                  <a:pt x="1226165" y="55293"/>
                </a:cubicBezTo>
                <a:lnTo>
                  <a:pt x="1226165" y="98328"/>
                </a:lnTo>
                <a:lnTo>
                  <a:pt x="1214302" y="98328"/>
                </a:lnTo>
                <a:lnTo>
                  <a:pt x="1214302" y="55709"/>
                </a:lnTo>
                <a:cubicBezTo>
                  <a:pt x="1214302" y="50870"/>
                  <a:pt x="1213841" y="47253"/>
                  <a:pt x="1212918" y="44855"/>
                </a:cubicBezTo>
                <a:cubicBezTo>
                  <a:pt x="1211995" y="42458"/>
                  <a:pt x="1210359" y="40545"/>
                  <a:pt x="1208008" y="39116"/>
                </a:cubicBezTo>
                <a:cubicBezTo>
                  <a:pt x="1205658" y="37686"/>
                  <a:pt x="1202901" y="36972"/>
                  <a:pt x="1199737" y="36972"/>
                </a:cubicBezTo>
                <a:cubicBezTo>
                  <a:pt x="1194685" y="36972"/>
                  <a:pt x="1190324" y="38577"/>
                  <a:pt x="1186656" y="41789"/>
                </a:cubicBezTo>
                <a:cubicBezTo>
                  <a:pt x="1182987" y="44999"/>
                  <a:pt x="1181153" y="51090"/>
                  <a:pt x="1181153" y="60063"/>
                </a:cubicBezTo>
                <a:lnTo>
                  <a:pt x="1181153" y="98328"/>
                </a:lnTo>
                <a:lnTo>
                  <a:pt x="1169290" y="98328"/>
                </a:lnTo>
                <a:close/>
                <a:moveTo>
                  <a:pt x="1281854" y="125216"/>
                </a:moveTo>
                <a:lnTo>
                  <a:pt x="1281854" y="28338"/>
                </a:lnTo>
                <a:lnTo>
                  <a:pt x="1292662" y="28338"/>
                </a:lnTo>
                <a:lnTo>
                  <a:pt x="1292662" y="37367"/>
                </a:lnTo>
                <a:cubicBezTo>
                  <a:pt x="1295210" y="33830"/>
                  <a:pt x="1298088" y="31178"/>
                  <a:pt x="1301296" y="29409"/>
                </a:cubicBezTo>
                <a:cubicBezTo>
                  <a:pt x="1304503" y="27641"/>
                  <a:pt x="1308391" y="26757"/>
                  <a:pt x="1312960" y="26757"/>
                </a:cubicBezTo>
                <a:cubicBezTo>
                  <a:pt x="1318936" y="26757"/>
                  <a:pt x="1324208" y="28294"/>
                  <a:pt x="1328777" y="31370"/>
                </a:cubicBezTo>
                <a:cubicBezTo>
                  <a:pt x="1333347" y="34445"/>
                  <a:pt x="1336795" y="38784"/>
                  <a:pt x="1339124" y="44386"/>
                </a:cubicBezTo>
                <a:cubicBezTo>
                  <a:pt x="1341453" y="49988"/>
                  <a:pt x="1342617" y="56128"/>
                  <a:pt x="1342617" y="62806"/>
                </a:cubicBezTo>
                <a:cubicBezTo>
                  <a:pt x="1342617" y="69967"/>
                  <a:pt x="1341332" y="76415"/>
                  <a:pt x="1338762" y="82148"/>
                </a:cubicBezTo>
                <a:cubicBezTo>
                  <a:pt x="1336191" y="87882"/>
                  <a:pt x="1332457" y="92276"/>
                  <a:pt x="1327558" y="95329"/>
                </a:cubicBezTo>
                <a:cubicBezTo>
                  <a:pt x="1322659" y="98383"/>
                  <a:pt x="1317508" y="99909"/>
                  <a:pt x="1312104" y="99909"/>
                </a:cubicBezTo>
                <a:cubicBezTo>
                  <a:pt x="1308150" y="99909"/>
                  <a:pt x="1304602" y="99064"/>
                  <a:pt x="1301460" y="97372"/>
                </a:cubicBezTo>
                <a:cubicBezTo>
                  <a:pt x="1298319" y="95679"/>
                  <a:pt x="1295738" y="93541"/>
                  <a:pt x="1293717" y="90959"/>
                </a:cubicBezTo>
                <a:lnTo>
                  <a:pt x="1293717" y="125216"/>
                </a:lnTo>
                <a:lnTo>
                  <a:pt x="1281854" y="125216"/>
                </a:lnTo>
                <a:moveTo>
                  <a:pt x="1292596" y="63630"/>
                </a:moveTo>
                <a:cubicBezTo>
                  <a:pt x="1292596" y="72625"/>
                  <a:pt x="1294420" y="79273"/>
                  <a:pt x="1298066" y="83574"/>
                </a:cubicBezTo>
                <a:cubicBezTo>
                  <a:pt x="1301713" y="87874"/>
                  <a:pt x="1306128" y="90024"/>
                  <a:pt x="1311313" y="90024"/>
                </a:cubicBezTo>
                <a:cubicBezTo>
                  <a:pt x="1316585" y="90024"/>
                  <a:pt x="1321099" y="87797"/>
                  <a:pt x="1324856" y="83343"/>
                </a:cubicBezTo>
                <a:cubicBezTo>
                  <a:pt x="1328612" y="78889"/>
                  <a:pt x="1330491" y="71988"/>
                  <a:pt x="1330491" y="62641"/>
                </a:cubicBezTo>
                <a:cubicBezTo>
                  <a:pt x="1330491" y="53733"/>
                  <a:pt x="1328656" y="47063"/>
                  <a:pt x="1324988" y="42631"/>
                </a:cubicBezTo>
                <a:cubicBezTo>
                  <a:pt x="1321319" y="38199"/>
                  <a:pt x="1316937" y="35983"/>
                  <a:pt x="1311840" y="35983"/>
                </a:cubicBezTo>
                <a:cubicBezTo>
                  <a:pt x="1306788" y="35983"/>
                  <a:pt x="1302317" y="38342"/>
                  <a:pt x="1298429" y="43060"/>
                </a:cubicBezTo>
                <a:cubicBezTo>
                  <a:pt x="1294540" y="47777"/>
                  <a:pt x="1292596" y="54634"/>
                  <a:pt x="1292596" y="63630"/>
                </a:cubicBezTo>
                <a:close/>
                <a:moveTo>
                  <a:pt x="1356766" y="98328"/>
                </a:moveTo>
                <a:lnTo>
                  <a:pt x="1356766" y="28338"/>
                </a:lnTo>
                <a:lnTo>
                  <a:pt x="1367442" y="28338"/>
                </a:lnTo>
                <a:lnTo>
                  <a:pt x="1367442" y="38883"/>
                </a:lnTo>
                <a:cubicBezTo>
                  <a:pt x="1370166" y="33946"/>
                  <a:pt x="1372682" y="30690"/>
                  <a:pt x="1374988" y="29117"/>
                </a:cubicBezTo>
                <a:cubicBezTo>
                  <a:pt x="1377295" y="27543"/>
                  <a:pt x="1379832" y="26757"/>
                  <a:pt x="1382600" y="26757"/>
                </a:cubicBezTo>
                <a:cubicBezTo>
                  <a:pt x="1386598" y="26757"/>
                  <a:pt x="1390662" y="28025"/>
                  <a:pt x="1394792" y="30563"/>
                </a:cubicBezTo>
                <a:lnTo>
                  <a:pt x="1390706" y="41519"/>
                </a:lnTo>
                <a:cubicBezTo>
                  <a:pt x="1387806" y="39806"/>
                  <a:pt x="1384907" y="38949"/>
                  <a:pt x="1382007" y="38949"/>
                </a:cubicBezTo>
                <a:cubicBezTo>
                  <a:pt x="1379415" y="38949"/>
                  <a:pt x="1377086" y="39730"/>
                  <a:pt x="1375021" y="41293"/>
                </a:cubicBezTo>
                <a:cubicBezTo>
                  <a:pt x="1372956" y="42854"/>
                  <a:pt x="1371484" y="45019"/>
                  <a:pt x="1370606" y="47790"/>
                </a:cubicBezTo>
                <a:cubicBezTo>
                  <a:pt x="1369288" y="52012"/>
                  <a:pt x="1368629" y="56630"/>
                  <a:pt x="1368629" y="61644"/>
                </a:cubicBezTo>
                <a:lnTo>
                  <a:pt x="1368629" y="98328"/>
                </a:lnTo>
                <a:lnTo>
                  <a:pt x="1356766" y="98328"/>
                </a:lnTo>
                <a:close/>
                <a:moveTo>
                  <a:pt x="1397427" y="63333"/>
                </a:moveTo>
                <a:cubicBezTo>
                  <a:pt x="1397427" y="50372"/>
                  <a:pt x="1401030" y="40772"/>
                  <a:pt x="1408235" y="34533"/>
                </a:cubicBezTo>
                <a:cubicBezTo>
                  <a:pt x="1414255" y="29349"/>
                  <a:pt x="1421592" y="26757"/>
                  <a:pt x="1430247" y="26757"/>
                </a:cubicBezTo>
                <a:cubicBezTo>
                  <a:pt x="1439869" y="26757"/>
                  <a:pt x="1447733" y="29909"/>
                  <a:pt x="1453840" y="36214"/>
                </a:cubicBezTo>
                <a:cubicBezTo>
                  <a:pt x="1459948" y="42519"/>
                  <a:pt x="1463001" y="51229"/>
                  <a:pt x="1463001" y="62344"/>
                </a:cubicBezTo>
                <a:cubicBezTo>
                  <a:pt x="1463001" y="71351"/>
                  <a:pt x="1461650" y="78436"/>
                  <a:pt x="1458948" y="83598"/>
                </a:cubicBezTo>
                <a:cubicBezTo>
                  <a:pt x="1456246" y="88761"/>
                  <a:pt x="1452314" y="92770"/>
                  <a:pt x="1447151" y="95626"/>
                </a:cubicBezTo>
                <a:cubicBezTo>
                  <a:pt x="1441989" y="98481"/>
                  <a:pt x="1436354" y="99909"/>
                  <a:pt x="1430247" y="99909"/>
                </a:cubicBezTo>
                <a:cubicBezTo>
                  <a:pt x="1420450" y="99909"/>
                  <a:pt x="1412530" y="96768"/>
                  <a:pt x="1406489" y="90485"/>
                </a:cubicBezTo>
                <a:cubicBezTo>
                  <a:pt x="1400448" y="84202"/>
                  <a:pt x="1397427" y="75152"/>
                  <a:pt x="1397427" y="63333"/>
                </a:cubicBezTo>
                <a:moveTo>
                  <a:pt x="1409619" y="63300"/>
                </a:moveTo>
                <a:cubicBezTo>
                  <a:pt x="1409619" y="72230"/>
                  <a:pt x="1411575" y="78916"/>
                  <a:pt x="1415485" y="83359"/>
                </a:cubicBezTo>
                <a:cubicBezTo>
                  <a:pt x="1419395" y="87802"/>
                  <a:pt x="1424316" y="90024"/>
                  <a:pt x="1430247" y="90024"/>
                </a:cubicBezTo>
                <a:cubicBezTo>
                  <a:pt x="1436134" y="90024"/>
                  <a:pt x="1441033" y="87791"/>
                  <a:pt x="1444944" y="83326"/>
                </a:cubicBezTo>
                <a:cubicBezTo>
                  <a:pt x="1448854" y="78861"/>
                  <a:pt x="1450809" y="72055"/>
                  <a:pt x="1450809" y="62907"/>
                </a:cubicBezTo>
                <a:cubicBezTo>
                  <a:pt x="1450809" y="54283"/>
                  <a:pt x="1448843" y="47750"/>
                  <a:pt x="1444911" y="43307"/>
                </a:cubicBezTo>
                <a:cubicBezTo>
                  <a:pt x="1440978" y="38864"/>
                  <a:pt x="1436091" y="36642"/>
                  <a:pt x="1430247" y="36642"/>
                </a:cubicBezTo>
                <a:cubicBezTo>
                  <a:pt x="1424316" y="36642"/>
                  <a:pt x="1419395" y="38853"/>
                  <a:pt x="1415485" y="43274"/>
                </a:cubicBezTo>
                <a:cubicBezTo>
                  <a:pt x="1411575" y="47695"/>
                  <a:pt x="1409619" y="54370"/>
                  <a:pt x="1409619" y="63300"/>
                </a:cubicBezTo>
                <a:close/>
                <a:moveTo>
                  <a:pt x="1502786" y="87849"/>
                </a:moveTo>
                <a:lnTo>
                  <a:pt x="1504500" y="98328"/>
                </a:lnTo>
                <a:cubicBezTo>
                  <a:pt x="1501161" y="98943"/>
                  <a:pt x="1498173" y="99250"/>
                  <a:pt x="1495537" y="99250"/>
                </a:cubicBezTo>
                <a:cubicBezTo>
                  <a:pt x="1491231" y="99250"/>
                  <a:pt x="1487892" y="98569"/>
                  <a:pt x="1485520" y="97207"/>
                </a:cubicBezTo>
                <a:cubicBezTo>
                  <a:pt x="1483147" y="95845"/>
                  <a:pt x="1481477" y="94055"/>
                  <a:pt x="1480511" y="91836"/>
                </a:cubicBezTo>
                <a:cubicBezTo>
                  <a:pt x="1479544" y="89617"/>
                  <a:pt x="1479061" y="84949"/>
                  <a:pt x="1479061" y="77832"/>
                </a:cubicBezTo>
                <a:lnTo>
                  <a:pt x="1479061" y="37565"/>
                </a:lnTo>
                <a:lnTo>
                  <a:pt x="1470362" y="37565"/>
                </a:lnTo>
                <a:lnTo>
                  <a:pt x="1470362" y="28338"/>
                </a:lnTo>
                <a:lnTo>
                  <a:pt x="1479061" y="28338"/>
                </a:lnTo>
                <a:lnTo>
                  <a:pt x="1479061" y="10958"/>
                </a:lnTo>
                <a:lnTo>
                  <a:pt x="1490858" y="3822"/>
                </a:lnTo>
                <a:lnTo>
                  <a:pt x="1490858" y="28338"/>
                </a:lnTo>
                <a:lnTo>
                  <a:pt x="1502786" y="28338"/>
                </a:lnTo>
                <a:lnTo>
                  <a:pt x="1502786" y="37565"/>
                </a:lnTo>
                <a:lnTo>
                  <a:pt x="1490858" y="37565"/>
                </a:lnTo>
                <a:lnTo>
                  <a:pt x="1490858" y="78491"/>
                </a:lnTo>
                <a:cubicBezTo>
                  <a:pt x="1490858" y="81874"/>
                  <a:pt x="1491066" y="84049"/>
                  <a:pt x="1491484" y="85015"/>
                </a:cubicBezTo>
                <a:cubicBezTo>
                  <a:pt x="1491901" y="85982"/>
                  <a:pt x="1492582" y="86751"/>
                  <a:pt x="1493527" y="87322"/>
                </a:cubicBezTo>
                <a:cubicBezTo>
                  <a:pt x="1494471" y="87893"/>
                  <a:pt x="1495822" y="88179"/>
                  <a:pt x="1497580" y="88179"/>
                </a:cubicBezTo>
                <a:cubicBezTo>
                  <a:pt x="1498898" y="88179"/>
                  <a:pt x="1500633" y="88069"/>
                  <a:pt x="1502786" y="87849"/>
                </a:cubicBezTo>
                <a:close/>
                <a:moveTo>
                  <a:pt x="1562319" y="75789"/>
                </a:moveTo>
                <a:lnTo>
                  <a:pt x="1574577" y="77305"/>
                </a:lnTo>
                <a:cubicBezTo>
                  <a:pt x="1572644" y="84466"/>
                  <a:pt x="1569063" y="90024"/>
                  <a:pt x="1563835" y="93978"/>
                </a:cubicBezTo>
                <a:cubicBezTo>
                  <a:pt x="1558607" y="97932"/>
                  <a:pt x="1551928" y="99909"/>
                  <a:pt x="1543800" y="99909"/>
                </a:cubicBezTo>
                <a:cubicBezTo>
                  <a:pt x="1533563" y="99909"/>
                  <a:pt x="1525446" y="96757"/>
                  <a:pt x="1519449" y="90452"/>
                </a:cubicBezTo>
                <a:cubicBezTo>
                  <a:pt x="1513452" y="84147"/>
                  <a:pt x="1510453" y="75305"/>
                  <a:pt x="1510453" y="63926"/>
                </a:cubicBezTo>
                <a:cubicBezTo>
                  <a:pt x="1510453" y="52151"/>
                  <a:pt x="1513485" y="43013"/>
                  <a:pt x="1519548" y="36510"/>
                </a:cubicBezTo>
                <a:cubicBezTo>
                  <a:pt x="1525611" y="30008"/>
                  <a:pt x="1533475" y="26757"/>
                  <a:pt x="1543141" y="26757"/>
                </a:cubicBezTo>
                <a:cubicBezTo>
                  <a:pt x="1552500" y="26757"/>
                  <a:pt x="1560144" y="29937"/>
                  <a:pt x="1566076" y="36298"/>
                </a:cubicBezTo>
                <a:cubicBezTo>
                  <a:pt x="1572007" y="42658"/>
                  <a:pt x="1574973" y="51606"/>
                  <a:pt x="1574973" y="63141"/>
                </a:cubicBezTo>
                <a:cubicBezTo>
                  <a:pt x="1574973" y="63843"/>
                  <a:pt x="1574951" y="64895"/>
                  <a:pt x="1574907" y="66299"/>
                </a:cubicBezTo>
                <a:lnTo>
                  <a:pt x="1522711" y="66299"/>
                </a:lnTo>
                <a:cubicBezTo>
                  <a:pt x="1523151" y="73965"/>
                  <a:pt x="1525325" y="79836"/>
                  <a:pt x="1529236" y="83911"/>
                </a:cubicBezTo>
                <a:cubicBezTo>
                  <a:pt x="1533146" y="87986"/>
                  <a:pt x="1538023" y="90024"/>
                  <a:pt x="1543866" y="90024"/>
                </a:cubicBezTo>
                <a:cubicBezTo>
                  <a:pt x="1548216" y="90024"/>
                  <a:pt x="1551928" y="88893"/>
                  <a:pt x="1555004" y="86630"/>
                </a:cubicBezTo>
                <a:cubicBezTo>
                  <a:pt x="1558079" y="84366"/>
                  <a:pt x="1560518" y="80752"/>
                  <a:pt x="1562319" y="75789"/>
                </a:cubicBezTo>
                <a:moveTo>
                  <a:pt x="1523370" y="56413"/>
                </a:moveTo>
                <a:lnTo>
                  <a:pt x="1562451" y="56413"/>
                </a:lnTo>
                <a:cubicBezTo>
                  <a:pt x="1561924" y="50622"/>
                  <a:pt x="1560430" y="46278"/>
                  <a:pt x="1557970" y="43383"/>
                </a:cubicBezTo>
                <a:cubicBezTo>
                  <a:pt x="1554191" y="38889"/>
                  <a:pt x="1549292" y="36642"/>
                  <a:pt x="1543273" y="36642"/>
                </a:cubicBezTo>
                <a:cubicBezTo>
                  <a:pt x="1537825" y="36642"/>
                  <a:pt x="1533245" y="38436"/>
                  <a:pt x="1529532" y="42024"/>
                </a:cubicBezTo>
                <a:cubicBezTo>
                  <a:pt x="1525820" y="45610"/>
                  <a:pt x="1523766" y="50406"/>
                  <a:pt x="1523370" y="56413"/>
                </a:cubicBezTo>
                <a:close/>
                <a:moveTo>
                  <a:pt x="1635122" y="72625"/>
                </a:moveTo>
                <a:lnTo>
                  <a:pt x="1646787" y="74141"/>
                </a:lnTo>
                <a:cubicBezTo>
                  <a:pt x="1645513" y="82202"/>
                  <a:pt x="1642250" y="88512"/>
                  <a:pt x="1637000" y="93072"/>
                </a:cubicBezTo>
                <a:cubicBezTo>
                  <a:pt x="1631750" y="97630"/>
                  <a:pt x="1625302" y="99909"/>
                  <a:pt x="1617657" y="99909"/>
                </a:cubicBezTo>
                <a:cubicBezTo>
                  <a:pt x="1608079" y="99909"/>
                  <a:pt x="1600380" y="96779"/>
                  <a:pt x="1594558" y="90518"/>
                </a:cubicBezTo>
                <a:cubicBezTo>
                  <a:pt x="1588737" y="84257"/>
                  <a:pt x="1585826" y="75283"/>
                  <a:pt x="1585826" y="63597"/>
                </a:cubicBezTo>
                <a:cubicBezTo>
                  <a:pt x="1585826" y="56040"/>
                  <a:pt x="1587078" y="49427"/>
                  <a:pt x="1589583" y="43760"/>
                </a:cubicBezTo>
                <a:cubicBezTo>
                  <a:pt x="1592087" y="38092"/>
                  <a:pt x="1595898" y="33841"/>
                  <a:pt x="1601017" y="31007"/>
                </a:cubicBezTo>
                <a:cubicBezTo>
                  <a:pt x="1606135" y="28174"/>
                  <a:pt x="1611704" y="26757"/>
                  <a:pt x="1617723" y="26757"/>
                </a:cubicBezTo>
                <a:cubicBezTo>
                  <a:pt x="1625324" y="26757"/>
                  <a:pt x="1631541" y="28685"/>
                  <a:pt x="1636374" y="32542"/>
                </a:cubicBezTo>
                <a:cubicBezTo>
                  <a:pt x="1641207" y="36397"/>
                  <a:pt x="1644304" y="41872"/>
                  <a:pt x="1645666" y="48966"/>
                </a:cubicBezTo>
                <a:lnTo>
                  <a:pt x="1634133" y="50746"/>
                </a:lnTo>
                <a:cubicBezTo>
                  <a:pt x="1633035" y="46066"/>
                  <a:pt x="1631091" y="42546"/>
                  <a:pt x="1628301" y="40185"/>
                </a:cubicBezTo>
                <a:cubicBezTo>
                  <a:pt x="1625511" y="37823"/>
                  <a:pt x="1622139" y="36642"/>
                  <a:pt x="1618185" y="36642"/>
                </a:cubicBezTo>
                <a:cubicBezTo>
                  <a:pt x="1612209" y="36642"/>
                  <a:pt x="1607355" y="38774"/>
                  <a:pt x="1603620" y="43037"/>
                </a:cubicBezTo>
                <a:cubicBezTo>
                  <a:pt x="1599886" y="47299"/>
                  <a:pt x="1598018" y="54042"/>
                  <a:pt x="1598018" y="63267"/>
                </a:cubicBezTo>
                <a:cubicBezTo>
                  <a:pt x="1598018" y="72624"/>
                  <a:pt x="1599820" y="79423"/>
                  <a:pt x="1603422" y="83664"/>
                </a:cubicBezTo>
                <a:cubicBezTo>
                  <a:pt x="1607025" y="87904"/>
                  <a:pt x="1611726" y="90024"/>
                  <a:pt x="1617526" y="90024"/>
                </a:cubicBezTo>
                <a:cubicBezTo>
                  <a:pt x="1622183" y="90024"/>
                  <a:pt x="1626071" y="88601"/>
                  <a:pt x="1629190" y="85757"/>
                </a:cubicBezTo>
                <a:cubicBezTo>
                  <a:pt x="1632310" y="82912"/>
                  <a:pt x="1634287" y="78535"/>
                  <a:pt x="1635122" y="72625"/>
                </a:cubicBezTo>
                <a:close/>
                <a:moveTo>
                  <a:pt x="1682835" y="87849"/>
                </a:moveTo>
                <a:lnTo>
                  <a:pt x="1684549" y="98328"/>
                </a:lnTo>
                <a:cubicBezTo>
                  <a:pt x="1681210" y="98943"/>
                  <a:pt x="1678222" y="99250"/>
                  <a:pt x="1675586" y="99250"/>
                </a:cubicBezTo>
                <a:cubicBezTo>
                  <a:pt x="1671280" y="99250"/>
                  <a:pt x="1667941" y="98569"/>
                  <a:pt x="1665569" y="97207"/>
                </a:cubicBezTo>
                <a:cubicBezTo>
                  <a:pt x="1663196" y="95845"/>
                  <a:pt x="1661527" y="94055"/>
                  <a:pt x="1660560" y="91836"/>
                </a:cubicBezTo>
                <a:cubicBezTo>
                  <a:pt x="1659593" y="89617"/>
                  <a:pt x="1659110" y="84949"/>
                  <a:pt x="1659110" y="77832"/>
                </a:cubicBezTo>
                <a:lnTo>
                  <a:pt x="1659110" y="37565"/>
                </a:lnTo>
                <a:lnTo>
                  <a:pt x="1650411" y="37565"/>
                </a:lnTo>
                <a:lnTo>
                  <a:pt x="1650411" y="28338"/>
                </a:lnTo>
                <a:lnTo>
                  <a:pt x="1659110" y="28338"/>
                </a:lnTo>
                <a:lnTo>
                  <a:pt x="1659110" y="10958"/>
                </a:lnTo>
                <a:lnTo>
                  <a:pt x="1670907" y="3822"/>
                </a:lnTo>
                <a:lnTo>
                  <a:pt x="1670907" y="28338"/>
                </a:lnTo>
                <a:lnTo>
                  <a:pt x="1682835" y="28338"/>
                </a:lnTo>
                <a:lnTo>
                  <a:pt x="1682835" y="37565"/>
                </a:lnTo>
                <a:lnTo>
                  <a:pt x="1670907" y="37565"/>
                </a:lnTo>
                <a:lnTo>
                  <a:pt x="1670907" y="78491"/>
                </a:lnTo>
                <a:cubicBezTo>
                  <a:pt x="1670907" y="81874"/>
                  <a:pt x="1671115" y="84049"/>
                  <a:pt x="1671533" y="85015"/>
                </a:cubicBezTo>
                <a:cubicBezTo>
                  <a:pt x="1671950" y="85982"/>
                  <a:pt x="1672631" y="86751"/>
                  <a:pt x="1673576" y="87322"/>
                </a:cubicBezTo>
                <a:cubicBezTo>
                  <a:pt x="1674520" y="87893"/>
                  <a:pt x="1675871" y="88179"/>
                  <a:pt x="1677629" y="88179"/>
                </a:cubicBezTo>
                <a:cubicBezTo>
                  <a:pt x="1678947" y="88179"/>
                  <a:pt x="1680682" y="88069"/>
                  <a:pt x="1682835" y="87849"/>
                </a:cubicBezTo>
                <a:close/>
                <a:moveTo>
                  <a:pt x="1689712" y="77370"/>
                </a:moveTo>
                <a:lnTo>
                  <a:pt x="1701443" y="75525"/>
                </a:lnTo>
                <a:cubicBezTo>
                  <a:pt x="1702102" y="80206"/>
                  <a:pt x="1703936" y="83793"/>
                  <a:pt x="1706946" y="86286"/>
                </a:cubicBezTo>
                <a:cubicBezTo>
                  <a:pt x="1709955" y="88778"/>
                  <a:pt x="1714162" y="90024"/>
                  <a:pt x="1719566" y="90024"/>
                </a:cubicBezTo>
                <a:cubicBezTo>
                  <a:pt x="1725014" y="90024"/>
                  <a:pt x="1729056" y="88923"/>
                  <a:pt x="1731692" y="86723"/>
                </a:cubicBezTo>
                <a:cubicBezTo>
                  <a:pt x="1734329" y="84520"/>
                  <a:pt x="1735647" y="81938"/>
                  <a:pt x="1735647" y="78975"/>
                </a:cubicBezTo>
                <a:cubicBezTo>
                  <a:pt x="1735647" y="76315"/>
                  <a:pt x="1734482" y="74223"/>
                  <a:pt x="1732154" y="72697"/>
                </a:cubicBezTo>
                <a:cubicBezTo>
                  <a:pt x="1730528" y="71651"/>
                  <a:pt x="1726486" y="70322"/>
                  <a:pt x="1720028" y="68708"/>
                </a:cubicBezTo>
                <a:cubicBezTo>
                  <a:pt x="1711328" y="66510"/>
                  <a:pt x="1705298" y="64609"/>
                  <a:pt x="1701937" y="63004"/>
                </a:cubicBezTo>
                <a:cubicBezTo>
                  <a:pt x="1698576" y="61398"/>
                  <a:pt x="1696028" y="59178"/>
                  <a:pt x="1694292" y="56341"/>
                </a:cubicBezTo>
                <a:cubicBezTo>
                  <a:pt x="1692557" y="53505"/>
                  <a:pt x="1691689" y="50371"/>
                  <a:pt x="1691689" y="46942"/>
                </a:cubicBezTo>
                <a:cubicBezTo>
                  <a:pt x="1691689" y="43819"/>
                  <a:pt x="1692403" y="40928"/>
                  <a:pt x="1693831" y="38267"/>
                </a:cubicBezTo>
                <a:cubicBezTo>
                  <a:pt x="1695259" y="35606"/>
                  <a:pt x="1697203" y="33396"/>
                  <a:pt x="1699663" y="31638"/>
                </a:cubicBezTo>
                <a:cubicBezTo>
                  <a:pt x="1701509" y="30274"/>
                  <a:pt x="1704024" y="29120"/>
                  <a:pt x="1707209" y="28176"/>
                </a:cubicBezTo>
                <a:cubicBezTo>
                  <a:pt x="1710395" y="27230"/>
                  <a:pt x="1713811" y="26757"/>
                  <a:pt x="1717457" y="26757"/>
                </a:cubicBezTo>
                <a:cubicBezTo>
                  <a:pt x="1722949" y="26757"/>
                  <a:pt x="1727771" y="27553"/>
                  <a:pt x="1731923" y="29146"/>
                </a:cubicBezTo>
                <a:cubicBezTo>
                  <a:pt x="1736075" y="30737"/>
                  <a:pt x="1739140" y="32893"/>
                  <a:pt x="1741117" y="35615"/>
                </a:cubicBezTo>
                <a:cubicBezTo>
                  <a:pt x="1743094" y="38334"/>
                  <a:pt x="1744456" y="41972"/>
                  <a:pt x="1745203" y="46528"/>
                </a:cubicBezTo>
                <a:lnTo>
                  <a:pt x="1733604" y="48109"/>
                </a:lnTo>
                <a:cubicBezTo>
                  <a:pt x="1733076" y="44507"/>
                  <a:pt x="1731550" y="41695"/>
                  <a:pt x="1729023" y="39674"/>
                </a:cubicBezTo>
                <a:cubicBezTo>
                  <a:pt x="1726497" y="37653"/>
                  <a:pt x="1722927" y="36642"/>
                  <a:pt x="1718314" y="36642"/>
                </a:cubicBezTo>
                <a:cubicBezTo>
                  <a:pt x="1712866" y="36642"/>
                  <a:pt x="1708978" y="37539"/>
                  <a:pt x="1706649" y="39332"/>
                </a:cubicBezTo>
                <a:cubicBezTo>
                  <a:pt x="1704321" y="41124"/>
                  <a:pt x="1703156" y="43222"/>
                  <a:pt x="1703156" y="45628"/>
                </a:cubicBezTo>
                <a:cubicBezTo>
                  <a:pt x="1703156" y="47157"/>
                  <a:pt x="1703640" y="48534"/>
                  <a:pt x="1704606" y="49759"/>
                </a:cubicBezTo>
                <a:cubicBezTo>
                  <a:pt x="1705573" y="51026"/>
                  <a:pt x="1707089" y="52075"/>
                  <a:pt x="1709154" y="52906"/>
                </a:cubicBezTo>
                <a:cubicBezTo>
                  <a:pt x="1710340" y="53344"/>
                  <a:pt x="1713833" y="54350"/>
                  <a:pt x="1719632" y="55923"/>
                </a:cubicBezTo>
                <a:cubicBezTo>
                  <a:pt x="1728024" y="58162"/>
                  <a:pt x="1733878" y="59995"/>
                  <a:pt x="1737195" y="61422"/>
                </a:cubicBezTo>
                <a:cubicBezTo>
                  <a:pt x="1740512" y="62848"/>
                  <a:pt x="1743116" y="64923"/>
                  <a:pt x="1745005" y="67646"/>
                </a:cubicBezTo>
                <a:cubicBezTo>
                  <a:pt x="1746894" y="70367"/>
                  <a:pt x="1747839" y="73746"/>
                  <a:pt x="1747839" y="77784"/>
                </a:cubicBezTo>
                <a:cubicBezTo>
                  <a:pt x="1747839" y="81736"/>
                  <a:pt x="1746685" y="85457"/>
                  <a:pt x="1744379" y="88947"/>
                </a:cubicBezTo>
                <a:cubicBezTo>
                  <a:pt x="1742072" y="92435"/>
                  <a:pt x="1738744" y="95135"/>
                  <a:pt x="1734394" y="97045"/>
                </a:cubicBezTo>
                <a:cubicBezTo>
                  <a:pt x="1730045" y="98954"/>
                  <a:pt x="1725124" y="99909"/>
                  <a:pt x="1719632" y="99909"/>
                </a:cubicBezTo>
                <a:cubicBezTo>
                  <a:pt x="1710537" y="99909"/>
                  <a:pt x="1703607" y="98015"/>
                  <a:pt x="1698840" y="94225"/>
                </a:cubicBezTo>
                <a:cubicBezTo>
                  <a:pt x="1694073" y="90436"/>
                  <a:pt x="1691030" y="84817"/>
                  <a:pt x="1689712" y="77370"/>
                </a:cubicBezTo>
                <a:close/>
                <a:moveTo>
                  <a:pt x="1799530" y="15421"/>
                </a:moveTo>
                <a:lnTo>
                  <a:pt x="1799530" y="1713"/>
                </a:lnTo>
                <a:lnTo>
                  <a:pt x="1811393" y="1713"/>
                </a:lnTo>
                <a:lnTo>
                  <a:pt x="1811393" y="15421"/>
                </a:lnTo>
                <a:lnTo>
                  <a:pt x="1799530" y="15421"/>
                </a:lnTo>
                <a:moveTo>
                  <a:pt x="1799530" y="98328"/>
                </a:moveTo>
                <a:lnTo>
                  <a:pt x="1799530" y="28338"/>
                </a:lnTo>
                <a:lnTo>
                  <a:pt x="1811393" y="28338"/>
                </a:lnTo>
                <a:lnTo>
                  <a:pt x="1811393" y="98328"/>
                </a:lnTo>
                <a:lnTo>
                  <a:pt x="1799530" y="98328"/>
                </a:lnTo>
                <a:close/>
                <a:moveTo>
                  <a:pt x="1829427" y="98328"/>
                </a:moveTo>
                <a:lnTo>
                  <a:pt x="1829427" y="28338"/>
                </a:lnTo>
                <a:lnTo>
                  <a:pt x="1840104" y="28338"/>
                </a:lnTo>
                <a:lnTo>
                  <a:pt x="1840104" y="38224"/>
                </a:lnTo>
                <a:cubicBezTo>
                  <a:pt x="1845244" y="30579"/>
                  <a:pt x="1852669" y="26757"/>
                  <a:pt x="1862379" y="26757"/>
                </a:cubicBezTo>
                <a:cubicBezTo>
                  <a:pt x="1866597" y="26757"/>
                  <a:pt x="1870474" y="27515"/>
                  <a:pt x="1874011" y="29030"/>
                </a:cubicBezTo>
                <a:cubicBezTo>
                  <a:pt x="1877548" y="30546"/>
                  <a:pt x="1880195" y="32534"/>
                  <a:pt x="1881952" y="34995"/>
                </a:cubicBezTo>
                <a:cubicBezTo>
                  <a:pt x="1883710" y="37455"/>
                  <a:pt x="1884940" y="40377"/>
                  <a:pt x="1885643" y="43760"/>
                </a:cubicBezTo>
                <a:cubicBezTo>
                  <a:pt x="1886082" y="45957"/>
                  <a:pt x="1886302" y="49801"/>
                  <a:pt x="1886302" y="55293"/>
                </a:cubicBezTo>
                <a:lnTo>
                  <a:pt x="1886302" y="98328"/>
                </a:lnTo>
                <a:lnTo>
                  <a:pt x="1874439" y="98328"/>
                </a:lnTo>
                <a:lnTo>
                  <a:pt x="1874439" y="55709"/>
                </a:lnTo>
                <a:cubicBezTo>
                  <a:pt x="1874439" y="50870"/>
                  <a:pt x="1873978" y="47253"/>
                  <a:pt x="1873055" y="44855"/>
                </a:cubicBezTo>
                <a:cubicBezTo>
                  <a:pt x="1872133" y="42458"/>
                  <a:pt x="1870496" y="40545"/>
                  <a:pt x="1868146" y="39116"/>
                </a:cubicBezTo>
                <a:cubicBezTo>
                  <a:pt x="1865795" y="37686"/>
                  <a:pt x="1863038" y="36972"/>
                  <a:pt x="1859875" y="36972"/>
                </a:cubicBezTo>
                <a:cubicBezTo>
                  <a:pt x="1854822" y="36972"/>
                  <a:pt x="1850462" y="38577"/>
                  <a:pt x="1846793" y="41789"/>
                </a:cubicBezTo>
                <a:cubicBezTo>
                  <a:pt x="1843124" y="44999"/>
                  <a:pt x="1841290" y="51090"/>
                  <a:pt x="1841290" y="60063"/>
                </a:cubicBezTo>
                <a:lnTo>
                  <a:pt x="1841290" y="98328"/>
                </a:lnTo>
                <a:lnTo>
                  <a:pt x="1829427" y="98328"/>
                </a:lnTo>
                <a:close/>
                <a:moveTo>
                  <a:pt x="1949877" y="98328"/>
                </a:moveTo>
                <a:lnTo>
                  <a:pt x="1949877" y="89497"/>
                </a:lnTo>
                <a:cubicBezTo>
                  <a:pt x="1945440" y="96438"/>
                  <a:pt x="1938915" y="99909"/>
                  <a:pt x="1930304" y="99909"/>
                </a:cubicBezTo>
                <a:cubicBezTo>
                  <a:pt x="1924724" y="99909"/>
                  <a:pt x="1919595" y="98372"/>
                  <a:pt x="1914916" y="95296"/>
                </a:cubicBezTo>
                <a:cubicBezTo>
                  <a:pt x="1910236" y="92221"/>
                  <a:pt x="1906612" y="87926"/>
                  <a:pt x="1904042" y="82412"/>
                </a:cubicBezTo>
                <a:cubicBezTo>
                  <a:pt x="1901471" y="76898"/>
                  <a:pt x="1900186" y="70560"/>
                  <a:pt x="1900186" y="63399"/>
                </a:cubicBezTo>
                <a:cubicBezTo>
                  <a:pt x="1900186" y="56413"/>
                  <a:pt x="1901351" y="50075"/>
                  <a:pt x="1903679" y="44386"/>
                </a:cubicBezTo>
                <a:cubicBezTo>
                  <a:pt x="1906008" y="38696"/>
                  <a:pt x="1909501" y="34336"/>
                  <a:pt x="1914158" y="31304"/>
                </a:cubicBezTo>
                <a:cubicBezTo>
                  <a:pt x="1918815" y="28272"/>
                  <a:pt x="1924021" y="26757"/>
                  <a:pt x="1929777" y="26757"/>
                </a:cubicBezTo>
                <a:cubicBezTo>
                  <a:pt x="1933995" y="26757"/>
                  <a:pt x="1937751" y="27646"/>
                  <a:pt x="1941046" y="29426"/>
                </a:cubicBezTo>
                <a:cubicBezTo>
                  <a:pt x="1944341" y="31205"/>
                  <a:pt x="1947021" y="33523"/>
                  <a:pt x="1949086" y="36379"/>
                </a:cubicBezTo>
                <a:lnTo>
                  <a:pt x="1949086" y="1713"/>
                </a:lnTo>
                <a:lnTo>
                  <a:pt x="1960883" y="1713"/>
                </a:lnTo>
                <a:lnTo>
                  <a:pt x="1960883" y="98328"/>
                </a:lnTo>
                <a:lnTo>
                  <a:pt x="1949877" y="98328"/>
                </a:lnTo>
                <a:moveTo>
                  <a:pt x="1912378" y="63366"/>
                </a:moveTo>
                <a:cubicBezTo>
                  <a:pt x="1912378" y="72296"/>
                  <a:pt x="1914268" y="78971"/>
                  <a:pt x="1918046" y="83392"/>
                </a:cubicBezTo>
                <a:cubicBezTo>
                  <a:pt x="1921824" y="87813"/>
                  <a:pt x="1926284" y="90024"/>
                  <a:pt x="1931424" y="90024"/>
                </a:cubicBezTo>
                <a:cubicBezTo>
                  <a:pt x="1936609" y="90024"/>
                  <a:pt x="1941013" y="87912"/>
                  <a:pt x="1944638" y="83689"/>
                </a:cubicBezTo>
                <a:cubicBezTo>
                  <a:pt x="1948263" y="79464"/>
                  <a:pt x="1950075" y="73018"/>
                  <a:pt x="1950075" y="64350"/>
                </a:cubicBezTo>
                <a:cubicBezTo>
                  <a:pt x="1950075" y="54808"/>
                  <a:pt x="1948230" y="47805"/>
                  <a:pt x="1944539" y="43340"/>
                </a:cubicBezTo>
                <a:cubicBezTo>
                  <a:pt x="1940849" y="38875"/>
                  <a:pt x="1936301" y="36642"/>
                  <a:pt x="1930897" y="36642"/>
                </a:cubicBezTo>
                <a:cubicBezTo>
                  <a:pt x="1925625" y="36642"/>
                  <a:pt x="1921220" y="38787"/>
                  <a:pt x="1917684" y="43078"/>
                </a:cubicBezTo>
                <a:cubicBezTo>
                  <a:pt x="1914147" y="47367"/>
                  <a:pt x="1912378" y="54130"/>
                  <a:pt x="1912378" y="63366"/>
                </a:cubicBezTo>
                <a:close/>
                <a:moveTo>
                  <a:pt x="1979579" y="15421"/>
                </a:moveTo>
                <a:lnTo>
                  <a:pt x="1979579" y="1713"/>
                </a:lnTo>
                <a:lnTo>
                  <a:pt x="1991441" y="1713"/>
                </a:lnTo>
                <a:lnTo>
                  <a:pt x="1991441" y="15421"/>
                </a:lnTo>
                <a:lnTo>
                  <a:pt x="1979579" y="15421"/>
                </a:lnTo>
                <a:moveTo>
                  <a:pt x="1979579" y="98328"/>
                </a:moveTo>
                <a:lnTo>
                  <a:pt x="1979579" y="28338"/>
                </a:lnTo>
                <a:lnTo>
                  <a:pt x="1991441" y="28338"/>
                </a:lnTo>
                <a:lnTo>
                  <a:pt x="1991441" y="98328"/>
                </a:lnTo>
                <a:lnTo>
                  <a:pt x="1979579" y="98328"/>
                </a:lnTo>
                <a:close/>
                <a:moveTo>
                  <a:pt x="2028918" y="98328"/>
                </a:moveTo>
                <a:lnTo>
                  <a:pt x="2002293" y="28338"/>
                </a:lnTo>
                <a:lnTo>
                  <a:pt x="2014815" y="28338"/>
                </a:lnTo>
                <a:lnTo>
                  <a:pt x="2029841" y="70253"/>
                </a:lnTo>
                <a:cubicBezTo>
                  <a:pt x="2031466" y="74778"/>
                  <a:pt x="2032960" y="79479"/>
                  <a:pt x="2034322" y="84356"/>
                </a:cubicBezTo>
                <a:cubicBezTo>
                  <a:pt x="2035376" y="80666"/>
                  <a:pt x="2036848" y="76228"/>
                  <a:pt x="2038738" y="71044"/>
                </a:cubicBezTo>
                <a:lnTo>
                  <a:pt x="2054291" y="28338"/>
                </a:lnTo>
                <a:lnTo>
                  <a:pt x="2066483" y="28338"/>
                </a:lnTo>
                <a:lnTo>
                  <a:pt x="2039990" y="98328"/>
                </a:lnTo>
                <a:lnTo>
                  <a:pt x="2028918" y="98328"/>
                </a:lnTo>
                <a:close/>
                <a:moveTo>
                  <a:pt x="2077028" y="15421"/>
                </a:moveTo>
                <a:lnTo>
                  <a:pt x="2077028" y="1713"/>
                </a:lnTo>
                <a:lnTo>
                  <a:pt x="2088891" y="1713"/>
                </a:lnTo>
                <a:lnTo>
                  <a:pt x="2088891" y="15421"/>
                </a:lnTo>
                <a:lnTo>
                  <a:pt x="2077028" y="15421"/>
                </a:lnTo>
                <a:moveTo>
                  <a:pt x="2077028" y="98328"/>
                </a:moveTo>
                <a:lnTo>
                  <a:pt x="2077028" y="28338"/>
                </a:lnTo>
                <a:lnTo>
                  <a:pt x="2088891" y="28338"/>
                </a:lnTo>
                <a:lnTo>
                  <a:pt x="2088891" y="98328"/>
                </a:lnTo>
                <a:lnTo>
                  <a:pt x="2077028" y="98328"/>
                </a:lnTo>
                <a:close/>
                <a:moveTo>
                  <a:pt x="2152333" y="98328"/>
                </a:moveTo>
                <a:lnTo>
                  <a:pt x="2152333" y="89497"/>
                </a:lnTo>
                <a:cubicBezTo>
                  <a:pt x="2147895" y="96438"/>
                  <a:pt x="2141371" y="99909"/>
                  <a:pt x="2132760" y="99909"/>
                </a:cubicBezTo>
                <a:cubicBezTo>
                  <a:pt x="2127180" y="99909"/>
                  <a:pt x="2122050" y="98372"/>
                  <a:pt x="2117371" y="95296"/>
                </a:cubicBezTo>
                <a:cubicBezTo>
                  <a:pt x="2112692" y="92221"/>
                  <a:pt x="2109067" y="87926"/>
                  <a:pt x="2106497" y="82412"/>
                </a:cubicBezTo>
                <a:cubicBezTo>
                  <a:pt x="2103927" y="76898"/>
                  <a:pt x="2102642" y="70560"/>
                  <a:pt x="2102642" y="63399"/>
                </a:cubicBezTo>
                <a:cubicBezTo>
                  <a:pt x="2102642" y="56413"/>
                  <a:pt x="2103806" y="50075"/>
                  <a:pt x="2106135" y="44386"/>
                </a:cubicBezTo>
                <a:cubicBezTo>
                  <a:pt x="2108463" y="38696"/>
                  <a:pt x="2111956" y="34336"/>
                  <a:pt x="2116613" y="31304"/>
                </a:cubicBezTo>
                <a:cubicBezTo>
                  <a:pt x="2121270" y="28272"/>
                  <a:pt x="2126477" y="26757"/>
                  <a:pt x="2132232" y="26757"/>
                </a:cubicBezTo>
                <a:cubicBezTo>
                  <a:pt x="2136450" y="26757"/>
                  <a:pt x="2140207" y="27646"/>
                  <a:pt x="2143502" y="29426"/>
                </a:cubicBezTo>
                <a:cubicBezTo>
                  <a:pt x="2146797" y="31205"/>
                  <a:pt x="2149477" y="33523"/>
                  <a:pt x="2151542" y="36379"/>
                </a:cubicBezTo>
                <a:lnTo>
                  <a:pt x="2151542" y="1713"/>
                </a:lnTo>
                <a:lnTo>
                  <a:pt x="2163339" y="1713"/>
                </a:lnTo>
                <a:lnTo>
                  <a:pt x="2163339" y="98328"/>
                </a:lnTo>
                <a:lnTo>
                  <a:pt x="2152333" y="98328"/>
                </a:lnTo>
                <a:moveTo>
                  <a:pt x="2114834" y="63366"/>
                </a:moveTo>
                <a:cubicBezTo>
                  <a:pt x="2114834" y="72296"/>
                  <a:pt x="2116723" y="78971"/>
                  <a:pt x="2120502" y="83392"/>
                </a:cubicBezTo>
                <a:cubicBezTo>
                  <a:pt x="2124280" y="87813"/>
                  <a:pt x="2128739" y="90024"/>
                  <a:pt x="2133880" y="90024"/>
                </a:cubicBezTo>
                <a:cubicBezTo>
                  <a:pt x="2139064" y="90024"/>
                  <a:pt x="2143469" y="87912"/>
                  <a:pt x="2147094" y="83689"/>
                </a:cubicBezTo>
                <a:cubicBezTo>
                  <a:pt x="2150718" y="79464"/>
                  <a:pt x="2152531" y="73018"/>
                  <a:pt x="2152531" y="64350"/>
                </a:cubicBezTo>
                <a:cubicBezTo>
                  <a:pt x="2152531" y="54808"/>
                  <a:pt x="2150685" y="47805"/>
                  <a:pt x="2146995" y="43340"/>
                </a:cubicBezTo>
                <a:cubicBezTo>
                  <a:pt x="2143304" y="38875"/>
                  <a:pt x="2138757" y="36642"/>
                  <a:pt x="2133353" y="36642"/>
                </a:cubicBezTo>
                <a:cubicBezTo>
                  <a:pt x="2128080" y="36642"/>
                  <a:pt x="2123676" y="38787"/>
                  <a:pt x="2120139" y="43078"/>
                </a:cubicBezTo>
                <a:cubicBezTo>
                  <a:pt x="2116602" y="47367"/>
                  <a:pt x="2114834" y="54130"/>
                  <a:pt x="2114834" y="63366"/>
                </a:cubicBezTo>
                <a:close/>
                <a:moveTo>
                  <a:pt x="2227837" y="98328"/>
                </a:moveTo>
                <a:lnTo>
                  <a:pt x="2227837" y="88047"/>
                </a:lnTo>
                <a:cubicBezTo>
                  <a:pt x="2222389" y="95955"/>
                  <a:pt x="2214986" y="99909"/>
                  <a:pt x="2205627" y="99909"/>
                </a:cubicBezTo>
                <a:cubicBezTo>
                  <a:pt x="2201497" y="99909"/>
                  <a:pt x="2197642" y="99118"/>
                  <a:pt x="2194061" y="97537"/>
                </a:cubicBezTo>
                <a:cubicBezTo>
                  <a:pt x="2190481" y="95955"/>
                  <a:pt x="2187822" y="93967"/>
                  <a:pt x="2186087" y="91573"/>
                </a:cubicBezTo>
                <a:cubicBezTo>
                  <a:pt x="2184352" y="89178"/>
                  <a:pt x="2183132" y="86245"/>
                  <a:pt x="2182429" y="82774"/>
                </a:cubicBezTo>
                <a:cubicBezTo>
                  <a:pt x="2181946" y="80446"/>
                  <a:pt x="2181704" y="76755"/>
                  <a:pt x="2181704" y="71703"/>
                </a:cubicBezTo>
                <a:lnTo>
                  <a:pt x="2181704" y="28338"/>
                </a:lnTo>
                <a:lnTo>
                  <a:pt x="2193567" y="28338"/>
                </a:lnTo>
                <a:lnTo>
                  <a:pt x="2193567" y="67155"/>
                </a:lnTo>
                <a:cubicBezTo>
                  <a:pt x="2193567" y="73350"/>
                  <a:pt x="2193809" y="77524"/>
                  <a:pt x="2194292" y="79677"/>
                </a:cubicBezTo>
                <a:cubicBezTo>
                  <a:pt x="2195039" y="82796"/>
                  <a:pt x="2196621" y="85246"/>
                  <a:pt x="2199037" y="87025"/>
                </a:cubicBezTo>
                <a:cubicBezTo>
                  <a:pt x="2201453" y="88805"/>
                  <a:pt x="2204441" y="89694"/>
                  <a:pt x="2208000" y="89694"/>
                </a:cubicBezTo>
                <a:cubicBezTo>
                  <a:pt x="2211559" y="89694"/>
                  <a:pt x="2214898" y="88783"/>
                  <a:pt x="2218017" y="86959"/>
                </a:cubicBezTo>
                <a:cubicBezTo>
                  <a:pt x="2221137" y="85136"/>
                  <a:pt x="2223344" y="82654"/>
                  <a:pt x="2224640" y="79512"/>
                </a:cubicBezTo>
                <a:cubicBezTo>
                  <a:pt x="2225936" y="76371"/>
                  <a:pt x="2226585" y="71813"/>
                  <a:pt x="2226585" y="65837"/>
                </a:cubicBezTo>
                <a:lnTo>
                  <a:pt x="2226585" y="28338"/>
                </a:lnTo>
                <a:lnTo>
                  <a:pt x="2238447" y="28338"/>
                </a:lnTo>
                <a:lnTo>
                  <a:pt x="2238447" y="98328"/>
                </a:lnTo>
                <a:lnTo>
                  <a:pt x="2227837" y="98328"/>
                </a:lnTo>
                <a:close/>
                <a:moveTo>
                  <a:pt x="2302682" y="89686"/>
                </a:moveTo>
                <a:cubicBezTo>
                  <a:pt x="2298289" y="93423"/>
                  <a:pt x="2294060" y="96062"/>
                  <a:pt x="2289996" y="97601"/>
                </a:cubicBezTo>
                <a:cubicBezTo>
                  <a:pt x="2285932" y="99140"/>
                  <a:pt x="2281571" y="99909"/>
                  <a:pt x="2276914" y="99909"/>
                </a:cubicBezTo>
                <a:cubicBezTo>
                  <a:pt x="2269225" y="99909"/>
                  <a:pt x="2263316" y="98030"/>
                  <a:pt x="2259186" y="94270"/>
                </a:cubicBezTo>
                <a:cubicBezTo>
                  <a:pt x="2255056" y="90511"/>
                  <a:pt x="2252991" y="85708"/>
                  <a:pt x="2252991" y="79860"/>
                </a:cubicBezTo>
                <a:cubicBezTo>
                  <a:pt x="2252991" y="76432"/>
                  <a:pt x="2253771" y="73300"/>
                  <a:pt x="2255331" y="70465"/>
                </a:cubicBezTo>
                <a:cubicBezTo>
                  <a:pt x="2256891" y="67628"/>
                  <a:pt x="2258934" y="65353"/>
                  <a:pt x="2261460" y="63638"/>
                </a:cubicBezTo>
                <a:cubicBezTo>
                  <a:pt x="2263986" y="61923"/>
                  <a:pt x="2266831" y="60626"/>
                  <a:pt x="2269994" y="59747"/>
                </a:cubicBezTo>
                <a:cubicBezTo>
                  <a:pt x="2272323" y="59131"/>
                  <a:pt x="2275838" y="58537"/>
                  <a:pt x="2280539" y="57966"/>
                </a:cubicBezTo>
                <a:cubicBezTo>
                  <a:pt x="2290117" y="56832"/>
                  <a:pt x="2297168" y="55480"/>
                  <a:pt x="2301694" y="53909"/>
                </a:cubicBezTo>
                <a:cubicBezTo>
                  <a:pt x="2301738" y="52290"/>
                  <a:pt x="2301760" y="51262"/>
                  <a:pt x="2301760" y="50824"/>
                </a:cubicBezTo>
                <a:cubicBezTo>
                  <a:pt x="2301760" y="46009"/>
                  <a:pt x="2300639" y="42617"/>
                  <a:pt x="2298399" y="40648"/>
                </a:cubicBezTo>
                <a:cubicBezTo>
                  <a:pt x="2295367" y="37977"/>
                  <a:pt x="2290864" y="36642"/>
                  <a:pt x="2284888" y="36642"/>
                </a:cubicBezTo>
                <a:cubicBezTo>
                  <a:pt x="2279309" y="36642"/>
                  <a:pt x="2275190" y="37620"/>
                  <a:pt x="2272532" y="39575"/>
                </a:cubicBezTo>
                <a:cubicBezTo>
                  <a:pt x="2269874" y="41530"/>
                  <a:pt x="2267907" y="44990"/>
                  <a:pt x="2266633" y="49955"/>
                </a:cubicBezTo>
                <a:lnTo>
                  <a:pt x="2255034" y="48373"/>
                </a:lnTo>
                <a:cubicBezTo>
                  <a:pt x="2256089" y="43393"/>
                  <a:pt x="2257824" y="39372"/>
                  <a:pt x="2260241" y="36309"/>
                </a:cubicBezTo>
                <a:cubicBezTo>
                  <a:pt x="2262657" y="33245"/>
                  <a:pt x="2266150" y="30888"/>
                  <a:pt x="2270719" y="29236"/>
                </a:cubicBezTo>
                <a:cubicBezTo>
                  <a:pt x="2275289" y="27583"/>
                  <a:pt x="2280583" y="26757"/>
                  <a:pt x="2286602" y="26757"/>
                </a:cubicBezTo>
                <a:cubicBezTo>
                  <a:pt x="2292577" y="26757"/>
                  <a:pt x="2297432" y="27460"/>
                  <a:pt x="2301167" y="28866"/>
                </a:cubicBezTo>
                <a:cubicBezTo>
                  <a:pt x="2304901" y="30272"/>
                  <a:pt x="2307647" y="32040"/>
                  <a:pt x="2309405" y="34171"/>
                </a:cubicBezTo>
                <a:cubicBezTo>
                  <a:pt x="2311162" y="36302"/>
                  <a:pt x="2312392" y="38993"/>
                  <a:pt x="2313095" y="42244"/>
                </a:cubicBezTo>
                <a:cubicBezTo>
                  <a:pt x="2313491" y="44265"/>
                  <a:pt x="2313688" y="47912"/>
                  <a:pt x="2313688" y="53184"/>
                </a:cubicBezTo>
                <a:lnTo>
                  <a:pt x="2313688" y="69001"/>
                </a:lnTo>
                <a:cubicBezTo>
                  <a:pt x="2313688" y="80029"/>
                  <a:pt x="2313941" y="87003"/>
                  <a:pt x="2314446" y="89925"/>
                </a:cubicBezTo>
                <a:cubicBezTo>
                  <a:pt x="2314951" y="92847"/>
                  <a:pt x="2315951" y="95648"/>
                  <a:pt x="2317445" y="98328"/>
                </a:cubicBezTo>
                <a:lnTo>
                  <a:pt x="2305055" y="98328"/>
                </a:lnTo>
                <a:cubicBezTo>
                  <a:pt x="2303825" y="95865"/>
                  <a:pt x="2303034" y="92984"/>
                  <a:pt x="2302682" y="89686"/>
                </a:cubicBezTo>
                <a:moveTo>
                  <a:pt x="2301694" y="63135"/>
                </a:moveTo>
                <a:cubicBezTo>
                  <a:pt x="2297388" y="64908"/>
                  <a:pt x="2290930" y="66414"/>
                  <a:pt x="2282318" y="67654"/>
                </a:cubicBezTo>
                <a:cubicBezTo>
                  <a:pt x="2277441" y="68360"/>
                  <a:pt x="2273992" y="69154"/>
                  <a:pt x="2271971" y="70037"/>
                </a:cubicBezTo>
                <a:cubicBezTo>
                  <a:pt x="2269950" y="70918"/>
                  <a:pt x="2268391" y="72209"/>
                  <a:pt x="2267292" y="73908"/>
                </a:cubicBezTo>
                <a:cubicBezTo>
                  <a:pt x="2266194" y="75607"/>
                  <a:pt x="2265645" y="77493"/>
                  <a:pt x="2265645" y="79566"/>
                </a:cubicBezTo>
                <a:cubicBezTo>
                  <a:pt x="2265645" y="82742"/>
                  <a:pt x="2266842" y="85389"/>
                  <a:pt x="2269236" y="87507"/>
                </a:cubicBezTo>
                <a:cubicBezTo>
                  <a:pt x="2271631" y="89624"/>
                  <a:pt x="2275135" y="90683"/>
                  <a:pt x="2279748" y="90683"/>
                </a:cubicBezTo>
                <a:cubicBezTo>
                  <a:pt x="2284317" y="90683"/>
                  <a:pt x="2288381" y="89679"/>
                  <a:pt x="2291940" y="87670"/>
                </a:cubicBezTo>
                <a:cubicBezTo>
                  <a:pt x="2295499" y="85661"/>
                  <a:pt x="2298113" y="82913"/>
                  <a:pt x="2299783" y="79426"/>
                </a:cubicBezTo>
                <a:cubicBezTo>
                  <a:pt x="2301057" y="76732"/>
                  <a:pt x="2301694" y="72759"/>
                  <a:pt x="2301694" y="67506"/>
                </a:cubicBezTo>
                <a:lnTo>
                  <a:pt x="2301694" y="63135"/>
                </a:lnTo>
                <a:close/>
                <a:moveTo>
                  <a:pt x="2331791" y="98328"/>
                </a:moveTo>
                <a:lnTo>
                  <a:pt x="2331791" y="1713"/>
                </a:lnTo>
                <a:lnTo>
                  <a:pt x="2343654" y="1713"/>
                </a:lnTo>
                <a:lnTo>
                  <a:pt x="2343654" y="98328"/>
                </a:lnTo>
                <a:lnTo>
                  <a:pt x="2331791" y="98328"/>
                </a:lnTo>
                <a:close/>
                <a:moveTo>
                  <a:pt x="2357273" y="77370"/>
                </a:moveTo>
                <a:lnTo>
                  <a:pt x="2369003" y="75525"/>
                </a:lnTo>
                <a:cubicBezTo>
                  <a:pt x="2369662" y="80206"/>
                  <a:pt x="2371497" y="83793"/>
                  <a:pt x="2374506" y="86286"/>
                </a:cubicBezTo>
                <a:cubicBezTo>
                  <a:pt x="2377516" y="88778"/>
                  <a:pt x="2381723" y="90024"/>
                  <a:pt x="2387127" y="90024"/>
                </a:cubicBezTo>
                <a:cubicBezTo>
                  <a:pt x="2392575" y="90024"/>
                  <a:pt x="2396617" y="88923"/>
                  <a:pt x="2399253" y="86723"/>
                </a:cubicBezTo>
                <a:cubicBezTo>
                  <a:pt x="2401889" y="84520"/>
                  <a:pt x="2403207" y="81938"/>
                  <a:pt x="2403207" y="78975"/>
                </a:cubicBezTo>
                <a:cubicBezTo>
                  <a:pt x="2403207" y="76315"/>
                  <a:pt x="2402043" y="74223"/>
                  <a:pt x="2399714" y="72697"/>
                </a:cubicBezTo>
                <a:cubicBezTo>
                  <a:pt x="2398089" y="71651"/>
                  <a:pt x="2394047" y="70322"/>
                  <a:pt x="2387588" y="68708"/>
                </a:cubicBezTo>
                <a:cubicBezTo>
                  <a:pt x="2378889" y="66510"/>
                  <a:pt x="2372859" y="64609"/>
                  <a:pt x="2369498" y="63004"/>
                </a:cubicBezTo>
                <a:cubicBezTo>
                  <a:pt x="2366137" y="61398"/>
                  <a:pt x="2363588" y="59178"/>
                  <a:pt x="2361853" y="56341"/>
                </a:cubicBezTo>
                <a:cubicBezTo>
                  <a:pt x="2360117" y="53505"/>
                  <a:pt x="2359250" y="50371"/>
                  <a:pt x="2359250" y="46942"/>
                </a:cubicBezTo>
                <a:cubicBezTo>
                  <a:pt x="2359250" y="43819"/>
                  <a:pt x="2359964" y="40928"/>
                  <a:pt x="2361392" y="38267"/>
                </a:cubicBezTo>
                <a:cubicBezTo>
                  <a:pt x="2362820" y="35606"/>
                  <a:pt x="2364764" y="33396"/>
                  <a:pt x="2367224" y="31638"/>
                </a:cubicBezTo>
                <a:cubicBezTo>
                  <a:pt x="2369069" y="30274"/>
                  <a:pt x="2371585" y="29120"/>
                  <a:pt x="2374770" y="28176"/>
                </a:cubicBezTo>
                <a:cubicBezTo>
                  <a:pt x="2377955" y="27230"/>
                  <a:pt x="2381371" y="26757"/>
                  <a:pt x="2385018" y="26757"/>
                </a:cubicBezTo>
                <a:cubicBezTo>
                  <a:pt x="2390510" y="26757"/>
                  <a:pt x="2395332" y="27553"/>
                  <a:pt x="2399484" y="29146"/>
                </a:cubicBezTo>
                <a:cubicBezTo>
                  <a:pt x="2403636" y="30737"/>
                  <a:pt x="2406700" y="32893"/>
                  <a:pt x="2408677" y="35615"/>
                </a:cubicBezTo>
                <a:cubicBezTo>
                  <a:pt x="2410654" y="38334"/>
                  <a:pt x="2412016" y="41972"/>
                  <a:pt x="2412763" y="46528"/>
                </a:cubicBezTo>
                <a:lnTo>
                  <a:pt x="2401164" y="48109"/>
                </a:lnTo>
                <a:cubicBezTo>
                  <a:pt x="2400637" y="44507"/>
                  <a:pt x="2399110" y="41695"/>
                  <a:pt x="2396584" y="39674"/>
                </a:cubicBezTo>
                <a:cubicBezTo>
                  <a:pt x="2394058" y="37653"/>
                  <a:pt x="2390488" y="36642"/>
                  <a:pt x="2385875" y="36642"/>
                </a:cubicBezTo>
                <a:cubicBezTo>
                  <a:pt x="2380427" y="36642"/>
                  <a:pt x="2376538" y="37539"/>
                  <a:pt x="2374210" y="39332"/>
                </a:cubicBezTo>
                <a:cubicBezTo>
                  <a:pt x="2371881" y="41124"/>
                  <a:pt x="2370717" y="43222"/>
                  <a:pt x="2370717" y="45628"/>
                </a:cubicBezTo>
                <a:cubicBezTo>
                  <a:pt x="2370717" y="47157"/>
                  <a:pt x="2371200" y="48534"/>
                  <a:pt x="2372167" y="49759"/>
                </a:cubicBezTo>
                <a:cubicBezTo>
                  <a:pt x="2373133" y="51026"/>
                  <a:pt x="2374649" y="52075"/>
                  <a:pt x="2376714" y="52906"/>
                </a:cubicBezTo>
                <a:cubicBezTo>
                  <a:pt x="2377900" y="53344"/>
                  <a:pt x="2381393" y="54350"/>
                  <a:pt x="2387193" y="55923"/>
                </a:cubicBezTo>
                <a:cubicBezTo>
                  <a:pt x="2395584" y="58162"/>
                  <a:pt x="2401439" y="59995"/>
                  <a:pt x="2404756" y="61422"/>
                </a:cubicBezTo>
                <a:cubicBezTo>
                  <a:pt x="2408073" y="62848"/>
                  <a:pt x="2410676" y="64923"/>
                  <a:pt x="2412565" y="67646"/>
                </a:cubicBezTo>
                <a:cubicBezTo>
                  <a:pt x="2414455" y="70367"/>
                  <a:pt x="2415399" y="73746"/>
                  <a:pt x="2415399" y="77784"/>
                </a:cubicBezTo>
                <a:cubicBezTo>
                  <a:pt x="2415399" y="81736"/>
                  <a:pt x="2414246" y="85457"/>
                  <a:pt x="2411939" y="88947"/>
                </a:cubicBezTo>
                <a:cubicBezTo>
                  <a:pt x="2409633" y="92435"/>
                  <a:pt x="2406305" y="95135"/>
                  <a:pt x="2401955" y="97045"/>
                </a:cubicBezTo>
                <a:cubicBezTo>
                  <a:pt x="2397605" y="98954"/>
                  <a:pt x="2392685" y="99909"/>
                  <a:pt x="2387193" y="99909"/>
                </a:cubicBezTo>
                <a:cubicBezTo>
                  <a:pt x="2378098" y="99909"/>
                  <a:pt x="2371167" y="98015"/>
                  <a:pt x="2366400" y="94225"/>
                </a:cubicBezTo>
                <a:cubicBezTo>
                  <a:pt x="2361633" y="90436"/>
                  <a:pt x="2358591" y="84817"/>
                  <a:pt x="2357273" y="773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fromgovernmentactionsthatinfringeupon">
            <a:extLst xmlns:a="http://schemas.openxmlformats.org/drawingml/2006/main">
              <a:ext uri="{FF2B5EF4-FFF2-40B4-BE49-F238E27FC236}">
                <a16:creationId xmlns:a16="http://schemas.microsoft.com/office/drawing/2014/main" id="{AF6A0379-7888-4663-BEF6-E019475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349" y="2514306"/>
            <a:ext cx="2555118" cy="126666"/>
          </a:xfrm>
          <a:custGeom xmlns:a="http://schemas.openxmlformats.org/drawingml/2006/main">
            <a:pathLst>
              <a:path w="2555118" h="126666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45035" y="98196"/>
                </a:moveTo>
                <a:lnTo>
                  <a:pt x="45035" y="28207"/>
                </a:lnTo>
                <a:lnTo>
                  <a:pt x="55711" y="28207"/>
                </a:lnTo>
                <a:lnTo>
                  <a:pt x="55711" y="38751"/>
                </a:lnTo>
                <a:cubicBezTo>
                  <a:pt x="58435" y="33814"/>
                  <a:pt x="60950" y="30559"/>
                  <a:pt x="63257" y="28985"/>
                </a:cubicBezTo>
                <a:cubicBezTo>
                  <a:pt x="65564" y="27412"/>
                  <a:pt x="68101" y="26625"/>
                  <a:pt x="70869" y="26625"/>
                </a:cubicBezTo>
                <a:cubicBezTo>
                  <a:pt x="74867" y="26625"/>
                  <a:pt x="78931" y="27894"/>
                  <a:pt x="83061" y="30431"/>
                </a:cubicBezTo>
                <a:lnTo>
                  <a:pt x="78975" y="41387"/>
                </a:lnTo>
                <a:cubicBezTo>
                  <a:pt x="76075" y="39674"/>
                  <a:pt x="73175" y="38817"/>
                  <a:pt x="70276" y="38817"/>
                </a:cubicBezTo>
                <a:cubicBezTo>
                  <a:pt x="67684" y="38817"/>
                  <a:pt x="65355" y="39598"/>
                  <a:pt x="63290" y="41161"/>
                </a:cubicBezTo>
                <a:cubicBezTo>
                  <a:pt x="61225" y="42722"/>
                  <a:pt x="59753" y="44888"/>
                  <a:pt x="58874" y="47658"/>
                </a:cubicBezTo>
                <a:cubicBezTo>
                  <a:pt x="57556" y="51880"/>
                  <a:pt x="56897" y="56498"/>
                  <a:pt x="56897" y="61512"/>
                </a:cubicBezTo>
                <a:lnTo>
                  <a:pt x="56897" y="98196"/>
                </a:lnTo>
                <a:lnTo>
                  <a:pt x="45035" y="98196"/>
                </a:lnTo>
                <a:close/>
                <a:moveTo>
                  <a:pt x="85696" y="63201"/>
                </a:moveTo>
                <a:cubicBezTo>
                  <a:pt x="85696" y="50240"/>
                  <a:pt x="89299" y="40640"/>
                  <a:pt x="96504" y="34402"/>
                </a:cubicBezTo>
                <a:cubicBezTo>
                  <a:pt x="102523" y="29217"/>
                  <a:pt x="109860" y="26625"/>
                  <a:pt x="118516" y="26625"/>
                </a:cubicBezTo>
                <a:cubicBezTo>
                  <a:pt x="128138" y="26625"/>
                  <a:pt x="136002" y="29777"/>
                  <a:pt x="142109" y="36082"/>
                </a:cubicBezTo>
                <a:cubicBezTo>
                  <a:pt x="148216" y="42387"/>
                  <a:pt x="151270" y="51097"/>
                  <a:pt x="151270" y="62213"/>
                </a:cubicBezTo>
                <a:cubicBezTo>
                  <a:pt x="151270" y="71219"/>
                  <a:pt x="149919" y="78304"/>
                  <a:pt x="147217" y="83466"/>
                </a:cubicBezTo>
                <a:cubicBezTo>
                  <a:pt x="144515" y="88629"/>
                  <a:pt x="140582" y="92638"/>
                  <a:pt x="135420" y="95494"/>
                </a:cubicBezTo>
                <a:cubicBezTo>
                  <a:pt x="130257" y="98350"/>
                  <a:pt x="124623" y="99778"/>
                  <a:pt x="118516" y="99778"/>
                </a:cubicBezTo>
                <a:cubicBezTo>
                  <a:pt x="108718" y="99778"/>
                  <a:pt x="100799" y="96636"/>
                  <a:pt x="94758" y="90353"/>
                </a:cubicBezTo>
                <a:cubicBezTo>
                  <a:pt x="88716" y="84071"/>
                  <a:pt x="85696" y="75020"/>
                  <a:pt x="85696" y="63201"/>
                </a:cubicBezTo>
                <a:moveTo>
                  <a:pt x="97888" y="63168"/>
                </a:moveTo>
                <a:cubicBezTo>
                  <a:pt x="97888" y="72098"/>
                  <a:pt x="99843" y="78785"/>
                  <a:pt x="103753" y="83228"/>
                </a:cubicBezTo>
                <a:cubicBezTo>
                  <a:pt x="107664" y="87671"/>
                  <a:pt x="112584" y="89892"/>
                  <a:pt x="118516" y="89892"/>
                </a:cubicBezTo>
                <a:cubicBezTo>
                  <a:pt x="124403" y="89892"/>
                  <a:pt x="129302" y="87660"/>
                  <a:pt x="133212" y="83195"/>
                </a:cubicBezTo>
                <a:cubicBezTo>
                  <a:pt x="137122" y="78730"/>
                  <a:pt x="139077" y="71923"/>
                  <a:pt x="139077" y="62775"/>
                </a:cubicBezTo>
                <a:cubicBezTo>
                  <a:pt x="139077" y="54151"/>
                  <a:pt x="137111" y="47618"/>
                  <a:pt x="133179" y="43175"/>
                </a:cubicBezTo>
                <a:cubicBezTo>
                  <a:pt x="129247" y="38732"/>
                  <a:pt x="124359" y="36510"/>
                  <a:pt x="118516" y="36510"/>
                </a:cubicBezTo>
                <a:cubicBezTo>
                  <a:pt x="112584" y="36510"/>
                  <a:pt x="107664" y="38721"/>
                  <a:pt x="103753" y="43142"/>
                </a:cubicBezTo>
                <a:cubicBezTo>
                  <a:pt x="99843" y="47563"/>
                  <a:pt x="97888" y="54238"/>
                  <a:pt x="97888" y="63168"/>
                </a:cubicBezTo>
                <a:close/>
                <a:moveTo>
                  <a:pt x="165155" y="98196"/>
                </a:moveTo>
                <a:lnTo>
                  <a:pt x="165155" y="28207"/>
                </a:lnTo>
                <a:lnTo>
                  <a:pt x="175765" y="28207"/>
                </a:lnTo>
                <a:lnTo>
                  <a:pt x="175765" y="37960"/>
                </a:lnTo>
                <a:cubicBezTo>
                  <a:pt x="177962" y="34553"/>
                  <a:pt x="180884" y="31811"/>
                  <a:pt x="184530" y="29737"/>
                </a:cubicBezTo>
                <a:cubicBezTo>
                  <a:pt x="188177" y="27662"/>
                  <a:pt x="192329" y="26625"/>
                  <a:pt x="196986" y="26625"/>
                </a:cubicBezTo>
                <a:cubicBezTo>
                  <a:pt x="202170" y="26625"/>
                  <a:pt x="206421" y="27696"/>
                  <a:pt x="209738" y="29838"/>
                </a:cubicBezTo>
                <a:cubicBezTo>
                  <a:pt x="213055" y="31978"/>
                  <a:pt x="215395" y="34971"/>
                  <a:pt x="216757" y="38817"/>
                </a:cubicBezTo>
                <a:cubicBezTo>
                  <a:pt x="222293" y="30689"/>
                  <a:pt x="229498" y="26625"/>
                  <a:pt x="238373" y="26625"/>
                </a:cubicBezTo>
                <a:cubicBezTo>
                  <a:pt x="245315" y="26625"/>
                  <a:pt x="250653" y="28547"/>
                  <a:pt x="254388" y="32391"/>
                </a:cubicBezTo>
                <a:cubicBezTo>
                  <a:pt x="258122" y="36236"/>
                  <a:pt x="259990" y="42156"/>
                  <a:pt x="259990" y="50152"/>
                </a:cubicBezTo>
                <a:lnTo>
                  <a:pt x="259990" y="98196"/>
                </a:lnTo>
                <a:lnTo>
                  <a:pt x="248193" y="98196"/>
                </a:lnTo>
                <a:lnTo>
                  <a:pt x="248193" y="54059"/>
                </a:lnTo>
                <a:cubicBezTo>
                  <a:pt x="248193" y="49309"/>
                  <a:pt x="247808" y="45889"/>
                  <a:pt x="247040" y="43801"/>
                </a:cubicBezTo>
                <a:cubicBezTo>
                  <a:pt x="246271" y="41711"/>
                  <a:pt x="244876" y="40029"/>
                  <a:pt x="242855" y="38753"/>
                </a:cubicBezTo>
                <a:cubicBezTo>
                  <a:pt x="240834" y="37478"/>
                  <a:pt x="238461" y="36840"/>
                  <a:pt x="235737" y="36840"/>
                </a:cubicBezTo>
                <a:cubicBezTo>
                  <a:pt x="230816" y="36840"/>
                  <a:pt x="226730" y="38479"/>
                  <a:pt x="223479" y="41756"/>
                </a:cubicBezTo>
                <a:cubicBezTo>
                  <a:pt x="220228" y="45032"/>
                  <a:pt x="218602" y="50277"/>
                  <a:pt x="218602" y="57490"/>
                </a:cubicBezTo>
                <a:lnTo>
                  <a:pt x="218602" y="98196"/>
                </a:lnTo>
                <a:lnTo>
                  <a:pt x="206740" y="98196"/>
                </a:lnTo>
                <a:lnTo>
                  <a:pt x="206740" y="52673"/>
                </a:lnTo>
                <a:cubicBezTo>
                  <a:pt x="206740" y="47395"/>
                  <a:pt x="205773" y="43437"/>
                  <a:pt x="203840" y="40798"/>
                </a:cubicBezTo>
                <a:cubicBezTo>
                  <a:pt x="201907" y="38159"/>
                  <a:pt x="198743" y="36840"/>
                  <a:pt x="194350" y="36840"/>
                </a:cubicBezTo>
                <a:cubicBezTo>
                  <a:pt x="191011" y="36840"/>
                  <a:pt x="187924" y="37720"/>
                  <a:pt x="185090" y="39480"/>
                </a:cubicBezTo>
                <a:cubicBezTo>
                  <a:pt x="182257" y="41239"/>
                  <a:pt x="180203" y="43812"/>
                  <a:pt x="178929" y="47199"/>
                </a:cubicBezTo>
                <a:cubicBezTo>
                  <a:pt x="177654" y="50585"/>
                  <a:pt x="177017" y="55467"/>
                  <a:pt x="177017" y="61844"/>
                </a:cubicBezTo>
                <a:lnTo>
                  <a:pt x="177017" y="98196"/>
                </a:lnTo>
                <a:lnTo>
                  <a:pt x="165155" y="98196"/>
                </a:lnTo>
                <a:close/>
                <a:moveTo>
                  <a:pt x="312932" y="103995"/>
                </a:moveTo>
                <a:lnTo>
                  <a:pt x="324465" y="105709"/>
                </a:lnTo>
                <a:cubicBezTo>
                  <a:pt x="324948" y="109268"/>
                  <a:pt x="326288" y="111860"/>
                  <a:pt x="328485" y="113485"/>
                </a:cubicBezTo>
                <a:cubicBezTo>
                  <a:pt x="331429" y="115682"/>
                  <a:pt x="335449" y="116781"/>
                  <a:pt x="340545" y="116781"/>
                </a:cubicBezTo>
                <a:cubicBezTo>
                  <a:pt x="346037" y="116781"/>
                  <a:pt x="350277" y="115679"/>
                  <a:pt x="353265" y="113477"/>
                </a:cubicBezTo>
                <a:cubicBezTo>
                  <a:pt x="356252" y="111276"/>
                  <a:pt x="358273" y="108194"/>
                  <a:pt x="359328" y="104230"/>
                </a:cubicBezTo>
                <a:cubicBezTo>
                  <a:pt x="359943" y="101810"/>
                  <a:pt x="360228" y="96724"/>
                  <a:pt x="360184" y="88974"/>
                </a:cubicBezTo>
                <a:cubicBezTo>
                  <a:pt x="355000" y="95122"/>
                  <a:pt x="348542" y="98196"/>
                  <a:pt x="340809" y="98196"/>
                </a:cubicBezTo>
                <a:cubicBezTo>
                  <a:pt x="331187" y="98196"/>
                  <a:pt x="323740" y="94725"/>
                  <a:pt x="318468" y="87783"/>
                </a:cubicBezTo>
                <a:cubicBezTo>
                  <a:pt x="313195" y="80841"/>
                  <a:pt x="310559" y="72516"/>
                  <a:pt x="310559" y="62806"/>
                </a:cubicBezTo>
                <a:cubicBezTo>
                  <a:pt x="310559" y="56128"/>
                  <a:pt x="311768" y="49966"/>
                  <a:pt x="314184" y="44320"/>
                </a:cubicBezTo>
                <a:cubicBezTo>
                  <a:pt x="316600" y="38674"/>
                  <a:pt x="320104" y="34314"/>
                  <a:pt x="324696" y="31238"/>
                </a:cubicBezTo>
                <a:cubicBezTo>
                  <a:pt x="329287" y="28163"/>
                  <a:pt x="334680" y="26625"/>
                  <a:pt x="340875" y="26625"/>
                </a:cubicBezTo>
                <a:cubicBezTo>
                  <a:pt x="349135" y="26625"/>
                  <a:pt x="355945" y="29986"/>
                  <a:pt x="361305" y="36708"/>
                </a:cubicBezTo>
                <a:lnTo>
                  <a:pt x="361305" y="28207"/>
                </a:lnTo>
                <a:lnTo>
                  <a:pt x="372245" y="28207"/>
                </a:lnTo>
                <a:lnTo>
                  <a:pt x="372245" y="88747"/>
                </a:lnTo>
                <a:cubicBezTo>
                  <a:pt x="372245" y="99650"/>
                  <a:pt x="371135" y="107376"/>
                  <a:pt x="368917" y="111926"/>
                </a:cubicBezTo>
                <a:cubicBezTo>
                  <a:pt x="366698" y="116476"/>
                  <a:pt x="363183" y="120070"/>
                  <a:pt x="358372" y="122708"/>
                </a:cubicBezTo>
                <a:cubicBezTo>
                  <a:pt x="353561" y="125347"/>
                  <a:pt x="347641" y="126666"/>
                  <a:pt x="340611" y="126666"/>
                </a:cubicBezTo>
                <a:cubicBezTo>
                  <a:pt x="332263" y="126666"/>
                  <a:pt x="325519" y="124782"/>
                  <a:pt x="320379" y="121015"/>
                </a:cubicBezTo>
                <a:cubicBezTo>
                  <a:pt x="315238" y="117247"/>
                  <a:pt x="312756" y="111574"/>
                  <a:pt x="312932" y="103995"/>
                </a:cubicBezTo>
                <a:moveTo>
                  <a:pt x="322751" y="61951"/>
                </a:moveTo>
                <a:cubicBezTo>
                  <a:pt x="322751" y="71110"/>
                  <a:pt x="324575" y="77793"/>
                  <a:pt x="328221" y="82000"/>
                </a:cubicBezTo>
                <a:cubicBezTo>
                  <a:pt x="331868" y="86207"/>
                  <a:pt x="336437" y="88310"/>
                  <a:pt x="341929" y="88310"/>
                </a:cubicBezTo>
                <a:cubicBezTo>
                  <a:pt x="347377" y="88310"/>
                  <a:pt x="351947" y="86218"/>
                  <a:pt x="355637" y="82033"/>
                </a:cubicBezTo>
                <a:cubicBezTo>
                  <a:pt x="359328" y="77848"/>
                  <a:pt x="361173" y="71285"/>
                  <a:pt x="361173" y="62344"/>
                </a:cubicBezTo>
                <a:cubicBezTo>
                  <a:pt x="361173" y="53799"/>
                  <a:pt x="359273" y="47357"/>
                  <a:pt x="355472" y="43018"/>
                </a:cubicBezTo>
                <a:cubicBezTo>
                  <a:pt x="351672" y="38680"/>
                  <a:pt x="347092" y="36510"/>
                  <a:pt x="341732" y="36510"/>
                </a:cubicBezTo>
                <a:cubicBezTo>
                  <a:pt x="336459" y="36510"/>
                  <a:pt x="331978" y="38647"/>
                  <a:pt x="328287" y="42919"/>
                </a:cubicBezTo>
                <a:cubicBezTo>
                  <a:pt x="324597" y="47192"/>
                  <a:pt x="322751" y="53536"/>
                  <a:pt x="322751" y="61951"/>
                </a:cubicBezTo>
                <a:close/>
                <a:moveTo>
                  <a:pt x="385733" y="63201"/>
                </a:moveTo>
                <a:cubicBezTo>
                  <a:pt x="385733" y="50240"/>
                  <a:pt x="389336" y="40640"/>
                  <a:pt x="396541" y="34402"/>
                </a:cubicBezTo>
                <a:cubicBezTo>
                  <a:pt x="402560" y="29217"/>
                  <a:pt x="409898" y="26625"/>
                  <a:pt x="418553" y="26625"/>
                </a:cubicBezTo>
                <a:cubicBezTo>
                  <a:pt x="428175" y="26625"/>
                  <a:pt x="436039" y="29777"/>
                  <a:pt x="442146" y="36082"/>
                </a:cubicBezTo>
                <a:cubicBezTo>
                  <a:pt x="448253" y="42387"/>
                  <a:pt x="451307" y="51097"/>
                  <a:pt x="451307" y="62213"/>
                </a:cubicBezTo>
                <a:cubicBezTo>
                  <a:pt x="451307" y="71219"/>
                  <a:pt x="449956" y="78304"/>
                  <a:pt x="447254" y="83466"/>
                </a:cubicBezTo>
                <a:cubicBezTo>
                  <a:pt x="444552" y="88629"/>
                  <a:pt x="440619" y="92638"/>
                  <a:pt x="435457" y="95494"/>
                </a:cubicBezTo>
                <a:cubicBezTo>
                  <a:pt x="430295" y="98350"/>
                  <a:pt x="424660" y="99778"/>
                  <a:pt x="418553" y="99778"/>
                </a:cubicBezTo>
                <a:cubicBezTo>
                  <a:pt x="408755" y="99778"/>
                  <a:pt x="400836" y="96636"/>
                  <a:pt x="394795" y="90353"/>
                </a:cubicBezTo>
                <a:cubicBezTo>
                  <a:pt x="388754" y="84071"/>
                  <a:pt x="385733" y="75020"/>
                  <a:pt x="385733" y="63201"/>
                </a:cubicBezTo>
                <a:moveTo>
                  <a:pt x="397925" y="63168"/>
                </a:moveTo>
                <a:cubicBezTo>
                  <a:pt x="397925" y="72098"/>
                  <a:pt x="399880" y="78785"/>
                  <a:pt x="403791" y="83228"/>
                </a:cubicBezTo>
                <a:cubicBezTo>
                  <a:pt x="407701" y="87671"/>
                  <a:pt x="412622" y="89892"/>
                  <a:pt x="418553" y="89892"/>
                </a:cubicBezTo>
                <a:cubicBezTo>
                  <a:pt x="424440" y="89892"/>
                  <a:pt x="429339" y="87660"/>
                  <a:pt x="433249" y="83195"/>
                </a:cubicBezTo>
                <a:cubicBezTo>
                  <a:pt x="437160" y="78730"/>
                  <a:pt x="439115" y="71923"/>
                  <a:pt x="439115" y="62775"/>
                </a:cubicBezTo>
                <a:cubicBezTo>
                  <a:pt x="439115" y="54151"/>
                  <a:pt x="437149" y="47618"/>
                  <a:pt x="433216" y="43175"/>
                </a:cubicBezTo>
                <a:cubicBezTo>
                  <a:pt x="429284" y="38732"/>
                  <a:pt x="424396" y="36510"/>
                  <a:pt x="418553" y="36510"/>
                </a:cubicBezTo>
                <a:cubicBezTo>
                  <a:pt x="412622" y="36510"/>
                  <a:pt x="407701" y="38721"/>
                  <a:pt x="403791" y="43142"/>
                </a:cubicBezTo>
                <a:cubicBezTo>
                  <a:pt x="399880" y="47563"/>
                  <a:pt x="397925" y="54238"/>
                  <a:pt x="397925" y="63168"/>
                </a:cubicBezTo>
                <a:close/>
                <a:moveTo>
                  <a:pt x="484634" y="98196"/>
                </a:moveTo>
                <a:lnTo>
                  <a:pt x="458009" y="28207"/>
                </a:lnTo>
                <a:lnTo>
                  <a:pt x="470530" y="28207"/>
                </a:lnTo>
                <a:lnTo>
                  <a:pt x="485556" y="70121"/>
                </a:lnTo>
                <a:cubicBezTo>
                  <a:pt x="487182" y="74646"/>
                  <a:pt x="488676" y="79348"/>
                  <a:pt x="490038" y="84224"/>
                </a:cubicBezTo>
                <a:cubicBezTo>
                  <a:pt x="491092" y="80534"/>
                  <a:pt x="492564" y="76096"/>
                  <a:pt x="494453" y="70912"/>
                </a:cubicBezTo>
                <a:lnTo>
                  <a:pt x="510006" y="28207"/>
                </a:lnTo>
                <a:lnTo>
                  <a:pt x="522199" y="28207"/>
                </a:lnTo>
                <a:lnTo>
                  <a:pt x="495705" y="98196"/>
                </a:lnTo>
                <a:lnTo>
                  <a:pt x="484634" y="98196"/>
                </a:lnTo>
                <a:close/>
                <a:moveTo>
                  <a:pt x="580589" y="75657"/>
                </a:moveTo>
                <a:lnTo>
                  <a:pt x="592848" y="77173"/>
                </a:lnTo>
                <a:cubicBezTo>
                  <a:pt x="590914" y="84334"/>
                  <a:pt x="587334" y="89892"/>
                  <a:pt x="582105" y="93846"/>
                </a:cubicBezTo>
                <a:cubicBezTo>
                  <a:pt x="576877" y="97800"/>
                  <a:pt x="570199" y="99778"/>
                  <a:pt x="562071" y="99778"/>
                </a:cubicBezTo>
                <a:cubicBezTo>
                  <a:pt x="551834" y="99778"/>
                  <a:pt x="543717" y="96625"/>
                  <a:pt x="537719" y="90320"/>
                </a:cubicBezTo>
                <a:cubicBezTo>
                  <a:pt x="531722" y="84016"/>
                  <a:pt x="528724" y="75174"/>
                  <a:pt x="528724" y="63794"/>
                </a:cubicBezTo>
                <a:cubicBezTo>
                  <a:pt x="528724" y="52020"/>
                  <a:pt x="531755" y="42881"/>
                  <a:pt x="537818" y="36379"/>
                </a:cubicBezTo>
                <a:cubicBezTo>
                  <a:pt x="543881" y="29876"/>
                  <a:pt x="551746" y="26625"/>
                  <a:pt x="561412" y="26625"/>
                </a:cubicBezTo>
                <a:cubicBezTo>
                  <a:pt x="570770" y="26625"/>
                  <a:pt x="578415" y="29805"/>
                  <a:pt x="584346" y="36166"/>
                </a:cubicBezTo>
                <a:cubicBezTo>
                  <a:pt x="590277" y="42526"/>
                  <a:pt x="593243" y="51474"/>
                  <a:pt x="593243" y="63010"/>
                </a:cubicBezTo>
                <a:cubicBezTo>
                  <a:pt x="593243" y="63711"/>
                  <a:pt x="593221" y="64764"/>
                  <a:pt x="593177" y="66167"/>
                </a:cubicBezTo>
                <a:lnTo>
                  <a:pt x="540982" y="66167"/>
                </a:lnTo>
                <a:cubicBezTo>
                  <a:pt x="541421" y="73834"/>
                  <a:pt x="543596" y="79704"/>
                  <a:pt x="547506" y="83780"/>
                </a:cubicBezTo>
                <a:cubicBezTo>
                  <a:pt x="551416" y="87855"/>
                  <a:pt x="556293" y="89892"/>
                  <a:pt x="562137" y="89892"/>
                </a:cubicBezTo>
                <a:cubicBezTo>
                  <a:pt x="566486" y="89892"/>
                  <a:pt x="570199" y="88761"/>
                  <a:pt x="573274" y="86498"/>
                </a:cubicBezTo>
                <a:cubicBezTo>
                  <a:pt x="576350" y="84234"/>
                  <a:pt x="578788" y="80620"/>
                  <a:pt x="580589" y="75657"/>
                </a:cubicBezTo>
                <a:moveTo>
                  <a:pt x="541641" y="56281"/>
                </a:moveTo>
                <a:lnTo>
                  <a:pt x="580721" y="56281"/>
                </a:lnTo>
                <a:cubicBezTo>
                  <a:pt x="580194" y="50490"/>
                  <a:pt x="578700" y="46147"/>
                  <a:pt x="576240" y="43251"/>
                </a:cubicBezTo>
                <a:cubicBezTo>
                  <a:pt x="572461" y="38757"/>
                  <a:pt x="567563" y="36510"/>
                  <a:pt x="561543" y="36510"/>
                </a:cubicBezTo>
                <a:cubicBezTo>
                  <a:pt x="556095" y="36510"/>
                  <a:pt x="551515" y="38304"/>
                  <a:pt x="547803" y="41892"/>
                </a:cubicBezTo>
                <a:cubicBezTo>
                  <a:pt x="544090" y="45478"/>
                  <a:pt x="542036" y="50275"/>
                  <a:pt x="541641" y="56281"/>
                </a:cubicBezTo>
                <a:close/>
                <a:moveTo>
                  <a:pt x="607589" y="98196"/>
                </a:moveTo>
                <a:lnTo>
                  <a:pt x="607589" y="28207"/>
                </a:lnTo>
                <a:lnTo>
                  <a:pt x="618265" y="28207"/>
                </a:lnTo>
                <a:lnTo>
                  <a:pt x="618265" y="38751"/>
                </a:lnTo>
                <a:cubicBezTo>
                  <a:pt x="620989" y="33814"/>
                  <a:pt x="623504" y="30559"/>
                  <a:pt x="625811" y="28985"/>
                </a:cubicBezTo>
                <a:cubicBezTo>
                  <a:pt x="628117" y="27412"/>
                  <a:pt x="630655" y="26625"/>
                  <a:pt x="633423" y="26625"/>
                </a:cubicBezTo>
                <a:cubicBezTo>
                  <a:pt x="637421" y="26625"/>
                  <a:pt x="641485" y="27894"/>
                  <a:pt x="645615" y="30431"/>
                </a:cubicBezTo>
                <a:lnTo>
                  <a:pt x="641529" y="41387"/>
                </a:lnTo>
                <a:cubicBezTo>
                  <a:pt x="638629" y="39674"/>
                  <a:pt x="635729" y="38817"/>
                  <a:pt x="632829" y="38817"/>
                </a:cubicBezTo>
                <a:cubicBezTo>
                  <a:pt x="630237" y="38817"/>
                  <a:pt x="627909" y="39598"/>
                  <a:pt x="625844" y="41161"/>
                </a:cubicBezTo>
                <a:cubicBezTo>
                  <a:pt x="623779" y="42722"/>
                  <a:pt x="622307" y="44888"/>
                  <a:pt x="621428" y="47658"/>
                </a:cubicBezTo>
                <a:cubicBezTo>
                  <a:pt x="620110" y="51880"/>
                  <a:pt x="619451" y="56498"/>
                  <a:pt x="619451" y="61512"/>
                </a:cubicBezTo>
                <a:lnTo>
                  <a:pt x="619451" y="98196"/>
                </a:lnTo>
                <a:lnTo>
                  <a:pt x="607589" y="98196"/>
                </a:lnTo>
                <a:close/>
                <a:moveTo>
                  <a:pt x="652665" y="98196"/>
                </a:moveTo>
                <a:lnTo>
                  <a:pt x="652665" y="28207"/>
                </a:lnTo>
                <a:lnTo>
                  <a:pt x="663342" y="28207"/>
                </a:lnTo>
                <a:lnTo>
                  <a:pt x="663342" y="38092"/>
                </a:lnTo>
                <a:cubicBezTo>
                  <a:pt x="668482" y="30447"/>
                  <a:pt x="675907" y="26625"/>
                  <a:pt x="685617" y="26625"/>
                </a:cubicBezTo>
                <a:cubicBezTo>
                  <a:pt x="689835" y="26625"/>
                  <a:pt x="693712" y="27383"/>
                  <a:pt x="697249" y="28899"/>
                </a:cubicBezTo>
                <a:cubicBezTo>
                  <a:pt x="700786" y="30414"/>
                  <a:pt x="703433" y="32402"/>
                  <a:pt x="705190" y="34863"/>
                </a:cubicBezTo>
                <a:cubicBezTo>
                  <a:pt x="706948" y="37323"/>
                  <a:pt x="708178" y="40245"/>
                  <a:pt x="708881" y="43628"/>
                </a:cubicBezTo>
                <a:cubicBezTo>
                  <a:pt x="709320" y="45825"/>
                  <a:pt x="709540" y="49669"/>
                  <a:pt x="709540" y="55161"/>
                </a:cubicBezTo>
                <a:lnTo>
                  <a:pt x="709540" y="98196"/>
                </a:lnTo>
                <a:lnTo>
                  <a:pt x="697677" y="98196"/>
                </a:lnTo>
                <a:lnTo>
                  <a:pt x="697677" y="55577"/>
                </a:lnTo>
                <a:cubicBezTo>
                  <a:pt x="697677" y="50739"/>
                  <a:pt x="697216" y="47121"/>
                  <a:pt x="696293" y="44724"/>
                </a:cubicBezTo>
                <a:cubicBezTo>
                  <a:pt x="695371" y="42326"/>
                  <a:pt x="693734" y="40413"/>
                  <a:pt x="691384" y="38984"/>
                </a:cubicBezTo>
                <a:cubicBezTo>
                  <a:pt x="689033" y="37555"/>
                  <a:pt x="686276" y="36840"/>
                  <a:pt x="683113" y="36840"/>
                </a:cubicBezTo>
                <a:cubicBezTo>
                  <a:pt x="678060" y="36840"/>
                  <a:pt x="673700" y="38446"/>
                  <a:pt x="670031" y="41657"/>
                </a:cubicBezTo>
                <a:cubicBezTo>
                  <a:pt x="666362" y="44867"/>
                  <a:pt x="664528" y="50958"/>
                  <a:pt x="664528" y="59931"/>
                </a:cubicBezTo>
                <a:lnTo>
                  <a:pt x="664528" y="98196"/>
                </a:lnTo>
                <a:lnTo>
                  <a:pt x="652665" y="98196"/>
                </a:lnTo>
                <a:close/>
                <a:moveTo>
                  <a:pt x="727709" y="98196"/>
                </a:moveTo>
                <a:lnTo>
                  <a:pt x="727709" y="28207"/>
                </a:lnTo>
                <a:lnTo>
                  <a:pt x="738319" y="28207"/>
                </a:lnTo>
                <a:lnTo>
                  <a:pt x="738319" y="37960"/>
                </a:lnTo>
                <a:cubicBezTo>
                  <a:pt x="740516" y="34553"/>
                  <a:pt x="743438" y="31811"/>
                  <a:pt x="747084" y="29737"/>
                </a:cubicBezTo>
                <a:cubicBezTo>
                  <a:pt x="750731" y="27662"/>
                  <a:pt x="754883" y="26625"/>
                  <a:pt x="759540" y="26625"/>
                </a:cubicBezTo>
                <a:cubicBezTo>
                  <a:pt x="764724" y="26625"/>
                  <a:pt x="768975" y="27696"/>
                  <a:pt x="772292" y="29838"/>
                </a:cubicBezTo>
                <a:cubicBezTo>
                  <a:pt x="775609" y="31978"/>
                  <a:pt x="777949" y="34971"/>
                  <a:pt x="779311" y="38817"/>
                </a:cubicBezTo>
                <a:cubicBezTo>
                  <a:pt x="784847" y="30689"/>
                  <a:pt x="792052" y="26625"/>
                  <a:pt x="800927" y="26625"/>
                </a:cubicBezTo>
                <a:cubicBezTo>
                  <a:pt x="807869" y="26625"/>
                  <a:pt x="813207" y="28547"/>
                  <a:pt x="816942" y="32391"/>
                </a:cubicBezTo>
                <a:cubicBezTo>
                  <a:pt x="820676" y="36236"/>
                  <a:pt x="822544" y="42156"/>
                  <a:pt x="822544" y="50152"/>
                </a:cubicBezTo>
                <a:lnTo>
                  <a:pt x="822544" y="98196"/>
                </a:lnTo>
                <a:lnTo>
                  <a:pt x="810747" y="98196"/>
                </a:lnTo>
                <a:lnTo>
                  <a:pt x="810747" y="54059"/>
                </a:lnTo>
                <a:cubicBezTo>
                  <a:pt x="810747" y="49309"/>
                  <a:pt x="810362" y="45889"/>
                  <a:pt x="809594" y="43801"/>
                </a:cubicBezTo>
                <a:cubicBezTo>
                  <a:pt x="808825" y="41711"/>
                  <a:pt x="807430" y="40029"/>
                  <a:pt x="805409" y="38753"/>
                </a:cubicBezTo>
                <a:cubicBezTo>
                  <a:pt x="803388" y="37478"/>
                  <a:pt x="801015" y="36840"/>
                  <a:pt x="798291" y="36840"/>
                </a:cubicBezTo>
                <a:cubicBezTo>
                  <a:pt x="793370" y="36840"/>
                  <a:pt x="789284" y="38479"/>
                  <a:pt x="786033" y="41756"/>
                </a:cubicBezTo>
                <a:cubicBezTo>
                  <a:pt x="782782" y="45032"/>
                  <a:pt x="781156" y="50277"/>
                  <a:pt x="781156" y="57490"/>
                </a:cubicBezTo>
                <a:lnTo>
                  <a:pt x="781156" y="98196"/>
                </a:lnTo>
                <a:lnTo>
                  <a:pt x="769294" y="98196"/>
                </a:lnTo>
                <a:lnTo>
                  <a:pt x="769294" y="52673"/>
                </a:lnTo>
                <a:cubicBezTo>
                  <a:pt x="769294" y="47395"/>
                  <a:pt x="768327" y="43437"/>
                  <a:pt x="766394" y="40798"/>
                </a:cubicBezTo>
                <a:cubicBezTo>
                  <a:pt x="764461" y="38159"/>
                  <a:pt x="761297" y="36840"/>
                  <a:pt x="756904" y="36840"/>
                </a:cubicBezTo>
                <a:cubicBezTo>
                  <a:pt x="753565" y="36840"/>
                  <a:pt x="750478" y="37720"/>
                  <a:pt x="747645" y="39480"/>
                </a:cubicBezTo>
                <a:cubicBezTo>
                  <a:pt x="744811" y="41239"/>
                  <a:pt x="742757" y="43812"/>
                  <a:pt x="741483" y="47199"/>
                </a:cubicBezTo>
                <a:cubicBezTo>
                  <a:pt x="740208" y="50585"/>
                  <a:pt x="739571" y="55467"/>
                  <a:pt x="739571" y="61844"/>
                </a:cubicBezTo>
                <a:lnTo>
                  <a:pt x="739571" y="98196"/>
                </a:lnTo>
                <a:lnTo>
                  <a:pt x="727709" y="98196"/>
                </a:lnTo>
                <a:close/>
                <a:moveTo>
                  <a:pt x="888051" y="75657"/>
                </a:moveTo>
                <a:lnTo>
                  <a:pt x="900309" y="77173"/>
                </a:lnTo>
                <a:cubicBezTo>
                  <a:pt x="898376" y="84334"/>
                  <a:pt x="894795" y="89892"/>
                  <a:pt x="889567" y="93846"/>
                </a:cubicBezTo>
                <a:cubicBezTo>
                  <a:pt x="884338" y="97800"/>
                  <a:pt x="877660" y="99778"/>
                  <a:pt x="869532" y="99778"/>
                </a:cubicBezTo>
                <a:cubicBezTo>
                  <a:pt x="859295" y="99778"/>
                  <a:pt x="851178" y="96625"/>
                  <a:pt x="845181" y="90320"/>
                </a:cubicBezTo>
                <a:cubicBezTo>
                  <a:pt x="839184" y="84016"/>
                  <a:pt x="836185" y="75174"/>
                  <a:pt x="836185" y="63794"/>
                </a:cubicBezTo>
                <a:cubicBezTo>
                  <a:pt x="836185" y="52020"/>
                  <a:pt x="839216" y="42881"/>
                  <a:pt x="845280" y="36379"/>
                </a:cubicBezTo>
                <a:cubicBezTo>
                  <a:pt x="851343" y="29876"/>
                  <a:pt x="859207" y="26625"/>
                  <a:pt x="868873" y="26625"/>
                </a:cubicBezTo>
                <a:cubicBezTo>
                  <a:pt x="878231" y="26625"/>
                  <a:pt x="885876" y="29805"/>
                  <a:pt x="891807" y="36166"/>
                </a:cubicBezTo>
                <a:cubicBezTo>
                  <a:pt x="897739" y="42526"/>
                  <a:pt x="900704" y="51474"/>
                  <a:pt x="900704" y="63010"/>
                </a:cubicBezTo>
                <a:cubicBezTo>
                  <a:pt x="900704" y="63711"/>
                  <a:pt x="900682" y="64764"/>
                  <a:pt x="900638" y="66167"/>
                </a:cubicBezTo>
                <a:lnTo>
                  <a:pt x="848443" y="66167"/>
                </a:lnTo>
                <a:cubicBezTo>
                  <a:pt x="848882" y="73834"/>
                  <a:pt x="851057" y="79704"/>
                  <a:pt x="854967" y="83780"/>
                </a:cubicBezTo>
                <a:cubicBezTo>
                  <a:pt x="858878" y="87855"/>
                  <a:pt x="863754" y="89892"/>
                  <a:pt x="869598" y="89892"/>
                </a:cubicBezTo>
                <a:cubicBezTo>
                  <a:pt x="873947" y="89892"/>
                  <a:pt x="877660" y="88761"/>
                  <a:pt x="880736" y="86498"/>
                </a:cubicBezTo>
                <a:cubicBezTo>
                  <a:pt x="883811" y="84234"/>
                  <a:pt x="886249" y="80620"/>
                  <a:pt x="888051" y="75657"/>
                </a:cubicBezTo>
                <a:moveTo>
                  <a:pt x="849102" y="56281"/>
                </a:moveTo>
                <a:lnTo>
                  <a:pt x="888183" y="56281"/>
                </a:lnTo>
                <a:cubicBezTo>
                  <a:pt x="887655" y="50490"/>
                  <a:pt x="886162" y="46147"/>
                  <a:pt x="883701" y="43251"/>
                </a:cubicBezTo>
                <a:cubicBezTo>
                  <a:pt x="879923" y="38757"/>
                  <a:pt x="875024" y="36510"/>
                  <a:pt x="869005" y="36510"/>
                </a:cubicBezTo>
                <a:cubicBezTo>
                  <a:pt x="863557" y="36510"/>
                  <a:pt x="858976" y="38304"/>
                  <a:pt x="855264" y="41892"/>
                </a:cubicBezTo>
                <a:cubicBezTo>
                  <a:pt x="851551" y="45478"/>
                  <a:pt x="849497" y="50275"/>
                  <a:pt x="849102" y="56281"/>
                </a:cubicBezTo>
                <a:close/>
                <a:moveTo>
                  <a:pt x="915182" y="98196"/>
                </a:moveTo>
                <a:lnTo>
                  <a:pt x="915182" y="28207"/>
                </a:lnTo>
                <a:lnTo>
                  <a:pt x="925859" y="28207"/>
                </a:lnTo>
                <a:lnTo>
                  <a:pt x="925859" y="38092"/>
                </a:lnTo>
                <a:cubicBezTo>
                  <a:pt x="930999" y="30447"/>
                  <a:pt x="938424" y="26625"/>
                  <a:pt x="948134" y="26625"/>
                </a:cubicBezTo>
                <a:cubicBezTo>
                  <a:pt x="952352" y="26625"/>
                  <a:pt x="956229" y="27383"/>
                  <a:pt x="959766" y="28899"/>
                </a:cubicBezTo>
                <a:cubicBezTo>
                  <a:pt x="963303" y="30414"/>
                  <a:pt x="965950" y="32402"/>
                  <a:pt x="967707" y="34863"/>
                </a:cubicBezTo>
                <a:cubicBezTo>
                  <a:pt x="969465" y="37323"/>
                  <a:pt x="970695" y="40245"/>
                  <a:pt x="971398" y="43628"/>
                </a:cubicBezTo>
                <a:cubicBezTo>
                  <a:pt x="971837" y="45825"/>
                  <a:pt x="972057" y="49669"/>
                  <a:pt x="972057" y="55161"/>
                </a:cubicBezTo>
                <a:lnTo>
                  <a:pt x="972057" y="98196"/>
                </a:lnTo>
                <a:lnTo>
                  <a:pt x="960194" y="98196"/>
                </a:lnTo>
                <a:lnTo>
                  <a:pt x="960194" y="55577"/>
                </a:lnTo>
                <a:cubicBezTo>
                  <a:pt x="960194" y="50739"/>
                  <a:pt x="959733" y="47121"/>
                  <a:pt x="958810" y="44724"/>
                </a:cubicBezTo>
                <a:cubicBezTo>
                  <a:pt x="957888" y="42326"/>
                  <a:pt x="956251" y="40413"/>
                  <a:pt x="953901" y="38984"/>
                </a:cubicBezTo>
                <a:cubicBezTo>
                  <a:pt x="951550" y="37555"/>
                  <a:pt x="948793" y="36840"/>
                  <a:pt x="945630" y="36840"/>
                </a:cubicBezTo>
                <a:cubicBezTo>
                  <a:pt x="940577" y="36840"/>
                  <a:pt x="936217" y="38446"/>
                  <a:pt x="932548" y="41657"/>
                </a:cubicBezTo>
                <a:cubicBezTo>
                  <a:pt x="928879" y="44867"/>
                  <a:pt x="927045" y="50958"/>
                  <a:pt x="927045" y="59931"/>
                </a:cubicBezTo>
                <a:lnTo>
                  <a:pt x="927045" y="98196"/>
                </a:lnTo>
                <a:lnTo>
                  <a:pt x="915182" y="98196"/>
                </a:lnTo>
                <a:close/>
                <a:moveTo>
                  <a:pt x="1016125" y="87717"/>
                </a:moveTo>
                <a:lnTo>
                  <a:pt x="1017838" y="98196"/>
                </a:lnTo>
                <a:cubicBezTo>
                  <a:pt x="1014499" y="98811"/>
                  <a:pt x="1011512" y="99119"/>
                  <a:pt x="1008876" y="99119"/>
                </a:cubicBezTo>
                <a:cubicBezTo>
                  <a:pt x="1004570" y="99119"/>
                  <a:pt x="1001231" y="98438"/>
                  <a:pt x="998858" y="97076"/>
                </a:cubicBezTo>
                <a:cubicBezTo>
                  <a:pt x="996486" y="95713"/>
                  <a:pt x="994816" y="93923"/>
                  <a:pt x="993850" y="91704"/>
                </a:cubicBezTo>
                <a:cubicBezTo>
                  <a:pt x="992883" y="89486"/>
                  <a:pt x="992400" y="84817"/>
                  <a:pt x="992400" y="77700"/>
                </a:cubicBezTo>
                <a:lnTo>
                  <a:pt x="992400" y="37433"/>
                </a:lnTo>
                <a:lnTo>
                  <a:pt x="983701" y="37433"/>
                </a:lnTo>
                <a:lnTo>
                  <a:pt x="983701" y="28207"/>
                </a:lnTo>
                <a:lnTo>
                  <a:pt x="992400" y="28207"/>
                </a:lnTo>
                <a:lnTo>
                  <a:pt x="992400" y="10827"/>
                </a:lnTo>
                <a:lnTo>
                  <a:pt x="1004197" y="3691"/>
                </a:lnTo>
                <a:lnTo>
                  <a:pt x="1004197" y="28207"/>
                </a:lnTo>
                <a:lnTo>
                  <a:pt x="1016125" y="28207"/>
                </a:lnTo>
                <a:lnTo>
                  <a:pt x="1016125" y="37433"/>
                </a:lnTo>
                <a:lnTo>
                  <a:pt x="1004197" y="37433"/>
                </a:lnTo>
                <a:lnTo>
                  <a:pt x="1004197" y="78359"/>
                </a:lnTo>
                <a:cubicBezTo>
                  <a:pt x="1004197" y="81742"/>
                  <a:pt x="1004405" y="83917"/>
                  <a:pt x="1004823" y="84883"/>
                </a:cubicBezTo>
                <a:cubicBezTo>
                  <a:pt x="1005240" y="85850"/>
                  <a:pt x="1005921" y="86619"/>
                  <a:pt x="1006866" y="87190"/>
                </a:cubicBezTo>
                <a:cubicBezTo>
                  <a:pt x="1007810" y="87761"/>
                  <a:pt x="1009161" y="88047"/>
                  <a:pt x="1010919" y="88047"/>
                </a:cubicBezTo>
                <a:cubicBezTo>
                  <a:pt x="1012237" y="88047"/>
                  <a:pt x="1013972" y="87937"/>
                  <a:pt x="1016125" y="87717"/>
                </a:cubicBezTo>
                <a:close/>
                <a:moveTo>
                  <a:pt x="1110939" y="89554"/>
                </a:moveTo>
                <a:cubicBezTo>
                  <a:pt x="1106546" y="93292"/>
                  <a:pt x="1102317" y="95930"/>
                  <a:pt x="1098253" y="97469"/>
                </a:cubicBezTo>
                <a:cubicBezTo>
                  <a:pt x="1094189" y="99008"/>
                  <a:pt x="1089828" y="99778"/>
                  <a:pt x="1085171" y="99778"/>
                </a:cubicBezTo>
                <a:cubicBezTo>
                  <a:pt x="1077482" y="99778"/>
                  <a:pt x="1071573" y="97898"/>
                  <a:pt x="1067443" y="94139"/>
                </a:cubicBezTo>
                <a:cubicBezTo>
                  <a:pt x="1063313" y="90379"/>
                  <a:pt x="1061248" y="85576"/>
                  <a:pt x="1061248" y="79729"/>
                </a:cubicBezTo>
                <a:cubicBezTo>
                  <a:pt x="1061248" y="76300"/>
                  <a:pt x="1062028" y="73168"/>
                  <a:pt x="1063588" y="70333"/>
                </a:cubicBezTo>
                <a:cubicBezTo>
                  <a:pt x="1065148" y="67497"/>
                  <a:pt x="1067191" y="65221"/>
                  <a:pt x="1069717" y="63506"/>
                </a:cubicBezTo>
                <a:cubicBezTo>
                  <a:pt x="1072243" y="61791"/>
                  <a:pt x="1075088" y="60494"/>
                  <a:pt x="1078251" y="59616"/>
                </a:cubicBezTo>
                <a:cubicBezTo>
                  <a:pt x="1080580" y="58999"/>
                  <a:pt x="1084095" y="58405"/>
                  <a:pt x="1088796" y="57834"/>
                </a:cubicBezTo>
                <a:cubicBezTo>
                  <a:pt x="1098374" y="56700"/>
                  <a:pt x="1105425" y="55348"/>
                  <a:pt x="1109951" y="53777"/>
                </a:cubicBezTo>
                <a:cubicBezTo>
                  <a:pt x="1109995" y="52158"/>
                  <a:pt x="1110017" y="51130"/>
                  <a:pt x="1110017" y="50692"/>
                </a:cubicBezTo>
                <a:cubicBezTo>
                  <a:pt x="1110017" y="45877"/>
                  <a:pt x="1108896" y="42485"/>
                  <a:pt x="1106656" y="40516"/>
                </a:cubicBezTo>
                <a:cubicBezTo>
                  <a:pt x="1103624" y="37846"/>
                  <a:pt x="1099121" y="36510"/>
                  <a:pt x="1093145" y="36510"/>
                </a:cubicBezTo>
                <a:cubicBezTo>
                  <a:pt x="1087566" y="36510"/>
                  <a:pt x="1083447" y="37488"/>
                  <a:pt x="1080789" y="39443"/>
                </a:cubicBezTo>
                <a:cubicBezTo>
                  <a:pt x="1078131" y="41398"/>
                  <a:pt x="1076164" y="44858"/>
                  <a:pt x="1074890" y="49823"/>
                </a:cubicBezTo>
                <a:lnTo>
                  <a:pt x="1063291" y="48241"/>
                </a:lnTo>
                <a:cubicBezTo>
                  <a:pt x="1064346" y="43261"/>
                  <a:pt x="1066081" y="39240"/>
                  <a:pt x="1068498" y="36177"/>
                </a:cubicBezTo>
                <a:cubicBezTo>
                  <a:pt x="1070914" y="33114"/>
                  <a:pt x="1074407" y="30756"/>
                  <a:pt x="1078976" y="29105"/>
                </a:cubicBezTo>
                <a:cubicBezTo>
                  <a:pt x="1083546" y="27451"/>
                  <a:pt x="1088840" y="26625"/>
                  <a:pt x="1094859" y="26625"/>
                </a:cubicBezTo>
                <a:cubicBezTo>
                  <a:pt x="1100834" y="26625"/>
                  <a:pt x="1105689" y="27328"/>
                  <a:pt x="1109424" y="28734"/>
                </a:cubicBezTo>
                <a:cubicBezTo>
                  <a:pt x="1113158" y="30140"/>
                  <a:pt x="1115904" y="31908"/>
                  <a:pt x="1117661" y="34039"/>
                </a:cubicBezTo>
                <a:cubicBezTo>
                  <a:pt x="1119419" y="36170"/>
                  <a:pt x="1120649" y="38861"/>
                  <a:pt x="1121352" y="42112"/>
                </a:cubicBezTo>
                <a:cubicBezTo>
                  <a:pt x="1121747" y="44133"/>
                  <a:pt x="1121945" y="47780"/>
                  <a:pt x="1121945" y="53052"/>
                </a:cubicBezTo>
                <a:lnTo>
                  <a:pt x="1121945" y="68869"/>
                </a:lnTo>
                <a:cubicBezTo>
                  <a:pt x="1121945" y="79897"/>
                  <a:pt x="1122198" y="86871"/>
                  <a:pt x="1122703" y="89793"/>
                </a:cubicBezTo>
                <a:cubicBezTo>
                  <a:pt x="1123208" y="92715"/>
                  <a:pt x="1124208" y="95516"/>
                  <a:pt x="1125702" y="98196"/>
                </a:cubicBezTo>
                <a:lnTo>
                  <a:pt x="1113312" y="98196"/>
                </a:lnTo>
                <a:cubicBezTo>
                  <a:pt x="1112082" y="95733"/>
                  <a:pt x="1111291" y="92852"/>
                  <a:pt x="1110939" y="89554"/>
                </a:cubicBezTo>
                <a:moveTo>
                  <a:pt x="1109951" y="63004"/>
                </a:moveTo>
                <a:cubicBezTo>
                  <a:pt x="1105645" y="64776"/>
                  <a:pt x="1099187" y="66282"/>
                  <a:pt x="1090575" y="67522"/>
                </a:cubicBezTo>
                <a:cubicBezTo>
                  <a:pt x="1085698" y="68228"/>
                  <a:pt x="1082249" y="69022"/>
                  <a:pt x="1080228" y="69905"/>
                </a:cubicBezTo>
                <a:cubicBezTo>
                  <a:pt x="1078207" y="70786"/>
                  <a:pt x="1076648" y="72077"/>
                  <a:pt x="1075549" y="73777"/>
                </a:cubicBezTo>
                <a:cubicBezTo>
                  <a:pt x="1074451" y="75475"/>
                  <a:pt x="1073902" y="77361"/>
                  <a:pt x="1073902" y="79434"/>
                </a:cubicBezTo>
                <a:cubicBezTo>
                  <a:pt x="1073902" y="82610"/>
                  <a:pt x="1075099" y="85257"/>
                  <a:pt x="1077493" y="87375"/>
                </a:cubicBezTo>
                <a:cubicBezTo>
                  <a:pt x="1079888" y="89493"/>
                  <a:pt x="1083392" y="90551"/>
                  <a:pt x="1088005" y="90551"/>
                </a:cubicBezTo>
                <a:cubicBezTo>
                  <a:pt x="1092574" y="90551"/>
                  <a:pt x="1096638" y="89547"/>
                  <a:pt x="1100197" y="87538"/>
                </a:cubicBezTo>
                <a:cubicBezTo>
                  <a:pt x="1103756" y="85529"/>
                  <a:pt x="1106370" y="82781"/>
                  <a:pt x="1108040" y="79294"/>
                </a:cubicBezTo>
                <a:cubicBezTo>
                  <a:pt x="1109314" y="76600"/>
                  <a:pt x="1109951" y="72627"/>
                  <a:pt x="1109951" y="67374"/>
                </a:cubicBezTo>
                <a:lnTo>
                  <a:pt x="1109951" y="63004"/>
                </a:lnTo>
                <a:close/>
                <a:moveTo>
                  <a:pt x="1185983" y="72494"/>
                </a:moveTo>
                <a:lnTo>
                  <a:pt x="1197648" y="74009"/>
                </a:lnTo>
                <a:cubicBezTo>
                  <a:pt x="1196373" y="82070"/>
                  <a:pt x="1193111" y="88380"/>
                  <a:pt x="1187861" y="92940"/>
                </a:cubicBezTo>
                <a:cubicBezTo>
                  <a:pt x="1182611" y="97498"/>
                  <a:pt x="1176163" y="99778"/>
                  <a:pt x="1168518" y="99778"/>
                </a:cubicBezTo>
                <a:cubicBezTo>
                  <a:pt x="1158940" y="99778"/>
                  <a:pt x="1151241" y="96647"/>
                  <a:pt x="1145419" y="90386"/>
                </a:cubicBezTo>
                <a:cubicBezTo>
                  <a:pt x="1139598" y="84126"/>
                  <a:pt x="1136687" y="75152"/>
                  <a:pt x="1136687" y="63465"/>
                </a:cubicBezTo>
                <a:cubicBezTo>
                  <a:pt x="1136687" y="55908"/>
                  <a:pt x="1137939" y="49296"/>
                  <a:pt x="1140444" y="43628"/>
                </a:cubicBezTo>
                <a:cubicBezTo>
                  <a:pt x="1142948" y="37960"/>
                  <a:pt x="1146759" y="33710"/>
                  <a:pt x="1151878" y="30876"/>
                </a:cubicBezTo>
                <a:cubicBezTo>
                  <a:pt x="1156996" y="28042"/>
                  <a:pt x="1162565" y="26625"/>
                  <a:pt x="1168584" y="26625"/>
                </a:cubicBezTo>
                <a:cubicBezTo>
                  <a:pt x="1176185" y="26625"/>
                  <a:pt x="1182402" y="28553"/>
                  <a:pt x="1187235" y="32410"/>
                </a:cubicBezTo>
                <a:cubicBezTo>
                  <a:pt x="1192068" y="36265"/>
                  <a:pt x="1195165" y="41740"/>
                  <a:pt x="1196527" y="48834"/>
                </a:cubicBezTo>
                <a:lnTo>
                  <a:pt x="1184994" y="50614"/>
                </a:lnTo>
                <a:cubicBezTo>
                  <a:pt x="1183896" y="45935"/>
                  <a:pt x="1181952" y="42414"/>
                  <a:pt x="1179162" y="40053"/>
                </a:cubicBezTo>
                <a:cubicBezTo>
                  <a:pt x="1176372" y="37691"/>
                  <a:pt x="1173000" y="36510"/>
                  <a:pt x="1169046" y="36510"/>
                </a:cubicBezTo>
                <a:cubicBezTo>
                  <a:pt x="1163070" y="36510"/>
                  <a:pt x="1158215" y="38642"/>
                  <a:pt x="1154481" y="42905"/>
                </a:cubicBezTo>
                <a:cubicBezTo>
                  <a:pt x="1150746" y="47167"/>
                  <a:pt x="1148879" y="53910"/>
                  <a:pt x="1148879" y="63135"/>
                </a:cubicBezTo>
                <a:cubicBezTo>
                  <a:pt x="1148879" y="72492"/>
                  <a:pt x="1150681" y="79291"/>
                  <a:pt x="1154283" y="83532"/>
                </a:cubicBezTo>
                <a:cubicBezTo>
                  <a:pt x="1157886" y="87772"/>
                  <a:pt x="1162587" y="89892"/>
                  <a:pt x="1168387" y="89892"/>
                </a:cubicBezTo>
                <a:cubicBezTo>
                  <a:pt x="1173044" y="89892"/>
                  <a:pt x="1176932" y="88470"/>
                  <a:pt x="1180051" y="85625"/>
                </a:cubicBezTo>
                <a:cubicBezTo>
                  <a:pt x="1183171" y="82780"/>
                  <a:pt x="1185148" y="78403"/>
                  <a:pt x="1185983" y="72494"/>
                </a:cubicBezTo>
                <a:close/>
                <a:moveTo>
                  <a:pt x="1233696" y="87717"/>
                </a:moveTo>
                <a:lnTo>
                  <a:pt x="1235410" y="98196"/>
                </a:lnTo>
                <a:cubicBezTo>
                  <a:pt x="1232071" y="98811"/>
                  <a:pt x="1229083" y="99119"/>
                  <a:pt x="1226447" y="99119"/>
                </a:cubicBezTo>
                <a:cubicBezTo>
                  <a:pt x="1222141" y="99119"/>
                  <a:pt x="1218802" y="98438"/>
                  <a:pt x="1216430" y="97076"/>
                </a:cubicBezTo>
                <a:cubicBezTo>
                  <a:pt x="1214057" y="95713"/>
                  <a:pt x="1212388" y="93923"/>
                  <a:pt x="1211421" y="91704"/>
                </a:cubicBezTo>
                <a:cubicBezTo>
                  <a:pt x="1210455" y="89486"/>
                  <a:pt x="1209971" y="84817"/>
                  <a:pt x="1209971" y="77700"/>
                </a:cubicBezTo>
                <a:lnTo>
                  <a:pt x="1209971" y="37433"/>
                </a:lnTo>
                <a:lnTo>
                  <a:pt x="1201272" y="37433"/>
                </a:lnTo>
                <a:lnTo>
                  <a:pt x="1201272" y="28207"/>
                </a:lnTo>
                <a:lnTo>
                  <a:pt x="1209971" y="28207"/>
                </a:lnTo>
                <a:lnTo>
                  <a:pt x="1209971" y="10827"/>
                </a:lnTo>
                <a:lnTo>
                  <a:pt x="1221768" y="3691"/>
                </a:lnTo>
                <a:lnTo>
                  <a:pt x="1221768" y="28207"/>
                </a:lnTo>
                <a:lnTo>
                  <a:pt x="1233696" y="28207"/>
                </a:lnTo>
                <a:lnTo>
                  <a:pt x="1233696" y="37433"/>
                </a:lnTo>
                <a:lnTo>
                  <a:pt x="1221768" y="37433"/>
                </a:lnTo>
                <a:lnTo>
                  <a:pt x="1221768" y="78359"/>
                </a:lnTo>
                <a:cubicBezTo>
                  <a:pt x="1221768" y="81742"/>
                  <a:pt x="1221977" y="83917"/>
                  <a:pt x="1222394" y="84883"/>
                </a:cubicBezTo>
                <a:cubicBezTo>
                  <a:pt x="1222811" y="85850"/>
                  <a:pt x="1223492" y="86619"/>
                  <a:pt x="1224437" y="87190"/>
                </a:cubicBezTo>
                <a:cubicBezTo>
                  <a:pt x="1225382" y="87761"/>
                  <a:pt x="1226733" y="88047"/>
                  <a:pt x="1228490" y="88047"/>
                </a:cubicBezTo>
                <a:cubicBezTo>
                  <a:pt x="1229808" y="88047"/>
                  <a:pt x="1231544" y="87937"/>
                  <a:pt x="1233696" y="87717"/>
                </a:cubicBezTo>
                <a:close/>
                <a:moveTo>
                  <a:pt x="1245384" y="15290"/>
                </a:moveTo>
                <a:lnTo>
                  <a:pt x="1245384" y="1582"/>
                </a:lnTo>
                <a:lnTo>
                  <a:pt x="1257247" y="1582"/>
                </a:lnTo>
                <a:lnTo>
                  <a:pt x="1257247" y="15290"/>
                </a:lnTo>
                <a:lnTo>
                  <a:pt x="1245384" y="15290"/>
                </a:lnTo>
                <a:moveTo>
                  <a:pt x="1245384" y="98196"/>
                </a:moveTo>
                <a:lnTo>
                  <a:pt x="1245384" y="28207"/>
                </a:lnTo>
                <a:lnTo>
                  <a:pt x="1257247" y="28207"/>
                </a:lnTo>
                <a:lnTo>
                  <a:pt x="1257247" y="98196"/>
                </a:lnTo>
                <a:lnTo>
                  <a:pt x="1245384" y="98196"/>
                </a:lnTo>
                <a:close/>
                <a:moveTo>
                  <a:pt x="1270866" y="63201"/>
                </a:moveTo>
                <a:cubicBezTo>
                  <a:pt x="1270866" y="50240"/>
                  <a:pt x="1274469" y="40640"/>
                  <a:pt x="1281674" y="34402"/>
                </a:cubicBezTo>
                <a:cubicBezTo>
                  <a:pt x="1287694" y="29217"/>
                  <a:pt x="1295031" y="26625"/>
                  <a:pt x="1303686" y="26625"/>
                </a:cubicBezTo>
                <a:cubicBezTo>
                  <a:pt x="1313308" y="26625"/>
                  <a:pt x="1321172" y="29777"/>
                  <a:pt x="1327279" y="36082"/>
                </a:cubicBezTo>
                <a:cubicBezTo>
                  <a:pt x="1333386" y="42387"/>
                  <a:pt x="1336440" y="51097"/>
                  <a:pt x="1336440" y="62213"/>
                </a:cubicBezTo>
                <a:cubicBezTo>
                  <a:pt x="1336440" y="71219"/>
                  <a:pt x="1335089" y="78304"/>
                  <a:pt x="1332387" y="83466"/>
                </a:cubicBezTo>
                <a:cubicBezTo>
                  <a:pt x="1329685" y="88629"/>
                  <a:pt x="1325753" y="92638"/>
                  <a:pt x="1320590" y="95494"/>
                </a:cubicBezTo>
                <a:cubicBezTo>
                  <a:pt x="1315428" y="98350"/>
                  <a:pt x="1309793" y="99778"/>
                  <a:pt x="1303686" y="99778"/>
                </a:cubicBezTo>
                <a:cubicBezTo>
                  <a:pt x="1293888" y="99778"/>
                  <a:pt x="1285969" y="96636"/>
                  <a:pt x="1279928" y="90353"/>
                </a:cubicBezTo>
                <a:cubicBezTo>
                  <a:pt x="1273887" y="84071"/>
                  <a:pt x="1270866" y="75020"/>
                  <a:pt x="1270866" y="63201"/>
                </a:cubicBezTo>
                <a:moveTo>
                  <a:pt x="1283058" y="63168"/>
                </a:moveTo>
                <a:cubicBezTo>
                  <a:pt x="1283058" y="72098"/>
                  <a:pt x="1285013" y="78785"/>
                  <a:pt x="1288924" y="83228"/>
                </a:cubicBezTo>
                <a:cubicBezTo>
                  <a:pt x="1292834" y="87671"/>
                  <a:pt x="1297755" y="89892"/>
                  <a:pt x="1303686" y="89892"/>
                </a:cubicBezTo>
                <a:cubicBezTo>
                  <a:pt x="1309573" y="89892"/>
                  <a:pt x="1314472" y="87660"/>
                  <a:pt x="1318383" y="83195"/>
                </a:cubicBezTo>
                <a:cubicBezTo>
                  <a:pt x="1322293" y="78730"/>
                  <a:pt x="1324248" y="71923"/>
                  <a:pt x="1324248" y="62775"/>
                </a:cubicBezTo>
                <a:cubicBezTo>
                  <a:pt x="1324248" y="54151"/>
                  <a:pt x="1322282" y="47618"/>
                  <a:pt x="1318350" y="43175"/>
                </a:cubicBezTo>
                <a:cubicBezTo>
                  <a:pt x="1314417" y="38732"/>
                  <a:pt x="1309530" y="36510"/>
                  <a:pt x="1303686" y="36510"/>
                </a:cubicBezTo>
                <a:cubicBezTo>
                  <a:pt x="1297755" y="36510"/>
                  <a:pt x="1292834" y="38721"/>
                  <a:pt x="1288924" y="43142"/>
                </a:cubicBezTo>
                <a:cubicBezTo>
                  <a:pt x="1285013" y="47563"/>
                  <a:pt x="1283058" y="54238"/>
                  <a:pt x="1283058" y="63168"/>
                </a:cubicBezTo>
                <a:close/>
                <a:moveTo>
                  <a:pt x="1350325" y="98196"/>
                </a:moveTo>
                <a:lnTo>
                  <a:pt x="1350325" y="28207"/>
                </a:lnTo>
                <a:lnTo>
                  <a:pt x="1361001" y="28207"/>
                </a:lnTo>
                <a:lnTo>
                  <a:pt x="1361001" y="38092"/>
                </a:lnTo>
                <a:cubicBezTo>
                  <a:pt x="1366142" y="30447"/>
                  <a:pt x="1373567" y="26625"/>
                  <a:pt x="1383277" y="26625"/>
                </a:cubicBezTo>
                <a:cubicBezTo>
                  <a:pt x="1387495" y="26625"/>
                  <a:pt x="1391372" y="27383"/>
                  <a:pt x="1394909" y="28899"/>
                </a:cubicBezTo>
                <a:cubicBezTo>
                  <a:pt x="1398446" y="30414"/>
                  <a:pt x="1401093" y="32402"/>
                  <a:pt x="1402850" y="34863"/>
                </a:cubicBezTo>
                <a:cubicBezTo>
                  <a:pt x="1404607" y="37323"/>
                  <a:pt x="1405838" y="40245"/>
                  <a:pt x="1406541" y="43628"/>
                </a:cubicBezTo>
                <a:cubicBezTo>
                  <a:pt x="1406980" y="45825"/>
                  <a:pt x="1407200" y="49669"/>
                  <a:pt x="1407200" y="55161"/>
                </a:cubicBezTo>
                <a:lnTo>
                  <a:pt x="1407200" y="98196"/>
                </a:lnTo>
                <a:lnTo>
                  <a:pt x="1395337" y="98196"/>
                </a:lnTo>
                <a:lnTo>
                  <a:pt x="1395337" y="55577"/>
                </a:lnTo>
                <a:cubicBezTo>
                  <a:pt x="1395337" y="50739"/>
                  <a:pt x="1394876" y="47121"/>
                  <a:pt x="1393953" y="44724"/>
                </a:cubicBezTo>
                <a:cubicBezTo>
                  <a:pt x="1393030" y="42326"/>
                  <a:pt x="1391394" y="40413"/>
                  <a:pt x="1389043" y="38984"/>
                </a:cubicBezTo>
                <a:cubicBezTo>
                  <a:pt x="1386693" y="37555"/>
                  <a:pt x="1383936" y="36840"/>
                  <a:pt x="1380772" y="36840"/>
                </a:cubicBezTo>
                <a:cubicBezTo>
                  <a:pt x="1375720" y="36840"/>
                  <a:pt x="1371359" y="38446"/>
                  <a:pt x="1367691" y="41657"/>
                </a:cubicBezTo>
                <a:cubicBezTo>
                  <a:pt x="1364022" y="44867"/>
                  <a:pt x="1362188" y="50958"/>
                  <a:pt x="1362188" y="59931"/>
                </a:cubicBezTo>
                <a:lnTo>
                  <a:pt x="1362188" y="98196"/>
                </a:lnTo>
                <a:lnTo>
                  <a:pt x="1350325" y="98196"/>
                </a:lnTo>
                <a:close/>
                <a:moveTo>
                  <a:pt x="1420623" y="77239"/>
                </a:moveTo>
                <a:lnTo>
                  <a:pt x="1432353" y="75393"/>
                </a:lnTo>
                <a:cubicBezTo>
                  <a:pt x="1433012" y="80074"/>
                  <a:pt x="1434847" y="83661"/>
                  <a:pt x="1437856" y="86154"/>
                </a:cubicBezTo>
                <a:cubicBezTo>
                  <a:pt x="1440866" y="88646"/>
                  <a:pt x="1445073" y="89892"/>
                  <a:pt x="1450477" y="89892"/>
                </a:cubicBezTo>
                <a:cubicBezTo>
                  <a:pt x="1455925" y="89892"/>
                  <a:pt x="1459967" y="88792"/>
                  <a:pt x="1462603" y="86591"/>
                </a:cubicBezTo>
                <a:cubicBezTo>
                  <a:pt x="1465239" y="84388"/>
                  <a:pt x="1466557" y="81806"/>
                  <a:pt x="1466557" y="78843"/>
                </a:cubicBezTo>
                <a:cubicBezTo>
                  <a:pt x="1466557" y="76183"/>
                  <a:pt x="1465393" y="74091"/>
                  <a:pt x="1463064" y="72566"/>
                </a:cubicBezTo>
                <a:cubicBezTo>
                  <a:pt x="1461439" y="71519"/>
                  <a:pt x="1457397" y="70190"/>
                  <a:pt x="1450938" y="68576"/>
                </a:cubicBezTo>
                <a:cubicBezTo>
                  <a:pt x="1442239" y="66378"/>
                  <a:pt x="1436209" y="64477"/>
                  <a:pt x="1432848" y="62872"/>
                </a:cubicBezTo>
                <a:cubicBezTo>
                  <a:pt x="1429487" y="61267"/>
                  <a:pt x="1426938" y="59046"/>
                  <a:pt x="1425203" y="56209"/>
                </a:cubicBezTo>
                <a:cubicBezTo>
                  <a:pt x="1423467" y="53373"/>
                  <a:pt x="1422600" y="50240"/>
                  <a:pt x="1422600" y="46810"/>
                </a:cubicBezTo>
                <a:cubicBezTo>
                  <a:pt x="1422600" y="43688"/>
                  <a:pt x="1423314" y="40796"/>
                  <a:pt x="1424742" y="38135"/>
                </a:cubicBezTo>
                <a:cubicBezTo>
                  <a:pt x="1426170" y="35474"/>
                  <a:pt x="1428114" y="33265"/>
                  <a:pt x="1430574" y="31506"/>
                </a:cubicBezTo>
                <a:cubicBezTo>
                  <a:pt x="1432419" y="30143"/>
                  <a:pt x="1434935" y="28989"/>
                  <a:pt x="1438120" y="28044"/>
                </a:cubicBezTo>
                <a:cubicBezTo>
                  <a:pt x="1441305" y="27098"/>
                  <a:pt x="1444721" y="26625"/>
                  <a:pt x="1448368" y="26625"/>
                </a:cubicBezTo>
                <a:cubicBezTo>
                  <a:pt x="1453860" y="26625"/>
                  <a:pt x="1458682" y="27421"/>
                  <a:pt x="1462834" y="29014"/>
                </a:cubicBezTo>
                <a:cubicBezTo>
                  <a:pt x="1466986" y="30605"/>
                  <a:pt x="1470050" y="32761"/>
                  <a:pt x="1472027" y="35483"/>
                </a:cubicBezTo>
                <a:cubicBezTo>
                  <a:pt x="1474004" y="38203"/>
                  <a:pt x="1475366" y="41840"/>
                  <a:pt x="1476113" y="46396"/>
                </a:cubicBezTo>
                <a:lnTo>
                  <a:pt x="1464514" y="47978"/>
                </a:lnTo>
                <a:cubicBezTo>
                  <a:pt x="1463987" y="44375"/>
                  <a:pt x="1462460" y="41563"/>
                  <a:pt x="1459934" y="39542"/>
                </a:cubicBezTo>
                <a:cubicBezTo>
                  <a:pt x="1457408" y="37521"/>
                  <a:pt x="1453838" y="36510"/>
                  <a:pt x="1449225" y="36510"/>
                </a:cubicBezTo>
                <a:cubicBezTo>
                  <a:pt x="1443777" y="36510"/>
                  <a:pt x="1439888" y="37407"/>
                  <a:pt x="1437560" y="39200"/>
                </a:cubicBezTo>
                <a:cubicBezTo>
                  <a:pt x="1435231" y="40992"/>
                  <a:pt x="1434067" y="43090"/>
                  <a:pt x="1434067" y="45496"/>
                </a:cubicBezTo>
                <a:cubicBezTo>
                  <a:pt x="1434067" y="47025"/>
                  <a:pt x="1434550" y="48403"/>
                  <a:pt x="1435517" y="49627"/>
                </a:cubicBezTo>
                <a:cubicBezTo>
                  <a:pt x="1436483" y="50894"/>
                  <a:pt x="1437999" y="51943"/>
                  <a:pt x="1440064" y="52774"/>
                </a:cubicBezTo>
                <a:cubicBezTo>
                  <a:pt x="1441250" y="53212"/>
                  <a:pt x="1444743" y="54218"/>
                  <a:pt x="1450543" y="55791"/>
                </a:cubicBezTo>
                <a:cubicBezTo>
                  <a:pt x="1458934" y="58031"/>
                  <a:pt x="1464789" y="59864"/>
                  <a:pt x="1468106" y="61290"/>
                </a:cubicBezTo>
                <a:cubicBezTo>
                  <a:pt x="1471423" y="62717"/>
                  <a:pt x="1474026" y="64791"/>
                  <a:pt x="1475915" y="67514"/>
                </a:cubicBezTo>
                <a:cubicBezTo>
                  <a:pt x="1477805" y="70235"/>
                  <a:pt x="1478749" y="73615"/>
                  <a:pt x="1478749" y="77653"/>
                </a:cubicBezTo>
                <a:cubicBezTo>
                  <a:pt x="1478749" y="81604"/>
                  <a:pt x="1477596" y="85325"/>
                  <a:pt x="1475289" y="88815"/>
                </a:cubicBezTo>
                <a:cubicBezTo>
                  <a:pt x="1472983" y="92304"/>
                  <a:pt x="1469655" y="95003"/>
                  <a:pt x="1465305" y="96913"/>
                </a:cubicBezTo>
                <a:cubicBezTo>
                  <a:pt x="1460955" y="98823"/>
                  <a:pt x="1456035" y="99778"/>
                  <a:pt x="1450543" y="99778"/>
                </a:cubicBezTo>
                <a:cubicBezTo>
                  <a:pt x="1441448" y="99778"/>
                  <a:pt x="1434517" y="97883"/>
                  <a:pt x="1429750" y="94093"/>
                </a:cubicBezTo>
                <a:cubicBezTo>
                  <a:pt x="1424983" y="90304"/>
                  <a:pt x="1421941" y="84686"/>
                  <a:pt x="1420623" y="77239"/>
                </a:cubicBezTo>
                <a:close/>
                <a:moveTo>
                  <a:pt x="1556274" y="87717"/>
                </a:moveTo>
                <a:lnTo>
                  <a:pt x="1557987" y="98196"/>
                </a:lnTo>
                <a:cubicBezTo>
                  <a:pt x="1554648" y="98811"/>
                  <a:pt x="1551661" y="99119"/>
                  <a:pt x="1549025" y="99119"/>
                </a:cubicBezTo>
                <a:cubicBezTo>
                  <a:pt x="1544719" y="99119"/>
                  <a:pt x="1541380" y="98438"/>
                  <a:pt x="1539007" y="97076"/>
                </a:cubicBezTo>
                <a:cubicBezTo>
                  <a:pt x="1536635" y="95713"/>
                  <a:pt x="1534965" y="93923"/>
                  <a:pt x="1533999" y="91704"/>
                </a:cubicBezTo>
                <a:cubicBezTo>
                  <a:pt x="1533032" y="89486"/>
                  <a:pt x="1532549" y="84817"/>
                  <a:pt x="1532549" y="77700"/>
                </a:cubicBezTo>
                <a:lnTo>
                  <a:pt x="1532549" y="37433"/>
                </a:lnTo>
                <a:lnTo>
                  <a:pt x="1523850" y="37433"/>
                </a:lnTo>
                <a:lnTo>
                  <a:pt x="1523850" y="28207"/>
                </a:lnTo>
                <a:lnTo>
                  <a:pt x="1532549" y="28207"/>
                </a:lnTo>
                <a:lnTo>
                  <a:pt x="1532549" y="10827"/>
                </a:lnTo>
                <a:lnTo>
                  <a:pt x="1544345" y="3691"/>
                </a:lnTo>
                <a:lnTo>
                  <a:pt x="1544345" y="28207"/>
                </a:lnTo>
                <a:lnTo>
                  <a:pt x="1556274" y="28207"/>
                </a:lnTo>
                <a:lnTo>
                  <a:pt x="1556274" y="37433"/>
                </a:lnTo>
                <a:lnTo>
                  <a:pt x="1544345" y="37433"/>
                </a:lnTo>
                <a:lnTo>
                  <a:pt x="1544345" y="78359"/>
                </a:lnTo>
                <a:cubicBezTo>
                  <a:pt x="1544345" y="81742"/>
                  <a:pt x="1544554" y="83917"/>
                  <a:pt x="1544972" y="84883"/>
                </a:cubicBezTo>
                <a:cubicBezTo>
                  <a:pt x="1545389" y="85850"/>
                  <a:pt x="1546070" y="86619"/>
                  <a:pt x="1547015" y="87190"/>
                </a:cubicBezTo>
                <a:cubicBezTo>
                  <a:pt x="1547959" y="87761"/>
                  <a:pt x="1549310" y="88047"/>
                  <a:pt x="1551068" y="88047"/>
                </a:cubicBezTo>
                <a:cubicBezTo>
                  <a:pt x="1552386" y="88047"/>
                  <a:pt x="1554121" y="87937"/>
                  <a:pt x="1556274" y="87717"/>
                </a:cubicBezTo>
                <a:close/>
                <a:moveTo>
                  <a:pt x="1567896" y="98196"/>
                </a:moveTo>
                <a:lnTo>
                  <a:pt x="1567896" y="1582"/>
                </a:lnTo>
                <a:lnTo>
                  <a:pt x="1579758" y="1582"/>
                </a:lnTo>
                <a:lnTo>
                  <a:pt x="1579758" y="36247"/>
                </a:lnTo>
                <a:cubicBezTo>
                  <a:pt x="1585294" y="29832"/>
                  <a:pt x="1592280" y="26625"/>
                  <a:pt x="1600716" y="26625"/>
                </a:cubicBezTo>
                <a:cubicBezTo>
                  <a:pt x="1605900" y="26625"/>
                  <a:pt x="1610403" y="27646"/>
                  <a:pt x="1614226" y="29689"/>
                </a:cubicBezTo>
                <a:cubicBezTo>
                  <a:pt x="1618048" y="31732"/>
                  <a:pt x="1620783" y="34555"/>
                  <a:pt x="1622431" y="38158"/>
                </a:cubicBezTo>
                <a:cubicBezTo>
                  <a:pt x="1624078" y="41761"/>
                  <a:pt x="1624902" y="46989"/>
                  <a:pt x="1624902" y="53843"/>
                </a:cubicBezTo>
                <a:lnTo>
                  <a:pt x="1624902" y="98196"/>
                </a:lnTo>
                <a:lnTo>
                  <a:pt x="1613040" y="98196"/>
                </a:lnTo>
                <a:lnTo>
                  <a:pt x="1613040" y="53843"/>
                </a:lnTo>
                <a:cubicBezTo>
                  <a:pt x="1613040" y="47912"/>
                  <a:pt x="1611754" y="43595"/>
                  <a:pt x="1609184" y="40893"/>
                </a:cubicBezTo>
                <a:cubicBezTo>
                  <a:pt x="1606614" y="38191"/>
                  <a:pt x="1602978" y="36840"/>
                  <a:pt x="1598277" y="36840"/>
                </a:cubicBezTo>
                <a:cubicBezTo>
                  <a:pt x="1594762" y="36840"/>
                  <a:pt x="1591456" y="37752"/>
                  <a:pt x="1588359" y="39575"/>
                </a:cubicBezTo>
                <a:cubicBezTo>
                  <a:pt x="1585261" y="41398"/>
                  <a:pt x="1583054" y="43870"/>
                  <a:pt x="1581735" y="46989"/>
                </a:cubicBezTo>
                <a:cubicBezTo>
                  <a:pt x="1580417" y="50108"/>
                  <a:pt x="1579758" y="54414"/>
                  <a:pt x="1579758" y="59906"/>
                </a:cubicBezTo>
                <a:lnTo>
                  <a:pt x="1579758" y="98196"/>
                </a:lnTo>
                <a:lnTo>
                  <a:pt x="1567896" y="98196"/>
                </a:lnTo>
                <a:close/>
                <a:moveTo>
                  <a:pt x="1688610" y="89554"/>
                </a:moveTo>
                <a:cubicBezTo>
                  <a:pt x="1684217" y="93292"/>
                  <a:pt x="1679988" y="95930"/>
                  <a:pt x="1675924" y="97469"/>
                </a:cubicBezTo>
                <a:cubicBezTo>
                  <a:pt x="1671860" y="99008"/>
                  <a:pt x="1667499" y="99778"/>
                  <a:pt x="1662842" y="99778"/>
                </a:cubicBezTo>
                <a:cubicBezTo>
                  <a:pt x="1655154" y="99778"/>
                  <a:pt x="1649244" y="97898"/>
                  <a:pt x="1645114" y="94139"/>
                </a:cubicBezTo>
                <a:cubicBezTo>
                  <a:pt x="1640984" y="90379"/>
                  <a:pt x="1638919" y="85576"/>
                  <a:pt x="1638919" y="79729"/>
                </a:cubicBezTo>
                <a:cubicBezTo>
                  <a:pt x="1638919" y="76300"/>
                  <a:pt x="1639699" y="73168"/>
                  <a:pt x="1641259" y="70333"/>
                </a:cubicBezTo>
                <a:cubicBezTo>
                  <a:pt x="1642819" y="67497"/>
                  <a:pt x="1644862" y="65221"/>
                  <a:pt x="1647388" y="63506"/>
                </a:cubicBezTo>
                <a:cubicBezTo>
                  <a:pt x="1649914" y="61791"/>
                  <a:pt x="1652759" y="60494"/>
                  <a:pt x="1655922" y="59616"/>
                </a:cubicBezTo>
                <a:cubicBezTo>
                  <a:pt x="1658251" y="58999"/>
                  <a:pt x="1661766" y="58405"/>
                  <a:pt x="1666467" y="57834"/>
                </a:cubicBezTo>
                <a:cubicBezTo>
                  <a:pt x="1676045" y="56700"/>
                  <a:pt x="1683096" y="55348"/>
                  <a:pt x="1687622" y="53777"/>
                </a:cubicBezTo>
                <a:cubicBezTo>
                  <a:pt x="1687666" y="52158"/>
                  <a:pt x="1687688" y="51130"/>
                  <a:pt x="1687688" y="50692"/>
                </a:cubicBezTo>
                <a:cubicBezTo>
                  <a:pt x="1687688" y="45877"/>
                  <a:pt x="1686567" y="42485"/>
                  <a:pt x="1684327" y="40516"/>
                </a:cubicBezTo>
                <a:cubicBezTo>
                  <a:pt x="1681295" y="37846"/>
                  <a:pt x="1676792" y="36510"/>
                  <a:pt x="1670817" y="36510"/>
                </a:cubicBezTo>
                <a:cubicBezTo>
                  <a:pt x="1665237" y="36510"/>
                  <a:pt x="1661118" y="37488"/>
                  <a:pt x="1658460" y="39443"/>
                </a:cubicBezTo>
                <a:cubicBezTo>
                  <a:pt x="1655802" y="41398"/>
                  <a:pt x="1653835" y="44858"/>
                  <a:pt x="1652561" y="49823"/>
                </a:cubicBezTo>
                <a:lnTo>
                  <a:pt x="1640962" y="48241"/>
                </a:lnTo>
                <a:cubicBezTo>
                  <a:pt x="1642017" y="43261"/>
                  <a:pt x="1643752" y="39240"/>
                  <a:pt x="1646169" y="36177"/>
                </a:cubicBezTo>
                <a:cubicBezTo>
                  <a:pt x="1648585" y="33114"/>
                  <a:pt x="1652078" y="30756"/>
                  <a:pt x="1656647" y="29105"/>
                </a:cubicBezTo>
                <a:cubicBezTo>
                  <a:pt x="1661217" y="27451"/>
                  <a:pt x="1666511" y="26625"/>
                  <a:pt x="1672530" y="26625"/>
                </a:cubicBezTo>
                <a:cubicBezTo>
                  <a:pt x="1678505" y="26625"/>
                  <a:pt x="1683360" y="27328"/>
                  <a:pt x="1687095" y="28734"/>
                </a:cubicBezTo>
                <a:cubicBezTo>
                  <a:pt x="1690829" y="30140"/>
                  <a:pt x="1693575" y="31908"/>
                  <a:pt x="1695333" y="34039"/>
                </a:cubicBezTo>
                <a:cubicBezTo>
                  <a:pt x="1697090" y="36170"/>
                  <a:pt x="1698320" y="38861"/>
                  <a:pt x="1699023" y="42112"/>
                </a:cubicBezTo>
                <a:cubicBezTo>
                  <a:pt x="1699419" y="44133"/>
                  <a:pt x="1699616" y="47780"/>
                  <a:pt x="1699616" y="53052"/>
                </a:cubicBezTo>
                <a:lnTo>
                  <a:pt x="1699616" y="68869"/>
                </a:lnTo>
                <a:cubicBezTo>
                  <a:pt x="1699616" y="79897"/>
                  <a:pt x="1699869" y="86871"/>
                  <a:pt x="1700374" y="89793"/>
                </a:cubicBezTo>
                <a:cubicBezTo>
                  <a:pt x="1700879" y="92715"/>
                  <a:pt x="1701879" y="95516"/>
                  <a:pt x="1703373" y="98196"/>
                </a:cubicBezTo>
                <a:lnTo>
                  <a:pt x="1690983" y="98196"/>
                </a:lnTo>
                <a:cubicBezTo>
                  <a:pt x="1689753" y="95733"/>
                  <a:pt x="1688962" y="92852"/>
                  <a:pt x="1688610" y="89554"/>
                </a:cubicBezTo>
                <a:moveTo>
                  <a:pt x="1687622" y="63004"/>
                </a:moveTo>
                <a:cubicBezTo>
                  <a:pt x="1683316" y="64776"/>
                  <a:pt x="1676858" y="66282"/>
                  <a:pt x="1668246" y="67522"/>
                </a:cubicBezTo>
                <a:cubicBezTo>
                  <a:pt x="1663369" y="68228"/>
                  <a:pt x="1659921" y="69022"/>
                  <a:pt x="1657899" y="69905"/>
                </a:cubicBezTo>
                <a:cubicBezTo>
                  <a:pt x="1655878" y="70786"/>
                  <a:pt x="1654319" y="72077"/>
                  <a:pt x="1653220" y="73777"/>
                </a:cubicBezTo>
                <a:cubicBezTo>
                  <a:pt x="1652122" y="75475"/>
                  <a:pt x="1651573" y="77361"/>
                  <a:pt x="1651573" y="79434"/>
                </a:cubicBezTo>
                <a:cubicBezTo>
                  <a:pt x="1651573" y="82610"/>
                  <a:pt x="1652770" y="85257"/>
                  <a:pt x="1655165" y="87375"/>
                </a:cubicBezTo>
                <a:cubicBezTo>
                  <a:pt x="1657559" y="89493"/>
                  <a:pt x="1661063" y="90551"/>
                  <a:pt x="1665676" y="90551"/>
                </a:cubicBezTo>
                <a:cubicBezTo>
                  <a:pt x="1670245" y="90551"/>
                  <a:pt x="1674309" y="89547"/>
                  <a:pt x="1677868" y="87538"/>
                </a:cubicBezTo>
                <a:cubicBezTo>
                  <a:pt x="1681427" y="85529"/>
                  <a:pt x="1684041" y="82781"/>
                  <a:pt x="1685711" y="79294"/>
                </a:cubicBezTo>
                <a:cubicBezTo>
                  <a:pt x="1686985" y="76600"/>
                  <a:pt x="1687622" y="72627"/>
                  <a:pt x="1687622" y="67374"/>
                </a:cubicBezTo>
                <a:lnTo>
                  <a:pt x="1687622" y="63004"/>
                </a:lnTo>
                <a:close/>
                <a:moveTo>
                  <a:pt x="1743882" y="87717"/>
                </a:moveTo>
                <a:lnTo>
                  <a:pt x="1745596" y="98196"/>
                </a:lnTo>
                <a:cubicBezTo>
                  <a:pt x="1742257" y="98811"/>
                  <a:pt x="1739269" y="99119"/>
                  <a:pt x="1736633" y="99119"/>
                </a:cubicBezTo>
                <a:cubicBezTo>
                  <a:pt x="1732327" y="99119"/>
                  <a:pt x="1728988" y="98438"/>
                  <a:pt x="1726616" y="97076"/>
                </a:cubicBezTo>
                <a:cubicBezTo>
                  <a:pt x="1724243" y="95713"/>
                  <a:pt x="1722574" y="93923"/>
                  <a:pt x="1721607" y="91704"/>
                </a:cubicBezTo>
                <a:cubicBezTo>
                  <a:pt x="1720640" y="89486"/>
                  <a:pt x="1720157" y="84817"/>
                  <a:pt x="1720157" y="77700"/>
                </a:cubicBezTo>
                <a:lnTo>
                  <a:pt x="1720157" y="37433"/>
                </a:lnTo>
                <a:lnTo>
                  <a:pt x="1711458" y="37433"/>
                </a:lnTo>
                <a:lnTo>
                  <a:pt x="1711458" y="28207"/>
                </a:lnTo>
                <a:lnTo>
                  <a:pt x="1720157" y="28207"/>
                </a:lnTo>
                <a:lnTo>
                  <a:pt x="1720157" y="10827"/>
                </a:lnTo>
                <a:lnTo>
                  <a:pt x="1731954" y="3691"/>
                </a:lnTo>
                <a:lnTo>
                  <a:pt x="1731954" y="28207"/>
                </a:lnTo>
                <a:lnTo>
                  <a:pt x="1743882" y="28207"/>
                </a:lnTo>
                <a:lnTo>
                  <a:pt x="1743882" y="37433"/>
                </a:lnTo>
                <a:lnTo>
                  <a:pt x="1731954" y="37433"/>
                </a:lnTo>
                <a:lnTo>
                  <a:pt x="1731954" y="78359"/>
                </a:lnTo>
                <a:cubicBezTo>
                  <a:pt x="1731954" y="81742"/>
                  <a:pt x="1732162" y="83917"/>
                  <a:pt x="1732580" y="84883"/>
                </a:cubicBezTo>
                <a:cubicBezTo>
                  <a:pt x="1732997" y="85850"/>
                  <a:pt x="1733678" y="86619"/>
                  <a:pt x="1734623" y="87190"/>
                </a:cubicBezTo>
                <a:cubicBezTo>
                  <a:pt x="1735567" y="87761"/>
                  <a:pt x="1736918" y="88047"/>
                  <a:pt x="1738676" y="88047"/>
                </a:cubicBezTo>
                <a:cubicBezTo>
                  <a:pt x="1739994" y="88047"/>
                  <a:pt x="1741729" y="87937"/>
                  <a:pt x="1743882" y="87717"/>
                </a:cubicBezTo>
                <a:close/>
                <a:moveTo>
                  <a:pt x="1793092" y="15290"/>
                </a:moveTo>
                <a:lnTo>
                  <a:pt x="1793092" y="1582"/>
                </a:lnTo>
                <a:lnTo>
                  <a:pt x="1804954" y="1582"/>
                </a:lnTo>
                <a:lnTo>
                  <a:pt x="1804954" y="15290"/>
                </a:lnTo>
                <a:lnTo>
                  <a:pt x="1793092" y="15290"/>
                </a:lnTo>
                <a:moveTo>
                  <a:pt x="1793092" y="98196"/>
                </a:moveTo>
                <a:lnTo>
                  <a:pt x="1793092" y="28207"/>
                </a:lnTo>
                <a:lnTo>
                  <a:pt x="1804954" y="28207"/>
                </a:lnTo>
                <a:lnTo>
                  <a:pt x="1804954" y="98196"/>
                </a:lnTo>
                <a:lnTo>
                  <a:pt x="1793092" y="98196"/>
                </a:lnTo>
                <a:close/>
                <a:moveTo>
                  <a:pt x="1822989" y="98196"/>
                </a:moveTo>
                <a:lnTo>
                  <a:pt x="1822989" y="28207"/>
                </a:lnTo>
                <a:lnTo>
                  <a:pt x="1833665" y="28207"/>
                </a:lnTo>
                <a:lnTo>
                  <a:pt x="1833665" y="38092"/>
                </a:lnTo>
                <a:cubicBezTo>
                  <a:pt x="1838806" y="30447"/>
                  <a:pt x="1846231" y="26625"/>
                  <a:pt x="1855941" y="26625"/>
                </a:cubicBezTo>
                <a:cubicBezTo>
                  <a:pt x="1860159" y="26625"/>
                  <a:pt x="1864036" y="27383"/>
                  <a:pt x="1867573" y="28899"/>
                </a:cubicBezTo>
                <a:cubicBezTo>
                  <a:pt x="1871109" y="30414"/>
                  <a:pt x="1873757" y="32402"/>
                  <a:pt x="1875514" y="34863"/>
                </a:cubicBezTo>
                <a:cubicBezTo>
                  <a:pt x="1877271" y="37323"/>
                  <a:pt x="1878502" y="40245"/>
                  <a:pt x="1879205" y="43628"/>
                </a:cubicBezTo>
                <a:cubicBezTo>
                  <a:pt x="1879644" y="45825"/>
                  <a:pt x="1879864" y="49669"/>
                  <a:pt x="1879864" y="55161"/>
                </a:cubicBezTo>
                <a:lnTo>
                  <a:pt x="1879864" y="98196"/>
                </a:lnTo>
                <a:lnTo>
                  <a:pt x="1868001" y="98196"/>
                </a:lnTo>
                <a:lnTo>
                  <a:pt x="1868001" y="55577"/>
                </a:lnTo>
                <a:cubicBezTo>
                  <a:pt x="1868001" y="50739"/>
                  <a:pt x="1867540" y="47121"/>
                  <a:pt x="1866617" y="44724"/>
                </a:cubicBezTo>
                <a:cubicBezTo>
                  <a:pt x="1865694" y="42326"/>
                  <a:pt x="1864058" y="40413"/>
                  <a:pt x="1861707" y="38984"/>
                </a:cubicBezTo>
                <a:cubicBezTo>
                  <a:pt x="1859357" y="37555"/>
                  <a:pt x="1856600" y="36840"/>
                  <a:pt x="1853436" y="36840"/>
                </a:cubicBezTo>
                <a:cubicBezTo>
                  <a:pt x="1848384" y="36840"/>
                  <a:pt x="1844023" y="38446"/>
                  <a:pt x="1840355" y="41657"/>
                </a:cubicBezTo>
                <a:cubicBezTo>
                  <a:pt x="1836686" y="44867"/>
                  <a:pt x="1834852" y="50958"/>
                  <a:pt x="1834852" y="59931"/>
                </a:cubicBezTo>
                <a:lnTo>
                  <a:pt x="1834852" y="98196"/>
                </a:lnTo>
                <a:lnTo>
                  <a:pt x="1822989" y="98196"/>
                </a:lnTo>
                <a:close/>
                <a:moveTo>
                  <a:pt x="1900866" y="98196"/>
                </a:moveTo>
                <a:lnTo>
                  <a:pt x="1900866" y="37433"/>
                </a:lnTo>
                <a:lnTo>
                  <a:pt x="1890388" y="37433"/>
                </a:lnTo>
                <a:lnTo>
                  <a:pt x="1890388" y="28207"/>
                </a:lnTo>
                <a:lnTo>
                  <a:pt x="1900866" y="28207"/>
                </a:lnTo>
                <a:lnTo>
                  <a:pt x="1900866" y="20776"/>
                </a:lnTo>
                <a:cubicBezTo>
                  <a:pt x="1900866" y="16086"/>
                  <a:pt x="1901284" y="12601"/>
                  <a:pt x="1902118" y="10322"/>
                </a:cubicBezTo>
                <a:cubicBezTo>
                  <a:pt x="1903261" y="7255"/>
                  <a:pt x="1905271" y="4768"/>
                  <a:pt x="1908149" y="2861"/>
                </a:cubicBezTo>
                <a:cubicBezTo>
                  <a:pt x="1911026" y="954"/>
                  <a:pt x="1915057" y="0"/>
                  <a:pt x="1920242" y="0"/>
                </a:cubicBezTo>
                <a:cubicBezTo>
                  <a:pt x="1923581" y="0"/>
                  <a:pt x="1927272" y="395"/>
                  <a:pt x="1931314" y="1186"/>
                </a:cubicBezTo>
                <a:lnTo>
                  <a:pt x="1929534" y="11533"/>
                </a:lnTo>
                <a:cubicBezTo>
                  <a:pt x="1927074" y="11094"/>
                  <a:pt x="1924745" y="10874"/>
                  <a:pt x="1922548" y="10874"/>
                </a:cubicBezTo>
                <a:cubicBezTo>
                  <a:pt x="1918946" y="10874"/>
                  <a:pt x="1916398" y="11640"/>
                  <a:pt x="1914904" y="13172"/>
                </a:cubicBezTo>
                <a:cubicBezTo>
                  <a:pt x="1913410" y="14705"/>
                  <a:pt x="1912663" y="17571"/>
                  <a:pt x="1912663" y="21773"/>
                </a:cubicBezTo>
                <a:lnTo>
                  <a:pt x="1912663" y="28207"/>
                </a:lnTo>
                <a:lnTo>
                  <a:pt x="1926305" y="28207"/>
                </a:lnTo>
                <a:lnTo>
                  <a:pt x="1926305" y="37433"/>
                </a:lnTo>
                <a:lnTo>
                  <a:pt x="1912663" y="37433"/>
                </a:lnTo>
                <a:lnTo>
                  <a:pt x="1912663" y="98196"/>
                </a:lnTo>
                <a:lnTo>
                  <a:pt x="1900866" y="98196"/>
                </a:lnTo>
                <a:close/>
                <a:moveTo>
                  <a:pt x="1935421" y="98196"/>
                </a:moveTo>
                <a:lnTo>
                  <a:pt x="1935421" y="28207"/>
                </a:lnTo>
                <a:lnTo>
                  <a:pt x="1946098" y="28207"/>
                </a:lnTo>
                <a:lnTo>
                  <a:pt x="1946098" y="38751"/>
                </a:lnTo>
                <a:cubicBezTo>
                  <a:pt x="1948822" y="33814"/>
                  <a:pt x="1951337" y="30559"/>
                  <a:pt x="1953644" y="28985"/>
                </a:cubicBezTo>
                <a:cubicBezTo>
                  <a:pt x="1955950" y="27412"/>
                  <a:pt x="1958487" y="26625"/>
                  <a:pt x="1961255" y="26625"/>
                </a:cubicBezTo>
                <a:cubicBezTo>
                  <a:pt x="1965254" y="26625"/>
                  <a:pt x="1969318" y="27894"/>
                  <a:pt x="1973448" y="30431"/>
                </a:cubicBezTo>
                <a:lnTo>
                  <a:pt x="1969362" y="41387"/>
                </a:lnTo>
                <a:cubicBezTo>
                  <a:pt x="1966462" y="39674"/>
                  <a:pt x="1963562" y="38817"/>
                  <a:pt x="1960662" y="38817"/>
                </a:cubicBezTo>
                <a:cubicBezTo>
                  <a:pt x="1958070" y="38817"/>
                  <a:pt x="1955742" y="39598"/>
                  <a:pt x="1953677" y="41161"/>
                </a:cubicBezTo>
                <a:cubicBezTo>
                  <a:pt x="1951612" y="42722"/>
                  <a:pt x="1950140" y="44888"/>
                  <a:pt x="1949261" y="47658"/>
                </a:cubicBezTo>
                <a:cubicBezTo>
                  <a:pt x="1947943" y="51880"/>
                  <a:pt x="1947284" y="56498"/>
                  <a:pt x="1947284" y="61512"/>
                </a:cubicBezTo>
                <a:lnTo>
                  <a:pt x="1947284" y="98196"/>
                </a:lnTo>
                <a:lnTo>
                  <a:pt x="1935421" y="98196"/>
                </a:lnTo>
                <a:close/>
                <a:moveTo>
                  <a:pt x="1980564" y="15290"/>
                </a:moveTo>
                <a:lnTo>
                  <a:pt x="1980564" y="1582"/>
                </a:lnTo>
                <a:lnTo>
                  <a:pt x="1992427" y="1582"/>
                </a:lnTo>
                <a:lnTo>
                  <a:pt x="1992427" y="15290"/>
                </a:lnTo>
                <a:lnTo>
                  <a:pt x="1980564" y="15290"/>
                </a:lnTo>
                <a:moveTo>
                  <a:pt x="1980564" y="98196"/>
                </a:moveTo>
                <a:lnTo>
                  <a:pt x="1980564" y="28207"/>
                </a:lnTo>
                <a:lnTo>
                  <a:pt x="1992427" y="28207"/>
                </a:lnTo>
                <a:lnTo>
                  <a:pt x="1992427" y="98196"/>
                </a:lnTo>
                <a:lnTo>
                  <a:pt x="1980564" y="98196"/>
                </a:lnTo>
                <a:close/>
                <a:moveTo>
                  <a:pt x="2010463" y="98196"/>
                </a:moveTo>
                <a:lnTo>
                  <a:pt x="2010463" y="28207"/>
                </a:lnTo>
                <a:lnTo>
                  <a:pt x="2021139" y="28207"/>
                </a:lnTo>
                <a:lnTo>
                  <a:pt x="2021139" y="38092"/>
                </a:lnTo>
                <a:cubicBezTo>
                  <a:pt x="2026279" y="30447"/>
                  <a:pt x="2033704" y="26625"/>
                  <a:pt x="2043414" y="26625"/>
                </a:cubicBezTo>
                <a:cubicBezTo>
                  <a:pt x="2047632" y="26625"/>
                  <a:pt x="2051509" y="27383"/>
                  <a:pt x="2055046" y="28899"/>
                </a:cubicBezTo>
                <a:cubicBezTo>
                  <a:pt x="2058583" y="30414"/>
                  <a:pt x="2061230" y="32402"/>
                  <a:pt x="2062987" y="34863"/>
                </a:cubicBezTo>
                <a:cubicBezTo>
                  <a:pt x="2064745" y="37323"/>
                  <a:pt x="2065975" y="40245"/>
                  <a:pt x="2066678" y="43628"/>
                </a:cubicBezTo>
                <a:cubicBezTo>
                  <a:pt x="2067117" y="45825"/>
                  <a:pt x="2067337" y="49669"/>
                  <a:pt x="2067337" y="55161"/>
                </a:cubicBezTo>
                <a:lnTo>
                  <a:pt x="2067337" y="98196"/>
                </a:lnTo>
                <a:lnTo>
                  <a:pt x="2055474" y="98196"/>
                </a:lnTo>
                <a:lnTo>
                  <a:pt x="2055474" y="55577"/>
                </a:lnTo>
                <a:cubicBezTo>
                  <a:pt x="2055474" y="50739"/>
                  <a:pt x="2055013" y="47121"/>
                  <a:pt x="2054090" y="44724"/>
                </a:cubicBezTo>
                <a:cubicBezTo>
                  <a:pt x="2053168" y="42326"/>
                  <a:pt x="2051531" y="40413"/>
                  <a:pt x="2049181" y="38984"/>
                </a:cubicBezTo>
                <a:cubicBezTo>
                  <a:pt x="2046830" y="37555"/>
                  <a:pt x="2044073" y="36840"/>
                  <a:pt x="2040910" y="36840"/>
                </a:cubicBezTo>
                <a:cubicBezTo>
                  <a:pt x="2035857" y="36840"/>
                  <a:pt x="2031497" y="38446"/>
                  <a:pt x="2027828" y="41657"/>
                </a:cubicBezTo>
                <a:cubicBezTo>
                  <a:pt x="2024159" y="44867"/>
                  <a:pt x="2022325" y="50958"/>
                  <a:pt x="2022325" y="59931"/>
                </a:cubicBezTo>
                <a:lnTo>
                  <a:pt x="2022325" y="98196"/>
                </a:lnTo>
                <a:lnTo>
                  <a:pt x="2010463" y="98196"/>
                </a:lnTo>
                <a:close/>
                <a:moveTo>
                  <a:pt x="2083331" y="103995"/>
                </a:moveTo>
                <a:lnTo>
                  <a:pt x="2094864" y="105709"/>
                </a:lnTo>
                <a:cubicBezTo>
                  <a:pt x="2095347" y="109268"/>
                  <a:pt x="2096687" y="111860"/>
                  <a:pt x="2098884" y="113485"/>
                </a:cubicBezTo>
                <a:cubicBezTo>
                  <a:pt x="2101827" y="115682"/>
                  <a:pt x="2105847" y="116781"/>
                  <a:pt x="2110944" y="116781"/>
                </a:cubicBezTo>
                <a:cubicBezTo>
                  <a:pt x="2116436" y="116781"/>
                  <a:pt x="2120676" y="115679"/>
                  <a:pt x="2123663" y="113477"/>
                </a:cubicBezTo>
                <a:cubicBezTo>
                  <a:pt x="2126651" y="111276"/>
                  <a:pt x="2128672" y="108194"/>
                  <a:pt x="2129726" y="104230"/>
                </a:cubicBezTo>
                <a:cubicBezTo>
                  <a:pt x="2130342" y="101810"/>
                  <a:pt x="2130627" y="96724"/>
                  <a:pt x="2130583" y="88974"/>
                </a:cubicBezTo>
                <a:cubicBezTo>
                  <a:pt x="2125399" y="95122"/>
                  <a:pt x="2118940" y="98196"/>
                  <a:pt x="2111208" y="98196"/>
                </a:cubicBezTo>
                <a:cubicBezTo>
                  <a:pt x="2101586" y="98196"/>
                  <a:pt x="2094139" y="94725"/>
                  <a:pt x="2088866" y="87783"/>
                </a:cubicBezTo>
                <a:cubicBezTo>
                  <a:pt x="2083594" y="80841"/>
                  <a:pt x="2080958" y="72516"/>
                  <a:pt x="2080958" y="62806"/>
                </a:cubicBezTo>
                <a:cubicBezTo>
                  <a:pt x="2080958" y="56128"/>
                  <a:pt x="2082166" y="49966"/>
                  <a:pt x="2084583" y="44320"/>
                </a:cubicBezTo>
                <a:cubicBezTo>
                  <a:pt x="2086999" y="38674"/>
                  <a:pt x="2090503" y="34314"/>
                  <a:pt x="2095094" y="31238"/>
                </a:cubicBezTo>
                <a:cubicBezTo>
                  <a:pt x="2099686" y="28163"/>
                  <a:pt x="2105079" y="26625"/>
                  <a:pt x="2111274" y="26625"/>
                </a:cubicBezTo>
                <a:cubicBezTo>
                  <a:pt x="2119533" y="26625"/>
                  <a:pt x="2126343" y="29986"/>
                  <a:pt x="2131704" y="36708"/>
                </a:cubicBezTo>
                <a:lnTo>
                  <a:pt x="2131704" y="28207"/>
                </a:lnTo>
                <a:lnTo>
                  <a:pt x="2142643" y="28207"/>
                </a:lnTo>
                <a:lnTo>
                  <a:pt x="2142643" y="88747"/>
                </a:lnTo>
                <a:cubicBezTo>
                  <a:pt x="2142643" y="99650"/>
                  <a:pt x="2141534" y="107376"/>
                  <a:pt x="2139315" y="111926"/>
                </a:cubicBezTo>
                <a:cubicBezTo>
                  <a:pt x="2137097" y="116476"/>
                  <a:pt x="2133582" y="120070"/>
                  <a:pt x="2128771" y="122708"/>
                </a:cubicBezTo>
                <a:cubicBezTo>
                  <a:pt x="2123960" y="125347"/>
                  <a:pt x="2118040" y="126666"/>
                  <a:pt x="2111010" y="126666"/>
                </a:cubicBezTo>
                <a:cubicBezTo>
                  <a:pt x="2102662" y="126666"/>
                  <a:pt x="2095918" y="124782"/>
                  <a:pt x="2090778" y="121015"/>
                </a:cubicBezTo>
                <a:cubicBezTo>
                  <a:pt x="2085637" y="117247"/>
                  <a:pt x="2083155" y="111574"/>
                  <a:pt x="2083331" y="103995"/>
                </a:cubicBezTo>
                <a:moveTo>
                  <a:pt x="2093150" y="61951"/>
                </a:moveTo>
                <a:cubicBezTo>
                  <a:pt x="2093150" y="71110"/>
                  <a:pt x="2094973" y="77793"/>
                  <a:pt x="2098620" y="82000"/>
                </a:cubicBezTo>
                <a:cubicBezTo>
                  <a:pt x="2102267" y="86207"/>
                  <a:pt x="2106836" y="88310"/>
                  <a:pt x="2112328" y="88310"/>
                </a:cubicBezTo>
                <a:cubicBezTo>
                  <a:pt x="2117776" y="88310"/>
                  <a:pt x="2122345" y="86218"/>
                  <a:pt x="2126036" y="82033"/>
                </a:cubicBezTo>
                <a:cubicBezTo>
                  <a:pt x="2129726" y="77848"/>
                  <a:pt x="2131572" y="71285"/>
                  <a:pt x="2131572" y="62344"/>
                </a:cubicBezTo>
                <a:cubicBezTo>
                  <a:pt x="2131572" y="53799"/>
                  <a:pt x="2129672" y="47357"/>
                  <a:pt x="2125871" y="43018"/>
                </a:cubicBezTo>
                <a:cubicBezTo>
                  <a:pt x="2122071" y="38680"/>
                  <a:pt x="2117490" y="36510"/>
                  <a:pt x="2112130" y="36510"/>
                </a:cubicBezTo>
                <a:cubicBezTo>
                  <a:pt x="2106858" y="36510"/>
                  <a:pt x="2102377" y="38647"/>
                  <a:pt x="2098686" y="42919"/>
                </a:cubicBezTo>
                <a:cubicBezTo>
                  <a:pt x="2094995" y="47192"/>
                  <a:pt x="2093150" y="53536"/>
                  <a:pt x="2093150" y="61951"/>
                </a:cubicBezTo>
                <a:close/>
                <a:moveTo>
                  <a:pt x="2208460" y="75657"/>
                </a:moveTo>
                <a:lnTo>
                  <a:pt x="2220718" y="77173"/>
                </a:lnTo>
                <a:cubicBezTo>
                  <a:pt x="2218785" y="84334"/>
                  <a:pt x="2215204" y="89892"/>
                  <a:pt x="2209976" y="93846"/>
                </a:cubicBezTo>
                <a:cubicBezTo>
                  <a:pt x="2204748" y="97800"/>
                  <a:pt x="2198070" y="99778"/>
                  <a:pt x="2189942" y="99778"/>
                </a:cubicBezTo>
                <a:cubicBezTo>
                  <a:pt x="2179705" y="99778"/>
                  <a:pt x="2171588" y="96625"/>
                  <a:pt x="2165590" y="90320"/>
                </a:cubicBezTo>
                <a:cubicBezTo>
                  <a:pt x="2159593" y="84016"/>
                  <a:pt x="2156595" y="75174"/>
                  <a:pt x="2156595" y="63794"/>
                </a:cubicBezTo>
                <a:cubicBezTo>
                  <a:pt x="2156595" y="52020"/>
                  <a:pt x="2159626" y="42881"/>
                  <a:pt x="2165689" y="36379"/>
                </a:cubicBezTo>
                <a:cubicBezTo>
                  <a:pt x="2171752" y="29876"/>
                  <a:pt x="2179617" y="26625"/>
                  <a:pt x="2189283" y="26625"/>
                </a:cubicBezTo>
                <a:cubicBezTo>
                  <a:pt x="2198641" y="26625"/>
                  <a:pt x="2206286" y="29805"/>
                  <a:pt x="2212217" y="36166"/>
                </a:cubicBezTo>
                <a:cubicBezTo>
                  <a:pt x="2218148" y="42526"/>
                  <a:pt x="2221114" y="51474"/>
                  <a:pt x="2221114" y="63010"/>
                </a:cubicBezTo>
                <a:cubicBezTo>
                  <a:pt x="2221114" y="63711"/>
                  <a:pt x="2221092" y="64764"/>
                  <a:pt x="2221048" y="66167"/>
                </a:cubicBezTo>
                <a:lnTo>
                  <a:pt x="2168853" y="66167"/>
                </a:lnTo>
                <a:cubicBezTo>
                  <a:pt x="2169292" y="73834"/>
                  <a:pt x="2171467" y="79704"/>
                  <a:pt x="2175377" y="83780"/>
                </a:cubicBezTo>
                <a:cubicBezTo>
                  <a:pt x="2179287" y="87855"/>
                  <a:pt x="2184164" y="89892"/>
                  <a:pt x="2190007" y="89892"/>
                </a:cubicBezTo>
                <a:cubicBezTo>
                  <a:pt x="2194357" y="89892"/>
                  <a:pt x="2198070" y="88761"/>
                  <a:pt x="2201145" y="86498"/>
                </a:cubicBezTo>
                <a:cubicBezTo>
                  <a:pt x="2204221" y="84234"/>
                  <a:pt x="2206659" y="80620"/>
                  <a:pt x="2208460" y="75657"/>
                </a:cubicBezTo>
                <a:moveTo>
                  <a:pt x="2169512" y="56281"/>
                </a:moveTo>
                <a:lnTo>
                  <a:pt x="2208592" y="56281"/>
                </a:lnTo>
                <a:cubicBezTo>
                  <a:pt x="2208065" y="50490"/>
                  <a:pt x="2206571" y="46147"/>
                  <a:pt x="2204111" y="43251"/>
                </a:cubicBezTo>
                <a:cubicBezTo>
                  <a:pt x="2200332" y="38757"/>
                  <a:pt x="2195434" y="36510"/>
                  <a:pt x="2189414" y="36510"/>
                </a:cubicBezTo>
                <a:cubicBezTo>
                  <a:pt x="2183966" y="36510"/>
                  <a:pt x="2179386" y="38304"/>
                  <a:pt x="2175674" y="41892"/>
                </a:cubicBezTo>
                <a:cubicBezTo>
                  <a:pt x="2171961" y="45478"/>
                  <a:pt x="2169907" y="50275"/>
                  <a:pt x="2169512" y="56281"/>
                </a:cubicBezTo>
                <a:close/>
                <a:moveTo>
                  <a:pt x="2318982" y="98196"/>
                </a:moveTo>
                <a:lnTo>
                  <a:pt x="2318982" y="87915"/>
                </a:lnTo>
                <a:cubicBezTo>
                  <a:pt x="2313534" y="95823"/>
                  <a:pt x="2306131" y="99778"/>
                  <a:pt x="2296773" y="99778"/>
                </a:cubicBezTo>
                <a:cubicBezTo>
                  <a:pt x="2292643" y="99778"/>
                  <a:pt x="2288787" y="98987"/>
                  <a:pt x="2285207" y="97405"/>
                </a:cubicBezTo>
                <a:cubicBezTo>
                  <a:pt x="2281626" y="95823"/>
                  <a:pt x="2278968" y="93835"/>
                  <a:pt x="2277232" y="91441"/>
                </a:cubicBezTo>
                <a:cubicBezTo>
                  <a:pt x="2275497" y="89046"/>
                  <a:pt x="2274278" y="86114"/>
                  <a:pt x="2273575" y="82643"/>
                </a:cubicBezTo>
                <a:cubicBezTo>
                  <a:pt x="2273091" y="80314"/>
                  <a:pt x="2272850" y="76624"/>
                  <a:pt x="2272850" y="71571"/>
                </a:cubicBezTo>
                <a:lnTo>
                  <a:pt x="2272850" y="28207"/>
                </a:lnTo>
                <a:lnTo>
                  <a:pt x="2284712" y="28207"/>
                </a:lnTo>
                <a:lnTo>
                  <a:pt x="2284712" y="67024"/>
                </a:lnTo>
                <a:cubicBezTo>
                  <a:pt x="2284712" y="73219"/>
                  <a:pt x="2284954" y="77392"/>
                  <a:pt x="2285437" y="79545"/>
                </a:cubicBezTo>
                <a:cubicBezTo>
                  <a:pt x="2286184" y="82665"/>
                  <a:pt x="2287766" y="85114"/>
                  <a:pt x="2290182" y="86893"/>
                </a:cubicBezTo>
                <a:cubicBezTo>
                  <a:pt x="2292599" y="88673"/>
                  <a:pt x="2295586" y="89563"/>
                  <a:pt x="2299145" y="89563"/>
                </a:cubicBezTo>
                <a:cubicBezTo>
                  <a:pt x="2302704" y="89563"/>
                  <a:pt x="2306043" y="88651"/>
                  <a:pt x="2309162" y="86828"/>
                </a:cubicBezTo>
                <a:cubicBezTo>
                  <a:pt x="2312282" y="85004"/>
                  <a:pt x="2314490" y="82522"/>
                  <a:pt x="2315786" y="79380"/>
                </a:cubicBezTo>
                <a:cubicBezTo>
                  <a:pt x="2317082" y="76239"/>
                  <a:pt x="2317730" y="71681"/>
                  <a:pt x="2317730" y="65706"/>
                </a:cubicBezTo>
                <a:lnTo>
                  <a:pt x="2317730" y="28207"/>
                </a:lnTo>
                <a:lnTo>
                  <a:pt x="2329592" y="28207"/>
                </a:lnTo>
                <a:lnTo>
                  <a:pt x="2329592" y="98196"/>
                </a:lnTo>
                <a:lnTo>
                  <a:pt x="2318982" y="98196"/>
                </a:lnTo>
                <a:close/>
                <a:moveTo>
                  <a:pt x="2348156" y="125084"/>
                </a:moveTo>
                <a:lnTo>
                  <a:pt x="2348156" y="28207"/>
                </a:lnTo>
                <a:lnTo>
                  <a:pt x="2358964" y="28207"/>
                </a:lnTo>
                <a:lnTo>
                  <a:pt x="2358964" y="37235"/>
                </a:lnTo>
                <a:cubicBezTo>
                  <a:pt x="2361513" y="33699"/>
                  <a:pt x="2364390" y="31046"/>
                  <a:pt x="2367598" y="29278"/>
                </a:cubicBezTo>
                <a:cubicBezTo>
                  <a:pt x="2370805" y="27509"/>
                  <a:pt x="2374693" y="26625"/>
                  <a:pt x="2379263" y="26625"/>
                </a:cubicBezTo>
                <a:cubicBezTo>
                  <a:pt x="2385238" y="26625"/>
                  <a:pt x="2390510" y="28163"/>
                  <a:pt x="2395079" y="31238"/>
                </a:cubicBezTo>
                <a:cubicBezTo>
                  <a:pt x="2399649" y="34314"/>
                  <a:pt x="2403098" y="38652"/>
                  <a:pt x="2405426" y="44254"/>
                </a:cubicBezTo>
                <a:cubicBezTo>
                  <a:pt x="2407755" y="49856"/>
                  <a:pt x="2408919" y="55996"/>
                  <a:pt x="2408919" y="62674"/>
                </a:cubicBezTo>
                <a:cubicBezTo>
                  <a:pt x="2408919" y="69835"/>
                  <a:pt x="2407634" y="76283"/>
                  <a:pt x="2405064" y="82017"/>
                </a:cubicBezTo>
                <a:cubicBezTo>
                  <a:pt x="2402493" y="87750"/>
                  <a:pt x="2398759" y="92144"/>
                  <a:pt x="2393860" y="95197"/>
                </a:cubicBezTo>
                <a:cubicBezTo>
                  <a:pt x="2388961" y="98251"/>
                  <a:pt x="2383810" y="99778"/>
                  <a:pt x="2378406" y="99778"/>
                </a:cubicBezTo>
                <a:cubicBezTo>
                  <a:pt x="2374452" y="99778"/>
                  <a:pt x="2370904" y="98932"/>
                  <a:pt x="2367762" y="97240"/>
                </a:cubicBezTo>
                <a:cubicBezTo>
                  <a:pt x="2364621" y="95547"/>
                  <a:pt x="2362040" y="93410"/>
                  <a:pt x="2360019" y="90827"/>
                </a:cubicBezTo>
                <a:lnTo>
                  <a:pt x="2360019" y="125084"/>
                </a:lnTo>
                <a:lnTo>
                  <a:pt x="2348156" y="125084"/>
                </a:lnTo>
                <a:moveTo>
                  <a:pt x="2358898" y="63498"/>
                </a:moveTo>
                <a:cubicBezTo>
                  <a:pt x="2358898" y="72494"/>
                  <a:pt x="2360722" y="79142"/>
                  <a:pt x="2364368" y="83442"/>
                </a:cubicBezTo>
                <a:cubicBezTo>
                  <a:pt x="2368015" y="87742"/>
                  <a:pt x="2372431" y="89892"/>
                  <a:pt x="2377615" y="89892"/>
                </a:cubicBezTo>
                <a:cubicBezTo>
                  <a:pt x="2382887" y="89892"/>
                  <a:pt x="2387402" y="87665"/>
                  <a:pt x="2391158" y="83211"/>
                </a:cubicBezTo>
                <a:cubicBezTo>
                  <a:pt x="2394915" y="78757"/>
                  <a:pt x="2396793" y="71857"/>
                  <a:pt x="2396793" y="62509"/>
                </a:cubicBezTo>
                <a:cubicBezTo>
                  <a:pt x="2396793" y="53601"/>
                  <a:pt x="2394958" y="46931"/>
                  <a:pt x="2391290" y="42499"/>
                </a:cubicBezTo>
                <a:cubicBezTo>
                  <a:pt x="2387621" y="38067"/>
                  <a:pt x="2383239" y="35851"/>
                  <a:pt x="2378142" y="35851"/>
                </a:cubicBezTo>
                <a:cubicBezTo>
                  <a:pt x="2373090" y="35851"/>
                  <a:pt x="2368619" y="38210"/>
                  <a:pt x="2364731" y="42928"/>
                </a:cubicBezTo>
                <a:cubicBezTo>
                  <a:pt x="2360843" y="47645"/>
                  <a:pt x="2358898" y="54502"/>
                  <a:pt x="2358898" y="63498"/>
                </a:cubicBezTo>
                <a:close/>
                <a:moveTo>
                  <a:pt x="2418784" y="63201"/>
                </a:moveTo>
                <a:cubicBezTo>
                  <a:pt x="2418784" y="50240"/>
                  <a:pt x="2422387" y="40640"/>
                  <a:pt x="2429592" y="34402"/>
                </a:cubicBezTo>
                <a:cubicBezTo>
                  <a:pt x="2435612" y="29217"/>
                  <a:pt x="2442949" y="26625"/>
                  <a:pt x="2451604" y="26625"/>
                </a:cubicBezTo>
                <a:cubicBezTo>
                  <a:pt x="2461226" y="26625"/>
                  <a:pt x="2469090" y="29777"/>
                  <a:pt x="2475197" y="36082"/>
                </a:cubicBezTo>
                <a:cubicBezTo>
                  <a:pt x="2481305" y="42387"/>
                  <a:pt x="2484358" y="51097"/>
                  <a:pt x="2484358" y="62213"/>
                </a:cubicBezTo>
                <a:cubicBezTo>
                  <a:pt x="2484358" y="71219"/>
                  <a:pt x="2483007" y="78304"/>
                  <a:pt x="2480305" y="83466"/>
                </a:cubicBezTo>
                <a:cubicBezTo>
                  <a:pt x="2477603" y="88629"/>
                  <a:pt x="2473671" y="92638"/>
                  <a:pt x="2468508" y="95494"/>
                </a:cubicBezTo>
                <a:cubicBezTo>
                  <a:pt x="2463346" y="98350"/>
                  <a:pt x="2457711" y="99778"/>
                  <a:pt x="2451604" y="99778"/>
                </a:cubicBezTo>
                <a:cubicBezTo>
                  <a:pt x="2441807" y="99778"/>
                  <a:pt x="2433887" y="96636"/>
                  <a:pt x="2427846" y="90353"/>
                </a:cubicBezTo>
                <a:cubicBezTo>
                  <a:pt x="2421805" y="84071"/>
                  <a:pt x="2418784" y="75020"/>
                  <a:pt x="2418784" y="63201"/>
                </a:cubicBezTo>
                <a:moveTo>
                  <a:pt x="2430976" y="63168"/>
                </a:moveTo>
                <a:cubicBezTo>
                  <a:pt x="2430976" y="72098"/>
                  <a:pt x="2432932" y="78785"/>
                  <a:pt x="2436842" y="83228"/>
                </a:cubicBezTo>
                <a:cubicBezTo>
                  <a:pt x="2440752" y="87671"/>
                  <a:pt x="2445673" y="89892"/>
                  <a:pt x="2451604" y="89892"/>
                </a:cubicBezTo>
                <a:cubicBezTo>
                  <a:pt x="2457491" y="89892"/>
                  <a:pt x="2462390" y="87660"/>
                  <a:pt x="2466301" y="83195"/>
                </a:cubicBezTo>
                <a:cubicBezTo>
                  <a:pt x="2470211" y="78730"/>
                  <a:pt x="2472166" y="71923"/>
                  <a:pt x="2472166" y="62775"/>
                </a:cubicBezTo>
                <a:cubicBezTo>
                  <a:pt x="2472166" y="54151"/>
                  <a:pt x="2470200" y="47618"/>
                  <a:pt x="2466268" y="43175"/>
                </a:cubicBezTo>
                <a:cubicBezTo>
                  <a:pt x="2462335" y="38732"/>
                  <a:pt x="2457448" y="36510"/>
                  <a:pt x="2451604" y="36510"/>
                </a:cubicBezTo>
                <a:cubicBezTo>
                  <a:pt x="2445673" y="36510"/>
                  <a:pt x="2440752" y="38721"/>
                  <a:pt x="2436842" y="43142"/>
                </a:cubicBezTo>
                <a:cubicBezTo>
                  <a:pt x="2432932" y="47563"/>
                  <a:pt x="2430976" y="54238"/>
                  <a:pt x="2430976" y="63168"/>
                </a:cubicBezTo>
                <a:close/>
                <a:moveTo>
                  <a:pt x="2498243" y="98196"/>
                </a:moveTo>
                <a:lnTo>
                  <a:pt x="2498243" y="28207"/>
                </a:lnTo>
                <a:lnTo>
                  <a:pt x="2508920" y="28207"/>
                </a:lnTo>
                <a:lnTo>
                  <a:pt x="2508920" y="38092"/>
                </a:lnTo>
                <a:cubicBezTo>
                  <a:pt x="2514060" y="30447"/>
                  <a:pt x="2521485" y="26625"/>
                  <a:pt x="2531195" y="26625"/>
                </a:cubicBezTo>
                <a:cubicBezTo>
                  <a:pt x="2535413" y="26625"/>
                  <a:pt x="2539290" y="27383"/>
                  <a:pt x="2542827" y="28899"/>
                </a:cubicBezTo>
                <a:cubicBezTo>
                  <a:pt x="2546364" y="30414"/>
                  <a:pt x="2549011" y="32402"/>
                  <a:pt x="2550768" y="34863"/>
                </a:cubicBezTo>
                <a:cubicBezTo>
                  <a:pt x="2552526" y="37323"/>
                  <a:pt x="2553756" y="40245"/>
                  <a:pt x="2554459" y="43628"/>
                </a:cubicBezTo>
                <a:cubicBezTo>
                  <a:pt x="2554898" y="45825"/>
                  <a:pt x="2555118" y="49669"/>
                  <a:pt x="2555118" y="55161"/>
                </a:cubicBezTo>
                <a:lnTo>
                  <a:pt x="2555118" y="98196"/>
                </a:lnTo>
                <a:lnTo>
                  <a:pt x="2543255" y="98196"/>
                </a:lnTo>
                <a:lnTo>
                  <a:pt x="2543255" y="55577"/>
                </a:lnTo>
                <a:cubicBezTo>
                  <a:pt x="2543255" y="50739"/>
                  <a:pt x="2542794" y="47121"/>
                  <a:pt x="2541871" y="44724"/>
                </a:cubicBezTo>
                <a:cubicBezTo>
                  <a:pt x="2540949" y="42326"/>
                  <a:pt x="2539312" y="40413"/>
                  <a:pt x="2536962" y="38984"/>
                </a:cubicBezTo>
                <a:cubicBezTo>
                  <a:pt x="2534611" y="37555"/>
                  <a:pt x="2531854" y="36840"/>
                  <a:pt x="2528691" y="36840"/>
                </a:cubicBezTo>
                <a:cubicBezTo>
                  <a:pt x="2523638" y="36840"/>
                  <a:pt x="2519278" y="38446"/>
                  <a:pt x="2515609" y="41657"/>
                </a:cubicBezTo>
                <a:cubicBezTo>
                  <a:pt x="2511940" y="44867"/>
                  <a:pt x="2510106" y="50958"/>
                  <a:pt x="2510106" y="59931"/>
                </a:cubicBezTo>
                <a:lnTo>
                  <a:pt x="2510106" y="98196"/>
                </a:lnTo>
                <a:lnTo>
                  <a:pt x="2498243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freedomofspeech,butitdoesnotapply">
            <a:extLst xmlns:a="http://schemas.openxmlformats.org/drawingml/2006/main">
              <a:ext uri="{FF2B5EF4-FFF2-40B4-BE49-F238E27FC236}">
                <a16:creationId xmlns:a16="http://schemas.microsoft.com/office/drawing/2014/main" id="{FBF24516-D45A-4B0C-93D5-731570A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349" y="2674582"/>
            <a:ext cx="2398405" cy="126666"/>
          </a:xfrm>
          <a:custGeom xmlns:a="http://schemas.openxmlformats.org/drawingml/2006/main">
            <a:pathLst>
              <a:path w="2398405" h="126666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45035" y="98196"/>
                </a:moveTo>
                <a:lnTo>
                  <a:pt x="45035" y="28207"/>
                </a:lnTo>
                <a:lnTo>
                  <a:pt x="55711" y="28207"/>
                </a:lnTo>
                <a:lnTo>
                  <a:pt x="55711" y="38751"/>
                </a:lnTo>
                <a:cubicBezTo>
                  <a:pt x="58435" y="33814"/>
                  <a:pt x="60950" y="30559"/>
                  <a:pt x="63257" y="28985"/>
                </a:cubicBezTo>
                <a:cubicBezTo>
                  <a:pt x="65564" y="27412"/>
                  <a:pt x="68101" y="26625"/>
                  <a:pt x="70869" y="26625"/>
                </a:cubicBezTo>
                <a:cubicBezTo>
                  <a:pt x="74867" y="26625"/>
                  <a:pt x="78931" y="27894"/>
                  <a:pt x="83061" y="30431"/>
                </a:cubicBezTo>
                <a:lnTo>
                  <a:pt x="78975" y="41387"/>
                </a:lnTo>
                <a:cubicBezTo>
                  <a:pt x="76075" y="39674"/>
                  <a:pt x="73175" y="38817"/>
                  <a:pt x="70276" y="38817"/>
                </a:cubicBezTo>
                <a:cubicBezTo>
                  <a:pt x="67684" y="38817"/>
                  <a:pt x="65355" y="39598"/>
                  <a:pt x="63290" y="41161"/>
                </a:cubicBezTo>
                <a:cubicBezTo>
                  <a:pt x="61225" y="42722"/>
                  <a:pt x="59753" y="44888"/>
                  <a:pt x="58874" y="47658"/>
                </a:cubicBezTo>
                <a:cubicBezTo>
                  <a:pt x="57556" y="51880"/>
                  <a:pt x="56897" y="56498"/>
                  <a:pt x="56897" y="61512"/>
                </a:cubicBezTo>
                <a:lnTo>
                  <a:pt x="56897" y="98196"/>
                </a:lnTo>
                <a:lnTo>
                  <a:pt x="45035" y="98196"/>
                </a:lnTo>
                <a:close/>
                <a:moveTo>
                  <a:pt x="138023" y="75657"/>
                </a:moveTo>
                <a:lnTo>
                  <a:pt x="150281" y="77173"/>
                </a:lnTo>
                <a:cubicBezTo>
                  <a:pt x="148348" y="84334"/>
                  <a:pt x="144767" y="89892"/>
                  <a:pt x="139539" y="93846"/>
                </a:cubicBezTo>
                <a:cubicBezTo>
                  <a:pt x="134310" y="97800"/>
                  <a:pt x="127632" y="99778"/>
                  <a:pt x="119504" y="99778"/>
                </a:cubicBezTo>
                <a:cubicBezTo>
                  <a:pt x="109267" y="99778"/>
                  <a:pt x="101150" y="96625"/>
                  <a:pt x="95153" y="90320"/>
                </a:cubicBezTo>
                <a:cubicBezTo>
                  <a:pt x="89156" y="84016"/>
                  <a:pt x="86157" y="75174"/>
                  <a:pt x="86157" y="63794"/>
                </a:cubicBezTo>
                <a:cubicBezTo>
                  <a:pt x="86157" y="52020"/>
                  <a:pt x="89189" y="42881"/>
                  <a:pt x="95252" y="36379"/>
                </a:cubicBezTo>
                <a:cubicBezTo>
                  <a:pt x="101315" y="29876"/>
                  <a:pt x="109179" y="26625"/>
                  <a:pt x="118845" y="26625"/>
                </a:cubicBezTo>
                <a:cubicBezTo>
                  <a:pt x="128203" y="26625"/>
                  <a:pt x="135848" y="29805"/>
                  <a:pt x="141780" y="36166"/>
                </a:cubicBezTo>
                <a:cubicBezTo>
                  <a:pt x="147711" y="42526"/>
                  <a:pt x="150676" y="51474"/>
                  <a:pt x="150676" y="63010"/>
                </a:cubicBezTo>
                <a:cubicBezTo>
                  <a:pt x="150676" y="63711"/>
                  <a:pt x="150654" y="64764"/>
                  <a:pt x="150611" y="66167"/>
                </a:cubicBezTo>
                <a:lnTo>
                  <a:pt x="98415" y="66167"/>
                </a:lnTo>
                <a:cubicBezTo>
                  <a:pt x="98855" y="73834"/>
                  <a:pt x="101029" y="79704"/>
                  <a:pt x="104940" y="83780"/>
                </a:cubicBezTo>
                <a:cubicBezTo>
                  <a:pt x="108850" y="87855"/>
                  <a:pt x="113727" y="89892"/>
                  <a:pt x="119570" y="89892"/>
                </a:cubicBezTo>
                <a:cubicBezTo>
                  <a:pt x="123920" y="89892"/>
                  <a:pt x="127632" y="88761"/>
                  <a:pt x="130708" y="86498"/>
                </a:cubicBezTo>
                <a:cubicBezTo>
                  <a:pt x="133783" y="84234"/>
                  <a:pt x="136222" y="80620"/>
                  <a:pt x="138023" y="75657"/>
                </a:cubicBezTo>
                <a:moveTo>
                  <a:pt x="99074" y="56281"/>
                </a:moveTo>
                <a:lnTo>
                  <a:pt x="138155" y="56281"/>
                </a:lnTo>
                <a:cubicBezTo>
                  <a:pt x="137628" y="50490"/>
                  <a:pt x="136134" y="46147"/>
                  <a:pt x="133673" y="43251"/>
                </a:cubicBezTo>
                <a:cubicBezTo>
                  <a:pt x="129895" y="38757"/>
                  <a:pt x="124996" y="36510"/>
                  <a:pt x="118977" y="36510"/>
                </a:cubicBezTo>
                <a:cubicBezTo>
                  <a:pt x="113529" y="36510"/>
                  <a:pt x="108949" y="38304"/>
                  <a:pt x="105236" y="41892"/>
                </a:cubicBezTo>
                <a:cubicBezTo>
                  <a:pt x="101524" y="45478"/>
                  <a:pt x="99470" y="50275"/>
                  <a:pt x="99074" y="56281"/>
                </a:cubicBezTo>
                <a:close/>
                <a:moveTo>
                  <a:pt x="213066" y="75657"/>
                </a:moveTo>
                <a:lnTo>
                  <a:pt x="225324" y="77173"/>
                </a:lnTo>
                <a:cubicBezTo>
                  <a:pt x="223391" y="84334"/>
                  <a:pt x="219811" y="89892"/>
                  <a:pt x="214582" y="93846"/>
                </a:cubicBezTo>
                <a:cubicBezTo>
                  <a:pt x="209354" y="97800"/>
                  <a:pt x="202676" y="99778"/>
                  <a:pt x="194548" y="99778"/>
                </a:cubicBezTo>
                <a:cubicBezTo>
                  <a:pt x="184311" y="99778"/>
                  <a:pt x="176194" y="96625"/>
                  <a:pt x="170196" y="90320"/>
                </a:cubicBezTo>
                <a:cubicBezTo>
                  <a:pt x="164199" y="84016"/>
                  <a:pt x="161201" y="75174"/>
                  <a:pt x="161201" y="63794"/>
                </a:cubicBezTo>
                <a:cubicBezTo>
                  <a:pt x="161201" y="52020"/>
                  <a:pt x="164232" y="42881"/>
                  <a:pt x="170295" y="36379"/>
                </a:cubicBezTo>
                <a:cubicBezTo>
                  <a:pt x="176358" y="29876"/>
                  <a:pt x="184223" y="26625"/>
                  <a:pt x="193889" y="26625"/>
                </a:cubicBezTo>
                <a:cubicBezTo>
                  <a:pt x="203247" y="26625"/>
                  <a:pt x="210892" y="29805"/>
                  <a:pt x="216823" y="36166"/>
                </a:cubicBezTo>
                <a:cubicBezTo>
                  <a:pt x="222754" y="42526"/>
                  <a:pt x="225720" y="51474"/>
                  <a:pt x="225720" y="63010"/>
                </a:cubicBezTo>
                <a:cubicBezTo>
                  <a:pt x="225720" y="63711"/>
                  <a:pt x="225698" y="64764"/>
                  <a:pt x="225654" y="66167"/>
                </a:cubicBezTo>
                <a:lnTo>
                  <a:pt x="173459" y="66167"/>
                </a:lnTo>
                <a:cubicBezTo>
                  <a:pt x="173898" y="73834"/>
                  <a:pt x="176073" y="79704"/>
                  <a:pt x="179983" y="83780"/>
                </a:cubicBezTo>
                <a:cubicBezTo>
                  <a:pt x="183893" y="87855"/>
                  <a:pt x="188770" y="89892"/>
                  <a:pt x="194614" y="89892"/>
                </a:cubicBezTo>
                <a:cubicBezTo>
                  <a:pt x="198963" y="89892"/>
                  <a:pt x="202676" y="88761"/>
                  <a:pt x="205751" y="86498"/>
                </a:cubicBezTo>
                <a:cubicBezTo>
                  <a:pt x="208827" y="84234"/>
                  <a:pt x="211265" y="80620"/>
                  <a:pt x="213066" y="75657"/>
                </a:cubicBezTo>
                <a:moveTo>
                  <a:pt x="174118" y="56281"/>
                </a:moveTo>
                <a:lnTo>
                  <a:pt x="213198" y="56281"/>
                </a:lnTo>
                <a:cubicBezTo>
                  <a:pt x="212671" y="50490"/>
                  <a:pt x="211177" y="46147"/>
                  <a:pt x="208717" y="43251"/>
                </a:cubicBezTo>
                <a:cubicBezTo>
                  <a:pt x="204938" y="38757"/>
                  <a:pt x="200040" y="36510"/>
                  <a:pt x="194020" y="36510"/>
                </a:cubicBezTo>
                <a:cubicBezTo>
                  <a:pt x="188572" y="36510"/>
                  <a:pt x="183992" y="38304"/>
                  <a:pt x="180280" y="41892"/>
                </a:cubicBezTo>
                <a:cubicBezTo>
                  <a:pt x="176567" y="45478"/>
                  <a:pt x="174513" y="50275"/>
                  <a:pt x="174118" y="56281"/>
                </a:cubicBezTo>
                <a:close/>
                <a:moveTo>
                  <a:pt x="285605" y="98196"/>
                </a:moveTo>
                <a:lnTo>
                  <a:pt x="285605" y="89365"/>
                </a:lnTo>
                <a:cubicBezTo>
                  <a:pt x="281167" y="96307"/>
                  <a:pt x="274643" y="99778"/>
                  <a:pt x="266032" y="99778"/>
                </a:cubicBezTo>
                <a:cubicBezTo>
                  <a:pt x="260452" y="99778"/>
                  <a:pt x="255322" y="98240"/>
                  <a:pt x="250643" y="95164"/>
                </a:cubicBezTo>
                <a:cubicBezTo>
                  <a:pt x="245964" y="92089"/>
                  <a:pt x="242339" y="87794"/>
                  <a:pt x="239769" y="82280"/>
                </a:cubicBezTo>
                <a:cubicBezTo>
                  <a:pt x="237199" y="76766"/>
                  <a:pt x="235914" y="70429"/>
                  <a:pt x="235914" y="63267"/>
                </a:cubicBezTo>
                <a:cubicBezTo>
                  <a:pt x="235914" y="56281"/>
                  <a:pt x="237078" y="49944"/>
                  <a:pt x="239407" y="44254"/>
                </a:cubicBezTo>
                <a:cubicBezTo>
                  <a:pt x="241735" y="38564"/>
                  <a:pt x="245228" y="34204"/>
                  <a:pt x="249885" y="31172"/>
                </a:cubicBezTo>
                <a:cubicBezTo>
                  <a:pt x="254542" y="28141"/>
                  <a:pt x="259749" y="26625"/>
                  <a:pt x="265504" y="26625"/>
                </a:cubicBezTo>
                <a:cubicBezTo>
                  <a:pt x="269722" y="26625"/>
                  <a:pt x="273479" y="27515"/>
                  <a:pt x="276774" y="29294"/>
                </a:cubicBezTo>
                <a:cubicBezTo>
                  <a:pt x="280069" y="31073"/>
                  <a:pt x="282749" y="33391"/>
                  <a:pt x="284814" y="36247"/>
                </a:cubicBezTo>
                <a:lnTo>
                  <a:pt x="284814" y="1582"/>
                </a:lnTo>
                <a:lnTo>
                  <a:pt x="296611" y="1582"/>
                </a:lnTo>
                <a:lnTo>
                  <a:pt x="296611" y="98196"/>
                </a:lnTo>
                <a:lnTo>
                  <a:pt x="285605" y="98196"/>
                </a:lnTo>
                <a:moveTo>
                  <a:pt x="248106" y="63234"/>
                </a:moveTo>
                <a:cubicBezTo>
                  <a:pt x="248106" y="72164"/>
                  <a:pt x="249995" y="78840"/>
                  <a:pt x="253774" y="83261"/>
                </a:cubicBezTo>
                <a:cubicBezTo>
                  <a:pt x="257552" y="87682"/>
                  <a:pt x="262012" y="89892"/>
                  <a:pt x="267152" y="89892"/>
                </a:cubicBezTo>
                <a:cubicBezTo>
                  <a:pt x="272336" y="89892"/>
                  <a:pt x="276741" y="87780"/>
                  <a:pt x="280366" y="83557"/>
                </a:cubicBezTo>
                <a:cubicBezTo>
                  <a:pt x="283990" y="79332"/>
                  <a:pt x="285803" y="72886"/>
                  <a:pt x="285803" y="64219"/>
                </a:cubicBezTo>
                <a:cubicBezTo>
                  <a:pt x="285803" y="54676"/>
                  <a:pt x="283957" y="47673"/>
                  <a:pt x="280267" y="43208"/>
                </a:cubicBezTo>
                <a:cubicBezTo>
                  <a:pt x="276576" y="38743"/>
                  <a:pt x="272029" y="36510"/>
                  <a:pt x="266625" y="36510"/>
                </a:cubicBezTo>
                <a:cubicBezTo>
                  <a:pt x="261353" y="36510"/>
                  <a:pt x="256948" y="38656"/>
                  <a:pt x="253411" y="42946"/>
                </a:cubicBezTo>
                <a:cubicBezTo>
                  <a:pt x="249874" y="47235"/>
                  <a:pt x="248106" y="53998"/>
                  <a:pt x="248106" y="63234"/>
                </a:cubicBezTo>
                <a:close/>
                <a:moveTo>
                  <a:pt x="310825" y="63201"/>
                </a:moveTo>
                <a:cubicBezTo>
                  <a:pt x="310825" y="50240"/>
                  <a:pt x="314428" y="40640"/>
                  <a:pt x="321634" y="34402"/>
                </a:cubicBezTo>
                <a:cubicBezTo>
                  <a:pt x="327653" y="29217"/>
                  <a:pt x="334990" y="26625"/>
                  <a:pt x="343645" y="26625"/>
                </a:cubicBezTo>
                <a:cubicBezTo>
                  <a:pt x="353267" y="26625"/>
                  <a:pt x="361132" y="29777"/>
                  <a:pt x="367239" y="36082"/>
                </a:cubicBezTo>
                <a:cubicBezTo>
                  <a:pt x="373346" y="42387"/>
                  <a:pt x="376399" y="51097"/>
                  <a:pt x="376399" y="62213"/>
                </a:cubicBezTo>
                <a:cubicBezTo>
                  <a:pt x="376399" y="71219"/>
                  <a:pt x="375048" y="78304"/>
                  <a:pt x="372346" y="83466"/>
                </a:cubicBezTo>
                <a:cubicBezTo>
                  <a:pt x="369644" y="88629"/>
                  <a:pt x="365712" y="92638"/>
                  <a:pt x="360549" y="95494"/>
                </a:cubicBezTo>
                <a:cubicBezTo>
                  <a:pt x="355387" y="98350"/>
                  <a:pt x="349752" y="99778"/>
                  <a:pt x="343645" y="99778"/>
                </a:cubicBezTo>
                <a:cubicBezTo>
                  <a:pt x="333848" y="99778"/>
                  <a:pt x="325928" y="96636"/>
                  <a:pt x="319887" y="90353"/>
                </a:cubicBezTo>
                <a:cubicBezTo>
                  <a:pt x="313846" y="84071"/>
                  <a:pt x="310825" y="75020"/>
                  <a:pt x="310825" y="63201"/>
                </a:cubicBezTo>
                <a:moveTo>
                  <a:pt x="323018" y="63168"/>
                </a:moveTo>
                <a:cubicBezTo>
                  <a:pt x="323018" y="72098"/>
                  <a:pt x="324973" y="78785"/>
                  <a:pt x="328883" y="83228"/>
                </a:cubicBezTo>
                <a:cubicBezTo>
                  <a:pt x="332793" y="87671"/>
                  <a:pt x="337714" y="89892"/>
                  <a:pt x="343645" y="89892"/>
                </a:cubicBezTo>
                <a:cubicBezTo>
                  <a:pt x="349533" y="89892"/>
                  <a:pt x="354431" y="87660"/>
                  <a:pt x="358342" y="83195"/>
                </a:cubicBezTo>
                <a:cubicBezTo>
                  <a:pt x="362252" y="78730"/>
                  <a:pt x="364207" y="71923"/>
                  <a:pt x="364207" y="62775"/>
                </a:cubicBezTo>
                <a:cubicBezTo>
                  <a:pt x="364207" y="54151"/>
                  <a:pt x="362241" y="47618"/>
                  <a:pt x="358309" y="43175"/>
                </a:cubicBezTo>
                <a:cubicBezTo>
                  <a:pt x="354376" y="38732"/>
                  <a:pt x="349489" y="36510"/>
                  <a:pt x="343645" y="36510"/>
                </a:cubicBezTo>
                <a:cubicBezTo>
                  <a:pt x="337714" y="36510"/>
                  <a:pt x="332793" y="38721"/>
                  <a:pt x="328883" y="43142"/>
                </a:cubicBezTo>
                <a:cubicBezTo>
                  <a:pt x="324973" y="47563"/>
                  <a:pt x="323018" y="54238"/>
                  <a:pt x="323018" y="63168"/>
                </a:cubicBezTo>
                <a:close/>
                <a:moveTo>
                  <a:pt x="390284" y="98196"/>
                </a:moveTo>
                <a:lnTo>
                  <a:pt x="390284" y="28207"/>
                </a:lnTo>
                <a:lnTo>
                  <a:pt x="400895" y="28207"/>
                </a:lnTo>
                <a:lnTo>
                  <a:pt x="400895" y="37960"/>
                </a:lnTo>
                <a:cubicBezTo>
                  <a:pt x="403092" y="34553"/>
                  <a:pt x="406013" y="31811"/>
                  <a:pt x="409660" y="29737"/>
                </a:cubicBezTo>
                <a:cubicBezTo>
                  <a:pt x="413307" y="27662"/>
                  <a:pt x="417458" y="26625"/>
                  <a:pt x="422116" y="26625"/>
                </a:cubicBezTo>
                <a:cubicBezTo>
                  <a:pt x="427300" y="26625"/>
                  <a:pt x="431551" y="27696"/>
                  <a:pt x="434868" y="29838"/>
                </a:cubicBezTo>
                <a:cubicBezTo>
                  <a:pt x="438185" y="31978"/>
                  <a:pt x="440525" y="34971"/>
                  <a:pt x="441887" y="38817"/>
                </a:cubicBezTo>
                <a:cubicBezTo>
                  <a:pt x="447422" y="30689"/>
                  <a:pt x="454628" y="26625"/>
                  <a:pt x="463503" y="26625"/>
                </a:cubicBezTo>
                <a:cubicBezTo>
                  <a:pt x="470445" y="26625"/>
                  <a:pt x="475783" y="28547"/>
                  <a:pt x="479517" y="32391"/>
                </a:cubicBezTo>
                <a:cubicBezTo>
                  <a:pt x="483252" y="36236"/>
                  <a:pt x="485119" y="42156"/>
                  <a:pt x="485119" y="50152"/>
                </a:cubicBezTo>
                <a:lnTo>
                  <a:pt x="485119" y="98196"/>
                </a:lnTo>
                <a:lnTo>
                  <a:pt x="473322" y="98196"/>
                </a:lnTo>
                <a:lnTo>
                  <a:pt x="473322" y="54059"/>
                </a:lnTo>
                <a:cubicBezTo>
                  <a:pt x="473322" y="49309"/>
                  <a:pt x="472938" y="45889"/>
                  <a:pt x="472169" y="43801"/>
                </a:cubicBezTo>
                <a:cubicBezTo>
                  <a:pt x="471400" y="41711"/>
                  <a:pt x="470005" y="40029"/>
                  <a:pt x="467984" y="38753"/>
                </a:cubicBezTo>
                <a:cubicBezTo>
                  <a:pt x="465963" y="37478"/>
                  <a:pt x="463591" y="36840"/>
                  <a:pt x="460867" y="36840"/>
                </a:cubicBezTo>
                <a:cubicBezTo>
                  <a:pt x="455946" y="36840"/>
                  <a:pt x="451860" y="38479"/>
                  <a:pt x="448609" y="41756"/>
                </a:cubicBezTo>
                <a:cubicBezTo>
                  <a:pt x="445357" y="45032"/>
                  <a:pt x="443732" y="50277"/>
                  <a:pt x="443732" y="57490"/>
                </a:cubicBezTo>
                <a:lnTo>
                  <a:pt x="443732" y="98196"/>
                </a:lnTo>
                <a:lnTo>
                  <a:pt x="431869" y="98196"/>
                </a:lnTo>
                <a:lnTo>
                  <a:pt x="431869" y="52673"/>
                </a:lnTo>
                <a:cubicBezTo>
                  <a:pt x="431869" y="47395"/>
                  <a:pt x="430903" y="43437"/>
                  <a:pt x="428970" y="40798"/>
                </a:cubicBezTo>
                <a:cubicBezTo>
                  <a:pt x="427036" y="38159"/>
                  <a:pt x="423873" y="36840"/>
                  <a:pt x="419479" y="36840"/>
                </a:cubicBezTo>
                <a:cubicBezTo>
                  <a:pt x="416140" y="36840"/>
                  <a:pt x="413054" y="37720"/>
                  <a:pt x="410220" y="39480"/>
                </a:cubicBezTo>
                <a:cubicBezTo>
                  <a:pt x="407386" y="41239"/>
                  <a:pt x="405332" y="43812"/>
                  <a:pt x="404058" y="47199"/>
                </a:cubicBezTo>
                <a:cubicBezTo>
                  <a:pt x="402784" y="50585"/>
                  <a:pt x="402147" y="55467"/>
                  <a:pt x="402147" y="61844"/>
                </a:cubicBezTo>
                <a:lnTo>
                  <a:pt x="402147" y="98196"/>
                </a:lnTo>
                <a:lnTo>
                  <a:pt x="390284" y="98196"/>
                </a:lnTo>
                <a:close/>
                <a:moveTo>
                  <a:pt x="535820" y="63201"/>
                </a:moveTo>
                <a:cubicBezTo>
                  <a:pt x="535820" y="50240"/>
                  <a:pt x="539423" y="40640"/>
                  <a:pt x="546629" y="34402"/>
                </a:cubicBezTo>
                <a:cubicBezTo>
                  <a:pt x="552648" y="29217"/>
                  <a:pt x="559985" y="26625"/>
                  <a:pt x="568640" y="26625"/>
                </a:cubicBezTo>
                <a:cubicBezTo>
                  <a:pt x="578262" y="26625"/>
                  <a:pt x="586127" y="29777"/>
                  <a:pt x="592234" y="36082"/>
                </a:cubicBezTo>
                <a:cubicBezTo>
                  <a:pt x="598341" y="42387"/>
                  <a:pt x="601394" y="51097"/>
                  <a:pt x="601394" y="62213"/>
                </a:cubicBezTo>
                <a:cubicBezTo>
                  <a:pt x="601394" y="71219"/>
                  <a:pt x="600043" y="78304"/>
                  <a:pt x="597341" y="83466"/>
                </a:cubicBezTo>
                <a:cubicBezTo>
                  <a:pt x="594639" y="88629"/>
                  <a:pt x="590707" y="92638"/>
                  <a:pt x="585544" y="95494"/>
                </a:cubicBezTo>
                <a:cubicBezTo>
                  <a:pt x="580382" y="98350"/>
                  <a:pt x="574747" y="99778"/>
                  <a:pt x="568640" y="99778"/>
                </a:cubicBezTo>
                <a:cubicBezTo>
                  <a:pt x="558843" y="99778"/>
                  <a:pt x="550923" y="96636"/>
                  <a:pt x="544882" y="90353"/>
                </a:cubicBezTo>
                <a:cubicBezTo>
                  <a:pt x="538841" y="84071"/>
                  <a:pt x="535820" y="75020"/>
                  <a:pt x="535820" y="63201"/>
                </a:cubicBezTo>
                <a:moveTo>
                  <a:pt x="548012" y="63168"/>
                </a:moveTo>
                <a:cubicBezTo>
                  <a:pt x="548012" y="72098"/>
                  <a:pt x="549968" y="78785"/>
                  <a:pt x="553878" y="83228"/>
                </a:cubicBezTo>
                <a:cubicBezTo>
                  <a:pt x="557788" y="87671"/>
                  <a:pt x="562709" y="89892"/>
                  <a:pt x="568640" y="89892"/>
                </a:cubicBezTo>
                <a:cubicBezTo>
                  <a:pt x="574528" y="89892"/>
                  <a:pt x="579426" y="87660"/>
                  <a:pt x="583337" y="83195"/>
                </a:cubicBezTo>
                <a:cubicBezTo>
                  <a:pt x="587247" y="78730"/>
                  <a:pt x="589202" y="71923"/>
                  <a:pt x="589202" y="62775"/>
                </a:cubicBezTo>
                <a:cubicBezTo>
                  <a:pt x="589202" y="54151"/>
                  <a:pt x="587236" y="47618"/>
                  <a:pt x="583304" y="43175"/>
                </a:cubicBezTo>
                <a:cubicBezTo>
                  <a:pt x="579371" y="38732"/>
                  <a:pt x="574484" y="36510"/>
                  <a:pt x="568640" y="36510"/>
                </a:cubicBezTo>
                <a:cubicBezTo>
                  <a:pt x="562709" y="36510"/>
                  <a:pt x="557788" y="38721"/>
                  <a:pt x="553878" y="43142"/>
                </a:cubicBezTo>
                <a:cubicBezTo>
                  <a:pt x="549968" y="47563"/>
                  <a:pt x="548012" y="54238"/>
                  <a:pt x="548012" y="63168"/>
                </a:cubicBezTo>
                <a:close/>
                <a:moveTo>
                  <a:pt x="618113" y="98196"/>
                </a:moveTo>
                <a:lnTo>
                  <a:pt x="618113" y="37433"/>
                </a:lnTo>
                <a:lnTo>
                  <a:pt x="607635" y="37433"/>
                </a:lnTo>
                <a:lnTo>
                  <a:pt x="607635" y="28207"/>
                </a:lnTo>
                <a:lnTo>
                  <a:pt x="618113" y="28207"/>
                </a:lnTo>
                <a:lnTo>
                  <a:pt x="618113" y="20776"/>
                </a:lnTo>
                <a:cubicBezTo>
                  <a:pt x="618113" y="16086"/>
                  <a:pt x="618531" y="12601"/>
                  <a:pt x="619365" y="10322"/>
                </a:cubicBezTo>
                <a:cubicBezTo>
                  <a:pt x="620508" y="7255"/>
                  <a:pt x="622518" y="4768"/>
                  <a:pt x="625395" y="2861"/>
                </a:cubicBezTo>
                <a:cubicBezTo>
                  <a:pt x="628273" y="954"/>
                  <a:pt x="632304" y="0"/>
                  <a:pt x="637489" y="0"/>
                </a:cubicBezTo>
                <a:cubicBezTo>
                  <a:pt x="640828" y="0"/>
                  <a:pt x="644518" y="395"/>
                  <a:pt x="648560" y="1186"/>
                </a:cubicBezTo>
                <a:lnTo>
                  <a:pt x="646781" y="11533"/>
                </a:lnTo>
                <a:cubicBezTo>
                  <a:pt x="644321" y="11094"/>
                  <a:pt x="641992" y="10874"/>
                  <a:pt x="639795" y="10874"/>
                </a:cubicBezTo>
                <a:cubicBezTo>
                  <a:pt x="636193" y="10874"/>
                  <a:pt x="633644" y="11640"/>
                  <a:pt x="632151" y="13172"/>
                </a:cubicBezTo>
                <a:cubicBezTo>
                  <a:pt x="630657" y="14705"/>
                  <a:pt x="629910" y="17571"/>
                  <a:pt x="629910" y="21773"/>
                </a:cubicBezTo>
                <a:lnTo>
                  <a:pt x="629910" y="28207"/>
                </a:lnTo>
                <a:lnTo>
                  <a:pt x="643552" y="28207"/>
                </a:lnTo>
                <a:lnTo>
                  <a:pt x="643552" y="37433"/>
                </a:lnTo>
                <a:lnTo>
                  <a:pt x="629910" y="37433"/>
                </a:lnTo>
                <a:lnTo>
                  <a:pt x="629910" y="98196"/>
                </a:lnTo>
                <a:lnTo>
                  <a:pt x="618113" y="98196"/>
                </a:lnTo>
                <a:close/>
                <a:moveTo>
                  <a:pt x="685578" y="77239"/>
                </a:moveTo>
                <a:lnTo>
                  <a:pt x="697308" y="75393"/>
                </a:lnTo>
                <a:cubicBezTo>
                  <a:pt x="697967" y="80074"/>
                  <a:pt x="699802" y="83661"/>
                  <a:pt x="702811" y="86154"/>
                </a:cubicBezTo>
                <a:cubicBezTo>
                  <a:pt x="705821" y="88646"/>
                  <a:pt x="710028" y="89892"/>
                  <a:pt x="715432" y="89892"/>
                </a:cubicBezTo>
                <a:cubicBezTo>
                  <a:pt x="720880" y="89892"/>
                  <a:pt x="724922" y="88792"/>
                  <a:pt x="727558" y="86591"/>
                </a:cubicBezTo>
                <a:cubicBezTo>
                  <a:pt x="730194" y="84388"/>
                  <a:pt x="731512" y="81806"/>
                  <a:pt x="731512" y="78843"/>
                </a:cubicBezTo>
                <a:cubicBezTo>
                  <a:pt x="731512" y="76183"/>
                  <a:pt x="730348" y="74091"/>
                  <a:pt x="728019" y="72566"/>
                </a:cubicBezTo>
                <a:cubicBezTo>
                  <a:pt x="726394" y="71519"/>
                  <a:pt x="722352" y="70190"/>
                  <a:pt x="715893" y="68576"/>
                </a:cubicBezTo>
                <a:cubicBezTo>
                  <a:pt x="707194" y="66378"/>
                  <a:pt x="701164" y="64477"/>
                  <a:pt x="697803" y="62872"/>
                </a:cubicBezTo>
                <a:cubicBezTo>
                  <a:pt x="694442" y="61267"/>
                  <a:pt x="691893" y="59046"/>
                  <a:pt x="690158" y="56209"/>
                </a:cubicBezTo>
                <a:cubicBezTo>
                  <a:pt x="688422" y="53373"/>
                  <a:pt x="687555" y="50240"/>
                  <a:pt x="687555" y="46810"/>
                </a:cubicBezTo>
                <a:cubicBezTo>
                  <a:pt x="687555" y="43688"/>
                  <a:pt x="688269" y="40796"/>
                  <a:pt x="689697" y="38135"/>
                </a:cubicBezTo>
                <a:cubicBezTo>
                  <a:pt x="691124" y="35474"/>
                  <a:pt x="693069" y="33265"/>
                  <a:pt x="695529" y="31506"/>
                </a:cubicBezTo>
                <a:cubicBezTo>
                  <a:pt x="697374" y="30143"/>
                  <a:pt x="699890" y="28989"/>
                  <a:pt x="703075" y="28044"/>
                </a:cubicBezTo>
                <a:cubicBezTo>
                  <a:pt x="706260" y="27098"/>
                  <a:pt x="709676" y="26625"/>
                  <a:pt x="713323" y="26625"/>
                </a:cubicBezTo>
                <a:cubicBezTo>
                  <a:pt x="718815" y="26625"/>
                  <a:pt x="723637" y="27421"/>
                  <a:pt x="727789" y="29014"/>
                </a:cubicBezTo>
                <a:cubicBezTo>
                  <a:pt x="731941" y="30605"/>
                  <a:pt x="735005" y="32761"/>
                  <a:pt x="736982" y="35483"/>
                </a:cubicBezTo>
                <a:cubicBezTo>
                  <a:pt x="738959" y="38203"/>
                  <a:pt x="740321" y="41840"/>
                  <a:pt x="741068" y="46396"/>
                </a:cubicBezTo>
                <a:lnTo>
                  <a:pt x="729469" y="47978"/>
                </a:lnTo>
                <a:cubicBezTo>
                  <a:pt x="728942" y="44375"/>
                  <a:pt x="727415" y="41563"/>
                  <a:pt x="724889" y="39542"/>
                </a:cubicBezTo>
                <a:cubicBezTo>
                  <a:pt x="722363" y="37521"/>
                  <a:pt x="718793" y="36510"/>
                  <a:pt x="714180" y="36510"/>
                </a:cubicBezTo>
                <a:cubicBezTo>
                  <a:pt x="708732" y="36510"/>
                  <a:pt x="704843" y="37407"/>
                  <a:pt x="702515" y="39200"/>
                </a:cubicBezTo>
                <a:cubicBezTo>
                  <a:pt x="700186" y="40992"/>
                  <a:pt x="699022" y="43090"/>
                  <a:pt x="699022" y="45496"/>
                </a:cubicBezTo>
                <a:cubicBezTo>
                  <a:pt x="699022" y="47025"/>
                  <a:pt x="699505" y="48403"/>
                  <a:pt x="700472" y="49627"/>
                </a:cubicBezTo>
                <a:cubicBezTo>
                  <a:pt x="701438" y="50894"/>
                  <a:pt x="702954" y="51943"/>
                  <a:pt x="705019" y="52774"/>
                </a:cubicBezTo>
                <a:cubicBezTo>
                  <a:pt x="706205" y="53212"/>
                  <a:pt x="709698" y="54218"/>
                  <a:pt x="715498" y="55791"/>
                </a:cubicBezTo>
                <a:cubicBezTo>
                  <a:pt x="723889" y="58031"/>
                  <a:pt x="729744" y="59864"/>
                  <a:pt x="733061" y="61290"/>
                </a:cubicBezTo>
                <a:cubicBezTo>
                  <a:pt x="736378" y="62717"/>
                  <a:pt x="738981" y="64791"/>
                  <a:pt x="740870" y="67514"/>
                </a:cubicBezTo>
                <a:cubicBezTo>
                  <a:pt x="742760" y="70235"/>
                  <a:pt x="743704" y="73615"/>
                  <a:pt x="743704" y="77653"/>
                </a:cubicBezTo>
                <a:cubicBezTo>
                  <a:pt x="743704" y="81604"/>
                  <a:pt x="742551" y="85325"/>
                  <a:pt x="740244" y="88815"/>
                </a:cubicBezTo>
                <a:cubicBezTo>
                  <a:pt x="737938" y="92304"/>
                  <a:pt x="734610" y="95003"/>
                  <a:pt x="730260" y="96913"/>
                </a:cubicBezTo>
                <a:cubicBezTo>
                  <a:pt x="725910" y="98823"/>
                  <a:pt x="720990" y="99778"/>
                  <a:pt x="715498" y="99778"/>
                </a:cubicBezTo>
                <a:cubicBezTo>
                  <a:pt x="706403" y="99778"/>
                  <a:pt x="699472" y="97883"/>
                  <a:pt x="694705" y="94093"/>
                </a:cubicBezTo>
                <a:cubicBezTo>
                  <a:pt x="689938" y="90304"/>
                  <a:pt x="686896" y="84686"/>
                  <a:pt x="685578" y="77239"/>
                </a:cubicBezTo>
                <a:close/>
                <a:moveTo>
                  <a:pt x="757807" y="125084"/>
                </a:moveTo>
                <a:lnTo>
                  <a:pt x="757807" y="28207"/>
                </a:lnTo>
                <a:lnTo>
                  <a:pt x="768616" y="28207"/>
                </a:lnTo>
                <a:lnTo>
                  <a:pt x="768616" y="37235"/>
                </a:lnTo>
                <a:cubicBezTo>
                  <a:pt x="771164" y="33699"/>
                  <a:pt x="774042" y="31046"/>
                  <a:pt x="777249" y="29278"/>
                </a:cubicBezTo>
                <a:cubicBezTo>
                  <a:pt x="780456" y="27509"/>
                  <a:pt x="784344" y="26625"/>
                  <a:pt x="788914" y="26625"/>
                </a:cubicBezTo>
                <a:cubicBezTo>
                  <a:pt x="794889" y="26625"/>
                  <a:pt x="800161" y="28163"/>
                  <a:pt x="804731" y="31238"/>
                </a:cubicBezTo>
                <a:cubicBezTo>
                  <a:pt x="809300" y="34314"/>
                  <a:pt x="812749" y="38652"/>
                  <a:pt x="815077" y="44254"/>
                </a:cubicBezTo>
                <a:cubicBezTo>
                  <a:pt x="817406" y="49856"/>
                  <a:pt x="818570" y="55996"/>
                  <a:pt x="818570" y="62674"/>
                </a:cubicBezTo>
                <a:cubicBezTo>
                  <a:pt x="818570" y="69835"/>
                  <a:pt x="817285" y="76283"/>
                  <a:pt x="814715" y="82017"/>
                </a:cubicBezTo>
                <a:cubicBezTo>
                  <a:pt x="812145" y="87750"/>
                  <a:pt x="808410" y="92144"/>
                  <a:pt x="803511" y="95197"/>
                </a:cubicBezTo>
                <a:cubicBezTo>
                  <a:pt x="798612" y="98251"/>
                  <a:pt x="793461" y="99778"/>
                  <a:pt x="788057" y="99778"/>
                </a:cubicBezTo>
                <a:cubicBezTo>
                  <a:pt x="784103" y="99778"/>
                  <a:pt x="780555" y="98932"/>
                  <a:pt x="777414" y="97240"/>
                </a:cubicBezTo>
                <a:cubicBezTo>
                  <a:pt x="774272" y="95547"/>
                  <a:pt x="771691" y="93410"/>
                  <a:pt x="769670" y="90827"/>
                </a:cubicBezTo>
                <a:lnTo>
                  <a:pt x="769670" y="125084"/>
                </a:lnTo>
                <a:lnTo>
                  <a:pt x="757807" y="125084"/>
                </a:lnTo>
                <a:moveTo>
                  <a:pt x="768550" y="63498"/>
                </a:moveTo>
                <a:cubicBezTo>
                  <a:pt x="768550" y="72494"/>
                  <a:pt x="770373" y="79142"/>
                  <a:pt x="774020" y="83442"/>
                </a:cubicBezTo>
                <a:cubicBezTo>
                  <a:pt x="777666" y="87742"/>
                  <a:pt x="782082" y="89892"/>
                  <a:pt x="787266" y="89892"/>
                </a:cubicBezTo>
                <a:cubicBezTo>
                  <a:pt x="792538" y="89892"/>
                  <a:pt x="797053" y="87665"/>
                  <a:pt x="800809" y="83211"/>
                </a:cubicBezTo>
                <a:cubicBezTo>
                  <a:pt x="804566" y="78757"/>
                  <a:pt x="806444" y="71857"/>
                  <a:pt x="806444" y="62509"/>
                </a:cubicBezTo>
                <a:cubicBezTo>
                  <a:pt x="806444" y="53601"/>
                  <a:pt x="804610" y="46931"/>
                  <a:pt x="800941" y="42499"/>
                </a:cubicBezTo>
                <a:cubicBezTo>
                  <a:pt x="797272" y="38067"/>
                  <a:pt x="792890" y="35851"/>
                  <a:pt x="787793" y="35851"/>
                </a:cubicBezTo>
                <a:cubicBezTo>
                  <a:pt x="782741" y="35851"/>
                  <a:pt x="778270" y="38210"/>
                  <a:pt x="774382" y="42928"/>
                </a:cubicBezTo>
                <a:cubicBezTo>
                  <a:pt x="770494" y="47645"/>
                  <a:pt x="768550" y="54502"/>
                  <a:pt x="768550" y="63498"/>
                </a:cubicBezTo>
                <a:close/>
                <a:moveTo>
                  <a:pt x="880762" y="75657"/>
                </a:moveTo>
                <a:lnTo>
                  <a:pt x="893020" y="77173"/>
                </a:lnTo>
                <a:cubicBezTo>
                  <a:pt x="891087" y="84334"/>
                  <a:pt x="887507" y="89892"/>
                  <a:pt x="882278" y="93846"/>
                </a:cubicBezTo>
                <a:cubicBezTo>
                  <a:pt x="877050" y="97800"/>
                  <a:pt x="870372" y="99778"/>
                  <a:pt x="862244" y="99778"/>
                </a:cubicBezTo>
                <a:cubicBezTo>
                  <a:pt x="852007" y="99778"/>
                  <a:pt x="843890" y="96625"/>
                  <a:pt x="837892" y="90320"/>
                </a:cubicBezTo>
                <a:cubicBezTo>
                  <a:pt x="831895" y="84016"/>
                  <a:pt x="828897" y="75174"/>
                  <a:pt x="828897" y="63794"/>
                </a:cubicBezTo>
                <a:cubicBezTo>
                  <a:pt x="828897" y="52020"/>
                  <a:pt x="831928" y="42881"/>
                  <a:pt x="837991" y="36379"/>
                </a:cubicBezTo>
                <a:cubicBezTo>
                  <a:pt x="844054" y="29876"/>
                  <a:pt x="851919" y="26625"/>
                  <a:pt x="861585" y="26625"/>
                </a:cubicBezTo>
                <a:cubicBezTo>
                  <a:pt x="870943" y="26625"/>
                  <a:pt x="878588" y="29805"/>
                  <a:pt x="884519" y="36166"/>
                </a:cubicBezTo>
                <a:cubicBezTo>
                  <a:pt x="890450" y="42526"/>
                  <a:pt x="893416" y="51474"/>
                  <a:pt x="893416" y="63010"/>
                </a:cubicBezTo>
                <a:cubicBezTo>
                  <a:pt x="893416" y="63711"/>
                  <a:pt x="893394" y="64764"/>
                  <a:pt x="893350" y="66167"/>
                </a:cubicBezTo>
                <a:lnTo>
                  <a:pt x="841155" y="66167"/>
                </a:lnTo>
                <a:cubicBezTo>
                  <a:pt x="841594" y="73834"/>
                  <a:pt x="843769" y="79704"/>
                  <a:pt x="847679" y="83780"/>
                </a:cubicBezTo>
                <a:cubicBezTo>
                  <a:pt x="851589" y="87855"/>
                  <a:pt x="856466" y="89892"/>
                  <a:pt x="862310" y="89892"/>
                </a:cubicBezTo>
                <a:cubicBezTo>
                  <a:pt x="866659" y="89892"/>
                  <a:pt x="870372" y="88761"/>
                  <a:pt x="873447" y="86498"/>
                </a:cubicBezTo>
                <a:cubicBezTo>
                  <a:pt x="876523" y="84234"/>
                  <a:pt x="878961" y="80620"/>
                  <a:pt x="880762" y="75657"/>
                </a:cubicBezTo>
                <a:moveTo>
                  <a:pt x="841814" y="56281"/>
                </a:moveTo>
                <a:lnTo>
                  <a:pt x="880894" y="56281"/>
                </a:lnTo>
                <a:cubicBezTo>
                  <a:pt x="880367" y="50490"/>
                  <a:pt x="878873" y="46147"/>
                  <a:pt x="876413" y="43251"/>
                </a:cubicBezTo>
                <a:cubicBezTo>
                  <a:pt x="872634" y="38757"/>
                  <a:pt x="867736" y="36510"/>
                  <a:pt x="861716" y="36510"/>
                </a:cubicBezTo>
                <a:cubicBezTo>
                  <a:pt x="856268" y="36510"/>
                  <a:pt x="851688" y="38304"/>
                  <a:pt x="847976" y="41892"/>
                </a:cubicBezTo>
                <a:cubicBezTo>
                  <a:pt x="844263" y="45478"/>
                  <a:pt x="842209" y="50275"/>
                  <a:pt x="841814" y="56281"/>
                </a:cubicBezTo>
                <a:close/>
                <a:moveTo>
                  <a:pt x="955805" y="75657"/>
                </a:moveTo>
                <a:lnTo>
                  <a:pt x="968063" y="77173"/>
                </a:lnTo>
                <a:cubicBezTo>
                  <a:pt x="966130" y="84334"/>
                  <a:pt x="962549" y="89892"/>
                  <a:pt x="957321" y="93846"/>
                </a:cubicBezTo>
                <a:cubicBezTo>
                  <a:pt x="952092" y="97800"/>
                  <a:pt x="945414" y="99778"/>
                  <a:pt x="937286" y="99778"/>
                </a:cubicBezTo>
                <a:cubicBezTo>
                  <a:pt x="927049" y="99778"/>
                  <a:pt x="918932" y="96625"/>
                  <a:pt x="912935" y="90320"/>
                </a:cubicBezTo>
                <a:cubicBezTo>
                  <a:pt x="906938" y="84016"/>
                  <a:pt x="903939" y="75174"/>
                  <a:pt x="903939" y="63794"/>
                </a:cubicBezTo>
                <a:cubicBezTo>
                  <a:pt x="903939" y="52020"/>
                  <a:pt x="906971" y="42881"/>
                  <a:pt x="913034" y="36379"/>
                </a:cubicBezTo>
                <a:cubicBezTo>
                  <a:pt x="919097" y="29876"/>
                  <a:pt x="926961" y="26625"/>
                  <a:pt x="936627" y="26625"/>
                </a:cubicBezTo>
                <a:cubicBezTo>
                  <a:pt x="945985" y="26625"/>
                  <a:pt x="953630" y="29805"/>
                  <a:pt x="959561" y="36166"/>
                </a:cubicBezTo>
                <a:cubicBezTo>
                  <a:pt x="965493" y="42526"/>
                  <a:pt x="968458" y="51474"/>
                  <a:pt x="968458" y="63010"/>
                </a:cubicBezTo>
                <a:cubicBezTo>
                  <a:pt x="968458" y="63711"/>
                  <a:pt x="968436" y="64764"/>
                  <a:pt x="968392" y="66167"/>
                </a:cubicBezTo>
                <a:lnTo>
                  <a:pt x="916197" y="66167"/>
                </a:lnTo>
                <a:cubicBezTo>
                  <a:pt x="916636" y="73834"/>
                  <a:pt x="918811" y="79704"/>
                  <a:pt x="922722" y="83780"/>
                </a:cubicBezTo>
                <a:cubicBezTo>
                  <a:pt x="926632" y="87855"/>
                  <a:pt x="931509" y="89892"/>
                  <a:pt x="937352" y="89892"/>
                </a:cubicBezTo>
                <a:cubicBezTo>
                  <a:pt x="941702" y="89892"/>
                  <a:pt x="945414" y="88761"/>
                  <a:pt x="948490" y="86498"/>
                </a:cubicBezTo>
                <a:cubicBezTo>
                  <a:pt x="951565" y="84234"/>
                  <a:pt x="954004" y="80620"/>
                  <a:pt x="955805" y="75657"/>
                </a:cubicBezTo>
                <a:moveTo>
                  <a:pt x="916856" y="56281"/>
                </a:moveTo>
                <a:lnTo>
                  <a:pt x="955937" y="56281"/>
                </a:lnTo>
                <a:cubicBezTo>
                  <a:pt x="955410" y="50490"/>
                  <a:pt x="953916" y="46147"/>
                  <a:pt x="951455" y="43251"/>
                </a:cubicBezTo>
                <a:cubicBezTo>
                  <a:pt x="947677" y="38757"/>
                  <a:pt x="942778" y="36510"/>
                  <a:pt x="936759" y="36510"/>
                </a:cubicBezTo>
                <a:cubicBezTo>
                  <a:pt x="931311" y="36510"/>
                  <a:pt x="926731" y="38304"/>
                  <a:pt x="923018" y="41892"/>
                </a:cubicBezTo>
                <a:cubicBezTo>
                  <a:pt x="919306" y="45478"/>
                  <a:pt x="917252" y="50275"/>
                  <a:pt x="916856" y="56281"/>
                </a:cubicBezTo>
                <a:close/>
                <a:moveTo>
                  <a:pt x="1028608" y="72494"/>
                </a:moveTo>
                <a:lnTo>
                  <a:pt x="1040273" y="74009"/>
                </a:lnTo>
                <a:cubicBezTo>
                  <a:pt x="1038998" y="82070"/>
                  <a:pt x="1035736" y="88380"/>
                  <a:pt x="1030486" y="92940"/>
                </a:cubicBezTo>
                <a:cubicBezTo>
                  <a:pt x="1025236" y="97498"/>
                  <a:pt x="1018788" y="99778"/>
                  <a:pt x="1011143" y="99778"/>
                </a:cubicBezTo>
                <a:cubicBezTo>
                  <a:pt x="1001565" y="99778"/>
                  <a:pt x="993866" y="96647"/>
                  <a:pt x="988044" y="90386"/>
                </a:cubicBezTo>
                <a:cubicBezTo>
                  <a:pt x="982223" y="84126"/>
                  <a:pt x="979312" y="75152"/>
                  <a:pt x="979312" y="63465"/>
                </a:cubicBezTo>
                <a:cubicBezTo>
                  <a:pt x="979312" y="55908"/>
                  <a:pt x="980564" y="49296"/>
                  <a:pt x="983068" y="43628"/>
                </a:cubicBezTo>
                <a:cubicBezTo>
                  <a:pt x="985573" y="37960"/>
                  <a:pt x="989384" y="33710"/>
                  <a:pt x="994503" y="30876"/>
                </a:cubicBezTo>
                <a:cubicBezTo>
                  <a:pt x="999621" y="28042"/>
                  <a:pt x="1005190" y="26625"/>
                  <a:pt x="1011209" y="26625"/>
                </a:cubicBezTo>
                <a:cubicBezTo>
                  <a:pt x="1018810" y="26625"/>
                  <a:pt x="1025027" y="28553"/>
                  <a:pt x="1029860" y="32410"/>
                </a:cubicBezTo>
                <a:cubicBezTo>
                  <a:pt x="1034693" y="36265"/>
                  <a:pt x="1037790" y="41740"/>
                  <a:pt x="1039152" y="48834"/>
                </a:cubicBezTo>
                <a:lnTo>
                  <a:pt x="1027619" y="50614"/>
                </a:lnTo>
                <a:cubicBezTo>
                  <a:pt x="1026521" y="45935"/>
                  <a:pt x="1024577" y="42414"/>
                  <a:pt x="1021787" y="40053"/>
                </a:cubicBezTo>
                <a:cubicBezTo>
                  <a:pt x="1018997" y="37691"/>
                  <a:pt x="1015625" y="36510"/>
                  <a:pt x="1011670" y="36510"/>
                </a:cubicBezTo>
                <a:cubicBezTo>
                  <a:pt x="1005695" y="36510"/>
                  <a:pt x="1000840" y="38642"/>
                  <a:pt x="997106" y="42905"/>
                </a:cubicBezTo>
                <a:cubicBezTo>
                  <a:pt x="993371" y="47167"/>
                  <a:pt x="991504" y="53910"/>
                  <a:pt x="991504" y="63135"/>
                </a:cubicBezTo>
                <a:cubicBezTo>
                  <a:pt x="991504" y="72492"/>
                  <a:pt x="993305" y="79291"/>
                  <a:pt x="996908" y="83532"/>
                </a:cubicBezTo>
                <a:cubicBezTo>
                  <a:pt x="1000511" y="87772"/>
                  <a:pt x="1005212" y="89892"/>
                  <a:pt x="1011011" y="89892"/>
                </a:cubicBezTo>
                <a:cubicBezTo>
                  <a:pt x="1015669" y="89892"/>
                  <a:pt x="1019557" y="88470"/>
                  <a:pt x="1022676" y="85625"/>
                </a:cubicBezTo>
                <a:cubicBezTo>
                  <a:pt x="1025796" y="82780"/>
                  <a:pt x="1027773" y="78403"/>
                  <a:pt x="1028608" y="72494"/>
                </a:cubicBezTo>
                <a:close/>
                <a:moveTo>
                  <a:pt x="1050422" y="98196"/>
                </a:moveTo>
                <a:lnTo>
                  <a:pt x="1050422" y="1582"/>
                </a:lnTo>
                <a:lnTo>
                  <a:pt x="1062285" y="1582"/>
                </a:lnTo>
                <a:lnTo>
                  <a:pt x="1062285" y="36247"/>
                </a:lnTo>
                <a:cubicBezTo>
                  <a:pt x="1067820" y="29832"/>
                  <a:pt x="1074806" y="26625"/>
                  <a:pt x="1083242" y="26625"/>
                </a:cubicBezTo>
                <a:cubicBezTo>
                  <a:pt x="1088426" y="26625"/>
                  <a:pt x="1092930" y="27646"/>
                  <a:pt x="1096752" y="29689"/>
                </a:cubicBezTo>
                <a:cubicBezTo>
                  <a:pt x="1100574" y="31732"/>
                  <a:pt x="1103309" y="34555"/>
                  <a:pt x="1104957" y="38158"/>
                </a:cubicBezTo>
                <a:cubicBezTo>
                  <a:pt x="1106604" y="41761"/>
                  <a:pt x="1107428" y="46989"/>
                  <a:pt x="1107428" y="53843"/>
                </a:cubicBezTo>
                <a:lnTo>
                  <a:pt x="1107428" y="98196"/>
                </a:lnTo>
                <a:lnTo>
                  <a:pt x="1095566" y="98196"/>
                </a:lnTo>
                <a:lnTo>
                  <a:pt x="1095566" y="53843"/>
                </a:lnTo>
                <a:cubicBezTo>
                  <a:pt x="1095566" y="47912"/>
                  <a:pt x="1094281" y="43595"/>
                  <a:pt x="1091710" y="40893"/>
                </a:cubicBezTo>
                <a:cubicBezTo>
                  <a:pt x="1089140" y="38191"/>
                  <a:pt x="1085504" y="36840"/>
                  <a:pt x="1080803" y="36840"/>
                </a:cubicBezTo>
                <a:cubicBezTo>
                  <a:pt x="1077289" y="36840"/>
                  <a:pt x="1073982" y="37752"/>
                  <a:pt x="1070885" y="39575"/>
                </a:cubicBezTo>
                <a:cubicBezTo>
                  <a:pt x="1067787" y="41398"/>
                  <a:pt x="1065580" y="43870"/>
                  <a:pt x="1064262" y="46989"/>
                </a:cubicBezTo>
                <a:cubicBezTo>
                  <a:pt x="1062944" y="50108"/>
                  <a:pt x="1062285" y="54414"/>
                  <a:pt x="1062285" y="59906"/>
                </a:cubicBezTo>
                <a:lnTo>
                  <a:pt x="1062285" y="98196"/>
                </a:lnTo>
                <a:lnTo>
                  <a:pt x="1050422" y="98196"/>
                </a:lnTo>
                <a:close/>
                <a:moveTo>
                  <a:pt x="1128563" y="98196"/>
                </a:moveTo>
                <a:lnTo>
                  <a:pt x="1128563" y="84620"/>
                </a:lnTo>
                <a:lnTo>
                  <a:pt x="1142073" y="84620"/>
                </a:lnTo>
                <a:lnTo>
                  <a:pt x="1142073" y="98157"/>
                </a:lnTo>
                <a:cubicBezTo>
                  <a:pt x="1142073" y="103132"/>
                  <a:pt x="1141194" y="107150"/>
                  <a:pt x="1139437" y="110209"/>
                </a:cubicBezTo>
                <a:cubicBezTo>
                  <a:pt x="1137679" y="113269"/>
                  <a:pt x="1134890" y="115636"/>
                  <a:pt x="1131067" y="117308"/>
                </a:cubicBezTo>
                <a:lnTo>
                  <a:pt x="1127772" y="112167"/>
                </a:lnTo>
                <a:cubicBezTo>
                  <a:pt x="1130276" y="111074"/>
                  <a:pt x="1132122" y="109467"/>
                  <a:pt x="1133308" y="107346"/>
                </a:cubicBezTo>
                <a:cubicBezTo>
                  <a:pt x="1134494" y="105225"/>
                  <a:pt x="1135153" y="102175"/>
                  <a:pt x="1135285" y="98196"/>
                </a:cubicBezTo>
                <a:lnTo>
                  <a:pt x="1128563" y="98196"/>
                </a:lnTo>
                <a:close/>
                <a:moveTo>
                  <a:pt x="1211448" y="98196"/>
                </a:moveTo>
                <a:lnTo>
                  <a:pt x="1200442" y="98196"/>
                </a:lnTo>
                <a:lnTo>
                  <a:pt x="1200442" y="1582"/>
                </a:lnTo>
                <a:lnTo>
                  <a:pt x="1212305" y="1582"/>
                </a:lnTo>
                <a:lnTo>
                  <a:pt x="1212305" y="36177"/>
                </a:lnTo>
                <a:cubicBezTo>
                  <a:pt x="1217313" y="29809"/>
                  <a:pt x="1223706" y="26625"/>
                  <a:pt x="1231482" y="26625"/>
                </a:cubicBezTo>
                <a:cubicBezTo>
                  <a:pt x="1235788" y="26625"/>
                  <a:pt x="1239863" y="27493"/>
                  <a:pt x="1243707" y="29228"/>
                </a:cubicBezTo>
                <a:cubicBezTo>
                  <a:pt x="1247552" y="30964"/>
                  <a:pt x="1250715" y="33402"/>
                  <a:pt x="1253198" y="36543"/>
                </a:cubicBezTo>
                <a:cubicBezTo>
                  <a:pt x="1255680" y="39685"/>
                  <a:pt x="1257624" y="43474"/>
                  <a:pt x="1259030" y="47912"/>
                </a:cubicBezTo>
                <a:cubicBezTo>
                  <a:pt x="1260436" y="52349"/>
                  <a:pt x="1261139" y="57094"/>
                  <a:pt x="1261139" y="62147"/>
                </a:cubicBezTo>
                <a:cubicBezTo>
                  <a:pt x="1261139" y="74141"/>
                  <a:pt x="1258173" y="83412"/>
                  <a:pt x="1252242" y="89958"/>
                </a:cubicBezTo>
                <a:cubicBezTo>
                  <a:pt x="1246311" y="96504"/>
                  <a:pt x="1239193" y="99778"/>
                  <a:pt x="1230889" y="99778"/>
                </a:cubicBezTo>
                <a:cubicBezTo>
                  <a:pt x="1222629" y="99778"/>
                  <a:pt x="1216149" y="96285"/>
                  <a:pt x="1211448" y="89299"/>
                </a:cubicBezTo>
                <a:lnTo>
                  <a:pt x="1211448" y="98196"/>
                </a:lnTo>
                <a:moveTo>
                  <a:pt x="1211316" y="62676"/>
                </a:moveTo>
                <a:cubicBezTo>
                  <a:pt x="1211316" y="71027"/>
                  <a:pt x="1212458" y="77060"/>
                  <a:pt x="1214743" y="80777"/>
                </a:cubicBezTo>
                <a:cubicBezTo>
                  <a:pt x="1218477" y="86854"/>
                  <a:pt x="1223530" y="89892"/>
                  <a:pt x="1229901" y="89892"/>
                </a:cubicBezTo>
                <a:cubicBezTo>
                  <a:pt x="1235085" y="89892"/>
                  <a:pt x="1239567" y="87651"/>
                  <a:pt x="1243345" y="83170"/>
                </a:cubicBezTo>
                <a:cubicBezTo>
                  <a:pt x="1247123" y="78688"/>
                  <a:pt x="1249013" y="72010"/>
                  <a:pt x="1249013" y="63135"/>
                </a:cubicBezTo>
                <a:cubicBezTo>
                  <a:pt x="1249013" y="54042"/>
                  <a:pt x="1247200" y="47332"/>
                  <a:pt x="1243576" y="43004"/>
                </a:cubicBezTo>
                <a:cubicBezTo>
                  <a:pt x="1239951" y="38675"/>
                  <a:pt x="1235568" y="36510"/>
                  <a:pt x="1230428" y="36510"/>
                </a:cubicBezTo>
                <a:cubicBezTo>
                  <a:pt x="1225244" y="36510"/>
                  <a:pt x="1220762" y="38751"/>
                  <a:pt x="1216984" y="43233"/>
                </a:cubicBezTo>
                <a:cubicBezTo>
                  <a:pt x="1213205" y="47714"/>
                  <a:pt x="1211316" y="54195"/>
                  <a:pt x="1211316" y="62676"/>
                </a:cubicBezTo>
                <a:close/>
                <a:moveTo>
                  <a:pt x="1321419" y="98196"/>
                </a:moveTo>
                <a:lnTo>
                  <a:pt x="1321419" y="87915"/>
                </a:lnTo>
                <a:cubicBezTo>
                  <a:pt x="1315971" y="95823"/>
                  <a:pt x="1308568" y="99778"/>
                  <a:pt x="1299210" y="99778"/>
                </a:cubicBezTo>
                <a:cubicBezTo>
                  <a:pt x="1295080" y="99778"/>
                  <a:pt x="1291225" y="98987"/>
                  <a:pt x="1287644" y="97405"/>
                </a:cubicBezTo>
                <a:cubicBezTo>
                  <a:pt x="1284063" y="95823"/>
                  <a:pt x="1281405" y="93835"/>
                  <a:pt x="1279670" y="91441"/>
                </a:cubicBezTo>
                <a:cubicBezTo>
                  <a:pt x="1277934" y="89046"/>
                  <a:pt x="1276715" y="86114"/>
                  <a:pt x="1276012" y="82643"/>
                </a:cubicBezTo>
                <a:cubicBezTo>
                  <a:pt x="1275529" y="80314"/>
                  <a:pt x="1275287" y="76624"/>
                  <a:pt x="1275287" y="71571"/>
                </a:cubicBezTo>
                <a:lnTo>
                  <a:pt x="1275287" y="28207"/>
                </a:lnTo>
                <a:lnTo>
                  <a:pt x="1287150" y="28207"/>
                </a:lnTo>
                <a:lnTo>
                  <a:pt x="1287150" y="67024"/>
                </a:lnTo>
                <a:cubicBezTo>
                  <a:pt x="1287150" y="73219"/>
                  <a:pt x="1287391" y="77392"/>
                  <a:pt x="1287875" y="79545"/>
                </a:cubicBezTo>
                <a:cubicBezTo>
                  <a:pt x="1288621" y="82665"/>
                  <a:pt x="1290203" y="85114"/>
                  <a:pt x="1292620" y="86893"/>
                </a:cubicBezTo>
                <a:cubicBezTo>
                  <a:pt x="1295036" y="88673"/>
                  <a:pt x="1298024" y="89563"/>
                  <a:pt x="1301582" y="89563"/>
                </a:cubicBezTo>
                <a:cubicBezTo>
                  <a:pt x="1305141" y="89563"/>
                  <a:pt x="1308480" y="88651"/>
                  <a:pt x="1311600" y="86828"/>
                </a:cubicBezTo>
                <a:cubicBezTo>
                  <a:pt x="1314719" y="85004"/>
                  <a:pt x="1316927" y="82522"/>
                  <a:pt x="1318223" y="79380"/>
                </a:cubicBezTo>
                <a:cubicBezTo>
                  <a:pt x="1319519" y="76239"/>
                  <a:pt x="1320167" y="71681"/>
                  <a:pt x="1320167" y="65706"/>
                </a:cubicBezTo>
                <a:lnTo>
                  <a:pt x="1320167" y="28207"/>
                </a:lnTo>
                <a:lnTo>
                  <a:pt x="1332030" y="28207"/>
                </a:lnTo>
                <a:lnTo>
                  <a:pt x="1332030" y="98196"/>
                </a:lnTo>
                <a:lnTo>
                  <a:pt x="1321419" y="98196"/>
                </a:lnTo>
                <a:close/>
                <a:moveTo>
                  <a:pt x="1376494" y="87717"/>
                </a:moveTo>
                <a:lnTo>
                  <a:pt x="1378208" y="98196"/>
                </a:lnTo>
                <a:cubicBezTo>
                  <a:pt x="1374869" y="98811"/>
                  <a:pt x="1371881" y="99119"/>
                  <a:pt x="1369245" y="99119"/>
                </a:cubicBezTo>
                <a:cubicBezTo>
                  <a:pt x="1364939" y="99119"/>
                  <a:pt x="1361600" y="98438"/>
                  <a:pt x="1359228" y="97076"/>
                </a:cubicBezTo>
                <a:cubicBezTo>
                  <a:pt x="1356855" y="95713"/>
                  <a:pt x="1355186" y="93923"/>
                  <a:pt x="1354219" y="91704"/>
                </a:cubicBezTo>
                <a:cubicBezTo>
                  <a:pt x="1353252" y="89486"/>
                  <a:pt x="1352769" y="84817"/>
                  <a:pt x="1352769" y="77700"/>
                </a:cubicBezTo>
                <a:lnTo>
                  <a:pt x="1352769" y="37433"/>
                </a:lnTo>
                <a:lnTo>
                  <a:pt x="1344070" y="37433"/>
                </a:lnTo>
                <a:lnTo>
                  <a:pt x="1344070" y="28207"/>
                </a:lnTo>
                <a:lnTo>
                  <a:pt x="1352769" y="28207"/>
                </a:lnTo>
                <a:lnTo>
                  <a:pt x="1352769" y="10827"/>
                </a:lnTo>
                <a:lnTo>
                  <a:pt x="1364566" y="3691"/>
                </a:lnTo>
                <a:lnTo>
                  <a:pt x="1364566" y="28207"/>
                </a:lnTo>
                <a:lnTo>
                  <a:pt x="1376494" y="28207"/>
                </a:lnTo>
                <a:lnTo>
                  <a:pt x="1376494" y="37433"/>
                </a:lnTo>
                <a:lnTo>
                  <a:pt x="1364566" y="37433"/>
                </a:lnTo>
                <a:lnTo>
                  <a:pt x="1364566" y="78359"/>
                </a:lnTo>
                <a:cubicBezTo>
                  <a:pt x="1364566" y="81742"/>
                  <a:pt x="1364775" y="83917"/>
                  <a:pt x="1365192" y="84883"/>
                </a:cubicBezTo>
                <a:cubicBezTo>
                  <a:pt x="1365609" y="85850"/>
                  <a:pt x="1366290" y="86619"/>
                  <a:pt x="1367235" y="87190"/>
                </a:cubicBezTo>
                <a:cubicBezTo>
                  <a:pt x="1368180" y="87761"/>
                  <a:pt x="1369531" y="88047"/>
                  <a:pt x="1371288" y="88047"/>
                </a:cubicBezTo>
                <a:cubicBezTo>
                  <a:pt x="1372606" y="88047"/>
                  <a:pt x="1374341" y="87937"/>
                  <a:pt x="1376494" y="87717"/>
                </a:cubicBezTo>
                <a:close/>
                <a:moveTo>
                  <a:pt x="1425704" y="15290"/>
                </a:moveTo>
                <a:lnTo>
                  <a:pt x="1425704" y="1582"/>
                </a:lnTo>
                <a:lnTo>
                  <a:pt x="1437566" y="1582"/>
                </a:lnTo>
                <a:lnTo>
                  <a:pt x="1437566" y="15290"/>
                </a:lnTo>
                <a:lnTo>
                  <a:pt x="1425704" y="15290"/>
                </a:lnTo>
                <a:moveTo>
                  <a:pt x="1425704" y="98196"/>
                </a:moveTo>
                <a:lnTo>
                  <a:pt x="1425704" y="28207"/>
                </a:lnTo>
                <a:lnTo>
                  <a:pt x="1437566" y="28207"/>
                </a:lnTo>
                <a:lnTo>
                  <a:pt x="1437566" y="98196"/>
                </a:lnTo>
                <a:lnTo>
                  <a:pt x="1425704" y="98196"/>
                </a:lnTo>
                <a:close/>
                <a:moveTo>
                  <a:pt x="1481501" y="87717"/>
                </a:moveTo>
                <a:lnTo>
                  <a:pt x="1483215" y="98196"/>
                </a:lnTo>
                <a:cubicBezTo>
                  <a:pt x="1479876" y="98811"/>
                  <a:pt x="1476888" y="99119"/>
                  <a:pt x="1474252" y="99119"/>
                </a:cubicBezTo>
                <a:cubicBezTo>
                  <a:pt x="1469946" y="99119"/>
                  <a:pt x="1466607" y="98438"/>
                  <a:pt x="1464235" y="97076"/>
                </a:cubicBezTo>
                <a:cubicBezTo>
                  <a:pt x="1461862" y="95713"/>
                  <a:pt x="1460192" y="93923"/>
                  <a:pt x="1459226" y="91704"/>
                </a:cubicBezTo>
                <a:cubicBezTo>
                  <a:pt x="1458259" y="89486"/>
                  <a:pt x="1457776" y="84817"/>
                  <a:pt x="1457776" y="77700"/>
                </a:cubicBezTo>
                <a:lnTo>
                  <a:pt x="1457776" y="37433"/>
                </a:lnTo>
                <a:lnTo>
                  <a:pt x="1449077" y="37433"/>
                </a:lnTo>
                <a:lnTo>
                  <a:pt x="1449077" y="28207"/>
                </a:lnTo>
                <a:lnTo>
                  <a:pt x="1457776" y="28207"/>
                </a:lnTo>
                <a:lnTo>
                  <a:pt x="1457776" y="10827"/>
                </a:lnTo>
                <a:lnTo>
                  <a:pt x="1469573" y="3691"/>
                </a:lnTo>
                <a:lnTo>
                  <a:pt x="1469573" y="28207"/>
                </a:lnTo>
                <a:lnTo>
                  <a:pt x="1481501" y="28207"/>
                </a:lnTo>
                <a:lnTo>
                  <a:pt x="1481501" y="37433"/>
                </a:lnTo>
                <a:lnTo>
                  <a:pt x="1469573" y="37433"/>
                </a:lnTo>
                <a:lnTo>
                  <a:pt x="1469573" y="78359"/>
                </a:lnTo>
                <a:cubicBezTo>
                  <a:pt x="1469573" y="81742"/>
                  <a:pt x="1469781" y="83917"/>
                  <a:pt x="1470199" y="84883"/>
                </a:cubicBezTo>
                <a:cubicBezTo>
                  <a:pt x="1470616" y="85850"/>
                  <a:pt x="1471297" y="86619"/>
                  <a:pt x="1472242" y="87190"/>
                </a:cubicBezTo>
                <a:cubicBezTo>
                  <a:pt x="1473186" y="87761"/>
                  <a:pt x="1474537" y="88047"/>
                  <a:pt x="1476295" y="88047"/>
                </a:cubicBezTo>
                <a:cubicBezTo>
                  <a:pt x="1477613" y="88047"/>
                  <a:pt x="1479348" y="87937"/>
                  <a:pt x="1481501" y="87717"/>
                </a:cubicBezTo>
                <a:close/>
                <a:moveTo>
                  <a:pt x="1576052" y="98196"/>
                </a:moveTo>
                <a:lnTo>
                  <a:pt x="1576052" y="89365"/>
                </a:lnTo>
                <a:cubicBezTo>
                  <a:pt x="1571614" y="96307"/>
                  <a:pt x="1565090" y="99778"/>
                  <a:pt x="1556479" y="99778"/>
                </a:cubicBezTo>
                <a:cubicBezTo>
                  <a:pt x="1550899" y="99778"/>
                  <a:pt x="1545769" y="98240"/>
                  <a:pt x="1541090" y="95164"/>
                </a:cubicBezTo>
                <a:cubicBezTo>
                  <a:pt x="1536411" y="92089"/>
                  <a:pt x="1532786" y="87794"/>
                  <a:pt x="1530216" y="82280"/>
                </a:cubicBezTo>
                <a:cubicBezTo>
                  <a:pt x="1527646" y="76766"/>
                  <a:pt x="1526361" y="70429"/>
                  <a:pt x="1526361" y="63267"/>
                </a:cubicBezTo>
                <a:cubicBezTo>
                  <a:pt x="1526361" y="56281"/>
                  <a:pt x="1527525" y="49944"/>
                  <a:pt x="1529854" y="44254"/>
                </a:cubicBezTo>
                <a:cubicBezTo>
                  <a:pt x="1532182" y="38564"/>
                  <a:pt x="1535675" y="34204"/>
                  <a:pt x="1540332" y="31172"/>
                </a:cubicBezTo>
                <a:cubicBezTo>
                  <a:pt x="1544989" y="28141"/>
                  <a:pt x="1550196" y="26625"/>
                  <a:pt x="1555951" y="26625"/>
                </a:cubicBezTo>
                <a:cubicBezTo>
                  <a:pt x="1560169" y="26625"/>
                  <a:pt x="1563926" y="27515"/>
                  <a:pt x="1567221" y="29294"/>
                </a:cubicBezTo>
                <a:cubicBezTo>
                  <a:pt x="1570516" y="31073"/>
                  <a:pt x="1573196" y="33391"/>
                  <a:pt x="1575261" y="36247"/>
                </a:cubicBezTo>
                <a:lnTo>
                  <a:pt x="1575261" y="1582"/>
                </a:lnTo>
                <a:lnTo>
                  <a:pt x="1587058" y="1582"/>
                </a:lnTo>
                <a:lnTo>
                  <a:pt x="1587058" y="98196"/>
                </a:lnTo>
                <a:lnTo>
                  <a:pt x="1576052" y="98196"/>
                </a:lnTo>
                <a:moveTo>
                  <a:pt x="1538553" y="63234"/>
                </a:moveTo>
                <a:cubicBezTo>
                  <a:pt x="1538553" y="72164"/>
                  <a:pt x="1540442" y="78840"/>
                  <a:pt x="1544221" y="83261"/>
                </a:cubicBezTo>
                <a:cubicBezTo>
                  <a:pt x="1547999" y="87682"/>
                  <a:pt x="1552459" y="89892"/>
                  <a:pt x="1557599" y="89892"/>
                </a:cubicBezTo>
                <a:cubicBezTo>
                  <a:pt x="1562783" y="89892"/>
                  <a:pt x="1567188" y="87780"/>
                  <a:pt x="1570813" y="83557"/>
                </a:cubicBezTo>
                <a:cubicBezTo>
                  <a:pt x="1574437" y="79332"/>
                  <a:pt x="1576250" y="72886"/>
                  <a:pt x="1576250" y="64219"/>
                </a:cubicBezTo>
                <a:cubicBezTo>
                  <a:pt x="1576250" y="54676"/>
                  <a:pt x="1574404" y="47673"/>
                  <a:pt x="1570714" y="43208"/>
                </a:cubicBezTo>
                <a:cubicBezTo>
                  <a:pt x="1567023" y="38743"/>
                  <a:pt x="1562476" y="36510"/>
                  <a:pt x="1557072" y="36510"/>
                </a:cubicBezTo>
                <a:cubicBezTo>
                  <a:pt x="1551800" y="36510"/>
                  <a:pt x="1547395" y="38656"/>
                  <a:pt x="1543858" y="42946"/>
                </a:cubicBezTo>
                <a:cubicBezTo>
                  <a:pt x="1540321" y="47235"/>
                  <a:pt x="1538553" y="53998"/>
                  <a:pt x="1538553" y="63234"/>
                </a:cubicBezTo>
                <a:close/>
                <a:moveTo>
                  <a:pt x="1601272" y="63201"/>
                </a:moveTo>
                <a:cubicBezTo>
                  <a:pt x="1601272" y="50240"/>
                  <a:pt x="1604875" y="40640"/>
                  <a:pt x="1612081" y="34402"/>
                </a:cubicBezTo>
                <a:cubicBezTo>
                  <a:pt x="1618100" y="29217"/>
                  <a:pt x="1625437" y="26625"/>
                  <a:pt x="1634092" y="26625"/>
                </a:cubicBezTo>
                <a:cubicBezTo>
                  <a:pt x="1643714" y="26625"/>
                  <a:pt x="1651579" y="29777"/>
                  <a:pt x="1657686" y="36082"/>
                </a:cubicBezTo>
                <a:cubicBezTo>
                  <a:pt x="1663793" y="42387"/>
                  <a:pt x="1666846" y="51097"/>
                  <a:pt x="1666846" y="62213"/>
                </a:cubicBezTo>
                <a:cubicBezTo>
                  <a:pt x="1666846" y="71219"/>
                  <a:pt x="1665495" y="78304"/>
                  <a:pt x="1662793" y="83466"/>
                </a:cubicBezTo>
                <a:cubicBezTo>
                  <a:pt x="1660091" y="88629"/>
                  <a:pt x="1656159" y="92638"/>
                  <a:pt x="1650996" y="95494"/>
                </a:cubicBezTo>
                <a:cubicBezTo>
                  <a:pt x="1645834" y="98350"/>
                  <a:pt x="1640199" y="99778"/>
                  <a:pt x="1634092" y="99778"/>
                </a:cubicBezTo>
                <a:cubicBezTo>
                  <a:pt x="1624295" y="99778"/>
                  <a:pt x="1616375" y="96636"/>
                  <a:pt x="1610334" y="90353"/>
                </a:cubicBezTo>
                <a:cubicBezTo>
                  <a:pt x="1604293" y="84071"/>
                  <a:pt x="1601272" y="75020"/>
                  <a:pt x="1601272" y="63201"/>
                </a:cubicBezTo>
                <a:moveTo>
                  <a:pt x="1613465" y="63168"/>
                </a:moveTo>
                <a:cubicBezTo>
                  <a:pt x="1613465" y="72098"/>
                  <a:pt x="1615420" y="78785"/>
                  <a:pt x="1619330" y="83228"/>
                </a:cubicBezTo>
                <a:cubicBezTo>
                  <a:pt x="1623240" y="87671"/>
                  <a:pt x="1628161" y="89892"/>
                  <a:pt x="1634092" y="89892"/>
                </a:cubicBezTo>
                <a:cubicBezTo>
                  <a:pt x="1639980" y="89892"/>
                  <a:pt x="1644878" y="87660"/>
                  <a:pt x="1648789" y="83195"/>
                </a:cubicBezTo>
                <a:cubicBezTo>
                  <a:pt x="1652699" y="78730"/>
                  <a:pt x="1654654" y="71923"/>
                  <a:pt x="1654654" y="62775"/>
                </a:cubicBezTo>
                <a:cubicBezTo>
                  <a:pt x="1654654" y="54151"/>
                  <a:pt x="1652688" y="47618"/>
                  <a:pt x="1648756" y="43175"/>
                </a:cubicBezTo>
                <a:cubicBezTo>
                  <a:pt x="1644823" y="38732"/>
                  <a:pt x="1639936" y="36510"/>
                  <a:pt x="1634092" y="36510"/>
                </a:cubicBezTo>
                <a:cubicBezTo>
                  <a:pt x="1628161" y="36510"/>
                  <a:pt x="1623240" y="38721"/>
                  <a:pt x="1619330" y="43142"/>
                </a:cubicBezTo>
                <a:cubicBezTo>
                  <a:pt x="1615420" y="47563"/>
                  <a:pt x="1613465" y="54238"/>
                  <a:pt x="1613465" y="63168"/>
                </a:cubicBezTo>
                <a:close/>
                <a:moveTo>
                  <a:pt x="1728642" y="75657"/>
                </a:moveTo>
                <a:lnTo>
                  <a:pt x="1740900" y="77173"/>
                </a:lnTo>
                <a:cubicBezTo>
                  <a:pt x="1738966" y="84334"/>
                  <a:pt x="1735386" y="89892"/>
                  <a:pt x="1730157" y="93846"/>
                </a:cubicBezTo>
                <a:cubicBezTo>
                  <a:pt x="1724929" y="97800"/>
                  <a:pt x="1718251" y="99778"/>
                  <a:pt x="1710123" y="99778"/>
                </a:cubicBezTo>
                <a:cubicBezTo>
                  <a:pt x="1699886" y="99778"/>
                  <a:pt x="1691769" y="96625"/>
                  <a:pt x="1685771" y="90320"/>
                </a:cubicBezTo>
                <a:cubicBezTo>
                  <a:pt x="1679774" y="84016"/>
                  <a:pt x="1676776" y="75174"/>
                  <a:pt x="1676776" y="63794"/>
                </a:cubicBezTo>
                <a:cubicBezTo>
                  <a:pt x="1676776" y="52020"/>
                  <a:pt x="1679807" y="42881"/>
                  <a:pt x="1685870" y="36379"/>
                </a:cubicBezTo>
                <a:cubicBezTo>
                  <a:pt x="1691933" y="29876"/>
                  <a:pt x="1699798" y="26625"/>
                  <a:pt x="1709464" y="26625"/>
                </a:cubicBezTo>
                <a:cubicBezTo>
                  <a:pt x="1718822" y="26625"/>
                  <a:pt x="1726467" y="29805"/>
                  <a:pt x="1732398" y="36166"/>
                </a:cubicBezTo>
                <a:cubicBezTo>
                  <a:pt x="1738329" y="42526"/>
                  <a:pt x="1741295" y="51474"/>
                  <a:pt x="1741295" y="63010"/>
                </a:cubicBezTo>
                <a:cubicBezTo>
                  <a:pt x="1741295" y="63711"/>
                  <a:pt x="1741273" y="64764"/>
                  <a:pt x="1741229" y="66167"/>
                </a:cubicBezTo>
                <a:lnTo>
                  <a:pt x="1689034" y="66167"/>
                </a:lnTo>
                <a:cubicBezTo>
                  <a:pt x="1689473" y="73834"/>
                  <a:pt x="1691648" y="79704"/>
                  <a:pt x="1695558" y="83780"/>
                </a:cubicBezTo>
                <a:cubicBezTo>
                  <a:pt x="1699468" y="87855"/>
                  <a:pt x="1704345" y="89892"/>
                  <a:pt x="1710189" y="89892"/>
                </a:cubicBezTo>
                <a:cubicBezTo>
                  <a:pt x="1714538" y="89892"/>
                  <a:pt x="1718251" y="88761"/>
                  <a:pt x="1721326" y="86498"/>
                </a:cubicBezTo>
                <a:cubicBezTo>
                  <a:pt x="1724402" y="84234"/>
                  <a:pt x="1726840" y="80620"/>
                  <a:pt x="1728642" y="75657"/>
                </a:cubicBezTo>
                <a:moveTo>
                  <a:pt x="1689693" y="56281"/>
                </a:moveTo>
                <a:lnTo>
                  <a:pt x="1728773" y="56281"/>
                </a:lnTo>
                <a:cubicBezTo>
                  <a:pt x="1728246" y="50490"/>
                  <a:pt x="1726752" y="46147"/>
                  <a:pt x="1724292" y="43251"/>
                </a:cubicBezTo>
                <a:cubicBezTo>
                  <a:pt x="1720513" y="38757"/>
                  <a:pt x="1715615" y="36510"/>
                  <a:pt x="1709596" y="36510"/>
                </a:cubicBezTo>
                <a:cubicBezTo>
                  <a:pt x="1704148" y="36510"/>
                  <a:pt x="1699567" y="38304"/>
                  <a:pt x="1695855" y="41892"/>
                </a:cubicBezTo>
                <a:cubicBezTo>
                  <a:pt x="1692142" y="45478"/>
                  <a:pt x="1690088" y="50275"/>
                  <a:pt x="1689693" y="56281"/>
                </a:cubicBezTo>
                <a:close/>
                <a:moveTo>
                  <a:pt x="1751029" y="77239"/>
                </a:moveTo>
                <a:lnTo>
                  <a:pt x="1762759" y="75393"/>
                </a:lnTo>
                <a:cubicBezTo>
                  <a:pt x="1763418" y="80074"/>
                  <a:pt x="1765253" y="83661"/>
                  <a:pt x="1768262" y="86154"/>
                </a:cubicBezTo>
                <a:cubicBezTo>
                  <a:pt x="1771272" y="88646"/>
                  <a:pt x="1775479" y="89892"/>
                  <a:pt x="1780883" y="89892"/>
                </a:cubicBezTo>
                <a:cubicBezTo>
                  <a:pt x="1786331" y="89892"/>
                  <a:pt x="1790373" y="88792"/>
                  <a:pt x="1793009" y="86591"/>
                </a:cubicBezTo>
                <a:cubicBezTo>
                  <a:pt x="1795645" y="84388"/>
                  <a:pt x="1796963" y="81806"/>
                  <a:pt x="1796963" y="78843"/>
                </a:cubicBezTo>
                <a:cubicBezTo>
                  <a:pt x="1796963" y="76183"/>
                  <a:pt x="1795799" y="74091"/>
                  <a:pt x="1793470" y="72566"/>
                </a:cubicBezTo>
                <a:cubicBezTo>
                  <a:pt x="1791845" y="71519"/>
                  <a:pt x="1787803" y="70190"/>
                  <a:pt x="1781344" y="68576"/>
                </a:cubicBezTo>
                <a:cubicBezTo>
                  <a:pt x="1772645" y="66378"/>
                  <a:pt x="1766615" y="64477"/>
                  <a:pt x="1763254" y="62872"/>
                </a:cubicBezTo>
                <a:cubicBezTo>
                  <a:pt x="1759893" y="61267"/>
                  <a:pt x="1757344" y="59046"/>
                  <a:pt x="1755609" y="56209"/>
                </a:cubicBezTo>
                <a:cubicBezTo>
                  <a:pt x="1753873" y="53373"/>
                  <a:pt x="1753006" y="50240"/>
                  <a:pt x="1753006" y="46810"/>
                </a:cubicBezTo>
                <a:cubicBezTo>
                  <a:pt x="1753006" y="43688"/>
                  <a:pt x="1753720" y="40796"/>
                  <a:pt x="1755147" y="38135"/>
                </a:cubicBezTo>
                <a:cubicBezTo>
                  <a:pt x="1756575" y="35474"/>
                  <a:pt x="1758520" y="33265"/>
                  <a:pt x="1760980" y="31506"/>
                </a:cubicBezTo>
                <a:cubicBezTo>
                  <a:pt x="1762825" y="30143"/>
                  <a:pt x="1765341" y="28989"/>
                  <a:pt x="1768526" y="28044"/>
                </a:cubicBezTo>
                <a:cubicBezTo>
                  <a:pt x="1771711" y="27098"/>
                  <a:pt x="1775127" y="26625"/>
                  <a:pt x="1778774" y="26625"/>
                </a:cubicBezTo>
                <a:cubicBezTo>
                  <a:pt x="1784266" y="26625"/>
                  <a:pt x="1789088" y="27421"/>
                  <a:pt x="1793240" y="29014"/>
                </a:cubicBezTo>
                <a:cubicBezTo>
                  <a:pt x="1797391" y="30605"/>
                  <a:pt x="1800456" y="32761"/>
                  <a:pt x="1802433" y="35483"/>
                </a:cubicBezTo>
                <a:cubicBezTo>
                  <a:pt x="1804410" y="38203"/>
                  <a:pt x="1805772" y="41840"/>
                  <a:pt x="1806519" y="46396"/>
                </a:cubicBezTo>
                <a:lnTo>
                  <a:pt x="1794920" y="47978"/>
                </a:lnTo>
                <a:cubicBezTo>
                  <a:pt x="1794393" y="44375"/>
                  <a:pt x="1792866" y="41563"/>
                  <a:pt x="1790340" y="39542"/>
                </a:cubicBezTo>
                <a:cubicBezTo>
                  <a:pt x="1787814" y="37521"/>
                  <a:pt x="1784244" y="36510"/>
                  <a:pt x="1779631" y="36510"/>
                </a:cubicBezTo>
                <a:cubicBezTo>
                  <a:pt x="1774183" y="36510"/>
                  <a:pt x="1770294" y="37407"/>
                  <a:pt x="1767966" y="39200"/>
                </a:cubicBezTo>
                <a:cubicBezTo>
                  <a:pt x="1765637" y="40992"/>
                  <a:pt x="1764473" y="43090"/>
                  <a:pt x="1764473" y="45496"/>
                </a:cubicBezTo>
                <a:cubicBezTo>
                  <a:pt x="1764473" y="47025"/>
                  <a:pt x="1764956" y="48403"/>
                  <a:pt x="1765923" y="49627"/>
                </a:cubicBezTo>
                <a:cubicBezTo>
                  <a:pt x="1766889" y="50894"/>
                  <a:pt x="1768405" y="51943"/>
                  <a:pt x="1770470" y="52774"/>
                </a:cubicBezTo>
                <a:cubicBezTo>
                  <a:pt x="1771656" y="53212"/>
                  <a:pt x="1775149" y="54218"/>
                  <a:pt x="1780949" y="55791"/>
                </a:cubicBezTo>
                <a:cubicBezTo>
                  <a:pt x="1789340" y="58031"/>
                  <a:pt x="1795195" y="59864"/>
                  <a:pt x="1798512" y="61290"/>
                </a:cubicBezTo>
                <a:cubicBezTo>
                  <a:pt x="1801829" y="62717"/>
                  <a:pt x="1804432" y="64791"/>
                  <a:pt x="1806321" y="67514"/>
                </a:cubicBezTo>
                <a:cubicBezTo>
                  <a:pt x="1808211" y="70235"/>
                  <a:pt x="1809155" y="73615"/>
                  <a:pt x="1809155" y="77653"/>
                </a:cubicBezTo>
                <a:cubicBezTo>
                  <a:pt x="1809155" y="81604"/>
                  <a:pt x="1808002" y="85325"/>
                  <a:pt x="1805695" y="88815"/>
                </a:cubicBezTo>
                <a:cubicBezTo>
                  <a:pt x="1803389" y="92304"/>
                  <a:pt x="1800061" y="95003"/>
                  <a:pt x="1795711" y="96913"/>
                </a:cubicBezTo>
                <a:cubicBezTo>
                  <a:pt x="1791361" y="98823"/>
                  <a:pt x="1786441" y="99778"/>
                  <a:pt x="1780949" y="99778"/>
                </a:cubicBezTo>
                <a:cubicBezTo>
                  <a:pt x="1771854" y="99778"/>
                  <a:pt x="1764923" y="97883"/>
                  <a:pt x="1760156" y="94093"/>
                </a:cubicBezTo>
                <a:cubicBezTo>
                  <a:pt x="1755389" y="90304"/>
                  <a:pt x="1752347" y="84686"/>
                  <a:pt x="1751029" y="77239"/>
                </a:cubicBezTo>
                <a:close/>
                <a:moveTo>
                  <a:pt x="1860781" y="98196"/>
                </a:moveTo>
                <a:lnTo>
                  <a:pt x="1860781" y="28207"/>
                </a:lnTo>
                <a:lnTo>
                  <a:pt x="1871457" y="28207"/>
                </a:lnTo>
                <a:lnTo>
                  <a:pt x="1871457" y="38092"/>
                </a:lnTo>
                <a:cubicBezTo>
                  <a:pt x="1876597" y="30447"/>
                  <a:pt x="1884023" y="26625"/>
                  <a:pt x="1893732" y="26625"/>
                </a:cubicBezTo>
                <a:cubicBezTo>
                  <a:pt x="1897950" y="26625"/>
                  <a:pt x="1901827" y="27383"/>
                  <a:pt x="1905364" y="28899"/>
                </a:cubicBezTo>
                <a:cubicBezTo>
                  <a:pt x="1908901" y="30414"/>
                  <a:pt x="1911548" y="32402"/>
                  <a:pt x="1913306" y="34863"/>
                </a:cubicBezTo>
                <a:cubicBezTo>
                  <a:pt x="1915063" y="37323"/>
                  <a:pt x="1916293" y="40245"/>
                  <a:pt x="1916996" y="43628"/>
                </a:cubicBezTo>
                <a:cubicBezTo>
                  <a:pt x="1917436" y="45825"/>
                  <a:pt x="1917655" y="49669"/>
                  <a:pt x="1917655" y="55161"/>
                </a:cubicBezTo>
                <a:lnTo>
                  <a:pt x="1917655" y="98196"/>
                </a:lnTo>
                <a:lnTo>
                  <a:pt x="1905793" y="98196"/>
                </a:lnTo>
                <a:lnTo>
                  <a:pt x="1905793" y="55577"/>
                </a:lnTo>
                <a:cubicBezTo>
                  <a:pt x="1905793" y="50739"/>
                  <a:pt x="1905331" y="47121"/>
                  <a:pt x="1904409" y="44724"/>
                </a:cubicBezTo>
                <a:cubicBezTo>
                  <a:pt x="1903486" y="42326"/>
                  <a:pt x="1901849" y="40413"/>
                  <a:pt x="1899499" y="38984"/>
                </a:cubicBezTo>
                <a:cubicBezTo>
                  <a:pt x="1897148" y="37555"/>
                  <a:pt x="1894391" y="36840"/>
                  <a:pt x="1891228" y="36840"/>
                </a:cubicBezTo>
                <a:cubicBezTo>
                  <a:pt x="1886175" y="36840"/>
                  <a:pt x="1881815" y="38446"/>
                  <a:pt x="1878146" y="41657"/>
                </a:cubicBezTo>
                <a:cubicBezTo>
                  <a:pt x="1874478" y="44867"/>
                  <a:pt x="1872643" y="50958"/>
                  <a:pt x="1872643" y="59931"/>
                </a:cubicBezTo>
                <a:lnTo>
                  <a:pt x="1872643" y="98196"/>
                </a:lnTo>
                <a:lnTo>
                  <a:pt x="1860781" y="98196"/>
                </a:lnTo>
                <a:close/>
                <a:moveTo>
                  <a:pt x="1931409" y="63201"/>
                </a:moveTo>
                <a:cubicBezTo>
                  <a:pt x="1931409" y="50240"/>
                  <a:pt x="1935011" y="40640"/>
                  <a:pt x="1942217" y="34402"/>
                </a:cubicBezTo>
                <a:cubicBezTo>
                  <a:pt x="1948236" y="29217"/>
                  <a:pt x="1955573" y="26625"/>
                  <a:pt x="1964228" y="26625"/>
                </a:cubicBezTo>
                <a:cubicBezTo>
                  <a:pt x="1973850" y="26625"/>
                  <a:pt x="1981715" y="29777"/>
                  <a:pt x="1987822" y="36082"/>
                </a:cubicBezTo>
                <a:cubicBezTo>
                  <a:pt x="1993929" y="42387"/>
                  <a:pt x="1996982" y="51097"/>
                  <a:pt x="1996982" y="62213"/>
                </a:cubicBezTo>
                <a:cubicBezTo>
                  <a:pt x="1996982" y="71219"/>
                  <a:pt x="1995631" y="78304"/>
                  <a:pt x="1992929" y="83466"/>
                </a:cubicBezTo>
                <a:cubicBezTo>
                  <a:pt x="1990227" y="88629"/>
                  <a:pt x="1986295" y="92638"/>
                  <a:pt x="1981133" y="95494"/>
                </a:cubicBezTo>
                <a:cubicBezTo>
                  <a:pt x="1975970" y="98350"/>
                  <a:pt x="1970335" y="99778"/>
                  <a:pt x="1964228" y="99778"/>
                </a:cubicBezTo>
                <a:cubicBezTo>
                  <a:pt x="1954431" y="99778"/>
                  <a:pt x="1946511" y="96636"/>
                  <a:pt x="1940470" y="90353"/>
                </a:cubicBezTo>
                <a:cubicBezTo>
                  <a:pt x="1934429" y="84071"/>
                  <a:pt x="1931409" y="75020"/>
                  <a:pt x="1931409" y="63201"/>
                </a:cubicBezTo>
                <a:moveTo>
                  <a:pt x="1943601" y="63168"/>
                </a:moveTo>
                <a:cubicBezTo>
                  <a:pt x="1943601" y="72098"/>
                  <a:pt x="1945556" y="78785"/>
                  <a:pt x="1949466" y="83228"/>
                </a:cubicBezTo>
                <a:cubicBezTo>
                  <a:pt x="1953376" y="87671"/>
                  <a:pt x="1958297" y="89892"/>
                  <a:pt x="1964228" y="89892"/>
                </a:cubicBezTo>
                <a:cubicBezTo>
                  <a:pt x="1970116" y="89892"/>
                  <a:pt x="1975015" y="87660"/>
                  <a:pt x="1978925" y="83195"/>
                </a:cubicBezTo>
                <a:cubicBezTo>
                  <a:pt x="1982835" y="78730"/>
                  <a:pt x="1984790" y="71923"/>
                  <a:pt x="1984790" y="62775"/>
                </a:cubicBezTo>
                <a:cubicBezTo>
                  <a:pt x="1984790" y="54151"/>
                  <a:pt x="1982824" y="47618"/>
                  <a:pt x="1978892" y="43175"/>
                </a:cubicBezTo>
                <a:cubicBezTo>
                  <a:pt x="1974960" y="38732"/>
                  <a:pt x="1970072" y="36510"/>
                  <a:pt x="1964228" y="36510"/>
                </a:cubicBezTo>
                <a:cubicBezTo>
                  <a:pt x="1958297" y="36510"/>
                  <a:pt x="1953376" y="38721"/>
                  <a:pt x="1949466" y="43142"/>
                </a:cubicBezTo>
                <a:cubicBezTo>
                  <a:pt x="1945556" y="47563"/>
                  <a:pt x="1943601" y="54238"/>
                  <a:pt x="1943601" y="63168"/>
                </a:cubicBezTo>
                <a:close/>
                <a:moveTo>
                  <a:pt x="2036767" y="87717"/>
                </a:moveTo>
                <a:lnTo>
                  <a:pt x="2038481" y="98196"/>
                </a:lnTo>
                <a:cubicBezTo>
                  <a:pt x="2035142" y="98811"/>
                  <a:pt x="2032154" y="99119"/>
                  <a:pt x="2029518" y="99119"/>
                </a:cubicBezTo>
                <a:cubicBezTo>
                  <a:pt x="2025212" y="99119"/>
                  <a:pt x="2021873" y="98438"/>
                  <a:pt x="2019501" y="97076"/>
                </a:cubicBezTo>
                <a:cubicBezTo>
                  <a:pt x="2017128" y="95713"/>
                  <a:pt x="2015459" y="93923"/>
                  <a:pt x="2014492" y="91704"/>
                </a:cubicBezTo>
                <a:cubicBezTo>
                  <a:pt x="2013526" y="89486"/>
                  <a:pt x="2013042" y="84817"/>
                  <a:pt x="2013042" y="77700"/>
                </a:cubicBezTo>
                <a:lnTo>
                  <a:pt x="2013042" y="37433"/>
                </a:lnTo>
                <a:lnTo>
                  <a:pt x="2004343" y="37433"/>
                </a:lnTo>
                <a:lnTo>
                  <a:pt x="2004343" y="28207"/>
                </a:lnTo>
                <a:lnTo>
                  <a:pt x="2013042" y="28207"/>
                </a:lnTo>
                <a:lnTo>
                  <a:pt x="2013042" y="10827"/>
                </a:lnTo>
                <a:lnTo>
                  <a:pt x="2024839" y="3691"/>
                </a:lnTo>
                <a:lnTo>
                  <a:pt x="2024839" y="28207"/>
                </a:lnTo>
                <a:lnTo>
                  <a:pt x="2036767" y="28207"/>
                </a:lnTo>
                <a:lnTo>
                  <a:pt x="2036767" y="37433"/>
                </a:lnTo>
                <a:lnTo>
                  <a:pt x="2024839" y="37433"/>
                </a:lnTo>
                <a:lnTo>
                  <a:pt x="2024839" y="78359"/>
                </a:lnTo>
                <a:cubicBezTo>
                  <a:pt x="2024839" y="81742"/>
                  <a:pt x="2025048" y="83917"/>
                  <a:pt x="2025465" y="84883"/>
                </a:cubicBezTo>
                <a:cubicBezTo>
                  <a:pt x="2025882" y="85850"/>
                  <a:pt x="2026563" y="86619"/>
                  <a:pt x="2027508" y="87190"/>
                </a:cubicBezTo>
                <a:cubicBezTo>
                  <a:pt x="2028453" y="87761"/>
                  <a:pt x="2029804" y="88047"/>
                  <a:pt x="2031561" y="88047"/>
                </a:cubicBezTo>
                <a:cubicBezTo>
                  <a:pt x="2032879" y="88047"/>
                  <a:pt x="2034615" y="87937"/>
                  <a:pt x="2036767" y="87717"/>
                </a:cubicBezTo>
                <a:close/>
                <a:moveTo>
                  <a:pt x="2131581" y="89554"/>
                </a:moveTo>
                <a:cubicBezTo>
                  <a:pt x="2127187" y="93292"/>
                  <a:pt x="2122959" y="95930"/>
                  <a:pt x="2118895" y="97469"/>
                </a:cubicBezTo>
                <a:cubicBezTo>
                  <a:pt x="2114831" y="99008"/>
                  <a:pt x="2110470" y="99778"/>
                  <a:pt x="2105813" y="99778"/>
                </a:cubicBezTo>
                <a:cubicBezTo>
                  <a:pt x="2098124" y="99778"/>
                  <a:pt x="2092215" y="97898"/>
                  <a:pt x="2088085" y="94139"/>
                </a:cubicBezTo>
                <a:cubicBezTo>
                  <a:pt x="2083955" y="90379"/>
                  <a:pt x="2081890" y="85576"/>
                  <a:pt x="2081890" y="79729"/>
                </a:cubicBezTo>
                <a:cubicBezTo>
                  <a:pt x="2081890" y="76300"/>
                  <a:pt x="2082670" y="73168"/>
                  <a:pt x="2084229" y="70333"/>
                </a:cubicBezTo>
                <a:cubicBezTo>
                  <a:pt x="2085789" y="67497"/>
                  <a:pt x="2087832" y="65221"/>
                  <a:pt x="2090358" y="63506"/>
                </a:cubicBezTo>
                <a:cubicBezTo>
                  <a:pt x="2092885" y="61791"/>
                  <a:pt x="2095730" y="60494"/>
                  <a:pt x="2098893" y="59616"/>
                </a:cubicBezTo>
                <a:cubicBezTo>
                  <a:pt x="2101221" y="58999"/>
                  <a:pt x="2104736" y="58405"/>
                  <a:pt x="2109437" y="57834"/>
                </a:cubicBezTo>
                <a:cubicBezTo>
                  <a:pt x="2119015" y="56700"/>
                  <a:pt x="2126067" y="55348"/>
                  <a:pt x="2130592" y="53777"/>
                </a:cubicBezTo>
                <a:cubicBezTo>
                  <a:pt x="2130636" y="52158"/>
                  <a:pt x="2130658" y="51130"/>
                  <a:pt x="2130658" y="50692"/>
                </a:cubicBezTo>
                <a:cubicBezTo>
                  <a:pt x="2130658" y="45877"/>
                  <a:pt x="2129538" y="42485"/>
                  <a:pt x="2127297" y="40516"/>
                </a:cubicBezTo>
                <a:cubicBezTo>
                  <a:pt x="2124266" y="37846"/>
                  <a:pt x="2119762" y="36510"/>
                  <a:pt x="2113787" y="36510"/>
                </a:cubicBezTo>
                <a:cubicBezTo>
                  <a:pt x="2108207" y="36510"/>
                  <a:pt x="2104088" y="37488"/>
                  <a:pt x="2101430" y="39443"/>
                </a:cubicBezTo>
                <a:cubicBezTo>
                  <a:pt x="2098772" y="41398"/>
                  <a:pt x="2096806" y="44858"/>
                  <a:pt x="2095532" y="49823"/>
                </a:cubicBezTo>
                <a:lnTo>
                  <a:pt x="2083933" y="48241"/>
                </a:lnTo>
                <a:cubicBezTo>
                  <a:pt x="2084987" y="43261"/>
                  <a:pt x="2086723" y="39240"/>
                  <a:pt x="2089139" y="36177"/>
                </a:cubicBezTo>
                <a:cubicBezTo>
                  <a:pt x="2091556" y="33114"/>
                  <a:pt x="2095049" y="30756"/>
                  <a:pt x="2099618" y="29105"/>
                </a:cubicBezTo>
                <a:cubicBezTo>
                  <a:pt x="2104187" y="27451"/>
                  <a:pt x="2109481" y="26625"/>
                  <a:pt x="2115501" y="26625"/>
                </a:cubicBezTo>
                <a:cubicBezTo>
                  <a:pt x="2121476" y="26625"/>
                  <a:pt x="2126331" y="27328"/>
                  <a:pt x="2130065" y="28734"/>
                </a:cubicBezTo>
                <a:cubicBezTo>
                  <a:pt x="2133800" y="30140"/>
                  <a:pt x="2136546" y="31908"/>
                  <a:pt x="2138303" y="34039"/>
                </a:cubicBezTo>
                <a:cubicBezTo>
                  <a:pt x="2140060" y="36170"/>
                  <a:pt x="2141291" y="38861"/>
                  <a:pt x="2141994" y="42112"/>
                </a:cubicBezTo>
                <a:cubicBezTo>
                  <a:pt x="2142389" y="44133"/>
                  <a:pt x="2142587" y="47780"/>
                  <a:pt x="2142587" y="53052"/>
                </a:cubicBezTo>
                <a:lnTo>
                  <a:pt x="2142587" y="68869"/>
                </a:lnTo>
                <a:cubicBezTo>
                  <a:pt x="2142587" y="79897"/>
                  <a:pt x="2142839" y="86871"/>
                  <a:pt x="2143345" y="89793"/>
                </a:cubicBezTo>
                <a:cubicBezTo>
                  <a:pt x="2143850" y="92715"/>
                  <a:pt x="2144849" y="95516"/>
                  <a:pt x="2146343" y="98196"/>
                </a:cubicBezTo>
                <a:lnTo>
                  <a:pt x="2133953" y="98196"/>
                </a:lnTo>
                <a:cubicBezTo>
                  <a:pt x="2132723" y="95733"/>
                  <a:pt x="2131932" y="92852"/>
                  <a:pt x="2131581" y="89554"/>
                </a:cubicBezTo>
                <a:moveTo>
                  <a:pt x="2130592" y="63004"/>
                </a:moveTo>
                <a:cubicBezTo>
                  <a:pt x="2126287" y="64776"/>
                  <a:pt x="2119828" y="66282"/>
                  <a:pt x="2111217" y="67522"/>
                </a:cubicBezTo>
                <a:cubicBezTo>
                  <a:pt x="2106340" y="68228"/>
                  <a:pt x="2102891" y="69022"/>
                  <a:pt x="2100870" y="69905"/>
                </a:cubicBezTo>
                <a:cubicBezTo>
                  <a:pt x="2098849" y="70786"/>
                  <a:pt x="2097289" y="72077"/>
                  <a:pt x="2096191" y="73777"/>
                </a:cubicBezTo>
                <a:cubicBezTo>
                  <a:pt x="2095092" y="75475"/>
                  <a:pt x="2094543" y="77361"/>
                  <a:pt x="2094543" y="79434"/>
                </a:cubicBezTo>
                <a:cubicBezTo>
                  <a:pt x="2094543" y="82610"/>
                  <a:pt x="2095741" y="85257"/>
                  <a:pt x="2098135" y="87375"/>
                </a:cubicBezTo>
                <a:cubicBezTo>
                  <a:pt x="2100529" y="89493"/>
                  <a:pt x="2104033" y="90551"/>
                  <a:pt x="2108647" y="90551"/>
                </a:cubicBezTo>
                <a:cubicBezTo>
                  <a:pt x="2113216" y="90551"/>
                  <a:pt x="2117280" y="89547"/>
                  <a:pt x="2120839" y="87538"/>
                </a:cubicBezTo>
                <a:cubicBezTo>
                  <a:pt x="2124397" y="85529"/>
                  <a:pt x="2127012" y="82781"/>
                  <a:pt x="2128681" y="79294"/>
                </a:cubicBezTo>
                <a:cubicBezTo>
                  <a:pt x="2129955" y="76600"/>
                  <a:pt x="2130592" y="72627"/>
                  <a:pt x="2130592" y="67374"/>
                </a:cubicBezTo>
                <a:lnTo>
                  <a:pt x="2130592" y="63004"/>
                </a:lnTo>
                <a:close/>
                <a:moveTo>
                  <a:pt x="2160953" y="125084"/>
                </a:moveTo>
                <a:lnTo>
                  <a:pt x="2160953" y="28207"/>
                </a:lnTo>
                <a:lnTo>
                  <a:pt x="2171761" y="28207"/>
                </a:lnTo>
                <a:lnTo>
                  <a:pt x="2171761" y="37235"/>
                </a:lnTo>
                <a:cubicBezTo>
                  <a:pt x="2174309" y="33699"/>
                  <a:pt x="2177187" y="31046"/>
                  <a:pt x="2180394" y="29278"/>
                </a:cubicBezTo>
                <a:cubicBezTo>
                  <a:pt x="2183602" y="27509"/>
                  <a:pt x="2187490" y="26625"/>
                  <a:pt x="2192059" y="26625"/>
                </a:cubicBezTo>
                <a:cubicBezTo>
                  <a:pt x="2198034" y="26625"/>
                  <a:pt x="2203307" y="28163"/>
                  <a:pt x="2207876" y="31238"/>
                </a:cubicBezTo>
                <a:cubicBezTo>
                  <a:pt x="2212445" y="34314"/>
                  <a:pt x="2215894" y="38652"/>
                  <a:pt x="2218223" y="44254"/>
                </a:cubicBezTo>
                <a:cubicBezTo>
                  <a:pt x="2220551" y="49856"/>
                  <a:pt x="2221716" y="55996"/>
                  <a:pt x="2221716" y="62674"/>
                </a:cubicBezTo>
                <a:cubicBezTo>
                  <a:pt x="2221716" y="69835"/>
                  <a:pt x="2220430" y="76283"/>
                  <a:pt x="2217860" y="82017"/>
                </a:cubicBezTo>
                <a:cubicBezTo>
                  <a:pt x="2215290" y="87750"/>
                  <a:pt x="2211555" y="92144"/>
                  <a:pt x="2206657" y="95197"/>
                </a:cubicBezTo>
                <a:cubicBezTo>
                  <a:pt x="2201758" y="98251"/>
                  <a:pt x="2196606" y="99778"/>
                  <a:pt x="2191202" y="99778"/>
                </a:cubicBezTo>
                <a:cubicBezTo>
                  <a:pt x="2187248" y="99778"/>
                  <a:pt x="2183700" y="98932"/>
                  <a:pt x="2180559" y="97240"/>
                </a:cubicBezTo>
                <a:cubicBezTo>
                  <a:pt x="2177418" y="95547"/>
                  <a:pt x="2174836" y="93410"/>
                  <a:pt x="2172815" y="90827"/>
                </a:cubicBezTo>
                <a:lnTo>
                  <a:pt x="2172815" y="125084"/>
                </a:lnTo>
                <a:lnTo>
                  <a:pt x="2160953" y="125084"/>
                </a:lnTo>
                <a:moveTo>
                  <a:pt x="2171695" y="63498"/>
                </a:moveTo>
                <a:cubicBezTo>
                  <a:pt x="2171695" y="72494"/>
                  <a:pt x="2173518" y="79142"/>
                  <a:pt x="2177165" y="83442"/>
                </a:cubicBezTo>
                <a:cubicBezTo>
                  <a:pt x="2180812" y="87742"/>
                  <a:pt x="2185227" y="89892"/>
                  <a:pt x="2190412" y="89892"/>
                </a:cubicBezTo>
                <a:cubicBezTo>
                  <a:pt x="2195684" y="89892"/>
                  <a:pt x="2200198" y="87665"/>
                  <a:pt x="2203955" y="83211"/>
                </a:cubicBezTo>
                <a:cubicBezTo>
                  <a:pt x="2207711" y="78757"/>
                  <a:pt x="2209589" y="71857"/>
                  <a:pt x="2209589" y="62509"/>
                </a:cubicBezTo>
                <a:cubicBezTo>
                  <a:pt x="2209589" y="53601"/>
                  <a:pt x="2207755" y="46931"/>
                  <a:pt x="2204086" y="42499"/>
                </a:cubicBezTo>
                <a:cubicBezTo>
                  <a:pt x="2200418" y="38067"/>
                  <a:pt x="2196035" y="35851"/>
                  <a:pt x="2190939" y="35851"/>
                </a:cubicBezTo>
                <a:cubicBezTo>
                  <a:pt x="2185886" y="35851"/>
                  <a:pt x="2181416" y="38210"/>
                  <a:pt x="2177527" y="42928"/>
                </a:cubicBezTo>
                <a:cubicBezTo>
                  <a:pt x="2173639" y="47645"/>
                  <a:pt x="2171695" y="54502"/>
                  <a:pt x="2171695" y="63498"/>
                </a:cubicBezTo>
                <a:close/>
                <a:moveTo>
                  <a:pt x="2235996" y="125084"/>
                </a:moveTo>
                <a:lnTo>
                  <a:pt x="2235996" y="28207"/>
                </a:lnTo>
                <a:lnTo>
                  <a:pt x="2246805" y="28207"/>
                </a:lnTo>
                <a:lnTo>
                  <a:pt x="2246805" y="37235"/>
                </a:lnTo>
                <a:cubicBezTo>
                  <a:pt x="2249353" y="33699"/>
                  <a:pt x="2252231" y="31046"/>
                  <a:pt x="2255438" y="29278"/>
                </a:cubicBezTo>
                <a:cubicBezTo>
                  <a:pt x="2258645" y="27509"/>
                  <a:pt x="2262533" y="26625"/>
                  <a:pt x="2267103" y="26625"/>
                </a:cubicBezTo>
                <a:cubicBezTo>
                  <a:pt x="2273078" y="26625"/>
                  <a:pt x="2278350" y="28163"/>
                  <a:pt x="2282920" y="31238"/>
                </a:cubicBezTo>
                <a:cubicBezTo>
                  <a:pt x="2287489" y="34314"/>
                  <a:pt x="2290938" y="38652"/>
                  <a:pt x="2293266" y="44254"/>
                </a:cubicBezTo>
                <a:cubicBezTo>
                  <a:pt x="2295595" y="49856"/>
                  <a:pt x="2296759" y="55996"/>
                  <a:pt x="2296759" y="62674"/>
                </a:cubicBezTo>
                <a:cubicBezTo>
                  <a:pt x="2296759" y="69835"/>
                  <a:pt x="2295474" y="76283"/>
                  <a:pt x="2292904" y="82017"/>
                </a:cubicBezTo>
                <a:cubicBezTo>
                  <a:pt x="2290334" y="87750"/>
                  <a:pt x="2286599" y="92144"/>
                  <a:pt x="2281700" y="95197"/>
                </a:cubicBezTo>
                <a:cubicBezTo>
                  <a:pt x="2276802" y="98251"/>
                  <a:pt x="2271650" y="99778"/>
                  <a:pt x="2266246" y="99778"/>
                </a:cubicBezTo>
                <a:cubicBezTo>
                  <a:pt x="2262292" y="99778"/>
                  <a:pt x="2258744" y="98932"/>
                  <a:pt x="2255603" y="97240"/>
                </a:cubicBezTo>
                <a:cubicBezTo>
                  <a:pt x="2252461" y="95547"/>
                  <a:pt x="2249880" y="93410"/>
                  <a:pt x="2247859" y="90827"/>
                </a:cubicBezTo>
                <a:lnTo>
                  <a:pt x="2247859" y="125084"/>
                </a:lnTo>
                <a:lnTo>
                  <a:pt x="2235996" y="125084"/>
                </a:lnTo>
                <a:moveTo>
                  <a:pt x="2246739" y="63498"/>
                </a:moveTo>
                <a:cubicBezTo>
                  <a:pt x="2246739" y="72494"/>
                  <a:pt x="2248562" y="79142"/>
                  <a:pt x="2252209" y="83442"/>
                </a:cubicBezTo>
                <a:cubicBezTo>
                  <a:pt x="2255855" y="87742"/>
                  <a:pt x="2260271" y="89892"/>
                  <a:pt x="2265455" y="89892"/>
                </a:cubicBezTo>
                <a:cubicBezTo>
                  <a:pt x="2270727" y="89892"/>
                  <a:pt x="2275242" y="87665"/>
                  <a:pt x="2278998" y="83211"/>
                </a:cubicBezTo>
                <a:cubicBezTo>
                  <a:pt x="2282755" y="78757"/>
                  <a:pt x="2284633" y="71857"/>
                  <a:pt x="2284633" y="62509"/>
                </a:cubicBezTo>
                <a:cubicBezTo>
                  <a:pt x="2284633" y="53601"/>
                  <a:pt x="2282799" y="46931"/>
                  <a:pt x="2279130" y="42499"/>
                </a:cubicBezTo>
                <a:cubicBezTo>
                  <a:pt x="2275461" y="38067"/>
                  <a:pt x="2271079" y="35851"/>
                  <a:pt x="2265982" y="35851"/>
                </a:cubicBezTo>
                <a:cubicBezTo>
                  <a:pt x="2260930" y="35851"/>
                  <a:pt x="2256459" y="38210"/>
                  <a:pt x="2252571" y="42928"/>
                </a:cubicBezTo>
                <a:cubicBezTo>
                  <a:pt x="2248683" y="47645"/>
                  <a:pt x="2246739" y="54502"/>
                  <a:pt x="2246739" y="63498"/>
                </a:cubicBezTo>
                <a:close/>
                <a:moveTo>
                  <a:pt x="2310776" y="98196"/>
                </a:moveTo>
                <a:lnTo>
                  <a:pt x="2310776" y="1582"/>
                </a:lnTo>
                <a:lnTo>
                  <a:pt x="2322639" y="1582"/>
                </a:lnTo>
                <a:lnTo>
                  <a:pt x="2322639" y="98196"/>
                </a:lnTo>
                <a:lnTo>
                  <a:pt x="2310776" y="98196"/>
                </a:lnTo>
                <a:close/>
                <a:moveTo>
                  <a:pt x="2340476" y="125216"/>
                </a:moveTo>
                <a:lnTo>
                  <a:pt x="2339158" y="114079"/>
                </a:lnTo>
                <a:cubicBezTo>
                  <a:pt x="2341750" y="114782"/>
                  <a:pt x="2344013" y="115133"/>
                  <a:pt x="2345946" y="115133"/>
                </a:cubicBezTo>
                <a:cubicBezTo>
                  <a:pt x="2348582" y="115133"/>
                  <a:pt x="2350691" y="114688"/>
                  <a:pt x="2352273" y="113798"/>
                </a:cubicBezTo>
                <a:cubicBezTo>
                  <a:pt x="2353854" y="112910"/>
                  <a:pt x="2355150" y="111666"/>
                  <a:pt x="2356161" y="110065"/>
                </a:cubicBezTo>
                <a:cubicBezTo>
                  <a:pt x="2356908" y="108865"/>
                  <a:pt x="2358116" y="105887"/>
                  <a:pt x="2359786" y="101131"/>
                </a:cubicBezTo>
                <a:cubicBezTo>
                  <a:pt x="2360005" y="100463"/>
                  <a:pt x="2360357" y="99485"/>
                  <a:pt x="2360840" y="98196"/>
                </a:cubicBezTo>
                <a:lnTo>
                  <a:pt x="2334281" y="28207"/>
                </a:lnTo>
                <a:lnTo>
                  <a:pt x="2347066" y="28207"/>
                </a:lnTo>
                <a:lnTo>
                  <a:pt x="2361631" y="68642"/>
                </a:lnTo>
                <a:cubicBezTo>
                  <a:pt x="2363520" y="73772"/>
                  <a:pt x="2365212" y="79164"/>
                  <a:pt x="2366706" y="84817"/>
                </a:cubicBezTo>
                <a:cubicBezTo>
                  <a:pt x="2368068" y="79382"/>
                  <a:pt x="2369693" y="74078"/>
                  <a:pt x="2371582" y="68906"/>
                </a:cubicBezTo>
                <a:lnTo>
                  <a:pt x="2386542" y="28207"/>
                </a:lnTo>
                <a:lnTo>
                  <a:pt x="2398405" y="28207"/>
                </a:lnTo>
                <a:lnTo>
                  <a:pt x="2371780" y="99429"/>
                </a:lnTo>
                <a:cubicBezTo>
                  <a:pt x="2368924" y="107124"/>
                  <a:pt x="2366706" y="112421"/>
                  <a:pt x="2365124" y="115322"/>
                </a:cubicBezTo>
                <a:cubicBezTo>
                  <a:pt x="2363015" y="119235"/>
                  <a:pt x="2360599" y="122104"/>
                  <a:pt x="2357875" y="123929"/>
                </a:cubicBezTo>
                <a:cubicBezTo>
                  <a:pt x="2355150" y="125754"/>
                  <a:pt x="2351899" y="126666"/>
                  <a:pt x="2348121" y="126666"/>
                </a:cubicBezTo>
                <a:cubicBezTo>
                  <a:pt x="2345836" y="126666"/>
                  <a:pt x="2343288" y="126183"/>
                  <a:pt x="2340476" y="125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directlytoprivateemployers.">
            <a:extLst xmlns:a="http://schemas.openxmlformats.org/drawingml/2006/main">
              <a:ext uri="{FF2B5EF4-FFF2-40B4-BE49-F238E27FC236}">
                <a16:creationId xmlns:a16="http://schemas.microsoft.com/office/drawing/2014/main" id="{E6727D98-465C-4281-9B0C-9620210E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10" y="2836441"/>
            <a:ext cx="1701260" cy="125084"/>
          </a:xfrm>
          <a:custGeom xmlns:a="http://schemas.openxmlformats.org/drawingml/2006/main">
            <a:pathLst>
              <a:path w="1701260" h="125084">
                <a:moveTo>
                  <a:pt x="49691" y="96614"/>
                </a:moveTo>
                <a:lnTo>
                  <a:pt x="49691" y="87783"/>
                </a:lnTo>
                <a:cubicBezTo>
                  <a:pt x="45254" y="94725"/>
                  <a:pt x="38729" y="98196"/>
                  <a:pt x="30118" y="98196"/>
                </a:cubicBezTo>
                <a:cubicBezTo>
                  <a:pt x="24538" y="98196"/>
                  <a:pt x="19409" y="96658"/>
                  <a:pt x="14729" y="93583"/>
                </a:cubicBezTo>
                <a:cubicBezTo>
                  <a:pt x="10050" y="90507"/>
                  <a:pt x="6426" y="86212"/>
                  <a:pt x="3855" y="80699"/>
                </a:cubicBezTo>
                <a:cubicBezTo>
                  <a:pt x="1285" y="75185"/>
                  <a:pt x="0" y="68847"/>
                  <a:pt x="0" y="61685"/>
                </a:cubicBezTo>
                <a:cubicBezTo>
                  <a:pt x="0" y="54700"/>
                  <a:pt x="1164" y="48362"/>
                  <a:pt x="3493" y="42672"/>
                </a:cubicBezTo>
                <a:cubicBezTo>
                  <a:pt x="5821" y="36983"/>
                  <a:pt x="9314" y="32622"/>
                  <a:pt x="13971" y="29591"/>
                </a:cubicBezTo>
                <a:cubicBezTo>
                  <a:pt x="18629" y="26559"/>
                  <a:pt x="23835" y="25043"/>
                  <a:pt x="29591" y="25043"/>
                </a:cubicBezTo>
                <a:cubicBezTo>
                  <a:pt x="33808" y="25043"/>
                  <a:pt x="37565" y="25933"/>
                  <a:pt x="40860" y="27712"/>
                </a:cubicBezTo>
                <a:cubicBezTo>
                  <a:pt x="44155" y="29492"/>
                  <a:pt x="46835" y="31809"/>
                  <a:pt x="48900" y="34665"/>
                </a:cubicBezTo>
                <a:lnTo>
                  <a:pt x="48900" y="0"/>
                </a:lnTo>
                <a:lnTo>
                  <a:pt x="60697" y="0"/>
                </a:lnTo>
                <a:lnTo>
                  <a:pt x="60697" y="96614"/>
                </a:lnTo>
                <a:lnTo>
                  <a:pt x="49691" y="96614"/>
                </a:lnTo>
                <a:moveTo>
                  <a:pt x="12192" y="61652"/>
                </a:moveTo>
                <a:cubicBezTo>
                  <a:pt x="12192" y="70582"/>
                  <a:pt x="14081" y="77258"/>
                  <a:pt x="17860" y="81679"/>
                </a:cubicBezTo>
                <a:cubicBezTo>
                  <a:pt x="21638" y="86100"/>
                  <a:pt x="26098" y="88310"/>
                  <a:pt x="31238" y="88310"/>
                </a:cubicBezTo>
                <a:cubicBezTo>
                  <a:pt x="36423" y="88310"/>
                  <a:pt x="40827" y="86199"/>
                  <a:pt x="44452" y="81975"/>
                </a:cubicBezTo>
                <a:cubicBezTo>
                  <a:pt x="48076" y="77751"/>
                  <a:pt x="49889" y="71305"/>
                  <a:pt x="49889" y="62637"/>
                </a:cubicBezTo>
                <a:cubicBezTo>
                  <a:pt x="49889" y="53095"/>
                  <a:pt x="48043" y="46091"/>
                  <a:pt x="44353" y="41626"/>
                </a:cubicBezTo>
                <a:cubicBezTo>
                  <a:pt x="40662" y="37161"/>
                  <a:pt x="36115" y="34929"/>
                  <a:pt x="30711" y="34929"/>
                </a:cubicBezTo>
                <a:cubicBezTo>
                  <a:pt x="25439" y="34929"/>
                  <a:pt x="21034" y="37074"/>
                  <a:pt x="17497" y="41365"/>
                </a:cubicBezTo>
                <a:cubicBezTo>
                  <a:pt x="13961" y="45654"/>
                  <a:pt x="12192" y="52416"/>
                  <a:pt x="12192" y="61652"/>
                </a:cubicBezTo>
                <a:close/>
                <a:moveTo>
                  <a:pt x="79393" y="13708"/>
                </a:moveTo>
                <a:lnTo>
                  <a:pt x="79393" y="0"/>
                </a:lnTo>
                <a:lnTo>
                  <a:pt x="91255" y="0"/>
                </a:lnTo>
                <a:lnTo>
                  <a:pt x="91255" y="13708"/>
                </a:lnTo>
                <a:lnTo>
                  <a:pt x="79393" y="13708"/>
                </a:lnTo>
                <a:moveTo>
                  <a:pt x="79393" y="96614"/>
                </a:moveTo>
                <a:lnTo>
                  <a:pt x="79393" y="26625"/>
                </a:lnTo>
                <a:lnTo>
                  <a:pt x="91255" y="26625"/>
                </a:lnTo>
                <a:lnTo>
                  <a:pt x="91255" y="96614"/>
                </a:lnTo>
                <a:lnTo>
                  <a:pt x="79393" y="96614"/>
                </a:lnTo>
                <a:close/>
                <a:moveTo>
                  <a:pt x="109158" y="96614"/>
                </a:moveTo>
                <a:lnTo>
                  <a:pt x="109158" y="26625"/>
                </a:lnTo>
                <a:lnTo>
                  <a:pt x="119834" y="26625"/>
                </a:lnTo>
                <a:lnTo>
                  <a:pt x="119834" y="37169"/>
                </a:lnTo>
                <a:cubicBezTo>
                  <a:pt x="122559" y="32232"/>
                  <a:pt x="125074" y="28977"/>
                  <a:pt x="127380" y="27403"/>
                </a:cubicBezTo>
                <a:cubicBezTo>
                  <a:pt x="129687" y="25830"/>
                  <a:pt x="132224" y="25043"/>
                  <a:pt x="134992" y="25043"/>
                </a:cubicBezTo>
                <a:cubicBezTo>
                  <a:pt x="138990" y="25043"/>
                  <a:pt x="143054" y="26312"/>
                  <a:pt x="147184" y="28849"/>
                </a:cubicBezTo>
                <a:lnTo>
                  <a:pt x="143098" y="39806"/>
                </a:lnTo>
                <a:cubicBezTo>
                  <a:pt x="140199" y="38092"/>
                  <a:pt x="137299" y="37235"/>
                  <a:pt x="134399" y="37235"/>
                </a:cubicBezTo>
                <a:cubicBezTo>
                  <a:pt x="131807" y="37235"/>
                  <a:pt x="129478" y="38017"/>
                  <a:pt x="127413" y="39579"/>
                </a:cubicBezTo>
                <a:cubicBezTo>
                  <a:pt x="125348" y="41140"/>
                  <a:pt x="123877" y="43306"/>
                  <a:pt x="122998" y="46077"/>
                </a:cubicBezTo>
                <a:cubicBezTo>
                  <a:pt x="121680" y="50299"/>
                  <a:pt x="121021" y="54917"/>
                  <a:pt x="121021" y="59931"/>
                </a:cubicBezTo>
                <a:lnTo>
                  <a:pt x="121021" y="96614"/>
                </a:lnTo>
                <a:lnTo>
                  <a:pt x="109158" y="96614"/>
                </a:lnTo>
                <a:close/>
                <a:moveTo>
                  <a:pt x="202147" y="74075"/>
                </a:moveTo>
                <a:lnTo>
                  <a:pt x="214405" y="75591"/>
                </a:lnTo>
                <a:cubicBezTo>
                  <a:pt x="212472" y="82753"/>
                  <a:pt x="208891" y="88310"/>
                  <a:pt x="203662" y="92265"/>
                </a:cubicBezTo>
                <a:cubicBezTo>
                  <a:pt x="198434" y="96219"/>
                  <a:pt x="191756" y="98196"/>
                  <a:pt x="183628" y="98196"/>
                </a:cubicBezTo>
                <a:cubicBezTo>
                  <a:pt x="173391" y="98196"/>
                  <a:pt x="165274" y="95043"/>
                  <a:pt x="159277" y="88739"/>
                </a:cubicBezTo>
                <a:cubicBezTo>
                  <a:pt x="153279" y="82434"/>
                  <a:pt x="150281" y="73592"/>
                  <a:pt x="150281" y="62213"/>
                </a:cubicBezTo>
                <a:cubicBezTo>
                  <a:pt x="150281" y="50438"/>
                  <a:pt x="153312" y="41299"/>
                  <a:pt x="159375" y="34797"/>
                </a:cubicBezTo>
                <a:cubicBezTo>
                  <a:pt x="165439" y="28294"/>
                  <a:pt x="173303" y="25043"/>
                  <a:pt x="182969" y="25043"/>
                </a:cubicBezTo>
                <a:cubicBezTo>
                  <a:pt x="192327" y="25043"/>
                  <a:pt x="199972" y="28224"/>
                  <a:pt x="205903" y="34585"/>
                </a:cubicBezTo>
                <a:cubicBezTo>
                  <a:pt x="211834" y="40944"/>
                  <a:pt x="214800" y="49892"/>
                  <a:pt x="214800" y="61428"/>
                </a:cubicBezTo>
                <a:cubicBezTo>
                  <a:pt x="214800" y="62130"/>
                  <a:pt x="214778" y="63182"/>
                  <a:pt x="214734" y="64585"/>
                </a:cubicBezTo>
                <a:lnTo>
                  <a:pt x="162539" y="64585"/>
                </a:lnTo>
                <a:cubicBezTo>
                  <a:pt x="162978" y="72252"/>
                  <a:pt x="165153" y="78123"/>
                  <a:pt x="169063" y="82198"/>
                </a:cubicBezTo>
                <a:cubicBezTo>
                  <a:pt x="172974" y="86273"/>
                  <a:pt x="177850" y="88310"/>
                  <a:pt x="183694" y="88310"/>
                </a:cubicBezTo>
                <a:cubicBezTo>
                  <a:pt x="188043" y="88310"/>
                  <a:pt x="191756" y="87179"/>
                  <a:pt x="194831" y="84916"/>
                </a:cubicBezTo>
                <a:cubicBezTo>
                  <a:pt x="197907" y="82652"/>
                  <a:pt x="200345" y="79039"/>
                  <a:pt x="202147" y="74075"/>
                </a:cubicBezTo>
                <a:moveTo>
                  <a:pt x="163198" y="54700"/>
                </a:moveTo>
                <a:lnTo>
                  <a:pt x="202278" y="54700"/>
                </a:lnTo>
                <a:cubicBezTo>
                  <a:pt x="201751" y="48908"/>
                  <a:pt x="200257" y="44565"/>
                  <a:pt x="197797" y="41669"/>
                </a:cubicBezTo>
                <a:cubicBezTo>
                  <a:pt x="194019" y="37176"/>
                  <a:pt x="189120" y="34929"/>
                  <a:pt x="183101" y="34929"/>
                </a:cubicBezTo>
                <a:cubicBezTo>
                  <a:pt x="177653" y="34929"/>
                  <a:pt x="173072" y="36723"/>
                  <a:pt x="169360" y="40310"/>
                </a:cubicBezTo>
                <a:cubicBezTo>
                  <a:pt x="165647" y="43896"/>
                  <a:pt x="163593" y="48693"/>
                  <a:pt x="163198" y="54700"/>
                </a:cubicBezTo>
                <a:close/>
                <a:moveTo>
                  <a:pt x="274949" y="70912"/>
                </a:moveTo>
                <a:lnTo>
                  <a:pt x="286614" y="72428"/>
                </a:lnTo>
                <a:cubicBezTo>
                  <a:pt x="285340" y="80488"/>
                  <a:pt x="282078" y="86799"/>
                  <a:pt x="276828" y="91358"/>
                </a:cubicBezTo>
                <a:cubicBezTo>
                  <a:pt x="271577" y="95917"/>
                  <a:pt x="265130" y="98196"/>
                  <a:pt x="257485" y="98196"/>
                </a:cubicBezTo>
                <a:cubicBezTo>
                  <a:pt x="247907" y="98196"/>
                  <a:pt x="240207" y="95065"/>
                  <a:pt x="234386" y="88805"/>
                </a:cubicBezTo>
                <a:cubicBezTo>
                  <a:pt x="228564" y="82544"/>
                  <a:pt x="225654" y="73570"/>
                  <a:pt x="225654" y="61883"/>
                </a:cubicBezTo>
                <a:cubicBezTo>
                  <a:pt x="225654" y="54326"/>
                  <a:pt x="226906" y="47714"/>
                  <a:pt x="229410" y="42046"/>
                </a:cubicBezTo>
                <a:cubicBezTo>
                  <a:pt x="231915" y="36379"/>
                  <a:pt x="235726" y="32128"/>
                  <a:pt x="240844" y="29294"/>
                </a:cubicBezTo>
                <a:cubicBezTo>
                  <a:pt x="245963" y="26460"/>
                  <a:pt x="251532" y="25043"/>
                  <a:pt x="257551" y="25043"/>
                </a:cubicBezTo>
                <a:cubicBezTo>
                  <a:pt x="265152" y="25043"/>
                  <a:pt x="271369" y="26972"/>
                  <a:pt x="276202" y="30828"/>
                </a:cubicBezTo>
                <a:cubicBezTo>
                  <a:pt x="281034" y="34684"/>
                  <a:pt x="284132" y="40158"/>
                  <a:pt x="285494" y="47253"/>
                </a:cubicBezTo>
                <a:lnTo>
                  <a:pt x="273961" y="49032"/>
                </a:lnTo>
                <a:cubicBezTo>
                  <a:pt x="272862" y="44353"/>
                  <a:pt x="270918" y="40833"/>
                  <a:pt x="268128" y="38471"/>
                </a:cubicBezTo>
                <a:cubicBezTo>
                  <a:pt x="265338" y="36109"/>
                  <a:pt x="261966" y="34929"/>
                  <a:pt x="258012" y="34929"/>
                </a:cubicBezTo>
                <a:cubicBezTo>
                  <a:pt x="252037" y="34929"/>
                  <a:pt x="247182" y="37060"/>
                  <a:pt x="243448" y="41323"/>
                </a:cubicBezTo>
                <a:cubicBezTo>
                  <a:pt x="239713" y="45585"/>
                  <a:pt x="237846" y="52329"/>
                  <a:pt x="237846" y="61554"/>
                </a:cubicBezTo>
                <a:cubicBezTo>
                  <a:pt x="237846" y="70911"/>
                  <a:pt x="239647" y="77710"/>
                  <a:pt x="243250" y="81951"/>
                </a:cubicBezTo>
                <a:cubicBezTo>
                  <a:pt x="246853" y="86190"/>
                  <a:pt x="251554" y="88310"/>
                  <a:pt x="257353" y="88310"/>
                </a:cubicBezTo>
                <a:cubicBezTo>
                  <a:pt x="262010" y="88310"/>
                  <a:pt x="265899" y="86888"/>
                  <a:pt x="269018" y="84043"/>
                </a:cubicBezTo>
                <a:cubicBezTo>
                  <a:pt x="272137" y="81198"/>
                  <a:pt x="274115" y="76821"/>
                  <a:pt x="274949" y="70912"/>
                </a:cubicBezTo>
                <a:close/>
                <a:moveTo>
                  <a:pt x="322664" y="86136"/>
                </a:moveTo>
                <a:lnTo>
                  <a:pt x="324377" y="96614"/>
                </a:lnTo>
                <a:cubicBezTo>
                  <a:pt x="321038" y="97229"/>
                  <a:pt x="318051" y="97537"/>
                  <a:pt x="315415" y="97537"/>
                </a:cubicBezTo>
                <a:cubicBezTo>
                  <a:pt x="311109" y="97537"/>
                  <a:pt x="307770" y="96856"/>
                  <a:pt x="305397" y="95494"/>
                </a:cubicBezTo>
                <a:cubicBezTo>
                  <a:pt x="303025" y="94132"/>
                  <a:pt x="301355" y="92341"/>
                  <a:pt x="300389" y="90123"/>
                </a:cubicBezTo>
                <a:cubicBezTo>
                  <a:pt x="299422" y="87904"/>
                  <a:pt x="298939" y="83236"/>
                  <a:pt x="298939" y="76118"/>
                </a:cubicBezTo>
                <a:lnTo>
                  <a:pt x="298939" y="35851"/>
                </a:lnTo>
                <a:lnTo>
                  <a:pt x="290240" y="35851"/>
                </a:lnTo>
                <a:lnTo>
                  <a:pt x="290240" y="26625"/>
                </a:lnTo>
                <a:lnTo>
                  <a:pt x="298939" y="26625"/>
                </a:lnTo>
                <a:lnTo>
                  <a:pt x="298939" y="9245"/>
                </a:lnTo>
                <a:lnTo>
                  <a:pt x="310735" y="2109"/>
                </a:lnTo>
                <a:lnTo>
                  <a:pt x="310735" y="26625"/>
                </a:lnTo>
                <a:lnTo>
                  <a:pt x="322664" y="26625"/>
                </a:lnTo>
                <a:lnTo>
                  <a:pt x="322664" y="35851"/>
                </a:lnTo>
                <a:lnTo>
                  <a:pt x="310735" y="35851"/>
                </a:lnTo>
                <a:lnTo>
                  <a:pt x="310735" y="76777"/>
                </a:lnTo>
                <a:cubicBezTo>
                  <a:pt x="310735" y="80160"/>
                  <a:pt x="310944" y="82335"/>
                  <a:pt x="311362" y="83302"/>
                </a:cubicBezTo>
                <a:cubicBezTo>
                  <a:pt x="311779" y="84268"/>
                  <a:pt x="312460" y="85037"/>
                  <a:pt x="313405" y="85608"/>
                </a:cubicBezTo>
                <a:cubicBezTo>
                  <a:pt x="314349" y="86179"/>
                  <a:pt x="315700" y="86465"/>
                  <a:pt x="317458" y="86465"/>
                </a:cubicBezTo>
                <a:cubicBezTo>
                  <a:pt x="318776" y="86465"/>
                  <a:pt x="320511" y="86355"/>
                  <a:pt x="322664" y="86136"/>
                </a:cubicBezTo>
                <a:close/>
                <a:moveTo>
                  <a:pt x="334022" y="96614"/>
                </a:moveTo>
                <a:lnTo>
                  <a:pt x="334022" y="0"/>
                </a:lnTo>
                <a:lnTo>
                  <a:pt x="345884" y="0"/>
                </a:lnTo>
                <a:lnTo>
                  <a:pt x="345884" y="96614"/>
                </a:lnTo>
                <a:lnTo>
                  <a:pt x="334022" y="96614"/>
                </a:lnTo>
                <a:close/>
                <a:moveTo>
                  <a:pt x="363721" y="123635"/>
                </a:moveTo>
                <a:lnTo>
                  <a:pt x="362403" y="112497"/>
                </a:lnTo>
                <a:cubicBezTo>
                  <a:pt x="364995" y="113200"/>
                  <a:pt x="367258" y="113551"/>
                  <a:pt x="369191" y="113551"/>
                </a:cubicBezTo>
                <a:cubicBezTo>
                  <a:pt x="371827" y="113551"/>
                  <a:pt x="373936" y="113106"/>
                  <a:pt x="375518" y="112217"/>
                </a:cubicBezTo>
                <a:cubicBezTo>
                  <a:pt x="377100" y="111328"/>
                  <a:pt x="378396" y="110084"/>
                  <a:pt x="379406" y="108483"/>
                </a:cubicBezTo>
                <a:cubicBezTo>
                  <a:pt x="380153" y="107283"/>
                  <a:pt x="381361" y="104305"/>
                  <a:pt x="383031" y="99549"/>
                </a:cubicBezTo>
                <a:cubicBezTo>
                  <a:pt x="383251" y="98882"/>
                  <a:pt x="383602" y="97903"/>
                  <a:pt x="384085" y="96614"/>
                </a:cubicBezTo>
                <a:lnTo>
                  <a:pt x="357526" y="26625"/>
                </a:lnTo>
                <a:lnTo>
                  <a:pt x="370312" y="26625"/>
                </a:lnTo>
                <a:lnTo>
                  <a:pt x="384876" y="67061"/>
                </a:lnTo>
                <a:cubicBezTo>
                  <a:pt x="386765" y="72190"/>
                  <a:pt x="388457" y="77582"/>
                  <a:pt x="389951" y="83236"/>
                </a:cubicBezTo>
                <a:cubicBezTo>
                  <a:pt x="391313" y="77800"/>
                  <a:pt x="392938" y="72496"/>
                  <a:pt x="394828" y="67324"/>
                </a:cubicBezTo>
                <a:lnTo>
                  <a:pt x="409788" y="26625"/>
                </a:lnTo>
                <a:lnTo>
                  <a:pt x="421650" y="26625"/>
                </a:lnTo>
                <a:lnTo>
                  <a:pt x="395025" y="97848"/>
                </a:lnTo>
                <a:cubicBezTo>
                  <a:pt x="392169" y="105542"/>
                  <a:pt x="389951" y="110840"/>
                  <a:pt x="388369" y="113741"/>
                </a:cubicBezTo>
                <a:cubicBezTo>
                  <a:pt x="386260" y="117654"/>
                  <a:pt x="383844" y="120523"/>
                  <a:pt x="381120" y="122347"/>
                </a:cubicBezTo>
                <a:cubicBezTo>
                  <a:pt x="378396" y="124172"/>
                  <a:pt x="375144" y="125084"/>
                  <a:pt x="371366" y="125084"/>
                </a:cubicBezTo>
                <a:cubicBezTo>
                  <a:pt x="369081" y="125084"/>
                  <a:pt x="366533" y="124601"/>
                  <a:pt x="363721" y="123635"/>
                </a:cubicBezTo>
                <a:close/>
                <a:moveTo>
                  <a:pt x="495155" y="86136"/>
                </a:moveTo>
                <a:lnTo>
                  <a:pt x="496868" y="96614"/>
                </a:lnTo>
                <a:cubicBezTo>
                  <a:pt x="493529" y="97229"/>
                  <a:pt x="490542" y="97537"/>
                  <a:pt x="487906" y="97537"/>
                </a:cubicBezTo>
                <a:cubicBezTo>
                  <a:pt x="483600" y="97537"/>
                  <a:pt x="480261" y="96856"/>
                  <a:pt x="477888" y="95494"/>
                </a:cubicBezTo>
                <a:cubicBezTo>
                  <a:pt x="475516" y="94132"/>
                  <a:pt x="473846" y="92341"/>
                  <a:pt x="472880" y="90123"/>
                </a:cubicBezTo>
                <a:cubicBezTo>
                  <a:pt x="471913" y="87904"/>
                  <a:pt x="471430" y="83236"/>
                  <a:pt x="471430" y="76118"/>
                </a:cubicBezTo>
                <a:lnTo>
                  <a:pt x="471430" y="35851"/>
                </a:lnTo>
                <a:lnTo>
                  <a:pt x="462731" y="35851"/>
                </a:lnTo>
                <a:lnTo>
                  <a:pt x="462731" y="26625"/>
                </a:lnTo>
                <a:lnTo>
                  <a:pt x="471430" y="26625"/>
                </a:lnTo>
                <a:lnTo>
                  <a:pt x="471430" y="9245"/>
                </a:lnTo>
                <a:lnTo>
                  <a:pt x="483226" y="2109"/>
                </a:lnTo>
                <a:lnTo>
                  <a:pt x="483226" y="26625"/>
                </a:lnTo>
                <a:lnTo>
                  <a:pt x="495155" y="26625"/>
                </a:lnTo>
                <a:lnTo>
                  <a:pt x="495155" y="35851"/>
                </a:lnTo>
                <a:lnTo>
                  <a:pt x="483226" y="35851"/>
                </a:lnTo>
                <a:lnTo>
                  <a:pt x="483226" y="76777"/>
                </a:lnTo>
                <a:cubicBezTo>
                  <a:pt x="483226" y="80160"/>
                  <a:pt x="483435" y="82335"/>
                  <a:pt x="483853" y="83302"/>
                </a:cubicBezTo>
                <a:cubicBezTo>
                  <a:pt x="484270" y="84268"/>
                  <a:pt x="484951" y="85037"/>
                  <a:pt x="485896" y="85608"/>
                </a:cubicBezTo>
                <a:cubicBezTo>
                  <a:pt x="486840" y="86179"/>
                  <a:pt x="488191" y="86465"/>
                  <a:pt x="489949" y="86465"/>
                </a:cubicBezTo>
                <a:cubicBezTo>
                  <a:pt x="491267" y="86465"/>
                  <a:pt x="493002" y="86355"/>
                  <a:pt x="495155" y="86136"/>
                </a:cubicBezTo>
                <a:close/>
                <a:moveTo>
                  <a:pt x="502361" y="61620"/>
                </a:moveTo>
                <a:cubicBezTo>
                  <a:pt x="502361" y="48659"/>
                  <a:pt x="505964" y="39059"/>
                  <a:pt x="513169" y="32820"/>
                </a:cubicBezTo>
                <a:cubicBezTo>
                  <a:pt x="519188" y="27635"/>
                  <a:pt x="526526" y="25043"/>
                  <a:pt x="535181" y="25043"/>
                </a:cubicBezTo>
                <a:cubicBezTo>
                  <a:pt x="544803" y="25043"/>
                  <a:pt x="552667" y="28196"/>
                  <a:pt x="558774" y="34500"/>
                </a:cubicBezTo>
                <a:cubicBezTo>
                  <a:pt x="564881" y="40805"/>
                  <a:pt x="567935" y="49515"/>
                  <a:pt x="567935" y="60631"/>
                </a:cubicBezTo>
                <a:cubicBezTo>
                  <a:pt x="567935" y="69638"/>
                  <a:pt x="566584" y="76722"/>
                  <a:pt x="563882" y="81885"/>
                </a:cubicBezTo>
                <a:cubicBezTo>
                  <a:pt x="561180" y="87047"/>
                  <a:pt x="557247" y="91056"/>
                  <a:pt x="552085" y="93912"/>
                </a:cubicBezTo>
                <a:cubicBezTo>
                  <a:pt x="546923" y="96768"/>
                  <a:pt x="541288" y="98196"/>
                  <a:pt x="535181" y="98196"/>
                </a:cubicBezTo>
                <a:cubicBezTo>
                  <a:pt x="525383" y="98196"/>
                  <a:pt x="517464" y="95054"/>
                  <a:pt x="511423" y="88772"/>
                </a:cubicBezTo>
                <a:cubicBezTo>
                  <a:pt x="505382" y="82489"/>
                  <a:pt x="502361" y="73438"/>
                  <a:pt x="502361" y="61620"/>
                </a:cubicBezTo>
                <a:moveTo>
                  <a:pt x="514553" y="61587"/>
                </a:moveTo>
                <a:cubicBezTo>
                  <a:pt x="514553" y="70516"/>
                  <a:pt x="516508" y="77203"/>
                  <a:pt x="520418" y="81646"/>
                </a:cubicBezTo>
                <a:cubicBezTo>
                  <a:pt x="524329" y="86089"/>
                  <a:pt x="529250" y="88310"/>
                  <a:pt x="535181" y="88310"/>
                </a:cubicBezTo>
                <a:cubicBezTo>
                  <a:pt x="541068" y="88310"/>
                  <a:pt x="545967" y="86078"/>
                  <a:pt x="549877" y="81613"/>
                </a:cubicBezTo>
                <a:cubicBezTo>
                  <a:pt x="553788" y="77148"/>
                  <a:pt x="555743" y="70341"/>
                  <a:pt x="555743" y="61193"/>
                </a:cubicBezTo>
                <a:cubicBezTo>
                  <a:pt x="555743" y="52570"/>
                  <a:pt x="553777" y="46036"/>
                  <a:pt x="549844" y="41593"/>
                </a:cubicBezTo>
                <a:cubicBezTo>
                  <a:pt x="545912" y="37150"/>
                  <a:pt x="541024" y="34929"/>
                  <a:pt x="535181" y="34929"/>
                </a:cubicBezTo>
                <a:cubicBezTo>
                  <a:pt x="529250" y="34929"/>
                  <a:pt x="524329" y="37139"/>
                  <a:pt x="520418" y="41560"/>
                </a:cubicBezTo>
                <a:cubicBezTo>
                  <a:pt x="516508" y="45981"/>
                  <a:pt x="514553" y="52657"/>
                  <a:pt x="514553" y="61587"/>
                </a:cubicBezTo>
                <a:close/>
                <a:moveTo>
                  <a:pt x="619341" y="123503"/>
                </a:moveTo>
                <a:lnTo>
                  <a:pt x="619341" y="26625"/>
                </a:lnTo>
                <a:lnTo>
                  <a:pt x="630149" y="26625"/>
                </a:lnTo>
                <a:lnTo>
                  <a:pt x="630149" y="35654"/>
                </a:lnTo>
                <a:cubicBezTo>
                  <a:pt x="632698" y="32117"/>
                  <a:pt x="635575" y="29464"/>
                  <a:pt x="638783" y="27696"/>
                </a:cubicBezTo>
                <a:cubicBezTo>
                  <a:pt x="641990" y="25927"/>
                  <a:pt x="645878" y="25043"/>
                  <a:pt x="650447" y="25043"/>
                </a:cubicBezTo>
                <a:cubicBezTo>
                  <a:pt x="656423" y="25043"/>
                  <a:pt x="661695" y="26581"/>
                  <a:pt x="666264" y="29656"/>
                </a:cubicBezTo>
                <a:cubicBezTo>
                  <a:pt x="670834" y="32732"/>
                  <a:pt x="674283" y="37071"/>
                  <a:pt x="676611" y="42672"/>
                </a:cubicBezTo>
                <a:cubicBezTo>
                  <a:pt x="678940" y="48274"/>
                  <a:pt x="680104" y="54414"/>
                  <a:pt x="680104" y="61092"/>
                </a:cubicBezTo>
                <a:cubicBezTo>
                  <a:pt x="680104" y="68254"/>
                  <a:pt x="678819" y="74701"/>
                  <a:pt x="676249" y="80435"/>
                </a:cubicBezTo>
                <a:cubicBezTo>
                  <a:pt x="673678" y="86169"/>
                  <a:pt x="669944" y="90562"/>
                  <a:pt x="665045" y="93616"/>
                </a:cubicBezTo>
                <a:cubicBezTo>
                  <a:pt x="660146" y="96669"/>
                  <a:pt x="654995" y="98196"/>
                  <a:pt x="649591" y="98196"/>
                </a:cubicBezTo>
                <a:cubicBezTo>
                  <a:pt x="645637" y="98196"/>
                  <a:pt x="642089" y="97350"/>
                  <a:pt x="638947" y="95659"/>
                </a:cubicBezTo>
                <a:cubicBezTo>
                  <a:pt x="635806" y="93966"/>
                  <a:pt x="633225" y="91828"/>
                  <a:pt x="631204" y="89245"/>
                </a:cubicBezTo>
                <a:lnTo>
                  <a:pt x="631204" y="123503"/>
                </a:lnTo>
                <a:lnTo>
                  <a:pt x="619341" y="123503"/>
                </a:lnTo>
                <a:moveTo>
                  <a:pt x="630083" y="61916"/>
                </a:moveTo>
                <a:cubicBezTo>
                  <a:pt x="630083" y="70912"/>
                  <a:pt x="631907" y="77560"/>
                  <a:pt x="635553" y="81860"/>
                </a:cubicBezTo>
                <a:cubicBezTo>
                  <a:pt x="639200" y="86160"/>
                  <a:pt x="643616" y="88310"/>
                  <a:pt x="648800" y="88310"/>
                </a:cubicBezTo>
                <a:cubicBezTo>
                  <a:pt x="654072" y="88310"/>
                  <a:pt x="658587" y="86083"/>
                  <a:pt x="662343" y="81629"/>
                </a:cubicBezTo>
                <a:cubicBezTo>
                  <a:pt x="666100" y="77175"/>
                  <a:pt x="667978" y="70275"/>
                  <a:pt x="667978" y="60928"/>
                </a:cubicBezTo>
                <a:cubicBezTo>
                  <a:pt x="667978" y="52020"/>
                  <a:pt x="666143" y="45350"/>
                  <a:pt x="662475" y="40918"/>
                </a:cubicBezTo>
                <a:cubicBezTo>
                  <a:pt x="658806" y="36486"/>
                  <a:pt x="654424" y="34270"/>
                  <a:pt x="649327" y="34270"/>
                </a:cubicBezTo>
                <a:cubicBezTo>
                  <a:pt x="644275" y="34270"/>
                  <a:pt x="639804" y="36628"/>
                  <a:pt x="635916" y="41346"/>
                </a:cubicBezTo>
                <a:cubicBezTo>
                  <a:pt x="632028" y="46064"/>
                  <a:pt x="630083" y="52920"/>
                  <a:pt x="630083" y="61916"/>
                </a:cubicBezTo>
                <a:close/>
                <a:moveTo>
                  <a:pt x="694253" y="96614"/>
                </a:moveTo>
                <a:lnTo>
                  <a:pt x="694253" y="26625"/>
                </a:lnTo>
                <a:lnTo>
                  <a:pt x="704929" y="26625"/>
                </a:lnTo>
                <a:lnTo>
                  <a:pt x="704929" y="37169"/>
                </a:lnTo>
                <a:cubicBezTo>
                  <a:pt x="707653" y="32232"/>
                  <a:pt x="710168" y="28977"/>
                  <a:pt x="712475" y="27403"/>
                </a:cubicBezTo>
                <a:cubicBezTo>
                  <a:pt x="714782" y="25830"/>
                  <a:pt x="717319" y="25043"/>
                  <a:pt x="720087" y="25043"/>
                </a:cubicBezTo>
                <a:cubicBezTo>
                  <a:pt x="724085" y="25043"/>
                  <a:pt x="728149" y="26312"/>
                  <a:pt x="732279" y="28849"/>
                </a:cubicBezTo>
                <a:lnTo>
                  <a:pt x="728193" y="39806"/>
                </a:lnTo>
                <a:cubicBezTo>
                  <a:pt x="725293" y="38092"/>
                  <a:pt x="722393" y="37235"/>
                  <a:pt x="719494" y="37235"/>
                </a:cubicBezTo>
                <a:cubicBezTo>
                  <a:pt x="716901" y="37235"/>
                  <a:pt x="714573" y="38017"/>
                  <a:pt x="712508" y="39579"/>
                </a:cubicBezTo>
                <a:cubicBezTo>
                  <a:pt x="710443" y="41140"/>
                  <a:pt x="708971" y="43306"/>
                  <a:pt x="708092" y="46077"/>
                </a:cubicBezTo>
                <a:cubicBezTo>
                  <a:pt x="706774" y="50299"/>
                  <a:pt x="706115" y="54917"/>
                  <a:pt x="706115" y="59931"/>
                </a:cubicBezTo>
                <a:lnTo>
                  <a:pt x="706115" y="96614"/>
                </a:lnTo>
                <a:lnTo>
                  <a:pt x="694253" y="96614"/>
                </a:lnTo>
                <a:close/>
                <a:moveTo>
                  <a:pt x="739395" y="13708"/>
                </a:moveTo>
                <a:lnTo>
                  <a:pt x="739395" y="0"/>
                </a:lnTo>
                <a:lnTo>
                  <a:pt x="751257" y="0"/>
                </a:lnTo>
                <a:lnTo>
                  <a:pt x="751257" y="13708"/>
                </a:lnTo>
                <a:lnTo>
                  <a:pt x="739395" y="13708"/>
                </a:lnTo>
                <a:moveTo>
                  <a:pt x="739395" y="96614"/>
                </a:moveTo>
                <a:lnTo>
                  <a:pt x="739395" y="26625"/>
                </a:lnTo>
                <a:lnTo>
                  <a:pt x="751257" y="26625"/>
                </a:lnTo>
                <a:lnTo>
                  <a:pt x="751257" y="96614"/>
                </a:lnTo>
                <a:lnTo>
                  <a:pt x="739395" y="96614"/>
                </a:lnTo>
                <a:close/>
                <a:moveTo>
                  <a:pt x="788734" y="96614"/>
                </a:moveTo>
                <a:lnTo>
                  <a:pt x="762109" y="26625"/>
                </a:lnTo>
                <a:lnTo>
                  <a:pt x="774631" y="26625"/>
                </a:lnTo>
                <a:lnTo>
                  <a:pt x="789657" y="68539"/>
                </a:lnTo>
                <a:cubicBezTo>
                  <a:pt x="791282" y="73065"/>
                  <a:pt x="792776" y="77766"/>
                  <a:pt x="794138" y="82643"/>
                </a:cubicBezTo>
                <a:cubicBezTo>
                  <a:pt x="795192" y="78952"/>
                  <a:pt x="796664" y="74515"/>
                  <a:pt x="798554" y="69330"/>
                </a:cubicBezTo>
                <a:lnTo>
                  <a:pt x="814107" y="26625"/>
                </a:lnTo>
                <a:lnTo>
                  <a:pt x="826299" y="26625"/>
                </a:lnTo>
                <a:lnTo>
                  <a:pt x="799806" y="96614"/>
                </a:lnTo>
                <a:lnTo>
                  <a:pt x="788734" y="96614"/>
                </a:lnTo>
                <a:close/>
                <a:moveTo>
                  <a:pt x="882449" y="87973"/>
                </a:moveTo>
                <a:cubicBezTo>
                  <a:pt x="878055" y="91710"/>
                  <a:pt x="873827" y="94348"/>
                  <a:pt x="869763" y="95887"/>
                </a:cubicBezTo>
                <a:cubicBezTo>
                  <a:pt x="865699" y="97426"/>
                  <a:pt x="861338" y="98196"/>
                  <a:pt x="856681" y="98196"/>
                </a:cubicBezTo>
                <a:cubicBezTo>
                  <a:pt x="848992" y="98196"/>
                  <a:pt x="843083" y="96316"/>
                  <a:pt x="838953" y="92557"/>
                </a:cubicBezTo>
                <a:cubicBezTo>
                  <a:pt x="834823" y="88798"/>
                  <a:pt x="832758" y="83994"/>
                  <a:pt x="832758" y="78147"/>
                </a:cubicBezTo>
                <a:cubicBezTo>
                  <a:pt x="832758" y="74719"/>
                  <a:pt x="833538" y="71587"/>
                  <a:pt x="835098" y="68752"/>
                </a:cubicBezTo>
                <a:cubicBezTo>
                  <a:pt x="836657" y="65915"/>
                  <a:pt x="838700" y="63639"/>
                  <a:pt x="841227" y="61924"/>
                </a:cubicBezTo>
                <a:cubicBezTo>
                  <a:pt x="843753" y="60209"/>
                  <a:pt x="846598" y="58913"/>
                  <a:pt x="849761" y="58034"/>
                </a:cubicBezTo>
                <a:cubicBezTo>
                  <a:pt x="852090" y="57418"/>
                  <a:pt x="855604" y="56824"/>
                  <a:pt x="860306" y="56253"/>
                </a:cubicBezTo>
                <a:cubicBezTo>
                  <a:pt x="869883" y="55118"/>
                  <a:pt x="876935" y="53766"/>
                  <a:pt x="881460" y="52195"/>
                </a:cubicBezTo>
                <a:cubicBezTo>
                  <a:pt x="881504" y="50577"/>
                  <a:pt x="881526" y="49548"/>
                  <a:pt x="881526" y="49110"/>
                </a:cubicBezTo>
                <a:cubicBezTo>
                  <a:pt x="881526" y="44295"/>
                  <a:pt x="880406" y="40903"/>
                  <a:pt x="878165" y="38934"/>
                </a:cubicBezTo>
                <a:cubicBezTo>
                  <a:pt x="875134" y="36264"/>
                  <a:pt x="870630" y="34929"/>
                  <a:pt x="864655" y="34929"/>
                </a:cubicBezTo>
                <a:cubicBezTo>
                  <a:pt x="859075" y="34929"/>
                  <a:pt x="854956" y="35906"/>
                  <a:pt x="852298" y="37861"/>
                </a:cubicBezTo>
                <a:cubicBezTo>
                  <a:pt x="849640" y="39817"/>
                  <a:pt x="847674" y="43276"/>
                  <a:pt x="846400" y="48241"/>
                </a:cubicBezTo>
                <a:lnTo>
                  <a:pt x="834801" y="46660"/>
                </a:lnTo>
                <a:cubicBezTo>
                  <a:pt x="835855" y="41680"/>
                  <a:pt x="837591" y="37658"/>
                  <a:pt x="840007" y="34595"/>
                </a:cubicBezTo>
                <a:cubicBezTo>
                  <a:pt x="842424" y="31532"/>
                  <a:pt x="845917" y="29175"/>
                  <a:pt x="850486" y="27523"/>
                </a:cubicBezTo>
                <a:cubicBezTo>
                  <a:pt x="855055" y="25870"/>
                  <a:pt x="860349" y="25043"/>
                  <a:pt x="866369" y="25043"/>
                </a:cubicBezTo>
                <a:cubicBezTo>
                  <a:pt x="872344" y="25043"/>
                  <a:pt x="877199" y="25746"/>
                  <a:pt x="880933" y="27152"/>
                </a:cubicBezTo>
                <a:cubicBezTo>
                  <a:pt x="884668" y="28558"/>
                  <a:pt x="887414" y="30326"/>
                  <a:pt x="889171" y="32457"/>
                </a:cubicBezTo>
                <a:cubicBezTo>
                  <a:pt x="890929" y="34588"/>
                  <a:pt x="892159" y="37279"/>
                  <a:pt x="892862" y="40531"/>
                </a:cubicBezTo>
                <a:cubicBezTo>
                  <a:pt x="893257" y="42552"/>
                  <a:pt x="893455" y="46198"/>
                  <a:pt x="893455" y="51470"/>
                </a:cubicBezTo>
                <a:lnTo>
                  <a:pt x="893455" y="67287"/>
                </a:lnTo>
                <a:cubicBezTo>
                  <a:pt x="893455" y="78315"/>
                  <a:pt x="893707" y="85290"/>
                  <a:pt x="894213" y="88212"/>
                </a:cubicBezTo>
                <a:cubicBezTo>
                  <a:pt x="894718" y="91133"/>
                  <a:pt x="895718" y="93934"/>
                  <a:pt x="897211" y="96614"/>
                </a:cubicBezTo>
                <a:lnTo>
                  <a:pt x="884822" y="96614"/>
                </a:lnTo>
                <a:cubicBezTo>
                  <a:pt x="883591" y="94151"/>
                  <a:pt x="882800" y="91271"/>
                  <a:pt x="882449" y="87973"/>
                </a:cubicBezTo>
                <a:moveTo>
                  <a:pt x="881460" y="61422"/>
                </a:moveTo>
                <a:cubicBezTo>
                  <a:pt x="877155" y="63194"/>
                  <a:pt x="870696" y="64701"/>
                  <a:pt x="862085" y="65940"/>
                </a:cubicBezTo>
                <a:cubicBezTo>
                  <a:pt x="857208" y="66646"/>
                  <a:pt x="853759" y="67440"/>
                  <a:pt x="851738" y="68323"/>
                </a:cubicBezTo>
                <a:cubicBezTo>
                  <a:pt x="849717" y="69205"/>
                  <a:pt x="848157" y="70495"/>
                  <a:pt x="847059" y="72195"/>
                </a:cubicBezTo>
                <a:cubicBezTo>
                  <a:pt x="845961" y="73893"/>
                  <a:pt x="845411" y="75779"/>
                  <a:pt x="845411" y="77852"/>
                </a:cubicBezTo>
                <a:cubicBezTo>
                  <a:pt x="845411" y="81028"/>
                  <a:pt x="846609" y="83675"/>
                  <a:pt x="849003" y="85794"/>
                </a:cubicBezTo>
                <a:cubicBezTo>
                  <a:pt x="851398" y="87911"/>
                  <a:pt x="854901" y="88969"/>
                  <a:pt x="859515" y="88969"/>
                </a:cubicBezTo>
                <a:cubicBezTo>
                  <a:pt x="864084" y="88969"/>
                  <a:pt x="868148" y="87965"/>
                  <a:pt x="871707" y="85956"/>
                </a:cubicBezTo>
                <a:cubicBezTo>
                  <a:pt x="875266" y="83948"/>
                  <a:pt x="877880" y="81200"/>
                  <a:pt x="879549" y="77712"/>
                </a:cubicBezTo>
                <a:cubicBezTo>
                  <a:pt x="880823" y="75018"/>
                  <a:pt x="881460" y="71045"/>
                  <a:pt x="881460" y="65792"/>
                </a:cubicBezTo>
                <a:lnTo>
                  <a:pt x="881460" y="61422"/>
                </a:lnTo>
                <a:close/>
                <a:moveTo>
                  <a:pt x="937721" y="86136"/>
                </a:moveTo>
                <a:lnTo>
                  <a:pt x="939435" y="96614"/>
                </a:lnTo>
                <a:cubicBezTo>
                  <a:pt x="936096" y="97229"/>
                  <a:pt x="933108" y="97537"/>
                  <a:pt x="930472" y="97537"/>
                </a:cubicBezTo>
                <a:cubicBezTo>
                  <a:pt x="926166" y="97537"/>
                  <a:pt x="922827" y="96856"/>
                  <a:pt x="920455" y="95494"/>
                </a:cubicBezTo>
                <a:cubicBezTo>
                  <a:pt x="918082" y="94132"/>
                  <a:pt x="916413" y="92341"/>
                  <a:pt x="915446" y="90123"/>
                </a:cubicBezTo>
                <a:cubicBezTo>
                  <a:pt x="914480" y="87904"/>
                  <a:pt x="913996" y="83236"/>
                  <a:pt x="913996" y="76118"/>
                </a:cubicBezTo>
                <a:lnTo>
                  <a:pt x="913996" y="35851"/>
                </a:lnTo>
                <a:lnTo>
                  <a:pt x="905297" y="35851"/>
                </a:lnTo>
                <a:lnTo>
                  <a:pt x="905297" y="26625"/>
                </a:lnTo>
                <a:lnTo>
                  <a:pt x="913996" y="26625"/>
                </a:lnTo>
                <a:lnTo>
                  <a:pt x="913996" y="9245"/>
                </a:lnTo>
                <a:lnTo>
                  <a:pt x="925793" y="2109"/>
                </a:lnTo>
                <a:lnTo>
                  <a:pt x="925793" y="26625"/>
                </a:lnTo>
                <a:lnTo>
                  <a:pt x="937721" y="26625"/>
                </a:lnTo>
                <a:lnTo>
                  <a:pt x="937721" y="35851"/>
                </a:lnTo>
                <a:lnTo>
                  <a:pt x="925793" y="35851"/>
                </a:lnTo>
                <a:lnTo>
                  <a:pt x="925793" y="76777"/>
                </a:lnTo>
                <a:cubicBezTo>
                  <a:pt x="925793" y="80160"/>
                  <a:pt x="926002" y="82335"/>
                  <a:pt x="926419" y="83302"/>
                </a:cubicBezTo>
                <a:cubicBezTo>
                  <a:pt x="926836" y="84268"/>
                  <a:pt x="927517" y="85037"/>
                  <a:pt x="928462" y="85608"/>
                </a:cubicBezTo>
                <a:cubicBezTo>
                  <a:pt x="929407" y="86179"/>
                  <a:pt x="930758" y="86465"/>
                  <a:pt x="932515" y="86465"/>
                </a:cubicBezTo>
                <a:cubicBezTo>
                  <a:pt x="933833" y="86465"/>
                  <a:pt x="935569" y="86355"/>
                  <a:pt x="937721" y="86136"/>
                </a:cubicBezTo>
                <a:close/>
                <a:moveTo>
                  <a:pt x="997254" y="74075"/>
                </a:moveTo>
                <a:lnTo>
                  <a:pt x="1009512" y="75591"/>
                </a:lnTo>
                <a:cubicBezTo>
                  <a:pt x="1007579" y="82753"/>
                  <a:pt x="1003998" y="88310"/>
                  <a:pt x="998770" y="92265"/>
                </a:cubicBezTo>
                <a:cubicBezTo>
                  <a:pt x="993542" y="96219"/>
                  <a:pt x="986864" y="98196"/>
                  <a:pt x="978736" y="98196"/>
                </a:cubicBezTo>
                <a:cubicBezTo>
                  <a:pt x="968499" y="98196"/>
                  <a:pt x="960381" y="95043"/>
                  <a:pt x="954384" y="88739"/>
                </a:cubicBezTo>
                <a:cubicBezTo>
                  <a:pt x="948387" y="82434"/>
                  <a:pt x="945388" y="73592"/>
                  <a:pt x="945388" y="62213"/>
                </a:cubicBezTo>
                <a:cubicBezTo>
                  <a:pt x="945388" y="50438"/>
                  <a:pt x="948420" y="41299"/>
                  <a:pt x="954483" y="34797"/>
                </a:cubicBezTo>
                <a:cubicBezTo>
                  <a:pt x="960546" y="28294"/>
                  <a:pt x="968411" y="25043"/>
                  <a:pt x="978077" y="25043"/>
                </a:cubicBezTo>
                <a:cubicBezTo>
                  <a:pt x="987435" y="25043"/>
                  <a:pt x="995080" y="28224"/>
                  <a:pt x="1001011" y="34585"/>
                </a:cubicBezTo>
                <a:cubicBezTo>
                  <a:pt x="1006942" y="40944"/>
                  <a:pt x="1009908" y="49892"/>
                  <a:pt x="1009908" y="61428"/>
                </a:cubicBezTo>
                <a:cubicBezTo>
                  <a:pt x="1009908" y="62130"/>
                  <a:pt x="1009886" y="63182"/>
                  <a:pt x="1009842" y="64585"/>
                </a:cubicBezTo>
                <a:lnTo>
                  <a:pt x="957646" y="64585"/>
                </a:lnTo>
                <a:cubicBezTo>
                  <a:pt x="958086" y="72252"/>
                  <a:pt x="960261" y="78123"/>
                  <a:pt x="964171" y="82198"/>
                </a:cubicBezTo>
                <a:cubicBezTo>
                  <a:pt x="968081" y="86273"/>
                  <a:pt x="972958" y="88310"/>
                  <a:pt x="978801" y="88310"/>
                </a:cubicBezTo>
                <a:cubicBezTo>
                  <a:pt x="983151" y="88310"/>
                  <a:pt x="986864" y="87179"/>
                  <a:pt x="989939" y="84916"/>
                </a:cubicBezTo>
                <a:cubicBezTo>
                  <a:pt x="993015" y="82652"/>
                  <a:pt x="995453" y="79039"/>
                  <a:pt x="997254" y="74075"/>
                </a:cubicBezTo>
                <a:moveTo>
                  <a:pt x="958306" y="54700"/>
                </a:moveTo>
                <a:lnTo>
                  <a:pt x="997386" y="54700"/>
                </a:lnTo>
                <a:cubicBezTo>
                  <a:pt x="996859" y="48908"/>
                  <a:pt x="995365" y="44565"/>
                  <a:pt x="992905" y="41669"/>
                </a:cubicBezTo>
                <a:cubicBezTo>
                  <a:pt x="989126" y="37176"/>
                  <a:pt x="984227" y="34929"/>
                  <a:pt x="978208" y="34929"/>
                </a:cubicBezTo>
                <a:cubicBezTo>
                  <a:pt x="972760" y="34929"/>
                  <a:pt x="968180" y="36723"/>
                  <a:pt x="964467" y="40310"/>
                </a:cubicBezTo>
                <a:cubicBezTo>
                  <a:pt x="960755" y="43896"/>
                  <a:pt x="958701" y="48693"/>
                  <a:pt x="958306" y="54700"/>
                </a:cubicBezTo>
                <a:close/>
                <a:moveTo>
                  <a:pt x="1109819" y="74075"/>
                </a:moveTo>
                <a:lnTo>
                  <a:pt x="1122077" y="75591"/>
                </a:lnTo>
                <a:cubicBezTo>
                  <a:pt x="1120144" y="82753"/>
                  <a:pt x="1116563" y="88310"/>
                  <a:pt x="1111335" y="92265"/>
                </a:cubicBezTo>
                <a:cubicBezTo>
                  <a:pt x="1106106" y="96219"/>
                  <a:pt x="1099428" y="98196"/>
                  <a:pt x="1091300" y="98196"/>
                </a:cubicBezTo>
                <a:cubicBezTo>
                  <a:pt x="1081063" y="98196"/>
                  <a:pt x="1072946" y="95043"/>
                  <a:pt x="1066949" y="88739"/>
                </a:cubicBezTo>
                <a:cubicBezTo>
                  <a:pt x="1060952" y="82434"/>
                  <a:pt x="1057953" y="73592"/>
                  <a:pt x="1057953" y="62213"/>
                </a:cubicBezTo>
                <a:cubicBezTo>
                  <a:pt x="1057953" y="50438"/>
                  <a:pt x="1060985" y="41299"/>
                  <a:pt x="1067048" y="34797"/>
                </a:cubicBezTo>
                <a:cubicBezTo>
                  <a:pt x="1073111" y="28294"/>
                  <a:pt x="1080975" y="25043"/>
                  <a:pt x="1090641" y="25043"/>
                </a:cubicBezTo>
                <a:cubicBezTo>
                  <a:pt x="1099999" y="25043"/>
                  <a:pt x="1107644" y="28224"/>
                  <a:pt x="1113575" y="34585"/>
                </a:cubicBezTo>
                <a:cubicBezTo>
                  <a:pt x="1119507" y="40944"/>
                  <a:pt x="1122472" y="49892"/>
                  <a:pt x="1122472" y="61428"/>
                </a:cubicBezTo>
                <a:cubicBezTo>
                  <a:pt x="1122472" y="62130"/>
                  <a:pt x="1122450" y="63182"/>
                  <a:pt x="1122407" y="64585"/>
                </a:cubicBezTo>
                <a:lnTo>
                  <a:pt x="1070211" y="64585"/>
                </a:lnTo>
                <a:cubicBezTo>
                  <a:pt x="1070650" y="72252"/>
                  <a:pt x="1072825" y="78123"/>
                  <a:pt x="1076736" y="82198"/>
                </a:cubicBezTo>
                <a:cubicBezTo>
                  <a:pt x="1080646" y="86273"/>
                  <a:pt x="1085523" y="88310"/>
                  <a:pt x="1091366" y="88310"/>
                </a:cubicBezTo>
                <a:cubicBezTo>
                  <a:pt x="1095716" y="88310"/>
                  <a:pt x="1099428" y="87179"/>
                  <a:pt x="1102504" y="84916"/>
                </a:cubicBezTo>
                <a:cubicBezTo>
                  <a:pt x="1105579" y="82652"/>
                  <a:pt x="1108018" y="79039"/>
                  <a:pt x="1109819" y="74075"/>
                </a:cubicBezTo>
                <a:moveTo>
                  <a:pt x="1070870" y="54700"/>
                </a:moveTo>
                <a:lnTo>
                  <a:pt x="1109951" y="54700"/>
                </a:lnTo>
                <a:cubicBezTo>
                  <a:pt x="1109424" y="48908"/>
                  <a:pt x="1107930" y="44565"/>
                  <a:pt x="1105469" y="41669"/>
                </a:cubicBezTo>
                <a:cubicBezTo>
                  <a:pt x="1101691" y="37176"/>
                  <a:pt x="1096792" y="34929"/>
                  <a:pt x="1090773" y="34929"/>
                </a:cubicBezTo>
                <a:cubicBezTo>
                  <a:pt x="1085325" y="34929"/>
                  <a:pt x="1080745" y="36723"/>
                  <a:pt x="1077032" y="40310"/>
                </a:cubicBezTo>
                <a:cubicBezTo>
                  <a:pt x="1073320" y="43896"/>
                  <a:pt x="1071266" y="48693"/>
                  <a:pt x="1070870" y="54700"/>
                </a:cubicBezTo>
                <a:close/>
                <a:moveTo>
                  <a:pt x="1136951" y="96614"/>
                </a:moveTo>
                <a:lnTo>
                  <a:pt x="1136951" y="26625"/>
                </a:lnTo>
                <a:lnTo>
                  <a:pt x="1147561" y="26625"/>
                </a:lnTo>
                <a:lnTo>
                  <a:pt x="1147561" y="36379"/>
                </a:lnTo>
                <a:cubicBezTo>
                  <a:pt x="1149758" y="32971"/>
                  <a:pt x="1152680" y="30230"/>
                  <a:pt x="1156326" y="28155"/>
                </a:cubicBezTo>
                <a:cubicBezTo>
                  <a:pt x="1159973" y="26081"/>
                  <a:pt x="1164125" y="25043"/>
                  <a:pt x="1168782" y="25043"/>
                </a:cubicBezTo>
                <a:cubicBezTo>
                  <a:pt x="1173966" y="25043"/>
                  <a:pt x="1178217" y="26114"/>
                  <a:pt x="1181534" y="28256"/>
                </a:cubicBezTo>
                <a:cubicBezTo>
                  <a:pt x="1184851" y="30397"/>
                  <a:pt x="1187191" y="33390"/>
                  <a:pt x="1188553" y="37235"/>
                </a:cubicBezTo>
                <a:cubicBezTo>
                  <a:pt x="1194089" y="29107"/>
                  <a:pt x="1201294" y="25043"/>
                  <a:pt x="1210169" y="25043"/>
                </a:cubicBezTo>
                <a:cubicBezTo>
                  <a:pt x="1217111" y="25043"/>
                  <a:pt x="1222449" y="26965"/>
                  <a:pt x="1226184" y="30810"/>
                </a:cubicBezTo>
                <a:cubicBezTo>
                  <a:pt x="1229918" y="34654"/>
                  <a:pt x="1231785" y="40574"/>
                  <a:pt x="1231785" y="48571"/>
                </a:cubicBezTo>
                <a:lnTo>
                  <a:pt x="1231785" y="96614"/>
                </a:lnTo>
                <a:lnTo>
                  <a:pt x="1219989" y="96614"/>
                </a:lnTo>
                <a:lnTo>
                  <a:pt x="1219989" y="52478"/>
                </a:lnTo>
                <a:cubicBezTo>
                  <a:pt x="1219989" y="47727"/>
                  <a:pt x="1219604" y="44308"/>
                  <a:pt x="1218835" y="42219"/>
                </a:cubicBezTo>
                <a:cubicBezTo>
                  <a:pt x="1218067" y="40130"/>
                  <a:pt x="1216672" y="38447"/>
                  <a:pt x="1214651" y="37171"/>
                </a:cubicBezTo>
                <a:cubicBezTo>
                  <a:pt x="1212630" y="35896"/>
                  <a:pt x="1210257" y="35258"/>
                  <a:pt x="1207533" y="35258"/>
                </a:cubicBezTo>
                <a:cubicBezTo>
                  <a:pt x="1202612" y="35258"/>
                  <a:pt x="1198526" y="36897"/>
                  <a:pt x="1195275" y="40174"/>
                </a:cubicBezTo>
                <a:cubicBezTo>
                  <a:pt x="1192024" y="43450"/>
                  <a:pt x="1190398" y="48695"/>
                  <a:pt x="1190398" y="55909"/>
                </a:cubicBezTo>
                <a:lnTo>
                  <a:pt x="1190398" y="96614"/>
                </a:lnTo>
                <a:lnTo>
                  <a:pt x="1178536" y="96614"/>
                </a:lnTo>
                <a:lnTo>
                  <a:pt x="1178536" y="51091"/>
                </a:lnTo>
                <a:cubicBezTo>
                  <a:pt x="1178536" y="45814"/>
                  <a:pt x="1177569" y="41855"/>
                  <a:pt x="1175636" y="39217"/>
                </a:cubicBezTo>
                <a:cubicBezTo>
                  <a:pt x="1173703" y="36578"/>
                  <a:pt x="1170539" y="35258"/>
                  <a:pt x="1166146" y="35258"/>
                </a:cubicBezTo>
                <a:cubicBezTo>
                  <a:pt x="1162807" y="35258"/>
                  <a:pt x="1159720" y="36138"/>
                  <a:pt x="1156886" y="37898"/>
                </a:cubicBezTo>
                <a:cubicBezTo>
                  <a:pt x="1154053" y="39657"/>
                  <a:pt x="1151999" y="42230"/>
                  <a:pt x="1150724" y="45617"/>
                </a:cubicBezTo>
                <a:cubicBezTo>
                  <a:pt x="1149450" y="49003"/>
                  <a:pt x="1148813" y="53885"/>
                  <a:pt x="1148813" y="60262"/>
                </a:cubicBezTo>
                <a:lnTo>
                  <a:pt x="1148813" y="96614"/>
                </a:lnTo>
                <a:lnTo>
                  <a:pt x="1136951" y="96614"/>
                </a:lnTo>
                <a:close/>
                <a:moveTo>
                  <a:pt x="1249381" y="123503"/>
                </a:moveTo>
                <a:lnTo>
                  <a:pt x="1249381" y="26625"/>
                </a:lnTo>
                <a:lnTo>
                  <a:pt x="1260189" y="26625"/>
                </a:lnTo>
                <a:lnTo>
                  <a:pt x="1260189" y="35654"/>
                </a:lnTo>
                <a:cubicBezTo>
                  <a:pt x="1262737" y="32117"/>
                  <a:pt x="1265615" y="29464"/>
                  <a:pt x="1268823" y="27696"/>
                </a:cubicBezTo>
                <a:cubicBezTo>
                  <a:pt x="1272030" y="25927"/>
                  <a:pt x="1275918" y="25043"/>
                  <a:pt x="1280487" y="25043"/>
                </a:cubicBezTo>
                <a:cubicBezTo>
                  <a:pt x="1286463" y="25043"/>
                  <a:pt x="1291735" y="26581"/>
                  <a:pt x="1296304" y="29656"/>
                </a:cubicBezTo>
                <a:cubicBezTo>
                  <a:pt x="1300873" y="32732"/>
                  <a:pt x="1304322" y="37071"/>
                  <a:pt x="1306651" y="42672"/>
                </a:cubicBezTo>
                <a:cubicBezTo>
                  <a:pt x="1308980" y="48274"/>
                  <a:pt x="1310144" y="54414"/>
                  <a:pt x="1310144" y="61092"/>
                </a:cubicBezTo>
                <a:cubicBezTo>
                  <a:pt x="1310144" y="68254"/>
                  <a:pt x="1308859" y="74701"/>
                  <a:pt x="1306289" y="80435"/>
                </a:cubicBezTo>
                <a:cubicBezTo>
                  <a:pt x="1303718" y="86169"/>
                  <a:pt x="1299984" y="90562"/>
                  <a:pt x="1295085" y="93616"/>
                </a:cubicBezTo>
                <a:cubicBezTo>
                  <a:pt x="1290186" y="96669"/>
                  <a:pt x="1285035" y="98196"/>
                  <a:pt x="1279631" y="98196"/>
                </a:cubicBezTo>
                <a:cubicBezTo>
                  <a:pt x="1275676" y="98196"/>
                  <a:pt x="1272129" y="97350"/>
                  <a:pt x="1268987" y="95659"/>
                </a:cubicBezTo>
                <a:cubicBezTo>
                  <a:pt x="1265846" y="93966"/>
                  <a:pt x="1263265" y="91828"/>
                  <a:pt x="1261244" y="89245"/>
                </a:cubicBezTo>
                <a:lnTo>
                  <a:pt x="1261244" y="123503"/>
                </a:lnTo>
                <a:lnTo>
                  <a:pt x="1249381" y="123503"/>
                </a:lnTo>
                <a:moveTo>
                  <a:pt x="1260123" y="61916"/>
                </a:moveTo>
                <a:cubicBezTo>
                  <a:pt x="1260123" y="70912"/>
                  <a:pt x="1261947" y="77560"/>
                  <a:pt x="1265593" y="81860"/>
                </a:cubicBezTo>
                <a:cubicBezTo>
                  <a:pt x="1269240" y="86160"/>
                  <a:pt x="1273655" y="88310"/>
                  <a:pt x="1278840" y="88310"/>
                </a:cubicBezTo>
                <a:cubicBezTo>
                  <a:pt x="1284112" y="88310"/>
                  <a:pt x="1288626" y="86083"/>
                  <a:pt x="1292383" y="81629"/>
                </a:cubicBezTo>
                <a:cubicBezTo>
                  <a:pt x="1296139" y="77175"/>
                  <a:pt x="1298018" y="70275"/>
                  <a:pt x="1298018" y="60928"/>
                </a:cubicBezTo>
                <a:cubicBezTo>
                  <a:pt x="1298018" y="52020"/>
                  <a:pt x="1296183" y="45350"/>
                  <a:pt x="1292515" y="40918"/>
                </a:cubicBezTo>
                <a:cubicBezTo>
                  <a:pt x="1288846" y="36486"/>
                  <a:pt x="1284464" y="34270"/>
                  <a:pt x="1279367" y="34270"/>
                </a:cubicBezTo>
                <a:cubicBezTo>
                  <a:pt x="1274314" y="34270"/>
                  <a:pt x="1269844" y="36628"/>
                  <a:pt x="1265956" y="41346"/>
                </a:cubicBezTo>
                <a:cubicBezTo>
                  <a:pt x="1262067" y="46064"/>
                  <a:pt x="1260123" y="52920"/>
                  <a:pt x="1260123" y="61916"/>
                </a:cubicBezTo>
                <a:close/>
                <a:moveTo>
                  <a:pt x="1324160" y="96614"/>
                </a:moveTo>
                <a:lnTo>
                  <a:pt x="1324160" y="0"/>
                </a:lnTo>
                <a:lnTo>
                  <a:pt x="1336023" y="0"/>
                </a:lnTo>
                <a:lnTo>
                  <a:pt x="1336023" y="96614"/>
                </a:lnTo>
                <a:lnTo>
                  <a:pt x="1324160" y="96614"/>
                </a:lnTo>
                <a:close/>
                <a:moveTo>
                  <a:pt x="1349972" y="61620"/>
                </a:moveTo>
                <a:cubicBezTo>
                  <a:pt x="1349972" y="48659"/>
                  <a:pt x="1353574" y="39059"/>
                  <a:pt x="1360780" y="32820"/>
                </a:cubicBezTo>
                <a:cubicBezTo>
                  <a:pt x="1366799" y="27635"/>
                  <a:pt x="1374136" y="25043"/>
                  <a:pt x="1382791" y="25043"/>
                </a:cubicBezTo>
                <a:cubicBezTo>
                  <a:pt x="1392413" y="25043"/>
                  <a:pt x="1400278" y="28196"/>
                  <a:pt x="1406385" y="34500"/>
                </a:cubicBezTo>
                <a:cubicBezTo>
                  <a:pt x="1412492" y="40805"/>
                  <a:pt x="1415545" y="49515"/>
                  <a:pt x="1415545" y="60631"/>
                </a:cubicBezTo>
                <a:cubicBezTo>
                  <a:pt x="1415545" y="69638"/>
                  <a:pt x="1414194" y="76722"/>
                  <a:pt x="1411492" y="81885"/>
                </a:cubicBezTo>
                <a:cubicBezTo>
                  <a:pt x="1408790" y="87047"/>
                  <a:pt x="1404858" y="91056"/>
                  <a:pt x="1399696" y="93912"/>
                </a:cubicBezTo>
                <a:cubicBezTo>
                  <a:pt x="1394533" y="96768"/>
                  <a:pt x="1388898" y="98196"/>
                  <a:pt x="1382791" y="98196"/>
                </a:cubicBezTo>
                <a:cubicBezTo>
                  <a:pt x="1372994" y="98196"/>
                  <a:pt x="1365074" y="95054"/>
                  <a:pt x="1359033" y="88772"/>
                </a:cubicBezTo>
                <a:cubicBezTo>
                  <a:pt x="1352992" y="82489"/>
                  <a:pt x="1349972" y="73438"/>
                  <a:pt x="1349972" y="61620"/>
                </a:cubicBezTo>
                <a:moveTo>
                  <a:pt x="1362164" y="61587"/>
                </a:moveTo>
                <a:cubicBezTo>
                  <a:pt x="1362164" y="70516"/>
                  <a:pt x="1364119" y="77203"/>
                  <a:pt x="1368029" y="81646"/>
                </a:cubicBezTo>
                <a:cubicBezTo>
                  <a:pt x="1371939" y="86089"/>
                  <a:pt x="1376860" y="88310"/>
                  <a:pt x="1382791" y="88310"/>
                </a:cubicBezTo>
                <a:cubicBezTo>
                  <a:pt x="1388679" y="88310"/>
                  <a:pt x="1393577" y="86078"/>
                  <a:pt x="1397488" y="81613"/>
                </a:cubicBezTo>
                <a:cubicBezTo>
                  <a:pt x="1401398" y="77148"/>
                  <a:pt x="1403353" y="70341"/>
                  <a:pt x="1403353" y="61193"/>
                </a:cubicBezTo>
                <a:cubicBezTo>
                  <a:pt x="1403353" y="52570"/>
                  <a:pt x="1401387" y="46036"/>
                  <a:pt x="1397455" y="41593"/>
                </a:cubicBezTo>
                <a:cubicBezTo>
                  <a:pt x="1393523" y="37150"/>
                  <a:pt x="1388635" y="34929"/>
                  <a:pt x="1382791" y="34929"/>
                </a:cubicBezTo>
                <a:cubicBezTo>
                  <a:pt x="1376860" y="34929"/>
                  <a:pt x="1371939" y="37139"/>
                  <a:pt x="1368029" y="41560"/>
                </a:cubicBezTo>
                <a:cubicBezTo>
                  <a:pt x="1364119" y="45981"/>
                  <a:pt x="1362164" y="52657"/>
                  <a:pt x="1362164" y="61587"/>
                </a:cubicBezTo>
                <a:close/>
                <a:moveTo>
                  <a:pt x="1428903" y="123635"/>
                </a:moveTo>
                <a:lnTo>
                  <a:pt x="1427585" y="112497"/>
                </a:lnTo>
                <a:cubicBezTo>
                  <a:pt x="1430177" y="113200"/>
                  <a:pt x="1432440" y="113551"/>
                  <a:pt x="1434373" y="113551"/>
                </a:cubicBezTo>
                <a:cubicBezTo>
                  <a:pt x="1437009" y="113551"/>
                  <a:pt x="1439118" y="113106"/>
                  <a:pt x="1440700" y="112217"/>
                </a:cubicBezTo>
                <a:cubicBezTo>
                  <a:pt x="1442282" y="111328"/>
                  <a:pt x="1443578" y="110084"/>
                  <a:pt x="1444588" y="108483"/>
                </a:cubicBezTo>
                <a:cubicBezTo>
                  <a:pt x="1445335" y="107283"/>
                  <a:pt x="1446543" y="104305"/>
                  <a:pt x="1448213" y="99549"/>
                </a:cubicBezTo>
                <a:cubicBezTo>
                  <a:pt x="1448433" y="98882"/>
                  <a:pt x="1448784" y="97903"/>
                  <a:pt x="1449267" y="96614"/>
                </a:cubicBezTo>
                <a:lnTo>
                  <a:pt x="1422708" y="26625"/>
                </a:lnTo>
                <a:lnTo>
                  <a:pt x="1435494" y="26625"/>
                </a:lnTo>
                <a:lnTo>
                  <a:pt x="1450058" y="67061"/>
                </a:lnTo>
                <a:cubicBezTo>
                  <a:pt x="1451947" y="72190"/>
                  <a:pt x="1453639" y="77582"/>
                  <a:pt x="1455133" y="83236"/>
                </a:cubicBezTo>
                <a:cubicBezTo>
                  <a:pt x="1456495" y="77800"/>
                  <a:pt x="1458120" y="72496"/>
                  <a:pt x="1460010" y="67324"/>
                </a:cubicBezTo>
                <a:lnTo>
                  <a:pt x="1474970" y="26625"/>
                </a:lnTo>
                <a:lnTo>
                  <a:pt x="1486832" y="26625"/>
                </a:lnTo>
                <a:lnTo>
                  <a:pt x="1460207" y="97848"/>
                </a:lnTo>
                <a:cubicBezTo>
                  <a:pt x="1457351" y="105542"/>
                  <a:pt x="1455133" y="110840"/>
                  <a:pt x="1453551" y="113741"/>
                </a:cubicBezTo>
                <a:cubicBezTo>
                  <a:pt x="1451442" y="117654"/>
                  <a:pt x="1449026" y="120523"/>
                  <a:pt x="1446302" y="122347"/>
                </a:cubicBezTo>
                <a:cubicBezTo>
                  <a:pt x="1443578" y="124172"/>
                  <a:pt x="1440326" y="125084"/>
                  <a:pt x="1436548" y="125084"/>
                </a:cubicBezTo>
                <a:cubicBezTo>
                  <a:pt x="1434263" y="125084"/>
                  <a:pt x="1431715" y="124601"/>
                  <a:pt x="1428903" y="123635"/>
                </a:cubicBezTo>
                <a:close/>
                <a:moveTo>
                  <a:pt x="1544827" y="74075"/>
                </a:moveTo>
                <a:lnTo>
                  <a:pt x="1557085" y="75591"/>
                </a:lnTo>
                <a:cubicBezTo>
                  <a:pt x="1555152" y="82753"/>
                  <a:pt x="1551571" y="88310"/>
                  <a:pt x="1546343" y="92265"/>
                </a:cubicBezTo>
                <a:cubicBezTo>
                  <a:pt x="1541115" y="96219"/>
                  <a:pt x="1534437" y="98196"/>
                  <a:pt x="1526309" y="98196"/>
                </a:cubicBezTo>
                <a:cubicBezTo>
                  <a:pt x="1516072" y="98196"/>
                  <a:pt x="1507954" y="95043"/>
                  <a:pt x="1501957" y="88739"/>
                </a:cubicBezTo>
                <a:cubicBezTo>
                  <a:pt x="1495960" y="82434"/>
                  <a:pt x="1492962" y="73592"/>
                  <a:pt x="1492962" y="62213"/>
                </a:cubicBezTo>
                <a:cubicBezTo>
                  <a:pt x="1492962" y="50438"/>
                  <a:pt x="1495993" y="41299"/>
                  <a:pt x="1502056" y="34797"/>
                </a:cubicBezTo>
                <a:cubicBezTo>
                  <a:pt x="1508119" y="28294"/>
                  <a:pt x="1515984" y="25043"/>
                  <a:pt x="1525650" y="25043"/>
                </a:cubicBezTo>
                <a:cubicBezTo>
                  <a:pt x="1535008" y="25043"/>
                  <a:pt x="1542653" y="28224"/>
                  <a:pt x="1548584" y="34585"/>
                </a:cubicBezTo>
                <a:cubicBezTo>
                  <a:pt x="1554515" y="40944"/>
                  <a:pt x="1557481" y="49892"/>
                  <a:pt x="1557481" y="61428"/>
                </a:cubicBezTo>
                <a:cubicBezTo>
                  <a:pt x="1557481" y="62130"/>
                  <a:pt x="1557459" y="63182"/>
                  <a:pt x="1557415" y="64585"/>
                </a:cubicBezTo>
                <a:lnTo>
                  <a:pt x="1505220" y="64585"/>
                </a:lnTo>
                <a:cubicBezTo>
                  <a:pt x="1505659" y="72252"/>
                  <a:pt x="1507834" y="78123"/>
                  <a:pt x="1511744" y="82198"/>
                </a:cubicBezTo>
                <a:cubicBezTo>
                  <a:pt x="1515654" y="86273"/>
                  <a:pt x="1520531" y="88310"/>
                  <a:pt x="1526374" y="88310"/>
                </a:cubicBezTo>
                <a:cubicBezTo>
                  <a:pt x="1530724" y="88310"/>
                  <a:pt x="1534437" y="87179"/>
                  <a:pt x="1537512" y="84916"/>
                </a:cubicBezTo>
                <a:cubicBezTo>
                  <a:pt x="1540588" y="82652"/>
                  <a:pt x="1543026" y="79039"/>
                  <a:pt x="1544827" y="74075"/>
                </a:cubicBezTo>
                <a:moveTo>
                  <a:pt x="1505879" y="54700"/>
                </a:moveTo>
                <a:lnTo>
                  <a:pt x="1544959" y="54700"/>
                </a:lnTo>
                <a:cubicBezTo>
                  <a:pt x="1544432" y="48908"/>
                  <a:pt x="1542938" y="44565"/>
                  <a:pt x="1540478" y="41669"/>
                </a:cubicBezTo>
                <a:cubicBezTo>
                  <a:pt x="1536699" y="37176"/>
                  <a:pt x="1531800" y="34929"/>
                  <a:pt x="1525781" y="34929"/>
                </a:cubicBezTo>
                <a:cubicBezTo>
                  <a:pt x="1520333" y="34929"/>
                  <a:pt x="1515753" y="36723"/>
                  <a:pt x="1512040" y="40310"/>
                </a:cubicBezTo>
                <a:cubicBezTo>
                  <a:pt x="1508328" y="43896"/>
                  <a:pt x="1506274" y="48693"/>
                  <a:pt x="1505879" y="54700"/>
                </a:cubicBezTo>
                <a:close/>
                <a:moveTo>
                  <a:pt x="1571826" y="96614"/>
                </a:moveTo>
                <a:lnTo>
                  <a:pt x="1571826" y="26625"/>
                </a:lnTo>
                <a:lnTo>
                  <a:pt x="1582503" y="26625"/>
                </a:lnTo>
                <a:lnTo>
                  <a:pt x="1582503" y="37169"/>
                </a:lnTo>
                <a:cubicBezTo>
                  <a:pt x="1585227" y="32232"/>
                  <a:pt x="1587742" y="28977"/>
                  <a:pt x="1590049" y="27403"/>
                </a:cubicBezTo>
                <a:cubicBezTo>
                  <a:pt x="1592355" y="25830"/>
                  <a:pt x="1594893" y="25043"/>
                  <a:pt x="1597660" y="25043"/>
                </a:cubicBezTo>
                <a:cubicBezTo>
                  <a:pt x="1601659" y="25043"/>
                  <a:pt x="1605723" y="26312"/>
                  <a:pt x="1609853" y="28849"/>
                </a:cubicBezTo>
                <a:lnTo>
                  <a:pt x="1605767" y="39806"/>
                </a:lnTo>
                <a:cubicBezTo>
                  <a:pt x="1602867" y="38092"/>
                  <a:pt x="1599967" y="37235"/>
                  <a:pt x="1597067" y="37235"/>
                </a:cubicBezTo>
                <a:cubicBezTo>
                  <a:pt x="1594475" y="37235"/>
                  <a:pt x="1592147" y="38017"/>
                  <a:pt x="1590082" y="39579"/>
                </a:cubicBezTo>
                <a:cubicBezTo>
                  <a:pt x="1588017" y="41140"/>
                  <a:pt x="1586545" y="43306"/>
                  <a:pt x="1585666" y="46077"/>
                </a:cubicBezTo>
                <a:cubicBezTo>
                  <a:pt x="1584348" y="50299"/>
                  <a:pt x="1583689" y="54917"/>
                  <a:pt x="1583689" y="59931"/>
                </a:cubicBezTo>
                <a:lnTo>
                  <a:pt x="1583689" y="96614"/>
                </a:lnTo>
                <a:lnTo>
                  <a:pt x="1571826" y="96614"/>
                </a:lnTo>
                <a:close/>
                <a:moveTo>
                  <a:pt x="1612158" y="75657"/>
                </a:moveTo>
                <a:lnTo>
                  <a:pt x="1623889" y="73812"/>
                </a:lnTo>
                <a:cubicBezTo>
                  <a:pt x="1624548" y="78492"/>
                  <a:pt x="1626382" y="82079"/>
                  <a:pt x="1629392" y="84572"/>
                </a:cubicBezTo>
                <a:cubicBezTo>
                  <a:pt x="1632402" y="87064"/>
                  <a:pt x="1636608" y="88310"/>
                  <a:pt x="1642012" y="88310"/>
                </a:cubicBezTo>
                <a:cubicBezTo>
                  <a:pt x="1647460" y="88310"/>
                  <a:pt x="1651502" y="87210"/>
                  <a:pt x="1654139" y="85009"/>
                </a:cubicBezTo>
                <a:cubicBezTo>
                  <a:pt x="1656775" y="82807"/>
                  <a:pt x="1658093" y="80224"/>
                  <a:pt x="1658093" y="77261"/>
                </a:cubicBezTo>
                <a:cubicBezTo>
                  <a:pt x="1658093" y="74602"/>
                  <a:pt x="1656929" y="72509"/>
                  <a:pt x="1654600" y="70984"/>
                </a:cubicBezTo>
                <a:cubicBezTo>
                  <a:pt x="1652974" y="69938"/>
                  <a:pt x="1648932" y="68608"/>
                  <a:pt x="1642474" y="66995"/>
                </a:cubicBezTo>
                <a:cubicBezTo>
                  <a:pt x="1633774" y="64797"/>
                  <a:pt x="1627744" y="62895"/>
                  <a:pt x="1624383" y="61290"/>
                </a:cubicBezTo>
                <a:cubicBezTo>
                  <a:pt x="1621022" y="59685"/>
                  <a:pt x="1618474" y="57464"/>
                  <a:pt x="1616739" y="54628"/>
                </a:cubicBezTo>
                <a:cubicBezTo>
                  <a:pt x="1615003" y="51791"/>
                  <a:pt x="1614135" y="48658"/>
                  <a:pt x="1614135" y="45228"/>
                </a:cubicBezTo>
                <a:cubicBezTo>
                  <a:pt x="1614135" y="42106"/>
                  <a:pt x="1614849" y="39214"/>
                  <a:pt x="1616277" y="36554"/>
                </a:cubicBezTo>
                <a:cubicBezTo>
                  <a:pt x="1617705" y="33893"/>
                  <a:pt x="1619649" y="31683"/>
                  <a:pt x="1622110" y="29924"/>
                </a:cubicBezTo>
                <a:cubicBezTo>
                  <a:pt x="1623955" y="28561"/>
                  <a:pt x="1626470" y="27407"/>
                  <a:pt x="1629656" y="26462"/>
                </a:cubicBezTo>
                <a:cubicBezTo>
                  <a:pt x="1632841" y="25516"/>
                  <a:pt x="1636257" y="25043"/>
                  <a:pt x="1639904" y="25043"/>
                </a:cubicBezTo>
                <a:cubicBezTo>
                  <a:pt x="1645395" y="25043"/>
                  <a:pt x="1650217" y="25840"/>
                  <a:pt x="1654369" y="27432"/>
                </a:cubicBezTo>
                <a:cubicBezTo>
                  <a:pt x="1658521" y="29024"/>
                  <a:pt x="1661586" y="31180"/>
                  <a:pt x="1663563" y="33901"/>
                </a:cubicBezTo>
                <a:cubicBezTo>
                  <a:pt x="1665540" y="36621"/>
                  <a:pt x="1666902" y="40259"/>
                  <a:pt x="1667649" y="44814"/>
                </a:cubicBezTo>
                <a:lnTo>
                  <a:pt x="1656050" y="46396"/>
                </a:lnTo>
                <a:cubicBezTo>
                  <a:pt x="1655523" y="42793"/>
                  <a:pt x="1653996" y="39981"/>
                  <a:pt x="1651470" y="37960"/>
                </a:cubicBezTo>
                <a:cubicBezTo>
                  <a:pt x="1648943" y="35939"/>
                  <a:pt x="1645373" y="34929"/>
                  <a:pt x="1640760" y="34929"/>
                </a:cubicBezTo>
                <a:cubicBezTo>
                  <a:pt x="1635312" y="34929"/>
                  <a:pt x="1631424" y="35825"/>
                  <a:pt x="1629095" y="37618"/>
                </a:cubicBezTo>
                <a:cubicBezTo>
                  <a:pt x="1626767" y="39410"/>
                  <a:pt x="1625602" y="41509"/>
                  <a:pt x="1625602" y="43914"/>
                </a:cubicBezTo>
                <a:cubicBezTo>
                  <a:pt x="1625602" y="45444"/>
                  <a:pt x="1626086" y="46821"/>
                  <a:pt x="1627052" y="48046"/>
                </a:cubicBezTo>
                <a:cubicBezTo>
                  <a:pt x="1628019" y="49313"/>
                  <a:pt x="1629535" y="50362"/>
                  <a:pt x="1631600" y="51192"/>
                </a:cubicBezTo>
                <a:cubicBezTo>
                  <a:pt x="1632786" y="51630"/>
                  <a:pt x="1636279" y="52636"/>
                  <a:pt x="1642078" y="54210"/>
                </a:cubicBezTo>
                <a:cubicBezTo>
                  <a:pt x="1650470" y="56449"/>
                  <a:pt x="1656324" y="58282"/>
                  <a:pt x="1659642" y="59708"/>
                </a:cubicBezTo>
                <a:cubicBezTo>
                  <a:pt x="1662959" y="61135"/>
                  <a:pt x="1665562" y="63209"/>
                  <a:pt x="1667451" y="65932"/>
                </a:cubicBezTo>
                <a:cubicBezTo>
                  <a:pt x="1669340" y="68653"/>
                  <a:pt x="1670285" y="72033"/>
                  <a:pt x="1670285" y="76071"/>
                </a:cubicBezTo>
                <a:cubicBezTo>
                  <a:pt x="1670285" y="80022"/>
                  <a:pt x="1669132" y="83743"/>
                  <a:pt x="1666825" y="87233"/>
                </a:cubicBezTo>
                <a:cubicBezTo>
                  <a:pt x="1664518" y="90722"/>
                  <a:pt x="1661190" y="93421"/>
                  <a:pt x="1656841" y="95331"/>
                </a:cubicBezTo>
                <a:cubicBezTo>
                  <a:pt x="1652491" y="97241"/>
                  <a:pt x="1647570" y="98196"/>
                  <a:pt x="1642078" y="98196"/>
                </a:cubicBezTo>
                <a:cubicBezTo>
                  <a:pt x="1632984" y="98196"/>
                  <a:pt x="1626053" y="96301"/>
                  <a:pt x="1621286" y="92512"/>
                </a:cubicBezTo>
                <a:cubicBezTo>
                  <a:pt x="1616519" y="88722"/>
                  <a:pt x="1613476" y="83104"/>
                  <a:pt x="1612158" y="75657"/>
                </a:cubicBezTo>
                <a:close/>
                <a:moveTo>
                  <a:pt x="1687750" y="96614"/>
                </a:moveTo>
                <a:lnTo>
                  <a:pt x="1687750" y="83038"/>
                </a:lnTo>
                <a:lnTo>
                  <a:pt x="1701260" y="83038"/>
                </a:lnTo>
                <a:lnTo>
                  <a:pt x="1701260" y="96614"/>
                </a:lnTo>
                <a:lnTo>
                  <a:pt x="1687750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B142C-09C3-4C4B-AE24-F38D18CF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3097549"/>
            <a:ext cx="2657219" cy="923700"/>
          </a:xfrm>
          <a:custGeom xmlns:a="http://schemas.openxmlformats.org/drawingml/2006/main">
            <a:pathLst>
              <a:path w="2657219" h="923700">
                <a:moveTo>
                  <a:pt x="0" y="0"/>
                </a:moveTo>
                <a:lnTo>
                  <a:pt x="2657219" y="0"/>
                </a:lnTo>
                <a:lnTo>
                  <a:pt x="2657219" y="923700"/>
                </a:lnTo>
                <a:lnTo>
                  <a:pt x="0" y="923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F7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67D7B-D047-44AC-873B-70D30771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3097549"/>
            <a:ext cx="2657219" cy="923700"/>
          </a:xfrm>
          <a:custGeom xmlns:a="http://schemas.openxmlformats.org/drawingml/2006/main">
            <a:pathLst>
              <a:path w="2657219" h="923700" fill="none">
                <a:moveTo>
                  <a:pt x="0" y="0"/>
                </a:moveTo>
                <a:lnTo>
                  <a:pt x="2657219" y="0"/>
                </a:lnTo>
                <a:lnTo>
                  <a:pt x="2657219" y="923700"/>
                </a:lnTo>
                <a:lnTo>
                  <a:pt x="0" y="9237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36393D"/>
            </a:solidFill>
            <a:miter/>
          </a:ln>
        </p:spPr>
      </p:sp>
      <p:sp>
        <p:nvSpPr>
          <p:cNvPr id="129" name="Text Verification">
            <a:extLst xmlns:a="http://schemas.openxmlformats.org/drawingml/2006/main">
              <a:ext uri="{FF2B5EF4-FFF2-40B4-BE49-F238E27FC236}">
                <a16:creationId xmlns:a16="http://schemas.microsoft.com/office/drawing/2014/main" id="{D292CC97-56D2-432B-8AB8-F8AA95DD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31" y="3172152"/>
            <a:ext cx="718547" cy="99909"/>
          </a:xfrm>
          <a:custGeom xmlns:a="http://schemas.openxmlformats.org/drawingml/2006/main">
            <a:pathLst>
              <a:path w="718547" h="99909">
                <a:moveTo>
                  <a:pt x="34533" y="98328"/>
                </a:moveTo>
                <a:lnTo>
                  <a:pt x="0" y="1713"/>
                </a:lnTo>
                <a:lnTo>
                  <a:pt x="21155" y="1713"/>
                </a:lnTo>
                <a:lnTo>
                  <a:pt x="45605" y="73153"/>
                </a:lnTo>
                <a:lnTo>
                  <a:pt x="69264" y="1713"/>
                </a:lnTo>
                <a:lnTo>
                  <a:pt x="89958" y="1713"/>
                </a:lnTo>
                <a:lnTo>
                  <a:pt x="55359" y="98328"/>
                </a:lnTo>
                <a:lnTo>
                  <a:pt x="34533" y="98328"/>
                </a:lnTo>
                <a:close/>
                <a:moveTo>
                  <a:pt x="132861" y="76052"/>
                </a:moveTo>
                <a:lnTo>
                  <a:pt x="151314" y="79216"/>
                </a:lnTo>
                <a:cubicBezTo>
                  <a:pt x="148941" y="85960"/>
                  <a:pt x="145196" y="91095"/>
                  <a:pt x="140077" y="94621"/>
                </a:cubicBezTo>
                <a:cubicBezTo>
                  <a:pt x="134959" y="98146"/>
                  <a:pt x="128555" y="99909"/>
                  <a:pt x="120866" y="99909"/>
                </a:cubicBezTo>
                <a:cubicBezTo>
                  <a:pt x="108696" y="99909"/>
                  <a:pt x="99689" y="95933"/>
                  <a:pt x="93846" y="87981"/>
                </a:cubicBezTo>
                <a:cubicBezTo>
                  <a:pt x="89233" y="81610"/>
                  <a:pt x="86926" y="73570"/>
                  <a:pt x="86926" y="63860"/>
                </a:cubicBezTo>
                <a:cubicBezTo>
                  <a:pt x="86926" y="52261"/>
                  <a:pt x="89958" y="43178"/>
                  <a:pt x="96021" y="36609"/>
                </a:cubicBezTo>
                <a:cubicBezTo>
                  <a:pt x="102084" y="30041"/>
                  <a:pt x="109751" y="26757"/>
                  <a:pt x="119021" y="26757"/>
                </a:cubicBezTo>
                <a:cubicBezTo>
                  <a:pt x="129434" y="26757"/>
                  <a:pt x="137650" y="30195"/>
                  <a:pt x="143669" y="37071"/>
                </a:cubicBezTo>
                <a:cubicBezTo>
                  <a:pt x="149688" y="43946"/>
                  <a:pt x="152566" y="54480"/>
                  <a:pt x="152302" y="68671"/>
                </a:cubicBezTo>
                <a:lnTo>
                  <a:pt x="105906" y="68671"/>
                </a:lnTo>
                <a:cubicBezTo>
                  <a:pt x="106038" y="74163"/>
                  <a:pt x="107532" y="78436"/>
                  <a:pt x="110388" y="81489"/>
                </a:cubicBezTo>
                <a:cubicBezTo>
                  <a:pt x="113244" y="84543"/>
                  <a:pt x="116802" y="86070"/>
                  <a:pt x="121064" y="86070"/>
                </a:cubicBezTo>
                <a:cubicBezTo>
                  <a:pt x="123964" y="86070"/>
                  <a:pt x="126402" y="85279"/>
                  <a:pt x="128379" y="83697"/>
                </a:cubicBezTo>
                <a:cubicBezTo>
                  <a:pt x="130356" y="82115"/>
                  <a:pt x="131850" y="79567"/>
                  <a:pt x="132861" y="76052"/>
                </a:cubicBezTo>
                <a:moveTo>
                  <a:pt x="133915" y="57336"/>
                </a:moveTo>
                <a:cubicBezTo>
                  <a:pt x="133783" y="51998"/>
                  <a:pt x="132399" y="47939"/>
                  <a:pt x="129763" y="45160"/>
                </a:cubicBezTo>
                <a:cubicBezTo>
                  <a:pt x="127127" y="42381"/>
                  <a:pt x="123920" y="40992"/>
                  <a:pt x="120141" y="40992"/>
                </a:cubicBezTo>
                <a:cubicBezTo>
                  <a:pt x="116099" y="40992"/>
                  <a:pt x="112760" y="42457"/>
                  <a:pt x="110124" y="45389"/>
                </a:cubicBezTo>
                <a:cubicBezTo>
                  <a:pt x="107488" y="48321"/>
                  <a:pt x="106192" y="52304"/>
                  <a:pt x="106236" y="57336"/>
                </a:cubicBezTo>
                <a:lnTo>
                  <a:pt x="133915" y="57336"/>
                </a:lnTo>
                <a:close/>
                <a:moveTo>
                  <a:pt x="185102" y="98328"/>
                </a:moveTo>
                <a:lnTo>
                  <a:pt x="166583" y="98328"/>
                </a:lnTo>
                <a:lnTo>
                  <a:pt x="166583" y="28338"/>
                </a:lnTo>
                <a:lnTo>
                  <a:pt x="183784" y="28338"/>
                </a:lnTo>
                <a:lnTo>
                  <a:pt x="183784" y="38290"/>
                </a:lnTo>
                <a:cubicBezTo>
                  <a:pt x="186728" y="33589"/>
                  <a:pt x="189375" y="30491"/>
                  <a:pt x="191725" y="28997"/>
                </a:cubicBezTo>
                <a:cubicBezTo>
                  <a:pt x="194076" y="27504"/>
                  <a:pt x="196745" y="26757"/>
                  <a:pt x="199732" y="26757"/>
                </a:cubicBezTo>
                <a:cubicBezTo>
                  <a:pt x="203950" y="26757"/>
                  <a:pt x="208014" y="27921"/>
                  <a:pt x="211925" y="30250"/>
                </a:cubicBezTo>
                <a:lnTo>
                  <a:pt x="206191" y="46396"/>
                </a:lnTo>
                <a:cubicBezTo>
                  <a:pt x="203072" y="44375"/>
                  <a:pt x="200172" y="43364"/>
                  <a:pt x="197492" y="43364"/>
                </a:cubicBezTo>
                <a:cubicBezTo>
                  <a:pt x="194900" y="43364"/>
                  <a:pt x="192703" y="44078"/>
                  <a:pt x="190901" y="45506"/>
                </a:cubicBezTo>
                <a:cubicBezTo>
                  <a:pt x="189100" y="46934"/>
                  <a:pt x="187683" y="49515"/>
                  <a:pt x="186651" y="53250"/>
                </a:cubicBezTo>
                <a:cubicBezTo>
                  <a:pt x="185618" y="56984"/>
                  <a:pt x="185102" y="64805"/>
                  <a:pt x="185102" y="76711"/>
                </a:cubicBezTo>
                <a:lnTo>
                  <a:pt x="185102" y="98328"/>
                </a:lnTo>
                <a:close/>
                <a:moveTo>
                  <a:pt x="219877" y="18848"/>
                </a:moveTo>
                <a:lnTo>
                  <a:pt x="219877" y="1713"/>
                </a:lnTo>
                <a:lnTo>
                  <a:pt x="238396" y="1713"/>
                </a:lnTo>
                <a:lnTo>
                  <a:pt x="238396" y="18848"/>
                </a:lnTo>
                <a:lnTo>
                  <a:pt x="219877" y="18848"/>
                </a:lnTo>
                <a:moveTo>
                  <a:pt x="219877" y="98328"/>
                </a:moveTo>
                <a:lnTo>
                  <a:pt x="219877" y="28338"/>
                </a:lnTo>
                <a:lnTo>
                  <a:pt x="238396" y="28338"/>
                </a:lnTo>
                <a:lnTo>
                  <a:pt x="238396" y="98328"/>
                </a:lnTo>
                <a:lnTo>
                  <a:pt x="219877" y="98328"/>
                </a:lnTo>
                <a:close/>
                <a:moveTo>
                  <a:pt x="249293" y="28338"/>
                </a:moveTo>
                <a:lnTo>
                  <a:pt x="259574" y="28338"/>
                </a:lnTo>
                <a:lnTo>
                  <a:pt x="259574" y="23054"/>
                </a:lnTo>
                <a:cubicBezTo>
                  <a:pt x="259574" y="17153"/>
                  <a:pt x="260200" y="12749"/>
                  <a:pt x="261452" y="9842"/>
                </a:cubicBezTo>
                <a:cubicBezTo>
                  <a:pt x="262704" y="6936"/>
                  <a:pt x="265011" y="4569"/>
                  <a:pt x="268372" y="2741"/>
                </a:cubicBezTo>
                <a:cubicBezTo>
                  <a:pt x="271733" y="914"/>
                  <a:pt x="275984" y="0"/>
                  <a:pt x="281124" y="0"/>
                </a:cubicBezTo>
                <a:cubicBezTo>
                  <a:pt x="286396" y="0"/>
                  <a:pt x="291559" y="791"/>
                  <a:pt x="296611" y="2373"/>
                </a:cubicBezTo>
                <a:lnTo>
                  <a:pt x="294107" y="15290"/>
                </a:lnTo>
                <a:cubicBezTo>
                  <a:pt x="291163" y="14587"/>
                  <a:pt x="288330" y="14235"/>
                  <a:pt x="285606" y="14235"/>
                </a:cubicBezTo>
                <a:cubicBezTo>
                  <a:pt x="282925" y="14235"/>
                  <a:pt x="281003" y="14865"/>
                  <a:pt x="279839" y="16124"/>
                </a:cubicBezTo>
                <a:cubicBezTo>
                  <a:pt x="278675" y="17381"/>
                  <a:pt x="278093" y="19798"/>
                  <a:pt x="278093" y="23373"/>
                </a:cubicBezTo>
                <a:lnTo>
                  <a:pt x="278093" y="28338"/>
                </a:lnTo>
                <a:lnTo>
                  <a:pt x="291932" y="28338"/>
                </a:lnTo>
                <a:lnTo>
                  <a:pt x="291932" y="42969"/>
                </a:lnTo>
                <a:lnTo>
                  <a:pt x="278093" y="42969"/>
                </a:lnTo>
                <a:lnTo>
                  <a:pt x="278093" y="98328"/>
                </a:lnTo>
                <a:lnTo>
                  <a:pt x="259574" y="98328"/>
                </a:lnTo>
                <a:lnTo>
                  <a:pt x="259574" y="42969"/>
                </a:lnTo>
                <a:lnTo>
                  <a:pt x="249293" y="42969"/>
                </a:lnTo>
                <a:lnTo>
                  <a:pt x="249293" y="28338"/>
                </a:lnTo>
                <a:close/>
                <a:moveTo>
                  <a:pt x="302343" y="18848"/>
                </a:moveTo>
                <a:lnTo>
                  <a:pt x="302343" y="1713"/>
                </a:lnTo>
                <a:lnTo>
                  <a:pt x="320862" y="1713"/>
                </a:lnTo>
                <a:lnTo>
                  <a:pt x="320862" y="18848"/>
                </a:lnTo>
                <a:lnTo>
                  <a:pt x="302343" y="18848"/>
                </a:lnTo>
                <a:moveTo>
                  <a:pt x="302343" y="98328"/>
                </a:moveTo>
                <a:lnTo>
                  <a:pt x="302343" y="28338"/>
                </a:lnTo>
                <a:lnTo>
                  <a:pt x="320862" y="28338"/>
                </a:lnTo>
                <a:lnTo>
                  <a:pt x="320862" y="98328"/>
                </a:lnTo>
                <a:lnTo>
                  <a:pt x="302343" y="98328"/>
                </a:lnTo>
                <a:close/>
                <a:moveTo>
                  <a:pt x="400891" y="49032"/>
                </a:moveTo>
                <a:lnTo>
                  <a:pt x="382636" y="52327"/>
                </a:lnTo>
                <a:cubicBezTo>
                  <a:pt x="382021" y="48703"/>
                  <a:pt x="380626" y="45973"/>
                  <a:pt x="378451" y="44139"/>
                </a:cubicBezTo>
                <a:cubicBezTo>
                  <a:pt x="376276" y="42304"/>
                  <a:pt x="373454" y="41387"/>
                  <a:pt x="369983" y="41387"/>
                </a:cubicBezTo>
                <a:cubicBezTo>
                  <a:pt x="365370" y="41387"/>
                  <a:pt x="361690" y="42975"/>
                  <a:pt x="358944" y="46151"/>
                </a:cubicBezTo>
                <a:cubicBezTo>
                  <a:pt x="356198" y="49327"/>
                  <a:pt x="354825" y="54637"/>
                  <a:pt x="354825" y="62083"/>
                </a:cubicBezTo>
                <a:cubicBezTo>
                  <a:pt x="354825" y="70362"/>
                  <a:pt x="356220" y="76210"/>
                  <a:pt x="359010" y="79628"/>
                </a:cubicBezTo>
                <a:cubicBezTo>
                  <a:pt x="361800" y="83044"/>
                  <a:pt x="365545" y="84752"/>
                  <a:pt x="370246" y="84752"/>
                </a:cubicBezTo>
                <a:cubicBezTo>
                  <a:pt x="373761" y="84752"/>
                  <a:pt x="376639" y="83752"/>
                  <a:pt x="378880" y="81753"/>
                </a:cubicBezTo>
                <a:cubicBezTo>
                  <a:pt x="381120" y="79754"/>
                  <a:pt x="382702" y="76316"/>
                  <a:pt x="383625" y="71439"/>
                </a:cubicBezTo>
                <a:lnTo>
                  <a:pt x="401814" y="74602"/>
                </a:lnTo>
                <a:cubicBezTo>
                  <a:pt x="399925" y="82950"/>
                  <a:pt x="396300" y="89255"/>
                  <a:pt x="390940" y="93517"/>
                </a:cubicBezTo>
                <a:cubicBezTo>
                  <a:pt x="385580" y="97778"/>
                  <a:pt x="378396" y="99909"/>
                  <a:pt x="369390" y="99909"/>
                </a:cubicBezTo>
                <a:cubicBezTo>
                  <a:pt x="359153" y="99909"/>
                  <a:pt x="350992" y="96680"/>
                  <a:pt x="344907" y="90222"/>
                </a:cubicBezTo>
                <a:cubicBezTo>
                  <a:pt x="338821" y="83763"/>
                  <a:pt x="335779" y="74822"/>
                  <a:pt x="335779" y="63399"/>
                </a:cubicBezTo>
                <a:cubicBezTo>
                  <a:pt x="335779" y="51844"/>
                  <a:pt x="338832" y="42848"/>
                  <a:pt x="344939" y="36412"/>
                </a:cubicBezTo>
                <a:cubicBezTo>
                  <a:pt x="351047" y="29975"/>
                  <a:pt x="359306" y="26757"/>
                  <a:pt x="369719" y="26757"/>
                </a:cubicBezTo>
                <a:cubicBezTo>
                  <a:pt x="378243" y="26757"/>
                  <a:pt x="385020" y="28591"/>
                  <a:pt x="390050" y="32260"/>
                </a:cubicBezTo>
                <a:cubicBezTo>
                  <a:pt x="395081" y="35928"/>
                  <a:pt x="398695" y="41519"/>
                  <a:pt x="400891" y="49032"/>
                </a:cubicBezTo>
                <a:close/>
                <a:moveTo>
                  <a:pt x="428748" y="49955"/>
                </a:moveTo>
                <a:lnTo>
                  <a:pt x="411943" y="46923"/>
                </a:lnTo>
                <a:cubicBezTo>
                  <a:pt x="413832" y="40068"/>
                  <a:pt x="417083" y="34993"/>
                  <a:pt x="421696" y="31699"/>
                </a:cubicBezTo>
                <a:cubicBezTo>
                  <a:pt x="426310" y="28404"/>
                  <a:pt x="433164" y="26757"/>
                  <a:pt x="442258" y="26757"/>
                </a:cubicBezTo>
                <a:cubicBezTo>
                  <a:pt x="450518" y="26757"/>
                  <a:pt x="456669" y="27734"/>
                  <a:pt x="460711" y="29689"/>
                </a:cubicBezTo>
                <a:cubicBezTo>
                  <a:pt x="464753" y="31645"/>
                  <a:pt x="467598" y="34127"/>
                  <a:pt x="469246" y="37136"/>
                </a:cubicBezTo>
                <a:cubicBezTo>
                  <a:pt x="470893" y="40146"/>
                  <a:pt x="471717" y="45671"/>
                  <a:pt x="471717" y="53711"/>
                </a:cubicBezTo>
                <a:lnTo>
                  <a:pt x="471519" y="75327"/>
                </a:lnTo>
                <a:cubicBezTo>
                  <a:pt x="471519" y="81478"/>
                  <a:pt x="471816" y="86015"/>
                  <a:pt x="472409" y="88936"/>
                </a:cubicBezTo>
                <a:cubicBezTo>
                  <a:pt x="473002" y="91858"/>
                  <a:pt x="474111" y="94989"/>
                  <a:pt x="475737" y="98328"/>
                </a:cubicBezTo>
                <a:lnTo>
                  <a:pt x="457416" y="98328"/>
                </a:lnTo>
                <a:cubicBezTo>
                  <a:pt x="456933" y="97097"/>
                  <a:pt x="456340" y="95274"/>
                  <a:pt x="455637" y="92858"/>
                </a:cubicBezTo>
                <a:cubicBezTo>
                  <a:pt x="455329" y="91759"/>
                  <a:pt x="455109" y="91034"/>
                  <a:pt x="454978" y="90683"/>
                </a:cubicBezTo>
                <a:cubicBezTo>
                  <a:pt x="451814" y="93758"/>
                  <a:pt x="448431" y="96065"/>
                  <a:pt x="444828" y="97603"/>
                </a:cubicBezTo>
                <a:cubicBezTo>
                  <a:pt x="441226" y="99140"/>
                  <a:pt x="437381" y="99909"/>
                  <a:pt x="433295" y="99909"/>
                </a:cubicBezTo>
                <a:cubicBezTo>
                  <a:pt x="426090" y="99909"/>
                  <a:pt x="420411" y="97962"/>
                  <a:pt x="416259" y="94069"/>
                </a:cubicBezTo>
                <a:cubicBezTo>
                  <a:pt x="412107" y="90175"/>
                  <a:pt x="410031" y="85253"/>
                  <a:pt x="410031" y="79302"/>
                </a:cubicBezTo>
                <a:cubicBezTo>
                  <a:pt x="410031" y="75364"/>
                  <a:pt x="410976" y="71854"/>
                  <a:pt x="412865" y="68770"/>
                </a:cubicBezTo>
                <a:cubicBezTo>
                  <a:pt x="414755" y="65685"/>
                  <a:pt x="417402" y="63322"/>
                  <a:pt x="420807" y="61681"/>
                </a:cubicBezTo>
                <a:cubicBezTo>
                  <a:pt x="424212" y="60041"/>
                  <a:pt x="429121" y="58608"/>
                  <a:pt x="435536" y="57383"/>
                </a:cubicBezTo>
                <a:cubicBezTo>
                  <a:pt x="444191" y="55764"/>
                  <a:pt x="450189" y="54255"/>
                  <a:pt x="453528" y="52854"/>
                </a:cubicBezTo>
                <a:lnTo>
                  <a:pt x="453528" y="50989"/>
                </a:lnTo>
                <a:cubicBezTo>
                  <a:pt x="453528" y="47390"/>
                  <a:pt x="452649" y="44825"/>
                  <a:pt x="450891" y="43292"/>
                </a:cubicBezTo>
                <a:cubicBezTo>
                  <a:pt x="449134" y="41759"/>
                  <a:pt x="445817" y="40992"/>
                  <a:pt x="440940" y="40992"/>
                </a:cubicBezTo>
                <a:cubicBezTo>
                  <a:pt x="437645" y="40992"/>
                  <a:pt x="435075" y="41655"/>
                  <a:pt x="433229" y="42981"/>
                </a:cubicBezTo>
                <a:cubicBezTo>
                  <a:pt x="431384" y="44306"/>
                  <a:pt x="429890" y="46631"/>
                  <a:pt x="428748" y="49955"/>
                </a:cubicBezTo>
                <a:moveTo>
                  <a:pt x="453528" y="64981"/>
                </a:moveTo>
                <a:cubicBezTo>
                  <a:pt x="451155" y="65762"/>
                  <a:pt x="447399" y="66695"/>
                  <a:pt x="442258" y="67781"/>
                </a:cubicBezTo>
                <a:cubicBezTo>
                  <a:pt x="437118" y="68866"/>
                  <a:pt x="433757" y="69930"/>
                  <a:pt x="432175" y="70972"/>
                </a:cubicBezTo>
                <a:cubicBezTo>
                  <a:pt x="429759" y="72665"/>
                  <a:pt x="428550" y="74813"/>
                  <a:pt x="428550" y="77418"/>
                </a:cubicBezTo>
                <a:cubicBezTo>
                  <a:pt x="428550" y="79980"/>
                  <a:pt x="429517" y="82194"/>
                  <a:pt x="431450" y="84062"/>
                </a:cubicBezTo>
                <a:cubicBezTo>
                  <a:pt x="433383" y="85928"/>
                  <a:pt x="435844" y="86860"/>
                  <a:pt x="438831" y="86860"/>
                </a:cubicBezTo>
                <a:cubicBezTo>
                  <a:pt x="442170" y="86860"/>
                  <a:pt x="445356" y="85775"/>
                  <a:pt x="448387" y="83604"/>
                </a:cubicBezTo>
                <a:cubicBezTo>
                  <a:pt x="450628" y="81956"/>
                  <a:pt x="452100" y="79937"/>
                  <a:pt x="452803" y="77548"/>
                </a:cubicBezTo>
                <a:cubicBezTo>
                  <a:pt x="453286" y="75985"/>
                  <a:pt x="453528" y="73012"/>
                  <a:pt x="453528" y="68628"/>
                </a:cubicBezTo>
                <a:lnTo>
                  <a:pt x="453528" y="64981"/>
                </a:lnTo>
                <a:close/>
                <a:moveTo>
                  <a:pt x="522047" y="28338"/>
                </a:moveTo>
                <a:lnTo>
                  <a:pt x="522047" y="43101"/>
                </a:lnTo>
                <a:lnTo>
                  <a:pt x="509393" y="43101"/>
                </a:lnTo>
                <a:lnTo>
                  <a:pt x="509393" y="71262"/>
                </a:lnTo>
                <a:cubicBezTo>
                  <a:pt x="509393" y="76965"/>
                  <a:pt x="509514" y="80289"/>
                  <a:pt x="509756" y="81232"/>
                </a:cubicBezTo>
                <a:cubicBezTo>
                  <a:pt x="509997" y="82174"/>
                  <a:pt x="510546" y="82952"/>
                  <a:pt x="511403" y="83567"/>
                </a:cubicBezTo>
                <a:cubicBezTo>
                  <a:pt x="512260" y="84181"/>
                  <a:pt x="513303" y="84488"/>
                  <a:pt x="514534" y="84488"/>
                </a:cubicBezTo>
                <a:cubicBezTo>
                  <a:pt x="516247" y="84488"/>
                  <a:pt x="518729" y="83895"/>
                  <a:pt x="521981" y="82709"/>
                </a:cubicBezTo>
                <a:lnTo>
                  <a:pt x="523562" y="97129"/>
                </a:lnTo>
                <a:cubicBezTo>
                  <a:pt x="519257" y="98983"/>
                  <a:pt x="514380" y="99909"/>
                  <a:pt x="508932" y="99909"/>
                </a:cubicBezTo>
                <a:cubicBezTo>
                  <a:pt x="505593" y="99909"/>
                  <a:pt x="502583" y="99349"/>
                  <a:pt x="499903" y="98229"/>
                </a:cubicBezTo>
                <a:cubicBezTo>
                  <a:pt x="497223" y="97108"/>
                  <a:pt x="495257" y="95659"/>
                  <a:pt x="494005" y="93879"/>
                </a:cubicBezTo>
                <a:cubicBezTo>
                  <a:pt x="492753" y="92100"/>
                  <a:pt x="491885" y="89694"/>
                  <a:pt x="491402" y="86663"/>
                </a:cubicBezTo>
                <a:cubicBezTo>
                  <a:pt x="491006" y="84510"/>
                  <a:pt x="490808" y="80160"/>
                  <a:pt x="490808" y="73614"/>
                </a:cubicBezTo>
                <a:lnTo>
                  <a:pt x="490808" y="43101"/>
                </a:lnTo>
                <a:lnTo>
                  <a:pt x="482307" y="43101"/>
                </a:lnTo>
                <a:lnTo>
                  <a:pt x="482307" y="28338"/>
                </a:lnTo>
                <a:lnTo>
                  <a:pt x="490808" y="28338"/>
                </a:lnTo>
                <a:lnTo>
                  <a:pt x="490808" y="14367"/>
                </a:lnTo>
                <a:lnTo>
                  <a:pt x="509393" y="3427"/>
                </a:lnTo>
                <a:lnTo>
                  <a:pt x="509393" y="28338"/>
                </a:lnTo>
                <a:lnTo>
                  <a:pt x="522047" y="28338"/>
                </a:lnTo>
                <a:close/>
                <a:moveTo>
                  <a:pt x="534897" y="18848"/>
                </a:moveTo>
                <a:lnTo>
                  <a:pt x="534897" y="1713"/>
                </a:lnTo>
                <a:lnTo>
                  <a:pt x="553416" y="1713"/>
                </a:lnTo>
                <a:lnTo>
                  <a:pt x="553416" y="18848"/>
                </a:lnTo>
                <a:lnTo>
                  <a:pt x="534897" y="18848"/>
                </a:lnTo>
                <a:moveTo>
                  <a:pt x="534897" y="98328"/>
                </a:moveTo>
                <a:lnTo>
                  <a:pt x="534897" y="28338"/>
                </a:lnTo>
                <a:lnTo>
                  <a:pt x="553416" y="28338"/>
                </a:lnTo>
                <a:lnTo>
                  <a:pt x="553416" y="98328"/>
                </a:lnTo>
                <a:lnTo>
                  <a:pt x="534897" y="98328"/>
                </a:lnTo>
                <a:close/>
                <a:moveTo>
                  <a:pt x="568134" y="62344"/>
                </a:moveTo>
                <a:cubicBezTo>
                  <a:pt x="568134" y="56194"/>
                  <a:pt x="569650" y="50240"/>
                  <a:pt x="572682" y="44485"/>
                </a:cubicBezTo>
                <a:cubicBezTo>
                  <a:pt x="575713" y="38729"/>
                  <a:pt x="580008" y="34336"/>
                  <a:pt x="585566" y="31304"/>
                </a:cubicBezTo>
                <a:cubicBezTo>
                  <a:pt x="591124" y="28272"/>
                  <a:pt x="597329" y="26757"/>
                  <a:pt x="604183" y="26757"/>
                </a:cubicBezTo>
                <a:cubicBezTo>
                  <a:pt x="614772" y="26757"/>
                  <a:pt x="623449" y="30195"/>
                  <a:pt x="630215" y="37071"/>
                </a:cubicBezTo>
                <a:cubicBezTo>
                  <a:pt x="636981" y="43946"/>
                  <a:pt x="640364" y="52635"/>
                  <a:pt x="640364" y="63135"/>
                </a:cubicBezTo>
                <a:cubicBezTo>
                  <a:pt x="640364" y="73724"/>
                  <a:pt x="636948" y="82500"/>
                  <a:pt x="630116" y="89464"/>
                </a:cubicBezTo>
                <a:cubicBezTo>
                  <a:pt x="623284" y="96427"/>
                  <a:pt x="614684" y="99909"/>
                  <a:pt x="604315" y="99909"/>
                </a:cubicBezTo>
                <a:cubicBezTo>
                  <a:pt x="597901" y="99909"/>
                  <a:pt x="591783" y="98459"/>
                  <a:pt x="585961" y="95560"/>
                </a:cubicBezTo>
                <a:cubicBezTo>
                  <a:pt x="580140" y="92660"/>
                  <a:pt x="575713" y="88409"/>
                  <a:pt x="572682" y="82807"/>
                </a:cubicBezTo>
                <a:cubicBezTo>
                  <a:pt x="569650" y="77206"/>
                  <a:pt x="568134" y="70385"/>
                  <a:pt x="568134" y="62344"/>
                </a:cubicBezTo>
                <a:moveTo>
                  <a:pt x="587114" y="63333"/>
                </a:moveTo>
                <a:cubicBezTo>
                  <a:pt x="587114" y="70253"/>
                  <a:pt x="588762" y="75553"/>
                  <a:pt x="592057" y="79232"/>
                </a:cubicBezTo>
                <a:cubicBezTo>
                  <a:pt x="595352" y="82912"/>
                  <a:pt x="599416" y="84752"/>
                  <a:pt x="604249" y="84752"/>
                </a:cubicBezTo>
                <a:cubicBezTo>
                  <a:pt x="609082" y="84752"/>
                  <a:pt x="613135" y="82912"/>
                  <a:pt x="616408" y="79232"/>
                </a:cubicBezTo>
                <a:cubicBezTo>
                  <a:pt x="619682" y="75553"/>
                  <a:pt x="621318" y="70209"/>
                  <a:pt x="621318" y="63201"/>
                </a:cubicBezTo>
                <a:cubicBezTo>
                  <a:pt x="621318" y="56369"/>
                  <a:pt x="619682" y="51113"/>
                  <a:pt x="616408" y="47434"/>
                </a:cubicBezTo>
                <a:cubicBezTo>
                  <a:pt x="613135" y="43754"/>
                  <a:pt x="609082" y="41914"/>
                  <a:pt x="604249" y="41914"/>
                </a:cubicBezTo>
                <a:cubicBezTo>
                  <a:pt x="599416" y="41914"/>
                  <a:pt x="595352" y="43754"/>
                  <a:pt x="592057" y="47434"/>
                </a:cubicBezTo>
                <a:cubicBezTo>
                  <a:pt x="588762" y="51113"/>
                  <a:pt x="587114" y="56413"/>
                  <a:pt x="587114" y="63333"/>
                </a:cubicBezTo>
                <a:close/>
                <a:moveTo>
                  <a:pt x="718547" y="98328"/>
                </a:moveTo>
                <a:lnTo>
                  <a:pt x="700028" y="98328"/>
                </a:lnTo>
                <a:lnTo>
                  <a:pt x="700028" y="62649"/>
                </a:lnTo>
                <a:cubicBezTo>
                  <a:pt x="700028" y="55101"/>
                  <a:pt x="699633" y="50218"/>
                  <a:pt x="698842" y="48002"/>
                </a:cubicBezTo>
                <a:cubicBezTo>
                  <a:pt x="698051" y="45786"/>
                  <a:pt x="696766" y="44064"/>
                  <a:pt x="694987" y="42835"/>
                </a:cubicBezTo>
                <a:cubicBezTo>
                  <a:pt x="693207" y="41606"/>
                  <a:pt x="691065" y="40992"/>
                  <a:pt x="688561" y="40992"/>
                </a:cubicBezTo>
                <a:cubicBezTo>
                  <a:pt x="685354" y="40992"/>
                  <a:pt x="682476" y="41870"/>
                  <a:pt x="679928" y="43626"/>
                </a:cubicBezTo>
                <a:cubicBezTo>
                  <a:pt x="677380" y="45381"/>
                  <a:pt x="675633" y="47706"/>
                  <a:pt x="674689" y="50603"/>
                </a:cubicBezTo>
                <a:cubicBezTo>
                  <a:pt x="673744" y="53499"/>
                  <a:pt x="673272" y="58853"/>
                  <a:pt x="673272" y="66665"/>
                </a:cubicBezTo>
                <a:lnTo>
                  <a:pt x="673272" y="98328"/>
                </a:lnTo>
                <a:lnTo>
                  <a:pt x="654753" y="98328"/>
                </a:lnTo>
                <a:lnTo>
                  <a:pt x="654753" y="28338"/>
                </a:lnTo>
                <a:lnTo>
                  <a:pt x="671954" y="28338"/>
                </a:lnTo>
                <a:lnTo>
                  <a:pt x="671954" y="38619"/>
                </a:lnTo>
                <a:cubicBezTo>
                  <a:pt x="678061" y="30711"/>
                  <a:pt x="685749" y="26757"/>
                  <a:pt x="695020" y="26757"/>
                </a:cubicBezTo>
                <a:cubicBezTo>
                  <a:pt x="699106" y="26757"/>
                  <a:pt x="702840" y="27493"/>
                  <a:pt x="706223" y="28964"/>
                </a:cubicBezTo>
                <a:cubicBezTo>
                  <a:pt x="709606" y="30436"/>
                  <a:pt x="712166" y="32315"/>
                  <a:pt x="713901" y="34599"/>
                </a:cubicBezTo>
                <a:cubicBezTo>
                  <a:pt x="715636" y="36884"/>
                  <a:pt x="716845" y="39476"/>
                  <a:pt x="717526" y="42376"/>
                </a:cubicBezTo>
                <a:cubicBezTo>
                  <a:pt x="718207" y="45276"/>
                  <a:pt x="718547" y="49427"/>
                  <a:pt x="718547" y="54832"/>
                </a:cubicBezTo>
                <a:lnTo>
                  <a:pt x="718547" y="98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1">
            <a:extLst xmlns:a="http://schemas.openxmlformats.org/drawingml/2006/main">
              <a:ext uri="{FF2B5EF4-FFF2-40B4-BE49-F238E27FC236}">
                <a16:creationId xmlns:a16="http://schemas.microsoft.com/office/drawing/2014/main" id="{D838EC94-9C32-4DC5-8138-9013037D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564" y="3224983"/>
            <a:ext cx="35359" cy="80821"/>
          </a:xfrm>
          <a:custGeom xmlns:a="http://schemas.openxmlformats.org/drawingml/2006/main">
            <a:pathLst>
              <a:path w="35359" h="80821">
                <a:moveTo>
                  <a:pt x="35359" y="80821"/>
                </a:moveTo>
                <a:lnTo>
                  <a:pt x="19931" y="80821"/>
                </a:lnTo>
                <a:lnTo>
                  <a:pt x="19931" y="22740"/>
                </a:lnTo>
                <a:cubicBezTo>
                  <a:pt x="14294" y="28031"/>
                  <a:pt x="7650" y="31945"/>
                  <a:pt x="0" y="34481"/>
                </a:cubicBezTo>
                <a:lnTo>
                  <a:pt x="0" y="20425"/>
                </a:lnTo>
                <a:cubicBezTo>
                  <a:pt x="4026" y="19104"/>
                  <a:pt x="8401" y="16599"/>
                  <a:pt x="13122" y="12911"/>
                </a:cubicBezTo>
                <a:cubicBezTo>
                  <a:pt x="17844" y="9222"/>
                  <a:pt x="21084" y="4919"/>
                  <a:pt x="22841" y="0"/>
                </a:cubicBezTo>
                <a:lnTo>
                  <a:pt x="35359" y="0"/>
                </a:lnTo>
                <a:lnTo>
                  <a:pt x="35359" y="80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:No,thatisnotentirely">
            <a:extLst xmlns:a="http://schemas.openxmlformats.org/drawingml/2006/main">
              <a:ext uri="{FF2B5EF4-FFF2-40B4-BE49-F238E27FC236}">
                <a16:creationId xmlns:a16="http://schemas.microsoft.com/office/drawing/2014/main" id="{F2B2AFFB-0D02-42C3-ADAA-406BC5BF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524" y="3173866"/>
            <a:ext cx="1484563" cy="125084"/>
          </a:xfrm>
          <a:custGeom xmlns:a="http://schemas.openxmlformats.org/drawingml/2006/main">
            <a:pathLst>
              <a:path w="1484563" h="125084">
                <a:moveTo>
                  <a:pt x="0" y="45210"/>
                </a:moveTo>
                <a:lnTo>
                  <a:pt x="0" y="26625"/>
                </a:lnTo>
                <a:lnTo>
                  <a:pt x="18519" y="26625"/>
                </a:lnTo>
                <a:lnTo>
                  <a:pt x="18519" y="45210"/>
                </a:lnTo>
                <a:lnTo>
                  <a:pt x="0" y="45210"/>
                </a:lnTo>
                <a:moveTo>
                  <a:pt x="0" y="96614"/>
                </a:moveTo>
                <a:lnTo>
                  <a:pt x="0" y="78029"/>
                </a:lnTo>
                <a:lnTo>
                  <a:pt x="18519" y="78029"/>
                </a:lnTo>
                <a:lnTo>
                  <a:pt x="18519" y="96614"/>
                </a:lnTo>
                <a:lnTo>
                  <a:pt x="0" y="96614"/>
                </a:lnTo>
                <a:close/>
                <a:moveTo>
                  <a:pt x="79281" y="96614"/>
                </a:moveTo>
                <a:lnTo>
                  <a:pt x="79281" y="0"/>
                </a:lnTo>
                <a:lnTo>
                  <a:pt x="98261" y="0"/>
                </a:lnTo>
                <a:lnTo>
                  <a:pt x="137803" y="64657"/>
                </a:lnTo>
                <a:lnTo>
                  <a:pt x="137803" y="0"/>
                </a:lnTo>
                <a:lnTo>
                  <a:pt x="155927" y="0"/>
                </a:lnTo>
                <a:lnTo>
                  <a:pt x="155927" y="96614"/>
                </a:lnTo>
                <a:lnTo>
                  <a:pt x="136353" y="96614"/>
                </a:lnTo>
                <a:lnTo>
                  <a:pt x="97404" y="33434"/>
                </a:lnTo>
                <a:lnTo>
                  <a:pt x="97404" y="96614"/>
                </a:lnTo>
                <a:lnTo>
                  <a:pt x="79281" y="96614"/>
                </a:lnTo>
                <a:close/>
                <a:moveTo>
                  <a:pt x="172117" y="60631"/>
                </a:moveTo>
                <a:cubicBezTo>
                  <a:pt x="172117" y="54480"/>
                  <a:pt x="173633" y="48527"/>
                  <a:pt x="176664" y="42771"/>
                </a:cubicBezTo>
                <a:cubicBezTo>
                  <a:pt x="179696" y="37016"/>
                  <a:pt x="183990" y="32622"/>
                  <a:pt x="189548" y="29591"/>
                </a:cubicBezTo>
                <a:cubicBezTo>
                  <a:pt x="195106" y="26559"/>
                  <a:pt x="201312" y="25043"/>
                  <a:pt x="208166" y="25043"/>
                </a:cubicBezTo>
                <a:cubicBezTo>
                  <a:pt x="218754" y="25043"/>
                  <a:pt x="227432" y="28481"/>
                  <a:pt x="234198" y="35357"/>
                </a:cubicBezTo>
                <a:cubicBezTo>
                  <a:pt x="240964" y="42233"/>
                  <a:pt x="244347" y="50921"/>
                  <a:pt x="244347" y="61422"/>
                </a:cubicBezTo>
                <a:cubicBezTo>
                  <a:pt x="244347" y="72010"/>
                  <a:pt x="240931" y="80786"/>
                  <a:pt x="234099" y="87750"/>
                </a:cubicBezTo>
                <a:cubicBezTo>
                  <a:pt x="227267" y="94714"/>
                  <a:pt x="218667" y="98196"/>
                  <a:pt x="208298" y="98196"/>
                </a:cubicBezTo>
                <a:cubicBezTo>
                  <a:pt x="201883" y="98196"/>
                  <a:pt x="195765" y="96746"/>
                  <a:pt x="189944" y="93846"/>
                </a:cubicBezTo>
                <a:cubicBezTo>
                  <a:pt x="184122" y="90946"/>
                  <a:pt x="179696" y="86696"/>
                  <a:pt x="176664" y="81094"/>
                </a:cubicBezTo>
                <a:cubicBezTo>
                  <a:pt x="173633" y="75492"/>
                  <a:pt x="172117" y="68671"/>
                  <a:pt x="172117" y="60631"/>
                </a:cubicBezTo>
                <a:moveTo>
                  <a:pt x="191097" y="61620"/>
                </a:moveTo>
                <a:cubicBezTo>
                  <a:pt x="191097" y="68539"/>
                  <a:pt x="192745" y="73839"/>
                  <a:pt x="196040" y="77519"/>
                </a:cubicBezTo>
                <a:cubicBezTo>
                  <a:pt x="199335" y="81198"/>
                  <a:pt x="203399" y="83038"/>
                  <a:pt x="208232" y="83038"/>
                </a:cubicBezTo>
                <a:cubicBezTo>
                  <a:pt x="213065" y="83038"/>
                  <a:pt x="217118" y="81198"/>
                  <a:pt x="220391" y="77519"/>
                </a:cubicBezTo>
                <a:cubicBezTo>
                  <a:pt x="223664" y="73839"/>
                  <a:pt x="225301" y="68495"/>
                  <a:pt x="225301" y="61488"/>
                </a:cubicBezTo>
                <a:cubicBezTo>
                  <a:pt x="225301" y="54656"/>
                  <a:pt x="223664" y="49400"/>
                  <a:pt x="220391" y="45720"/>
                </a:cubicBezTo>
                <a:cubicBezTo>
                  <a:pt x="217118" y="42041"/>
                  <a:pt x="213065" y="40201"/>
                  <a:pt x="208232" y="40201"/>
                </a:cubicBezTo>
                <a:cubicBezTo>
                  <a:pt x="203399" y="40201"/>
                  <a:pt x="199335" y="42041"/>
                  <a:pt x="196040" y="45720"/>
                </a:cubicBezTo>
                <a:cubicBezTo>
                  <a:pt x="192745" y="49400"/>
                  <a:pt x="191097" y="54700"/>
                  <a:pt x="191097" y="61620"/>
                </a:cubicBezTo>
                <a:close/>
                <a:moveTo>
                  <a:pt x="258405" y="78029"/>
                </a:moveTo>
                <a:lnTo>
                  <a:pt x="276924" y="78029"/>
                </a:lnTo>
                <a:lnTo>
                  <a:pt x="276924" y="91319"/>
                </a:lnTo>
                <a:cubicBezTo>
                  <a:pt x="276924" y="96697"/>
                  <a:pt x="276463" y="100940"/>
                  <a:pt x="275540" y="104047"/>
                </a:cubicBezTo>
                <a:cubicBezTo>
                  <a:pt x="274617" y="107155"/>
                  <a:pt x="272871" y="109944"/>
                  <a:pt x="270301" y="112412"/>
                </a:cubicBezTo>
                <a:cubicBezTo>
                  <a:pt x="267731" y="114881"/>
                  <a:pt x="264468" y="116820"/>
                  <a:pt x="260514" y="118230"/>
                </a:cubicBezTo>
                <a:lnTo>
                  <a:pt x="256889" y="110586"/>
                </a:lnTo>
                <a:cubicBezTo>
                  <a:pt x="260624" y="109350"/>
                  <a:pt x="263282" y="107650"/>
                  <a:pt x="264864" y="105486"/>
                </a:cubicBezTo>
                <a:cubicBezTo>
                  <a:pt x="266445" y="103324"/>
                  <a:pt x="267280" y="100367"/>
                  <a:pt x="267368" y="96614"/>
                </a:cubicBezTo>
                <a:lnTo>
                  <a:pt x="258405" y="96614"/>
                </a:lnTo>
                <a:lnTo>
                  <a:pt x="258405" y="78029"/>
                </a:lnTo>
                <a:close/>
                <a:moveTo>
                  <a:pt x="366005" y="26625"/>
                </a:moveTo>
                <a:lnTo>
                  <a:pt x="366005" y="41387"/>
                </a:lnTo>
                <a:lnTo>
                  <a:pt x="353351" y="41387"/>
                </a:lnTo>
                <a:lnTo>
                  <a:pt x="353351" y="69549"/>
                </a:lnTo>
                <a:cubicBezTo>
                  <a:pt x="353351" y="75252"/>
                  <a:pt x="353472" y="78575"/>
                  <a:pt x="353714" y="79518"/>
                </a:cubicBezTo>
                <a:cubicBezTo>
                  <a:pt x="353956" y="80460"/>
                  <a:pt x="354505" y="81239"/>
                  <a:pt x="355361" y="81854"/>
                </a:cubicBezTo>
                <a:cubicBezTo>
                  <a:pt x="356218" y="82468"/>
                  <a:pt x="357262" y="82774"/>
                  <a:pt x="358492" y="82774"/>
                </a:cubicBezTo>
                <a:cubicBezTo>
                  <a:pt x="360205" y="82774"/>
                  <a:pt x="362688" y="82181"/>
                  <a:pt x="365939" y="80995"/>
                </a:cubicBezTo>
                <a:lnTo>
                  <a:pt x="367521" y="95416"/>
                </a:lnTo>
                <a:cubicBezTo>
                  <a:pt x="363215" y="97269"/>
                  <a:pt x="358338" y="98196"/>
                  <a:pt x="352890" y="98196"/>
                </a:cubicBezTo>
                <a:cubicBezTo>
                  <a:pt x="349551" y="98196"/>
                  <a:pt x="346541" y="97636"/>
                  <a:pt x="343861" y="96515"/>
                </a:cubicBezTo>
                <a:cubicBezTo>
                  <a:pt x="341181" y="95395"/>
                  <a:pt x="339215" y="93945"/>
                  <a:pt x="337963" y="92166"/>
                </a:cubicBezTo>
                <a:cubicBezTo>
                  <a:pt x="336711" y="90386"/>
                  <a:pt x="335843" y="87981"/>
                  <a:pt x="335360" y="84949"/>
                </a:cubicBezTo>
                <a:cubicBezTo>
                  <a:pt x="334964" y="82796"/>
                  <a:pt x="334767" y="78447"/>
                  <a:pt x="334767" y="71900"/>
                </a:cubicBezTo>
                <a:lnTo>
                  <a:pt x="334767" y="41387"/>
                </a:lnTo>
                <a:lnTo>
                  <a:pt x="326265" y="41387"/>
                </a:lnTo>
                <a:lnTo>
                  <a:pt x="326265" y="26625"/>
                </a:lnTo>
                <a:lnTo>
                  <a:pt x="334767" y="26625"/>
                </a:lnTo>
                <a:lnTo>
                  <a:pt x="334767" y="12653"/>
                </a:lnTo>
                <a:lnTo>
                  <a:pt x="353351" y="1713"/>
                </a:lnTo>
                <a:lnTo>
                  <a:pt x="353351" y="26625"/>
                </a:lnTo>
                <a:lnTo>
                  <a:pt x="366005" y="26625"/>
                </a:lnTo>
                <a:close/>
                <a:moveTo>
                  <a:pt x="397308" y="0"/>
                </a:moveTo>
                <a:lnTo>
                  <a:pt x="397308" y="35571"/>
                </a:lnTo>
                <a:cubicBezTo>
                  <a:pt x="403283" y="28553"/>
                  <a:pt x="410422" y="25043"/>
                  <a:pt x="418726" y="25043"/>
                </a:cubicBezTo>
                <a:cubicBezTo>
                  <a:pt x="422988" y="25043"/>
                  <a:pt x="426832" y="25834"/>
                  <a:pt x="430259" y="27416"/>
                </a:cubicBezTo>
                <a:cubicBezTo>
                  <a:pt x="433686" y="28997"/>
                  <a:pt x="436267" y="31018"/>
                  <a:pt x="438003" y="33479"/>
                </a:cubicBezTo>
                <a:cubicBezTo>
                  <a:pt x="439738" y="35939"/>
                  <a:pt x="440925" y="38663"/>
                  <a:pt x="441562" y="41651"/>
                </a:cubicBezTo>
                <a:cubicBezTo>
                  <a:pt x="442199" y="44638"/>
                  <a:pt x="442517" y="49274"/>
                  <a:pt x="442517" y="55556"/>
                </a:cubicBezTo>
                <a:lnTo>
                  <a:pt x="442517" y="96614"/>
                </a:lnTo>
                <a:lnTo>
                  <a:pt x="423998" y="96614"/>
                </a:lnTo>
                <a:lnTo>
                  <a:pt x="423998" y="59686"/>
                </a:lnTo>
                <a:cubicBezTo>
                  <a:pt x="423998" y="52357"/>
                  <a:pt x="423647" y="47705"/>
                  <a:pt x="422944" y="45731"/>
                </a:cubicBezTo>
                <a:cubicBezTo>
                  <a:pt x="422241" y="43755"/>
                  <a:pt x="421000" y="42186"/>
                  <a:pt x="419220" y="41023"/>
                </a:cubicBezTo>
                <a:cubicBezTo>
                  <a:pt x="417441" y="39860"/>
                  <a:pt x="415211" y="39278"/>
                  <a:pt x="412531" y="39278"/>
                </a:cubicBezTo>
                <a:cubicBezTo>
                  <a:pt x="409456" y="39278"/>
                  <a:pt x="406710" y="40025"/>
                  <a:pt x="404293" y="41517"/>
                </a:cubicBezTo>
                <a:cubicBezTo>
                  <a:pt x="401877" y="43009"/>
                  <a:pt x="400109" y="45258"/>
                  <a:pt x="398988" y="48264"/>
                </a:cubicBezTo>
                <a:cubicBezTo>
                  <a:pt x="397868" y="51269"/>
                  <a:pt x="397308" y="55713"/>
                  <a:pt x="397308" y="61595"/>
                </a:cubicBezTo>
                <a:lnTo>
                  <a:pt x="397308" y="96614"/>
                </a:lnTo>
                <a:lnTo>
                  <a:pt x="378789" y="96614"/>
                </a:lnTo>
                <a:lnTo>
                  <a:pt x="378789" y="0"/>
                </a:lnTo>
                <a:lnTo>
                  <a:pt x="397308" y="0"/>
                </a:lnTo>
                <a:close/>
                <a:moveTo>
                  <a:pt x="475161" y="48241"/>
                </a:moveTo>
                <a:lnTo>
                  <a:pt x="458356" y="45210"/>
                </a:lnTo>
                <a:cubicBezTo>
                  <a:pt x="460245" y="38354"/>
                  <a:pt x="463496" y="33280"/>
                  <a:pt x="468109" y="29986"/>
                </a:cubicBezTo>
                <a:cubicBezTo>
                  <a:pt x="472723" y="26691"/>
                  <a:pt x="479577" y="25043"/>
                  <a:pt x="488671" y="25043"/>
                </a:cubicBezTo>
                <a:cubicBezTo>
                  <a:pt x="496931" y="25043"/>
                  <a:pt x="503082" y="26021"/>
                  <a:pt x="507124" y="27976"/>
                </a:cubicBezTo>
                <a:cubicBezTo>
                  <a:pt x="511166" y="29931"/>
                  <a:pt x="514011" y="32413"/>
                  <a:pt x="515659" y="35423"/>
                </a:cubicBezTo>
                <a:cubicBezTo>
                  <a:pt x="517306" y="38433"/>
                  <a:pt x="518130" y="43957"/>
                  <a:pt x="518130" y="51998"/>
                </a:cubicBezTo>
                <a:lnTo>
                  <a:pt x="517932" y="73614"/>
                </a:lnTo>
                <a:cubicBezTo>
                  <a:pt x="517932" y="79765"/>
                  <a:pt x="518229" y="84301"/>
                  <a:pt x="518822" y="87223"/>
                </a:cubicBezTo>
                <a:cubicBezTo>
                  <a:pt x="519415" y="90145"/>
                  <a:pt x="520524" y="93275"/>
                  <a:pt x="522150" y="96614"/>
                </a:cubicBezTo>
                <a:lnTo>
                  <a:pt x="503829" y="96614"/>
                </a:lnTo>
                <a:cubicBezTo>
                  <a:pt x="503346" y="95384"/>
                  <a:pt x="502753" y="93561"/>
                  <a:pt x="502050" y="91144"/>
                </a:cubicBezTo>
                <a:cubicBezTo>
                  <a:pt x="501742" y="90046"/>
                  <a:pt x="501522" y="89321"/>
                  <a:pt x="501391" y="88969"/>
                </a:cubicBezTo>
                <a:cubicBezTo>
                  <a:pt x="498227" y="92045"/>
                  <a:pt x="494844" y="94351"/>
                  <a:pt x="491241" y="95889"/>
                </a:cubicBezTo>
                <a:cubicBezTo>
                  <a:pt x="487639" y="97427"/>
                  <a:pt x="483794" y="98196"/>
                  <a:pt x="479708" y="98196"/>
                </a:cubicBezTo>
                <a:cubicBezTo>
                  <a:pt x="472503" y="98196"/>
                  <a:pt x="466824" y="96249"/>
                  <a:pt x="462672" y="92355"/>
                </a:cubicBezTo>
                <a:cubicBezTo>
                  <a:pt x="458520" y="88461"/>
                  <a:pt x="456444" y="83539"/>
                  <a:pt x="456444" y="77589"/>
                </a:cubicBezTo>
                <a:cubicBezTo>
                  <a:pt x="456444" y="73651"/>
                  <a:pt x="457389" y="70140"/>
                  <a:pt x="459278" y="67057"/>
                </a:cubicBezTo>
                <a:cubicBezTo>
                  <a:pt x="461168" y="63971"/>
                  <a:pt x="463815" y="61609"/>
                  <a:pt x="467220" y="59968"/>
                </a:cubicBezTo>
                <a:cubicBezTo>
                  <a:pt x="470625" y="58327"/>
                  <a:pt x="475534" y="56894"/>
                  <a:pt x="481949" y="55670"/>
                </a:cubicBezTo>
                <a:cubicBezTo>
                  <a:pt x="490604" y="54051"/>
                  <a:pt x="496602" y="52541"/>
                  <a:pt x="499941" y="51141"/>
                </a:cubicBezTo>
                <a:lnTo>
                  <a:pt x="499941" y="49275"/>
                </a:lnTo>
                <a:cubicBezTo>
                  <a:pt x="499941" y="45676"/>
                  <a:pt x="499062" y="43111"/>
                  <a:pt x="497305" y="41579"/>
                </a:cubicBezTo>
                <a:cubicBezTo>
                  <a:pt x="495547" y="40045"/>
                  <a:pt x="492230" y="39278"/>
                  <a:pt x="487353" y="39278"/>
                </a:cubicBezTo>
                <a:cubicBezTo>
                  <a:pt x="484058" y="39278"/>
                  <a:pt x="481488" y="39941"/>
                  <a:pt x="479642" y="41268"/>
                </a:cubicBezTo>
                <a:cubicBezTo>
                  <a:pt x="477797" y="42593"/>
                  <a:pt x="476303" y="44917"/>
                  <a:pt x="475161" y="48241"/>
                </a:cubicBezTo>
                <a:moveTo>
                  <a:pt x="499941" y="63267"/>
                </a:moveTo>
                <a:cubicBezTo>
                  <a:pt x="497568" y="64048"/>
                  <a:pt x="493812" y="64982"/>
                  <a:pt x="488671" y="66068"/>
                </a:cubicBezTo>
                <a:cubicBezTo>
                  <a:pt x="483531" y="67153"/>
                  <a:pt x="480170" y="68216"/>
                  <a:pt x="478588" y="69258"/>
                </a:cubicBezTo>
                <a:cubicBezTo>
                  <a:pt x="476172" y="70951"/>
                  <a:pt x="474963" y="73100"/>
                  <a:pt x="474963" y="75704"/>
                </a:cubicBezTo>
                <a:cubicBezTo>
                  <a:pt x="474963" y="78266"/>
                  <a:pt x="475930" y="80481"/>
                  <a:pt x="477863" y="82348"/>
                </a:cubicBezTo>
                <a:cubicBezTo>
                  <a:pt x="479796" y="84214"/>
                  <a:pt x="482257" y="85147"/>
                  <a:pt x="485244" y="85147"/>
                </a:cubicBezTo>
                <a:cubicBezTo>
                  <a:pt x="488583" y="85147"/>
                  <a:pt x="491769" y="84062"/>
                  <a:pt x="494800" y="81891"/>
                </a:cubicBezTo>
                <a:cubicBezTo>
                  <a:pt x="497041" y="80242"/>
                  <a:pt x="498513" y="78223"/>
                  <a:pt x="499216" y="75834"/>
                </a:cubicBezTo>
                <a:cubicBezTo>
                  <a:pt x="499699" y="74272"/>
                  <a:pt x="499941" y="71298"/>
                  <a:pt x="499941" y="66914"/>
                </a:cubicBezTo>
                <a:lnTo>
                  <a:pt x="499941" y="63267"/>
                </a:lnTo>
                <a:close/>
                <a:moveTo>
                  <a:pt x="568460" y="26625"/>
                </a:moveTo>
                <a:lnTo>
                  <a:pt x="568460" y="41387"/>
                </a:lnTo>
                <a:lnTo>
                  <a:pt x="555806" y="41387"/>
                </a:lnTo>
                <a:lnTo>
                  <a:pt x="555806" y="69549"/>
                </a:lnTo>
                <a:cubicBezTo>
                  <a:pt x="555806" y="75252"/>
                  <a:pt x="555927" y="78575"/>
                  <a:pt x="556169" y="79518"/>
                </a:cubicBezTo>
                <a:cubicBezTo>
                  <a:pt x="556410" y="80460"/>
                  <a:pt x="556959" y="81239"/>
                  <a:pt x="557816" y="81854"/>
                </a:cubicBezTo>
                <a:cubicBezTo>
                  <a:pt x="558673" y="82468"/>
                  <a:pt x="559716" y="82774"/>
                  <a:pt x="560947" y="82774"/>
                </a:cubicBezTo>
                <a:cubicBezTo>
                  <a:pt x="562660" y="82774"/>
                  <a:pt x="565142" y="82181"/>
                  <a:pt x="568394" y="80995"/>
                </a:cubicBezTo>
                <a:lnTo>
                  <a:pt x="569975" y="95416"/>
                </a:lnTo>
                <a:cubicBezTo>
                  <a:pt x="565670" y="97269"/>
                  <a:pt x="560793" y="98196"/>
                  <a:pt x="555345" y="98196"/>
                </a:cubicBezTo>
                <a:cubicBezTo>
                  <a:pt x="552006" y="98196"/>
                  <a:pt x="548996" y="97636"/>
                  <a:pt x="546316" y="96515"/>
                </a:cubicBezTo>
                <a:cubicBezTo>
                  <a:pt x="543636" y="95395"/>
                  <a:pt x="541670" y="93945"/>
                  <a:pt x="540418" y="92166"/>
                </a:cubicBezTo>
                <a:cubicBezTo>
                  <a:pt x="539166" y="90386"/>
                  <a:pt x="538298" y="87981"/>
                  <a:pt x="537815" y="84949"/>
                </a:cubicBezTo>
                <a:cubicBezTo>
                  <a:pt x="537419" y="82796"/>
                  <a:pt x="537221" y="78447"/>
                  <a:pt x="537221" y="71900"/>
                </a:cubicBezTo>
                <a:lnTo>
                  <a:pt x="537221" y="41387"/>
                </a:lnTo>
                <a:lnTo>
                  <a:pt x="528720" y="41387"/>
                </a:lnTo>
                <a:lnTo>
                  <a:pt x="528720" y="26625"/>
                </a:lnTo>
                <a:lnTo>
                  <a:pt x="537221" y="26625"/>
                </a:lnTo>
                <a:lnTo>
                  <a:pt x="537221" y="12653"/>
                </a:lnTo>
                <a:lnTo>
                  <a:pt x="555806" y="1713"/>
                </a:lnTo>
                <a:lnTo>
                  <a:pt x="555806" y="26625"/>
                </a:lnTo>
                <a:lnTo>
                  <a:pt x="568460" y="26625"/>
                </a:lnTo>
                <a:close/>
                <a:moveTo>
                  <a:pt x="618832" y="17135"/>
                </a:moveTo>
                <a:lnTo>
                  <a:pt x="618832" y="0"/>
                </a:lnTo>
                <a:lnTo>
                  <a:pt x="637350" y="0"/>
                </a:lnTo>
                <a:lnTo>
                  <a:pt x="637350" y="17135"/>
                </a:lnTo>
                <a:lnTo>
                  <a:pt x="618832" y="17135"/>
                </a:lnTo>
                <a:moveTo>
                  <a:pt x="618832" y="96614"/>
                </a:moveTo>
                <a:lnTo>
                  <a:pt x="618832" y="26625"/>
                </a:lnTo>
                <a:lnTo>
                  <a:pt x="637350" y="26625"/>
                </a:lnTo>
                <a:lnTo>
                  <a:pt x="637350" y="96614"/>
                </a:lnTo>
                <a:lnTo>
                  <a:pt x="618832" y="96614"/>
                </a:lnTo>
                <a:close/>
                <a:moveTo>
                  <a:pt x="649828" y="76711"/>
                </a:moveTo>
                <a:lnTo>
                  <a:pt x="668413" y="73812"/>
                </a:lnTo>
                <a:cubicBezTo>
                  <a:pt x="669203" y="77392"/>
                  <a:pt x="670807" y="80111"/>
                  <a:pt x="673224" y="81967"/>
                </a:cubicBezTo>
                <a:cubicBezTo>
                  <a:pt x="675640" y="83823"/>
                  <a:pt x="679023" y="84752"/>
                  <a:pt x="683373" y="84752"/>
                </a:cubicBezTo>
                <a:cubicBezTo>
                  <a:pt x="688162" y="84752"/>
                  <a:pt x="691764" y="83874"/>
                  <a:pt x="694181" y="82120"/>
                </a:cubicBezTo>
                <a:cubicBezTo>
                  <a:pt x="695806" y="80891"/>
                  <a:pt x="696619" y="79245"/>
                  <a:pt x="696619" y="77183"/>
                </a:cubicBezTo>
                <a:cubicBezTo>
                  <a:pt x="696619" y="75778"/>
                  <a:pt x="696180" y="74616"/>
                  <a:pt x="695301" y="73694"/>
                </a:cubicBezTo>
                <a:cubicBezTo>
                  <a:pt x="694378" y="72817"/>
                  <a:pt x="692313" y="72005"/>
                  <a:pt x="689106" y="71260"/>
                </a:cubicBezTo>
                <a:cubicBezTo>
                  <a:pt x="674168" y="67970"/>
                  <a:pt x="664700" y="64965"/>
                  <a:pt x="660702" y="62244"/>
                </a:cubicBezTo>
                <a:cubicBezTo>
                  <a:pt x="655166" y="58468"/>
                  <a:pt x="652398" y="53222"/>
                  <a:pt x="652398" y="46507"/>
                </a:cubicBezTo>
                <a:cubicBezTo>
                  <a:pt x="652398" y="40449"/>
                  <a:pt x="654793" y="35358"/>
                  <a:pt x="659582" y="31232"/>
                </a:cubicBezTo>
                <a:cubicBezTo>
                  <a:pt x="664371" y="27106"/>
                  <a:pt x="671796" y="25043"/>
                  <a:pt x="681857" y="25043"/>
                </a:cubicBezTo>
                <a:cubicBezTo>
                  <a:pt x="691435" y="25043"/>
                  <a:pt x="698552" y="26597"/>
                  <a:pt x="703209" y="29706"/>
                </a:cubicBezTo>
                <a:cubicBezTo>
                  <a:pt x="707867" y="32814"/>
                  <a:pt x="711074" y="37411"/>
                  <a:pt x="712831" y="43496"/>
                </a:cubicBezTo>
                <a:lnTo>
                  <a:pt x="695367" y="46791"/>
                </a:lnTo>
                <a:cubicBezTo>
                  <a:pt x="694620" y="44067"/>
                  <a:pt x="693203" y="41980"/>
                  <a:pt x="691116" y="40531"/>
                </a:cubicBezTo>
                <a:cubicBezTo>
                  <a:pt x="689029" y="39081"/>
                  <a:pt x="686053" y="38356"/>
                  <a:pt x="682186" y="38356"/>
                </a:cubicBezTo>
                <a:cubicBezTo>
                  <a:pt x="677310" y="38356"/>
                  <a:pt x="673817" y="39036"/>
                  <a:pt x="671708" y="40397"/>
                </a:cubicBezTo>
                <a:cubicBezTo>
                  <a:pt x="670302" y="41360"/>
                  <a:pt x="669599" y="42611"/>
                  <a:pt x="669599" y="44147"/>
                </a:cubicBezTo>
                <a:cubicBezTo>
                  <a:pt x="669599" y="45462"/>
                  <a:pt x="670214" y="46581"/>
                  <a:pt x="671444" y="47502"/>
                </a:cubicBezTo>
                <a:cubicBezTo>
                  <a:pt x="673114" y="48731"/>
                  <a:pt x="678880" y="50464"/>
                  <a:pt x="688744" y="52702"/>
                </a:cubicBezTo>
                <a:cubicBezTo>
                  <a:pt x="698607" y="54940"/>
                  <a:pt x="705494" y="57685"/>
                  <a:pt x="709404" y="60938"/>
                </a:cubicBezTo>
                <a:cubicBezTo>
                  <a:pt x="713271" y="64236"/>
                  <a:pt x="715204" y="68830"/>
                  <a:pt x="715204" y="74720"/>
                </a:cubicBezTo>
                <a:cubicBezTo>
                  <a:pt x="715204" y="81139"/>
                  <a:pt x="712524" y="86656"/>
                  <a:pt x="707164" y="91272"/>
                </a:cubicBezTo>
                <a:cubicBezTo>
                  <a:pt x="701804" y="95888"/>
                  <a:pt x="693873" y="98196"/>
                  <a:pt x="683373" y="98196"/>
                </a:cubicBezTo>
                <a:cubicBezTo>
                  <a:pt x="673839" y="98196"/>
                  <a:pt x="666293" y="96269"/>
                  <a:pt x="660735" y="92415"/>
                </a:cubicBezTo>
                <a:cubicBezTo>
                  <a:pt x="655177" y="88560"/>
                  <a:pt x="651541" y="83325"/>
                  <a:pt x="649828" y="76711"/>
                </a:cubicBezTo>
                <a:close/>
                <a:moveTo>
                  <a:pt x="832580" y="96614"/>
                </a:moveTo>
                <a:lnTo>
                  <a:pt x="814061" y="96614"/>
                </a:lnTo>
                <a:lnTo>
                  <a:pt x="814061" y="60936"/>
                </a:lnTo>
                <a:cubicBezTo>
                  <a:pt x="814061" y="53387"/>
                  <a:pt x="813666" y="48505"/>
                  <a:pt x="812875" y="46289"/>
                </a:cubicBezTo>
                <a:cubicBezTo>
                  <a:pt x="812084" y="44073"/>
                  <a:pt x="810799" y="42350"/>
                  <a:pt x="809020" y="41122"/>
                </a:cubicBezTo>
                <a:cubicBezTo>
                  <a:pt x="807240" y="39893"/>
                  <a:pt x="805098" y="39278"/>
                  <a:pt x="802594" y="39278"/>
                </a:cubicBezTo>
                <a:cubicBezTo>
                  <a:pt x="799387" y="39278"/>
                  <a:pt x="796509" y="40156"/>
                  <a:pt x="793961" y="41912"/>
                </a:cubicBezTo>
                <a:cubicBezTo>
                  <a:pt x="791412" y="43667"/>
                  <a:pt x="789666" y="45993"/>
                  <a:pt x="788721" y="48890"/>
                </a:cubicBezTo>
                <a:cubicBezTo>
                  <a:pt x="787777" y="51786"/>
                  <a:pt x="787304" y="57139"/>
                  <a:pt x="787304" y="64952"/>
                </a:cubicBezTo>
                <a:lnTo>
                  <a:pt x="787304" y="96614"/>
                </a:lnTo>
                <a:lnTo>
                  <a:pt x="768786" y="96614"/>
                </a:lnTo>
                <a:lnTo>
                  <a:pt x="768786" y="26625"/>
                </a:lnTo>
                <a:lnTo>
                  <a:pt x="785986" y="26625"/>
                </a:lnTo>
                <a:lnTo>
                  <a:pt x="785986" y="36906"/>
                </a:lnTo>
                <a:cubicBezTo>
                  <a:pt x="792093" y="28997"/>
                  <a:pt x="799782" y="25043"/>
                  <a:pt x="809053" y="25043"/>
                </a:cubicBezTo>
                <a:cubicBezTo>
                  <a:pt x="813139" y="25043"/>
                  <a:pt x="816873" y="25779"/>
                  <a:pt x="820256" y="27251"/>
                </a:cubicBezTo>
                <a:cubicBezTo>
                  <a:pt x="823639" y="28723"/>
                  <a:pt x="826198" y="30601"/>
                  <a:pt x="827934" y="32886"/>
                </a:cubicBezTo>
                <a:cubicBezTo>
                  <a:pt x="829669" y="35170"/>
                  <a:pt x="830878" y="37763"/>
                  <a:pt x="831559" y="40662"/>
                </a:cubicBezTo>
                <a:cubicBezTo>
                  <a:pt x="832240" y="43562"/>
                  <a:pt x="832580" y="47714"/>
                  <a:pt x="832580" y="53118"/>
                </a:cubicBezTo>
                <a:lnTo>
                  <a:pt x="832580" y="96614"/>
                </a:lnTo>
                <a:close/>
                <a:moveTo>
                  <a:pt x="847101" y="60631"/>
                </a:moveTo>
                <a:cubicBezTo>
                  <a:pt x="847101" y="54480"/>
                  <a:pt x="848617" y="48527"/>
                  <a:pt x="851648" y="42771"/>
                </a:cubicBezTo>
                <a:cubicBezTo>
                  <a:pt x="854680" y="37016"/>
                  <a:pt x="858975" y="32622"/>
                  <a:pt x="864532" y="29591"/>
                </a:cubicBezTo>
                <a:cubicBezTo>
                  <a:pt x="870090" y="26559"/>
                  <a:pt x="876296" y="25043"/>
                  <a:pt x="883150" y="25043"/>
                </a:cubicBezTo>
                <a:cubicBezTo>
                  <a:pt x="893738" y="25043"/>
                  <a:pt x="902416" y="28481"/>
                  <a:pt x="909182" y="35357"/>
                </a:cubicBezTo>
                <a:cubicBezTo>
                  <a:pt x="915948" y="42233"/>
                  <a:pt x="919331" y="50921"/>
                  <a:pt x="919331" y="61422"/>
                </a:cubicBezTo>
                <a:cubicBezTo>
                  <a:pt x="919331" y="72010"/>
                  <a:pt x="915915" y="80786"/>
                  <a:pt x="909083" y="87750"/>
                </a:cubicBezTo>
                <a:cubicBezTo>
                  <a:pt x="902251" y="94714"/>
                  <a:pt x="893651" y="98196"/>
                  <a:pt x="883282" y="98196"/>
                </a:cubicBezTo>
                <a:cubicBezTo>
                  <a:pt x="876867" y="98196"/>
                  <a:pt x="870749" y="96746"/>
                  <a:pt x="864928" y="93846"/>
                </a:cubicBezTo>
                <a:cubicBezTo>
                  <a:pt x="859106" y="90946"/>
                  <a:pt x="854680" y="86696"/>
                  <a:pt x="851648" y="81094"/>
                </a:cubicBezTo>
                <a:cubicBezTo>
                  <a:pt x="848617" y="75492"/>
                  <a:pt x="847101" y="68671"/>
                  <a:pt x="847101" y="60631"/>
                </a:cubicBezTo>
                <a:moveTo>
                  <a:pt x="866081" y="61620"/>
                </a:moveTo>
                <a:cubicBezTo>
                  <a:pt x="866081" y="68539"/>
                  <a:pt x="867729" y="73839"/>
                  <a:pt x="871024" y="77519"/>
                </a:cubicBezTo>
                <a:cubicBezTo>
                  <a:pt x="874319" y="81198"/>
                  <a:pt x="878383" y="83038"/>
                  <a:pt x="883216" y="83038"/>
                </a:cubicBezTo>
                <a:cubicBezTo>
                  <a:pt x="888049" y="83038"/>
                  <a:pt x="892102" y="81198"/>
                  <a:pt x="895375" y="77519"/>
                </a:cubicBezTo>
                <a:cubicBezTo>
                  <a:pt x="898648" y="73839"/>
                  <a:pt x="900285" y="68495"/>
                  <a:pt x="900285" y="61488"/>
                </a:cubicBezTo>
                <a:cubicBezTo>
                  <a:pt x="900285" y="54656"/>
                  <a:pt x="898648" y="49400"/>
                  <a:pt x="895375" y="45720"/>
                </a:cubicBezTo>
                <a:cubicBezTo>
                  <a:pt x="892102" y="42041"/>
                  <a:pt x="888049" y="40201"/>
                  <a:pt x="883216" y="40201"/>
                </a:cubicBezTo>
                <a:cubicBezTo>
                  <a:pt x="878383" y="40201"/>
                  <a:pt x="874319" y="42041"/>
                  <a:pt x="871024" y="45720"/>
                </a:cubicBezTo>
                <a:cubicBezTo>
                  <a:pt x="867729" y="49400"/>
                  <a:pt x="866081" y="54700"/>
                  <a:pt x="866081" y="61620"/>
                </a:cubicBezTo>
                <a:close/>
                <a:moveTo>
                  <a:pt x="965946" y="26625"/>
                </a:moveTo>
                <a:lnTo>
                  <a:pt x="965946" y="41387"/>
                </a:lnTo>
                <a:lnTo>
                  <a:pt x="953292" y="41387"/>
                </a:lnTo>
                <a:lnTo>
                  <a:pt x="953292" y="69549"/>
                </a:lnTo>
                <a:cubicBezTo>
                  <a:pt x="953292" y="75252"/>
                  <a:pt x="953413" y="78575"/>
                  <a:pt x="953655" y="79518"/>
                </a:cubicBezTo>
                <a:cubicBezTo>
                  <a:pt x="953896" y="80460"/>
                  <a:pt x="954445" y="81239"/>
                  <a:pt x="955302" y="81854"/>
                </a:cubicBezTo>
                <a:cubicBezTo>
                  <a:pt x="956159" y="82468"/>
                  <a:pt x="957202" y="82774"/>
                  <a:pt x="958433" y="82774"/>
                </a:cubicBezTo>
                <a:cubicBezTo>
                  <a:pt x="960146" y="82774"/>
                  <a:pt x="962628" y="82181"/>
                  <a:pt x="965880" y="80995"/>
                </a:cubicBezTo>
                <a:lnTo>
                  <a:pt x="967461" y="95416"/>
                </a:lnTo>
                <a:cubicBezTo>
                  <a:pt x="963156" y="97269"/>
                  <a:pt x="958279" y="98196"/>
                  <a:pt x="952831" y="98196"/>
                </a:cubicBezTo>
                <a:cubicBezTo>
                  <a:pt x="949492" y="98196"/>
                  <a:pt x="946482" y="97636"/>
                  <a:pt x="943802" y="96515"/>
                </a:cubicBezTo>
                <a:cubicBezTo>
                  <a:pt x="941122" y="95395"/>
                  <a:pt x="939156" y="93945"/>
                  <a:pt x="937904" y="92166"/>
                </a:cubicBezTo>
                <a:cubicBezTo>
                  <a:pt x="936652" y="90386"/>
                  <a:pt x="935784" y="87981"/>
                  <a:pt x="935301" y="84949"/>
                </a:cubicBezTo>
                <a:cubicBezTo>
                  <a:pt x="934905" y="82796"/>
                  <a:pt x="934707" y="78447"/>
                  <a:pt x="934707" y="71900"/>
                </a:cubicBezTo>
                <a:lnTo>
                  <a:pt x="934707" y="41387"/>
                </a:lnTo>
                <a:lnTo>
                  <a:pt x="926206" y="41387"/>
                </a:lnTo>
                <a:lnTo>
                  <a:pt x="926206" y="26625"/>
                </a:lnTo>
                <a:lnTo>
                  <a:pt x="934707" y="26625"/>
                </a:lnTo>
                <a:lnTo>
                  <a:pt x="934707" y="12653"/>
                </a:lnTo>
                <a:lnTo>
                  <a:pt x="953292" y="1713"/>
                </a:lnTo>
                <a:lnTo>
                  <a:pt x="953292" y="26625"/>
                </a:lnTo>
                <a:lnTo>
                  <a:pt x="965946" y="26625"/>
                </a:lnTo>
                <a:close/>
                <a:moveTo>
                  <a:pt x="1056848" y="74339"/>
                </a:moveTo>
                <a:lnTo>
                  <a:pt x="1075301" y="77502"/>
                </a:lnTo>
                <a:cubicBezTo>
                  <a:pt x="1072928" y="84246"/>
                  <a:pt x="1069183" y="89381"/>
                  <a:pt x="1064064" y="92907"/>
                </a:cubicBezTo>
                <a:cubicBezTo>
                  <a:pt x="1058946" y="96433"/>
                  <a:pt x="1052542" y="98196"/>
                  <a:pt x="1044853" y="98196"/>
                </a:cubicBezTo>
                <a:cubicBezTo>
                  <a:pt x="1032683" y="98196"/>
                  <a:pt x="1023676" y="94220"/>
                  <a:pt x="1017833" y="86267"/>
                </a:cubicBezTo>
                <a:cubicBezTo>
                  <a:pt x="1013220" y="79897"/>
                  <a:pt x="1010913" y="71857"/>
                  <a:pt x="1010913" y="62147"/>
                </a:cubicBezTo>
                <a:cubicBezTo>
                  <a:pt x="1010913" y="50548"/>
                  <a:pt x="1013945" y="41464"/>
                  <a:pt x="1020008" y="34896"/>
                </a:cubicBezTo>
                <a:cubicBezTo>
                  <a:pt x="1026071" y="28327"/>
                  <a:pt x="1033738" y="25043"/>
                  <a:pt x="1043008" y="25043"/>
                </a:cubicBezTo>
                <a:cubicBezTo>
                  <a:pt x="1053421" y="25043"/>
                  <a:pt x="1061637" y="28481"/>
                  <a:pt x="1067656" y="35357"/>
                </a:cubicBezTo>
                <a:cubicBezTo>
                  <a:pt x="1073675" y="42233"/>
                  <a:pt x="1076553" y="52767"/>
                  <a:pt x="1076289" y="66958"/>
                </a:cubicBezTo>
                <a:lnTo>
                  <a:pt x="1029893" y="66958"/>
                </a:lnTo>
                <a:cubicBezTo>
                  <a:pt x="1030025" y="72450"/>
                  <a:pt x="1031519" y="76722"/>
                  <a:pt x="1034375" y="79776"/>
                </a:cubicBezTo>
                <a:cubicBezTo>
                  <a:pt x="1037231" y="82829"/>
                  <a:pt x="1040789" y="84356"/>
                  <a:pt x="1045051" y="84356"/>
                </a:cubicBezTo>
                <a:cubicBezTo>
                  <a:pt x="1047951" y="84356"/>
                  <a:pt x="1050389" y="83565"/>
                  <a:pt x="1052366" y="81984"/>
                </a:cubicBezTo>
                <a:cubicBezTo>
                  <a:pt x="1054343" y="80402"/>
                  <a:pt x="1055837" y="77854"/>
                  <a:pt x="1056848" y="74339"/>
                </a:cubicBezTo>
                <a:moveTo>
                  <a:pt x="1057902" y="55622"/>
                </a:moveTo>
                <a:cubicBezTo>
                  <a:pt x="1057770" y="50284"/>
                  <a:pt x="1056386" y="46226"/>
                  <a:pt x="1053750" y="43447"/>
                </a:cubicBezTo>
                <a:cubicBezTo>
                  <a:pt x="1051114" y="40668"/>
                  <a:pt x="1047907" y="39278"/>
                  <a:pt x="1044128" y="39278"/>
                </a:cubicBezTo>
                <a:cubicBezTo>
                  <a:pt x="1040086" y="39278"/>
                  <a:pt x="1036747" y="40744"/>
                  <a:pt x="1034111" y="43675"/>
                </a:cubicBezTo>
                <a:cubicBezTo>
                  <a:pt x="1031475" y="46608"/>
                  <a:pt x="1030179" y="50590"/>
                  <a:pt x="1030223" y="55622"/>
                </a:cubicBezTo>
                <a:lnTo>
                  <a:pt x="1057902" y="55622"/>
                </a:lnTo>
                <a:close/>
                <a:moveTo>
                  <a:pt x="1155023" y="96614"/>
                </a:moveTo>
                <a:lnTo>
                  <a:pt x="1136504" y="96614"/>
                </a:lnTo>
                <a:lnTo>
                  <a:pt x="1136504" y="60936"/>
                </a:lnTo>
                <a:cubicBezTo>
                  <a:pt x="1136504" y="53387"/>
                  <a:pt x="1136109" y="48505"/>
                  <a:pt x="1135318" y="46289"/>
                </a:cubicBezTo>
                <a:cubicBezTo>
                  <a:pt x="1134527" y="44073"/>
                  <a:pt x="1133242" y="42350"/>
                  <a:pt x="1131462" y="41122"/>
                </a:cubicBezTo>
                <a:cubicBezTo>
                  <a:pt x="1129683" y="39893"/>
                  <a:pt x="1127541" y="39278"/>
                  <a:pt x="1125037" y="39278"/>
                </a:cubicBezTo>
                <a:cubicBezTo>
                  <a:pt x="1121830" y="39278"/>
                  <a:pt x="1118952" y="40156"/>
                  <a:pt x="1116404" y="41912"/>
                </a:cubicBezTo>
                <a:cubicBezTo>
                  <a:pt x="1113855" y="43667"/>
                  <a:pt x="1112109" y="45993"/>
                  <a:pt x="1111164" y="48890"/>
                </a:cubicBezTo>
                <a:cubicBezTo>
                  <a:pt x="1110220" y="51786"/>
                  <a:pt x="1109747" y="57139"/>
                  <a:pt x="1109747" y="64952"/>
                </a:cubicBezTo>
                <a:lnTo>
                  <a:pt x="1109747" y="96614"/>
                </a:lnTo>
                <a:lnTo>
                  <a:pt x="1091229" y="96614"/>
                </a:lnTo>
                <a:lnTo>
                  <a:pt x="1091229" y="26625"/>
                </a:lnTo>
                <a:lnTo>
                  <a:pt x="1108429" y="26625"/>
                </a:lnTo>
                <a:lnTo>
                  <a:pt x="1108429" y="36906"/>
                </a:lnTo>
                <a:cubicBezTo>
                  <a:pt x="1114536" y="28997"/>
                  <a:pt x="1122225" y="25043"/>
                  <a:pt x="1131495" y="25043"/>
                </a:cubicBezTo>
                <a:cubicBezTo>
                  <a:pt x="1135581" y="25043"/>
                  <a:pt x="1139316" y="25779"/>
                  <a:pt x="1142699" y="27251"/>
                </a:cubicBezTo>
                <a:cubicBezTo>
                  <a:pt x="1146082" y="28723"/>
                  <a:pt x="1148641" y="30601"/>
                  <a:pt x="1150377" y="32886"/>
                </a:cubicBezTo>
                <a:cubicBezTo>
                  <a:pt x="1152112" y="35170"/>
                  <a:pt x="1153320" y="37763"/>
                  <a:pt x="1154001" y="40662"/>
                </a:cubicBezTo>
                <a:cubicBezTo>
                  <a:pt x="1154682" y="43562"/>
                  <a:pt x="1155023" y="47714"/>
                  <a:pt x="1155023" y="53118"/>
                </a:cubicBezTo>
                <a:lnTo>
                  <a:pt x="1155023" y="96614"/>
                </a:lnTo>
                <a:close/>
                <a:moveTo>
                  <a:pt x="1205922" y="26625"/>
                </a:moveTo>
                <a:lnTo>
                  <a:pt x="1205922" y="41387"/>
                </a:lnTo>
                <a:lnTo>
                  <a:pt x="1193269" y="41387"/>
                </a:lnTo>
                <a:lnTo>
                  <a:pt x="1193269" y="69549"/>
                </a:lnTo>
                <a:cubicBezTo>
                  <a:pt x="1193269" y="75252"/>
                  <a:pt x="1193390" y="78575"/>
                  <a:pt x="1193631" y="79518"/>
                </a:cubicBezTo>
                <a:cubicBezTo>
                  <a:pt x="1193873" y="80460"/>
                  <a:pt x="1194422" y="81239"/>
                  <a:pt x="1195279" y="81854"/>
                </a:cubicBezTo>
                <a:cubicBezTo>
                  <a:pt x="1196136" y="82468"/>
                  <a:pt x="1197179" y="82774"/>
                  <a:pt x="1198409" y="82774"/>
                </a:cubicBezTo>
                <a:cubicBezTo>
                  <a:pt x="1200123" y="82774"/>
                  <a:pt x="1202605" y="82181"/>
                  <a:pt x="1205857" y="80995"/>
                </a:cubicBezTo>
                <a:lnTo>
                  <a:pt x="1207438" y="95416"/>
                </a:lnTo>
                <a:cubicBezTo>
                  <a:pt x="1203133" y="97269"/>
                  <a:pt x="1198256" y="98196"/>
                  <a:pt x="1192808" y="98196"/>
                </a:cubicBezTo>
                <a:cubicBezTo>
                  <a:pt x="1189469" y="98196"/>
                  <a:pt x="1186459" y="97636"/>
                  <a:pt x="1183779" y="96515"/>
                </a:cubicBezTo>
                <a:cubicBezTo>
                  <a:pt x="1181099" y="95395"/>
                  <a:pt x="1179133" y="93945"/>
                  <a:pt x="1177881" y="92166"/>
                </a:cubicBezTo>
                <a:cubicBezTo>
                  <a:pt x="1176628" y="90386"/>
                  <a:pt x="1175761" y="87981"/>
                  <a:pt x="1175277" y="84949"/>
                </a:cubicBezTo>
                <a:cubicBezTo>
                  <a:pt x="1174882" y="82796"/>
                  <a:pt x="1174684" y="78447"/>
                  <a:pt x="1174684" y="71900"/>
                </a:cubicBezTo>
                <a:lnTo>
                  <a:pt x="1174684" y="41387"/>
                </a:lnTo>
                <a:lnTo>
                  <a:pt x="1166183" y="41387"/>
                </a:lnTo>
                <a:lnTo>
                  <a:pt x="1166183" y="26625"/>
                </a:lnTo>
                <a:lnTo>
                  <a:pt x="1174684" y="26625"/>
                </a:lnTo>
                <a:lnTo>
                  <a:pt x="1174684" y="12653"/>
                </a:lnTo>
                <a:lnTo>
                  <a:pt x="1193269" y="1713"/>
                </a:lnTo>
                <a:lnTo>
                  <a:pt x="1193269" y="26625"/>
                </a:lnTo>
                <a:lnTo>
                  <a:pt x="1205922" y="26625"/>
                </a:lnTo>
                <a:close/>
                <a:moveTo>
                  <a:pt x="1218772" y="17135"/>
                </a:moveTo>
                <a:lnTo>
                  <a:pt x="1218772" y="0"/>
                </a:lnTo>
                <a:lnTo>
                  <a:pt x="1237291" y="0"/>
                </a:lnTo>
                <a:lnTo>
                  <a:pt x="1237291" y="17135"/>
                </a:lnTo>
                <a:lnTo>
                  <a:pt x="1218772" y="17135"/>
                </a:lnTo>
                <a:moveTo>
                  <a:pt x="1218772" y="96614"/>
                </a:moveTo>
                <a:lnTo>
                  <a:pt x="1218772" y="26625"/>
                </a:lnTo>
                <a:lnTo>
                  <a:pt x="1237291" y="26625"/>
                </a:lnTo>
                <a:lnTo>
                  <a:pt x="1237291" y="96614"/>
                </a:lnTo>
                <a:lnTo>
                  <a:pt x="1218772" y="96614"/>
                </a:lnTo>
                <a:close/>
                <a:moveTo>
                  <a:pt x="1274021" y="96614"/>
                </a:moveTo>
                <a:lnTo>
                  <a:pt x="1255502" y="96614"/>
                </a:lnTo>
                <a:lnTo>
                  <a:pt x="1255502" y="26625"/>
                </a:lnTo>
                <a:lnTo>
                  <a:pt x="1272703" y="26625"/>
                </a:lnTo>
                <a:lnTo>
                  <a:pt x="1272703" y="36576"/>
                </a:lnTo>
                <a:cubicBezTo>
                  <a:pt x="1275647" y="31875"/>
                  <a:pt x="1278294" y="28778"/>
                  <a:pt x="1280644" y="27284"/>
                </a:cubicBezTo>
                <a:cubicBezTo>
                  <a:pt x="1282995" y="25790"/>
                  <a:pt x="1285664" y="25043"/>
                  <a:pt x="1288651" y="25043"/>
                </a:cubicBezTo>
                <a:cubicBezTo>
                  <a:pt x="1292869" y="25043"/>
                  <a:pt x="1296933" y="26208"/>
                  <a:pt x="1300844" y="28536"/>
                </a:cubicBezTo>
                <a:lnTo>
                  <a:pt x="1295110" y="44682"/>
                </a:lnTo>
                <a:cubicBezTo>
                  <a:pt x="1291991" y="42661"/>
                  <a:pt x="1289091" y="41651"/>
                  <a:pt x="1286411" y="41651"/>
                </a:cubicBezTo>
                <a:cubicBezTo>
                  <a:pt x="1283819" y="41651"/>
                  <a:pt x="1281622" y="42365"/>
                  <a:pt x="1279820" y="43793"/>
                </a:cubicBezTo>
                <a:cubicBezTo>
                  <a:pt x="1278019" y="45221"/>
                  <a:pt x="1276602" y="47802"/>
                  <a:pt x="1275570" y="51536"/>
                </a:cubicBezTo>
                <a:cubicBezTo>
                  <a:pt x="1274537" y="55271"/>
                  <a:pt x="1274021" y="63091"/>
                  <a:pt x="1274021" y="74998"/>
                </a:cubicBezTo>
                <a:lnTo>
                  <a:pt x="1274021" y="96614"/>
                </a:lnTo>
                <a:close/>
                <a:moveTo>
                  <a:pt x="1349327" y="74339"/>
                </a:moveTo>
                <a:lnTo>
                  <a:pt x="1367780" y="77502"/>
                </a:lnTo>
                <a:cubicBezTo>
                  <a:pt x="1365408" y="84246"/>
                  <a:pt x="1361662" y="89381"/>
                  <a:pt x="1356544" y="92907"/>
                </a:cubicBezTo>
                <a:cubicBezTo>
                  <a:pt x="1351425" y="96433"/>
                  <a:pt x="1345022" y="98196"/>
                  <a:pt x="1337333" y="98196"/>
                </a:cubicBezTo>
                <a:cubicBezTo>
                  <a:pt x="1325163" y="98196"/>
                  <a:pt x="1316156" y="94220"/>
                  <a:pt x="1310312" y="86267"/>
                </a:cubicBezTo>
                <a:cubicBezTo>
                  <a:pt x="1305699" y="79897"/>
                  <a:pt x="1303393" y="71857"/>
                  <a:pt x="1303393" y="62147"/>
                </a:cubicBezTo>
                <a:cubicBezTo>
                  <a:pt x="1303393" y="50548"/>
                  <a:pt x="1306424" y="41464"/>
                  <a:pt x="1312487" y="34896"/>
                </a:cubicBezTo>
                <a:cubicBezTo>
                  <a:pt x="1318550" y="28327"/>
                  <a:pt x="1326217" y="25043"/>
                  <a:pt x="1335487" y="25043"/>
                </a:cubicBezTo>
                <a:cubicBezTo>
                  <a:pt x="1345900" y="25043"/>
                  <a:pt x="1354116" y="28481"/>
                  <a:pt x="1360135" y="35357"/>
                </a:cubicBezTo>
                <a:cubicBezTo>
                  <a:pt x="1366154" y="42233"/>
                  <a:pt x="1369032" y="52767"/>
                  <a:pt x="1368769" y="66958"/>
                </a:cubicBezTo>
                <a:lnTo>
                  <a:pt x="1322373" y="66958"/>
                </a:lnTo>
                <a:cubicBezTo>
                  <a:pt x="1322505" y="72450"/>
                  <a:pt x="1323998" y="76722"/>
                  <a:pt x="1326854" y="79776"/>
                </a:cubicBezTo>
                <a:cubicBezTo>
                  <a:pt x="1329710" y="82829"/>
                  <a:pt x="1333269" y="84356"/>
                  <a:pt x="1337530" y="84356"/>
                </a:cubicBezTo>
                <a:cubicBezTo>
                  <a:pt x="1340430" y="84356"/>
                  <a:pt x="1342869" y="83565"/>
                  <a:pt x="1344846" y="81984"/>
                </a:cubicBezTo>
                <a:cubicBezTo>
                  <a:pt x="1346823" y="80402"/>
                  <a:pt x="1348317" y="77854"/>
                  <a:pt x="1349327" y="74339"/>
                </a:cubicBezTo>
                <a:moveTo>
                  <a:pt x="1350382" y="55622"/>
                </a:moveTo>
                <a:cubicBezTo>
                  <a:pt x="1350250" y="50284"/>
                  <a:pt x="1348866" y="46226"/>
                  <a:pt x="1346230" y="43447"/>
                </a:cubicBezTo>
                <a:cubicBezTo>
                  <a:pt x="1343594" y="40668"/>
                  <a:pt x="1340386" y="39278"/>
                  <a:pt x="1336608" y="39278"/>
                </a:cubicBezTo>
                <a:cubicBezTo>
                  <a:pt x="1332566" y="39278"/>
                  <a:pt x="1329227" y="40744"/>
                  <a:pt x="1326591" y="43675"/>
                </a:cubicBezTo>
                <a:cubicBezTo>
                  <a:pt x="1323954" y="46608"/>
                  <a:pt x="1322658" y="50590"/>
                  <a:pt x="1322702" y="55622"/>
                </a:cubicBezTo>
                <a:lnTo>
                  <a:pt x="1350382" y="55622"/>
                </a:lnTo>
                <a:close/>
                <a:moveTo>
                  <a:pt x="1383840" y="96614"/>
                </a:moveTo>
                <a:lnTo>
                  <a:pt x="1383840" y="0"/>
                </a:lnTo>
                <a:lnTo>
                  <a:pt x="1402359" y="0"/>
                </a:lnTo>
                <a:lnTo>
                  <a:pt x="1402359" y="96614"/>
                </a:lnTo>
                <a:lnTo>
                  <a:pt x="1383840" y="96614"/>
                </a:lnTo>
                <a:close/>
                <a:moveTo>
                  <a:pt x="1412597" y="26625"/>
                </a:moveTo>
                <a:lnTo>
                  <a:pt x="1432302" y="26625"/>
                </a:lnTo>
                <a:lnTo>
                  <a:pt x="1449041" y="76363"/>
                </a:lnTo>
                <a:lnTo>
                  <a:pt x="1465385" y="26625"/>
                </a:lnTo>
                <a:lnTo>
                  <a:pt x="1484563" y="26625"/>
                </a:lnTo>
                <a:lnTo>
                  <a:pt x="1459849" y="94001"/>
                </a:lnTo>
                <a:lnTo>
                  <a:pt x="1455434" y="106236"/>
                </a:lnTo>
                <a:cubicBezTo>
                  <a:pt x="1453808" y="110322"/>
                  <a:pt x="1452260" y="113441"/>
                  <a:pt x="1450788" y="115594"/>
                </a:cubicBezTo>
                <a:cubicBezTo>
                  <a:pt x="1449316" y="117747"/>
                  <a:pt x="1447624" y="119494"/>
                  <a:pt x="1445713" y="120834"/>
                </a:cubicBezTo>
                <a:cubicBezTo>
                  <a:pt x="1443802" y="122174"/>
                  <a:pt x="1441451" y="123217"/>
                  <a:pt x="1438661" y="123964"/>
                </a:cubicBezTo>
                <a:cubicBezTo>
                  <a:pt x="1435872" y="124711"/>
                  <a:pt x="1432719" y="125084"/>
                  <a:pt x="1429204" y="125084"/>
                </a:cubicBezTo>
                <a:cubicBezTo>
                  <a:pt x="1425646" y="125084"/>
                  <a:pt x="1422153" y="124711"/>
                  <a:pt x="1418726" y="123964"/>
                </a:cubicBezTo>
                <a:lnTo>
                  <a:pt x="1417078" y="109465"/>
                </a:lnTo>
                <a:cubicBezTo>
                  <a:pt x="1419978" y="110036"/>
                  <a:pt x="1422592" y="110322"/>
                  <a:pt x="1424921" y="110322"/>
                </a:cubicBezTo>
                <a:cubicBezTo>
                  <a:pt x="1429226" y="110322"/>
                  <a:pt x="1432412" y="109059"/>
                  <a:pt x="1434477" y="106533"/>
                </a:cubicBezTo>
                <a:cubicBezTo>
                  <a:pt x="1436542" y="104006"/>
                  <a:pt x="1438123" y="100788"/>
                  <a:pt x="1439222" y="96878"/>
                </a:cubicBezTo>
                <a:lnTo>
                  <a:pt x="1412597" y="26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accurate.TheFirstAmendmentoftheU.S.">
            <a:extLst xmlns:a="http://schemas.openxmlformats.org/drawingml/2006/main">
              <a:ext uri="{FF2B5EF4-FFF2-40B4-BE49-F238E27FC236}">
                <a16:creationId xmlns:a16="http://schemas.microsoft.com/office/drawing/2014/main" id="{F10943D6-ED6E-4CAC-ABA1-B1C7750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908" y="3366171"/>
            <a:ext cx="2576591" cy="99909"/>
          </a:xfrm>
          <a:custGeom xmlns:a="http://schemas.openxmlformats.org/drawingml/2006/main">
            <a:pathLst>
              <a:path w="2576591" h="99909">
                <a:moveTo>
                  <a:pt x="18717" y="49955"/>
                </a:moveTo>
                <a:lnTo>
                  <a:pt x="1911" y="46923"/>
                </a:lnTo>
                <a:cubicBezTo>
                  <a:pt x="3800" y="40068"/>
                  <a:pt x="7052" y="34993"/>
                  <a:pt x="11665" y="31699"/>
                </a:cubicBezTo>
                <a:cubicBezTo>
                  <a:pt x="16278" y="28404"/>
                  <a:pt x="23132" y="26757"/>
                  <a:pt x="32227" y="26757"/>
                </a:cubicBezTo>
                <a:cubicBezTo>
                  <a:pt x="40487" y="26757"/>
                  <a:pt x="46638" y="27734"/>
                  <a:pt x="50680" y="29689"/>
                </a:cubicBezTo>
                <a:cubicBezTo>
                  <a:pt x="54722" y="31645"/>
                  <a:pt x="57566" y="34127"/>
                  <a:pt x="59214" y="37136"/>
                </a:cubicBezTo>
                <a:cubicBezTo>
                  <a:pt x="60862" y="40146"/>
                  <a:pt x="61685" y="45671"/>
                  <a:pt x="61685" y="53711"/>
                </a:cubicBezTo>
                <a:lnTo>
                  <a:pt x="61488" y="75327"/>
                </a:lnTo>
                <a:cubicBezTo>
                  <a:pt x="61488" y="81478"/>
                  <a:pt x="61784" y="86015"/>
                  <a:pt x="62377" y="88936"/>
                </a:cubicBezTo>
                <a:cubicBezTo>
                  <a:pt x="62971" y="91858"/>
                  <a:pt x="64080" y="94989"/>
                  <a:pt x="65706" y="98328"/>
                </a:cubicBezTo>
                <a:lnTo>
                  <a:pt x="47384" y="98328"/>
                </a:lnTo>
                <a:cubicBezTo>
                  <a:pt x="46901" y="97097"/>
                  <a:pt x="46308" y="95274"/>
                  <a:pt x="45605" y="92858"/>
                </a:cubicBezTo>
                <a:cubicBezTo>
                  <a:pt x="45298" y="91759"/>
                  <a:pt x="45078" y="91034"/>
                  <a:pt x="44946" y="90683"/>
                </a:cubicBezTo>
                <a:cubicBezTo>
                  <a:pt x="41783" y="93758"/>
                  <a:pt x="38400" y="96065"/>
                  <a:pt x="34797" y="97603"/>
                </a:cubicBezTo>
                <a:cubicBezTo>
                  <a:pt x="31194" y="99140"/>
                  <a:pt x="27350" y="99909"/>
                  <a:pt x="23264" y="99909"/>
                </a:cubicBezTo>
                <a:cubicBezTo>
                  <a:pt x="16058" y="99909"/>
                  <a:pt x="10380" y="97962"/>
                  <a:pt x="6228" y="94069"/>
                </a:cubicBezTo>
                <a:cubicBezTo>
                  <a:pt x="2076" y="90175"/>
                  <a:pt x="0" y="85253"/>
                  <a:pt x="0" y="79302"/>
                </a:cubicBezTo>
                <a:cubicBezTo>
                  <a:pt x="0" y="75364"/>
                  <a:pt x="945" y="71854"/>
                  <a:pt x="2834" y="68770"/>
                </a:cubicBezTo>
                <a:cubicBezTo>
                  <a:pt x="4723" y="65685"/>
                  <a:pt x="7370" y="63322"/>
                  <a:pt x="10775" y="61681"/>
                </a:cubicBezTo>
                <a:cubicBezTo>
                  <a:pt x="14180" y="60041"/>
                  <a:pt x="19090" y="58608"/>
                  <a:pt x="25505" y="57383"/>
                </a:cubicBezTo>
                <a:cubicBezTo>
                  <a:pt x="34160" y="55764"/>
                  <a:pt x="40157" y="54255"/>
                  <a:pt x="43496" y="52854"/>
                </a:cubicBezTo>
                <a:lnTo>
                  <a:pt x="43496" y="50989"/>
                </a:lnTo>
                <a:cubicBezTo>
                  <a:pt x="43496" y="47390"/>
                  <a:pt x="42617" y="44825"/>
                  <a:pt x="40860" y="43292"/>
                </a:cubicBezTo>
                <a:cubicBezTo>
                  <a:pt x="39103" y="41759"/>
                  <a:pt x="35785" y="40992"/>
                  <a:pt x="30909" y="40992"/>
                </a:cubicBezTo>
                <a:cubicBezTo>
                  <a:pt x="27613" y="40992"/>
                  <a:pt x="25043" y="41655"/>
                  <a:pt x="23198" y="42981"/>
                </a:cubicBezTo>
                <a:cubicBezTo>
                  <a:pt x="21353" y="44306"/>
                  <a:pt x="19859" y="46631"/>
                  <a:pt x="18717" y="49955"/>
                </a:cubicBezTo>
                <a:moveTo>
                  <a:pt x="43496" y="64981"/>
                </a:moveTo>
                <a:cubicBezTo>
                  <a:pt x="41124" y="65762"/>
                  <a:pt x="37367" y="66695"/>
                  <a:pt x="32227" y="67781"/>
                </a:cubicBezTo>
                <a:cubicBezTo>
                  <a:pt x="27086" y="68866"/>
                  <a:pt x="23725" y="69930"/>
                  <a:pt x="22143" y="70972"/>
                </a:cubicBezTo>
                <a:cubicBezTo>
                  <a:pt x="19727" y="72665"/>
                  <a:pt x="18519" y="74813"/>
                  <a:pt x="18519" y="77418"/>
                </a:cubicBezTo>
                <a:cubicBezTo>
                  <a:pt x="18519" y="79980"/>
                  <a:pt x="19485" y="82194"/>
                  <a:pt x="21419" y="84062"/>
                </a:cubicBezTo>
                <a:cubicBezTo>
                  <a:pt x="23352" y="85928"/>
                  <a:pt x="25812" y="86860"/>
                  <a:pt x="28800" y="86860"/>
                </a:cubicBezTo>
                <a:cubicBezTo>
                  <a:pt x="32139" y="86860"/>
                  <a:pt x="35324" y="85775"/>
                  <a:pt x="38356" y="83604"/>
                </a:cubicBezTo>
                <a:cubicBezTo>
                  <a:pt x="40596" y="81956"/>
                  <a:pt x="42068" y="79937"/>
                  <a:pt x="42771" y="77548"/>
                </a:cubicBezTo>
                <a:cubicBezTo>
                  <a:pt x="43255" y="75985"/>
                  <a:pt x="43496" y="73012"/>
                  <a:pt x="43496" y="68628"/>
                </a:cubicBezTo>
                <a:lnTo>
                  <a:pt x="43496" y="64981"/>
                </a:lnTo>
                <a:close/>
                <a:moveTo>
                  <a:pt x="140946" y="49032"/>
                </a:moveTo>
                <a:lnTo>
                  <a:pt x="122691" y="52327"/>
                </a:lnTo>
                <a:cubicBezTo>
                  <a:pt x="122076" y="48703"/>
                  <a:pt x="120681" y="45973"/>
                  <a:pt x="118506" y="44139"/>
                </a:cubicBezTo>
                <a:cubicBezTo>
                  <a:pt x="116331" y="42304"/>
                  <a:pt x="113509" y="41387"/>
                  <a:pt x="110038" y="41387"/>
                </a:cubicBezTo>
                <a:cubicBezTo>
                  <a:pt x="105424" y="41387"/>
                  <a:pt x="101745" y="42975"/>
                  <a:pt x="98999" y="46151"/>
                </a:cubicBezTo>
                <a:cubicBezTo>
                  <a:pt x="96253" y="49327"/>
                  <a:pt x="94880" y="54637"/>
                  <a:pt x="94880" y="62083"/>
                </a:cubicBezTo>
                <a:cubicBezTo>
                  <a:pt x="94880" y="70362"/>
                  <a:pt x="96275" y="76210"/>
                  <a:pt x="99065" y="79628"/>
                </a:cubicBezTo>
                <a:cubicBezTo>
                  <a:pt x="101855" y="83044"/>
                  <a:pt x="105600" y="84752"/>
                  <a:pt x="110301" y="84752"/>
                </a:cubicBezTo>
                <a:cubicBezTo>
                  <a:pt x="113816" y="84752"/>
                  <a:pt x="116694" y="83752"/>
                  <a:pt x="118935" y="81753"/>
                </a:cubicBezTo>
                <a:cubicBezTo>
                  <a:pt x="121175" y="79754"/>
                  <a:pt x="122757" y="76316"/>
                  <a:pt x="123680" y="71439"/>
                </a:cubicBezTo>
                <a:lnTo>
                  <a:pt x="141869" y="74602"/>
                </a:lnTo>
                <a:cubicBezTo>
                  <a:pt x="139980" y="82950"/>
                  <a:pt x="136355" y="89255"/>
                  <a:pt x="130995" y="93517"/>
                </a:cubicBezTo>
                <a:cubicBezTo>
                  <a:pt x="125635" y="97778"/>
                  <a:pt x="118451" y="99909"/>
                  <a:pt x="109445" y="99909"/>
                </a:cubicBezTo>
                <a:cubicBezTo>
                  <a:pt x="99208" y="99909"/>
                  <a:pt x="91047" y="96680"/>
                  <a:pt x="84962" y="90222"/>
                </a:cubicBezTo>
                <a:cubicBezTo>
                  <a:pt x="78876" y="83763"/>
                  <a:pt x="75834" y="74822"/>
                  <a:pt x="75834" y="63399"/>
                </a:cubicBezTo>
                <a:cubicBezTo>
                  <a:pt x="75834" y="51844"/>
                  <a:pt x="78887" y="42848"/>
                  <a:pt x="84994" y="36412"/>
                </a:cubicBezTo>
                <a:cubicBezTo>
                  <a:pt x="91102" y="29975"/>
                  <a:pt x="99361" y="26757"/>
                  <a:pt x="109774" y="26757"/>
                </a:cubicBezTo>
                <a:cubicBezTo>
                  <a:pt x="118298" y="26757"/>
                  <a:pt x="125075" y="28591"/>
                  <a:pt x="130105" y="32260"/>
                </a:cubicBezTo>
                <a:cubicBezTo>
                  <a:pt x="135136" y="35928"/>
                  <a:pt x="138750" y="41519"/>
                  <a:pt x="140946" y="49032"/>
                </a:cubicBezTo>
                <a:close/>
                <a:moveTo>
                  <a:pt x="215989" y="49032"/>
                </a:moveTo>
                <a:lnTo>
                  <a:pt x="197734" y="52327"/>
                </a:lnTo>
                <a:cubicBezTo>
                  <a:pt x="197119" y="48703"/>
                  <a:pt x="195724" y="45973"/>
                  <a:pt x="193549" y="44139"/>
                </a:cubicBezTo>
                <a:cubicBezTo>
                  <a:pt x="191375" y="42304"/>
                  <a:pt x="188552" y="41387"/>
                  <a:pt x="185081" y="41387"/>
                </a:cubicBezTo>
                <a:cubicBezTo>
                  <a:pt x="180468" y="41387"/>
                  <a:pt x="176788" y="42975"/>
                  <a:pt x="174042" y="46151"/>
                </a:cubicBezTo>
                <a:cubicBezTo>
                  <a:pt x="171296" y="49327"/>
                  <a:pt x="169923" y="54637"/>
                  <a:pt x="169923" y="62083"/>
                </a:cubicBezTo>
                <a:cubicBezTo>
                  <a:pt x="169923" y="70362"/>
                  <a:pt x="171318" y="76210"/>
                  <a:pt x="174108" y="79628"/>
                </a:cubicBezTo>
                <a:cubicBezTo>
                  <a:pt x="176898" y="83044"/>
                  <a:pt x="180643" y="84752"/>
                  <a:pt x="185344" y="84752"/>
                </a:cubicBezTo>
                <a:cubicBezTo>
                  <a:pt x="188859" y="84752"/>
                  <a:pt x="191737" y="83752"/>
                  <a:pt x="193978" y="81753"/>
                </a:cubicBezTo>
                <a:cubicBezTo>
                  <a:pt x="196218" y="79754"/>
                  <a:pt x="197800" y="76316"/>
                  <a:pt x="198723" y="71439"/>
                </a:cubicBezTo>
                <a:lnTo>
                  <a:pt x="216912" y="74602"/>
                </a:lnTo>
                <a:cubicBezTo>
                  <a:pt x="215023" y="82950"/>
                  <a:pt x="211398" y="89255"/>
                  <a:pt x="206038" y="93517"/>
                </a:cubicBezTo>
                <a:cubicBezTo>
                  <a:pt x="200678" y="97778"/>
                  <a:pt x="193494" y="99909"/>
                  <a:pt x="184488" y="99909"/>
                </a:cubicBezTo>
                <a:cubicBezTo>
                  <a:pt x="174251" y="99909"/>
                  <a:pt x="166090" y="96680"/>
                  <a:pt x="160005" y="90222"/>
                </a:cubicBezTo>
                <a:cubicBezTo>
                  <a:pt x="153920" y="83763"/>
                  <a:pt x="150877" y="74822"/>
                  <a:pt x="150877" y="63399"/>
                </a:cubicBezTo>
                <a:cubicBezTo>
                  <a:pt x="150877" y="51844"/>
                  <a:pt x="153931" y="42848"/>
                  <a:pt x="160038" y="36412"/>
                </a:cubicBezTo>
                <a:cubicBezTo>
                  <a:pt x="166145" y="29975"/>
                  <a:pt x="174404" y="26757"/>
                  <a:pt x="184817" y="26757"/>
                </a:cubicBezTo>
                <a:cubicBezTo>
                  <a:pt x="193341" y="26757"/>
                  <a:pt x="200118" y="28591"/>
                  <a:pt x="205148" y="32260"/>
                </a:cubicBezTo>
                <a:cubicBezTo>
                  <a:pt x="210179" y="35928"/>
                  <a:pt x="213793" y="41519"/>
                  <a:pt x="215989" y="49032"/>
                </a:cubicBezTo>
                <a:close/>
                <a:moveTo>
                  <a:pt x="276073" y="98328"/>
                </a:moveTo>
                <a:lnTo>
                  <a:pt x="276073" y="87849"/>
                </a:lnTo>
                <a:cubicBezTo>
                  <a:pt x="273525" y="91584"/>
                  <a:pt x="270175" y="94527"/>
                  <a:pt x="266023" y="96680"/>
                </a:cubicBezTo>
                <a:cubicBezTo>
                  <a:pt x="261871" y="98833"/>
                  <a:pt x="257488" y="99909"/>
                  <a:pt x="252875" y="99909"/>
                </a:cubicBezTo>
                <a:cubicBezTo>
                  <a:pt x="248174" y="99909"/>
                  <a:pt x="243956" y="98877"/>
                  <a:pt x="240222" y="96812"/>
                </a:cubicBezTo>
                <a:cubicBezTo>
                  <a:pt x="236487" y="94747"/>
                  <a:pt x="233785" y="91847"/>
                  <a:pt x="232116" y="88113"/>
                </a:cubicBezTo>
                <a:cubicBezTo>
                  <a:pt x="230446" y="84378"/>
                  <a:pt x="229611" y="79216"/>
                  <a:pt x="229611" y="72625"/>
                </a:cubicBezTo>
                <a:lnTo>
                  <a:pt x="229611" y="28338"/>
                </a:lnTo>
                <a:lnTo>
                  <a:pt x="248130" y="28338"/>
                </a:lnTo>
                <a:lnTo>
                  <a:pt x="248130" y="60425"/>
                </a:lnTo>
                <a:cubicBezTo>
                  <a:pt x="248130" y="70245"/>
                  <a:pt x="248471" y="76261"/>
                  <a:pt x="249152" y="78474"/>
                </a:cubicBezTo>
                <a:cubicBezTo>
                  <a:pt x="249833" y="80688"/>
                  <a:pt x="251074" y="82441"/>
                  <a:pt x="252875" y="83734"/>
                </a:cubicBezTo>
                <a:cubicBezTo>
                  <a:pt x="254676" y="85028"/>
                  <a:pt x="256961" y="85674"/>
                  <a:pt x="259729" y="85674"/>
                </a:cubicBezTo>
                <a:cubicBezTo>
                  <a:pt x="262892" y="85674"/>
                  <a:pt x="265726" y="84809"/>
                  <a:pt x="268231" y="83077"/>
                </a:cubicBezTo>
                <a:cubicBezTo>
                  <a:pt x="270735" y="81346"/>
                  <a:pt x="272448" y="79198"/>
                  <a:pt x="273371" y="76633"/>
                </a:cubicBezTo>
                <a:cubicBezTo>
                  <a:pt x="274294" y="74068"/>
                  <a:pt x="274755" y="67789"/>
                  <a:pt x="274755" y="57795"/>
                </a:cubicBezTo>
                <a:lnTo>
                  <a:pt x="274755" y="28338"/>
                </a:lnTo>
                <a:lnTo>
                  <a:pt x="293274" y="28338"/>
                </a:lnTo>
                <a:lnTo>
                  <a:pt x="293274" y="98328"/>
                </a:lnTo>
                <a:lnTo>
                  <a:pt x="276073" y="98328"/>
                </a:lnTo>
                <a:close/>
                <a:moveTo>
                  <a:pt x="330201" y="98328"/>
                </a:moveTo>
                <a:lnTo>
                  <a:pt x="311682" y="98328"/>
                </a:lnTo>
                <a:lnTo>
                  <a:pt x="311682" y="28338"/>
                </a:lnTo>
                <a:lnTo>
                  <a:pt x="328883" y="28338"/>
                </a:lnTo>
                <a:lnTo>
                  <a:pt x="328883" y="38290"/>
                </a:lnTo>
                <a:cubicBezTo>
                  <a:pt x="331827" y="33589"/>
                  <a:pt x="334474" y="30491"/>
                  <a:pt x="336824" y="28997"/>
                </a:cubicBezTo>
                <a:cubicBezTo>
                  <a:pt x="339175" y="27504"/>
                  <a:pt x="341844" y="26757"/>
                  <a:pt x="344832" y="26757"/>
                </a:cubicBezTo>
                <a:cubicBezTo>
                  <a:pt x="349049" y="26757"/>
                  <a:pt x="353113" y="27921"/>
                  <a:pt x="357024" y="30250"/>
                </a:cubicBezTo>
                <a:lnTo>
                  <a:pt x="351290" y="46396"/>
                </a:lnTo>
                <a:cubicBezTo>
                  <a:pt x="348171" y="44375"/>
                  <a:pt x="345271" y="43364"/>
                  <a:pt x="342591" y="43364"/>
                </a:cubicBezTo>
                <a:cubicBezTo>
                  <a:pt x="339999" y="43364"/>
                  <a:pt x="337802" y="44078"/>
                  <a:pt x="336000" y="45506"/>
                </a:cubicBezTo>
                <a:cubicBezTo>
                  <a:pt x="334199" y="46934"/>
                  <a:pt x="332782" y="49515"/>
                  <a:pt x="331750" y="53250"/>
                </a:cubicBezTo>
                <a:cubicBezTo>
                  <a:pt x="330717" y="56984"/>
                  <a:pt x="330201" y="64805"/>
                  <a:pt x="330201" y="76711"/>
                </a:cubicBezTo>
                <a:lnTo>
                  <a:pt x="330201" y="98328"/>
                </a:lnTo>
                <a:close/>
                <a:moveTo>
                  <a:pt x="378816" y="49955"/>
                </a:moveTo>
                <a:lnTo>
                  <a:pt x="362011" y="46923"/>
                </a:lnTo>
                <a:cubicBezTo>
                  <a:pt x="363900" y="40068"/>
                  <a:pt x="367152" y="34993"/>
                  <a:pt x="371765" y="31699"/>
                </a:cubicBezTo>
                <a:cubicBezTo>
                  <a:pt x="376378" y="28404"/>
                  <a:pt x="383232" y="26757"/>
                  <a:pt x="392327" y="26757"/>
                </a:cubicBezTo>
                <a:cubicBezTo>
                  <a:pt x="400586" y="26757"/>
                  <a:pt x="406737" y="27734"/>
                  <a:pt x="410779" y="29689"/>
                </a:cubicBezTo>
                <a:cubicBezTo>
                  <a:pt x="414822" y="31645"/>
                  <a:pt x="417666" y="34127"/>
                  <a:pt x="419314" y="37136"/>
                </a:cubicBezTo>
                <a:cubicBezTo>
                  <a:pt x="420962" y="40146"/>
                  <a:pt x="421785" y="45671"/>
                  <a:pt x="421785" y="53711"/>
                </a:cubicBezTo>
                <a:lnTo>
                  <a:pt x="421588" y="75327"/>
                </a:lnTo>
                <a:cubicBezTo>
                  <a:pt x="421588" y="81478"/>
                  <a:pt x="421884" y="86015"/>
                  <a:pt x="422477" y="88936"/>
                </a:cubicBezTo>
                <a:cubicBezTo>
                  <a:pt x="423070" y="91858"/>
                  <a:pt x="424180" y="94989"/>
                  <a:pt x="425805" y="98328"/>
                </a:cubicBezTo>
                <a:lnTo>
                  <a:pt x="407484" y="98328"/>
                </a:lnTo>
                <a:cubicBezTo>
                  <a:pt x="407001" y="97097"/>
                  <a:pt x="406408" y="95274"/>
                  <a:pt x="405705" y="92858"/>
                </a:cubicBezTo>
                <a:cubicBezTo>
                  <a:pt x="405397" y="91759"/>
                  <a:pt x="405178" y="91034"/>
                  <a:pt x="405046" y="90683"/>
                </a:cubicBezTo>
                <a:cubicBezTo>
                  <a:pt x="401883" y="93758"/>
                  <a:pt x="398499" y="96065"/>
                  <a:pt x="394897" y="97603"/>
                </a:cubicBezTo>
                <a:cubicBezTo>
                  <a:pt x="391294" y="99140"/>
                  <a:pt x="387450" y="99909"/>
                  <a:pt x="383364" y="99909"/>
                </a:cubicBezTo>
                <a:cubicBezTo>
                  <a:pt x="376158" y="99909"/>
                  <a:pt x="370480" y="97962"/>
                  <a:pt x="366328" y="94069"/>
                </a:cubicBezTo>
                <a:cubicBezTo>
                  <a:pt x="362176" y="90175"/>
                  <a:pt x="360100" y="85253"/>
                  <a:pt x="360100" y="79302"/>
                </a:cubicBezTo>
                <a:cubicBezTo>
                  <a:pt x="360100" y="75364"/>
                  <a:pt x="361044" y="71854"/>
                  <a:pt x="362934" y="68770"/>
                </a:cubicBezTo>
                <a:cubicBezTo>
                  <a:pt x="364823" y="65685"/>
                  <a:pt x="367470" y="63322"/>
                  <a:pt x="370875" y="61681"/>
                </a:cubicBezTo>
                <a:cubicBezTo>
                  <a:pt x="374280" y="60041"/>
                  <a:pt x="379190" y="58608"/>
                  <a:pt x="385604" y="57383"/>
                </a:cubicBezTo>
                <a:cubicBezTo>
                  <a:pt x="394260" y="55764"/>
                  <a:pt x="400257" y="54255"/>
                  <a:pt x="403596" y="52854"/>
                </a:cubicBezTo>
                <a:lnTo>
                  <a:pt x="403596" y="50989"/>
                </a:lnTo>
                <a:cubicBezTo>
                  <a:pt x="403596" y="47390"/>
                  <a:pt x="402717" y="44825"/>
                  <a:pt x="400960" y="43292"/>
                </a:cubicBezTo>
                <a:cubicBezTo>
                  <a:pt x="399202" y="41759"/>
                  <a:pt x="395885" y="40992"/>
                  <a:pt x="391008" y="40992"/>
                </a:cubicBezTo>
                <a:cubicBezTo>
                  <a:pt x="387713" y="40992"/>
                  <a:pt x="385143" y="41655"/>
                  <a:pt x="383298" y="42981"/>
                </a:cubicBezTo>
                <a:cubicBezTo>
                  <a:pt x="381453" y="44306"/>
                  <a:pt x="379959" y="46631"/>
                  <a:pt x="378816" y="49955"/>
                </a:cubicBezTo>
                <a:moveTo>
                  <a:pt x="403596" y="64981"/>
                </a:moveTo>
                <a:cubicBezTo>
                  <a:pt x="401223" y="65762"/>
                  <a:pt x="397467" y="66695"/>
                  <a:pt x="392327" y="67781"/>
                </a:cubicBezTo>
                <a:cubicBezTo>
                  <a:pt x="387186" y="68866"/>
                  <a:pt x="383825" y="69930"/>
                  <a:pt x="382243" y="70972"/>
                </a:cubicBezTo>
                <a:cubicBezTo>
                  <a:pt x="379827" y="72665"/>
                  <a:pt x="378619" y="74813"/>
                  <a:pt x="378619" y="77418"/>
                </a:cubicBezTo>
                <a:cubicBezTo>
                  <a:pt x="378619" y="79980"/>
                  <a:pt x="379585" y="82194"/>
                  <a:pt x="381518" y="84062"/>
                </a:cubicBezTo>
                <a:cubicBezTo>
                  <a:pt x="383452" y="85928"/>
                  <a:pt x="385912" y="86860"/>
                  <a:pt x="388900" y="86860"/>
                </a:cubicBezTo>
                <a:cubicBezTo>
                  <a:pt x="392239" y="86860"/>
                  <a:pt x="395424" y="85775"/>
                  <a:pt x="398456" y="83604"/>
                </a:cubicBezTo>
                <a:cubicBezTo>
                  <a:pt x="400696" y="81956"/>
                  <a:pt x="402168" y="79937"/>
                  <a:pt x="402871" y="77548"/>
                </a:cubicBezTo>
                <a:cubicBezTo>
                  <a:pt x="403354" y="75985"/>
                  <a:pt x="403596" y="73012"/>
                  <a:pt x="403596" y="68628"/>
                </a:cubicBezTo>
                <a:lnTo>
                  <a:pt x="403596" y="64981"/>
                </a:lnTo>
                <a:close/>
                <a:moveTo>
                  <a:pt x="472114" y="28338"/>
                </a:moveTo>
                <a:lnTo>
                  <a:pt x="472114" y="43101"/>
                </a:lnTo>
                <a:lnTo>
                  <a:pt x="459460" y="43101"/>
                </a:lnTo>
                <a:lnTo>
                  <a:pt x="459460" y="71262"/>
                </a:lnTo>
                <a:cubicBezTo>
                  <a:pt x="459460" y="76965"/>
                  <a:pt x="459581" y="80289"/>
                  <a:pt x="459823" y="81232"/>
                </a:cubicBezTo>
                <a:cubicBezTo>
                  <a:pt x="460064" y="82174"/>
                  <a:pt x="460613" y="82952"/>
                  <a:pt x="461470" y="83567"/>
                </a:cubicBezTo>
                <a:cubicBezTo>
                  <a:pt x="462327" y="84181"/>
                  <a:pt x="463370" y="84488"/>
                  <a:pt x="464601" y="84488"/>
                </a:cubicBezTo>
                <a:cubicBezTo>
                  <a:pt x="466314" y="84488"/>
                  <a:pt x="468796" y="83895"/>
                  <a:pt x="472048" y="82709"/>
                </a:cubicBezTo>
                <a:lnTo>
                  <a:pt x="473629" y="97129"/>
                </a:lnTo>
                <a:cubicBezTo>
                  <a:pt x="469324" y="98983"/>
                  <a:pt x="464447" y="99909"/>
                  <a:pt x="458999" y="99909"/>
                </a:cubicBezTo>
                <a:cubicBezTo>
                  <a:pt x="455660" y="99909"/>
                  <a:pt x="452650" y="99349"/>
                  <a:pt x="449970" y="98229"/>
                </a:cubicBezTo>
                <a:cubicBezTo>
                  <a:pt x="447290" y="97108"/>
                  <a:pt x="445324" y="95659"/>
                  <a:pt x="444072" y="93879"/>
                </a:cubicBezTo>
                <a:cubicBezTo>
                  <a:pt x="442820" y="92100"/>
                  <a:pt x="441952" y="89694"/>
                  <a:pt x="441469" y="86663"/>
                </a:cubicBezTo>
                <a:cubicBezTo>
                  <a:pt x="441073" y="84510"/>
                  <a:pt x="440875" y="80160"/>
                  <a:pt x="440875" y="73614"/>
                </a:cubicBezTo>
                <a:lnTo>
                  <a:pt x="440875" y="43101"/>
                </a:lnTo>
                <a:lnTo>
                  <a:pt x="432374" y="43101"/>
                </a:lnTo>
                <a:lnTo>
                  <a:pt x="432374" y="28338"/>
                </a:lnTo>
                <a:lnTo>
                  <a:pt x="440875" y="28338"/>
                </a:lnTo>
                <a:lnTo>
                  <a:pt x="440875" y="14367"/>
                </a:lnTo>
                <a:lnTo>
                  <a:pt x="459460" y="3427"/>
                </a:lnTo>
                <a:lnTo>
                  <a:pt x="459460" y="28338"/>
                </a:lnTo>
                <a:lnTo>
                  <a:pt x="472114" y="28338"/>
                </a:lnTo>
                <a:close/>
                <a:moveTo>
                  <a:pt x="525496" y="76052"/>
                </a:moveTo>
                <a:lnTo>
                  <a:pt x="543949" y="79216"/>
                </a:lnTo>
                <a:cubicBezTo>
                  <a:pt x="541576" y="85960"/>
                  <a:pt x="537831" y="91095"/>
                  <a:pt x="532712" y="94621"/>
                </a:cubicBezTo>
                <a:cubicBezTo>
                  <a:pt x="527594" y="98146"/>
                  <a:pt x="521190" y="99909"/>
                  <a:pt x="513501" y="99909"/>
                </a:cubicBezTo>
                <a:cubicBezTo>
                  <a:pt x="501331" y="99909"/>
                  <a:pt x="492324" y="95933"/>
                  <a:pt x="486481" y="87981"/>
                </a:cubicBezTo>
                <a:cubicBezTo>
                  <a:pt x="481868" y="81610"/>
                  <a:pt x="479561" y="73570"/>
                  <a:pt x="479561" y="63860"/>
                </a:cubicBezTo>
                <a:cubicBezTo>
                  <a:pt x="479561" y="52261"/>
                  <a:pt x="482593" y="43178"/>
                  <a:pt x="488656" y="36609"/>
                </a:cubicBezTo>
                <a:cubicBezTo>
                  <a:pt x="494719" y="30041"/>
                  <a:pt x="502386" y="26757"/>
                  <a:pt x="511656" y="26757"/>
                </a:cubicBezTo>
                <a:cubicBezTo>
                  <a:pt x="522069" y="26757"/>
                  <a:pt x="530285" y="30195"/>
                  <a:pt x="536304" y="37071"/>
                </a:cubicBezTo>
                <a:cubicBezTo>
                  <a:pt x="542323" y="43946"/>
                  <a:pt x="545201" y="54480"/>
                  <a:pt x="544937" y="68671"/>
                </a:cubicBezTo>
                <a:lnTo>
                  <a:pt x="498541" y="68671"/>
                </a:lnTo>
                <a:cubicBezTo>
                  <a:pt x="498673" y="74163"/>
                  <a:pt x="500167" y="78436"/>
                  <a:pt x="503023" y="81489"/>
                </a:cubicBezTo>
                <a:cubicBezTo>
                  <a:pt x="505878" y="84543"/>
                  <a:pt x="509437" y="86070"/>
                  <a:pt x="513699" y="86070"/>
                </a:cubicBezTo>
                <a:cubicBezTo>
                  <a:pt x="516599" y="86070"/>
                  <a:pt x="519037" y="85279"/>
                  <a:pt x="521014" y="83697"/>
                </a:cubicBezTo>
                <a:cubicBezTo>
                  <a:pt x="522991" y="82115"/>
                  <a:pt x="524485" y="79567"/>
                  <a:pt x="525496" y="76052"/>
                </a:cubicBezTo>
                <a:moveTo>
                  <a:pt x="526550" y="57336"/>
                </a:moveTo>
                <a:cubicBezTo>
                  <a:pt x="526418" y="51998"/>
                  <a:pt x="525034" y="47939"/>
                  <a:pt x="522398" y="45160"/>
                </a:cubicBezTo>
                <a:cubicBezTo>
                  <a:pt x="519762" y="42381"/>
                  <a:pt x="516555" y="40992"/>
                  <a:pt x="512776" y="40992"/>
                </a:cubicBezTo>
                <a:cubicBezTo>
                  <a:pt x="508734" y="40992"/>
                  <a:pt x="505395" y="42457"/>
                  <a:pt x="502759" y="45389"/>
                </a:cubicBezTo>
                <a:cubicBezTo>
                  <a:pt x="500123" y="48321"/>
                  <a:pt x="498827" y="52304"/>
                  <a:pt x="498871" y="57336"/>
                </a:cubicBezTo>
                <a:lnTo>
                  <a:pt x="526550" y="57336"/>
                </a:lnTo>
                <a:close/>
                <a:moveTo>
                  <a:pt x="560008" y="98328"/>
                </a:moveTo>
                <a:lnTo>
                  <a:pt x="560008" y="79743"/>
                </a:lnTo>
                <a:lnTo>
                  <a:pt x="578526" y="79743"/>
                </a:lnTo>
                <a:lnTo>
                  <a:pt x="578526" y="98328"/>
                </a:lnTo>
                <a:lnTo>
                  <a:pt x="560008" y="98328"/>
                </a:lnTo>
                <a:close/>
                <a:moveTo>
                  <a:pt x="657978" y="98328"/>
                </a:moveTo>
                <a:lnTo>
                  <a:pt x="657978" y="13115"/>
                </a:lnTo>
                <a:lnTo>
                  <a:pt x="626147" y="13115"/>
                </a:lnTo>
                <a:lnTo>
                  <a:pt x="626147" y="1713"/>
                </a:lnTo>
                <a:lnTo>
                  <a:pt x="702726" y="1713"/>
                </a:lnTo>
                <a:lnTo>
                  <a:pt x="702726" y="13115"/>
                </a:lnTo>
                <a:lnTo>
                  <a:pt x="670763" y="13115"/>
                </a:lnTo>
                <a:lnTo>
                  <a:pt x="670763" y="98328"/>
                </a:lnTo>
                <a:lnTo>
                  <a:pt x="657978" y="98328"/>
                </a:lnTo>
                <a:close/>
                <a:moveTo>
                  <a:pt x="714347" y="98328"/>
                </a:moveTo>
                <a:lnTo>
                  <a:pt x="714347" y="1713"/>
                </a:lnTo>
                <a:lnTo>
                  <a:pt x="726210" y="1713"/>
                </a:lnTo>
                <a:lnTo>
                  <a:pt x="726210" y="36379"/>
                </a:lnTo>
                <a:cubicBezTo>
                  <a:pt x="731746" y="29964"/>
                  <a:pt x="738732" y="26757"/>
                  <a:pt x="747167" y="26757"/>
                </a:cubicBezTo>
                <a:cubicBezTo>
                  <a:pt x="752352" y="26757"/>
                  <a:pt x="756855" y="27778"/>
                  <a:pt x="760677" y="29821"/>
                </a:cubicBezTo>
                <a:cubicBezTo>
                  <a:pt x="764500" y="31864"/>
                  <a:pt x="767235" y="34687"/>
                  <a:pt x="768882" y="38290"/>
                </a:cubicBezTo>
                <a:cubicBezTo>
                  <a:pt x="770530" y="41893"/>
                  <a:pt x="771354" y="47121"/>
                  <a:pt x="771354" y="53975"/>
                </a:cubicBezTo>
                <a:lnTo>
                  <a:pt x="771354" y="98328"/>
                </a:lnTo>
                <a:lnTo>
                  <a:pt x="759491" y="98328"/>
                </a:lnTo>
                <a:lnTo>
                  <a:pt x="759491" y="53975"/>
                </a:lnTo>
                <a:cubicBezTo>
                  <a:pt x="759491" y="48043"/>
                  <a:pt x="758206" y="43727"/>
                  <a:pt x="755636" y="41025"/>
                </a:cubicBezTo>
                <a:cubicBezTo>
                  <a:pt x="753066" y="38323"/>
                  <a:pt x="749430" y="36972"/>
                  <a:pt x="744729" y="36972"/>
                </a:cubicBezTo>
                <a:cubicBezTo>
                  <a:pt x="741214" y="36972"/>
                  <a:pt x="737908" y="37883"/>
                  <a:pt x="734810" y="39707"/>
                </a:cubicBezTo>
                <a:cubicBezTo>
                  <a:pt x="731713" y="41530"/>
                  <a:pt x="729505" y="44001"/>
                  <a:pt x="728187" y="47121"/>
                </a:cubicBezTo>
                <a:cubicBezTo>
                  <a:pt x="726869" y="50240"/>
                  <a:pt x="726210" y="54546"/>
                  <a:pt x="726210" y="60038"/>
                </a:cubicBezTo>
                <a:lnTo>
                  <a:pt x="726210" y="98328"/>
                </a:lnTo>
                <a:lnTo>
                  <a:pt x="714347" y="98328"/>
                </a:lnTo>
                <a:close/>
                <a:moveTo>
                  <a:pt x="837302" y="75789"/>
                </a:moveTo>
                <a:lnTo>
                  <a:pt x="849560" y="77305"/>
                </a:lnTo>
                <a:cubicBezTo>
                  <a:pt x="847627" y="84466"/>
                  <a:pt x="844046" y="90024"/>
                  <a:pt x="838818" y="93978"/>
                </a:cubicBezTo>
                <a:cubicBezTo>
                  <a:pt x="833590" y="97932"/>
                  <a:pt x="826912" y="99909"/>
                  <a:pt x="818784" y="99909"/>
                </a:cubicBezTo>
                <a:cubicBezTo>
                  <a:pt x="808547" y="99909"/>
                  <a:pt x="800430" y="96757"/>
                  <a:pt x="794432" y="90452"/>
                </a:cubicBezTo>
                <a:cubicBezTo>
                  <a:pt x="788435" y="84147"/>
                  <a:pt x="785437" y="75305"/>
                  <a:pt x="785437" y="63926"/>
                </a:cubicBezTo>
                <a:cubicBezTo>
                  <a:pt x="785437" y="52151"/>
                  <a:pt x="788468" y="43013"/>
                  <a:pt x="794531" y="36510"/>
                </a:cubicBezTo>
                <a:cubicBezTo>
                  <a:pt x="800594" y="30008"/>
                  <a:pt x="808459" y="26757"/>
                  <a:pt x="818125" y="26757"/>
                </a:cubicBezTo>
                <a:cubicBezTo>
                  <a:pt x="827483" y="26757"/>
                  <a:pt x="835128" y="29937"/>
                  <a:pt x="841059" y="36298"/>
                </a:cubicBezTo>
                <a:cubicBezTo>
                  <a:pt x="846990" y="42658"/>
                  <a:pt x="849956" y="51606"/>
                  <a:pt x="849956" y="63141"/>
                </a:cubicBezTo>
                <a:cubicBezTo>
                  <a:pt x="849956" y="63843"/>
                  <a:pt x="849934" y="64895"/>
                  <a:pt x="849890" y="66299"/>
                </a:cubicBezTo>
                <a:lnTo>
                  <a:pt x="797695" y="66299"/>
                </a:lnTo>
                <a:cubicBezTo>
                  <a:pt x="798134" y="73965"/>
                  <a:pt x="800309" y="79836"/>
                  <a:pt x="804219" y="83911"/>
                </a:cubicBezTo>
                <a:cubicBezTo>
                  <a:pt x="808129" y="87986"/>
                  <a:pt x="813006" y="90024"/>
                  <a:pt x="818849" y="90024"/>
                </a:cubicBezTo>
                <a:cubicBezTo>
                  <a:pt x="823199" y="90024"/>
                  <a:pt x="826912" y="88893"/>
                  <a:pt x="829987" y="86630"/>
                </a:cubicBezTo>
                <a:cubicBezTo>
                  <a:pt x="833063" y="84366"/>
                  <a:pt x="835501" y="80752"/>
                  <a:pt x="837302" y="75789"/>
                </a:cubicBezTo>
                <a:moveTo>
                  <a:pt x="798354" y="56413"/>
                </a:moveTo>
                <a:lnTo>
                  <a:pt x="837434" y="56413"/>
                </a:lnTo>
                <a:cubicBezTo>
                  <a:pt x="836907" y="50622"/>
                  <a:pt x="835413" y="46278"/>
                  <a:pt x="832953" y="43383"/>
                </a:cubicBezTo>
                <a:cubicBezTo>
                  <a:pt x="829174" y="38889"/>
                  <a:pt x="824276" y="36642"/>
                  <a:pt x="818256" y="36642"/>
                </a:cubicBezTo>
                <a:cubicBezTo>
                  <a:pt x="812808" y="36642"/>
                  <a:pt x="808228" y="38436"/>
                  <a:pt x="804516" y="42024"/>
                </a:cubicBezTo>
                <a:cubicBezTo>
                  <a:pt x="800803" y="45610"/>
                  <a:pt x="798749" y="50406"/>
                  <a:pt x="798354" y="56413"/>
                </a:cubicBezTo>
                <a:close/>
                <a:moveTo>
                  <a:pt x="904130" y="98328"/>
                </a:moveTo>
                <a:lnTo>
                  <a:pt x="904130" y="1713"/>
                </a:lnTo>
                <a:lnTo>
                  <a:pt x="969308" y="1713"/>
                </a:lnTo>
                <a:lnTo>
                  <a:pt x="969308" y="13115"/>
                </a:lnTo>
                <a:lnTo>
                  <a:pt x="916915" y="13115"/>
                </a:lnTo>
                <a:lnTo>
                  <a:pt x="916915" y="42969"/>
                </a:lnTo>
                <a:lnTo>
                  <a:pt x="962257" y="42969"/>
                </a:lnTo>
                <a:lnTo>
                  <a:pt x="962257" y="54370"/>
                </a:lnTo>
                <a:lnTo>
                  <a:pt x="916915" y="54370"/>
                </a:lnTo>
                <a:lnTo>
                  <a:pt x="916915" y="98328"/>
                </a:lnTo>
                <a:lnTo>
                  <a:pt x="904130" y="98328"/>
                </a:lnTo>
                <a:close/>
                <a:moveTo>
                  <a:pt x="984488" y="15421"/>
                </a:moveTo>
                <a:lnTo>
                  <a:pt x="984488" y="1713"/>
                </a:lnTo>
                <a:lnTo>
                  <a:pt x="996350" y="1713"/>
                </a:lnTo>
                <a:lnTo>
                  <a:pt x="996350" y="15421"/>
                </a:lnTo>
                <a:lnTo>
                  <a:pt x="984488" y="15421"/>
                </a:lnTo>
                <a:moveTo>
                  <a:pt x="984488" y="98328"/>
                </a:moveTo>
                <a:lnTo>
                  <a:pt x="984488" y="28338"/>
                </a:lnTo>
                <a:lnTo>
                  <a:pt x="996350" y="28338"/>
                </a:lnTo>
                <a:lnTo>
                  <a:pt x="996350" y="98328"/>
                </a:lnTo>
                <a:lnTo>
                  <a:pt x="984488" y="98328"/>
                </a:lnTo>
                <a:close/>
                <a:moveTo>
                  <a:pt x="1014253" y="98328"/>
                </a:moveTo>
                <a:lnTo>
                  <a:pt x="1014253" y="28338"/>
                </a:lnTo>
                <a:lnTo>
                  <a:pt x="1024929" y="28338"/>
                </a:lnTo>
                <a:lnTo>
                  <a:pt x="1024929" y="38883"/>
                </a:lnTo>
                <a:cubicBezTo>
                  <a:pt x="1027653" y="33946"/>
                  <a:pt x="1030169" y="30690"/>
                  <a:pt x="1032475" y="29117"/>
                </a:cubicBezTo>
                <a:cubicBezTo>
                  <a:pt x="1034782" y="27543"/>
                  <a:pt x="1037319" y="26757"/>
                  <a:pt x="1040087" y="26757"/>
                </a:cubicBezTo>
                <a:cubicBezTo>
                  <a:pt x="1044085" y="26757"/>
                  <a:pt x="1048149" y="28025"/>
                  <a:pt x="1052279" y="30563"/>
                </a:cubicBezTo>
                <a:lnTo>
                  <a:pt x="1048193" y="41519"/>
                </a:lnTo>
                <a:cubicBezTo>
                  <a:pt x="1045293" y="39806"/>
                  <a:pt x="1042394" y="38949"/>
                  <a:pt x="1039494" y="38949"/>
                </a:cubicBezTo>
                <a:cubicBezTo>
                  <a:pt x="1036902" y="38949"/>
                  <a:pt x="1034573" y="39730"/>
                  <a:pt x="1032508" y="41293"/>
                </a:cubicBezTo>
                <a:cubicBezTo>
                  <a:pt x="1030443" y="42854"/>
                  <a:pt x="1028971" y="45019"/>
                  <a:pt x="1028093" y="47790"/>
                </a:cubicBezTo>
                <a:cubicBezTo>
                  <a:pt x="1026775" y="52012"/>
                  <a:pt x="1026116" y="56630"/>
                  <a:pt x="1026116" y="61644"/>
                </a:cubicBezTo>
                <a:lnTo>
                  <a:pt x="1026116" y="98328"/>
                </a:lnTo>
                <a:lnTo>
                  <a:pt x="1014253" y="98328"/>
                </a:lnTo>
                <a:close/>
                <a:moveTo>
                  <a:pt x="1054585" y="77370"/>
                </a:moveTo>
                <a:lnTo>
                  <a:pt x="1066316" y="75525"/>
                </a:lnTo>
                <a:cubicBezTo>
                  <a:pt x="1066975" y="80206"/>
                  <a:pt x="1068809" y="83793"/>
                  <a:pt x="1071819" y="86286"/>
                </a:cubicBezTo>
                <a:cubicBezTo>
                  <a:pt x="1074828" y="88778"/>
                  <a:pt x="1079035" y="90024"/>
                  <a:pt x="1084439" y="90024"/>
                </a:cubicBezTo>
                <a:cubicBezTo>
                  <a:pt x="1089887" y="90024"/>
                  <a:pt x="1093929" y="88923"/>
                  <a:pt x="1096565" y="86723"/>
                </a:cubicBezTo>
                <a:cubicBezTo>
                  <a:pt x="1099201" y="84520"/>
                  <a:pt x="1100519" y="81938"/>
                  <a:pt x="1100519" y="78975"/>
                </a:cubicBezTo>
                <a:cubicBezTo>
                  <a:pt x="1100519" y="76315"/>
                  <a:pt x="1099355" y="74223"/>
                  <a:pt x="1097027" y="72697"/>
                </a:cubicBezTo>
                <a:cubicBezTo>
                  <a:pt x="1095401" y="71651"/>
                  <a:pt x="1091359" y="70322"/>
                  <a:pt x="1084900" y="68708"/>
                </a:cubicBezTo>
                <a:cubicBezTo>
                  <a:pt x="1076201" y="66510"/>
                  <a:pt x="1070171" y="64609"/>
                  <a:pt x="1066810" y="63004"/>
                </a:cubicBezTo>
                <a:cubicBezTo>
                  <a:pt x="1063449" y="61398"/>
                  <a:pt x="1060901" y="59178"/>
                  <a:pt x="1059165" y="56341"/>
                </a:cubicBezTo>
                <a:cubicBezTo>
                  <a:pt x="1057430" y="53505"/>
                  <a:pt x="1056562" y="50371"/>
                  <a:pt x="1056562" y="46942"/>
                </a:cubicBezTo>
                <a:cubicBezTo>
                  <a:pt x="1056562" y="43819"/>
                  <a:pt x="1057276" y="40928"/>
                  <a:pt x="1058704" y="38267"/>
                </a:cubicBezTo>
                <a:cubicBezTo>
                  <a:pt x="1060132" y="35606"/>
                  <a:pt x="1062076" y="33396"/>
                  <a:pt x="1064536" y="31638"/>
                </a:cubicBezTo>
                <a:cubicBezTo>
                  <a:pt x="1066382" y="30274"/>
                  <a:pt x="1068897" y="29120"/>
                  <a:pt x="1072082" y="28176"/>
                </a:cubicBezTo>
                <a:cubicBezTo>
                  <a:pt x="1075267" y="27230"/>
                  <a:pt x="1078683" y="26757"/>
                  <a:pt x="1082330" y="26757"/>
                </a:cubicBezTo>
                <a:cubicBezTo>
                  <a:pt x="1087822" y="26757"/>
                  <a:pt x="1092644" y="27553"/>
                  <a:pt x="1096796" y="29146"/>
                </a:cubicBezTo>
                <a:cubicBezTo>
                  <a:pt x="1100948" y="30737"/>
                  <a:pt x="1104012" y="32893"/>
                  <a:pt x="1105989" y="35615"/>
                </a:cubicBezTo>
                <a:cubicBezTo>
                  <a:pt x="1107966" y="38334"/>
                  <a:pt x="1109328" y="41972"/>
                  <a:pt x="1110075" y="46528"/>
                </a:cubicBezTo>
                <a:lnTo>
                  <a:pt x="1098476" y="48109"/>
                </a:lnTo>
                <a:cubicBezTo>
                  <a:pt x="1097949" y="44507"/>
                  <a:pt x="1096422" y="41695"/>
                  <a:pt x="1093896" y="39674"/>
                </a:cubicBezTo>
                <a:cubicBezTo>
                  <a:pt x="1091370" y="37653"/>
                  <a:pt x="1087800" y="36642"/>
                  <a:pt x="1083187" y="36642"/>
                </a:cubicBezTo>
                <a:cubicBezTo>
                  <a:pt x="1077739" y="36642"/>
                  <a:pt x="1073851" y="37539"/>
                  <a:pt x="1071522" y="39332"/>
                </a:cubicBezTo>
                <a:cubicBezTo>
                  <a:pt x="1069193" y="41124"/>
                  <a:pt x="1068029" y="43222"/>
                  <a:pt x="1068029" y="45628"/>
                </a:cubicBezTo>
                <a:cubicBezTo>
                  <a:pt x="1068029" y="47157"/>
                  <a:pt x="1068512" y="48534"/>
                  <a:pt x="1069479" y="49759"/>
                </a:cubicBezTo>
                <a:cubicBezTo>
                  <a:pt x="1070446" y="51026"/>
                  <a:pt x="1071961" y="52075"/>
                  <a:pt x="1074026" y="52906"/>
                </a:cubicBezTo>
                <a:cubicBezTo>
                  <a:pt x="1075213" y="53344"/>
                  <a:pt x="1078705" y="54350"/>
                  <a:pt x="1084505" y="55923"/>
                </a:cubicBezTo>
                <a:cubicBezTo>
                  <a:pt x="1092897" y="58162"/>
                  <a:pt x="1098751" y="59995"/>
                  <a:pt x="1102068" y="61422"/>
                </a:cubicBezTo>
                <a:cubicBezTo>
                  <a:pt x="1105385" y="62848"/>
                  <a:pt x="1107988" y="64923"/>
                  <a:pt x="1109878" y="67646"/>
                </a:cubicBezTo>
                <a:cubicBezTo>
                  <a:pt x="1111767" y="70367"/>
                  <a:pt x="1112712" y="73746"/>
                  <a:pt x="1112712" y="77784"/>
                </a:cubicBezTo>
                <a:cubicBezTo>
                  <a:pt x="1112712" y="81736"/>
                  <a:pt x="1111558" y="85457"/>
                  <a:pt x="1109252" y="88947"/>
                </a:cubicBezTo>
                <a:cubicBezTo>
                  <a:pt x="1106945" y="92435"/>
                  <a:pt x="1103617" y="95135"/>
                  <a:pt x="1099267" y="97045"/>
                </a:cubicBezTo>
                <a:cubicBezTo>
                  <a:pt x="1094918" y="98954"/>
                  <a:pt x="1089997" y="99909"/>
                  <a:pt x="1084505" y="99909"/>
                </a:cubicBezTo>
                <a:cubicBezTo>
                  <a:pt x="1075410" y="99909"/>
                  <a:pt x="1068479" y="98015"/>
                  <a:pt x="1063712" y="94225"/>
                </a:cubicBezTo>
                <a:cubicBezTo>
                  <a:pt x="1058945" y="90436"/>
                  <a:pt x="1055903" y="84817"/>
                  <a:pt x="1054585" y="77370"/>
                </a:cubicBezTo>
                <a:close/>
                <a:moveTo>
                  <a:pt x="1152715" y="87849"/>
                </a:moveTo>
                <a:lnTo>
                  <a:pt x="1154429" y="98328"/>
                </a:lnTo>
                <a:cubicBezTo>
                  <a:pt x="1151090" y="98943"/>
                  <a:pt x="1148102" y="99250"/>
                  <a:pt x="1145466" y="99250"/>
                </a:cubicBezTo>
                <a:cubicBezTo>
                  <a:pt x="1141160" y="99250"/>
                  <a:pt x="1137821" y="98569"/>
                  <a:pt x="1135449" y="97207"/>
                </a:cubicBezTo>
                <a:cubicBezTo>
                  <a:pt x="1133076" y="95845"/>
                  <a:pt x="1131406" y="94055"/>
                  <a:pt x="1130440" y="91836"/>
                </a:cubicBezTo>
                <a:cubicBezTo>
                  <a:pt x="1129473" y="89617"/>
                  <a:pt x="1128990" y="84949"/>
                  <a:pt x="1128990" y="77832"/>
                </a:cubicBezTo>
                <a:lnTo>
                  <a:pt x="1128990" y="37565"/>
                </a:lnTo>
                <a:lnTo>
                  <a:pt x="1120291" y="37565"/>
                </a:lnTo>
                <a:lnTo>
                  <a:pt x="1120291" y="28338"/>
                </a:lnTo>
                <a:lnTo>
                  <a:pt x="1128990" y="28338"/>
                </a:lnTo>
                <a:lnTo>
                  <a:pt x="1128990" y="10958"/>
                </a:lnTo>
                <a:lnTo>
                  <a:pt x="1140787" y="3822"/>
                </a:lnTo>
                <a:lnTo>
                  <a:pt x="1140787" y="28338"/>
                </a:lnTo>
                <a:lnTo>
                  <a:pt x="1152715" y="28338"/>
                </a:lnTo>
                <a:lnTo>
                  <a:pt x="1152715" y="37565"/>
                </a:lnTo>
                <a:lnTo>
                  <a:pt x="1140787" y="37565"/>
                </a:lnTo>
                <a:lnTo>
                  <a:pt x="1140787" y="78491"/>
                </a:lnTo>
                <a:cubicBezTo>
                  <a:pt x="1140787" y="81874"/>
                  <a:pt x="1140995" y="84049"/>
                  <a:pt x="1141413" y="85015"/>
                </a:cubicBezTo>
                <a:cubicBezTo>
                  <a:pt x="1141830" y="85982"/>
                  <a:pt x="1142511" y="86751"/>
                  <a:pt x="1143456" y="87322"/>
                </a:cubicBezTo>
                <a:cubicBezTo>
                  <a:pt x="1144400" y="87893"/>
                  <a:pt x="1145751" y="88179"/>
                  <a:pt x="1147509" y="88179"/>
                </a:cubicBezTo>
                <a:cubicBezTo>
                  <a:pt x="1148827" y="88179"/>
                  <a:pt x="1150562" y="88069"/>
                  <a:pt x="1152715" y="87849"/>
                </a:cubicBezTo>
                <a:close/>
                <a:moveTo>
                  <a:pt x="1185270" y="98328"/>
                </a:moveTo>
                <a:lnTo>
                  <a:pt x="1222374" y="1713"/>
                </a:lnTo>
                <a:lnTo>
                  <a:pt x="1236148" y="1713"/>
                </a:lnTo>
                <a:lnTo>
                  <a:pt x="1275690" y="98328"/>
                </a:lnTo>
                <a:lnTo>
                  <a:pt x="1261125" y="98328"/>
                </a:lnTo>
                <a:lnTo>
                  <a:pt x="1249856" y="69198"/>
                </a:lnTo>
                <a:lnTo>
                  <a:pt x="1209457" y="69198"/>
                </a:lnTo>
                <a:lnTo>
                  <a:pt x="1198846" y="98328"/>
                </a:lnTo>
                <a:lnTo>
                  <a:pt x="1185270" y="98328"/>
                </a:lnTo>
                <a:moveTo>
                  <a:pt x="1213147" y="58654"/>
                </a:moveTo>
                <a:lnTo>
                  <a:pt x="1245901" y="58654"/>
                </a:lnTo>
                <a:lnTo>
                  <a:pt x="1235818" y="31897"/>
                </a:lnTo>
                <a:cubicBezTo>
                  <a:pt x="1232743" y="23769"/>
                  <a:pt x="1230458" y="17091"/>
                  <a:pt x="1228964" y="11863"/>
                </a:cubicBezTo>
                <a:cubicBezTo>
                  <a:pt x="1227734" y="18057"/>
                  <a:pt x="1225999" y="24208"/>
                  <a:pt x="1223758" y="30315"/>
                </a:cubicBezTo>
                <a:lnTo>
                  <a:pt x="1213147" y="58654"/>
                </a:lnTo>
                <a:close/>
                <a:moveTo>
                  <a:pt x="1284389" y="98328"/>
                </a:moveTo>
                <a:lnTo>
                  <a:pt x="1284389" y="28338"/>
                </a:lnTo>
                <a:lnTo>
                  <a:pt x="1295000" y="28338"/>
                </a:lnTo>
                <a:lnTo>
                  <a:pt x="1295000" y="38092"/>
                </a:lnTo>
                <a:cubicBezTo>
                  <a:pt x="1297197" y="34684"/>
                  <a:pt x="1300118" y="31943"/>
                  <a:pt x="1303765" y="29869"/>
                </a:cubicBezTo>
                <a:cubicBezTo>
                  <a:pt x="1307412" y="27794"/>
                  <a:pt x="1311564" y="26757"/>
                  <a:pt x="1316221" y="26757"/>
                </a:cubicBezTo>
                <a:cubicBezTo>
                  <a:pt x="1321405" y="26757"/>
                  <a:pt x="1325656" y="27828"/>
                  <a:pt x="1328973" y="29970"/>
                </a:cubicBezTo>
                <a:cubicBezTo>
                  <a:pt x="1332290" y="32110"/>
                  <a:pt x="1334630" y="35103"/>
                  <a:pt x="1335992" y="38949"/>
                </a:cubicBezTo>
                <a:cubicBezTo>
                  <a:pt x="1341528" y="30821"/>
                  <a:pt x="1348733" y="26757"/>
                  <a:pt x="1357608" y="26757"/>
                </a:cubicBezTo>
                <a:cubicBezTo>
                  <a:pt x="1364550" y="26757"/>
                  <a:pt x="1369888" y="28679"/>
                  <a:pt x="1373622" y="32523"/>
                </a:cubicBezTo>
                <a:cubicBezTo>
                  <a:pt x="1377357" y="36368"/>
                  <a:pt x="1379224" y="42288"/>
                  <a:pt x="1379224" y="50284"/>
                </a:cubicBezTo>
                <a:lnTo>
                  <a:pt x="1379224" y="98328"/>
                </a:lnTo>
                <a:lnTo>
                  <a:pt x="1367428" y="98328"/>
                </a:lnTo>
                <a:lnTo>
                  <a:pt x="1367428" y="54191"/>
                </a:lnTo>
                <a:cubicBezTo>
                  <a:pt x="1367428" y="49440"/>
                  <a:pt x="1367043" y="46021"/>
                  <a:pt x="1366274" y="43933"/>
                </a:cubicBezTo>
                <a:cubicBezTo>
                  <a:pt x="1365505" y="41843"/>
                  <a:pt x="1364110" y="40160"/>
                  <a:pt x="1362089" y="38885"/>
                </a:cubicBezTo>
                <a:cubicBezTo>
                  <a:pt x="1360068" y="37609"/>
                  <a:pt x="1357696" y="36972"/>
                  <a:pt x="1354972" y="36972"/>
                </a:cubicBezTo>
                <a:cubicBezTo>
                  <a:pt x="1350051" y="36972"/>
                  <a:pt x="1345965" y="38610"/>
                  <a:pt x="1342714" y="41888"/>
                </a:cubicBezTo>
                <a:cubicBezTo>
                  <a:pt x="1339463" y="45164"/>
                  <a:pt x="1337837" y="50408"/>
                  <a:pt x="1337837" y="57622"/>
                </a:cubicBezTo>
                <a:lnTo>
                  <a:pt x="1337837" y="98328"/>
                </a:lnTo>
                <a:lnTo>
                  <a:pt x="1325974" y="98328"/>
                </a:lnTo>
                <a:lnTo>
                  <a:pt x="1325974" y="52805"/>
                </a:lnTo>
                <a:cubicBezTo>
                  <a:pt x="1325974" y="47527"/>
                  <a:pt x="1325008" y="43569"/>
                  <a:pt x="1323075" y="40930"/>
                </a:cubicBezTo>
                <a:cubicBezTo>
                  <a:pt x="1321142" y="38291"/>
                  <a:pt x="1317978" y="36972"/>
                  <a:pt x="1313585" y="36972"/>
                </a:cubicBezTo>
                <a:cubicBezTo>
                  <a:pt x="1310245" y="36972"/>
                  <a:pt x="1307159" y="37852"/>
                  <a:pt x="1304325" y="39612"/>
                </a:cubicBezTo>
                <a:cubicBezTo>
                  <a:pt x="1301491" y="41371"/>
                  <a:pt x="1299437" y="43944"/>
                  <a:pt x="1298163" y="47331"/>
                </a:cubicBezTo>
                <a:cubicBezTo>
                  <a:pt x="1296889" y="50717"/>
                  <a:pt x="1296252" y="55598"/>
                  <a:pt x="1296252" y="61976"/>
                </a:cubicBezTo>
                <a:lnTo>
                  <a:pt x="1296252" y="98328"/>
                </a:lnTo>
                <a:lnTo>
                  <a:pt x="1284389" y="98328"/>
                </a:lnTo>
                <a:close/>
                <a:moveTo>
                  <a:pt x="1444731" y="75789"/>
                </a:moveTo>
                <a:lnTo>
                  <a:pt x="1456989" y="77305"/>
                </a:lnTo>
                <a:cubicBezTo>
                  <a:pt x="1455056" y="84466"/>
                  <a:pt x="1451476" y="90024"/>
                  <a:pt x="1446247" y="93978"/>
                </a:cubicBezTo>
                <a:cubicBezTo>
                  <a:pt x="1441019" y="97932"/>
                  <a:pt x="1434341" y="99909"/>
                  <a:pt x="1426213" y="99909"/>
                </a:cubicBezTo>
                <a:cubicBezTo>
                  <a:pt x="1415976" y="99909"/>
                  <a:pt x="1407859" y="96757"/>
                  <a:pt x="1401861" y="90452"/>
                </a:cubicBezTo>
                <a:cubicBezTo>
                  <a:pt x="1395864" y="84147"/>
                  <a:pt x="1392866" y="75305"/>
                  <a:pt x="1392866" y="63926"/>
                </a:cubicBezTo>
                <a:cubicBezTo>
                  <a:pt x="1392866" y="52151"/>
                  <a:pt x="1395897" y="43013"/>
                  <a:pt x="1401960" y="36510"/>
                </a:cubicBezTo>
                <a:cubicBezTo>
                  <a:pt x="1408023" y="30008"/>
                  <a:pt x="1415888" y="26757"/>
                  <a:pt x="1425554" y="26757"/>
                </a:cubicBezTo>
                <a:cubicBezTo>
                  <a:pt x="1434912" y="26757"/>
                  <a:pt x="1442557" y="29937"/>
                  <a:pt x="1448488" y="36298"/>
                </a:cubicBezTo>
                <a:cubicBezTo>
                  <a:pt x="1454419" y="42658"/>
                  <a:pt x="1457385" y="51606"/>
                  <a:pt x="1457385" y="63141"/>
                </a:cubicBezTo>
                <a:cubicBezTo>
                  <a:pt x="1457385" y="63843"/>
                  <a:pt x="1457363" y="64895"/>
                  <a:pt x="1457319" y="66299"/>
                </a:cubicBezTo>
                <a:lnTo>
                  <a:pt x="1405124" y="66299"/>
                </a:lnTo>
                <a:cubicBezTo>
                  <a:pt x="1405563" y="73965"/>
                  <a:pt x="1407738" y="79836"/>
                  <a:pt x="1411648" y="83911"/>
                </a:cubicBezTo>
                <a:cubicBezTo>
                  <a:pt x="1415558" y="87986"/>
                  <a:pt x="1420435" y="90024"/>
                  <a:pt x="1426279" y="90024"/>
                </a:cubicBezTo>
                <a:cubicBezTo>
                  <a:pt x="1430628" y="90024"/>
                  <a:pt x="1434341" y="88893"/>
                  <a:pt x="1437416" y="86630"/>
                </a:cubicBezTo>
                <a:cubicBezTo>
                  <a:pt x="1440492" y="84366"/>
                  <a:pt x="1442930" y="80752"/>
                  <a:pt x="1444731" y="75789"/>
                </a:cubicBezTo>
                <a:moveTo>
                  <a:pt x="1405783" y="56413"/>
                </a:moveTo>
                <a:lnTo>
                  <a:pt x="1444863" y="56413"/>
                </a:lnTo>
                <a:cubicBezTo>
                  <a:pt x="1444336" y="50622"/>
                  <a:pt x="1442842" y="46278"/>
                  <a:pt x="1440382" y="43383"/>
                </a:cubicBezTo>
                <a:cubicBezTo>
                  <a:pt x="1436603" y="38889"/>
                  <a:pt x="1431705" y="36642"/>
                  <a:pt x="1425685" y="36642"/>
                </a:cubicBezTo>
                <a:cubicBezTo>
                  <a:pt x="1420237" y="36642"/>
                  <a:pt x="1415657" y="38436"/>
                  <a:pt x="1411945" y="42024"/>
                </a:cubicBezTo>
                <a:cubicBezTo>
                  <a:pt x="1408232" y="45610"/>
                  <a:pt x="1406178" y="50406"/>
                  <a:pt x="1405783" y="56413"/>
                </a:cubicBezTo>
                <a:close/>
                <a:moveTo>
                  <a:pt x="1471863" y="98328"/>
                </a:moveTo>
                <a:lnTo>
                  <a:pt x="1471863" y="28338"/>
                </a:lnTo>
                <a:lnTo>
                  <a:pt x="1482539" y="28338"/>
                </a:lnTo>
                <a:lnTo>
                  <a:pt x="1482539" y="38224"/>
                </a:lnTo>
                <a:cubicBezTo>
                  <a:pt x="1487679" y="30579"/>
                  <a:pt x="1495104" y="26757"/>
                  <a:pt x="1504814" y="26757"/>
                </a:cubicBezTo>
                <a:cubicBezTo>
                  <a:pt x="1509032" y="26757"/>
                  <a:pt x="1512909" y="27515"/>
                  <a:pt x="1516446" y="29030"/>
                </a:cubicBezTo>
                <a:cubicBezTo>
                  <a:pt x="1519983" y="30546"/>
                  <a:pt x="1522630" y="32534"/>
                  <a:pt x="1524387" y="34995"/>
                </a:cubicBezTo>
                <a:cubicBezTo>
                  <a:pt x="1526145" y="37455"/>
                  <a:pt x="1527375" y="40377"/>
                  <a:pt x="1528078" y="43760"/>
                </a:cubicBezTo>
                <a:cubicBezTo>
                  <a:pt x="1528517" y="45957"/>
                  <a:pt x="1528737" y="49801"/>
                  <a:pt x="1528737" y="55293"/>
                </a:cubicBezTo>
                <a:lnTo>
                  <a:pt x="1528737" y="98328"/>
                </a:lnTo>
                <a:lnTo>
                  <a:pt x="1516875" y="98328"/>
                </a:lnTo>
                <a:lnTo>
                  <a:pt x="1516875" y="55709"/>
                </a:lnTo>
                <a:cubicBezTo>
                  <a:pt x="1516875" y="50870"/>
                  <a:pt x="1516413" y="47253"/>
                  <a:pt x="1515491" y="44855"/>
                </a:cubicBezTo>
                <a:cubicBezTo>
                  <a:pt x="1514568" y="42458"/>
                  <a:pt x="1512931" y="40545"/>
                  <a:pt x="1510581" y="39116"/>
                </a:cubicBezTo>
                <a:cubicBezTo>
                  <a:pt x="1508230" y="37686"/>
                  <a:pt x="1505473" y="36972"/>
                  <a:pt x="1502310" y="36972"/>
                </a:cubicBezTo>
                <a:cubicBezTo>
                  <a:pt x="1497257" y="36972"/>
                  <a:pt x="1492897" y="38577"/>
                  <a:pt x="1489228" y="41789"/>
                </a:cubicBezTo>
                <a:cubicBezTo>
                  <a:pt x="1485559" y="44999"/>
                  <a:pt x="1483725" y="51090"/>
                  <a:pt x="1483725" y="60063"/>
                </a:cubicBezTo>
                <a:lnTo>
                  <a:pt x="1483725" y="98328"/>
                </a:lnTo>
                <a:lnTo>
                  <a:pt x="1471863" y="98328"/>
                </a:lnTo>
                <a:close/>
                <a:moveTo>
                  <a:pt x="1592314" y="98328"/>
                </a:moveTo>
                <a:lnTo>
                  <a:pt x="1592314" y="89497"/>
                </a:lnTo>
                <a:cubicBezTo>
                  <a:pt x="1587876" y="96438"/>
                  <a:pt x="1581352" y="99909"/>
                  <a:pt x="1572740" y="99909"/>
                </a:cubicBezTo>
                <a:cubicBezTo>
                  <a:pt x="1567161" y="99909"/>
                  <a:pt x="1562031" y="98372"/>
                  <a:pt x="1557352" y="95296"/>
                </a:cubicBezTo>
                <a:cubicBezTo>
                  <a:pt x="1552673" y="92221"/>
                  <a:pt x="1549048" y="87926"/>
                  <a:pt x="1546478" y="82412"/>
                </a:cubicBezTo>
                <a:cubicBezTo>
                  <a:pt x="1543908" y="76898"/>
                  <a:pt x="1542623" y="70560"/>
                  <a:pt x="1542623" y="63399"/>
                </a:cubicBezTo>
                <a:cubicBezTo>
                  <a:pt x="1542623" y="56413"/>
                  <a:pt x="1543787" y="50075"/>
                  <a:pt x="1546115" y="44386"/>
                </a:cubicBezTo>
                <a:cubicBezTo>
                  <a:pt x="1548444" y="38696"/>
                  <a:pt x="1551937" y="34336"/>
                  <a:pt x="1556594" y="31304"/>
                </a:cubicBezTo>
                <a:cubicBezTo>
                  <a:pt x="1561251" y="28272"/>
                  <a:pt x="1566458" y="26757"/>
                  <a:pt x="1572213" y="26757"/>
                </a:cubicBezTo>
                <a:cubicBezTo>
                  <a:pt x="1576431" y="26757"/>
                  <a:pt x="1580187" y="27646"/>
                  <a:pt x="1583483" y="29426"/>
                </a:cubicBezTo>
                <a:cubicBezTo>
                  <a:pt x="1586778" y="31205"/>
                  <a:pt x="1589458" y="33523"/>
                  <a:pt x="1591523" y="36379"/>
                </a:cubicBezTo>
                <a:lnTo>
                  <a:pt x="1591523" y="1713"/>
                </a:lnTo>
                <a:lnTo>
                  <a:pt x="1603319" y="1713"/>
                </a:lnTo>
                <a:lnTo>
                  <a:pt x="1603319" y="98328"/>
                </a:lnTo>
                <a:lnTo>
                  <a:pt x="1592314" y="98328"/>
                </a:lnTo>
                <a:moveTo>
                  <a:pt x="1554815" y="63366"/>
                </a:moveTo>
                <a:cubicBezTo>
                  <a:pt x="1554815" y="72296"/>
                  <a:pt x="1556704" y="78971"/>
                  <a:pt x="1560482" y="83392"/>
                </a:cubicBezTo>
                <a:cubicBezTo>
                  <a:pt x="1564261" y="87813"/>
                  <a:pt x="1568720" y="90024"/>
                  <a:pt x="1573861" y="90024"/>
                </a:cubicBezTo>
                <a:cubicBezTo>
                  <a:pt x="1579045" y="90024"/>
                  <a:pt x="1583450" y="87912"/>
                  <a:pt x="1587074" y="83689"/>
                </a:cubicBezTo>
                <a:cubicBezTo>
                  <a:pt x="1590699" y="79464"/>
                  <a:pt x="1592511" y="73018"/>
                  <a:pt x="1592511" y="64350"/>
                </a:cubicBezTo>
                <a:cubicBezTo>
                  <a:pt x="1592511" y="54808"/>
                  <a:pt x="1590666" y="47805"/>
                  <a:pt x="1586975" y="43340"/>
                </a:cubicBezTo>
                <a:cubicBezTo>
                  <a:pt x="1583285" y="38875"/>
                  <a:pt x="1578738" y="36642"/>
                  <a:pt x="1573333" y="36642"/>
                </a:cubicBezTo>
                <a:cubicBezTo>
                  <a:pt x="1568061" y="36642"/>
                  <a:pt x="1563657" y="38787"/>
                  <a:pt x="1560120" y="43078"/>
                </a:cubicBezTo>
                <a:cubicBezTo>
                  <a:pt x="1556583" y="47367"/>
                  <a:pt x="1554815" y="54130"/>
                  <a:pt x="1554815" y="63366"/>
                </a:cubicBezTo>
                <a:close/>
                <a:moveTo>
                  <a:pt x="1621949" y="98328"/>
                </a:moveTo>
                <a:lnTo>
                  <a:pt x="1621949" y="28338"/>
                </a:lnTo>
                <a:lnTo>
                  <a:pt x="1632559" y="28338"/>
                </a:lnTo>
                <a:lnTo>
                  <a:pt x="1632559" y="38092"/>
                </a:lnTo>
                <a:cubicBezTo>
                  <a:pt x="1634756" y="34684"/>
                  <a:pt x="1637678" y="31943"/>
                  <a:pt x="1641325" y="29869"/>
                </a:cubicBezTo>
                <a:cubicBezTo>
                  <a:pt x="1644971" y="27794"/>
                  <a:pt x="1649123" y="26757"/>
                  <a:pt x="1653780" y="26757"/>
                </a:cubicBezTo>
                <a:cubicBezTo>
                  <a:pt x="1658965" y="26757"/>
                  <a:pt x="1663215" y="27828"/>
                  <a:pt x="1666533" y="29970"/>
                </a:cubicBezTo>
                <a:cubicBezTo>
                  <a:pt x="1669850" y="32110"/>
                  <a:pt x="1672189" y="35103"/>
                  <a:pt x="1673551" y="38949"/>
                </a:cubicBezTo>
                <a:cubicBezTo>
                  <a:pt x="1679087" y="30821"/>
                  <a:pt x="1686293" y="26757"/>
                  <a:pt x="1695168" y="26757"/>
                </a:cubicBezTo>
                <a:cubicBezTo>
                  <a:pt x="1702109" y="26757"/>
                  <a:pt x="1707448" y="28679"/>
                  <a:pt x="1711182" y="32523"/>
                </a:cubicBezTo>
                <a:cubicBezTo>
                  <a:pt x="1714917" y="36368"/>
                  <a:pt x="1716784" y="42288"/>
                  <a:pt x="1716784" y="50284"/>
                </a:cubicBezTo>
                <a:lnTo>
                  <a:pt x="1716784" y="98328"/>
                </a:lnTo>
                <a:lnTo>
                  <a:pt x="1704987" y="98328"/>
                </a:lnTo>
                <a:lnTo>
                  <a:pt x="1704987" y="54191"/>
                </a:lnTo>
                <a:cubicBezTo>
                  <a:pt x="1704987" y="49440"/>
                  <a:pt x="1704603" y="46021"/>
                  <a:pt x="1703834" y="43933"/>
                </a:cubicBezTo>
                <a:cubicBezTo>
                  <a:pt x="1703065" y="41843"/>
                  <a:pt x="1701670" y="40160"/>
                  <a:pt x="1699649" y="38885"/>
                </a:cubicBezTo>
                <a:cubicBezTo>
                  <a:pt x="1697628" y="37609"/>
                  <a:pt x="1695255" y="36972"/>
                  <a:pt x="1692531" y="36972"/>
                </a:cubicBezTo>
                <a:cubicBezTo>
                  <a:pt x="1687611" y="36972"/>
                  <a:pt x="1683525" y="38610"/>
                  <a:pt x="1680273" y="41888"/>
                </a:cubicBezTo>
                <a:cubicBezTo>
                  <a:pt x="1677022" y="45164"/>
                  <a:pt x="1675397" y="50408"/>
                  <a:pt x="1675397" y="57622"/>
                </a:cubicBezTo>
                <a:lnTo>
                  <a:pt x="1675397" y="98328"/>
                </a:lnTo>
                <a:lnTo>
                  <a:pt x="1663534" y="98328"/>
                </a:lnTo>
                <a:lnTo>
                  <a:pt x="1663534" y="52805"/>
                </a:lnTo>
                <a:cubicBezTo>
                  <a:pt x="1663534" y="47527"/>
                  <a:pt x="1662567" y="43569"/>
                  <a:pt x="1660634" y="40930"/>
                </a:cubicBezTo>
                <a:cubicBezTo>
                  <a:pt x="1658701" y="38291"/>
                  <a:pt x="1655538" y="36972"/>
                  <a:pt x="1651144" y="36972"/>
                </a:cubicBezTo>
                <a:cubicBezTo>
                  <a:pt x="1647805" y="36972"/>
                  <a:pt x="1644719" y="37852"/>
                  <a:pt x="1641885" y="39612"/>
                </a:cubicBezTo>
                <a:cubicBezTo>
                  <a:pt x="1639051" y="41371"/>
                  <a:pt x="1636997" y="43944"/>
                  <a:pt x="1635723" y="47331"/>
                </a:cubicBezTo>
                <a:cubicBezTo>
                  <a:pt x="1634449" y="50717"/>
                  <a:pt x="1633812" y="55598"/>
                  <a:pt x="1633812" y="61976"/>
                </a:cubicBezTo>
                <a:lnTo>
                  <a:pt x="1633812" y="98328"/>
                </a:lnTo>
                <a:lnTo>
                  <a:pt x="1621949" y="98328"/>
                </a:lnTo>
                <a:close/>
                <a:moveTo>
                  <a:pt x="1782291" y="75789"/>
                </a:moveTo>
                <a:lnTo>
                  <a:pt x="1794549" y="77305"/>
                </a:lnTo>
                <a:cubicBezTo>
                  <a:pt x="1792616" y="84466"/>
                  <a:pt x="1789035" y="90024"/>
                  <a:pt x="1783807" y="93978"/>
                </a:cubicBezTo>
                <a:cubicBezTo>
                  <a:pt x="1778579" y="97932"/>
                  <a:pt x="1771900" y="99909"/>
                  <a:pt x="1763772" y="99909"/>
                </a:cubicBezTo>
                <a:cubicBezTo>
                  <a:pt x="1753535" y="99909"/>
                  <a:pt x="1745418" y="96757"/>
                  <a:pt x="1739421" y="90452"/>
                </a:cubicBezTo>
                <a:cubicBezTo>
                  <a:pt x="1733424" y="84147"/>
                  <a:pt x="1730425" y="75305"/>
                  <a:pt x="1730425" y="63926"/>
                </a:cubicBezTo>
                <a:cubicBezTo>
                  <a:pt x="1730425" y="52151"/>
                  <a:pt x="1733457" y="43013"/>
                  <a:pt x="1739520" y="36510"/>
                </a:cubicBezTo>
                <a:cubicBezTo>
                  <a:pt x="1745583" y="30008"/>
                  <a:pt x="1753447" y="26757"/>
                  <a:pt x="1763113" y="26757"/>
                </a:cubicBezTo>
                <a:cubicBezTo>
                  <a:pt x="1772471" y="26757"/>
                  <a:pt x="1780116" y="29937"/>
                  <a:pt x="1786048" y="36298"/>
                </a:cubicBezTo>
                <a:cubicBezTo>
                  <a:pt x="1791979" y="42658"/>
                  <a:pt x="1794945" y="51606"/>
                  <a:pt x="1794945" y="63141"/>
                </a:cubicBezTo>
                <a:cubicBezTo>
                  <a:pt x="1794945" y="63843"/>
                  <a:pt x="1794923" y="64895"/>
                  <a:pt x="1794879" y="66299"/>
                </a:cubicBezTo>
                <a:lnTo>
                  <a:pt x="1742683" y="66299"/>
                </a:lnTo>
                <a:cubicBezTo>
                  <a:pt x="1743123" y="73965"/>
                  <a:pt x="1745297" y="79836"/>
                  <a:pt x="1749208" y="83911"/>
                </a:cubicBezTo>
                <a:cubicBezTo>
                  <a:pt x="1753118" y="87986"/>
                  <a:pt x="1757995" y="90024"/>
                  <a:pt x="1763838" y="90024"/>
                </a:cubicBezTo>
                <a:cubicBezTo>
                  <a:pt x="1768188" y="90024"/>
                  <a:pt x="1771900" y="88893"/>
                  <a:pt x="1774976" y="86630"/>
                </a:cubicBezTo>
                <a:cubicBezTo>
                  <a:pt x="1778051" y="84366"/>
                  <a:pt x="1780490" y="80752"/>
                  <a:pt x="1782291" y="75789"/>
                </a:cubicBezTo>
                <a:moveTo>
                  <a:pt x="1743342" y="56413"/>
                </a:moveTo>
                <a:lnTo>
                  <a:pt x="1782423" y="56413"/>
                </a:lnTo>
                <a:cubicBezTo>
                  <a:pt x="1781896" y="50622"/>
                  <a:pt x="1780402" y="46278"/>
                  <a:pt x="1777941" y="43383"/>
                </a:cubicBezTo>
                <a:cubicBezTo>
                  <a:pt x="1774163" y="38889"/>
                  <a:pt x="1769264" y="36642"/>
                  <a:pt x="1763245" y="36642"/>
                </a:cubicBezTo>
                <a:cubicBezTo>
                  <a:pt x="1757797" y="36642"/>
                  <a:pt x="1753217" y="38436"/>
                  <a:pt x="1749504" y="42024"/>
                </a:cubicBezTo>
                <a:cubicBezTo>
                  <a:pt x="1745792" y="45610"/>
                  <a:pt x="1743738" y="50406"/>
                  <a:pt x="1743342" y="56413"/>
                </a:cubicBezTo>
                <a:close/>
                <a:moveTo>
                  <a:pt x="1809423" y="98328"/>
                </a:moveTo>
                <a:lnTo>
                  <a:pt x="1809423" y="28338"/>
                </a:lnTo>
                <a:lnTo>
                  <a:pt x="1820099" y="28338"/>
                </a:lnTo>
                <a:lnTo>
                  <a:pt x="1820099" y="38224"/>
                </a:lnTo>
                <a:cubicBezTo>
                  <a:pt x="1825240" y="30579"/>
                  <a:pt x="1832665" y="26757"/>
                  <a:pt x="1842374" y="26757"/>
                </a:cubicBezTo>
                <a:cubicBezTo>
                  <a:pt x="1846592" y="26757"/>
                  <a:pt x="1850470" y="27515"/>
                  <a:pt x="1854006" y="29030"/>
                </a:cubicBezTo>
                <a:cubicBezTo>
                  <a:pt x="1857543" y="30546"/>
                  <a:pt x="1860190" y="32534"/>
                  <a:pt x="1861948" y="34995"/>
                </a:cubicBezTo>
                <a:cubicBezTo>
                  <a:pt x="1863705" y="37455"/>
                  <a:pt x="1864935" y="40377"/>
                  <a:pt x="1865638" y="43760"/>
                </a:cubicBezTo>
                <a:cubicBezTo>
                  <a:pt x="1866078" y="45957"/>
                  <a:pt x="1866297" y="49801"/>
                  <a:pt x="1866297" y="55293"/>
                </a:cubicBezTo>
                <a:lnTo>
                  <a:pt x="1866297" y="98328"/>
                </a:lnTo>
                <a:lnTo>
                  <a:pt x="1854435" y="98328"/>
                </a:lnTo>
                <a:lnTo>
                  <a:pt x="1854435" y="55709"/>
                </a:lnTo>
                <a:cubicBezTo>
                  <a:pt x="1854435" y="50870"/>
                  <a:pt x="1853973" y="47253"/>
                  <a:pt x="1853051" y="44855"/>
                </a:cubicBezTo>
                <a:cubicBezTo>
                  <a:pt x="1852128" y="42458"/>
                  <a:pt x="1850491" y="40545"/>
                  <a:pt x="1848141" y="39116"/>
                </a:cubicBezTo>
                <a:cubicBezTo>
                  <a:pt x="1845790" y="37686"/>
                  <a:pt x="1843033" y="36972"/>
                  <a:pt x="1839870" y="36972"/>
                </a:cubicBezTo>
                <a:cubicBezTo>
                  <a:pt x="1834818" y="36972"/>
                  <a:pt x="1830457" y="38577"/>
                  <a:pt x="1826788" y="41789"/>
                </a:cubicBezTo>
                <a:cubicBezTo>
                  <a:pt x="1823120" y="44999"/>
                  <a:pt x="1821285" y="51090"/>
                  <a:pt x="1821285" y="60063"/>
                </a:cubicBezTo>
                <a:lnTo>
                  <a:pt x="1821285" y="98328"/>
                </a:lnTo>
                <a:lnTo>
                  <a:pt x="1809423" y="98328"/>
                </a:lnTo>
                <a:close/>
                <a:moveTo>
                  <a:pt x="1910365" y="87849"/>
                </a:moveTo>
                <a:lnTo>
                  <a:pt x="1912079" y="98328"/>
                </a:lnTo>
                <a:cubicBezTo>
                  <a:pt x="1908740" y="98943"/>
                  <a:pt x="1905752" y="99250"/>
                  <a:pt x="1903116" y="99250"/>
                </a:cubicBezTo>
                <a:cubicBezTo>
                  <a:pt x="1898810" y="99250"/>
                  <a:pt x="1895471" y="98569"/>
                  <a:pt x="1893099" y="97207"/>
                </a:cubicBezTo>
                <a:cubicBezTo>
                  <a:pt x="1890726" y="95845"/>
                  <a:pt x="1889057" y="94055"/>
                  <a:pt x="1888090" y="91836"/>
                </a:cubicBezTo>
                <a:cubicBezTo>
                  <a:pt x="1887123" y="89617"/>
                  <a:pt x="1886640" y="84949"/>
                  <a:pt x="1886640" y="77832"/>
                </a:cubicBezTo>
                <a:lnTo>
                  <a:pt x="1886640" y="37565"/>
                </a:lnTo>
                <a:lnTo>
                  <a:pt x="1877941" y="37565"/>
                </a:lnTo>
                <a:lnTo>
                  <a:pt x="1877941" y="28338"/>
                </a:lnTo>
                <a:lnTo>
                  <a:pt x="1886640" y="28338"/>
                </a:lnTo>
                <a:lnTo>
                  <a:pt x="1886640" y="10958"/>
                </a:lnTo>
                <a:lnTo>
                  <a:pt x="1898437" y="3822"/>
                </a:lnTo>
                <a:lnTo>
                  <a:pt x="1898437" y="28338"/>
                </a:lnTo>
                <a:lnTo>
                  <a:pt x="1910365" y="28338"/>
                </a:lnTo>
                <a:lnTo>
                  <a:pt x="1910365" y="37565"/>
                </a:lnTo>
                <a:lnTo>
                  <a:pt x="1898437" y="37565"/>
                </a:lnTo>
                <a:lnTo>
                  <a:pt x="1898437" y="78491"/>
                </a:lnTo>
                <a:cubicBezTo>
                  <a:pt x="1898437" y="81874"/>
                  <a:pt x="1898645" y="84049"/>
                  <a:pt x="1899063" y="85015"/>
                </a:cubicBezTo>
                <a:cubicBezTo>
                  <a:pt x="1899480" y="85982"/>
                  <a:pt x="1900161" y="86751"/>
                  <a:pt x="1901106" y="87322"/>
                </a:cubicBezTo>
                <a:cubicBezTo>
                  <a:pt x="1902050" y="87893"/>
                  <a:pt x="1903402" y="88179"/>
                  <a:pt x="1905159" y="88179"/>
                </a:cubicBezTo>
                <a:cubicBezTo>
                  <a:pt x="1906477" y="88179"/>
                  <a:pt x="1908212" y="88069"/>
                  <a:pt x="1910365" y="87849"/>
                </a:cubicBezTo>
                <a:close/>
                <a:moveTo>
                  <a:pt x="1955093" y="63333"/>
                </a:moveTo>
                <a:cubicBezTo>
                  <a:pt x="1955093" y="50372"/>
                  <a:pt x="1958696" y="40772"/>
                  <a:pt x="1965901" y="34533"/>
                </a:cubicBezTo>
                <a:cubicBezTo>
                  <a:pt x="1971920" y="29349"/>
                  <a:pt x="1979258" y="26757"/>
                  <a:pt x="1987913" y="26757"/>
                </a:cubicBezTo>
                <a:cubicBezTo>
                  <a:pt x="1997535" y="26757"/>
                  <a:pt x="2005399" y="29909"/>
                  <a:pt x="2011506" y="36214"/>
                </a:cubicBezTo>
                <a:cubicBezTo>
                  <a:pt x="2017613" y="42519"/>
                  <a:pt x="2020667" y="51229"/>
                  <a:pt x="2020667" y="62344"/>
                </a:cubicBezTo>
                <a:cubicBezTo>
                  <a:pt x="2020667" y="71351"/>
                  <a:pt x="2019316" y="78436"/>
                  <a:pt x="2016614" y="83598"/>
                </a:cubicBezTo>
                <a:cubicBezTo>
                  <a:pt x="2013912" y="88761"/>
                  <a:pt x="2009980" y="92770"/>
                  <a:pt x="2004817" y="95626"/>
                </a:cubicBezTo>
                <a:cubicBezTo>
                  <a:pt x="1999655" y="98481"/>
                  <a:pt x="1994020" y="99909"/>
                  <a:pt x="1987913" y="99909"/>
                </a:cubicBezTo>
                <a:cubicBezTo>
                  <a:pt x="1978115" y="99909"/>
                  <a:pt x="1970196" y="96768"/>
                  <a:pt x="1964155" y="90485"/>
                </a:cubicBezTo>
                <a:cubicBezTo>
                  <a:pt x="1958114" y="84202"/>
                  <a:pt x="1955093" y="75152"/>
                  <a:pt x="1955093" y="63333"/>
                </a:cubicBezTo>
                <a:moveTo>
                  <a:pt x="1967285" y="63300"/>
                </a:moveTo>
                <a:cubicBezTo>
                  <a:pt x="1967285" y="72230"/>
                  <a:pt x="1969240" y="78916"/>
                  <a:pt x="1973151" y="83359"/>
                </a:cubicBezTo>
                <a:cubicBezTo>
                  <a:pt x="1977061" y="87802"/>
                  <a:pt x="1981982" y="90024"/>
                  <a:pt x="1987913" y="90024"/>
                </a:cubicBezTo>
                <a:cubicBezTo>
                  <a:pt x="1993800" y="90024"/>
                  <a:pt x="1998699" y="87791"/>
                  <a:pt x="2002609" y="83326"/>
                </a:cubicBezTo>
                <a:cubicBezTo>
                  <a:pt x="2006520" y="78861"/>
                  <a:pt x="2008475" y="72055"/>
                  <a:pt x="2008475" y="62907"/>
                </a:cubicBezTo>
                <a:cubicBezTo>
                  <a:pt x="2008475" y="54283"/>
                  <a:pt x="2006509" y="47750"/>
                  <a:pt x="2002576" y="43307"/>
                </a:cubicBezTo>
                <a:cubicBezTo>
                  <a:pt x="1998644" y="38864"/>
                  <a:pt x="1993756" y="36642"/>
                  <a:pt x="1987913" y="36642"/>
                </a:cubicBezTo>
                <a:cubicBezTo>
                  <a:pt x="1981982" y="36642"/>
                  <a:pt x="1977061" y="38853"/>
                  <a:pt x="1973151" y="43274"/>
                </a:cubicBezTo>
                <a:cubicBezTo>
                  <a:pt x="1969240" y="47695"/>
                  <a:pt x="1967285" y="54370"/>
                  <a:pt x="1967285" y="63300"/>
                </a:cubicBezTo>
                <a:close/>
                <a:moveTo>
                  <a:pt x="2037386" y="98328"/>
                </a:moveTo>
                <a:lnTo>
                  <a:pt x="2037386" y="37565"/>
                </a:lnTo>
                <a:lnTo>
                  <a:pt x="2026907" y="37565"/>
                </a:lnTo>
                <a:lnTo>
                  <a:pt x="2026907" y="28338"/>
                </a:lnTo>
                <a:lnTo>
                  <a:pt x="2037386" y="28338"/>
                </a:lnTo>
                <a:lnTo>
                  <a:pt x="2037386" y="20908"/>
                </a:lnTo>
                <a:cubicBezTo>
                  <a:pt x="2037386" y="16218"/>
                  <a:pt x="2037803" y="12733"/>
                  <a:pt x="2038638" y="10454"/>
                </a:cubicBezTo>
                <a:cubicBezTo>
                  <a:pt x="2039780" y="7387"/>
                  <a:pt x="2041790" y="4899"/>
                  <a:pt x="2044668" y="2992"/>
                </a:cubicBezTo>
                <a:cubicBezTo>
                  <a:pt x="2047546" y="1085"/>
                  <a:pt x="2051577" y="132"/>
                  <a:pt x="2056761" y="132"/>
                </a:cubicBezTo>
                <a:cubicBezTo>
                  <a:pt x="2060101" y="132"/>
                  <a:pt x="2063791" y="527"/>
                  <a:pt x="2067833" y="1318"/>
                </a:cubicBezTo>
                <a:lnTo>
                  <a:pt x="2066054" y="11665"/>
                </a:lnTo>
                <a:cubicBezTo>
                  <a:pt x="2063593" y="11226"/>
                  <a:pt x="2061265" y="11006"/>
                  <a:pt x="2059068" y="11006"/>
                </a:cubicBezTo>
                <a:cubicBezTo>
                  <a:pt x="2055465" y="11006"/>
                  <a:pt x="2052917" y="11772"/>
                  <a:pt x="2051423" y="13304"/>
                </a:cubicBezTo>
                <a:cubicBezTo>
                  <a:pt x="2049929" y="14836"/>
                  <a:pt x="2049183" y="17703"/>
                  <a:pt x="2049183" y="21905"/>
                </a:cubicBezTo>
                <a:lnTo>
                  <a:pt x="2049183" y="28338"/>
                </a:lnTo>
                <a:lnTo>
                  <a:pt x="2062825" y="28338"/>
                </a:lnTo>
                <a:lnTo>
                  <a:pt x="2062825" y="37565"/>
                </a:lnTo>
                <a:lnTo>
                  <a:pt x="2049183" y="37565"/>
                </a:lnTo>
                <a:lnTo>
                  <a:pt x="2049183" y="98328"/>
                </a:lnTo>
                <a:lnTo>
                  <a:pt x="2037386" y="98328"/>
                </a:lnTo>
                <a:close/>
                <a:moveTo>
                  <a:pt x="2135495" y="87849"/>
                </a:moveTo>
                <a:lnTo>
                  <a:pt x="2137209" y="98328"/>
                </a:lnTo>
                <a:cubicBezTo>
                  <a:pt x="2133870" y="98943"/>
                  <a:pt x="2130882" y="99250"/>
                  <a:pt x="2128246" y="99250"/>
                </a:cubicBezTo>
                <a:cubicBezTo>
                  <a:pt x="2123940" y="99250"/>
                  <a:pt x="2120601" y="98569"/>
                  <a:pt x="2118229" y="97207"/>
                </a:cubicBezTo>
                <a:cubicBezTo>
                  <a:pt x="2115856" y="95845"/>
                  <a:pt x="2114187" y="94055"/>
                  <a:pt x="2113220" y="91836"/>
                </a:cubicBezTo>
                <a:cubicBezTo>
                  <a:pt x="2112254" y="89617"/>
                  <a:pt x="2111770" y="84949"/>
                  <a:pt x="2111770" y="77832"/>
                </a:cubicBezTo>
                <a:lnTo>
                  <a:pt x="2111770" y="37565"/>
                </a:lnTo>
                <a:lnTo>
                  <a:pt x="2103071" y="37565"/>
                </a:lnTo>
                <a:lnTo>
                  <a:pt x="2103071" y="28338"/>
                </a:lnTo>
                <a:lnTo>
                  <a:pt x="2111770" y="28338"/>
                </a:lnTo>
                <a:lnTo>
                  <a:pt x="2111770" y="10958"/>
                </a:lnTo>
                <a:lnTo>
                  <a:pt x="2123567" y="3822"/>
                </a:lnTo>
                <a:lnTo>
                  <a:pt x="2123567" y="28338"/>
                </a:lnTo>
                <a:lnTo>
                  <a:pt x="2135495" y="28338"/>
                </a:lnTo>
                <a:lnTo>
                  <a:pt x="2135495" y="37565"/>
                </a:lnTo>
                <a:lnTo>
                  <a:pt x="2123567" y="37565"/>
                </a:lnTo>
                <a:lnTo>
                  <a:pt x="2123567" y="78491"/>
                </a:lnTo>
                <a:cubicBezTo>
                  <a:pt x="2123567" y="81874"/>
                  <a:pt x="2123776" y="84049"/>
                  <a:pt x="2124193" y="85015"/>
                </a:cubicBezTo>
                <a:cubicBezTo>
                  <a:pt x="2124610" y="85982"/>
                  <a:pt x="2125291" y="86751"/>
                  <a:pt x="2126236" y="87322"/>
                </a:cubicBezTo>
                <a:cubicBezTo>
                  <a:pt x="2127181" y="87893"/>
                  <a:pt x="2128532" y="88179"/>
                  <a:pt x="2130289" y="88179"/>
                </a:cubicBezTo>
                <a:cubicBezTo>
                  <a:pt x="2131607" y="88179"/>
                  <a:pt x="2133343" y="88069"/>
                  <a:pt x="2135495" y="87849"/>
                </a:cubicBezTo>
                <a:close/>
                <a:moveTo>
                  <a:pt x="2147117" y="98328"/>
                </a:moveTo>
                <a:lnTo>
                  <a:pt x="2147117" y="1713"/>
                </a:lnTo>
                <a:lnTo>
                  <a:pt x="2158979" y="1713"/>
                </a:lnTo>
                <a:lnTo>
                  <a:pt x="2158979" y="36379"/>
                </a:lnTo>
                <a:cubicBezTo>
                  <a:pt x="2164515" y="29964"/>
                  <a:pt x="2171501" y="26757"/>
                  <a:pt x="2179937" y="26757"/>
                </a:cubicBezTo>
                <a:cubicBezTo>
                  <a:pt x="2185121" y="26757"/>
                  <a:pt x="2189624" y="27778"/>
                  <a:pt x="2193447" y="29821"/>
                </a:cubicBezTo>
                <a:cubicBezTo>
                  <a:pt x="2197269" y="31864"/>
                  <a:pt x="2200004" y="34687"/>
                  <a:pt x="2201652" y="38290"/>
                </a:cubicBezTo>
                <a:cubicBezTo>
                  <a:pt x="2203299" y="41893"/>
                  <a:pt x="2204123" y="47121"/>
                  <a:pt x="2204123" y="53975"/>
                </a:cubicBezTo>
                <a:lnTo>
                  <a:pt x="2204123" y="98328"/>
                </a:lnTo>
                <a:lnTo>
                  <a:pt x="2192260" y="98328"/>
                </a:lnTo>
                <a:lnTo>
                  <a:pt x="2192260" y="53975"/>
                </a:lnTo>
                <a:cubicBezTo>
                  <a:pt x="2192260" y="48043"/>
                  <a:pt x="2190975" y="43727"/>
                  <a:pt x="2188405" y="41025"/>
                </a:cubicBezTo>
                <a:cubicBezTo>
                  <a:pt x="2185835" y="38323"/>
                  <a:pt x="2182199" y="36972"/>
                  <a:pt x="2177498" y="36972"/>
                </a:cubicBezTo>
                <a:cubicBezTo>
                  <a:pt x="2173983" y="36972"/>
                  <a:pt x="2170677" y="37883"/>
                  <a:pt x="2167580" y="39707"/>
                </a:cubicBezTo>
                <a:cubicBezTo>
                  <a:pt x="2164482" y="41530"/>
                  <a:pt x="2162274" y="44001"/>
                  <a:pt x="2160956" y="47121"/>
                </a:cubicBezTo>
                <a:cubicBezTo>
                  <a:pt x="2159638" y="50240"/>
                  <a:pt x="2158979" y="54546"/>
                  <a:pt x="2158979" y="60038"/>
                </a:cubicBezTo>
                <a:lnTo>
                  <a:pt x="2158979" y="98328"/>
                </a:lnTo>
                <a:lnTo>
                  <a:pt x="2147117" y="98328"/>
                </a:lnTo>
                <a:close/>
                <a:moveTo>
                  <a:pt x="2270072" y="75789"/>
                </a:moveTo>
                <a:lnTo>
                  <a:pt x="2282330" y="77305"/>
                </a:lnTo>
                <a:cubicBezTo>
                  <a:pt x="2280397" y="84466"/>
                  <a:pt x="2276816" y="90024"/>
                  <a:pt x="2271588" y="93978"/>
                </a:cubicBezTo>
                <a:cubicBezTo>
                  <a:pt x="2266359" y="97932"/>
                  <a:pt x="2259681" y="99909"/>
                  <a:pt x="2251553" y="99909"/>
                </a:cubicBezTo>
                <a:cubicBezTo>
                  <a:pt x="2241316" y="99909"/>
                  <a:pt x="2233199" y="96757"/>
                  <a:pt x="2227202" y="90452"/>
                </a:cubicBezTo>
                <a:cubicBezTo>
                  <a:pt x="2221204" y="84147"/>
                  <a:pt x="2218206" y="75305"/>
                  <a:pt x="2218206" y="63926"/>
                </a:cubicBezTo>
                <a:cubicBezTo>
                  <a:pt x="2218206" y="52151"/>
                  <a:pt x="2221237" y="43013"/>
                  <a:pt x="2227301" y="36510"/>
                </a:cubicBezTo>
                <a:cubicBezTo>
                  <a:pt x="2233364" y="30008"/>
                  <a:pt x="2241228" y="26757"/>
                  <a:pt x="2250894" y="26757"/>
                </a:cubicBezTo>
                <a:cubicBezTo>
                  <a:pt x="2260252" y="26757"/>
                  <a:pt x="2267897" y="29937"/>
                  <a:pt x="2273828" y="36298"/>
                </a:cubicBezTo>
                <a:cubicBezTo>
                  <a:pt x="2279760" y="42658"/>
                  <a:pt x="2282725" y="51606"/>
                  <a:pt x="2282725" y="63141"/>
                </a:cubicBezTo>
                <a:cubicBezTo>
                  <a:pt x="2282725" y="63843"/>
                  <a:pt x="2282703" y="64895"/>
                  <a:pt x="2282659" y="66299"/>
                </a:cubicBezTo>
                <a:lnTo>
                  <a:pt x="2230464" y="66299"/>
                </a:lnTo>
                <a:cubicBezTo>
                  <a:pt x="2230903" y="73965"/>
                  <a:pt x="2233078" y="79836"/>
                  <a:pt x="2236988" y="83911"/>
                </a:cubicBezTo>
                <a:cubicBezTo>
                  <a:pt x="2240899" y="87986"/>
                  <a:pt x="2245775" y="90024"/>
                  <a:pt x="2251619" y="90024"/>
                </a:cubicBezTo>
                <a:cubicBezTo>
                  <a:pt x="2255968" y="90024"/>
                  <a:pt x="2259681" y="88893"/>
                  <a:pt x="2262756" y="86630"/>
                </a:cubicBezTo>
                <a:cubicBezTo>
                  <a:pt x="2265832" y="84366"/>
                  <a:pt x="2268270" y="80752"/>
                  <a:pt x="2270072" y="75789"/>
                </a:cubicBezTo>
                <a:moveTo>
                  <a:pt x="2231123" y="56413"/>
                </a:moveTo>
                <a:lnTo>
                  <a:pt x="2270204" y="56413"/>
                </a:lnTo>
                <a:cubicBezTo>
                  <a:pt x="2269676" y="50622"/>
                  <a:pt x="2268183" y="46278"/>
                  <a:pt x="2265722" y="43383"/>
                </a:cubicBezTo>
                <a:cubicBezTo>
                  <a:pt x="2261944" y="38889"/>
                  <a:pt x="2257045" y="36642"/>
                  <a:pt x="2251026" y="36642"/>
                </a:cubicBezTo>
                <a:cubicBezTo>
                  <a:pt x="2245578" y="36642"/>
                  <a:pt x="2240997" y="38436"/>
                  <a:pt x="2237285" y="42024"/>
                </a:cubicBezTo>
                <a:cubicBezTo>
                  <a:pt x="2233572" y="45610"/>
                  <a:pt x="2231518" y="50406"/>
                  <a:pt x="2231123" y="56413"/>
                </a:cubicBezTo>
                <a:close/>
                <a:moveTo>
                  <a:pt x="2399639" y="1713"/>
                </a:moveTo>
                <a:lnTo>
                  <a:pt x="2412425" y="1713"/>
                </a:lnTo>
                <a:lnTo>
                  <a:pt x="2412425" y="57496"/>
                </a:lnTo>
                <a:cubicBezTo>
                  <a:pt x="2412425" y="67199"/>
                  <a:pt x="2411326" y="74905"/>
                  <a:pt x="2409130" y="80612"/>
                </a:cubicBezTo>
                <a:cubicBezTo>
                  <a:pt x="2406933" y="86320"/>
                  <a:pt x="2402968" y="90963"/>
                  <a:pt x="2397234" y="94542"/>
                </a:cubicBezTo>
                <a:cubicBezTo>
                  <a:pt x="2391500" y="98120"/>
                  <a:pt x="2383976" y="99909"/>
                  <a:pt x="2374662" y="99909"/>
                </a:cubicBezTo>
                <a:cubicBezTo>
                  <a:pt x="2365611" y="99909"/>
                  <a:pt x="2358208" y="98351"/>
                  <a:pt x="2352453" y="95234"/>
                </a:cubicBezTo>
                <a:cubicBezTo>
                  <a:pt x="2346697" y="92116"/>
                  <a:pt x="2342589" y="87605"/>
                  <a:pt x="2340129" y="81699"/>
                </a:cubicBezTo>
                <a:cubicBezTo>
                  <a:pt x="2337668" y="75794"/>
                  <a:pt x="2336438" y="67727"/>
                  <a:pt x="2336438" y="57496"/>
                </a:cubicBezTo>
                <a:lnTo>
                  <a:pt x="2336438" y="1713"/>
                </a:lnTo>
                <a:lnTo>
                  <a:pt x="2349223" y="1713"/>
                </a:lnTo>
                <a:lnTo>
                  <a:pt x="2349223" y="57424"/>
                </a:lnTo>
                <a:cubicBezTo>
                  <a:pt x="2349223" y="65811"/>
                  <a:pt x="2350003" y="71990"/>
                  <a:pt x="2351563" y="75964"/>
                </a:cubicBezTo>
                <a:cubicBezTo>
                  <a:pt x="2353123" y="79936"/>
                  <a:pt x="2355803" y="82998"/>
                  <a:pt x="2359603" y="85149"/>
                </a:cubicBezTo>
                <a:cubicBezTo>
                  <a:pt x="2363404" y="87301"/>
                  <a:pt x="2368050" y="88376"/>
                  <a:pt x="2373542" y="88376"/>
                </a:cubicBezTo>
                <a:cubicBezTo>
                  <a:pt x="2382944" y="88376"/>
                  <a:pt x="2389644" y="86247"/>
                  <a:pt x="2393642" y="81990"/>
                </a:cubicBezTo>
                <a:cubicBezTo>
                  <a:pt x="2397640" y="77731"/>
                  <a:pt x="2399639" y="69542"/>
                  <a:pt x="2399639" y="57424"/>
                </a:cubicBezTo>
                <a:lnTo>
                  <a:pt x="2399639" y="1713"/>
                </a:lnTo>
                <a:close/>
                <a:moveTo>
                  <a:pt x="2435535" y="98328"/>
                </a:moveTo>
                <a:lnTo>
                  <a:pt x="2435535" y="84752"/>
                </a:lnTo>
                <a:lnTo>
                  <a:pt x="2449045" y="84752"/>
                </a:lnTo>
                <a:lnTo>
                  <a:pt x="2449045" y="98328"/>
                </a:lnTo>
                <a:lnTo>
                  <a:pt x="2435535" y="98328"/>
                </a:lnTo>
                <a:close/>
                <a:moveTo>
                  <a:pt x="2466861" y="67221"/>
                </a:moveTo>
                <a:lnTo>
                  <a:pt x="2478921" y="66167"/>
                </a:lnTo>
                <a:cubicBezTo>
                  <a:pt x="2479492" y="71000"/>
                  <a:pt x="2480821" y="74965"/>
                  <a:pt x="2482908" y="78062"/>
                </a:cubicBezTo>
                <a:cubicBezTo>
                  <a:pt x="2484995" y="81160"/>
                  <a:pt x="2488236" y="83664"/>
                  <a:pt x="2492629" y="85575"/>
                </a:cubicBezTo>
                <a:cubicBezTo>
                  <a:pt x="2497023" y="87487"/>
                  <a:pt x="2501965" y="88442"/>
                  <a:pt x="2507457" y="88442"/>
                </a:cubicBezTo>
                <a:cubicBezTo>
                  <a:pt x="2512334" y="88442"/>
                  <a:pt x="2516640" y="87717"/>
                  <a:pt x="2520374" y="86267"/>
                </a:cubicBezTo>
                <a:cubicBezTo>
                  <a:pt x="2524109" y="84817"/>
                  <a:pt x="2526888" y="82829"/>
                  <a:pt x="2528711" y="80303"/>
                </a:cubicBezTo>
                <a:cubicBezTo>
                  <a:pt x="2530534" y="77777"/>
                  <a:pt x="2531446" y="75020"/>
                  <a:pt x="2531446" y="72032"/>
                </a:cubicBezTo>
                <a:cubicBezTo>
                  <a:pt x="2531446" y="69001"/>
                  <a:pt x="2530567" y="66354"/>
                  <a:pt x="2528810" y="64091"/>
                </a:cubicBezTo>
                <a:cubicBezTo>
                  <a:pt x="2527053" y="61828"/>
                  <a:pt x="2524153" y="59928"/>
                  <a:pt x="2520111" y="58390"/>
                </a:cubicBezTo>
                <a:cubicBezTo>
                  <a:pt x="2517519" y="57380"/>
                  <a:pt x="2511785" y="55809"/>
                  <a:pt x="2502910" y="53678"/>
                </a:cubicBezTo>
                <a:cubicBezTo>
                  <a:pt x="2494035" y="51547"/>
                  <a:pt x="2487818" y="49537"/>
                  <a:pt x="2484259" y="47648"/>
                </a:cubicBezTo>
                <a:cubicBezTo>
                  <a:pt x="2479646" y="45232"/>
                  <a:pt x="2476208" y="42233"/>
                  <a:pt x="2473945" y="38652"/>
                </a:cubicBezTo>
                <a:cubicBezTo>
                  <a:pt x="2471683" y="35072"/>
                  <a:pt x="2470551" y="31062"/>
                  <a:pt x="2470551" y="26625"/>
                </a:cubicBezTo>
                <a:cubicBezTo>
                  <a:pt x="2470551" y="21748"/>
                  <a:pt x="2471935" y="17190"/>
                  <a:pt x="2474703" y="12950"/>
                </a:cubicBezTo>
                <a:cubicBezTo>
                  <a:pt x="2477471" y="8710"/>
                  <a:pt x="2481513" y="5492"/>
                  <a:pt x="2486830" y="3295"/>
                </a:cubicBezTo>
                <a:cubicBezTo>
                  <a:pt x="2492146" y="1098"/>
                  <a:pt x="2498055" y="0"/>
                  <a:pt x="2504558" y="0"/>
                </a:cubicBezTo>
                <a:cubicBezTo>
                  <a:pt x="2511719" y="0"/>
                  <a:pt x="2518035" y="1153"/>
                  <a:pt x="2523505" y="3460"/>
                </a:cubicBezTo>
                <a:cubicBezTo>
                  <a:pt x="2528975" y="5767"/>
                  <a:pt x="2533182" y="9161"/>
                  <a:pt x="2536125" y="13642"/>
                </a:cubicBezTo>
                <a:cubicBezTo>
                  <a:pt x="2539069" y="18123"/>
                  <a:pt x="2540651" y="23198"/>
                  <a:pt x="2540870" y="28866"/>
                </a:cubicBezTo>
                <a:lnTo>
                  <a:pt x="2528612" y="29788"/>
                </a:lnTo>
                <a:cubicBezTo>
                  <a:pt x="2527953" y="23659"/>
                  <a:pt x="2525723" y="19030"/>
                  <a:pt x="2521923" y="15899"/>
                </a:cubicBezTo>
                <a:cubicBezTo>
                  <a:pt x="2518123" y="12769"/>
                  <a:pt x="2512510" y="11204"/>
                  <a:pt x="2505085" y="11204"/>
                </a:cubicBezTo>
                <a:cubicBezTo>
                  <a:pt x="2497352" y="11204"/>
                  <a:pt x="2491717" y="12622"/>
                  <a:pt x="2488181" y="15458"/>
                </a:cubicBezTo>
                <a:cubicBezTo>
                  <a:pt x="2484644" y="18294"/>
                  <a:pt x="2482875" y="21712"/>
                  <a:pt x="2482875" y="25713"/>
                </a:cubicBezTo>
                <a:cubicBezTo>
                  <a:pt x="2482875" y="29186"/>
                  <a:pt x="2484128" y="32044"/>
                  <a:pt x="2486632" y="34286"/>
                </a:cubicBezTo>
                <a:cubicBezTo>
                  <a:pt x="2489092" y="36530"/>
                  <a:pt x="2495518" y="38827"/>
                  <a:pt x="2505909" y="41179"/>
                </a:cubicBezTo>
                <a:cubicBezTo>
                  <a:pt x="2516299" y="43531"/>
                  <a:pt x="2523428" y="45587"/>
                  <a:pt x="2527294" y="47345"/>
                </a:cubicBezTo>
                <a:cubicBezTo>
                  <a:pt x="2532918" y="49939"/>
                  <a:pt x="2537070" y="53226"/>
                  <a:pt x="2539750" y="57206"/>
                </a:cubicBezTo>
                <a:cubicBezTo>
                  <a:pt x="2542430" y="61185"/>
                  <a:pt x="2543770" y="65769"/>
                  <a:pt x="2543770" y="70957"/>
                </a:cubicBezTo>
                <a:cubicBezTo>
                  <a:pt x="2543770" y="76100"/>
                  <a:pt x="2542298" y="80948"/>
                  <a:pt x="2539354" y="85499"/>
                </a:cubicBezTo>
                <a:cubicBezTo>
                  <a:pt x="2536411" y="90049"/>
                  <a:pt x="2532182" y="93589"/>
                  <a:pt x="2526668" y="96118"/>
                </a:cubicBezTo>
                <a:cubicBezTo>
                  <a:pt x="2521154" y="98646"/>
                  <a:pt x="2514948" y="99909"/>
                  <a:pt x="2508050" y="99909"/>
                </a:cubicBezTo>
                <a:cubicBezTo>
                  <a:pt x="2499307" y="99909"/>
                  <a:pt x="2491981" y="98635"/>
                  <a:pt x="2486072" y="96087"/>
                </a:cubicBezTo>
                <a:cubicBezTo>
                  <a:pt x="2480162" y="93539"/>
                  <a:pt x="2475527" y="89705"/>
                  <a:pt x="2472166" y="84587"/>
                </a:cubicBezTo>
                <a:cubicBezTo>
                  <a:pt x="2468805" y="79468"/>
                  <a:pt x="2467037" y="73680"/>
                  <a:pt x="2466861" y="67221"/>
                </a:cubicBezTo>
                <a:close/>
                <a:moveTo>
                  <a:pt x="2563081" y="98328"/>
                </a:moveTo>
                <a:lnTo>
                  <a:pt x="2563081" y="84752"/>
                </a:lnTo>
                <a:lnTo>
                  <a:pt x="2576591" y="84752"/>
                </a:lnTo>
                <a:lnTo>
                  <a:pt x="2576591" y="98328"/>
                </a:lnTo>
                <a:lnTo>
                  <a:pt x="2563081" y="98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Constitutionprotectsfreedomofspeech">
            <a:extLst xmlns:a="http://schemas.openxmlformats.org/drawingml/2006/main">
              <a:ext uri="{FF2B5EF4-FFF2-40B4-BE49-F238E27FC236}">
                <a16:creationId xmlns:a16="http://schemas.microsoft.com/office/drawing/2014/main" id="{74412157-5826-41EB-9C05-5080FD5A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819" y="3526448"/>
            <a:ext cx="2369730" cy="125216"/>
          </a:xfrm>
          <a:custGeom xmlns:a="http://schemas.openxmlformats.org/drawingml/2006/main">
            <a:pathLst>
              <a:path w="2369730" h="125216">
                <a:moveTo>
                  <a:pt x="72625" y="64322"/>
                </a:moveTo>
                <a:lnTo>
                  <a:pt x="85411" y="67551"/>
                </a:lnTo>
                <a:cubicBezTo>
                  <a:pt x="82731" y="78073"/>
                  <a:pt x="77909" y="86097"/>
                  <a:pt x="70945" y="91622"/>
                </a:cubicBezTo>
                <a:cubicBezTo>
                  <a:pt x="63981" y="97147"/>
                  <a:pt x="55469" y="99909"/>
                  <a:pt x="45407" y="99909"/>
                </a:cubicBezTo>
                <a:cubicBezTo>
                  <a:pt x="34995" y="99909"/>
                  <a:pt x="26526" y="97789"/>
                  <a:pt x="20002" y="93550"/>
                </a:cubicBezTo>
                <a:cubicBezTo>
                  <a:pt x="13477" y="89310"/>
                  <a:pt x="8513" y="83170"/>
                  <a:pt x="5108" y="75130"/>
                </a:cubicBezTo>
                <a:cubicBezTo>
                  <a:pt x="1703" y="67090"/>
                  <a:pt x="0" y="58456"/>
                  <a:pt x="0" y="49230"/>
                </a:cubicBezTo>
                <a:cubicBezTo>
                  <a:pt x="0" y="39168"/>
                  <a:pt x="1922" y="30392"/>
                  <a:pt x="5767" y="22901"/>
                </a:cubicBezTo>
                <a:cubicBezTo>
                  <a:pt x="9611" y="15410"/>
                  <a:pt x="15081" y="9721"/>
                  <a:pt x="22176" y="5832"/>
                </a:cubicBezTo>
                <a:cubicBezTo>
                  <a:pt x="29272" y="1944"/>
                  <a:pt x="37082" y="0"/>
                  <a:pt x="45605" y="0"/>
                </a:cubicBezTo>
                <a:cubicBezTo>
                  <a:pt x="55271" y="0"/>
                  <a:pt x="63399" y="2460"/>
                  <a:pt x="69989" y="7381"/>
                </a:cubicBezTo>
                <a:cubicBezTo>
                  <a:pt x="76580" y="12302"/>
                  <a:pt x="81171" y="19222"/>
                  <a:pt x="83763" y="28141"/>
                </a:cubicBezTo>
                <a:lnTo>
                  <a:pt x="71176" y="31106"/>
                </a:lnTo>
                <a:cubicBezTo>
                  <a:pt x="68935" y="24053"/>
                  <a:pt x="65684" y="18918"/>
                  <a:pt x="61422" y="15701"/>
                </a:cubicBezTo>
                <a:cubicBezTo>
                  <a:pt x="57160" y="12483"/>
                  <a:pt x="51800" y="10874"/>
                  <a:pt x="45341" y="10874"/>
                </a:cubicBezTo>
                <a:cubicBezTo>
                  <a:pt x="37916" y="10874"/>
                  <a:pt x="31710" y="12657"/>
                  <a:pt x="26724" y="16222"/>
                </a:cubicBezTo>
                <a:cubicBezTo>
                  <a:pt x="21737" y="19787"/>
                  <a:pt x="18233" y="24573"/>
                  <a:pt x="16212" y="30581"/>
                </a:cubicBezTo>
                <a:cubicBezTo>
                  <a:pt x="14191" y="36588"/>
                  <a:pt x="13181" y="42782"/>
                  <a:pt x="13181" y="49162"/>
                </a:cubicBezTo>
                <a:cubicBezTo>
                  <a:pt x="13181" y="57391"/>
                  <a:pt x="14378" y="64576"/>
                  <a:pt x="16772" y="70716"/>
                </a:cubicBezTo>
                <a:cubicBezTo>
                  <a:pt x="19167" y="76856"/>
                  <a:pt x="22890" y="81445"/>
                  <a:pt x="27943" y="84482"/>
                </a:cubicBezTo>
                <a:cubicBezTo>
                  <a:pt x="32996" y="87517"/>
                  <a:pt x="38466" y="89035"/>
                  <a:pt x="44353" y="89035"/>
                </a:cubicBezTo>
                <a:cubicBezTo>
                  <a:pt x="51514" y="89035"/>
                  <a:pt x="57577" y="86959"/>
                  <a:pt x="62542" y="82807"/>
                </a:cubicBezTo>
                <a:cubicBezTo>
                  <a:pt x="67507" y="78656"/>
                  <a:pt x="70868" y="72494"/>
                  <a:pt x="72625" y="64322"/>
                </a:cubicBezTo>
                <a:close/>
                <a:moveTo>
                  <a:pt x="95207" y="63333"/>
                </a:moveTo>
                <a:cubicBezTo>
                  <a:pt x="95207" y="50372"/>
                  <a:pt x="98810" y="40772"/>
                  <a:pt x="106016" y="34533"/>
                </a:cubicBezTo>
                <a:cubicBezTo>
                  <a:pt x="112035" y="29349"/>
                  <a:pt x="119372" y="26757"/>
                  <a:pt x="128027" y="26757"/>
                </a:cubicBezTo>
                <a:cubicBezTo>
                  <a:pt x="137649" y="26757"/>
                  <a:pt x="145514" y="29909"/>
                  <a:pt x="151621" y="36214"/>
                </a:cubicBezTo>
                <a:cubicBezTo>
                  <a:pt x="157728" y="42519"/>
                  <a:pt x="160781" y="51229"/>
                  <a:pt x="160781" y="62344"/>
                </a:cubicBezTo>
                <a:cubicBezTo>
                  <a:pt x="160781" y="71351"/>
                  <a:pt x="159430" y="78436"/>
                  <a:pt x="156728" y="83598"/>
                </a:cubicBezTo>
                <a:cubicBezTo>
                  <a:pt x="154026" y="88761"/>
                  <a:pt x="150094" y="92770"/>
                  <a:pt x="144931" y="95626"/>
                </a:cubicBezTo>
                <a:cubicBezTo>
                  <a:pt x="139769" y="98481"/>
                  <a:pt x="134134" y="99909"/>
                  <a:pt x="128027" y="99909"/>
                </a:cubicBezTo>
                <a:cubicBezTo>
                  <a:pt x="118230" y="99909"/>
                  <a:pt x="110310" y="96768"/>
                  <a:pt x="104269" y="90485"/>
                </a:cubicBezTo>
                <a:cubicBezTo>
                  <a:pt x="98228" y="84202"/>
                  <a:pt x="95207" y="75152"/>
                  <a:pt x="95207" y="63333"/>
                </a:cubicBezTo>
                <a:moveTo>
                  <a:pt x="107400" y="63300"/>
                </a:moveTo>
                <a:cubicBezTo>
                  <a:pt x="107400" y="72230"/>
                  <a:pt x="109355" y="78916"/>
                  <a:pt x="113265" y="83359"/>
                </a:cubicBezTo>
                <a:cubicBezTo>
                  <a:pt x="117175" y="87802"/>
                  <a:pt x="122096" y="90024"/>
                  <a:pt x="128027" y="90024"/>
                </a:cubicBezTo>
                <a:cubicBezTo>
                  <a:pt x="133915" y="90024"/>
                  <a:pt x="138813" y="87791"/>
                  <a:pt x="142724" y="83326"/>
                </a:cubicBezTo>
                <a:cubicBezTo>
                  <a:pt x="146634" y="78861"/>
                  <a:pt x="148589" y="72055"/>
                  <a:pt x="148589" y="62907"/>
                </a:cubicBezTo>
                <a:cubicBezTo>
                  <a:pt x="148589" y="54283"/>
                  <a:pt x="146623" y="47750"/>
                  <a:pt x="142691" y="43307"/>
                </a:cubicBezTo>
                <a:cubicBezTo>
                  <a:pt x="138759" y="38864"/>
                  <a:pt x="133871" y="36642"/>
                  <a:pt x="128027" y="36642"/>
                </a:cubicBezTo>
                <a:cubicBezTo>
                  <a:pt x="122096" y="36642"/>
                  <a:pt x="117175" y="38853"/>
                  <a:pt x="113265" y="43274"/>
                </a:cubicBezTo>
                <a:cubicBezTo>
                  <a:pt x="109355" y="47695"/>
                  <a:pt x="107400" y="54370"/>
                  <a:pt x="107400" y="63300"/>
                </a:cubicBezTo>
                <a:close/>
                <a:moveTo>
                  <a:pt x="174667" y="98328"/>
                </a:moveTo>
                <a:lnTo>
                  <a:pt x="174667" y="28338"/>
                </a:lnTo>
                <a:lnTo>
                  <a:pt x="185343" y="28338"/>
                </a:lnTo>
                <a:lnTo>
                  <a:pt x="185343" y="38224"/>
                </a:lnTo>
                <a:cubicBezTo>
                  <a:pt x="190483" y="30579"/>
                  <a:pt x="197909" y="26757"/>
                  <a:pt x="207618" y="26757"/>
                </a:cubicBezTo>
                <a:cubicBezTo>
                  <a:pt x="211836" y="26757"/>
                  <a:pt x="215713" y="27515"/>
                  <a:pt x="219250" y="29030"/>
                </a:cubicBezTo>
                <a:cubicBezTo>
                  <a:pt x="222787" y="30546"/>
                  <a:pt x="225434" y="32534"/>
                  <a:pt x="227192" y="34995"/>
                </a:cubicBezTo>
                <a:cubicBezTo>
                  <a:pt x="228949" y="37455"/>
                  <a:pt x="230179" y="40377"/>
                  <a:pt x="230882" y="43760"/>
                </a:cubicBezTo>
                <a:cubicBezTo>
                  <a:pt x="231321" y="45957"/>
                  <a:pt x="231541" y="49801"/>
                  <a:pt x="231541" y="55293"/>
                </a:cubicBezTo>
                <a:lnTo>
                  <a:pt x="231541" y="98328"/>
                </a:lnTo>
                <a:lnTo>
                  <a:pt x="219679" y="98328"/>
                </a:lnTo>
                <a:lnTo>
                  <a:pt x="219679" y="55709"/>
                </a:lnTo>
                <a:cubicBezTo>
                  <a:pt x="219679" y="50870"/>
                  <a:pt x="219217" y="47253"/>
                  <a:pt x="218295" y="44855"/>
                </a:cubicBezTo>
                <a:cubicBezTo>
                  <a:pt x="217372" y="42458"/>
                  <a:pt x="215735" y="40545"/>
                  <a:pt x="213385" y="39116"/>
                </a:cubicBezTo>
                <a:cubicBezTo>
                  <a:pt x="211034" y="37686"/>
                  <a:pt x="208277" y="36972"/>
                  <a:pt x="205114" y="36972"/>
                </a:cubicBezTo>
                <a:cubicBezTo>
                  <a:pt x="200061" y="36972"/>
                  <a:pt x="195701" y="38577"/>
                  <a:pt x="192032" y="41789"/>
                </a:cubicBezTo>
                <a:cubicBezTo>
                  <a:pt x="188364" y="44999"/>
                  <a:pt x="186529" y="51090"/>
                  <a:pt x="186529" y="60063"/>
                </a:cubicBezTo>
                <a:lnTo>
                  <a:pt x="186529" y="98328"/>
                </a:lnTo>
                <a:lnTo>
                  <a:pt x="174667" y="98328"/>
                </a:lnTo>
                <a:close/>
                <a:moveTo>
                  <a:pt x="244964" y="77370"/>
                </a:moveTo>
                <a:lnTo>
                  <a:pt x="256695" y="75525"/>
                </a:lnTo>
                <a:cubicBezTo>
                  <a:pt x="257354" y="80206"/>
                  <a:pt x="259188" y="83793"/>
                  <a:pt x="262198" y="86286"/>
                </a:cubicBezTo>
                <a:cubicBezTo>
                  <a:pt x="265207" y="88778"/>
                  <a:pt x="269414" y="90024"/>
                  <a:pt x="274818" y="90024"/>
                </a:cubicBezTo>
                <a:cubicBezTo>
                  <a:pt x="280266" y="90024"/>
                  <a:pt x="284308" y="88923"/>
                  <a:pt x="286945" y="86723"/>
                </a:cubicBezTo>
                <a:cubicBezTo>
                  <a:pt x="289581" y="84520"/>
                  <a:pt x="290899" y="81938"/>
                  <a:pt x="290899" y="78975"/>
                </a:cubicBezTo>
                <a:cubicBezTo>
                  <a:pt x="290899" y="76315"/>
                  <a:pt x="289734" y="74223"/>
                  <a:pt x="287406" y="72697"/>
                </a:cubicBezTo>
                <a:cubicBezTo>
                  <a:pt x="285780" y="71651"/>
                  <a:pt x="281738" y="70322"/>
                  <a:pt x="275280" y="68708"/>
                </a:cubicBezTo>
                <a:cubicBezTo>
                  <a:pt x="266580" y="66510"/>
                  <a:pt x="260550" y="64609"/>
                  <a:pt x="257189" y="63004"/>
                </a:cubicBezTo>
                <a:cubicBezTo>
                  <a:pt x="253828" y="61398"/>
                  <a:pt x="251280" y="59178"/>
                  <a:pt x="249544" y="56341"/>
                </a:cubicBezTo>
                <a:cubicBezTo>
                  <a:pt x="247809" y="53505"/>
                  <a:pt x="246941" y="50371"/>
                  <a:pt x="246941" y="46942"/>
                </a:cubicBezTo>
                <a:cubicBezTo>
                  <a:pt x="246941" y="43819"/>
                  <a:pt x="247655" y="40928"/>
                  <a:pt x="249083" y="38267"/>
                </a:cubicBezTo>
                <a:cubicBezTo>
                  <a:pt x="250511" y="35606"/>
                  <a:pt x="252455" y="33396"/>
                  <a:pt x="254916" y="31638"/>
                </a:cubicBezTo>
                <a:cubicBezTo>
                  <a:pt x="256761" y="30274"/>
                  <a:pt x="259276" y="29120"/>
                  <a:pt x="262461" y="28176"/>
                </a:cubicBezTo>
                <a:cubicBezTo>
                  <a:pt x="265647" y="27230"/>
                  <a:pt x="269063" y="26757"/>
                  <a:pt x="272709" y="26757"/>
                </a:cubicBezTo>
                <a:cubicBezTo>
                  <a:pt x="278201" y="26757"/>
                  <a:pt x="283023" y="27553"/>
                  <a:pt x="287175" y="29146"/>
                </a:cubicBezTo>
                <a:cubicBezTo>
                  <a:pt x="291327" y="30737"/>
                  <a:pt x="294392" y="32893"/>
                  <a:pt x="296369" y="35615"/>
                </a:cubicBezTo>
                <a:cubicBezTo>
                  <a:pt x="298346" y="38334"/>
                  <a:pt x="299708" y="41972"/>
                  <a:pt x="300455" y="46528"/>
                </a:cubicBezTo>
                <a:lnTo>
                  <a:pt x="288856" y="48109"/>
                </a:lnTo>
                <a:cubicBezTo>
                  <a:pt x="288328" y="44507"/>
                  <a:pt x="286802" y="41695"/>
                  <a:pt x="284275" y="39674"/>
                </a:cubicBezTo>
                <a:cubicBezTo>
                  <a:pt x="281749" y="37653"/>
                  <a:pt x="278179" y="36642"/>
                  <a:pt x="273566" y="36642"/>
                </a:cubicBezTo>
                <a:cubicBezTo>
                  <a:pt x="268118" y="36642"/>
                  <a:pt x="264230" y="37539"/>
                  <a:pt x="261901" y="39332"/>
                </a:cubicBezTo>
                <a:cubicBezTo>
                  <a:pt x="259573" y="41124"/>
                  <a:pt x="258408" y="43222"/>
                  <a:pt x="258408" y="45628"/>
                </a:cubicBezTo>
                <a:cubicBezTo>
                  <a:pt x="258408" y="47157"/>
                  <a:pt x="258892" y="48534"/>
                  <a:pt x="259858" y="49759"/>
                </a:cubicBezTo>
                <a:cubicBezTo>
                  <a:pt x="260825" y="51026"/>
                  <a:pt x="262341" y="52075"/>
                  <a:pt x="264406" y="52906"/>
                </a:cubicBezTo>
                <a:cubicBezTo>
                  <a:pt x="265592" y="53344"/>
                  <a:pt x="269085" y="54350"/>
                  <a:pt x="274884" y="55923"/>
                </a:cubicBezTo>
                <a:cubicBezTo>
                  <a:pt x="283276" y="58162"/>
                  <a:pt x="289130" y="59995"/>
                  <a:pt x="292447" y="61422"/>
                </a:cubicBezTo>
                <a:cubicBezTo>
                  <a:pt x="295765" y="62848"/>
                  <a:pt x="298368" y="64923"/>
                  <a:pt x="300257" y="67646"/>
                </a:cubicBezTo>
                <a:cubicBezTo>
                  <a:pt x="302146" y="70367"/>
                  <a:pt x="303091" y="73746"/>
                  <a:pt x="303091" y="77784"/>
                </a:cubicBezTo>
                <a:cubicBezTo>
                  <a:pt x="303091" y="81736"/>
                  <a:pt x="301938" y="85457"/>
                  <a:pt x="299631" y="88947"/>
                </a:cubicBezTo>
                <a:cubicBezTo>
                  <a:pt x="297324" y="92435"/>
                  <a:pt x="293996" y="95135"/>
                  <a:pt x="289647" y="97045"/>
                </a:cubicBezTo>
                <a:cubicBezTo>
                  <a:pt x="285297" y="98954"/>
                  <a:pt x="280376" y="99909"/>
                  <a:pt x="274884" y="99909"/>
                </a:cubicBezTo>
                <a:cubicBezTo>
                  <a:pt x="265790" y="99909"/>
                  <a:pt x="258859" y="98015"/>
                  <a:pt x="254092" y="94225"/>
                </a:cubicBezTo>
                <a:cubicBezTo>
                  <a:pt x="249325" y="90436"/>
                  <a:pt x="246282" y="84817"/>
                  <a:pt x="244964" y="77370"/>
                </a:cubicBezTo>
                <a:close/>
                <a:moveTo>
                  <a:pt x="343095" y="87849"/>
                </a:moveTo>
                <a:lnTo>
                  <a:pt x="344808" y="98328"/>
                </a:lnTo>
                <a:cubicBezTo>
                  <a:pt x="341469" y="98943"/>
                  <a:pt x="338482" y="99250"/>
                  <a:pt x="335845" y="99250"/>
                </a:cubicBezTo>
                <a:cubicBezTo>
                  <a:pt x="331540" y="99250"/>
                  <a:pt x="328201" y="98569"/>
                  <a:pt x="325828" y="97207"/>
                </a:cubicBezTo>
                <a:cubicBezTo>
                  <a:pt x="323456" y="95845"/>
                  <a:pt x="321786" y="94055"/>
                  <a:pt x="320819" y="91836"/>
                </a:cubicBezTo>
                <a:cubicBezTo>
                  <a:pt x="319853" y="89617"/>
                  <a:pt x="319370" y="84949"/>
                  <a:pt x="319370" y="77832"/>
                </a:cubicBezTo>
                <a:lnTo>
                  <a:pt x="319370" y="37565"/>
                </a:lnTo>
                <a:lnTo>
                  <a:pt x="310670" y="37565"/>
                </a:lnTo>
                <a:lnTo>
                  <a:pt x="310670" y="28338"/>
                </a:lnTo>
                <a:lnTo>
                  <a:pt x="319370" y="28338"/>
                </a:lnTo>
                <a:lnTo>
                  <a:pt x="319370" y="10958"/>
                </a:lnTo>
                <a:lnTo>
                  <a:pt x="331166" y="3822"/>
                </a:lnTo>
                <a:lnTo>
                  <a:pt x="331166" y="28338"/>
                </a:lnTo>
                <a:lnTo>
                  <a:pt x="343095" y="28338"/>
                </a:lnTo>
                <a:lnTo>
                  <a:pt x="343095" y="37565"/>
                </a:lnTo>
                <a:lnTo>
                  <a:pt x="331166" y="37565"/>
                </a:lnTo>
                <a:lnTo>
                  <a:pt x="331166" y="78491"/>
                </a:lnTo>
                <a:cubicBezTo>
                  <a:pt x="331166" y="81874"/>
                  <a:pt x="331375" y="84049"/>
                  <a:pt x="331792" y="85015"/>
                </a:cubicBezTo>
                <a:cubicBezTo>
                  <a:pt x="332210" y="85982"/>
                  <a:pt x="332891" y="86751"/>
                  <a:pt x="333835" y="87322"/>
                </a:cubicBezTo>
                <a:cubicBezTo>
                  <a:pt x="334780" y="87893"/>
                  <a:pt x="336131" y="88179"/>
                  <a:pt x="337888" y="88179"/>
                </a:cubicBezTo>
                <a:cubicBezTo>
                  <a:pt x="339206" y="88179"/>
                  <a:pt x="340942" y="88069"/>
                  <a:pt x="343095" y="87849"/>
                </a:cubicBezTo>
                <a:close/>
                <a:moveTo>
                  <a:pt x="354782" y="15421"/>
                </a:moveTo>
                <a:lnTo>
                  <a:pt x="354782" y="1713"/>
                </a:lnTo>
                <a:lnTo>
                  <a:pt x="366645" y="1713"/>
                </a:lnTo>
                <a:lnTo>
                  <a:pt x="366645" y="15421"/>
                </a:lnTo>
                <a:lnTo>
                  <a:pt x="354782" y="15421"/>
                </a:lnTo>
                <a:moveTo>
                  <a:pt x="354782" y="98328"/>
                </a:moveTo>
                <a:lnTo>
                  <a:pt x="354782" y="28338"/>
                </a:lnTo>
                <a:lnTo>
                  <a:pt x="366645" y="28338"/>
                </a:lnTo>
                <a:lnTo>
                  <a:pt x="366645" y="98328"/>
                </a:lnTo>
                <a:lnTo>
                  <a:pt x="354782" y="98328"/>
                </a:lnTo>
                <a:close/>
                <a:moveTo>
                  <a:pt x="410579" y="87849"/>
                </a:moveTo>
                <a:lnTo>
                  <a:pt x="412292" y="98328"/>
                </a:lnTo>
                <a:cubicBezTo>
                  <a:pt x="408953" y="98943"/>
                  <a:pt x="405965" y="99250"/>
                  <a:pt x="403329" y="99250"/>
                </a:cubicBezTo>
                <a:cubicBezTo>
                  <a:pt x="399024" y="99250"/>
                  <a:pt x="395684" y="98569"/>
                  <a:pt x="393312" y="97207"/>
                </a:cubicBezTo>
                <a:cubicBezTo>
                  <a:pt x="390939" y="95845"/>
                  <a:pt x="389270" y="94055"/>
                  <a:pt x="388303" y="91836"/>
                </a:cubicBezTo>
                <a:cubicBezTo>
                  <a:pt x="387337" y="89617"/>
                  <a:pt x="386853" y="84949"/>
                  <a:pt x="386853" y="77832"/>
                </a:cubicBezTo>
                <a:lnTo>
                  <a:pt x="386853" y="37565"/>
                </a:lnTo>
                <a:lnTo>
                  <a:pt x="378154" y="37565"/>
                </a:lnTo>
                <a:lnTo>
                  <a:pt x="378154" y="28338"/>
                </a:lnTo>
                <a:lnTo>
                  <a:pt x="386853" y="28338"/>
                </a:lnTo>
                <a:lnTo>
                  <a:pt x="386853" y="10958"/>
                </a:lnTo>
                <a:lnTo>
                  <a:pt x="398650" y="3822"/>
                </a:lnTo>
                <a:lnTo>
                  <a:pt x="398650" y="28338"/>
                </a:lnTo>
                <a:lnTo>
                  <a:pt x="410579" y="28338"/>
                </a:lnTo>
                <a:lnTo>
                  <a:pt x="410579" y="37565"/>
                </a:lnTo>
                <a:lnTo>
                  <a:pt x="398650" y="37565"/>
                </a:lnTo>
                <a:lnTo>
                  <a:pt x="398650" y="78491"/>
                </a:lnTo>
                <a:cubicBezTo>
                  <a:pt x="398650" y="81874"/>
                  <a:pt x="398859" y="84049"/>
                  <a:pt x="399276" y="85015"/>
                </a:cubicBezTo>
                <a:cubicBezTo>
                  <a:pt x="399694" y="85982"/>
                  <a:pt x="400375" y="86751"/>
                  <a:pt x="401319" y="87322"/>
                </a:cubicBezTo>
                <a:cubicBezTo>
                  <a:pt x="402264" y="87893"/>
                  <a:pt x="403615" y="88179"/>
                  <a:pt x="405372" y="88179"/>
                </a:cubicBezTo>
                <a:cubicBezTo>
                  <a:pt x="406690" y="88179"/>
                  <a:pt x="408426" y="88069"/>
                  <a:pt x="410579" y="87849"/>
                </a:cubicBezTo>
                <a:close/>
                <a:moveTo>
                  <a:pt x="468070" y="98328"/>
                </a:moveTo>
                <a:lnTo>
                  <a:pt x="468070" y="88047"/>
                </a:lnTo>
                <a:cubicBezTo>
                  <a:pt x="462622" y="95955"/>
                  <a:pt x="455219" y="99909"/>
                  <a:pt x="445861" y="99909"/>
                </a:cubicBezTo>
                <a:cubicBezTo>
                  <a:pt x="441731" y="99909"/>
                  <a:pt x="437875" y="99118"/>
                  <a:pt x="434295" y="97537"/>
                </a:cubicBezTo>
                <a:cubicBezTo>
                  <a:pt x="430714" y="95955"/>
                  <a:pt x="428056" y="93967"/>
                  <a:pt x="426320" y="91573"/>
                </a:cubicBezTo>
                <a:cubicBezTo>
                  <a:pt x="424585" y="89178"/>
                  <a:pt x="423366" y="86245"/>
                  <a:pt x="422663" y="82774"/>
                </a:cubicBezTo>
                <a:cubicBezTo>
                  <a:pt x="422179" y="80446"/>
                  <a:pt x="421938" y="76755"/>
                  <a:pt x="421938" y="71703"/>
                </a:cubicBezTo>
                <a:lnTo>
                  <a:pt x="421938" y="28338"/>
                </a:lnTo>
                <a:lnTo>
                  <a:pt x="433800" y="28338"/>
                </a:lnTo>
                <a:lnTo>
                  <a:pt x="433800" y="67155"/>
                </a:lnTo>
                <a:cubicBezTo>
                  <a:pt x="433800" y="73350"/>
                  <a:pt x="434042" y="77524"/>
                  <a:pt x="434525" y="79677"/>
                </a:cubicBezTo>
                <a:cubicBezTo>
                  <a:pt x="435272" y="82796"/>
                  <a:pt x="436854" y="85246"/>
                  <a:pt x="439270" y="87025"/>
                </a:cubicBezTo>
                <a:cubicBezTo>
                  <a:pt x="441687" y="88805"/>
                  <a:pt x="444674" y="89694"/>
                  <a:pt x="448233" y="89694"/>
                </a:cubicBezTo>
                <a:cubicBezTo>
                  <a:pt x="451792" y="89694"/>
                  <a:pt x="455131" y="88783"/>
                  <a:pt x="458250" y="86959"/>
                </a:cubicBezTo>
                <a:cubicBezTo>
                  <a:pt x="461370" y="85136"/>
                  <a:pt x="463578" y="82654"/>
                  <a:pt x="464874" y="79512"/>
                </a:cubicBezTo>
                <a:cubicBezTo>
                  <a:pt x="466170" y="76371"/>
                  <a:pt x="466818" y="71813"/>
                  <a:pt x="466818" y="65837"/>
                </a:cubicBezTo>
                <a:lnTo>
                  <a:pt x="466818" y="28338"/>
                </a:lnTo>
                <a:lnTo>
                  <a:pt x="478680" y="28338"/>
                </a:lnTo>
                <a:lnTo>
                  <a:pt x="478680" y="98328"/>
                </a:lnTo>
                <a:lnTo>
                  <a:pt x="468070" y="98328"/>
                </a:lnTo>
                <a:close/>
                <a:moveTo>
                  <a:pt x="523144" y="87849"/>
                </a:moveTo>
                <a:lnTo>
                  <a:pt x="524858" y="98328"/>
                </a:lnTo>
                <a:cubicBezTo>
                  <a:pt x="521518" y="98943"/>
                  <a:pt x="518531" y="99250"/>
                  <a:pt x="515895" y="99250"/>
                </a:cubicBezTo>
                <a:cubicBezTo>
                  <a:pt x="511589" y="99250"/>
                  <a:pt x="508250" y="98569"/>
                  <a:pt x="505877" y="97207"/>
                </a:cubicBezTo>
                <a:cubicBezTo>
                  <a:pt x="503505" y="95845"/>
                  <a:pt x="501835" y="94055"/>
                  <a:pt x="500869" y="91836"/>
                </a:cubicBezTo>
                <a:cubicBezTo>
                  <a:pt x="499902" y="89617"/>
                  <a:pt x="499419" y="84949"/>
                  <a:pt x="499419" y="77832"/>
                </a:cubicBezTo>
                <a:lnTo>
                  <a:pt x="499419" y="37565"/>
                </a:lnTo>
                <a:lnTo>
                  <a:pt x="490720" y="37565"/>
                </a:lnTo>
                <a:lnTo>
                  <a:pt x="490720" y="28338"/>
                </a:lnTo>
                <a:lnTo>
                  <a:pt x="499419" y="28338"/>
                </a:lnTo>
                <a:lnTo>
                  <a:pt x="499419" y="10958"/>
                </a:lnTo>
                <a:lnTo>
                  <a:pt x="511216" y="3822"/>
                </a:lnTo>
                <a:lnTo>
                  <a:pt x="511216" y="28338"/>
                </a:lnTo>
                <a:lnTo>
                  <a:pt x="523144" y="28338"/>
                </a:lnTo>
                <a:lnTo>
                  <a:pt x="523144" y="37565"/>
                </a:lnTo>
                <a:lnTo>
                  <a:pt x="511216" y="37565"/>
                </a:lnTo>
                <a:lnTo>
                  <a:pt x="511216" y="78491"/>
                </a:lnTo>
                <a:cubicBezTo>
                  <a:pt x="511216" y="81874"/>
                  <a:pt x="511424" y="84049"/>
                  <a:pt x="511842" y="85015"/>
                </a:cubicBezTo>
                <a:cubicBezTo>
                  <a:pt x="512259" y="85982"/>
                  <a:pt x="512940" y="86751"/>
                  <a:pt x="513885" y="87322"/>
                </a:cubicBezTo>
                <a:cubicBezTo>
                  <a:pt x="514829" y="87893"/>
                  <a:pt x="516180" y="88179"/>
                  <a:pt x="517938" y="88179"/>
                </a:cubicBezTo>
                <a:cubicBezTo>
                  <a:pt x="519256" y="88179"/>
                  <a:pt x="520991" y="88069"/>
                  <a:pt x="523144" y="87849"/>
                </a:cubicBezTo>
                <a:close/>
                <a:moveTo>
                  <a:pt x="534832" y="15421"/>
                </a:moveTo>
                <a:lnTo>
                  <a:pt x="534832" y="1713"/>
                </a:lnTo>
                <a:lnTo>
                  <a:pt x="546694" y="1713"/>
                </a:lnTo>
                <a:lnTo>
                  <a:pt x="546694" y="15421"/>
                </a:lnTo>
                <a:lnTo>
                  <a:pt x="534832" y="15421"/>
                </a:lnTo>
                <a:moveTo>
                  <a:pt x="534832" y="98328"/>
                </a:moveTo>
                <a:lnTo>
                  <a:pt x="534832" y="28338"/>
                </a:lnTo>
                <a:lnTo>
                  <a:pt x="546694" y="28338"/>
                </a:lnTo>
                <a:lnTo>
                  <a:pt x="546694" y="98328"/>
                </a:lnTo>
                <a:lnTo>
                  <a:pt x="534832" y="98328"/>
                </a:lnTo>
                <a:close/>
                <a:moveTo>
                  <a:pt x="560314" y="63333"/>
                </a:moveTo>
                <a:cubicBezTo>
                  <a:pt x="560314" y="50372"/>
                  <a:pt x="563916" y="40772"/>
                  <a:pt x="571122" y="34533"/>
                </a:cubicBezTo>
                <a:cubicBezTo>
                  <a:pt x="577141" y="29349"/>
                  <a:pt x="584478" y="26757"/>
                  <a:pt x="593133" y="26757"/>
                </a:cubicBezTo>
                <a:cubicBezTo>
                  <a:pt x="602755" y="26757"/>
                  <a:pt x="610620" y="29909"/>
                  <a:pt x="616727" y="36214"/>
                </a:cubicBezTo>
                <a:cubicBezTo>
                  <a:pt x="622834" y="42519"/>
                  <a:pt x="625887" y="51229"/>
                  <a:pt x="625887" y="62344"/>
                </a:cubicBezTo>
                <a:cubicBezTo>
                  <a:pt x="625887" y="71351"/>
                  <a:pt x="624536" y="78436"/>
                  <a:pt x="621834" y="83598"/>
                </a:cubicBezTo>
                <a:cubicBezTo>
                  <a:pt x="619132" y="88761"/>
                  <a:pt x="615200" y="92770"/>
                  <a:pt x="610038" y="95626"/>
                </a:cubicBezTo>
                <a:cubicBezTo>
                  <a:pt x="604875" y="98481"/>
                  <a:pt x="599240" y="99909"/>
                  <a:pt x="593133" y="99909"/>
                </a:cubicBezTo>
                <a:cubicBezTo>
                  <a:pt x="583336" y="99909"/>
                  <a:pt x="575416" y="96768"/>
                  <a:pt x="569375" y="90485"/>
                </a:cubicBezTo>
                <a:cubicBezTo>
                  <a:pt x="563334" y="84202"/>
                  <a:pt x="560314" y="75152"/>
                  <a:pt x="560314" y="63333"/>
                </a:cubicBezTo>
                <a:moveTo>
                  <a:pt x="572506" y="63300"/>
                </a:moveTo>
                <a:cubicBezTo>
                  <a:pt x="572506" y="72230"/>
                  <a:pt x="574461" y="78916"/>
                  <a:pt x="578371" y="83359"/>
                </a:cubicBezTo>
                <a:cubicBezTo>
                  <a:pt x="582281" y="87802"/>
                  <a:pt x="587202" y="90024"/>
                  <a:pt x="593133" y="90024"/>
                </a:cubicBezTo>
                <a:cubicBezTo>
                  <a:pt x="599021" y="90024"/>
                  <a:pt x="603920" y="87791"/>
                  <a:pt x="607830" y="83326"/>
                </a:cubicBezTo>
                <a:cubicBezTo>
                  <a:pt x="611740" y="78861"/>
                  <a:pt x="613695" y="72055"/>
                  <a:pt x="613695" y="62907"/>
                </a:cubicBezTo>
                <a:cubicBezTo>
                  <a:pt x="613695" y="54283"/>
                  <a:pt x="611729" y="47750"/>
                  <a:pt x="607797" y="43307"/>
                </a:cubicBezTo>
                <a:cubicBezTo>
                  <a:pt x="603865" y="38864"/>
                  <a:pt x="598977" y="36642"/>
                  <a:pt x="593133" y="36642"/>
                </a:cubicBezTo>
                <a:cubicBezTo>
                  <a:pt x="587202" y="36642"/>
                  <a:pt x="582281" y="38853"/>
                  <a:pt x="578371" y="43274"/>
                </a:cubicBezTo>
                <a:cubicBezTo>
                  <a:pt x="574461" y="47695"/>
                  <a:pt x="572506" y="54370"/>
                  <a:pt x="572506" y="63300"/>
                </a:cubicBezTo>
                <a:close/>
                <a:moveTo>
                  <a:pt x="639773" y="98328"/>
                </a:moveTo>
                <a:lnTo>
                  <a:pt x="639773" y="28338"/>
                </a:lnTo>
                <a:lnTo>
                  <a:pt x="650449" y="28338"/>
                </a:lnTo>
                <a:lnTo>
                  <a:pt x="650449" y="38224"/>
                </a:lnTo>
                <a:cubicBezTo>
                  <a:pt x="655590" y="30579"/>
                  <a:pt x="663015" y="26757"/>
                  <a:pt x="672724" y="26757"/>
                </a:cubicBezTo>
                <a:cubicBezTo>
                  <a:pt x="676942" y="26757"/>
                  <a:pt x="680820" y="27515"/>
                  <a:pt x="684356" y="29030"/>
                </a:cubicBezTo>
                <a:cubicBezTo>
                  <a:pt x="687893" y="30546"/>
                  <a:pt x="690540" y="32534"/>
                  <a:pt x="692298" y="34995"/>
                </a:cubicBezTo>
                <a:cubicBezTo>
                  <a:pt x="694055" y="37455"/>
                  <a:pt x="695285" y="40377"/>
                  <a:pt x="695988" y="43760"/>
                </a:cubicBezTo>
                <a:cubicBezTo>
                  <a:pt x="696428" y="45957"/>
                  <a:pt x="696647" y="49801"/>
                  <a:pt x="696647" y="55293"/>
                </a:cubicBezTo>
                <a:lnTo>
                  <a:pt x="696647" y="98328"/>
                </a:lnTo>
                <a:lnTo>
                  <a:pt x="684785" y="98328"/>
                </a:lnTo>
                <a:lnTo>
                  <a:pt x="684785" y="55709"/>
                </a:lnTo>
                <a:cubicBezTo>
                  <a:pt x="684785" y="50870"/>
                  <a:pt x="684323" y="47253"/>
                  <a:pt x="683401" y="44855"/>
                </a:cubicBezTo>
                <a:cubicBezTo>
                  <a:pt x="682478" y="42458"/>
                  <a:pt x="680841" y="40545"/>
                  <a:pt x="678491" y="39116"/>
                </a:cubicBezTo>
                <a:cubicBezTo>
                  <a:pt x="676140" y="37686"/>
                  <a:pt x="673383" y="36972"/>
                  <a:pt x="670220" y="36972"/>
                </a:cubicBezTo>
                <a:cubicBezTo>
                  <a:pt x="665168" y="36972"/>
                  <a:pt x="660807" y="38577"/>
                  <a:pt x="657138" y="41789"/>
                </a:cubicBezTo>
                <a:cubicBezTo>
                  <a:pt x="653470" y="44999"/>
                  <a:pt x="651635" y="51090"/>
                  <a:pt x="651635" y="60063"/>
                </a:cubicBezTo>
                <a:lnTo>
                  <a:pt x="651635" y="98328"/>
                </a:lnTo>
                <a:lnTo>
                  <a:pt x="639773" y="98328"/>
                </a:lnTo>
                <a:close/>
                <a:moveTo>
                  <a:pt x="752337" y="125216"/>
                </a:moveTo>
                <a:lnTo>
                  <a:pt x="752337" y="28338"/>
                </a:lnTo>
                <a:lnTo>
                  <a:pt x="763146" y="28338"/>
                </a:lnTo>
                <a:lnTo>
                  <a:pt x="763146" y="37367"/>
                </a:lnTo>
                <a:cubicBezTo>
                  <a:pt x="765694" y="33830"/>
                  <a:pt x="768572" y="31178"/>
                  <a:pt x="771779" y="29409"/>
                </a:cubicBezTo>
                <a:cubicBezTo>
                  <a:pt x="774986" y="27641"/>
                  <a:pt x="778874" y="26757"/>
                  <a:pt x="783444" y="26757"/>
                </a:cubicBezTo>
                <a:cubicBezTo>
                  <a:pt x="789419" y="26757"/>
                  <a:pt x="794691" y="28294"/>
                  <a:pt x="799261" y="31370"/>
                </a:cubicBezTo>
                <a:cubicBezTo>
                  <a:pt x="803830" y="34445"/>
                  <a:pt x="807279" y="38784"/>
                  <a:pt x="809607" y="44386"/>
                </a:cubicBezTo>
                <a:cubicBezTo>
                  <a:pt x="811936" y="49988"/>
                  <a:pt x="813100" y="56128"/>
                  <a:pt x="813100" y="62806"/>
                </a:cubicBezTo>
                <a:cubicBezTo>
                  <a:pt x="813100" y="69967"/>
                  <a:pt x="811815" y="76415"/>
                  <a:pt x="809245" y="82148"/>
                </a:cubicBezTo>
                <a:cubicBezTo>
                  <a:pt x="806675" y="87882"/>
                  <a:pt x="802940" y="92276"/>
                  <a:pt x="798041" y="95329"/>
                </a:cubicBezTo>
                <a:cubicBezTo>
                  <a:pt x="793143" y="98383"/>
                  <a:pt x="787991" y="99909"/>
                  <a:pt x="782587" y="99909"/>
                </a:cubicBezTo>
                <a:cubicBezTo>
                  <a:pt x="778633" y="99909"/>
                  <a:pt x="775085" y="99064"/>
                  <a:pt x="771944" y="97372"/>
                </a:cubicBezTo>
                <a:cubicBezTo>
                  <a:pt x="768802" y="95679"/>
                  <a:pt x="766221" y="93541"/>
                  <a:pt x="764200" y="90959"/>
                </a:cubicBezTo>
                <a:lnTo>
                  <a:pt x="764200" y="125216"/>
                </a:lnTo>
                <a:lnTo>
                  <a:pt x="752337" y="125216"/>
                </a:lnTo>
                <a:moveTo>
                  <a:pt x="763080" y="63630"/>
                </a:moveTo>
                <a:cubicBezTo>
                  <a:pt x="763080" y="72625"/>
                  <a:pt x="764903" y="79273"/>
                  <a:pt x="768550" y="83574"/>
                </a:cubicBezTo>
                <a:cubicBezTo>
                  <a:pt x="772196" y="87874"/>
                  <a:pt x="776612" y="90024"/>
                  <a:pt x="781796" y="90024"/>
                </a:cubicBezTo>
                <a:cubicBezTo>
                  <a:pt x="787068" y="90024"/>
                  <a:pt x="791583" y="87797"/>
                  <a:pt x="795339" y="83343"/>
                </a:cubicBezTo>
                <a:cubicBezTo>
                  <a:pt x="799096" y="78889"/>
                  <a:pt x="800974" y="71988"/>
                  <a:pt x="800974" y="62641"/>
                </a:cubicBezTo>
                <a:cubicBezTo>
                  <a:pt x="800974" y="53733"/>
                  <a:pt x="799140" y="47063"/>
                  <a:pt x="795471" y="42631"/>
                </a:cubicBezTo>
                <a:cubicBezTo>
                  <a:pt x="791802" y="38199"/>
                  <a:pt x="787420" y="35983"/>
                  <a:pt x="782323" y="35983"/>
                </a:cubicBezTo>
                <a:cubicBezTo>
                  <a:pt x="777271" y="35983"/>
                  <a:pt x="772800" y="38342"/>
                  <a:pt x="768912" y="43060"/>
                </a:cubicBezTo>
                <a:cubicBezTo>
                  <a:pt x="765024" y="47777"/>
                  <a:pt x="763080" y="54634"/>
                  <a:pt x="763080" y="63630"/>
                </a:cubicBezTo>
                <a:close/>
                <a:moveTo>
                  <a:pt x="827249" y="98328"/>
                </a:moveTo>
                <a:lnTo>
                  <a:pt x="827249" y="28338"/>
                </a:lnTo>
                <a:lnTo>
                  <a:pt x="837925" y="28338"/>
                </a:lnTo>
                <a:lnTo>
                  <a:pt x="837925" y="38883"/>
                </a:lnTo>
                <a:cubicBezTo>
                  <a:pt x="840649" y="33946"/>
                  <a:pt x="843165" y="30690"/>
                  <a:pt x="845471" y="29117"/>
                </a:cubicBezTo>
                <a:cubicBezTo>
                  <a:pt x="847778" y="27543"/>
                  <a:pt x="850315" y="26757"/>
                  <a:pt x="853083" y="26757"/>
                </a:cubicBezTo>
                <a:cubicBezTo>
                  <a:pt x="857081" y="26757"/>
                  <a:pt x="861145" y="28025"/>
                  <a:pt x="865275" y="30563"/>
                </a:cubicBezTo>
                <a:lnTo>
                  <a:pt x="861189" y="41519"/>
                </a:lnTo>
                <a:cubicBezTo>
                  <a:pt x="858289" y="39806"/>
                  <a:pt x="855390" y="38949"/>
                  <a:pt x="852490" y="38949"/>
                </a:cubicBezTo>
                <a:cubicBezTo>
                  <a:pt x="849898" y="38949"/>
                  <a:pt x="847569" y="39730"/>
                  <a:pt x="845504" y="41293"/>
                </a:cubicBezTo>
                <a:cubicBezTo>
                  <a:pt x="843439" y="42854"/>
                  <a:pt x="841967" y="45019"/>
                  <a:pt x="841089" y="47790"/>
                </a:cubicBezTo>
                <a:cubicBezTo>
                  <a:pt x="839771" y="52012"/>
                  <a:pt x="839112" y="56630"/>
                  <a:pt x="839112" y="61644"/>
                </a:cubicBezTo>
                <a:lnTo>
                  <a:pt x="839112" y="98328"/>
                </a:lnTo>
                <a:lnTo>
                  <a:pt x="827249" y="98328"/>
                </a:lnTo>
                <a:close/>
                <a:moveTo>
                  <a:pt x="867910" y="63333"/>
                </a:moveTo>
                <a:cubicBezTo>
                  <a:pt x="867910" y="50372"/>
                  <a:pt x="871512" y="40772"/>
                  <a:pt x="878718" y="34533"/>
                </a:cubicBezTo>
                <a:cubicBezTo>
                  <a:pt x="884737" y="29349"/>
                  <a:pt x="892074" y="26757"/>
                  <a:pt x="900730" y="26757"/>
                </a:cubicBezTo>
                <a:cubicBezTo>
                  <a:pt x="910351" y="26757"/>
                  <a:pt x="918216" y="29909"/>
                  <a:pt x="924323" y="36214"/>
                </a:cubicBezTo>
                <a:cubicBezTo>
                  <a:pt x="930430" y="42519"/>
                  <a:pt x="933484" y="51229"/>
                  <a:pt x="933484" y="62344"/>
                </a:cubicBezTo>
                <a:cubicBezTo>
                  <a:pt x="933484" y="71351"/>
                  <a:pt x="932132" y="78436"/>
                  <a:pt x="929430" y="83598"/>
                </a:cubicBezTo>
                <a:cubicBezTo>
                  <a:pt x="926728" y="88761"/>
                  <a:pt x="922796" y="92770"/>
                  <a:pt x="917634" y="95626"/>
                </a:cubicBezTo>
                <a:cubicBezTo>
                  <a:pt x="912471" y="98481"/>
                  <a:pt x="906837" y="99909"/>
                  <a:pt x="900730" y="99909"/>
                </a:cubicBezTo>
                <a:cubicBezTo>
                  <a:pt x="890932" y="99909"/>
                  <a:pt x="883013" y="96768"/>
                  <a:pt x="876971" y="90485"/>
                </a:cubicBezTo>
                <a:cubicBezTo>
                  <a:pt x="870930" y="84202"/>
                  <a:pt x="867910" y="75152"/>
                  <a:pt x="867910" y="63333"/>
                </a:cubicBezTo>
                <a:moveTo>
                  <a:pt x="880102" y="63300"/>
                </a:moveTo>
                <a:cubicBezTo>
                  <a:pt x="880102" y="72230"/>
                  <a:pt x="882057" y="78916"/>
                  <a:pt x="885967" y="83359"/>
                </a:cubicBezTo>
                <a:cubicBezTo>
                  <a:pt x="889878" y="87802"/>
                  <a:pt x="894798" y="90024"/>
                  <a:pt x="900730" y="90024"/>
                </a:cubicBezTo>
                <a:cubicBezTo>
                  <a:pt x="906617" y="90024"/>
                  <a:pt x="911516" y="87791"/>
                  <a:pt x="915426" y="83326"/>
                </a:cubicBezTo>
                <a:cubicBezTo>
                  <a:pt x="919336" y="78861"/>
                  <a:pt x="921291" y="72055"/>
                  <a:pt x="921291" y="62907"/>
                </a:cubicBezTo>
                <a:cubicBezTo>
                  <a:pt x="921291" y="54283"/>
                  <a:pt x="919325" y="47750"/>
                  <a:pt x="915393" y="43307"/>
                </a:cubicBezTo>
                <a:cubicBezTo>
                  <a:pt x="911461" y="38864"/>
                  <a:pt x="906573" y="36642"/>
                  <a:pt x="900730" y="36642"/>
                </a:cubicBezTo>
                <a:cubicBezTo>
                  <a:pt x="894798" y="36642"/>
                  <a:pt x="889878" y="38853"/>
                  <a:pt x="885967" y="43274"/>
                </a:cubicBezTo>
                <a:cubicBezTo>
                  <a:pt x="882057" y="47695"/>
                  <a:pt x="880102" y="54370"/>
                  <a:pt x="880102" y="63300"/>
                </a:cubicBezTo>
                <a:close/>
                <a:moveTo>
                  <a:pt x="973269" y="87849"/>
                </a:moveTo>
                <a:lnTo>
                  <a:pt x="974982" y="98328"/>
                </a:lnTo>
                <a:cubicBezTo>
                  <a:pt x="971643" y="98943"/>
                  <a:pt x="968656" y="99250"/>
                  <a:pt x="966020" y="99250"/>
                </a:cubicBezTo>
                <a:cubicBezTo>
                  <a:pt x="961714" y="99250"/>
                  <a:pt x="958375" y="98569"/>
                  <a:pt x="956002" y="97207"/>
                </a:cubicBezTo>
                <a:cubicBezTo>
                  <a:pt x="953630" y="95845"/>
                  <a:pt x="951960" y="94055"/>
                  <a:pt x="950994" y="91836"/>
                </a:cubicBezTo>
                <a:cubicBezTo>
                  <a:pt x="950027" y="89617"/>
                  <a:pt x="949544" y="84949"/>
                  <a:pt x="949544" y="77832"/>
                </a:cubicBezTo>
                <a:lnTo>
                  <a:pt x="949544" y="37565"/>
                </a:lnTo>
                <a:lnTo>
                  <a:pt x="940845" y="37565"/>
                </a:lnTo>
                <a:lnTo>
                  <a:pt x="940845" y="28338"/>
                </a:lnTo>
                <a:lnTo>
                  <a:pt x="949544" y="28338"/>
                </a:lnTo>
                <a:lnTo>
                  <a:pt x="949544" y="10958"/>
                </a:lnTo>
                <a:lnTo>
                  <a:pt x="961340" y="3822"/>
                </a:lnTo>
                <a:lnTo>
                  <a:pt x="961340" y="28338"/>
                </a:lnTo>
                <a:lnTo>
                  <a:pt x="973269" y="28338"/>
                </a:lnTo>
                <a:lnTo>
                  <a:pt x="973269" y="37565"/>
                </a:lnTo>
                <a:lnTo>
                  <a:pt x="961340" y="37565"/>
                </a:lnTo>
                <a:lnTo>
                  <a:pt x="961340" y="78491"/>
                </a:lnTo>
                <a:cubicBezTo>
                  <a:pt x="961340" y="81874"/>
                  <a:pt x="961549" y="84049"/>
                  <a:pt x="961967" y="85015"/>
                </a:cubicBezTo>
                <a:cubicBezTo>
                  <a:pt x="962384" y="85982"/>
                  <a:pt x="963065" y="86751"/>
                  <a:pt x="964010" y="87322"/>
                </a:cubicBezTo>
                <a:cubicBezTo>
                  <a:pt x="964954" y="87893"/>
                  <a:pt x="966305" y="88179"/>
                  <a:pt x="968063" y="88179"/>
                </a:cubicBezTo>
                <a:cubicBezTo>
                  <a:pt x="969381" y="88179"/>
                  <a:pt x="971116" y="88069"/>
                  <a:pt x="973269" y="87849"/>
                </a:cubicBezTo>
                <a:close/>
                <a:moveTo>
                  <a:pt x="1032802" y="75789"/>
                </a:moveTo>
                <a:lnTo>
                  <a:pt x="1045060" y="77305"/>
                </a:lnTo>
                <a:cubicBezTo>
                  <a:pt x="1043127" y="84466"/>
                  <a:pt x="1039546" y="90024"/>
                  <a:pt x="1034318" y="93978"/>
                </a:cubicBezTo>
                <a:cubicBezTo>
                  <a:pt x="1029089" y="97932"/>
                  <a:pt x="1022411" y="99909"/>
                  <a:pt x="1014283" y="99909"/>
                </a:cubicBezTo>
                <a:cubicBezTo>
                  <a:pt x="1004046" y="99909"/>
                  <a:pt x="995929" y="96757"/>
                  <a:pt x="989932" y="90452"/>
                </a:cubicBezTo>
                <a:cubicBezTo>
                  <a:pt x="983935" y="84147"/>
                  <a:pt x="980936" y="75305"/>
                  <a:pt x="980936" y="63926"/>
                </a:cubicBezTo>
                <a:cubicBezTo>
                  <a:pt x="980936" y="52151"/>
                  <a:pt x="983968" y="43013"/>
                  <a:pt x="990031" y="36510"/>
                </a:cubicBezTo>
                <a:cubicBezTo>
                  <a:pt x="996094" y="30008"/>
                  <a:pt x="1003958" y="26757"/>
                  <a:pt x="1013624" y="26757"/>
                </a:cubicBezTo>
                <a:cubicBezTo>
                  <a:pt x="1022982" y="26757"/>
                  <a:pt x="1030627" y="29937"/>
                  <a:pt x="1036558" y="36298"/>
                </a:cubicBezTo>
                <a:cubicBezTo>
                  <a:pt x="1042490" y="42658"/>
                  <a:pt x="1045455" y="51606"/>
                  <a:pt x="1045455" y="63141"/>
                </a:cubicBezTo>
                <a:cubicBezTo>
                  <a:pt x="1045455" y="63843"/>
                  <a:pt x="1045433" y="64895"/>
                  <a:pt x="1045389" y="66299"/>
                </a:cubicBezTo>
                <a:lnTo>
                  <a:pt x="993194" y="66299"/>
                </a:lnTo>
                <a:cubicBezTo>
                  <a:pt x="993633" y="73965"/>
                  <a:pt x="995808" y="79836"/>
                  <a:pt x="999718" y="83911"/>
                </a:cubicBezTo>
                <a:cubicBezTo>
                  <a:pt x="1003629" y="87986"/>
                  <a:pt x="1008506" y="90024"/>
                  <a:pt x="1014349" y="90024"/>
                </a:cubicBezTo>
                <a:cubicBezTo>
                  <a:pt x="1018699" y="90024"/>
                  <a:pt x="1022411" y="88893"/>
                  <a:pt x="1025487" y="86630"/>
                </a:cubicBezTo>
                <a:cubicBezTo>
                  <a:pt x="1028562" y="84366"/>
                  <a:pt x="1031001" y="80752"/>
                  <a:pt x="1032802" y="75789"/>
                </a:cubicBezTo>
                <a:moveTo>
                  <a:pt x="993853" y="56413"/>
                </a:moveTo>
                <a:lnTo>
                  <a:pt x="1032934" y="56413"/>
                </a:lnTo>
                <a:cubicBezTo>
                  <a:pt x="1032406" y="50622"/>
                  <a:pt x="1030913" y="46278"/>
                  <a:pt x="1028452" y="43383"/>
                </a:cubicBezTo>
                <a:cubicBezTo>
                  <a:pt x="1024674" y="38889"/>
                  <a:pt x="1019775" y="36642"/>
                  <a:pt x="1013756" y="36642"/>
                </a:cubicBezTo>
                <a:cubicBezTo>
                  <a:pt x="1008308" y="36642"/>
                  <a:pt x="1003728" y="38436"/>
                  <a:pt x="1000015" y="42024"/>
                </a:cubicBezTo>
                <a:cubicBezTo>
                  <a:pt x="996302" y="45610"/>
                  <a:pt x="994248" y="50406"/>
                  <a:pt x="993853" y="56413"/>
                </a:cubicBezTo>
                <a:close/>
                <a:moveTo>
                  <a:pt x="1105605" y="72625"/>
                </a:moveTo>
                <a:lnTo>
                  <a:pt x="1117269" y="74141"/>
                </a:lnTo>
                <a:cubicBezTo>
                  <a:pt x="1115995" y="82202"/>
                  <a:pt x="1112733" y="88512"/>
                  <a:pt x="1107483" y="93072"/>
                </a:cubicBezTo>
                <a:cubicBezTo>
                  <a:pt x="1102232" y="97630"/>
                  <a:pt x="1095785" y="99909"/>
                  <a:pt x="1088140" y="99909"/>
                </a:cubicBezTo>
                <a:cubicBezTo>
                  <a:pt x="1078562" y="99909"/>
                  <a:pt x="1070863" y="96779"/>
                  <a:pt x="1065041" y="90518"/>
                </a:cubicBezTo>
                <a:cubicBezTo>
                  <a:pt x="1059220" y="84257"/>
                  <a:pt x="1056309" y="75283"/>
                  <a:pt x="1056309" y="63597"/>
                </a:cubicBezTo>
                <a:cubicBezTo>
                  <a:pt x="1056309" y="56040"/>
                  <a:pt x="1057561" y="49427"/>
                  <a:pt x="1060065" y="43760"/>
                </a:cubicBezTo>
                <a:cubicBezTo>
                  <a:pt x="1062570" y="38092"/>
                  <a:pt x="1066381" y="33841"/>
                  <a:pt x="1071500" y="31007"/>
                </a:cubicBezTo>
                <a:cubicBezTo>
                  <a:pt x="1076618" y="28174"/>
                  <a:pt x="1082187" y="26757"/>
                  <a:pt x="1088206" y="26757"/>
                </a:cubicBezTo>
                <a:cubicBezTo>
                  <a:pt x="1095807" y="26757"/>
                  <a:pt x="1102024" y="28685"/>
                  <a:pt x="1106857" y="32542"/>
                </a:cubicBezTo>
                <a:cubicBezTo>
                  <a:pt x="1111690" y="36397"/>
                  <a:pt x="1114787" y="41872"/>
                  <a:pt x="1116149" y="48966"/>
                </a:cubicBezTo>
                <a:lnTo>
                  <a:pt x="1104616" y="50746"/>
                </a:lnTo>
                <a:cubicBezTo>
                  <a:pt x="1103518" y="46066"/>
                  <a:pt x="1101573" y="42546"/>
                  <a:pt x="1098784" y="40185"/>
                </a:cubicBezTo>
                <a:cubicBezTo>
                  <a:pt x="1095994" y="37823"/>
                  <a:pt x="1092622" y="36642"/>
                  <a:pt x="1088667" y="36642"/>
                </a:cubicBezTo>
                <a:cubicBezTo>
                  <a:pt x="1082692" y="36642"/>
                  <a:pt x="1077837" y="38774"/>
                  <a:pt x="1074103" y="43037"/>
                </a:cubicBezTo>
                <a:cubicBezTo>
                  <a:pt x="1070368" y="47299"/>
                  <a:pt x="1068501" y="54042"/>
                  <a:pt x="1068501" y="63267"/>
                </a:cubicBezTo>
                <a:cubicBezTo>
                  <a:pt x="1068501" y="72624"/>
                  <a:pt x="1070302" y="79423"/>
                  <a:pt x="1073905" y="83664"/>
                </a:cubicBezTo>
                <a:cubicBezTo>
                  <a:pt x="1077508" y="87904"/>
                  <a:pt x="1082209" y="90024"/>
                  <a:pt x="1088008" y="90024"/>
                </a:cubicBezTo>
                <a:cubicBezTo>
                  <a:pt x="1092666" y="90024"/>
                  <a:pt x="1096554" y="88601"/>
                  <a:pt x="1099673" y="85757"/>
                </a:cubicBezTo>
                <a:cubicBezTo>
                  <a:pt x="1102793" y="82912"/>
                  <a:pt x="1104770" y="78535"/>
                  <a:pt x="1105605" y="72625"/>
                </a:cubicBezTo>
                <a:close/>
                <a:moveTo>
                  <a:pt x="1153318" y="87849"/>
                </a:moveTo>
                <a:lnTo>
                  <a:pt x="1155032" y="98328"/>
                </a:lnTo>
                <a:cubicBezTo>
                  <a:pt x="1151693" y="98943"/>
                  <a:pt x="1148705" y="99250"/>
                  <a:pt x="1146069" y="99250"/>
                </a:cubicBezTo>
                <a:cubicBezTo>
                  <a:pt x="1141763" y="99250"/>
                  <a:pt x="1138424" y="98569"/>
                  <a:pt x="1136052" y="97207"/>
                </a:cubicBezTo>
                <a:cubicBezTo>
                  <a:pt x="1133679" y="95845"/>
                  <a:pt x="1132010" y="94055"/>
                  <a:pt x="1131043" y="91836"/>
                </a:cubicBezTo>
                <a:cubicBezTo>
                  <a:pt x="1130076" y="89617"/>
                  <a:pt x="1129593" y="84949"/>
                  <a:pt x="1129593" y="77832"/>
                </a:cubicBezTo>
                <a:lnTo>
                  <a:pt x="1129593" y="37565"/>
                </a:lnTo>
                <a:lnTo>
                  <a:pt x="1120894" y="37565"/>
                </a:lnTo>
                <a:lnTo>
                  <a:pt x="1120894" y="28338"/>
                </a:lnTo>
                <a:lnTo>
                  <a:pt x="1129593" y="28338"/>
                </a:lnTo>
                <a:lnTo>
                  <a:pt x="1129593" y="10958"/>
                </a:lnTo>
                <a:lnTo>
                  <a:pt x="1141390" y="3822"/>
                </a:lnTo>
                <a:lnTo>
                  <a:pt x="1141390" y="28338"/>
                </a:lnTo>
                <a:lnTo>
                  <a:pt x="1153318" y="28338"/>
                </a:lnTo>
                <a:lnTo>
                  <a:pt x="1153318" y="37565"/>
                </a:lnTo>
                <a:lnTo>
                  <a:pt x="1141390" y="37565"/>
                </a:lnTo>
                <a:lnTo>
                  <a:pt x="1141390" y="78491"/>
                </a:lnTo>
                <a:cubicBezTo>
                  <a:pt x="1141390" y="81874"/>
                  <a:pt x="1141598" y="84049"/>
                  <a:pt x="1142016" y="85015"/>
                </a:cubicBezTo>
                <a:cubicBezTo>
                  <a:pt x="1142433" y="85982"/>
                  <a:pt x="1143114" y="86751"/>
                  <a:pt x="1144059" y="87322"/>
                </a:cubicBezTo>
                <a:cubicBezTo>
                  <a:pt x="1145003" y="87893"/>
                  <a:pt x="1146355" y="88179"/>
                  <a:pt x="1148112" y="88179"/>
                </a:cubicBezTo>
                <a:cubicBezTo>
                  <a:pt x="1149430" y="88179"/>
                  <a:pt x="1151165" y="88069"/>
                  <a:pt x="1153318" y="87849"/>
                </a:cubicBezTo>
                <a:close/>
                <a:moveTo>
                  <a:pt x="1160195" y="77370"/>
                </a:moveTo>
                <a:lnTo>
                  <a:pt x="1171926" y="75525"/>
                </a:lnTo>
                <a:cubicBezTo>
                  <a:pt x="1172585" y="80206"/>
                  <a:pt x="1174420" y="83793"/>
                  <a:pt x="1177429" y="86286"/>
                </a:cubicBezTo>
                <a:cubicBezTo>
                  <a:pt x="1180439" y="88778"/>
                  <a:pt x="1184645" y="90024"/>
                  <a:pt x="1190050" y="90024"/>
                </a:cubicBezTo>
                <a:cubicBezTo>
                  <a:pt x="1195498" y="90024"/>
                  <a:pt x="1199540" y="88923"/>
                  <a:pt x="1202176" y="86723"/>
                </a:cubicBezTo>
                <a:cubicBezTo>
                  <a:pt x="1204812" y="84520"/>
                  <a:pt x="1206130" y="81938"/>
                  <a:pt x="1206130" y="78975"/>
                </a:cubicBezTo>
                <a:cubicBezTo>
                  <a:pt x="1206130" y="76315"/>
                  <a:pt x="1204966" y="74223"/>
                  <a:pt x="1202637" y="72697"/>
                </a:cubicBezTo>
                <a:cubicBezTo>
                  <a:pt x="1201011" y="71651"/>
                  <a:pt x="1196969" y="70322"/>
                  <a:pt x="1190511" y="68708"/>
                </a:cubicBezTo>
                <a:cubicBezTo>
                  <a:pt x="1181812" y="66510"/>
                  <a:pt x="1175782" y="64609"/>
                  <a:pt x="1172420" y="63004"/>
                </a:cubicBezTo>
                <a:cubicBezTo>
                  <a:pt x="1169059" y="61398"/>
                  <a:pt x="1166511" y="59178"/>
                  <a:pt x="1164776" y="56341"/>
                </a:cubicBezTo>
                <a:cubicBezTo>
                  <a:pt x="1163040" y="53505"/>
                  <a:pt x="1162172" y="50371"/>
                  <a:pt x="1162172" y="46942"/>
                </a:cubicBezTo>
                <a:cubicBezTo>
                  <a:pt x="1162172" y="43819"/>
                  <a:pt x="1162886" y="40928"/>
                  <a:pt x="1164314" y="38267"/>
                </a:cubicBezTo>
                <a:cubicBezTo>
                  <a:pt x="1165742" y="35606"/>
                  <a:pt x="1167686" y="33396"/>
                  <a:pt x="1170147" y="31638"/>
                </a:cubicBezTo>
                <a:cubicBezTo>
                  <a:pt x="1171992" y="30274"/>
                  <a:pt x="1174507" y="29120"/>
                  <a:pt x="1177693" y="28176"/>
                </a:cubicBezTo>
                <a:cubicBezTo>
                  <a:pt x="1180878" y="27230"/>
                  <a:pt x="1184294" y="26757"/>
                  <a:pt x="1187941" y="26757"/>
                </a:cubicBezTo>
                <a:cubicBezTo>
                  <a:pt x="1193433" y="26757"/>
                  <a:pt x="1198255" y="27553"/>
                  <a:pt x="1202406" y="29146"/>
                </a:cubicBezTo>
                <a:cubicBezTo>
                  <a:pt x="1206558" y="30737"/>
                  <a:pt x="1209623" y="32893"/>
                  <a:pt x="1211600" y="35615"/>
                </a:cubicBezTo>
                <a:cubicBezTo>
                  <a:pt x="1213577" y="38334"/>
                  <a:pt x="1214939" y="41972"/>
                  <a:pt x="1215686" y="46528"/>
                </a:cubicBezTo>
                <a:lnTo>
                  <a:pt x="1204087" y="48109"/>
                </a:lnTo>
                <a:cubicBezTo>
                  <a:pt x="1203560" y="44507"/>
                  <a:pt x="1202033" y="41695"/>
                  <a:pt x="1199507" y="39674"/>
                </a:cubicBezTo>
                <a:cubicBezTo>
                  <a:pt x="1196980" y="37653"/>
                  <a:pt x="1193411" y="36642"/>
                  <a:pt x="1188797" y="36642"/>
                </a:cubicBezTo>
                <a:cubicBezTo>
                  <a:pt x="1183349" y="36642"/>
                  <a:pt x="1179461" y="37539"/>
                  <a:pt x="1177133" y="39332"/>
                </a:cubicBezTo>
                <a:cubicBezTo>
                  <a:pt x="1174804" y="41124"/>
                  <a:pt x="1173640" y="43222"/>
                  <a:pt x="1173640" y="45628"/>
                </a:cubicBezTo>
                <a:cubicBezTo>
                  <a:pt x="1173640" y="47157"/>
                  <a:pt x="1174123" y="48534"/>
                  <a:pt x="1175090" y="49759"/>
                </a:cubicBezTo>
                <a:cubicBezTo>
                  <a:pt x="1176056" y="51026"/>
                  <a:pt x="1177572" y="52075"/>
                  <a:pt x="1179637" y="52906"/>
                </a:cubicBezTo>
                <a:cubicBezTo>
                  <a:pt x="1180823" y="53344"/>
                  <a:pt x="1184316" y="54350"/>
                  <a:pt x="1190115" y="55923"/>
                </a:cubicBezTo>
                <a:cubicBezTo>
                  <a:pt x="1198507" y="58162"/>
                  <a:pt x="1204362" y="59995"/>
                  <a:pt x="1207679" y="61422"/>
                </a:cubicBezTo>
                <a:cubicBezTo>
                  <a:pt x="1210996" y="62848"/>
                  <a:pt x="1213599" y="64923"/>
                  <a:pt x="1215488" y="67646"/>
                </a:cubicBezTo>
                <a:cubicBezTo>
                  <a:pt x="1217377" y="70367"/>
                  <a:pt x="1218322" y="73746"/>
                  <a:pt x="1218322" y="77784"/>
                </a:cubicBezTo>
                <a:cubicBezTo>
                  <a:pt x="1218322" y="81736"/>
                  <a:pt x="1217169" y="85457"/>
                  <a:pt x="1214862" y="88947"/>
                </a:cubicBezTo>
                <a:cubicBezTo>
                  <a:pt x="1212556" y="92435"/>
                  <a:pt x="1209227" y="95135"/>
                  <a:pt x="1204878" y="97045"/>
                </a:cubicBezTo>
                <a:cubicBezTo>
                  <a:pt x="1200528" y="98954"/>
                  <a:pt x="1195607" y="99909"/>
                  <a:pt x="1190115" y="99909"/>
                </a:cubicBezTo>
                <a:cubicBezTo>
                  <a:pt x="1181021" y="99909"/>
                  <a:pt x="1174090" y="98015"/>
                  <a:pt x="1169323" y="94225"/>
                </a:cubicBezTo>
                <a:cubicBezTo>
                  <a:pt x="1164556" y="90436"/>
                  <a:pt x="1161513" y="84817"/>
                  <a:pt x="1160195" y="77370"/>
                </a:cubicBezTo>
                <a:close/>
                <a:moveTo>
                  <a:pt x="1272780" y="98328"/>
                </a:moveTo>
                <a:lnTo>
                  <a:pt x="1272780" y="37565"/>
                </a:lnTo>
                <a:lnTo>
                  <a:pt x="1262302" y="37565"/>
                </a:lnTo>
                <a:lnTo>
                  <a:pt x="1262302" y="28338"/>
                </a:lnTo>
                <a:lnTo>
                  <a:pt x="1272780" y="28338"/>
                </a:lnTo>
                <a:lnTo>
                  <a:pt x="1272780" y="20908"/>
                </a:lnTo>
                <a:cubicBezTo>
                  <a:pt x="1272780" y="16218"/>
                  <a:pt x="1273198" y="12733"/>
                  <a:pt x="1274032" y="10454"/>
                </a:cubicBezTo>
                <a:cubicBezTo>
                  <a:pt x="1275175" y="7387"/>
                  <a:pt x="1277185" y="4899"/>
                  <a:pt x="1280063" y="2992"/>
                </a:cubicBezTo>
                <a:cubicBezTo>
                  <a:pt x="1282940" y="1085"/>
                  <a:pt x="1286971" y="132"/>
                  <a:pt x="1292156" y="132"/>
                </a:cubicBezTo>
                <a:cubicBezTo>
                  <a:pt x="1295495" y="132"/>
                  <a:pt x="1299185" y="527"/>
                  <a:pt x="1303228" y="1318"/>
                </a:cubicBezTo>
                <a:lnTo>
                  <a:pt x="1301448" y="11665"/>
                </a:lnTo>
                <a:cubicBezTo>
                  <a:pt x="1298988" y="11226"/>
                  <a:pt x="1296659" y="11006"/>
                  <a:pt x="1294462" y="11006"/>
                </a:cubicBezTo>
                <a:cubicBezTo>
                  <a:pt x="1290860" y="11006"/>
                  <a:pt x="1288311" y="11772"/>
                  <a:pt x="1286818" y="13304"/>
                </a:cubicBezTo>
                <a:cubicBezTo>
                  <a:pt x="1285324" y="14836"/>
                  <a:pt x="1284577" y="17703"/>
                  <a:pt x="1284577" y="21905"/>
                </a:cubicBezTo>
                <a:lnTo>
                  <a:pt x="1284577" y="28338"/>
                </a:lnTo>
                <a:lnTo>
                  <a:pt x="1298219" y="28338"/>
                </a:lnTo>
                <a:lnTo>
                  <a:pt x="1298219" y="37565"/>
                </a:lnTo>
                <a:lnTo>
                  <a:pt x="1284577" y="37565"/>
                </a:lnTo>
                <a:lnTo>
                  <a:pt x="1284577" y="98328"/>
                </a:lnTo>
                <a:lnTo>
                  <a:pt x="1272780" y="98328"/>
                </a:lnTo>
                <a:close/>
                <a:moveTo>
                  <a:pt x="1307336" y="98328"/>
                </a:moveTo>
                <a:lnTo>
                  <a:pt x="1307336" y="28338"/>
                </a:lnTo>
                <a:lnTo>
                  <a:pt x="1318013" y="28338"/>
                </a:lnTo>
                <a:lnTo>
                  <a:pt x="1318013" y="38883"/>
                </a:lnTo>
                <a:cubicBezTo>
                  <a:pt x="1320737" y="33946"/>
                  <a:pt x="1323252" y="30690"/>
                  <a:pt x="1325559" y="29117"/>
                </a:cubicBezTo>
                <a:cubicBezTo>
                  <a:pt x="1327865" y="27543"/>
                  <a:pt x="1330403" y="26757"/>
                  <a:pt x="1333171" y="26757"/>
                </a:cubicBezTo>
                <a:cubicBezTo>
                  <a:pt x="1337169" y="26757"/>
                  <a:pt x="1341233" y="28025"/>
                  <a:pt x="1345363" y="30563"/>
                </a:cubicBezTo>
                <a:lnTo>
                  <a:pt x="1341277" y="41519"/>
                </a:lnTo>
                <a:cubicBezTo>
                  <a:pt x="1338377" y="39806"/>
                  <a:pt x="1335477" y="38949"/>
                  <a:pt x="1332577" y="38949"/>
                </a:cubicBezTo>
                <a:cubicBezTo>
                  <a:pt x="1329985" y="38949"/>
                  <a:pt x="1327657" y="39730"/>
                  <a:pt x="1325592" y="41293"/>
                </a:cubicBezTo>
                <a:cubicBezTo>
                  <a:pt x="1323527" y="42854"/>
                  <a:pt x="1322055" y="45019"/>
                  <a:pt x="1321176" y="47790"/>
                </a:cubicBezTo>
                <a:cubicBezTo>
                  <a:pt x="1319858" y="52012"/>
                  <a:pt x="1319199" y="56630"/>
                  <a:pt x="1319199" y="61644"/>
                </a:cubicBezTo>
                <a:lnTo>
                  <a:pt x="1319199" y="98328"/>
                </a:lnTo>
                <a:lnTo>
                  <a:pt x="1307336" y="98328"/>
                </a:lnTo>
                <a:close/>
                <a:moveTo>
                  <a:pt x="1400325" y="75789"/>
                </a:moveTo>
                <a:lnTo>
                  <a:pt x="1412583" y="77305"/>
                </a:lnTo>
                <a:cubicBezTo>
                  <a:pt x="1410650" y="84466"/>
                  <a:pt x="1407069" y="90024"/>
                  <a:pt x="1401841" y="93978"/>
                </a:cubicBezTo>
                <a:cubicBezTo>
                  <a:pt x="1396612" y="97932"/>
                  <a:pt x="1389934" y="99909"/>
                  <a:pt x="1381806" y="99909"/>
                </a:cubicBezTo>
                <a:cubicBezTo>
                  <a:pt x="1371569" y="99909"/>
                  <a:pt x="1363452" y="96757"/>
                  <a:pt x="1357455" y="90452"/>
                </a:cubicBezTo>
                <a:cubicBezTo>
                  <a:pt x="1351458" y="84147"/>
                  <a:pt x="1348459" y="75305"/>
                  <a:pt x="1348459" y="63926"/>
                </a:cubicBezTo>
                <a:cubicBezTo>
                  <a:pt x="1348459" y="52151"/>
                  <a:pt x="1351491" y="43013"/>
                  <a:pt x="1357554" y="36510"/>
                </a:cubicBezTo>
                <a:cubicBezTo>
                  <a:pt x="1363617" y="30008"/>
                  <a:pt x="1371481" y="26757"/>
                  <a:pt x="1381147" y="26757"/>
                </a:cubicBezTo>
                <a:cubicBezTo>
                  <a:pt x="1390505" y="26757"/>
                  <a:pt x="1398150" y="29937"/>
                  <a:pt x="1404081" y="36298"/>
                </a:cubicBezTo>
                <a:cubicBezTo>
                  <a:pt x="1410013" y="42658"/>
                  <a:pt x="1412978" y="51606"/>
                  <a:pt x="1412978" y="63141"/>
                </a:cubicBezTo>
                <a:cubicBezTo>
                  <a:pt x="1412978" y="63843"/>
                  <a:pt x="1412956" y="64895"/>
                  <a:pt x="1412912" y="66299"/>
                </a:cubicBezTo>
                <a:lnTo>
                  <a:pt x="1360717" y="66299"/>
                </a:lnTo>
                <a:cubicBezTo>
                  <a:pt x="1361156" y="73965"/>
                  <a:pt x="1363331" y="79836"/>
                  <a:pt x="1367242" y="83911"/>
                </a:cubicBezTo>
                <a:cubicBezTo>
                  <a:pt x="1371152" y="87986"/>
                  <a:pt x="1376029" y="90024"/>
                  <a:pt x="1381872" y="90024"/>
                </a:cubicBezTo>
                <a:cubicBezTo>
                  <a:pt x="1386222" y="90024"/>
                  <a:pt x="1389934" y="88893"/>
                  <a:pt x="1393010" y="86630"/>
                </a:cubicBezTo>
                <a:cubicBezTo>
                  <a:pt x="1396085" y="84366"/>
                  <a:pt x="1398524" y="80752"/>
                  <a:pt x="1400325" y="75789"/>
                </a:cubicBezTo>
                <a:moveTo>
                  <a:pt x="1361376" y="56413"/>
                </a:moveTo>
                <a:lnTo>
                  <a:pt x="1400457" y="56413"/>
                </a:lnTo>
                <a:cubicBezTo>
                  <a:pt x="1399930" y="50622"/>
                  <a:pt x="1398436" y="46278"/>
                  <a:pt x="1395975" y="43383"/>
                </a:cubicBezTo>
                <a:cubicBezTo>
                  <a:pt x="1392197" y="38889"/>
                  <a:pt x="1387298" y="36642"/>
                  <a:pt x="1381279" y="36642"/>
                </a:cubicBezTo>
                <a:cubicBezTo>
                  <a:pt x="1375831" y="36642"/>
                  <a:pt x="1371251" y="38436"/>
                  <a:pt x="1367538" y="42024"/>
                </a:cubicBezTo>
                <a:cubicBezTo>
                  <a:pt x="1363826" y="45610"/>
                  <a:pt x="1361772" y="50406"/>
                  <a:pt x="1361376" y="56413"/>
                </a:cubicBezTo>
                <a:close/>
                <a:moveTo>
                  <a:pt x="1475368" y="75789"/>
                </a:moveTo>
                <a:lnTo>
                  <a:pt x="1487626" y="77305"/>
                </a:lnTo>
                <a:cubicBezTo>
                  <a:pt x="1485693" y="84466"/>
                  <a:pt x="1482112" y="90024"/>
                  <a:pt x="1476884" y="93978"/>
                </a:cubicBezTo>
                <a:cubicBezTo>
                  <a:pt x="1471656" y="97932"/>
                  <a:pt x="1464978" y="99909"/>
                  <a:pt x="1456850" y="99909"/>
                </a:cubicBezTo>
                <a:cubicBezTo>
                  <a:pt x="1446613" y="99909"/>
                  <a:pt x="1438495" y="96757"/>
                  <a:pt x="1432498" y="90452"/>
                </a:cubicBezTo>
                <a:cubicBezTo>
                  <a:pt x="1426501" y="84147"/>
                  <a:pt x="1423502" y="75305"/>
                  <a:pt x="1423502" y="63926"/>
                </a:cubicBezTo>
                <a:cubicBezTo>
                  <a:pt x="1423502" y="52151"/>
                  <a:pt x="1426534" y="43013"/>
                  <a:pt x="1432597" y="36510"/>
                </a:cubicBezTo>
                <a:cubicBezTo>
                  <a:pt x="1438660" y="30008"/>
                  <a:pt x="1446525" y="26757"/>
                  <a:pt x="1456190" y="26757"/>
                </a:cubicBezTo>
                <a:cubicBezTo>
                  <a:pt x="1465549" y="26757"/>
                  <a:pt x="1473194" y="29937"/>
                  <a:pt x="1479125" y="36298"/>
                </a:cubicBezTo>
                <a:cubicBezTo>
                  <a:pt x="1485056" y="42658"/>
                  <a:pt x="1488022" y="51606"/>
                  <a:pt x="1488022" y="63141"/>
                </a:cubicBezTo>
                <a:cubicBezTo>
                  <a:pt x="1488022" y="63843"/>
                  <a:pt x="1488000" y="64895"/>
                  <a:pt x="1487956" y="66299"/>
                </a:cubicBezTo>
                <a:lnTo>
                  <a:pt x="1435760" y="66299"/>
                </a:lnTo>
                <a:cubicBezTo>
                  <a:pt x="1436200" y="73965"/>
                  <a:pt x="1438375" y="79836"/>
                  <a:pt x="1442285" y="83911"/>
                </a:cubicBezTo>
                <a:cubicBezTo>
                  <a:pt x="1446195" y="87986"/>
                  <a:pt x="1451072" y="90024"/>
                  <a:pt x="1456915" y="90024"/>
                </a:cubicBezTo>
                <a:cubicBezTo>
                  <a:pt x="1461265" y="90024"/>
                  <a:pt x="1464978" y="88893"/>
                  <a:pt x="1468053" y="86630"/>
                </a:cubicBezTo>
                <a:cubicBezTo>
                  <a:pt x="1471129" y="84366"/>
                  <a:pt x="1473567" y="80752"/>
                  <a:pt x="1475368" y="75789"/>
                </a:cubicBezTo>
                <a:moveTo>
                  <a:pt x="1436420" y="56413"/>
                </a:moveTo>
                <a:lnTo>
                  <a:pt x="1475500" y="56413"/>
                </a:lnTo>
                <a:cubicBezTo>
                  <a:pt x="1474973" y="50622"/>
                  <a:pt x="1473479" y="46278"/>
                  <a:pt x="1471019" y="43383"/>
                </a:cubicBezTo>
                <a:cubicBezTo>
                  <a:pt x="1467240" y="38889"/>
                  <a:pt x="1462341" y="36642"/>
                  <a:pt x="1456322" y="36642"/>
                </a:cubicBezTo>
                <a:cubicBezTo>
                  <a:pt x="1450874" y="36642"/>
                  <a:pt x="1446294" y="38436"/>
                  <a:pt x="1442581" y="42024"/>
                </a:cubicBezTo>
                <a:cubicBezTo>
                  <a:pt x="1438869" y="45610"/>
                  <a:pt x="1436815" y="50406"/>
                  <a:pt x="1436420" y="56413"/>
                </a:cubicBezTo>
                <a:close/>
                <a:moveTo>
                  <a:pt x="1547907" y="98328"/>
                </a:moveTo>
                <a:lnTo>
                  <a:pt x="1547907" y="89497"/>
                </a:lnTo>
                <a:cubicBezTo>
                  <a:pt x="1543470" y="96438"/>
                  <a:pt x="1536945" y="99909"/>
                  <a:pt x="1528334" y="99909"/>
                </a:cubicBezTo>
                <a:cubicBezTo>
                  <a:pt x="1522754" y="99909"/>
                  <a:pt x="1517625" y="98372"/>
                  <a:pt x="1512946" y="95296"/>
                </a:cubicBezTo>
                <a:cubicBezTo>
                  <a:pt x="1508267" y="92221"/>
                  <a:pt x="1504642" y="87926"/>
                  <a:pt x="1502072" y="82412"/>
                </a:cubicBezTo>
                <a:cubicBezTo>
                  <a:pt x="1499501" y="76898"/>
                  <a:pt x="1498216" y="70560"/>
                  <a:pt x="1498216" y="63399"/>
                </a:cubicBezTo>
                <a:cubicBezTo>
                  <a:pt x="1498216" y="56413"/>
                  <a:pt x="1499381" y="50075"/>
                  <a:pt x="1501709" y="44386"/>
                </a:cubicBezTo>
                <a:cubicBezTo>
                  <a:pt x="1504038" y="38696"/>
                  <a:pt x="1507531" y="34336"/>
                  <a:pt x="1512188" y="31304"/>
                </a:cubicBezTo>
                <a:cubicBezTo>
                  <a:pt x="1516845" y="28272"/>
                  <a:pt x="1522051" y="26757"/>
                  <a:pt x="1527807" y="26757"/>
                </a:cubicBezTo>
                <a:cubicBezTo>
                  <a:pt x="1532025" y="26757"/>
                  <a:pt x="1535781" y="27646"/>
                  <a:pt x="1539076" y="29426"/>
                </a:cubicBezTo>
                <a:cubicBezTo>
                  <a:pt x="1542372" y="31205"/>
                  <a:pt x="1545052" y="33523"/>
                  <a:pt x="1547117" y="36379"/>
                </a:cubicBezTo>
                <a:lnTo>
                  <a:pt x="1547117" y="1713"/>
                </a:lnTo>
                <a:lnTo>
                  <a:pt x="1558913" y="1713"/>
                </a:lnTo>
                <a:lnTo>
                  <a:pt x="1558913" y="98328"/>
                </a:lnTo>
                <a:lnTo>
                  <a:pt x="1547907" y="98328"/>
                </a:lnTo>
                <a:moveTo>
                  <a:pt x="1510408" y="63366"/>
                </a:moveTo>
                <a:cubicBezTo>
                  <a:pt x="1510408" y="72296"/>
                  <a:pt x="1512298" y="78971"/>
                  <a:pt x="1516076" y="83392"/>
                </a:cubicBezTo>
                <a:cubicBezTo>
                  <a:pt x="1519855" y="87813"/>
                  <a:pt x="1524314" y="90024"/>
                  <a:pt x="1529454" y="90024"/>
                </a:cubicBezTo>
                <a:cubicBezTo>
                  <a:pt x="1534639" y="90024"/>
                  <a:pt x="1539043" y="87912"/>
                  <a:pt x="1542668" y="83689"/>
                </a:cubicBezTo>
                <a:cubicBezTo>
                  <a:pt x="1546293" y="79464"/>
                  <a:pt x="1548105" y="73018"/>
                  <a:pt x="1548105" y="64350"/>
                </a:cubicBezTo>
                <a:cubicBezTo>
                  <a:pt x="1548105" y="54808"/>
                  <a:pt x="1546260" y="47805"/>
                  <a:pt x="1542569" y="43340"/>
                </a:cubicBezTo>
                <a:cubicBezTo>
                  <a:pt x="1538879" y="38875"/>
                  <a:pt x="1534331" y="36642"/>
                  <a:pt x="1528927" y="36642"/>
                </a:cubicBezTo>
                <a:cubicBezTo>
                  <a:pt x="1523655" y="36642"/>
                  <a:pt x="1519250" y="38787"/>
                  <a:pt x="1515714" y="43078"/>
                </a:cubicBezTo>
                <a:cubicBezTo>
                  <a:pt x="1512177" y="47367"/>
                  <a:pt x="1510408" y="54130"/>
                  <a:pt x="1510408" y="63366"/>
                </a:cubicBezTo>
                <a:close/>
                <a:moveTo>
                  <a:pt x="1573126" y="63333"/>
                </a:moveTo>
                <a:cubicBezTo>
                  <a:pt x="1573126" y="50372"/>
                  <a:pt x="1576729" y="40772"/>
                  <a:pt x="1583935" y="34533"/>
                </a:cubicBezTo>
                <a:cubicBezTo>
                  <a:pt x="1589954" y="29349"/>
                  <a:pt x="1597291" y="26757"/>
                  <a:pt x="1605946" y="26757"/>
                </a:cubicBezTo>
                <a:cubicBezTo>
                  <a:pt x="1615568" y="26757"/>
                  <a:pt x="1623433" y="29909"/>
                  <a:pt x="1629540" y="36214"/>
                </a:cubicBezTo>
                <a:cubicBezTo>
                  <a:pt x="1635647" y="42519"/>
                  <a:pt x="1638700" y="51229"/>
                  <a:pt x="1638700" y="62344"/>
                </a:cubicBezTo>
                <a:cubicBezTo>
                  <a:pt x="1638700" y="71351"/>
                  <a:pt x="1637349" y="78436"/>
                  <a:pt x="1634647" y="83598"/>
                </a:cubicBezTo>
                <a:cubicBezTo>
                  <a:pt x="1631945" y="88761"/>
                  <a:pt x="1628013" y="92770"/>
                  <a:pt x="1622850" y="95626"/>
                </a:cubicBezTo>
                <a:cubicBezTo>
                  <a:pt x="1617688" y="98481"/>
                  <a:pt x="1612053" y="99909"/>
                  <a:pt x="1605946" y="99909"/>
                </a:cubicBezTo>
                <a:cubicBezTo>
                  <a:pt x="1596149" y="99909"/>
                  <a:pt x="1588229" y="96768"/>
                  <a:pt x="1582188" y="90485"/>
                </a:cubicBezTo>
                <a:cubicBezTo>
                  <a:pt x="1576147" y="84202"/>
                  <a:pt x="1573126" y="75152"/>
                  <a:pt x="1573126" y="63333"/>
                </a:cubicBezTo>
                <a:moveTo>
                  <a:pt x="1585319" y="63300"/>
                </a:moveTo>
                <a:cubicBezTo>
                  <a:pt x="1585319" y="72230"/>
                  <a:pt x="1587274" y="78916"/>
                  <a:pt x="1591184" y="83359"/>
                </a:cubicBezTo>
                <a:cubicBezTo>
                  <a:pt x="1595094" y="87802"/>
                  <a:pt x="1600015" y="90024"/>
                  <a:pt x="1605946" y="90024"/>
                </a:cubicBezTo>
                <a:cubicBezTo>
                  <a:pt x="1611834" y="90024"/>
                  <a:pt x="1616732" y="87791"/>
                  <a:pt x="1620643" y="83326"/>
                </a:cubicBezTo>
                <a:cubicBezTo>
                  <a:pt x="1624553" y="78861"/>
                  <a:pt x="1626508" y="72055"/>
                  <a:pt x="1626508" y="62907"/>
                </a:cubicBezTo>
                <a:cubicBezTo>
                  <a:pt x="1626508" y="54283"/>
                  <a:pt x="1624542" y="47750"/>
                  <a:pt x="1620610" y="43307"/>
                </a:cubicBezTo>
                <a:cubicBezTo>
                  <a:pt x="1616678" y="38864"/>
                  <a:pt x="1611790" y="36642"/>
                  <a:pt x="1605946" y="36642"/>
                </a:cubicBezTo>
                <a:cubicBezTo>
                  <a:pt x="1600015" y="36642"/>
                  <a:pt x="1595094" y="38853"/>
                  <a:pt x="1591184" y="43274"/>
                </a:cubicBezTo>
                <a:cubicBezTo>
                  <a:pt x="1587274" y="47695"/>
                  <a:pt x="1585319" y="54370"/>
                  <a:pt x="1585319" y="63300"/>
                </a:cubicBezTo>
                <a:close/>
                <a:moveTo>
                  <a:pt x="1652586" y="98328"/>
                </a:moveTo>
                <a:lnTo>
                  <a:pt x="1652586" y="28338"/>
                </a:lnTo>
                <a:lnTo>
                  <a:pt x="1663196" y="28338"/>
                </a:lnTo>
                <a:lnTo>
                  <a:pt x="1663196" y="38092"/>
                </a:lnTo>
                <a:cubicBezTo>
                  <a:pt x="1665393" y="34684"/>
                  <a:pt x="1668315" y="31943"/>
                  <a:pt x="1671961" y="29869"/>
                </a:cubicBezTo>
                <a:cubicBezTo>
                  <a:pt x="1675608" y="27794"/>
                  <a:pt x="1679760" y="26757"/>
                  <a:pt x="1684417" y="26757"/>
                </a:cubicBezTo>
                <a:cubicBezTo>
                  <a:pt x="1689601" y="26757"/>
                  <a:pt x="1693852" y="27828"/>
                  <a:pt x="1697169" y="29970"/>
                </a:cubicBezTo>
                <a:cubicBezTo>
                  <a:pt x="1700486" y="32110"/>
                  <a:pt x="1702826" y="35103"/>
                  <a:pt x="1704188" y="38949"/>
                </a:cubicBezTo>
                <a:cubicBezTo>
                  <a:pt x="1709724" y="30821"/>
                  <a:pt x="1716929" y="26757"/>
                  <a:pt x="1725804" y="26757"/>
                </a:cubicBezTo>
                <a:cubicBezTo>
                  <a:pt x="1732746" y="26757"/>
                  <a:pt x="1738084" y="28679"/>
                  <a:pt x="1741819" y="32523"/>
                </a:cubicBezTo>
                <a:cubicBezTo>
                  <a:pt x="1745553" y="36368"/>
                  <a:pt x="1747420" y="42288"/>
                  <a:pt x="1747420" y="50284"/>
                </a:cubicBezTo>
                <a:lnTo>
                  <a:pt x="1747420" y="98328"/>
                </a:lnTo>
                <a:lnTo>
                  <a:pt x="1735624" y="98328"/>
                </a:lnTo>
                <a:lnTo>
                  <a:pt x="1735624" y="54191"/>
                </a:lnTo>
                <a:cubicBezTo>
                  <a:pt x="1735624" y="49440"/>
                  <a:pt x="1735239" y="46021"/>
                  <a:pt x="1734470" y="43933"/>
                </a:cubicBezTo>
                <a:cubicBezTo>
                  <a:pt x="1733702" y="41843"/>
                  <a:pt x="1732307" y="40160"/>
                  <a:pt x="1730286" y="38885"/>
                </a:cubicBezTo>
                <a:cubicBezTo>
                  <a:pt x="1728265" y="37609"/>
                  <a:pt x="1725892" y="36972"/>
                  <a:pt x="1723168" y="36972"/>
                </a:cubicBezTo>
                <a:cubicBezTo>
                  <a:pt x="1718247" y="36972"/>
                  <a:pt x="1714161" y="38610"/>
                  <a:pt x="1710910" y="41888"/>
                </a:cubicBezTo>
                <a:cubicBezTo>
                  <a:pt x="1707659" y="45164"/>
                  <a:pt x="1706033" y="50408"/>
                  <a:pt x="1706033" y="57622"/>
                </a:cubicBezTo>
                <a:lnTo>
                  <a:pt x="1706033" y="98328"/>
                </a:lnTo>
                <a:lnTo>
                  <a:pt x="1694171" y="98328"/>
                </a:lnTo>
                <a:lnTo>
                  <a:pt x="1694171" y="52805"/>
                </a:lnTo>
                <a:cubicBezTo>
                  <a:pt x="1694171" y="47527"/>
                  <a:pt x="1693204" y="43569"/>
                  <a:pt x="1691271" y="40930"/>
                </a:cubicBezTo>
                <a:cubicBezTo>
                  <a:pt x="1689338" y="38291"/>
                  <a:pt x="1686174" y="36972"/>
                  <a:pt x="1681781" y="36972"/>
                </a:cubicBezTo>
                <a:cubicBezTo>
                  <a:pt x="1678442" y="36972"/>
                  <a:pt x="1675355" y="37852"/>
                  <a:pt x="1672521" y="39612"/>
                </a:cubicBezTo>
                <a:cubicBezTo>
                  <a:pt x="1669688" y="41371"/>
                  <a:pt x="1667634" y="43944"/>
                  <a:pt x="1666359" y="47331"/>
                </a:cubicBezTo>
                <a:cubicBezTo>
                  <a:pt x="1665085" y="50717"/>
                  <a:pt x="1664448" y="55598"/>
                  <a:pt x="1664448" y="61976"/>
                </a:cubicBezTo>
                <a:lnTo>
                  <a:pt x="1664448" y="98328"/>
                </a:lnTo>
                <a:lnTo>
                  <a:pt x="1652586" y="98328"/>
                </a:lnTo>
                <a:close/>
                <a:moveTo>
                  <a:pt x="1798122" y="63333"/>
                </a:moveTo>
                <a:cubicBezTo>
                  <a:pt x="1798122" y="50372"/>
                  <a:pt x="1801725" y="40772"/>
                  <a:pt x="1808930" y="34533"/>
                </a:cubicBezTo>
                <a:cubicBezTo>
                  <a:pt x="1814949" y="29349"/>
                  <a:pt x="1822287" y="26757"/>
                  <a:pt x="1830942" y="26757"/>
                </a:cubicBezTo>
                <a:cubicBezTo>
                  <a:pt x="1840564" y="26757"/>
                  <a:pt x="1848428" y="29909"/>
                  <a:pt x="1854535" y="36214"/>
                </a:cubicBezTo>
                <a:cubicBezTo>
                  <a:pt x="1860642" y="42519"/>
                  <a:pt x="1863696" y="51229"/>
                  <a:pt x="1863696" y="62344"/>
                </a:cubicBezTo>
                <a:cubicBezTo>
                  <a:pt x="1863696" y="71351"/>
                  <a:pt x="1862345" y="78436"/>
                  <a:pt x="1859643" y="83598"/>
                </a:cubicBezTo>
                <a:cubicBezTo>
                  <a:pt x="1856941" y="88761"/>
                  <a:pt x="1853008" y="92770"/>
                  <a:pt x="1847846" y="95626"/>
                </a:cubicBezTo>
                <a:cubicBezTo>
                  <a:pt x="1842684" y="98481"/>
                  <a:pt x="1837049" y="99909"/>
                  <a:pt x="1830942" y="99909"/>
                </a:cubicBezTo>
                <a:cubicBezTo>
                  <a:pt x="1821144" y="99909"/>
                  <a:pt x="1813225" y="96768"/>
                  <a:pt x="1807184" y="90485"/>
                </a:cubicBezTo>
                <a:cubicBezTo>
                  <a:pt x="1801143" y="84202"/>
                  <a:pt x="1798122" y="75152"/>
                  <a:pt x="1798122" y="63333"/>
                </a:cubicBezTo>
                <a:moveTo>
                  <a:pt x="1810314" y="63300"/>
                </a:moveTo>
                <a:cubicBezTo>
                  <a:pt x="1810314" y="72230"/>
                  <a:pt x="1812269" y="78916"/>
                  <a:pt x="1816180" y="83359"/>
                </a:cubicBezTo>
                <a:cubicBezTo>
                  <a:pt x="1820090" y="87802"/>
                  <a:pt x="1825011" y="90024"/>
                  <a:pt x="1830942" y="90024"/>
                </a:cubicBezTo>
                <a:cubicBezTo>
                  <a:pt x="1836829" y="90024"/>
                  <a:pt x="1841728" y="87791"/>
                  <a:pt x="1845638" y="83326"/>
                </a:cubicBezTo>
                <a:cubicBezTo>
                  <a:pt x="1849549" y="78861"/>
                  <a:pt x="1851504" y="72055"/>
                  <a:pt x="1851504" y="62907"/>
                </a:cubicBezTo>
                <a:cubicBezTo>
                  <a:pt x="1851504" y="54283"/>
                  <a:pt x="1849538" y="47750"/>
                  <a:pt x="1845605" y="43307"/>
                </a:cubicBezTo>
                <a:cubicBezTo>
                  <a:pt x="1841673" y="38864"/>
                  <a:pt x="1836785" y="36642"/>
                  <a:pt x="1830942" y="36642"/>
                </a:cubicBezTo>
                <a:cubicBezTo>
                  <a:pt x="1825011" y="36642"/>
                  <a:pt x="1820090" y="38853"/>
                  <a:pt x="1816180" y="43274"/>
                </a:cubicBezTo>
                <a:cubicBezTo>
                  <a:pt x="1812269" y="47695"/>
                  <a:pt x="1810314" y="54370"/>
                  <a:pt x="1810314" y="63300"/>
                </a:cubicBezTo>
                <a:close/>
                <a:moveTo>
                  <a:pt x="1880415" y="98328"/>
                </a:moveTo>
                <a:lnTo>
                  <a:pt x="1880415" y="37565"/>
                </a:lnTo>
                <a:lnTo>
                  <a:pt x="1869936" y="37565"/>
                </a:lnTo>
                <a:lnTo>
                  <a:pt x="1869936" y="28338"/>
                </a:lnTo>
                <a:lnTo>
                  <a:pt x="1880415" y="28338"/>
                </a:lnTo>
                <a:lnTo>
                  <a:pt x="1880415" y="20908"/>
                </a:lnTo>
                <a:cubicBezTo>
                  <a:pt x="1880415" y="16218"/>
                  <a:pt x="1880832" y="12733"/>
                  <a:pt x="1881667" y="10454"/>
                </a:cubicBezTo>
                <a:cubicBezTo>
                  <a:pt x="1882809" y="7387"/>
                  <a:pt x="1884819" y="4899"/>
                  <a:pt x="1887697" y="2992"/>
                </a:cubicBezTo>
                <a:cubicBezTo>
                  <a:pt x="1890575" y="1085"/>
                  <a:pt x="1894606" y="132"/>
                  <a:pt x="1899790" y="132"/>
                </a:cubicBezTo>
                <a:cubicBezTo>
                  <a:pt x="1903129" y="132"/>
                  <a:pt x="1906820" y="527"/>
                  <a:pt x="1910862" y="1318"/>
                </a:cubicBezTo>
                <a:lnTo>
                  <a:pt x="1909083" y="11665"/>
                </a:lnTo>
                <a:cubicBezTo>
                  <a:pt x="1906622" y="11226"/>
                  <a:pt x="1904294" y="11006"/>
                  <a:pt x="1902097" y="11006"/>
                </a:cubicBezTo>
                <a:cubicBezTo>
                  <a:pt x="1898494" y="11006"/>
                  <a:pt x="1895946" y="11772"/>
                  <a:pt x="1894452" y="13304"/>
                </a:cubicBezTo>
                <a:cubicBezTo>
                  <a:pt x="1892958" y="14836"/>
                  <a:pt x="1892211" y="17703"/>
                  <a:pt x="1892211" y="21905"/>
                </a:cubicBezTo>
                <a:lnTo>
                  <a:pt x="1892211" y="28338"/>
                </a:lnTo>
                <a:lnTo>
                  <a:pt x="1905853" y="28338"/>
                </a:lnTo>
                <a:lnTo>
                  <a:pt x="1905853" y="37565"/>
                </a:lnTo>
                <a:lnTo>
                  <a:pt x="1892211" y="37565"/>
                </a:lnTo>
                <a:lnTo>
                  <a:pt x="1892211" y="98328"/>
                </a:lnTo>
                <a:lnTo>
                  <a:pt x="1880415" y="98328"/>
                </a:lnTo>
                <a:close/>
                <a:moveTo>
                  <a:pt x="1947879" y="77370"/>
                </a:moveTo>
                <a:lnTo>
                  <a:pt x="1959610" y="75525"/>
                </a:lnTo>
                <a:cubicBezTo>
                  <a:pt x="1960269" y="80206"/>
                  <a:pt x="1962103" y="83793"/>
                  <a:pt x="1965113" y="86286"/>
                </a:cubicBezTo>
                <a:cubicBezTo>
                  <a:pt x="1968123" y="88778"/>
                  <a:pt x="1972329" y="90024"/>
                  <a:pt x="1977733" y="90024"/>
                </a:cubicBezTo>
                <a:cubicBezTo>
                  <a:pt x="1983181" y="90024"/>
                  <a:pt x="1987224" y="88923"/>
                  <a:pt x="1989860" y="86723"/>
                </a:cubicBezTo>
                <a:cubicBezTo>
                  <a:pt x="1992496" y="84520"/>
                  <a:pt x="1993814" y="81938"/>
                  <a:pt x="1993814" y="78975"/>
                </a:cubicBezTo>
                <a:cubicBezTo>
                  <a:pt x="1993814" y="76315"/>
                  <a:pt x="1992650" y="74223"/>
                  <a:pt x="1990321" y="72697"/>
                </a:cubicBezTo>
                <a:cubicBezTo>
                  <a:pt x="1988695" y="71651"/>
                  <a:pt x="1984653" y="70322"/>
                  <a:pt x="1978195" y="68708"/>
                </a:cubicBezTo>
                <a:cubicBezTo>
                  <a:pt x="1969496" y="66510"/>
                  <a:pt x="1963465" y="64609"/>
                  <a:pt x="1960104" y="63004"/>
                </a:cubicBezTo>
                <a:cubicBezTo>
                  <a:pt x="1956743" y="61398"/>
                  <a:pt x="1954195" y="59178"/>
                  <a:pt x="1952460" y="56341"/>
                </a:cubicBezTo>
                <a:cubicBezTo>
                  <a:pt x="1950724" y="53505"/>
                  <a:pt x="1949856" y="50371"/>
                  <a:pt x="1949856" y="46942"/>
                </a:cubicBezTo>
                <a:cubicBezTo>
                  <a:pt x="1949856" y="43819"/>
                  <a:pt x="1950570" y="40928"/>
                  <a:pt x="1951998" y="38267"/>
                </a:cubicBezTo>
                <a:cubicBezTo>
                  <a:pt x="1953426" y="35606"/>
                  <a:pt x="1955370" y="33396"/>
                  <a:pt x="1957831" y="31638"/>
                </a:cubicBezTo>
                <a:cubicBezTo>
                  <a:pt x="1959676" y="30274"/>
                  <a:pt x="1962191" y="29120"/>
                  <a:pt x="1965377" y="28176"/>
                </a:cubicBezTo>
                <a:cubicBezTo>
                  <a:pt x="1968562" y="27230"/>
                  <a:pt x="1971978" y="26757"/>
                  <a:pt x="1975625" y="26757"/>
                </a:cubicBezTo>
                <a:cubicBezTo>
                  <a:pt x="1981116" y="26757"/>
                  <a:pt x="1985938" y="27553"/>
                  <a:pt x="1990090" y="29146"/>
                </a:cubicBezTo>
                <a:cubicBezTo>
                  <a:pt x="1994242" y="30737"/>
                  <a:pt x="1997307" y="32893"/>
                  <a:pt x="1999284" y="35615"/>
                </a:cubicBezTo>
                <a:cubicBezTo>
                  <a:pt x="2001261" y="38334"/>
                  <a:pt x="2002623" y="41972"/>
                  <a:pt x="2003370" y="46528"/>
                </a:cubicBezTo>
                <a:lnTo>
                  <a:pt x="1991771" y="48109"/>
                </a:lnTo>
                <a:cubicBezTo>
                  <a:pt x="1991244" y="44507"/>
                  <a:pt x="1989717" y="41695"/>
                  <a:pt x="1987191" y="39674"/>
                </a:cubicBezTo>
                <a:cubicBezTo>
                  <a:pt x="1984664" y="37653"/>
                  <a:pt x="1981095" y="36642"/>
                  <a:pt x="1976481" y="36642"/>
                </a:cubicBezTo>
                <a:cubicBezTo>
                  <a:pt x="1971033" y="36642"/>
                  <a:pt x="1967145" y="37539"/>
                  <a:pt x="1964816" y="39332"/>
                </a:cubicBezTo>
                <a:cubicBezTo>
                  <a:pt x="1962488" y="41124"/>
                  <a:pt x="1961324" y="43222"/>
                  <a:pt x="1961324" y="45628"/>
                </a:cubicBezTo>
                <a:cubicBezTo>
                  <a:pt x="1961324" y="47157"/>
                  <a:pt x="1961807" y="48534"/>
                  <a:pt x="1962773" y="49759"/>
                </a:cubicBezTo>
                <a:cubicBezTo>
                  <a:pt x="1963740" y="51026"/>
                  <a:pt x="1965256" y="52075"/>
                  <a:pt x="1967321" y="52906"/>
                </a:cubicBezTo>
                <a:cubicBezTo>
                  <a:pt x="1968507" y="53344"/>
                  <a:pt x="1972000" y="54350"/>
                  <a:pt x="1977799" y="55923"/>
                </a:cubicBezTo>
                <a:cubicBezTo>
                  <a:pt x="1986191" y="58162"/>
                  <a:pt x="1992045" y="59995"/>
                  <a:pt x="1995363" y="61422"/>
                </a:cubicBezTo>
                <a:cubicBezTo>
                  <a:pt x="1998680" y="62848"/>
                  <a:pt x="2001283" y="64923"/>
                  <a:pt x="2003172" y="67646"/>
                </a:cubicBezTo>
                <a:cubicBezTo>
                  <a:pt x="2005061" y="70367"/>
                  <a:pt x="2006006" y="73746"/>
                  <a:pt x="2006006" y="77784"/>
                </a:cubicBezTo>
                <a:cubicBezTo>
                  <a:pt x="2006006" y="81736"/>
                  <a:pt x="2004853" y="85457"/>
                  <a:pt x="2002546" y="88947"/>
                </a:cubicBezTo>
                <a:cubicBezTo>
                  <a:pt x="2000239" y="92435"/>
                  <a:pt x="1996911" y="95135"/>
                  <a:pt x="1992562" y="97045"/>
                </a:cubicBezTo>
                <a:cubicBezTo>
                  <a:pt x="1988212" y="98954"/>
                  <a:pt x="1983291" y="99909"/>
                  <a:pt x="1977799" y="99909"/>
                </a:cubicBezTo>
                <a:cubicBezTo>
                  <a:pt x="1968705" y="99909"/>
                  <a:pt x="1961774" y="98015"/>
                  <a:pt x="1957007" y="94225"/>
                </a:cubicBezTo>
                <a:cubicBezTo>
                  <a:pt x="1952240" y="90436"/>
                  <a:pt x="1949197" y="84817"/>
                  <a:pt x="1947879" y="77370"/>
                </a:cubicBezTo>
                <a:close/>
                <a:moveTo>
                  <a:pt x="2020109" y="125216"/>
                </a:moveTo>
                <a:lnTo>
                  <a:pt x="2020109" y="28338"/>
                </a:lnTo>
                <a:lnTo>
                  <a:pt x="2030917" y="28338"/>
                </a:lnTo>
                <a:lnTo>
                  <a:pt x="2030917" y="37367"/>
                </a:lnTo>
                <a:cubicBezTo>
                  <a:pt x="2033465" y="33830"/>
                  <a:pt x="2036343" y="31178"/>
                  <a:pt x="2039550" y="29409"/>
                </a:cubicBezTo>
                <a:cubicBezTo>
                  <a:pt x="2042757" y="27641"/>
                  <a:pt x="2046646" y="26757"/>
                  <a:pt x="2051215" y="26757"/>
                </a:cubicBezTo>
                <a:cubicBezTo>
                  <a:pt x="2057190" y="26757"/>
                  <a:pt x="2062463" y="28294"/>
                  <a:pt x="2067032" y="31370"/>
                </a:cubicBezTo>
                <a:cubicBezTo>
                  <a:pt x="2071601" y="34445"/>
                  <a:pt x="2075050" y="38784"/>
                  <a:pt x="2077379" y="44386"/>
                </a:cubicBezTo>
                <a:cubicBezTo>
                  <a:pt x="2079707" y="49988"/>
                  <a:pt x="2080872" y="56128"/>
                  <a:pt x="2080872" y="62806"/>
                </a:cubicBezTo>
                <a:cubicBezTo>
                  <a:pt x="2080872" y="69967"/>
                  <a:pt x="2079586" y="76415"/>
                  <a:pt x="2077016" y="82148"/>
                </a:cubicBezTo>
                <a:cubicBezTo>
                  <a:pt x="2074446" y="87882"/>
                  <a:pt x="2070711" y="92276"/>
                  <a:pt x="2065813" y="95329"/>
                </a:cubicBezTo>
                <a:cubicBezTo>
                  <a:pt x="2060914" y="98383"/>
                  <a:pt x="2055762" y="99909"/>
                  <a:pt x="2050358" y="99909"/>
                </a:cubicBezTo>
                <a:cubicBezTo>
                  <a:pt x="2046404" y="99909"/>
                  <a:pt x="2042856" y="99064"/>
                  <a:pt x="2039715" y="97372"/>
                </a:cubicBezTo>
                <a:cubicBezTo>
                  <a:pt x="2036574" y="95679"/>
                  <a:pt x="2033992" y="93541"/>
                  <a:pt x="2031971" y="90959"/>
                </a:cubicBezTo>
                <a:lnTo>
                  <a:pt x="2031971" y="125216"/>
                </a:lnTo>
                <a:lnTo>
                  <a:pt x="2020109" y="125216"/>
                </a:lnTo>
                <a:moveTo>
                  <a:pt x="2030851" y="63630"/>
                </a:moveTo>
                <a:cubicBezTo>
                  <a:pt x="2030851" y="72625"/>
                  <a:pt x="2032674" y="79273"/>
                  <a:pt x="2036321" y="83574"/>
                </a:cubicBezTo>
                <a:cubicBezTo>
                  <a:pt x="2039968" y="87874"/>
                  <a:pt x="2044383" y="90024"/>
                  <a:pt x="2049567" y="90024"/>
                </a:cubicBezTo>
                <a:cubicBezTo>
                  <a:pt x="2054840" y="90024"/>
                  <a:pt x="2059354" y="87797"/>
                  <a:pt x="2063111" y="83343"/>
                </a:cubicBezTo>
                <a:cubicBezTo>
                  <a:pt x="2066867" y="78889"/>
                  <a:pt x="2068745" y="71988"/>
                  <a:pt x="2068745" y="62641"/>
                </a:cubicBezTo>
                <a:cubicBezTo>
                  <a:pt x="2068745" y="53733"/>
                  <a:pt x="2066911" y="47063"/>
                  <a:pt x="2063242" y="42631"/>
                </a:cubicBezTo>
                <a:cubicBezTo>
                  <a:pt x="2059574" y="38199"/>
                  <a:pt x="2055191" y="35983"/>
                  <a:pt x="2050095" y="35983"/>
                </a:cubicBezTo>
                <a:cubicBezTo>
                  <a:pt x="2045042" y="35983"/>
                  <a:pt x="2040572" y="38342"/>
                  <a:pt x="2036683" y="43060"/>
                </a:cubicBezTo>
                <a:cubicBezTo>
                  <a:pt x="2032795" y="47777"/>
                  <a:pt x="2030851" y="54634"/>
                  <a:pt x="2030851" y="63630"/>
                </a:cubicBezTo>
                <a:close/>
                <a:moveTo>
                  <a:pt x="2143064" y="75789"/>
                </a:moveTo>
                <a:lnTo>
                  <a:pt x="2155322" y="77305"/>
                </a:lnTo>
                <a:cubicBezTo>
                  <a:pt x="2153389" y="84466"/>
                  <a:pt x="2149808" y="90024"/>
                  <a:pt x="2144580" y="93978"/>
                </a:cubicBezTo>
                <a:cubicBezTo>
                  <a:pt x="2139351" y="97932"/>
                  <a:pt x="2132673" y="99909"/>
                  <a:pt x="2124545" y="99909"/>
                </a:cubicBezTo>
                <a:cubicBezTo>
                  <a:pt x="2114308" y="99909"/>
                  <a:pt x="2106191" y="96757"/>
                  <a:pt x="2100194" y="90452"/>
                </a:cubicBezTo>
                <a:cubicBezTo>
                  <a:pt x="2094197" y="84147"/>
                  <a:pt x="2091198" y="75305"/>
                  <a:pt x="2091198" y="63926"/>
                </a:cubicBezTo>
                <a:cubicBezTo>
                  <a:pt x="2091198" y="52151"/>
                  <a:pt x="2094229" y="43013"/>
                  <a:pt x="2100293" y="36510"/>
                </a:cubicBezTo>
                <a:cubicBezTo>
                  <a:pt x="2106356" y="30008"/>
                  <a:pt x="2114220" y="26757"/>
                  <a:pt x="2123886" y="26757"/>
                </a:cubicBezTo>
                <a:cubicBezTo>
                  <a:pt x="2133244" y="26757"/>
                  <a:pt x="2140889" y="29937"/>
                  <a:pt x="2146820" y="36298"/>
                </a:cubicBezTo>
                <a:cubicBezTo>
                  <a:pt x="2152752" y="42658"/>
                  <a:pt x="2155717" y="51606"/>
                  <a:pt x="2155717" y="63141"/>
                </a:cubicBezTo>
                <a:cubicBezTo>
                  <a:pt x="2155717" y="63843"/>
                  <a:pt x="2155695" y="64895"/>
                  <a:pt x="2155651" y="66299"/>
                </a:cubicBezTo>
                <a:lnTo>
                  <a:pt x="2103456" y="66299"/>
                </a:lnTo>
                <a:cubicBezTo>
                  <a:pt x="2103895" y="73965"/>
                  <a:pt x="2106070" y="79836"/>
                  <a:pt x="2109980" y="83911"/>
                </a:cubicBezTo>
                <a:cubicBezTo>
                  <a:pt x="2113891" y="87986"/>
                  <a:pt x="2118767" y="90024"/>
                  <a:pt x="2124611" y="90024"/>
                </a:cubicBezTo>
                <a:cubicBezTo>
                  <a:pt x="2128960" y="90024"/>
                  <a:pt x="2132673" y="88893"/>
                  <a:pt x="2135749" y="86630"/>
                </a:cubicBezTo>
                <a:cubicBezTo>
                  <a:pt x="2138824" y="84366"/>
                  <a:pt x="2141262" y="80752"/>
                  <a:pt x="2143064" y="75789"/>
                </a:cubicBezTo>
                <a:moveTo>
                  <a:pt x="2104115" y="56413"/>
                </a:moveTo>
                <a:lnTo>
                  <a:pt x="2143196" y="56413"/>
                </a:lnTo>
                <a:cubicBezTo>
                  <a:pt x="2142668" y="50622"/>
                  <a:pt x="2141175" y="46278"/>
                  <a:pt x="2138714" y="43383"/>
                </a:cubicBezTo>
                <a:cubicBezTo>
                  <a:pt x="2134936" y="38889"/>
                  <a:pt x="2130037" y="36642"/>
                  <a:pt x="2124018" y="36642"/>
                </a:cubicBezTo>
                <a:cubicBezTo>
                  <a:pt x="2118570" y="36642"/>
                  <a:pt x="2113989" y="38436"/>
                  <a:pt x="2110277" y="42024"/>
                </a:cubicBezTo>
                <a:cubicBezTo>
                  <a:pt x="2106564" y="45610"/>
                  <a:pt x="2104510" y="50406"/>
                  <a:pt x="2104115" y="56413"/>
                </a:cubicBezTo>
                <a:close/>
                <a:moveTo>
                  <a:pt x="2218107" y="75789"/>
                </a:moveTo>
                <a:lnTo>
                  <a:pt x="2230365" y="77305"/>
                </a:lnTo>
                <a:cubicBezTo>
                  <a:pt x="2228432" y="84466"/>
                  <a:pt x="2224851" y="90024"/>
                  <a:pt x="2219623" y="93978"/>
                </a:cubicBezTo>
                <a:cubicBezTo>
                  <a:pt x="2214395" y="97932"/>
                  <a:pt x="2207716" y="99909"/>
                  <a:pt x="2199588" y="99909"/>
                </a:cubicBezTo>
                <a:cubicBezTo>
                  <a:pt x="2189351" y="99909"/>
                  <a:pt x="2181234" y="96757"/>
                  <a:pt x="2175237" y="90452"/>
                </a:cubicBezTo>
                <a:cubicBezTo>
                  <a:pt x="2169240" y="84147"/>
                  <a:pt x="2166241" y="75305"/>
                  <a:pt x="2166241" y="63926"/>
                </a:cubicBezTo>
                <a:cubicBezTo>
                  <a:pt x="2166241" y="52151"/>
                  <a:pt x="2169273" y="43013"/>
                  <a:pt x="2175336" y="36510"/>
                </a:cubicBezTo>
                <a:cubicBezTo>
                  <a:pt x="2181399" y="30008"/>
                  <a:pt x="2189264" y="26757"/>
                  <a:pt x="2198929" y="26757"/>
                </a:cubicBezTo>
                <a:cubicBezTo>
                  <a:pt x="2208288" y="26757"/>
                  <a:pt x="2215932" y="29937"/>
                  <a:pt x="2221864" y="36298"/>
                </a:cubicBezTo>
                <a:cubicBezTo>
                  <a:pt x="2227795" y="42658"/>
                  <a:pt x="2230761" y="51606"/>
                  <a:pt x="2230761" y="63141"/>
                </a:cubicBezTo>
                <a:cubicBezTo>
                  <a:pt x="2230761" y="63843"/>
                  <a:pt x="2230739" y="64895"/>
                  <a:pt x="2230695" y="66299"/>
                </a:cubicBezTo>
                <a:lnTo>
                  <a:pt x="2178499" y="66299"/>
                </a:lnTo>
                <a:cubicBezTo>
                  <a:pt x="2178939" y="73965"/>
                  <a:pt x="2181113" y="79836"/>
                  <a:pt x="2185024" y="83911"/>
                </a:cubicBezTo>
                <a:cubicBezTo>
                  <a:pt x="2188934" y="87986"/>
                  <a:pt x="2193811" y="90024"/>
                  <a:pt x="2199654" y="90024"/>
                </a:cubicBezTo>
                <a:cubicBezTo>
                  <a:pt x="2204004" y="90024"/>
                  <a:pt x="2207716" y="88893"/>
                  <a:pt x="2210792" y="86630"/>
                </a:cubicBezTo>
                <a:cubicBezTo>
                  <a:pt x="2213867" y="84366"/>
                  <a:pt x="2216306" y="80752"/>
                  <a:pt x="2218107" y="75789"/>
                </a:cubicBezTo>
                <a:moveTo>
                  <a:pt x="2179158" y="56413"/>
                </a:moveTo>
                <a:lnTo>
                  <a:pt x="2218239" y="56413"/>
                </a:lnTo>
                <a:cubicBezTo>
                  <a:pt x="2217712" y="50622"/>
                  <a:pt x="2216218" y="46278"/>
                  <a:pt x="2213758" y="43383"/>
                </a:cubicBezTo>
                <a:cubicBezTo>
                  <a:pt x="2209979" y="38889"/>
                  <a:pt x="2205080" y="36642"/>
                  <a:pt x="2199061" y="36642"/>
                </a:cubicBezTo>
                <a:cubicBezTo>
                  <a:pt x="2193613" y="36642"/>
                  <a:pt x="2189033" y="38436"/>
                  <a:pt x="2185320" y="42024"/>
                </a:cubicBezTo>
                <a:cubicBezTo>
                  <a:pt x="2181608" y="45610"/>
                  <a:pt x="2179554" y="50406"/>
                  <a:pt x="2179158" y="56413"/>
                </a:cubicBezTo>
                <a:close/>
                <a:moveTo>
                  <a:pt x="2290910" y="72625"/>
                </a:moveTo>
                <a:lnTo>
                  <a:pt x="2302575" y="74141"/>
                </a:lnTo>
                <a:cubicBezTo>
                  <a:pt x="2301301" y="82202"/>
                  <a:pt x="2298038" y="88512"/>
                  <a:pt x="2292788" y="93072"/>
                </a:cubicBezTo>
                <a:cubicBezTo>
                  <a:pt x="2287538" y="97630"/>
                  <a:pt x="2281090" y="99909"/>
                  <a:pt x="2273445" y="99909"/>
                </a:cubicBezTo>
                <a:cubicBezTo>
                  <a:pt x="2263868" y="99909"/>
                  <a:pt x="2256168" y="96779"/>
                  <a:pt x="2250346" y="90518"/>
                </a:cubicBezTo>
                <a:cubicBezTo>
                  <a:pt x="2244525" y="84257"/>
                  <a:pt x="2241614" y="75283"/>
                  <a:pt x="2241614" y="63597"/>
                </a:cubicBezTo>
                <a:cubicBezTo>
                  <a:pt x="2241614" y="56040"/>
                  <a:pt x="2242866" y="49427"/>
                  <a:pt x="2245371" y="43760"/>
                </a:cubicBezTo>
                <a:cubicBezTo>
                  <a:pt x="2247875" y="38092"/>
                  <a:pt x="2251686" y="33841"/>
                  <a:pt x="2256805" y="31007"/>
                </a:cubicBezTo>
                <a:cubicBezTo>
                  <a:pt x="2261923" y="28174"/>
                  <a:pt x="2267492" y="26757"/>
                  <a:pt x="2273511" y="26757"/>
                </a:cubicBezTo>
                <a:cubicBezTo>
                  <a:pt x="2281112" y="26757"/>
                  <a:pt x="2287329" y="28685"/>
                  <a:pt x="2292162" y="32542"/>
                </a:cubicBezTo>
                <a:cubicBezTo>
                  <a:pt x="2296995" y="36397"/>
                  <a:pt x="2300092" y="41872"/>
                  <a:pt x="2301454" y="48966"/>
                </a:cubicBezTo>
                <a:lnTo>
                  <a:pt x="2289921" y="50746"/>
                </a:lnTo>
                <a:cubicBezTo>
                  <a:pt x="2288823" y="46066"/>
                  <a:pt x="2286879" y="42546"/>
                  <a:pt x="2284089" y="40185"/>
                </a:cubicBezTo>
                <a:cubicBezTo>
                  <a:pt x="2281299" y="37823"/>
                  <a:pt x="2277927" y="36642"/>
                  <a:pt x="2273973" y="36642"/>
                </a:cubicBezTo>
                <a:cubicBezTo>
                  <a:pt x="2267997" y="36642"/>
                  <a:pt x="2263143" y="38774"/>
                  <a:pt x="2259408" y="43037"/>
                </a:cubicBezTo>
                <a:cubicBezTo>
                  <a:pt x="2255674" y="47299"/>
                  <a:pt x="2253806" y="54042"/>
                  <a:pt x="2253806" y="63267"/>
                </a:cubicBezTo>
                <a:cubicBezTo>
                  <a:pt x="2253806" y="72624"/>
                  <a:pt x="2255608" y="79423"/>
                  <a:pt x="2259210" y="83664"/>
                </a:cubicBezTo>
                <a:cubicBezTo>
                  <a:pt x="2262813" y="87904"/>
                  <a:pt x="2267514" y="90024"/>
                  <a:pt x="2273314" y="90024"/>
                </a:cubicBezTo>
                <a:cubicBezTo>
                  <a:pt x="2277971" y="90024"/>
                  <a:pt x="2281859" y="88601"/>
                  <a:pt x="2284979" y="85757"/>
                </a:cubicBezTo>
                <a:cubicBezTo>
                  <a:pt x="2288098" y="82912"/>
                  <a:pt x="2290075" y="78535"/>
                  <a:pt x="2290910" y="72625"/>
                </a:cubicBezTo>
                <a:close/>
                <a:moveTo>
                  <a:pt x="2312723" y="98328"/>
                </a:moveTo>
                <a:lnTo>
                  <a:pt x="2312723" y="1713"/>
                </a:lnTo>
                <a:lnTo>
                  <a:pt x="2324586" y="1713"/>
                </a:lnTo>
                <a:lnTo>
                  <a:pt x="2324586" y="36379"/>
                </a:lnTo>
                <a:cubicBezTo>
                  <a:pt x="2330122" y="29964"/>
                  <a:pt x="2337108" y="26757"/>
                  <a:pt x="2345543" y="26757"/>
                </a:cubicBezTo>
                <a:cubicBezTo>
                  <a:pt x="2350728" y="26757"/>
                  <a:pt x="2355231" y="27778"/>
                  <a:pt x="2359053" y="29821"/>
                </a:cubicBezTo>
                <a:cubicBezTo>
                  <a:pt x="2362876" y="31864"/>
                  <a:pt x="2365611" y="34687"/>
                  <a:pt x="2367258" y="38290"/>
                </a:cubicBezTo>
                <a:cubicBezTo>
                  <a:pt x="2368906" y="41893"/>
                  <a:pt x="2369730" y="47121"/>
                  <a:pt x="2369730" y="53975"/>
                </a:cubicBezTo>
                <a:lnTo>
                  <a:pt x="2369730" y="98328"/>
                </a:lnTo>
                <a:lnTo>
                  <a:pt x="2357867" y="98328"/>
                </a:lnTo>
                <a:lnTo>
                  <a:pt x="2357867" y="53975"/>
                </a:lnTo>
                <a:cubicBezTo>
                  <a:pt x="2357867" y="48043"/>
                  <a:pt x="2356582" y="43727"/>
                  <a:pt x="2354012" y="41025"/>
                </a:cubicBezTo>
                <a:cubicBezTo>
                  <a:pt x="2351441" y="38323"/>
                  <a:pt x="2347806" y="36972"/>
                  <a:pt x="2343105" y="36972"/>
                </a:cubicBezTo>
                <a:cubicBezTo>
                  <a:pt x="2339590" y="36972"/>
                  <a:pt x="2336284" y="37883"/>
                  <a:pt x="2333186" y="39707"/>
                </a:cubicBezTo>
                <a:cubicBezTo>
                  <a:pt x="2330089" y="41530"/>
                  <a:pt x="2327881" y="44001"/>
                  <a:pt x="2326563" y="47121"/>
                </a:cubicBezTo>
                <a:cubicBezTo>
                  <a:pt x="2325245" y="50240"/>
                  <a:pt x="2324586" y="54546"/>
                  <a:pt x="2324586" y="60038"/>
                </a:cubicBezTo>
                <a:lnTo>
                  <a:pt x="2324586" y="98328"/>
                </a:lnTo>
                <a:lnTo>
                  <a:pt x="2312723" y="98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fromgovernmentinterference,notfrom">
            <a:extLst xmlns:a="http://schemas.openxmlformats.org/drawingml/2006/main">
              <a:ext uri="{FF2B5EF4-FFF2-40B4-BE49-F238E27FC236}">
                <a16:creationId xmlns:a16="http://schemas.microsoft.com/office/drawing/2014/main" id="{0D4E8408-4211-445E-8AFB-CC2E615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349" y="3686856"/>
            <a:ext cx="2330427" cy="126666"/>
          </a:xfrm>
          <a:custGeom xmlns:a="http://schemas.openxmlformats.org/drawingml/2006/main">
            <a:pathLst>
              <a:path w="2330427" h="126666">
                <a:moveTo>
                  <a:pt x="1077197" y="15290"/>
                </a:moveTo>
                <a:lnTo>
                  <a:pt x="1077197" y="1582"/>
                </a:lnTo>
                <a:lnTo>
                  <a:pt x="1065334" y="1582"/>
                </a:lnTo>
                <a:lnTo>
                  <a:pt x="1065334" y="15290"/>
                </a:lnTo>
                <a:lnTo>
                  <a:pt x="1077197" y="15290"/>
                </a:lnTo>
                <a:close/>
                <a:moveTo>
                  <a:pt x="22275" y="28207"/>
                </a:moveTo>
                <a:lnTo>
                  <a:pt x="22275" y="21773"/>
                </a:lnTo>
                <a:lnTo>
                  <a:pt x="22279" y="21255"/>
                </a:lnTo>
                <a:lnTo>
                  <a:pt x="22291" y="20750"/>
                </a:lnTo>
                <a:lnTo>
                  <a:pt x="22310" y="20260"/>
                </a:lnTo>
                <a:lnTo>
                  <a:pt x="22338" y="19783"/>
                </a:lnTo>
                <a:lnTo>
                  <a:pt x="22373" y="19321"/>
                </a:lnTo>
                <a:lnTo>
                  <a:pt x="22415" y="18872"/>
                </a:lnTo>
                <a:lnTo>
                  <a:pt x="22466" y="18437"/>
                </a:lnTo>
                <a:lnTo>
                  <a:pt x="22524" y="18016"/>
                </a:lnTo>
                <a:lnTo>
                  <a:pt x="22590" y="17609"/>
                </a:lnTo>
                <a:lnTo>
                  <a:pt x="22664" y="17216"/>
                </a:lnTo>
                <a:lnTo>
                  <a:pt x="22746" y="16837"/>
                </a:lnTo>
                <a:lnTo>
                  <a:pt x="22835" y="16472"/>
                </a:lnTo>
                <a:lnTo>
                  <a:pt x="22933" y="16120"/>
                </a:lnTo>
                <a:lnTo>
                  <a:pt x="23038" y="15783"/>
                </a:lnTo>
                <a:lnTo>
                  <a:pt x="23151" y="15459"/>
                </a:lnTo>
                <a:lnTo>
                  <a:pt x="23271" y="15150"/>
                </a:lnTo>
                <a:lnTo>
                  <a:pt x="23400" y="14854"/>
                </a:lnTo>
                <a:lnTo>
                  <a:pt x="23536" y="14572"/>
                </a:lnTo>
                <a:lnTo>
                  <a:pt x="23680" y="14304"/>
                </a:lnTo>
                <a:lnTo>
                  <a:pt x="23831" y="14050"/>
                </a:lnTo>
                <a:lnTo>
                  <a:pt x="23991" y="13810"/>
                </a:lnTo>
                <a:lnTo>
                  <a:pt x="24158" y="13583"/>
                </a:lnTo>
                <a:lnTo>
                  <a:pt x="24333" y="13371"/>
                </a:lnTo>
                <a:lnTo>
                  <a:pt x="24516" y="13172"/>
                </a:lnTo>
                <a:lnTo>
                  <a:pt x="24708" y="12985"/>
                </a:lnTo>
                <a:lnTo>
                  <a:pt x="24911" y="12805"/>
                </a:lnTo>
                <a:lnTo>
                  <a:pt x="25126" y="12634"/>
                </a:lnTo>
                <a:lnTo>
                  <a:pt x="25351" y="12470"/>
                </a:lnTo>
                <a:lnTo>
                  <a:pt x="25587" y="12315"/>
                </a:lnTo>
                <a:lnTo>
                  <a:pt x="25834" y="12167"/>
                </a:lnTo>
                <a:lnTo>
                  <a:pt x="26092" y="12027"/>
                </a:lnTo>
                <a:lnTo>
                  <a:pt x="26361" y="11896"/>
                </a:lnTo>
                <a:lnTo>
                  <a:pt x="26641" y="11772"/>
                </a:lnTo>
                <a:lnTo>
                  <a:pt x="26932" y="11656"/>
                </a:lnTo>
                <a:lnTo>
                  <a:pt x="27235" y="11548"/>
                </a:lnTo>
                <a:lnTo>
                  <a:pt x="27548" y="11449"/>
                </a:lnTo>
                <a:lnTo>
                  <a:pt x="27872" y="11357"/>
                </a:lnTo>
                <a:lnTo>
                  <a:pt x="28207" y="11273"/>
                </a:lnTo>
                <a:lnTo>
                  <a:pt x="28553" y="11197"/>
                </a:lnTo>
                <a:lnTo>
                  <a:pt x="28910" y="11129"/>
                </a:lnTo>
                <a:lnTo>
                  <a:pt x="29278" y="11070"/>
                </a:lnTo>
                <a:lnTo>
                  <a:pt x="29656" y="11018"/>
                </a:lnTo>
                <a:lnTo>
                  <a:pt x="30046" y="10974"/>
                </a:lnTo>
                <a:lnTo>
                  <a:pt x="30447" y="10938"/>
                </a:lnTo>
                <a:lnTo>
                  <a:pt x="30859" y="10910"/>
                </a:lnTo>
                <a:lnTo>
                  <a:pt x="31282" y="10890"/>
                </a:lnTo>
                <a:lnTo>
                  <a:pt x="31716" y="10878"/>
                </a:lnTo>
                <a:lnTo>
                  <a:pt x="32161" y="10874"/>
                </a:lnTo>
                <a:lnTo>
                  <a:pt x="32436" y="10875"/>
                </a:lnTo>
                <a:lnTo>
                  <a:pt x="32713" y="10879"/>
                </a:lnTo>
                <a:lnTo>
                  <a:pt x="32991" y="10884"/>
                </a:lnTo>
                <a:lnTo>
                  <a:pt x="33270" y="10892"/>
                </a:lnTo>
                <a:lnTo>
                  <a:pt x="33551" y="10903"/>
                </a:lnTo>
                <a:lnTo>
                  <a:pt x="33833" y="10915"/>
                </a:lnTo>
                <a:lnTo>
                  <a:pt x="34117" y="10930"/>
                </a:lnTo>
                <a:lnTo>
                  <a:pt x="34402" y="10947"/>
                </a:lnTo>
                <a:lnTo>
                  <a:pt x="34688" y="10967"/>
                </a:lnTo>
                <a:lnTo>
                  <a:pt x="34975" y="10988"/>
                </a:lnTo>
                <a:lnTo>
                  <a:pt x="35264" y="11012"/>
                </a:lnTo>
                <a:lnTo>
                  <a:pt x="35555" y="11039"/>
                </a:lnTo>
                <a:lnTo>
                  <a:pt x="35847" y="11067"/>
                </a:lnTo>
                <a:lnTo>
                  <a:pt x="36140" y="11098"/>
                </a:lnTo>
                <a:lnTo>
                  <a:pt x="36434" y="11131"/>
                </a:lnTo>
                <a:lnTo>
                  <a:pt x="36730" y="11167"/>
                </a:lnTo>
                <a:lnTo>
                  <a:pt x="37027" y="11205"/>
                </a:lnTo>
                <a:lnTo>
                  <a:pt x="37326" y="11245"/>
                </a:lnTo>
                <a:lnTo>
                  <a:pt x="37626" y="11287"/>
                </a:lnTo>
                <a:lnTo>
                  <a:pt x="37927" y="11332"/>
                </a:lnTo>
                <a:lnTo>
                  <a:pt x="38230" y="11379"/>
                </a:lnTo>
                <a:lnTo>
                  <a:pt x="38534" y="11428"/>
                </a:lnTo>
                <a:lnTo>
                  <a:pt x="38840" y="11479"/>
                </a:lnTo>
                <a:lnTo>
                  <a:pt x="39147" y="11533"/>
                </a:lnTo>
                <a:lnTo>
                  <a:pt x="40926" y="1186"/>
                </a:lnTo>
                <a:lnTo>
                  <a:pt x="40422" y="1089"/>
                </a:lnTo>
                <a:lnTo>
                  <a:pt x="39923" y="997"/>
                </a:lnTo>
                <a:lnTo>
                  <a:pt x="39427" y="908"/>
                </a:lnTo>
                <a:lnTo>
                  <a:pt x="38934" y="824"/>
                </a:lnTo>
                <a:lnTo>
                  <a:pt x="38445" y="743"/>
                </a:lnTo>
                <a:lnTo>
                  <a:pt x="37960" y="667"/>
                </a:lnTo>
                <a:lnTo>
                  <a:pt x="37479" y="595"/>
                </a:lnTo>
                <a:lnTo>
                  <a:pt x="37001" y="527"/>
                </a:lnTo>
                <a:lnTo>
                  <a:pt x="36527" y="463"/>
                </a:lnTo>
                <a:lnTo>
                  <a:pt x="36056" y="404"/>
                </a:lnTo>
                <a:lnTo>
                  <a:pt x="35590" y="348"/>
                </a:lnTo>
                <a:lnTo>
                  <a:pt x="35126" y="297"/>
                </a:lnTo>
                <a:lnTo>
                  <a:pt x="34667" y="249"/>
                </a:lnTo>
                <a:lnTo>
                  <a:pt x="34211" y="206"/>
                </a:lnTo>
                <a:lnTo>
                  <a:pt x="33759" y="167"/>
                </a:lnTo>
                <a:lnTo>
                  <a:pt x="33310" y="132"/>
                </a:lnTo>
                <a:lnTo>
                  <a:pt x="32866" y="101"/>
                </a:lnTo>
                <a:lnTo>
                  <a:pt x="32424" y="74"/>
                </a:lnTo>
                <a:lnTo>
                  <a:pt x="31987" y="51"/>
                </a:lnTo>
                <a:lnTo>
                  <a:pt x="31553" y="33"/>
                </a:lnTo>
                <a:lnTo>
                  <a:pt x="31123" y="19"/>
                </a:lnTo>
                <a:lnTo>
                  <a:pt x="30696" y="8"/>
                </a:lnTo>
                <a:lnTo>
                  <a:pt x="30273" y="2"/>
                </a:lnTo>
                <a:lnTo>
                  <a:pt x="29854" y="0"/>
                </a:lnTo>
                <a:lnTo>
                  <a:pt x="29212" y="5"/>
                </a:lnTo>
                <a:lnTo>
                  <a:pt x="28582" y="20"/>
                </a:lnTo>
                <a:lnTo>
                  <a:pt x="27964" y="45"/>
                </a:lnTo>
                <a:lnTo>
                  <a:pt x="27358" y="79"/>
                </a:lnTo>
                <a:lnTo>
                  <a:pt x="26764" y="124"/>
                </a:lnTo>
                <a:lnTo>
                  <a:pt x="26182" y="179"/>
                </a:lnTo>
                <a:lnTo>
                  <a:pt x="25612" y="243"/>
                </a:lnTo>
                <a:lnTo>
                  <a:pt x="25054" y="318"/>
                </a:lnTo>
                <a:lnTo>
                  <a:pt x="24508" y="402"/>
                </a:lnTo>
                <a:lnTo>
                  <a:pt x="23974" y="497"/>
                </a:lnTo>
                <a:lnTo>
                  <a:pt x="23452" y="601"/>
                </a:lnTo>
                <a:lnTo>
                  <a:pt x="22943" y="715"/>
                </a:lnTo>
                <a:lnTo>
                  <a:pt x="22445" y="839"/>
                </a:lnTo>
                <a:lnTo>
                  <a:pt x="21959" y="973"/>
                </a:lnTo>
                <a:lnTo>
                  <a:pt x="21485" y="1117"/>
                </a:lnTo>
                <a:lnTo>
                  <a:pt x="21023" y="1271"/>
                </a:lnTo>
                <a:lnTo>
                  <a:pt x="20573" y="1435"/>
                </a:lnTo>
                <a:lnTo>
                  <a:pt x="20136" y="1609"/>
                </a:lnTo>
                <a:lnTo>
                  <a:pt x="19710" y="1793"/>
                </a:lnTo>
                <a:lnTo>
                  <a:pt x="19296" y="1987"/>
                </a:lnTo>
                <a:lnTo>
                  <a:pt x="18894" y="2190"/>
                </a:lnTo>
                <a:lnTo>
                  <a:pt x="18504" y="2404"/>
                </a:lnTo>
                <a:lnTo>
                  <a:pt x="18127" y="2627"/>
                </a:lnTo>
                <a:lnTo>
                  <a:pt x="17761" y="2861"/>
                </a:lnTo>
                <a:lnTo>
                  <a:pt x="17406" y="3102"/>
                </a:lnTo>
                <a:lnTo>
                  <a:pt x="17060" y="3349"/>
                </a:lnTo>
                <a:lnTo>
                  <a:pt x="16722" y="3603"/>
                </a:lnTo>
                <a:lnTo>
                  <a:pt x="16394" y="3862"/>
                </a:lnTo>
                <a:lnTo>
                  <a:pt x="16075" y="4128"/>
                </a:lnTo>
                <a:lnTo>
                  <a:pt x="15765" y="4400"/>
                </a:lnTo>
                <a:lnTo>
                  <a:pt x="15464" y="4677"/>
                </a:lnTo>
                <a:lnTo>
                  <a:pt x="15172" y="4961"/>
                </a:lnTo>
                <a:lnTo>
                  <a:pt x="14890" y="5251"/>
                </a:lnTo>
                <a:lnTo>
                  <a:pt x="14616" y="5547"/>
                </a:lnTo>
                <a:lnTo>
                  <a:pt x="14351" y="5848"/>
                </a:lnTo>
                <a:lnTo>
                  <a:pt x="14095" y="6156"/>
                </a:lnTo>
                <a:lnTo>
                  <a:pt x="13848" y="6470"/>
                </a:lnTo>
                <a:lnTo>
                  <a:pt x="13611" y="6790"/>
                </a:lnTo>
                <a:lnTo>
                  <a:pt x="13382" y="7116"/>
                </a:lnTo>
                <a:lnTo>
                  <a:pt x="13162" y="7448"/>
                </a:lnTo>
                <a:lnTo>
                  <a:pt x="12952" y="7786"/>
                </a:lnTo>
                <a:lnTo>
                  <a:pt x="12750" y="8130"/>
                </a:lnTo>
                <a:lnTo>
                  <a:pt x="12558" y="8481"/>
                </a:lnTo>
                <a:lnTo>
                  <a:pt x="12374" y="8837"/>
                </a:lnTo>
                <a:lnTo>
                  <a:pt x="12200" y="9199"/>
                </a:lnTo>
                <a:lnTo>
                  <a:pt x="12034" y="9567"/>
                </a:lnTo>
                <a:lnTo>
                  <a:pt x="11878" y="9942"/>
                </a:lnTo>
                <a:lnTo>
                  <a:pt x="11731" y="10322"/>
                </a:lnTo>
                <a:lnTo>
                  <a:pt x="11629" y="10613"/>
                </a:lnTo>
                <a:lnTo>
                  <a:pt x="11531" y="10917"/>
                </a:lnTo>
                <a:lnTo>
                  <a:pt x="11437" y="11233"/>
                </a:lnTo>
                <a:lnTo>
                  <a:pt x="11348" y="11562"/>
                </a:lnTo>
                <a:lnTo>
                  <a:pt x="11263" y="11904"/>
                </a:lnTo>
                <a:lnTo>
                  <a:pt x="11183" y="12257"/>
                </a:lnTo>
                <a:lnTo>
                  <a:pt x="11107" y="12624"/>
                </a:lnTo>
                <a:lnTo>
                  <a:pt x="11035" y="13003"/>
                </a:lnTo>
                <a:lnTo>
                  <a:pt x="10968" y="13395"/>
                </a:lnTo>
                <a:lnTo>
                  <a:pt x="10905" y="13799"/>
                </a:lnTo>
                <a:lnTo>
                  <a:pt x="10846" y="14216"/>
                </a:lnTo>
                <a:lnTo>
                  <a:pt x="10792" y="14645"/>
                </a:lnTo>
                <a:lnTo>
                  <a:pt x="10742" y="15087"/>
                </a:lnTo>
                <a:lnTo>
                  <a:pt x="10696" y="15541"/>
                </a:lnTo>
                <a:lnTo>
                  <a:pt x="10655" y="16008"/>
                </a:lnTo>
                <a:lnTo>
                  <a:pt x="10618" y="16488"/>
                </a:lnTo>
                <a:lnTo>
                  <a:pt x="10585" y="16980"/>
                </a:lnTo>
                <a:lnTo>
                  <a:pt x="10557" y="17484"/>
                </a:lnTo>
                <a:lnTo>
                  <a:pt x="10533" y="18002"/>
                </a:lnTo>
                <a:lnTo>
                  <a:pt x="10513" y="18531"/>
                </a:lnTo>
                <a:lnTo>
                  <a:pt x="10498" y="19074"/>
                </a:lnTo>
                <a:lnTo>
                  <a:pt x="10487" y="19629"/>
                </a:lnTo>
                <a:lnTo>
                  <a:pt x="10481" y="20196"/>
                </a:lnTo>
                <a:lnTo>
                  <a:pt x="10479" y="20776"/>
                </a:lnTo>
                <a:lnTo>
                  <a:pt x="10479" y="28207"/>
                </a:lnTo>
                <a:lnTo>
                  <a:pt x="0" y="28207"/>
                </a:lnTo>
                <a:lnTo>
                  <a:pt x="0" y="37433"/>
                </a:lnTo>
                <a:lnTo>
                  <a:pt x="10479" y="37433"/>
                </a:lnTo>
                <a:lnTo>
                  <a:pt x="10479" y="98196"/>
                </a:lnTo>
                <a:lnTo>
                  <a:pt x="22275" y="98196"/>
                </a:lnTo>
                <a:lnTo>
                  <a:pt x="22275" y="37433"/>
                </a:lnTo>
                <a:lnTo>
                  <a:pt x="35917" y="37433"/>
                </a:lnTo>
                <a:lnTo>
                  <a:pt x="35917" y="28207"/>
                </a:lnTo>
                <a:lnTo>
                  <a:pt x="22275" y="28207"/>
                </a:lnTo>
                <a:close/>
                <a:moveTo>
                  <a:pt x="1014834" y="87840"/>
                </a:moveTo>
                <a:lnTo>
                  <a:pt x="1014589" y="87861"/>
                </a:lnTo>
                <a:lnTo>
                  <a:pt x="1014348" y="87881"/>
                </a:lnTo>
                <a:lnTo>
                  <a:pt x="1014111" y="87900"/>
                </a:lnTo>
                <a:lnTo>
                  <a:pt x="1013879" y="87918"/>
                </a:lnTo>
                <a:lnTo>
                  <a:pt x="1013651" y="87935"/>
                </a:lnTo>
                <a:lnTo>
                  <a:pt x="1013428" y="87950"/>
                </a:lnTo>
                <a:lnTo>
                  <a:pt x="1013209" y="87964"/>
                </a:lnTo>
                <a:lnTo>
                  <a:pt x="1012994" y="87978"/>
                </a:lnTo>
                <a:lnTo>
                  <a:pt x="1012784" y="87990"/>
                </a:lnTo>
                <a:lnTo>
                  <a:pt x="1012578" y="88000"/>
                </a:lnTo>
                <a:lnTo>
                  <a:pt x="1012376" y="88010"/>
                </a:lnTo>
                <a:lnTo>
                  <a:pt x="1012178" y="88019"/>
                </a:lnTo>
                <a:lnTo>
                  <a:pt x="1011985" y="88026"/>
                </a:lnTo>
                <a:lnTo>
                  <a:pt x="1011797" y="88032"/>
                </a:lnTo>
                <a:lnTo>
                  <a:pt x="1011612" y="88038"/>
                </a:lnTo>
                <a:lnTo>
                  <a:pt x="1011432" y="88042"/>
                </a:lnTo>
                <a:lnTo>
                  <a:pt x="1011257" y="88044"/>
                </a:lnTo>
                <a:lnTo>
                  <a:pt x="1011086" y="88046"/>
                </a:lnTo>
                <a:lnTo>
                  <a:pt x="1010919" y="88047"/>
                </a:lnTo>
                <a:lnTo>
                  <a:pt x="1010701" y="88045"/>
                </a:lnTo>
                <a:lnTo>
                  <a:pt x="1010488" y="88041"/>
                </a:lnTo>
                <a:lnTo>
                  <a:pt x="1010279" y="88033"/>
                </a:lnTo>
                <a:lnTo>
                  <a:pt x="1010074" y="88023"/>
                </a:lnTo>
                <a:lnTo>
                  <a:pt x="1009873" y="88010"/>
                </a:lnTo>
                <a:lnTo>
                  <a:pt x="1009677" y="87993"/>
                </a:lnTo>
                <a:lnTo>
                  <a:pt x="1009485" y="87974"/>
                </a:lnTo>
                <a:lnTo>
                  <a:pt x="1009297" y="87952"/>
                </a:lnTo>
                <a:lnTo>
                  <a:pt x="1009113" y="87926"/>
                </a:lnTo>
                <a:lnTo>
                  <a:pt x="1008934" y="87898"/>
                </a:lnTo>
                <a:lnTo>
                  <a:pt x="1008758" y="87867"/>
                </a:lnTo>
                <a:lnTo>
                  <a:pt x="1008587" y="87833"/>
                </a:lnTo>
                <a:lnTo>
                  <a:pt x="1008421" y="87795"/>
                </a:lnTo>
                <a:lnTo>
                  <a:pt x="1008258" y="87755"/>
                </a:lnTo>
                <a:lnTo>
                  <a:pt x="1008100" y="87712"/>
                </a:lnTo>
                <a:lnTo>
                  <a:pt x="1007946" y="87666"/>
                </a:lnTo>
                <a:lnTo>
                  <a:pt x="1007796" y="87617"/>
                </a:lnTo>
                <a:lnTo>
                  <a:pt x="1007650" y="87565"/>
                </a:lnTo>
                <a:lnTo>
                  <a:pt x="1007509" y="87510"/>
                </a:lnTo>
                <a:lnTo>
                  <a:pt x="1007372" y="87452"/>
                </a:lnTo>
                <a:lnTo>
                  <a:pt x="1007239" y="87391"/>
                </a:lnTo>
                <a:lnTo>
                  <a:pt x="1007110" y="87327"/>
                </a:lnTo>
                <a:lnTo>
                  <a:pt x="1006986" y="87260"/>
                </a:lnTo>
                <a:lnTo>
                  <a:pt x="1006866" y="87190"/>
                </a:lnTo>
                <a:lnTo>
                  <a:pt x="1006749" y="87118"/>
                </a:lnTo>
                <a:lnTo>
                  <a:pt x="1006635" y="87043"/>
                </a:lnTo>
                <a:lnTo>
                  <a:pt x="1006524" y="86967"/>
                </a:lnTo>
                <a:lnTo>
                  <a:pt x="1006415" y="86888"/>
                </a:lnTo>
                <a:lnTo>
                  <a:pt x="1006310" y="86807"/>
                </a:lnTo>
                <a:lnTo>
                  <a:pt x="1006207" y="86725"/>
                </a:lnTo>
                <a:lnTo>
                  <a:pt x="1006106" y="86640"/>
                </a:lnTo>
                <a:lnTo>
                  <a:pt x="1006009" y="86553"/>
                </a:lnTo>
                <a:lnTo>
                  <a:pt x="1005914" y="86464"/>
                </a:lnTo>
                <a:lnTo>
                  <a:pt x="1005822" y="86373"/>
                </a:lnTo>
                <a:lnTo>
                  <a:pt x="1005733" y="86280"/>
                </a:lnTo>
                <a:lnTo>
                  <a:pt x="1005646" y="86185"/>
                </a:lnTo>
                <a:lnTo>
                  <a:pt x="1005563" y="86088"/>
                </a:lnTo>
                <a:lnTo>
                  <a:pt x="1005482" y="85989"/>
                </a:lnTo>
                <a:lnTo>
                  <a:pt x="1005403" y="85887"/>
                </a:lnTo>
                <a:lnTo>
                  <a:pt x="1005328" y="85784"/>
                </a:lnTo>
                <a:lnTo>
                  <a:pt x="1005255" y="85679"/>
                </a:lnTo>
                <a:lnTo>
                  <a:pt x="1005185" y="85571"/>
                </a:lnTo>
                <a:lnTo>
                  <a:pt x="1005118" y="85462"/>
                </a:lnTo>
                <a:lnTo>
                  <a:pt x="1005053" y="85350"/>
                </a:lnTo>
                <a:lnTo>
                  <a:pt x="1004991" y="85237"/>
                </a:lnTo>
                <a:lnTo>
                  <a:pt x="1004932" y="85121"/>
                </a:lnTo>
                <a:lnTo>
                  <a:pt x="1004876" y="85003"/>
                </a:lnTo>
                <a:lnTo>
                  <a:pt x="1004823" y="84883"/>
                </a:lnTo>
                <a:lnTo>
                  <a:pt x="1004771" y="84756"/>
                </a:lnTo>
                <a:lnTo>
                  <a:pt x="1004723" y="84617"/>
                </a:lnTo>
                <a:lnTo>
                  <a:pt x="1004676" y="84464"/>
                </a:lnTo>
                <a:lnTo>
                  <a:pt x="1004631" y="84299"/>
                </a:lnTo>
                <a:lnTo>
                  <a:pt x="1004589" y="84122"/>
                </a:lnTo>
                <a:lnTo>
                  <a:pt x="1004549" y="83932"/>
                </a:lnTo>
                <a:lnTo>
                  <a:pt x="1004511" y="83729"/>
                </a:lnTo>
                <a:lnTo>
                  <a:pt x="1004475" y="83514"/>
                </a:lnTo>
                <a:lnTo>
                  <a:pt x="1004441" y="83286"/>
                </a:lnTo>
                <a:lnTo>
                  <a:pt x="1004410" y="83046"/>
                </a:lnTo>
                <a:lnTo>
                  <a:pt x="1004380" y="82793"/>
                </a:lnTo>
                <a:lnTo>
                  <a:pt x="1004353" y="82527"/>
                </a:lnTo>
                <a:lnTo>
                  <a:pt x="1004328" y="82249"/>
                </a:lnTo>
                <a:lnTo>
                  <a:pt x="1004305" y="81958"/>
                </a:lnTo>
                <a:lnTo>
                  <a:pt x="1004285" y="81655"/>
                </a:lnTo>
                <a:lnTo>
                  <a:pt x="1004266" y="81339"/>
                </a:lnTo>
                <a:lnTo>
                  <a:pt x="1004250" y="81011"/>
                </a:lnTo>
                <a:lnTo>
                  <a:pt x="1004236" y="80670"/>
                </a:lnTo>
                <a:lnTo>
                  <a:pt x="1004224" y="80316"/>
                </a:lnTo>
                <a:lnTo>
                  <a:pt x="1004214" y="79950"/>
                </a:lnTo>
                <a:lnTo>
                  <a:pt x="1004206" y="79571"/>
                </a:lnTo>
                <a:lnTo>
                  <a:pt x="1004201" y="79180"/>
                </a:lnTo>
                <a:lnTo>
                  <a:pt x="1004198" y="78776"/>
                </a:lnTo>
                <a:lnTo>
                  <a:pt x="1004197" y="78359"/>
                </a:lnTo>
                <a:lnTo>
                  <a:pt x="1004197" y="37433"/>
                </a:lnTo>
                <a:lnTo>
                  <a:pt x="1016125" y="37433"/>
                </a:lnTo>
                <a:lnTo>
                  <a:pt x="1016125" y="28207"/>
                </a:lnTo>
                <a:lnTo>
                  <a:pt x="1004197" y="28207"/>
                </a:lnTo>
                <a:lnTo>
                  <a:pt x="1004197" y="3691"/>
                </a:lnTo>
                <a:lnTo>
                  <a:pt x="992400" y="10827"/>
                </a:lnTo>
                <a:lnTo>
                  <a:pt x="992400" y="28207"/>
                </a:lnTo>
                <a:lnTo>
                  <a:pt x="983701" y="28207"/>
                </a:lnTo>
                <a:lnTo>
                  <a:pt x="983701" y="37433"/>
                </a:lnTo>
                <a:lnTo>
                  <a:pt x="992400" y="37433"/>
                </a:lnTo>
                <a:lnTo>
                  <a:pt x="992400" y="77700"/>
                </a:lnTo>
                <a:lnTo>
                  <a:pt x="992402" y="78577"/>
                </a:lnTo>
                <a:lnTo>
                  <a:pt x="992410" y="79428"/>
                </a:lnTo>
                <a:lnTo>
                  <a:pt x="992422" y="80254"/>
                </a:lnTo>
                <a:lnTo>
                  <a:pt x="992440" y="81055"/>
                </a:lnTo>
                <a:lnTo>
                  <a:pt x="992463" y="81829"/>
                </a:lnTo>
                <a:lnTo>
                  <a:pt x="992490" y="82579"/>
                </a:lnTo>
                <a:lnTo>
                  <a:pt x="992523" y="83303"/>
                </a:lnTo>
                <a:lnTo>
                  <a:pt x="992561" y="84001"/>
                </a:lnTo>
                <a:lnTo>
                  <a:pt x="992604" y="84674"/>
                </a:lnTo>
                <a:lnTo>
                  <a:pt x="992652" y="85321"/>
                </a:lnTo>
                <a:lnTo>
                  <a:pt x="992704" y="85943"/>
                </a:lnTo>
                <a:lnTo>
                  <a:pt x="992762" y="86539"/>
                </a:lnTo>
                <a:lnTo>
                  <a:pt x="992825" y="87110"/>
                </a:lnTo>
                <a:lnTo>
                  <a:pt x="992893" y="87655"/>
                </a:lnTo>
                <a:lnTo>
                  <a:pt x="992966" y="88175"/>
                </a:lnTo>
                <a:lnTo>
                  <a:pt x="993044" y="88669"/>
                </a:lnTo>
                <a:lnTo>
                  <a:pt x="993127" y="89138"/>
                </a:lnTo>
                <a:lnTo>
                  <a:pt x="993215" y="89581"/>
                </a:lnTo>
                <a:lnTo>
                  <a:pt x="993309" y="89999"/>
                </a:lnTo>
                <a:lnTo>
                  <a:pt x="993407" y="90391"/>
                </a:lnTo>
                <a:lnTo>
                  <a:pt x="993510" y="90758"/>
                </a:lnTo>
                <a:lnTo>
                  <a:pt x="993618" y="91099"/>
                </a:lnTo>
                <a:lnTo>
                  <a:pt x="993731" y="91414"/>
                </a:lnTo>
                <a:lnTo>
                  <a:pt x="993850" y="91704"/>
                </a:lnTo>
                <a:lnTo>
                  <a:pt x="993974" y="91979"/>
                </a:lnTo>
                <a:lnTo>
                  <a:pt x="994106" y="92250"/>
                </a:lnTo>
                <a:lnTo>
                  <a:pt x="994245" y="92516"/>
                </a:lnTo>
                <a:lnTo>
                  <a:pt x="994392" y="92778"/>
                </a:lnTo>
                <a:lnTo>
                  <a:pt x="994545" y="93035"/>
                </a:lnTo>
                <a:lnTo>
                  <a:pt x="994706" y="93288"/>
                </a:lnTo>
                <a:lnTo>
                  <a:pt x="994875" y="93536"/>
                </a:lnTo>
                <a:lnTo>
                  <a:pt x="995051" y="93780"/>
                </a:lnTo>
                <a:lnTo>
                  <a:pt x="995234" y="94020"/>
                </a:lnTo>
                <a:lnTo>
                  <a:pt x="995424" y="94255"/>
                </a:lnTo>
                <a:lnTo>
                  <a:pt x="995622" y="94485"/>
                </a:lnTo>
                <a:lnTo>
                  <a:pt x="995827" y="94711"/>
                </a:lnTo>
                <a:lnTo>
                  <a:pt x="996039" y="94933"/>
                </a:lnTo>
                <a:lnTo>
                  <a:pt x="996259" y="95150"/>
                </a:lnTo>
                <a:lnTo>
                  <a:pt x="996486" y="95363"/>
                </a:lnTo>
                <a:lnTo>
                  <a:pt x="996720" y="95571"/>
                </a:lnTo>
                <a:lnTo>
                  <a:pt x="996962" y="95774"/>
                </a:lnTo>
                <a:lnTo>
                  <a:pt x="997211" y="95974"/>
                </a:lnTo>
                <a:lnTo>
                  <a:pt x="997467" y="96168"/>
                </a:lnTo>
                <a:lnTo>
                  <a:pt x="997731" y="96359"/>
                </a:lnTo>
                <a:lnTo>
                  <a:pt x="998002" y="96545"/>
                </a:lnTo>
                <a:lnTo>
                  <a:pt x="998280" y="96726"/>
                </a:lnTo>
                <a:lnTo>
                  <a:pt x="998565" y="96903"/>
                </a:lnTo>
                <a:lnTo>
                  <a:pt x="998858" y="97076"/>
                </a:lnTo>
                <a:lnTo>
                  <a:pt x="999160" y="97242"/>
                </a:lnTo>
                <a:lnTo>
                  <a:pt x="999472" y="97402"/>
                </a:lnTo>
                <a:lnTo>
                  <a:pt x="999793" y="97554"/>
                </a:lnTo>
                <a:lnTo>
                  <a:pt x="1000125" y="97700"/>
                </a:lnTo>
                <a:lnTo>
                  <a:pt x="1000467" y="97838"/>
                </a:lnTo>
                <a:lnTo>
                  <a:pt x="1000819" y="97969"/>
                </a:lnTo>
                <a:lnTo>
                  <a:pt x="1001181" y="98093"/>
                </a:lnTo>
                <a:lnTo>
                  <a:pt x="1001553" y="98211"/>
                </a:lnTo>
                <a:lnTo>
                  <a:pt x="1001935" y="98320"/>
                </a:lnTo>
                <a:lnTo>
                  <a:pt x="1002327" y="98423"/>
                </a:lnTo>
                <a:lnTo>
                  <a:pt x="1002730" y="98519"/>
                </a:lnTo>
                <a:lnTo>
                  <a:pt x="1003142" y="98608"/>
                </a:lnTo>
                <a:lnTo>
                  <a:pt x="1003564" y="98689"/>
                </a:lnTo>
                <a:lnTo>
                  <a:pt x="1003997" y="98764"/>
                </a:lnTo>
                <a:lnTo>
                  <a:pt x="1004440" y="98831"/>
                </a:lnTo>
                <a:lnTo>
                  <a:pt x="1004892" y="98892"/>
                </a:lnTo>
                <a:lnTo>
                  <a:pt x="1005355" y="98945"/>
                </a:lnTo>
                <a:lnTo>
                  <a:pt x="1005828" y="98991"/>
                </a:lnTo>
                <a:lnTo>
                  <a:pt x="1006310" y="99030"/>
                </a:lnTo>
                <a:lnTo>
                  <a:pt x="1006803" y="99062"/>
                </a:lnTo>
                <a:lnTo>
                  <a:pt x="1007306" y="99087"/>
                </a:lnTo>
                <a:lnTo>
                  <a:pt x="1007819" y="99104"/>
                </a:lnTo>
                <a:lnTo>
                  <a:pt x="1008342" y="99115"/>
                </a:lnTo>
                <a:lnTo>
                  <a:pt x="1008876" y="99119"/>
                </a:lnTo>
                <a:lnTo>
                  <a:pt x="1009207" y="99117"/>
                </a:lnTo>
                <a:lnTo>
                  <a:pt x="1009542" y="99112"/>
                </a:lnTo>
                <a:lnTo>
                  <a:pt x="1009881" y="99104"/>
                </a:lnTo>
                <a:lnTo>
                  <a:pt x="1010223" y="99093"/>
                </a:lnTo>
                <a:lnTo>
                  <a:pt x="1010569" y="99078"/>
                </a:lnTo>
                <a:lnTo>
                  <a:pt x="1010919" y="99061"/>
                </a:lnTo>
                <a:lnTo>
                  <a:pt x="1011272" y="99040"/>
                </a:lnTo>
                <a:lnTo>
                  <a:pt x="1011629" y="99016"/>
                </a:lnTo>
                <a:lnTo>
                  <a:pt x="1011990" y="98989"/>
                </a:lnTo>
                <a:lnTo>
                  <a:pt x="1012354" y="98958"/>
                </a:lnTo>
                <a:lnTo>
                  <a:pt x="1012722" y="98925"/>
                </a:lnTo>
                <a:lnTo>
                  <a:pt x="1013093" y="98888"/>
                </a:lnTo>
                <a:lnTo>
                  <a:pt x="1013469" y="98848"/>
                </a:lnTo>
                <a:lnTo>
                  <a:pt x="1013848" y="98805"/>
                </a:lnTo>
                <a:lnTo>
                  <a:pt x="1014230" y="98758"/>
                </a:lnTo>
                <a:lnTo>
                  <a:pt x="1014617" y="98708"/>
                </a:lnTo>
                <a:lnTo>
                  <a:pt x="1015006" y="98656"/>
                </a:lnTo>
                <a:lnTo>
                  <a:pt x="1015400" y="98600"/>
                </a:lnTo>
                <a:lnTo>
                  <a:pt x="1015797" y="98540"/>
                </a:lnTo>
                <a:lnTo>
                  <a:pt x="1016198" y="98478"/>
                </a:lnTo>
                <a:lnTo>
                  <a:pt x="1016603" y="98412"/>
                </a:lnTo>
                <a:lnTo>
                  <a:pt x="1017011" y="98343"/>
                </a:lnTo>
                <a:lnTo>
                  <a:pt x="1017423" y="98271"/>
                </a:lnTo>
                <a:lnTo>
                  <a:pt x="1017838" y="98196"/>
                </a:lnTo>
                <a:lnTo>
                  <a:pt x="1016125" y="87717"/>
                </a:lnTo>
                <a:lnTo>
                  <a:pt x="1015858" y="87744"/>
                </a:lnTo>
                <a:lnTo>
                  <a:pt x="1015595" y="87770"/>
                </a:lnTo>
                <a:lnTo>
                  <a:pt x="1015337" y="87794"/>
                </a:lnTo>
                <a:lnTo>
                  <a:pt x="1015083" y="87818"/>
                </a:lnTo>
                <a:lnTo>
                  <a:pt x="1014834" y="87840"/>
                </a:lnTo>
                <a:close/>
                <a:moveTo>
                  <a:pt x="1194883" y="87840"/>
                </a:moveTo>
                <a:lnTo>
                  <a:pt x="1194638" y="87861"/>
                </a:lnTo>
                <a:lnTo>
                  <a:pt x="1194397" y="87881"/>
                </a:lnTo>
                <a:lnTo>
                  <a:pt x="1194161" y="87900"/>
                </a:lnTo>
                <a:lnTo>
                  <a:pt x="1193929" y="87918"/>
                </a:lnTo>
                <a:lnTo>
                  <a:pt x="1193701" y="87935"/>
                </a:lnTo>
                <a:lnTo>
                  <a:pt x="1193478" y="87950"/>
                </a:lnTo>
                <a:lnTo>
                  <a:pt x="1193258" y="87964"/>
                </a:lnTo>
                <a:lnTo>
                  <a:pt x="1193044" y="87978"/>
                </a:lnTo>
                <a:lnTo>
                  <a:pt x="1192833" y="87990"/>
                </a:lnTo>
                <a:lnTo>
                  <a:pt x="1192627" y="88000"/>
                </a:lnTo>
                <a:lnTo>
                  <a:pt x="1192425" y="88010"/>
                </a:lnTo>
                <a:lnTo>
                  <a:pt x="1192228" y="88019"/>
                </a:lnTo>
                <a:lnTo>
                  <a:pt x="1192035" y="88026"/>
                </a:lnTo>
                <a:lnTo>
                  <a:pt x="1191846" y="88032"/>
                </a:lnTo>
                <a:lnTo>
                  <a:pt x="1191662" y="88038"/>
                </a:lnTo>
                <a:lnTo>
                  <a:pt x="1191482" y="88042"/>
                </a:lnTo>
                <a:lnTo>
                  <a:pt x="1191306" y="88044"/>
                </a:lnTo>
                <a:lnTo>
                  <a:pt x="1191135" y="88046"/>
                </a:lnTo>
                <a:lnTo>
                  <a:pt x="1190968" y="88047"/>
                </a:lnTo>
                <a:lnTo>
                  <a:pt x="1190751" y="88045"/>
                </a:lnTo>
                <a:lnTo>
                  <a:pt x="1190537" y="88041"/>
                </a:lnTo>
                <a:lnTo>
                  <a:pt x="1190328" y="88033"/>
                </a:lnTo>
                <a:lnTo>
                  <a:pt x="1190123" y="88023"/>
                </a:lnTo>
                <a:lnTo>
                  <a:pt x="1189923" y="88010"/>
                </a:lnTo>
                <a:lnTo>
                  <a:pt x="1189726" y="87993"/>
                </a:lnTo>
                <a:lnTo>
                  <a:pt x="1189534" y="87974"/>
                </a:lnTo>
                <a:lnTo>
                  <a:pt x="1189346" y="87952"/>
                </a:lnTo>
                <a:lnTo>
                  <a:pt x="1189163" y="87926"/>
                </a:lnTo>
                <a:lnTo>
                  <a:pt x="1188983" y="87898"/>
                </a:lnTo>
                <a:lnTo>
                  <a:pt x="1188808" y="87867"/>
                </a:lnTo>
                <a:lnTo>
                  <a:pt x="1188637" y="87833"/>
                </a:lnTo>
                <a:lnTo>
                  <a:pt x="1188470" y="87795"/>
                </a:lnTo>
                <a:lnTo>
                  <a:pt x="1188308" y="87755"/>
                </a:lnTo>
                <a:lnTo>
                  <a:pt x="1188149" y="87712"/>
                </a:lnTo>
                <a:lnTo>
                  <a:pt x="1187995" y="87666"/>
                </a:lnTo>
                <a:lnTo>
                  <a:pt x="1187845" y="87617"/>
                </a:lnTo>
                <a:lnTo>
                  <a:pt x="1187700" y="87565"/>
                </a:lnTo>
                <a:lnTo>
                  <a:pt x="1187559" y="87510"/>
                </a:lnTo>
                <a:lnTo>
                  <a:pt x="1187421" y="87452"/>
                </a:lnTo>
                <a:lnTo>
                  <a:pt x="1187289" y="87391"/>
                </a:lnTo>
                <a:lnTo>
                  <a:pt x="1187160" y="87327"/>
                </a:lnTo>
                <a:lnTo>
                  <a:pt x="1187035" y="87260"/>
                </a:lnTo>
                <a:lnTo>
                  <a:pt x="1186915" y="87190"/>
                </a:lnTo>
                <a:lnTo>
                  <a:pt x="1186799" y="87118"/>
                </a:lnTo>
                <a:lnTo>
                  <a:pt x="1186685" y="87043"/>
                </a:lnTo>
                <a:lnTo>
                  <a:pt x="1186573" y="86967"/>
                </a:lnTo>
                <a:lnTo>
                  <a:pt x="1186465" y="86888"/>
                </a:lnTo>
                <a:lnTo>
                  <a:pt x="1186359" y="86807"/>
                </a:lnTo>
                <a:lnTo>
                  <a:pt x="1186256" y="86725"/>
                </a:lnTo>
                <a:lnTo>
                  <a:pt x="1186156" y="86640"/>
                </a:lnTo>
                <a:lnTo>
                  <a:pt x="1186058" y="86553"/>
                </a:lnTo>
                <a:lnTo>
                  <a:pt x="1185964" y="86464"/>
                </a:lnTo>
                <a:lnTo>
                  <a:pt x="1185872" y="86373"/>
                </a:lnTo>
                <a:lnTo>
                  <a:pt x="1185783" y="86280"/>
                </a:lnTo>
                <a:lnTo>
                  <a:pt x="1185696" y="86185"/>
                </a:lnTo>
                <a:lnTo>
                  <a:pt x="1185612" y="86088"/>
                </a:lnTo>
                <a:lnTo>
                  <a:pt x="1185531" y="85989"/>
                </a:lnTo>
                <a:lnTo>
                  <a:pt x="1185453" y="85887"/>
                </a:lnTo>
                <a:lnTo>
                  <a:pt x="1185377" y="85784"/>
                </a:lnTo>
                <a:lnTo>
                  <a:pt x="1185305" y="85679"/>
                </a:lnTo>
                <a:lnTo>
                  <a:pt x="1185235" y="85571"/>
                </a:lnTo>
                <a:lnTo>
                  <a:pt x="1185167" y="85462"/>
                </a:lnTo>
                <a:lnTo>
                  <a:pt x="1185103" y="85350"/>
                </a:lnTo>
                <a:lnTo>
                  <a:pt x="1185041" y="85237"/>
                </a:lnTo>
                <a:lnTo>
                  <a:pt x="1184982" y="85121"/>
                </a:lnTo>
                <a:lnTo>
                  <a:pt x="1184926" y="85003"/>
                </a:lnTo>
                <a:lnTo>
                  <a:pt x="1184872" y="84883"/>
                </a:lnTo>
                <a:lnTo>
                  <a:pt x="1184821" y="84756"/>
                </a:lnTo>
                <a:lnTo>
                  <a:pt x="1184772" y="84617"/>
                </a:lnTo>
                <a:lnTo>
                  <a:pt x="1184725" y="84464"/>
                </a:lnTo>
                <a:lnTo>
                  <a:pt x="1184681" y="84299"/>
                </a:lnTo>
                <a:lnTo>
                  <a:pt x="1184639" y="84122"/>
                </a:lnTo>
                <a:lnTo>
                  <a:pt x="1184598" y="83932"/>
                </a:lnTo>
                <a:lnTo>
                  <a:pt x="1184560" y="83729"/>
                </a:lnTo>
                <a:lnTo>
                  <a:pt x="1184524" y="83514"/>
                </a:lnTo>
                <a:lnTo>
                  <a:pt x="1184491" y="83286"/>
                </a:lnTo>
                <a:lnTo>
                  <a:pt x="1184459" y="83046"/>
                </a:lnTo>
                <a:lnTo>
                  <a:pt x="1184430" y="82793"/>
                </a:lnTo>
                <a:lnTo>
                  <a:pt x="1184403" y="82527"/>
                </a:lnTo>
                <a:lnTo>
                  <a:pt x="1184378" y="82249"/>
                </a:lnTo>
                <a:lnTo>
                  <a:pt x="1184355" y="81958"/>
                </a:lnTo>
                <a:lnTo>
                  <a:pt x="1184334" y="81655"/>
                </a:lnTo>
                <a:lnTo>
                  <a:pt x="1184316" y="81339"/>
                </a:lnTo>
                <a:lnTo>
                  <a:pt x="1184299" y="81011"/>
                </a:lnTo>
                <a:lnTo>
                  <a:pt x="1184285" y="80670"/>
                </a:lnTo>
                <a:lnTo>
                  <a:pt x="1184273" y="80316"/>
                </a:lnTo>
                <a:lnTo>
                  <a:pt x="1184264" y="79950"/>
                </a:lnTo>
                <a:lnTo>
                  <a:pt x="1184256" y="79571"/>
                </a:lnTo>
                <a:lnTo>
                  <a:pt x="1184250" y="79180"/>
                </a:lnTo>
                <a:lnTo>
                  <a:pt x="1184247" y="78776"/>
                </a:lnTo>
                <a:lnTo>
                  <a:pt x="1184246" y="78359"/>
                </a:lnTo>
                <a:lnTo>
                  <a:pt x="1184246" y="37433"/>
                </a:lnTo>
                <a:lnTo>
                  <a:pt x="1196175" y="37433"/>
                </a:lnTo>
                <a:lnTo>
                  <a:pt x="1196175" y="28207"/>
                </a:lnTo>
                <a:lnTo>
                  <a:pt x="1184246" y="28207"/>
                </a:lnTo>
                <a:lnTo>
                  <a:pt x="1184246" y="3691"/>
                </a:lnTo>
                <a:lnTo>
                  <a:pt x="1172449" y="10827"/>
                </a:lnTo>
                <a:lnTo>
                  <a:pt x="1172449" y="28207"/>
                </a:lnTo>
                <a:lnTo>
                  <a:pt x="1163750" y="28207"/>
                </a:lnTo>
                <a:lnTo>
                  <a:pt x="1163750" y="37433"/>
                </a:lnTo>
                <a:lnTo>
                  <a:pt x="1172449" y="37433"/>
                </a:lnTo>
                <a:lnTo>
                  <a:pt x="1172449" y="77700"/>
                </a:lnTo>
                <a:lnTo>
                  <a:pt x="1172452" y="78577"/>
                </a:lnTo>
                <a:lnTo>
                  <a:pt x="1172460" y="79428"/>
                </a:lnTo>
                <a:lnTo>
                  <a:pt x="1172472" y="80254"/>
                </a:lnTo>
                <a:lnTo>
                  <a:pt x="1172490" y="81055"/>
                </a:lnTo>
                <a:lnTo>
                  <a:pt x="1172512" y="81829"/>
                </a:lnTo>
                <a:lnTo>
                  <a:pt x="1172540" y="82579"/>
                </a:lnTo>
                <a:lnTo>
                  <a:pt x="1172573" y="83303"/>
                </a:lnTo>
                <a:lnTo>
                  <a:pt x="1172611" y="84001"/>
                </a:lnTo>
                <a:lnTo>
                  <a:pt x="1172653" y="84674"/>
                </a:lnTo>
                <a:lnTo>
                  <a:pt x="1172701" y="85321"/>
                </a:lnTo>
                <a:lnTo>
                  <a:pt x="1172754" y="85943"/>
                </a:lnTo>
                <a:lnTo>
                  <a:pt x="1172812" y="86539"/>
                </a:lnTo>
                <a:lnTo>
                  <a:pt x="1172875" y="87110"/>
                </a:lnTo>
                <a:lnTo>
                  <a:pt x="1172943" y="87655"/>
                </a:lnTo>
                <a:lnTo>
                  <a:pt x="1173016" y="88175"/>
                </a:lnTo>
                <a:lnTo>
                  <a:pt x="1173094" y="88669"/>
                </a:lnTo>
                <a:lnTo>
                  <a:pt x="1173177" y="89138"/>
                </a:lnTo>
                <a:lnTo>
                  <a:pt x="1173265" y="89581"/>
                </a:lnTo>
                <a:lnTo>
                  <a:pt x="1173358" y="89999"/>
                </a:lnTo>
                <a:lnTo>
                  <a:pt x="1173456" y="90391"/>
                </a:lnTo>
                <a:lnTo>
                  <a:pt x="1173560" y="90758"/>
                </a:lnTo>
                <a:lnTo>
                  <a:pt x="1173668" y="91099"/>
                </a:lnTo>
                <a:lnTo>
                  <a:pt x="1173781" y="91414"/>
                </a:lnTo>
                <a:lnTo>
                  <a:pt x="1173899" y="91704"/>
                </a:lnTo>
                <a:lnTo>
                  <a:pt x="1174024" y="91979"/>
                </a:lnTo>
                <a:lnTo>
                  <a:pt x="1174156" y="92250"/>
                </a:lnTo>
                <a:lnTo>
                  <a:pt x="1174295" y="92516"/>
                </a:lnTo>
                <a:lnTo>
                  <a:pt x="1174441" y="92778"/>
                </a:lnTo>
                <a:lnTo>
                  <a:pt x="1174595" y="93035"/>
                </a:lnTo>
                <a:lnTo>
                  <a:pt x="1174756" y="93288"/>
                </a:lnTo>
                <a:lnTo>
                  <a:pt x="1174925" y="93536"/>
                </a:lnTo>
                <a:lnTo>
                  <a:pt x="1175100" y="93780"/>
                </a:lnTo>
                <a:lnTo>
                  <a:pt x="1175283" y="94020"/>
                </a:lnTo>
                <a:lnTo>
                  <a:pt x="1175474" y="94255"/>
                </a:lnTo>
                <a:lnTo>
                  <a:pt x="1175671" y="94485"/>
                </a:lnTo>
                <a:lnTo>
                  <a:pt x="1175876" y="94711"/>
                </a:lnTo>
                <a:lnTo>
                  <a:pt x="1176089" y="94933"/>
                </a:lnTo>
                <a:lnTo>
                  <a:pt x="1176308" y="95150"/>
                </a:lnTo>
                <a:lnTo>
                  <a:pt x="1176535" y="95363"/>
                </a:lnTo>
                <a:lnTo>
                  <a:pt x="1176770" y="95571"/>
                </a:lnTo>
                <a:lnTo>
                  <a:pt x="1177011" y="95774"/>
                </a:lnTo>
                <a:lnTo>
                  <a:pt x="1177260" y="95974"/>
                </a:lnTo>
                <a:lnTo>
                  <a:pt x="1177517" y="96168"/>
                </a:lnTo>
                <a:lnTo>
                  <a:pt x="1177780" y="96359"/>
                </a:lnTo>
                <a:lnTo>
                  <a:pt x="1178051" y="96545"/>
                </a:lnTo>
                <a:lnTo>
                  <a:pt x="1178330" y="96726"/>
                </a:lnTo>
                <a:lnTo>
                  <a:pt x="1178615" y="96903"/>
                </a:lnTo>
                <a:lnTo>
                  <a:pt x="1178908" y="97076"/>
                </a:lnTo>
                <a:lnTo>
                  <a:pt x="1179210" y="97242"/>
                </a:lnTo>
                <a:lnTo>
                  <a:pt x="1179521" y="97402"/>
                </a:lnTo>
                <a:lnTo>
                  <a:pt x="1179843" y="97554"/>
                </a:lnTo>
                <a:lnTo>
                  <a:pt x="1180175" y="97700"/>
                </a:lnTo>
                <a:lnTo>
                  <a:pt x="1180517" y="97838"/>
                </a:lnTo>
                <a:lnTo>
                  <a:pt x="1180869" y="97969"/>
                </a:lnTo>
                <a:lnTo>
                  <a:pt x="1181231" y="98093"/>
                </a:lnTo>
                <a:lnTo>
                  <a:pt x="1181603" y="98211"/>
                </a:lnTo>
                <a:lnTo>
                  <a:pt x="1181985" y="98320"/>
                </a:lnTo>
                <a:lnTo>
                  <a:pt x="1182377" y="98423"/>
                </a:lnTo>
                <a:lnTo>
                  <a:pt x="1182779" y="98519"/>
                </a:lnTo>
                <a:lnTo>
                  <a:pt x="1183192" y="98608"/>
                </a:lnTo>
                <a:lnTo>
                  <a:pt x="1183614" y="98689"/>
                </a:lnTo>
                <a:lnTo>
                  <a:pt x="1184047" y="98764"/>
                </a:lnTo>
                <a:lnTo>
                  <a:pt x="1184489" y="98831"/>
                </a:lnTo>
                <a:lnTo>
                  <a:pt x="1184942" y="98892"/>
                </a:lnTo>
                <a:lnTo>
                  <a:pt x="1185404" y="98945"/>
                </a:lnTo>
                <a:lnTo>
                  <a:pt x="1185877" y="98991"/>
                </a:lnTo>
                <a:lnTo>
                  <a:pt x="1186360" y="99030"/>
                </a:lnTo>
                <a:lnTo>
                  <a:pt x="1186853" y="99062"/>
                </a:lnTo>
                <a:lnTo>
                  <a:pt x="1187356" y="99087"/>
                </a:lnTo>
                <a:lnTo>
                  <a:pt x="1187869" y="99104"/>
                </a:lnTo>
                <a:lnTo>
                  <a:pt x="1188392" y="99115"/>
                </a:lnTo>
                <a:lnTo>
                  <a:pt x="1188925" y="99119"/>
                </a:lnTo>
                <a:lnTo>
                  <a:pt x="1189257" y="99117"/>
                </a:lnTo>
                <a:lnTo>
                  <a:pt x="1189592" y="99112"/>
                </a:lnTo>
                <a:lnTo>
                  <a:pt x="1189930" y="99104"/>
                </a:lnTo>
                <a:lnTo>
                  <a:pt x="1190273" y="99093"/>
                </a:lnTo>
                <a:lnTo>
                  <a:pt x="1190619" y="99078"/>
                </a:lnTo>
                <a:lnTo>
                  <a:pt x="1190968" y="99061"/>
                </a:lnTo>
                <a:lnTo>
                  <a:pt x="1191322" y="99040"/>
                </a:lnTo>
                <a:lnTo>
                  <a:pt x="1191679" y="99016"/>
                </a:lnTo>
                <a:lnTo>
                  <a:pt x="1192039" y="98989"/>
                </a:lnTo>
                <a:lnTo>
                  <a:pt x="1192404" y="98958"/>
                </a:lnTo>
                <a:lnTo>
                  <a:pt x="1192771" y="98925"/>
                </a:lnTo>
                <a:lnTo>
                  <a:pt x="1193143" y="98888"/>
                </a:lnTo>
                <a:lnTo>
                  <a:pt x="1193518" y="98848"/>
                </a:lnTo>
                <a:lnTo>
                  <a:pt x="1193897" y="98805"/>
                </a:lnTo>
                <a:lnTo>
                  <a:pt x="1194280" y="98758"/>
                </a:lnTo>
                <a:lnTo>
                  <a:pt x="1194666" y="98708"/>
                </a:lnTo>
                <a:lnTo>
                  <a:pt x="1195056" y="98656"/>
                </a:lnTo>
                <a:lnTo>
                  <a:pt x="1195450" y="98600"/>
                </a:lnTo>
                <a:lnTo>
                  <a:pt x="1195847" y="98540"/>
                </a:lnTo>
                <a:lnTo>
                  <a:pt x="1196248" y="98478"/>
                </a:lnTo>
                <a:lnTo>
                  <a:pt x="1196652" y="98412"/>
                </a:lnTo>
                <a:lnTo>
                  <a:pt x="1197061" y="98343"/>
                </a:lnTo>
                <a:lnTo>
                  <a:pt x="1197473" y="98271"/>
                </a:lnTo>
                <a:lnTo>
                  <a:pt x="1197888" y="98196"/>
                </a:lnTo>
                <a:lnTo>
                  <a:pt x="1196175" y="87717"/>
                </a:lnTo>
                <a:lnTo>
                  <a:pt x="1195908" y="87744"/>
                </a:lnTo>
                <a:lnTo>
                  <a:pt x="1195645" y="87770"/>
                </a:lnTo>
                <a:lnTo>
                  <a:pt x="1195387" y="87794"/>
                </a:lnTo>
                <a:lnTo>
                  <a:pt x="1195133" y="87818"/>
                </a:lnTo>
                <a:lnTo>
                  <a:pt x="1194883" y="87840"/>
                </a:lnTo>
                <a:close/>
                <a:moveTo>
                  <a:pt x="56928" y="59651"/>
                </a:moveTo>
                <a:lnTo>
                  <a:pt x="56952" y="59038"/>
                </a:lnTo>
                <a:lnTo>
                  <a:pt x="56983" y="58430"/>
                </a:lnTo>
                <a:lnTo>
                  <a:pt x="57021" y="57826"/>
                </a:lnTo>
                <a:lnTo>
                  <a:pt x="57066" y="57226"/>
                </a:lnTo>
                <a:lnTo>
                  <a:pt x="57117" y="56630"/>
                </a:lnTo>
                <a:lnTo>
                  <a:pt x="57175" y="56039"/>
                </a:lnTo>
                <a:lnTo>
                  <a:pt x="57241" y="55451"/>
                </a:lnTo>
                <a:lnTo>
                  <a:pt x="57313" y="54868"/>
                </a:lnTo>
                <a:lnTo>
                  <a:pt x="57392" y="54288"/>
                </a:lnTo>
                <a:lnTo>
                  <a:pt x="57477" y="53713"/>
                </a:lnTo>
                <a:lnTo>
                  <a:pt x="57570" y="53142"/>
                </a:lnTo>
                <a:lnTo>
                  <a:pt x="57670" y="52575"/>
                </a:lnTo>
                <a:lnTo>
                  <a:pt x="57776" y="52012"/>
                </a:lnTo>
                <a:lnTo>
                  <a:pt x="57889" y="51454"/>
                </a:lnTo>
                <a:lnTo>
                  <a:pt x="58010" y="50899"/>
                </a:lnTo>
                <a:lnTo>
                  <a:pt x="58137" y="50349"/>
                </a:lnTo>
                <a:lnTo>
                  <a:pt x="58270" y="49802"/>
                </a:lnTo>
                <a:lnTo>
                  <a:pt x="58411" y="49260"/>
                </a:lnTo>
                <a:lnTo>
                  <a:pt x="58559" y="48722"/>
                </a:lnTo>
                <a:lnTo>
                  <a:pt x="58713" y="48188"/>
                </a:lnTo>
                <a:lnTo>
                  <a:pt x="58874" y="47658"/>
                </a:lnTo>
                <a:lnTo>
                  <a:pt x="58987" y="47315"/>
                </a:lnTo>
                <a:lnTo>
                  <a:pt x="59107" y="46978"/>
                </a:lnTo>
                <a:lnTo>
                  <a:pt x="59232" y="46648"/>
                </a:lnTo>
                <a:lnTo>
                  <a:pt x="59363" y="46323"/>
                </a:lnTo>
                <a:lnTo>
                  <a:pt x="59501" y="46005"/>
                </a:lnTo>
                <a:lnTo>
                  <a:pt x="59645" y="45694"/>
                </a:lnTo>
                <a:lnTo>
                  <a:pt x="59795" y="45388"/>
                </a:lnTo>
                <a:lnTo>
                  <a:pt x="59951" y="45089"/>
                </a:lnTo>
                <a:lnTo>
                  <a:pt x="60113" y="44796"/>
                </a:lnTo>
                <a:lnTo>
                  <a:pt x="60282" y="44510"/>
                </a:lnTo>
                <a:lnTo>
                  <a:pt x="60457" y="44230"/>
                </a:lnTo>
                <a:lnTo>
                  <a:pt x="60637" y="43956"/>
                </a:lnTo>
                <a:lnTo>
                  <a:pt x="60824" y="43688"/>
                </a:lnTo>
                <a:lnTo>
                  <a:pt x="61018" y="43427"/>
                </a:lnTo>
                <a:lnTo>
                  <a:pt x="61217" y="43172"/>
                </a:lnTo>
                <a:lnTo>
                  <a:pt x="61423" y="42923"/>
                </a:lnTo>
                <a:lnTo>
                  <a:pt x="61635" y="42681"/>
                </a:lnTo>
                <a:lnTo>
                  <a:pt x="61852" y="42445"/>
                </a:lnTo>
                <a:lnTo>
                  <a:pt x="62077" y="42215"/>
                </a:lnTo>
                <a:lnTo>
                  <a:pt x="62307" y="41992"/>
                </a:lnTo>
                <a:lnTo>
                  <a:pt x="62543" y="41774"/>
                </a:lnTo>
                <a:lnTo>
                  <a:pt x="62786" y="41564"/>
                </a:lnTo>
                <a:lnTo>
                  <a:pt x="63035" y="41359"/>
                </a:lnTo>
                <a:lnTo>
                  <a:pt x="63290" y="41161"/>
                </a:lnTo>
                <a:lnTo>
                  <a:pt x="63549" y="40969"/>
                </a:lnTo>
                <a:lnTo>
                  <a:pt x="63812" y="40786"/>
                </a:lnTo>
                <a:lnTo>
                  <a:pt x="64077" y="40611"/>
                </a:lnTo>
                <a:lnTo>
                  <a:pt x="64344" y="40445"/>
                </a:lnTo>
                <a:lnTo>
                  <a:pt x="64615" y="40286"/>
                </a:lnTo>
                <a:lnTo>
                  <a:pt x="64888" y="40135"/>
                </a:lnTo>
                <a:lnTo>
                  <a:pt x="65164" y="39993"/>
                </a:lnTo>
                <a:lnTo>
                  <a:pt x="65443" y="39859"/>
                </a:lnTo>
                <a:lnTo>
                  <a:pt x="65724" y="39733"/>
                </a:lnTo>
                <a:lnTo>
                  <a:pt x="66009" y="39615"/>
                </a:lnTo>
                <a:lnTo>
                  <a:pt x="66295" y="39505"/>
                </a:lnTo>
                <a:lnTo>
                  <a:pt x="66585" y="39403"/>
                </a:lnTo>
                <a:lnTo>
                  <a:pt x="66878" y="39309"/>
                </a:lnTo>
                <a:lnTo>
                  <a:pt x="67173" y="39224"/>
                </a:lnTo>
                <a:lnTo>
                  <a:pt x="67471" y="39147"/>
                </a:lnTo>
                <a:lnTo>
                  <a:pt x="67771" y="39077"/>
                </a:lnTo>
                <a:lnTo>
                  <a:pt x="68075" y="39016"/>
                </a:lnTo>
                <a:lnTo>
                  <a:pt x="68381" y="38964"/>
                </a:lnTo>
                <a:lnTo>
                  <a:pt x="68690" y="38919"/>
                </a:lnTo>
                <a:lnTo>
                  <a:pt x="69002" y="38882"/>
                </a:lnTo>
                <a:lnTo>
                  <a:pt x="69316" y="38854"/>
                </a:lnTo>
                <a:lnTo>
                  <a:pt x="69633" y="38833"/>
                </a:lnTo>
                <a:lnTo>
                  <a:pt x="69953" y="38821"/>
                </a:lnTo>
                <a:lnTo>
                  <a:pt x="70276" y="38817"/>
                </a:lnTo>
                <a:lnTo>
                  <a:pt x="70638" y="38821"/>
                </a:lnTo>
                <a:lnTo>
                  <a:pt x="71001" y="38835"/>
                </a:lnTo>
                <a:lnTo>
                  <a:pt x="71363" y="38857"/>
                </a:lnTo>
                <a:lnTo>
                  <a:pt x="71726" y="38888"/>
                </a:lnTo>
                <a:lnTo>
                  <a:pt x="72088" y="38929"/>
                </a:lnTo>
                <a:lnTo>
                  <a:pt x="72451" y="38978"/>
                </a:lnTo>
                <a:lnTo>
                  <a:pt x="72813" y="39036"/>
                </a:lnTo>
                <a:lnTo>
                  <a:pt x="73175" y="39103"/>
                </a:lnTo>
                <a:lnTo>
                  <a:pt x="73538" y="39178"/>
                </a:lnTo>
                <a:lnTo>
                  <a:pt x="73900" y="39263"/>
                </a:lnTo>
                <a:lnTo>
                  <a:pt x="74263" y="39357"/>
                </a:lnTo>
                <a:lnTo>
                  <a:pt x="74625" y="39460"/>
                </a:lnTo>
                <a:lnTo>
                  <a:pt x="74988" y="39571"/>
                </a:lnTo>
                <a:lnTo>
                  <a:pt x="75350" y="39692"/>
                </a:lnTo>
                <a:lnTo>
                  <a:pt x="75713" y="39821"/>
                </a:lnTo>
                <a:lnTo>
                  <a:pt x="76075" y="39959"/>
                </a:lnTo>
                <a:lnTo>
                  <a:pt x="76438" y="40107"/>
                </a:lnTo>
                <a:lnTo>
                  <a:pt x="76800" y="40263"/>
                </a:lnTo>
                <a:lnTo>
                  <a:pt x="77163" y="40428"/>
                </a:lnTo>
                <a:lnTo>
                  <a:pt x="77525" y="40602"/>
                </a:lnTo>
                <a:lnTo>
                  <a:pt x="77888" y="40785"/>
                </a:lnTo>
                <a:lnTo>
                  <a:pt x="78250" y="40977"/>
                </a:lnTo>
                <a:lnTo>
                  <a:pt x="78613" y="41178"/>
                </a:lnTo>
                <a:lnTo>
                  <a:pt x="78975" y="41387"/>
                </a:lnTo>
                <a:lnTo>
                  <a:pt x="83061" y="30431"/>
                </a:lnTo>
                <a:lnTo>
                  <a:pt x="82545" y="30120"/>
                </a:lnTo>
                <a:lnTo>
                  <a:pt x="82030" y="29823"/>
                </a:lnTo>
                <a:lnTo>
                  <a:pt x="81515" y="29539"/>
                </a:lnTo>
                <a:lnTo>
                  <a:pt x="81002" y="29268"/>
                </a:lnTo>
                <a:lnTo>
                  <a:pt x="80488" y="29010"/>
                </a:lnTo>
                <a:lnTo>
                  <a:pt x="79976" y="28766"/>
                </a:lnTo>
                <a:lnTo>
                  <a:pt x="79464" y="28534"/>
                </a:lnTo>
                <a:lnTo>
                  <a:pt x="78953" y="28316"/>
                </a:lnTo>
                <a:lnTo>
                  <a:pt x="78443" y="28112"/>
                </a:lnTo>
                <a:lnTo>
                  <a:pt x="77933" y="27920"/>
                </a:lnTo>
                <a:lnTo>
                  <a:pt x="77424" y="27742"/>
                </a:lnTo>
                <a:lnTo>
                  <a:pt x="76916" y="27576"/>
                </a:lnTo>
                <a:lnTo>
                  <a:pt x="76408" y="27424"/>
                </a:lnTo>
                <a:lnTo>
                  <a:pt x="75901" y="27286"/>
                </a:lnTo>
                <a:lnTo>
                  <a:pt x="75395" y="27160"/>
                </a:lnTo>
                <a:lnTo>
                  <a:pt x="74889" y="27048"/>
                </a:lnTo>
                <a:lnTo>
                  <a:pt x="74384" y="26949"/>
                </a:lnTo>
                <a:lnTo>
                  <a:pt x="73880" y="26863"/>
                </a:lnTo>
                <a:lnTo>
                  <a:pt x="73376" y="26790"/>
                </a:lnTo>
                <a:lnTo>
                  <a:pt x="72873" y="26731"/>
                </a:lnTo>
                <a:lnTo>
                  <a:pt x="72371" y="26684"/>
                </a:lnTo>
                <a:lnTo>
                  <a:pt x="71870" y="26651"/>
                </a:lnTo>
                <a:lnTo>
                  <a:pt x="71369" y="26632"/>
                </a:lnTo>
                <a:lnTo>
                  <a:pt x="70869" y="26625"/>
                </a:lnTo>
                <a:lnTo>
                  <a:pt x="70524" y="26629"/>
                </a:lnTo>
                <a:lnTo>
                  <a:pt x="70182" y="26641"/>
                </a:lnTo>
                <a:lnTo>
                  <a:pt x="69842" y="26662"/>
                </a:lnTo>
                <a:lnTo>
                  <a:pt x="69504" y="26690"/>
                </a:lnTo>
                <a:lnTo>
                  <a:pt x="69169" y="26727"/>
                </a:lnTo>
                <a:lnTo>
                  <a:pt x="68836" y="26772"/>
                </a:lnTo>
                <a:lnTo>
                  <a:pt x="68506" y="26826"/>
                </a:lnTo>
                <a:lnTo>
                  <a:pt x="68178" y="26887"/>
                </a:lnTo>
                <a:lnTo>
                  <a:pt x="67852" y="26957"/>
                </a:lnTo>
                <a:lnTo>
                  <a:pt x="67529" y="27035"/>
                </a:lnTo>
                <a:lnTo>
                  <a:pt x="67208" y="27121"/>
                </a:lnTo>
                <a:lnTo>
                  <a:pt x="66890" y="27215"/>
                </a:lnTo>
                <a:lnTo>
                  <a:pt x="66574" y="27317"/>
                </a:lnTo>
                <a:lnTo>
                  <a:pt x="66260" y="27428"/>
                </a:lnTo>
                <a:lnTo>
                  <a:pt x="65949" y="27547"/>
                </a:lnTo>
                <a:lnTo>
                  <a:pt x="65641" y="27674"/>
                </a:lnTo>
                <a:lnTo>
                  <a:pt x="65334" y="27809"/>
                </a:lnTo>
                <a:lnTo>
                  <a:pt x="65030" y="27953"/>
                </a:lnTo>
                <a:lnTo>
                  <a:pt x="64729" y="28104"/>
                </a:lnTo>
                <a:lnTo>
                  <a:pt x="64430" y="28264"/>
                </a:lnTo>
                <a:lnTo>
                  <a:pt x="64133" y="28432"/>
                </a:lnTo>
                <a:lnTo>
                  <a:pt x="63839" y="28608"/>
                </a:lnTo>
                <a:lnTo>
                  <a:pt x="63547" y="28792"/>
                </a:lnTo>
                <a:lnTo>
                  <a:pt x="63257" y="28985"/>
                </a:lnTo>
                <a:lnTo>
                  <a:pt x="62968" y="29191"/>
                </a:lnTo>
                <a:lnTo>
                  <a:pt x="62676" y="29413"/>
                </a:lnTo>
                <a:lnTo>
                  <a:pt x="62382" y="29654"/>
                </a:lnTo>
                <a:lnTo>
                  <a:pt x="62086" y="29912"/>
                </a:lnTo>
                <a:lnTo>
                  <a:pt x="61788" y="30187"/>
                </a:lnTo>
                <a:lnTo>
                  <a:pt x="61488" y="30481"/>
                </a:lnTo>
                <a:lnTo>
                  <a:pt x="61186" y="30791"/>
                </a:lnTo>
                <a:lnTo>
                  <a:pt x="60881" y="31119"/>
                </a:lnTo>
                <a:lnTo>
                  <a:pt x="60574" y="31465"/>
                </a:lnTo>
                <a:lnTo>
                  <a:pt x="60265" y="31828"/>
                </a:lnTo>
                <a:lnTo>
                  <a:pt x="59954" y="32209"/>
                </a:lnTo>
                <a:lnTo>
                  <a:pt x="59641" y="32607"/>
                </a:lnTo>
                <a:lnTo>
                  <a:pt x="59325" y="33022"/>
                </a:lnTo>
                <a:lnTo>
                  <a:pt x="59007" y="33456"/>
                </a:lnTo>
                <a:lnTo>
                  <a:pt x="58688" y="33906"/>
                </a:lnTo>
                <a:lnTo>
                  <a:pt x="58366" y="34374"/>
                </a:lnTo>
                <a:lnTo>
                  <a:pt x="58041" y="34860"/>
                </a:lnTo>
                <a:lnTo>
                  <a:pt x="57715" y="35364"/>
                </a:lnTo>
                <a:lnTo>
                  <a:pt x="57386" y="35884"/>
                </a:lnTo>
                <a:lnTo>
                  <a:pt x="57056" y="36423"/>
                </a:lnTo>
                <a:lnTo>
                  <a:pt x="56723" y="36978"/>
                </a:lnTo>
                <a:lnTo>
                  <a:pt x="56388" y="37552"/>
                </a:lnTo>
                <a:lnTo>
                  <a:pt x="56051" y="38143"/>
                </a:lnTo>
                <a:lnTo>
                  <a:pt x="55711" y="38751"/>
                </a:lnTo>
                <a:lnTo>
                  <a:pt x="55711" y="28207"/>
                </a:lnTo>
                <a:lnTo>
                  <a:pt x="45035" y="28207"/>
                </a:lnTo>
                <a:lnTo>
                  <a:pt x="45035" y="98196"/>
                </a:lnTo>
                <a:lnTo>
                  <a:pt x="56897" y="98196"/>
                </a:lnTo>
                <a:lnTo>
                  <a:pt x="56897" y="61512"/>
                </a:lnTo>
                <a:lnTo>
                  <a:pt x="56901" y="60888"/>
                </a:lnTo>
                <a:lnTo>
                  <a:pt x="56911" y="60267"/>
                </a:lnTo>
                <a:lnTo>
                  <a:pt x="56928" y="59651"/>
                </a:lnTo>
                <a:close/>
                <a:moveTo>
                  <a:pt x="177047" y="59523"/>
                </a:moveTo>
                <a:lnTo>
                  <a:pt x="177070" y="58780"/>
                </a:lnTo>
                <a:lnTo>
                  <a:pt x="177100" y="58053"/>
                </a:lnTo>
                <a:lnTo>
                  <a:pt x="177137" y="57341"/>
                </a:lnTo>
                <a:lnTo>
                  <a:pt x="177180" y="56645"/>
                </a:lnTo>
                <a:lnTo>
                  <a:pt x="177230" y="55965"/>
                </a:lnTo>
                <a:lnTo>
                  <a:pt x="177286" y="55300"/>
                </a:lnTo>
                <a:lnTo>
                  <a:pt x="177349" y="54651"/>
                </a:lnTo>
                <a:lnTo>
                  <a:pt x="177419" y="54018"/>
                </a:lnTo>
                <a:lnTo>
                  <a:pt x="177495" y="53400"/>
                </a:lnTo>
                <a:lnTo>
                  <a:pt x="177578" y="52797"/>
                </a:lnTo>
                <a:lnTo>
                  <a:pt x="177668" y="52210"/>
                </a:lnTo>
                <a:lnTo>
                  <a:pt x="177764" y="51639"/>
                </a:lnTo>
                <a:lnTo>
                  <a:pt x="177867" y="51083"/>
                </a:lnTo>
                <a:lnTo>
                  <a:pt x="177976" y="50543"/>
                </a:lnTo>
                <a:lnTo>
                  <a:pt x="178092" y="50019"/>
                </a:lnTo>
                <a:lnTo>
                  <a:pt x="178215" y="49510"/>
                </a:lnTo>
                <a:lnTo>
                  <a:pt x="178345" y="49017"/>
                </a:lnTo>
                <a:lnTo>
                  <a:pt x="178481" y="48539"/>
                </a:lnTo>
                <a:lnTo>
                  <a:pt x="178623" y="48077"/>
                </a:lnTo>
                <a:lnTo>
                  <a:pt x="178773" y="47630"/>
                </a:lnTo>
                <a:lnTo>
                  <a:pt x="178929" y="47199"/>
                </a:lnTo>
                <a:lnTo>
                  <a:pt x="179092" y="46780"/>
                </a:lnTo>
                <a:lnTo>
                  <a:pt x="179263" y="46369"/>
                </a:lnTo>
                <a:lnTo>
                  <a:pt x="179443" y="45967"/>
                </a:lnTo>
                <a:lnTo>
                  <a:pt x="179631" y="45573"/>
                </a:lnTo>
                <a:lnTo>
                  <a:pt x="179826" y="45188"/>
                </a:lnTo>
                <a:lnTo>
                  <a:pt x="180030" y="44811"/>
                </a:lnTo>
                <a:lnTo>
                  <a:pt x="180242" y="44443"/>
                </a:lnTo>
                <a:lnTo>
                  <a:pt x="180463" y="44083"/>
                </a:lnTo>
                <a:lnTo>
                  <a:pt x="180691" y="43732"/>
                </a:lnTo>
                <a:lnTo>
                  <a:pt x="180927" y="43389"/>
                </a:lnTo>
                <a:lnTo>
                  <a:pt x="181172" y="43055"/>
                </a:lnTo>
                <a:lnTo>
                  <a:pt x="181425" y="42729"/>
                </a:lnTo>
                <a:lnTo>
                  <a:pt x="181685" y="42412"/>
                </a:lnTo>
                <a:lnTo>
                  <a:pt x="181954" y="42103"/>
                </a:lnTo>
                <a:lnTo>
                  <a:pt x="182231" y="41802"/>
                </a:lnTo>
                <a:lnTo>
                  <a:pt x="182517" y="41510"/>
                </a:lnTo>
                <a:lnTo>
                  <a:pt x="182810" y="41227"/>
                </a:lnTo>
                <a:lnTo>
                  <a:pt x="183111" y="40952"/>
                </a:lnTo>
                <a:lnTo>
                  <a:pt x="183421" y="40685"/>
                </a:lnTo>
                <a:lnTo>
                  <a:pt x="183739" y="40427"/>
                </a:lnTo>
                <a:lnTo>
                  <a:pt x="184064" y="40178"/>
                </a:lnTo>
                <a:lnTo>
                  <a:pt x="184398" y="39937"/>
                </a:lnTo>
                <a:lnTo>
                  <a:pt x="184740" y="39704"/>
                </a:lnTo>
                <a:lnTo>
                  <a:pt x="185090" y="39480"/>
                </a:lnTo>
                <a:lnTo>
                  <a:pt x="185446" y="39265"/>
                </a:lnTo>
                <a:lnTo>
                  <a:pt x="185804" y="39058"/>
                </a:lnTo>
                <a:lnTo>
                  <a:pt x="186165" y="38861"/>
                </a:lnTo>
                <a:lnTo>
                  <a:pt x="186528" y="38673"/>
                </a:lnTo>
                <a:lnTo>
                  <a:pt x="186895" y="38495"/>
                </a:lnTo>
                <a:lnTo>
                  <a:pt x="187263" y="38325"/>
                </a:lnTo>
                <a:lnTo>
                  <a:pt x="187635" y="38165"/>
                </a:lnTo>
                <a:lnTo>
                  <a:pt x="188009" y="38013"/>
                </a:lnTo>
                <a:lnTo>
                  <a:pt x="188385" y="37871"/>
                </a:lnTo>
                <a:lnTo>
                  <a:pt x="188764" y="37738"/>
                </a:lnTo>
                <a:lnTo>
                  <a:pt x="189146" y="37615"/>
                </a:lnTo>
                <a:lnTo>
                  <a:pt x="189531" y="37500"/>
                </a:lnTo>
                <a:lnTo>
                  <a:pt x="189918" y="37395"/>
                </a:lnTo>
                <a:lnTo>
                  <a:pt x="190308" y="37298"/>
                </a:lnTo>
                <a:lnTo>
                  <a:pt x="190700" y="37211"/>
                </a:lnTo>
                <a:lnTo>
                  <a:pt x="191095" y="37133"/>
                </a:lnTo>
                <a:lnTo>
                  <a:pt x="191493" y="37065"/>
                </a:lnTo>
                <a:lnTo>
                  <a:pt x="191893" y="37005"/>
                </a:lnTo>
                <a:lnTo>
                  <a:pt x="192296" y="36955"/>
                </a:lnTo>
                <a:lnTo>
                  <a:pt x="192701" y="36913"/>
                </a:lnTo>
                <a:lnTo>
                  <a:pt x="193110" y="36881"/>
                </a:lnTo>
                <a:lnTo>
                  <a:pt x="193520" y="36858"/>
                </a:lnTo>
                <a:lnTo>
                  <a:pt x="193934" y="36845"/>
                </a:lnTo>
                <a:lnTo>
                  <a:pt x="194350" y="36840"/>
                </a:lnTo>
                <a:lnTo>
                  <a:pt x="194893" y="36847"/>
                </a:lnTo>
                <a:lnTo>
                  <a:pt x="195423" y="36867"/>
                </a:lnTo>
                <a:lnTo>
                  <a:pt x="195940" y="36902"/>
                </a:lnTo>
                <a:lnTo>
                  <a:pt x="196444" y="36950"/>
                </a:lnTo>
                <a:lnTo>
                  <a:pt x="196936" y="37012"/>
                </a:lnTo>
                <a:lnTo>
                  <a:pt x="197414" y="37087"/>
                </a:lnTo>
                <a:lnTo>
                  <a:pt x="197880" y="37177"/>
                </a:lnTo>
                <a:lnTo>
                  <a:pt x="198333" y="37280"/>
                </a:lnTo>
                <a:lnTo>
                  <a:pt x="198774" y="37397"/>
                </a:lnTo>
                <a:lnTo>
                  <a:pt x="199201" y="37527"/>
                </a:lnTo>
                <a:lnTo>
                  <a:pt x="199616" y="37671"/>
                </a:lnTo>
                <a:lnTo>
                  <a:pt x="200018" y="37830"/>
                </a:lnTo>
                <a:lnTo>
                  <a:pt x="200407" y="38001"/>
                </a:lnTo>
                <a:lnTo>
                  <a:pt x="200783" y="38187"/>
                </a:lnTo>
                <a:lnTo>
                  <a:pt x="201146" y="38386"/>
                </a:lnTo>
                <a:lnTo>
                  <a:pt x="201497" y="38599"/>
                </a:lnTo>
                <a:lnTo>
                  <a:pt x="201834" y="38826"/>
                </a:lnTo>
                <a:lnTo>
                  <a:pt x="202159" y="39066"/>
                </a:lnTo>
                <a:lnTo>
                  <a:pt x="202472" y="39321"/>
                </a:lnTo>
                <a:lnTo>
                  <a:pt x="202771" y="39589"/>
                </a:lnTo>
                <a:lnTo>
                  <a:pt x="203057" y="39871"/>
                </a:lnTo>
                <a:lnTo>
                  <a:pt x="203331" y="40166"/>
                </a:lnTo>
                <a:lnTo>
                  <a:pt x="203592" y="40475"/>
                </a:lnTo>
                <a:lnTo>
                  <a:pt x="203840" y="40798"/>
                </a:lnTo>
                <a:lnTo>
                  <a:pt x="204077" y="41135"/>
                </a:lnTo>
                <a:lnTo>
                  <a:pt x="204303" y="41485"/>
                </a:lnTo>
                <a:lnTo>
                  <a:pt x="204520" y="41850"/>
                </a:lnTo>
                <a:lnTo>
                  <a:pt x="204726" y="42228"/>
                </a:lnTo>
                <a:lnTo>
                  <a:pt x="204922" y="42619"/>
                </a:lnTo>
                <a:lnTo>
                  <a:pt x="205109" y="43025"/>
                </a:lnTo>
                <a:lnTo>
                  <a:pt x="205285" y="43444"/>
                </a:lnTo>
                <a:lnTo>
                  <a:pt x="205451" y="43877"/>
                </a:lnTo>
                <a:lnTo>
                  <a:pt x="205607" y="44324"/>
                </a:lnTo>
                <a:lnTo>
                  <a:pt x="205753" y="44784"/>
                </a:lnTo>
                <a:lnTo>
                  <a:pt x="205889" y="45258"/>
                </a:lnTo>
                <a:lnTo>
                  <a:pt x="206015" y="45746"/>
                </a:lnTo>
                <a:lnTo>
                  <a:pt x="206131" y="46248"/>
                </a:lnTo>
                <a:lnTo>
                  <a:pt x="206236" y="46763"/>
                </a:lnTo>
                <a:lnTo>
                  <a:pt x="206332" y="47292"/>
                </a:lnTo>
                <a:lnTo>
                  <a:pt x="206418" y="47835"/>
                </a:lnTo>
                <a:lnTo>
                  <a:pt x="206493" y="48392"/>
                </a:lnTo>
                <a:lnTo>
                  <a:pt x="206558" y="48962"/>
                </a:lnTo>
                <a:lnTo>
                  <a:pt x="206614" y="49546"/>
                </a:lnTo>
                <a:lnTo>
                  <a:pt x="206659" y="50144"/>
                </a:lnTo>
                <a:lnTo>
                  <a:pt x="206694" y="50756"/>
                </a:lnTo>
                <a:lnTo>
                  <a:pt x="206720" y="51381"/>
                </a:lnTo>
                <a:lnTo>
                  <a:pt x="206735" y="52020"/>
                </a:lnTo>
                <a:lnTo>
                  <a:pt x="206740" y="52673"/>
                </a:lnTo>
                <a:lnTo>
                  <a:pt x="206740" y="98196"/>
                </a:lnTo>
                <a:lnTo>
                  <a:pt x="218602" y="98196"/>
                </a:lnTo>
                <a:lnTo>
                  <a:pt x="218602" y="57490"/>
                </a:lnTo>
                <a:lnTo>
                  <a:pt x="218611" y="56599"/>
                </a:lnTo>
                <a:lnTo>
                  <a:pt x="218636" y="55728"/>
                </a:lnTo>
                <a:lnTo>
                  <a:pt x="218678" y="54877"/>
                </a:lnTo>
                <a:lnTo>
                  <a:pt x="218738" y="54048"/>
                </a:lnTo>
                <a:lnTo>
                  <a:pt x="218814" y="53238"/>
                </a:lnTo>
                <a:lnTo>
                  <a:pt x="218907" y="52449"/>
                </a:lnTo>
                <a:lnTo>
                  <a:pt x="219017" y="51681"/>
                </a:lnTo>
                <a:lnTo>
                  <a:pt x="219144" y="50933"/>
                </a:lnTo>
                <a:lnTo>
                  <a:pt x="219288" y="50206"/>
                </a:lnTo>
                <a:lnTo>
                  <a:pt x="219449" y="49499"/>
                </a:lnTo>
                <a:lnTo>
                  <a:pt x="219627" y="48812"/>
                </a:lnTo>
                <a:lnTo>
                  <a:pt x="219822" y="48146"/>
                </a:lnTo>
                <a:lnTo>
                  <a:pt x="220033" y="47501"/>
                </a:lnTo>
                <a:lnTo>
                  <a:pt x="220262" y="46876"/>
                </a:lnTo>
                <a:lnTo>
                  <a:pt x="220507" y="46272"/>
                </a:lnTo>
                <a:lnTo>
                  <a:pt x="220770" y="45688"/>
                </a:lnTo>
                <a:lnTo>
                  <a:pt x="221049" y="45125"/>
                </a:lnTo>
                <a:lnTo>
                  <a:pt x="221346" y="44582"/>
                </a:lnTo>
                <a:lnTo>
                  <a:pt x="221659" y="44060"/>
                </a:lnTo>
                <a:lnTo>
                  <a:pt x="221989" y="43558"/>
                </a:lnTo>
                <a:lnTo>
                  <a:pt x="222336" y="43077"/>
                </a:lnTo>
                <a:lnTo>
                  <a:pt x="222700" y="42616"/>
                </a:lnTo>
                <a:lnTo>
                  <a:pt x="223081" y="42176"/>
                </a:lnTo>
                <a:lnTo>
                  <a:pt x="223479" y="41756"/>
                </a:lnTo>
                <a:lnTo>
                  <a:pt x="223890" y="41355"/>
                </a:lnTo>
                <a:lnTo>
                  <a:pt x="224309" y="40971"/>
                </a:lnTo>
                <a:lnTo>
                  <a:pt x="224737" y="40604"/>
                </a:lnTo>
                <a:lnTo>
                  <a:pt x="225174" y="40254"/>
                </a:lnTo>
                <a:lnTo>
                  <a:pt x="225620" y="39921"/>
                </a:lnTo>
                <a:lnTo>
                  <a:pt x="226074" y="39605"/>
                </a:lnTo>
                <a:lnTo>
                  <a:pt x="226537" y="39306"/>
                </a:lnTo>
                <a:lnTo>
                  <a:pt x="227009" y="39025"/>
                </a:lnTo>
                <a:lnTo>
                  <a:pt x="227489" y="38760"/>
                </a:lnTo>
                <a:lnTo>
                  <a:pt x="227978" y="38513"/>
                </a:lnTo>
                <a:lnTo>
                  <a:pt x="228476" y="38282"/>
                </a:lnTo>
                <a:lnTo>
                  <a:pt x="228982" y="38069"/>
                </a:lnTo>
                <a:lnTo>
                  <a:pt x="229497" y="37873"/>
                </a:lnTo>
                <a:lnTo>
                  <a:pt x="230021" y="37693"/>
                </a:lnTo>
                <a:lnTo>
                  <a:pt x="230553" y="37531"/>
                </a:lnTo>
                <a:lnTo>
                  <a:pt x="231095" y="37386"/>
                </a:lnTo>
                <a:lnTo>
                  <a:pt x="231645" y="37258"/>
                </a:lnTo>
                <a:lnTo>
                  <a:pt x="232203" y="37147"/>
                </a:lnTo>
                <a:lnTo>
                  <a:pt x="232770" y="37053"/>
                </a:lnTo>
                <a:lnTo>
                  <a:pt x="233346" y="36976"/>
                </a:lnTo>
                <a:lnTo>
                  <a:pt x="233931" y="36917"/>
                </a:lnTo>
                <a:lnTo>
                  <a:pt x="234524" y="36874"/>
                </a:lnTo>
                <a:lnTo>
                  <a:pt x="235126" y="36848"/>
                </a:lnTo>
                <a:lnTo>
                  <a:pt x="235737" y="36840"/>
                </a:lnTo>
                <a:lnTo>
                  <a:pt x="236076" y="36843"/>
                </a:lnTo>
                <a:lnTo>
                  <a:pt x="236411" y="36853"/>
                </a:lnTo>
                <a:lnTo>
                  <a:pt x="236742" y="36870"/>
                </a:lnTo>
                <a:lnTo>
                  <a:pt x="237070" y="36893"/>
                </a:lnTo>
                <a:lnTo>
                  <a:pt x="237394" y="36923"/>
                </a:lnTo>
                <a:lnTo>
                  <a:pt x="237714" y="36960"/>
                </a:lnTo>
                <a:lnTo>
                  <a:pt x="238031" y="37003"/>
                </a:lnTo>
                <a:lnTo>
                  <a:pt x="238344" y="37053"/>
                </a:lnTo>
                <a:lnTo>
                  <a:pt x="238653" y="37109"/>
                </a:lnTo>
                <a:lnTo>
                  <a:pt x="238959" y="37172"/>
                </a:lnTo>
                <a:lnTo>
                  <a:pt x="239261" y="37242"/>
                </a:lnTo>
                <a:lnTo>
                  <a:pt x="239560" y="37318"/>
                </a:lnTo>
                <a:lnTo>
                  <a:pt x="239854" y="37401"/>
                </a:lnTo>
                <a:lnTo>
                  <a:pt x="240145" y="37491"/>
                </a:lnTo>
                <a:lnTo>
                  <a:pt x="240433" y="37587"/>
                </a:lnTo>
                <a:lnTo>
                  <a:pt x="240716" y="37690"/>
                </a:lnTo>
                <a:lnTo>
                  <a:pt x="240997" y="37800"/>
                </a:lnTo>
                <a:lnTo>
                  <a:pt x="241273" y="37916"/>
                </a:lnTo>
                <a:lnTo>
                  <a:pt x="241546" y="38039"/>
                </a:lnTo>
                <a:lnTo>
                  <a:pt x="241815" y="38169"/>
                </a:lnTo>
                <a:lnTo>
                  <a:pt x="242080" y="38305"/>
                </a:lnTo>
                <a:lnTo>
                  <a:pt x="242342" y="38448"/>
                </a:lnTo>
                <a:lnTo>
                  <a:pt x="242600" y="38597"/>
                </a:lnTo>
                <a:lnTo>
                  <a:pt x="242855" y="38753"/>
                </a:lnTo>
                <a:lnTo>
                  <a:pt x="243104" y="38915"/>
                </a:lnTo>
                <a:lnTo>
                  <a:pt x="243347" y="39081"/>
                </a:lnTo>
                <a:lnTo>
                  <a:pt x="243583" y="39251"/>
                </a:lnTo>
                <a:lnTo>
                  <a:pt x="243813" y="39425"/>
                </a:lnTo>
                <a:lnTo>
                  <a:pt x="244036" y="39603"/>
                </a:lnTo>
                <a:lnTo>
                  <a:pt x="244253" y="39786"/>
                </a:lnTo>
                <a:lnTo>
                  <a:pt x="244463" y="39973"/>
                </a:lnTo>
                <a:lnTo>
                  <a:pt x="244667" y="40164"/>
                </a:lnTo>
                <a:lnTo>
                  <a:pt x="244864" y="40360"/>
                </a:lnTo>
                <a:lnTo>
                  <a:pt x="245055" y="40560"/>
                </a:lnTo>
                <a:lnTo>
                  <a:pt x="245239" y="40764"/>
                </a:lnTo>
                <a:lnTo>
                  <a:pt x="245417" y="40972"/>
                </a:lnTo>
                <a:lnTo>
                  <a:pt x="245588" y="41184"/>
                </a:lnTo>
                <a:lnTo>
                  <a:pt x="245752" y="41401"/>
                </a:lnTo>
                <a:lnTo>
                  <a:pt x="245910" y="41622"/>
                </a:lnTo>
                <a:lnTo>
                  <a:pt x="246062" y="41847"/>
                </a:lnTo>
                <a:lnTo>
                  <a:pt x="246207" y="42076"/>
                </a:lnTo>
                <a:lnTo>
                  <a:pt x="246346" y="42310"/>
                </a:lnTo>
                <a:lnTo>
                  <a:pt x="246477" y="42548"/>
                </a:lnTo>
                <a:lnTo>
                  <a:pt x="246603" y="42790"/>
                </a:lnTo>
                <a:lnTo>
                  <a:pt x="246722" y="43036"/>
                </a:lnTo>
                <a:lnTo>
                  <a:pt x="246834" y="43287"/>
                </a:lnTo>
                <a:lnTo>
                  <a:pt x="246940" y="43542"/>
                </a:lnTo>
                <a:lnTo>
                  <a:pt x="247040" y="43801"/>
                </a:lnTo>
                <a:lnTo>
                  <a:pt x="247134" y="44069"/>
                </a:lnTo>
                <a:lnTo>
                  <a:pt x="247224" y="44351"/>
                </a:lnTo>
                <a:lnTo>
                  <a:pt x="247310" y="44646"/>
                </a:lnTo>
                <a:lnTo>
                  <a:pt x="247392" y="44956"/>
                </a:lnTo>
                <a:lnTo>
                  <a:pt x="247470" y="45279"/>
                </a:lnTo>
                <a:lnTo>
                  <a:pt x="247544" y="45617"/>
                </a:lnTo>
                <a:lnTo>
                  <a:pt x="247614" y="45968"/>
                </a:lnTo>
                <a:lnTo>
                  <a:pt x="247680" y="46333"/>
                </a:lnTo>
                <a:lnTo>
                  <a:pt x="247742" y="46712"/>
                </a:lnTo>
                <a:lnTo>
                  <a:pt x="247800" y="47105"/>
                </a:lnTo>
                <a:lnTo>
                  <a:pt x="247854" y="47511"/>
                </a:lnTo>
                <a:lnTo>
                  <a:pt x="247905" y="47932"/>
                </a:lnTo>
                <a:lnTo>
                  <a:pt x="247951" y="48366"/>
                </a:lnTo>
                <a:lnTo>
                  <a:pt x="247993" y="48814"/>
                </a:lnTo>
                <a:lnTo>
                  <a:pt x="248031" y="49276"/>
                </a:lnTo>
                <a:lnTo>
                  <a:pt x="248065" y="49752"/>
                </a:lnTo>
                <a:lnTo>
                  <a:pt x="248095" y="50242"/>
                </a:lnTo>
                <a:lnTo>
                  <a:pt x="248121" y="50746"/>
                </a:lnTo>
                <a:lnTo>
                  <a:pt x="248143" y="51263"/>
                </a:lnTo>
                <a:lnTo>
                  <a:pt x="248161" y="51795"/>
                </a:lnTo>
                <a:lnTo>
                  <a:pt x="248175" y="52340"/>
                </a:lnTo>
                <a:lnTo>
                  <a:pt x="248185" y="52899"/>
                </a:lnTo>
                <a:lnTo>
                  <a:pt x="248191" y="53472"/>
                </a:lnTo>
                <a:lnTo>
                  <a:pt x="248193" y="54059"/>
                </a:lnTo>
                <a:lnTo>
                  <a:pt x="248193" y="98196"/>
                </a:lnTo>
                <a:lnTo>
                  <a:pt x="259990" y="98196"/>
                </a:lnTo>
                <a:lnTo>
                  <a:pt x="259990" y="50152"/>
                </a:lnTo>
                <a:lnTo>
                  <a:pt x="259980" y="49164"/>
                </a:lnTo>
                <a:lnTo>
                  <a:pt x="259951" y="48197"/>
                </a:lnTo>
                <a:lnTo>
                  <a:pt x="259902" y="47251"/>
                </a:lnTo>
                <a:lnTo>
                  <a:pt x="259834" y="46327"/>
                </a:lnTo>
                <a:lnTo>
                  <a:pt x="259746" y="45425"/>
                </a:lnTo>
                <a:lnTo>
                  <a:pt x="259639" y="44544"/>
                </a:lnTo>
                <a:lnTo>
                  <a:pt x="259513" y="43685"/>
                </a:lnTo>
                <a:lnTo>
                  <a:pt x="259367" y="42848"/>
                </a:lnTo>
                <a:lnTo>
                  <a:pt x="259202" y="42032"/>
                </a:lnTo>
                <a:lnTo>
                  <a:pt x="259017" y="41238"/>
                </a:lnTo>
                <a:lnTo>
                  <a:pt x="258813" y="40466"/>
                </a:lnTo>
                <a:lnTo>
                  <a:pt x="258589" y="39715"/>
                </a:lnTo>
                <a:lnTo>
                  <a:pt x="258346" y="38986"/>
                </a:lnTo>
                <a:lnTo>
                  <a:pt x="258083" y="38278"/>
                </a:lnTo>
                <a:lnTo>
                  <a:pt x="257801" y="37592"/>
                </a:lnTo>
                <a:lnTo>
                  <a:pt x="257500" y="36928"/>
                </a:lnTo>
                <a:lnTo>
                  <a:pt x="257179" y="36285"/>
                </a:lnTo>
                <a:lnTo>
                  <a:pt x="256839" y="35664"/>
                </a:lnTo>
                <a:lnTo>
                  <a:pt x="256479" y="35064"/>
                </a:lnTo>
                <a:lnTo>
                  <a:pt x="256099" y="34487"/>
                </a:lnTo>
                <a:lnTo>
                  <a:pt x="255701" y="33930"/>
                </a:lnTo>
                <a:lnTo>
                  <a:pt x="255282" y="33396"/>
                </a:lnTo>
                <a:lnTo>
                  <a:pt x="254845" y="32883"/>
                </a:lnTo>
                <a:lnTo>
                  <a:pt x="254388" y="32391"/>
                </a:lnTo>
                <a:lnTo>
                  <a:pt x="253913" y="31921"/>
                </a:lnTo>
                <a:lnTo>
                  <a:pt x="253421" y="31470"/>
                </a:lnTo>
                <a:lnTo>
                  <a:pt x="252912" y="31040"/>
                </a:lnTo>
                <a:lnTo>
                  <a:pt x="252387" y="30629"/>
                </a:lnTo>
                <a:lnTo>
                  <a:pt x="251845" y="30239"/>
                </a:lnTo>
                <a:lnTo>
                  <a:pt x="251286" y="29869"/>
                </a:lnTo>
                <a:lnTo>
                  <a:pt x="250711" y="29518"/>
                </a:lnTo>
                <a:lnTo>
                  <a:pt x="250119" y="29188"/>
                </a:lnTo>
                <a:lnTo>
                  <a:pt x="249510" y="28877"/>
                </a:lnTo>
                <a:lnTo>
                  <a:pt x="248884" y="28587"/>
                </a:lnTo>
                <a:lnTo>
                  <a:pt x="248242" y="28317"/>
                </a:lnTo>
                <a:lnTo>
                  <a:pt x="247583" y="28067"/>
                </a:lnTo>
                <a:lnTo>
                  <a:pt x="246908" y="27836"/>
                </a:lnTo>
                <a:lnTo>
                  <a:pt x="246215" y="27626"/>
                </a:lnTo>
                <a:lnTo>
                  <a:pt x="245506" y="27436"/>
                </a:lnTo>
                <a:lnTo>
                  <a:pt x="244781" y="27266"/>
                </a:lnTo>
                <a:lnTo>
                  <a:pt x="244038" y="27115"/>
                </a:lnTo>
                <a:lnTo>
                  <a:pt x="243279" y="26985"/>
                </a:lnTo>
                <a:lnTo>
                  <a:pt x="242503" y="26875"/>
                </a:lnTo>
                <a:lnTo>
                  <a:pt x="241711" y="26785"/>
                </a:lnTo>
                <a:lnTo>
                  <a:pt x="240901" y="26715"/>
                </a:lnTo>
                <a:lnTo>
                  <a:pt x="240075" y="26665"/>
                </a:lnTo>
                <a:lnTo>
                  <a:pt x="239233" y="26635"/>
                </a:lnTo>
                <a:lnTo>
                  <a:pt x="238373" y="26625"/>
                </a:lnTo>
                <a:lnTo>
                  <a:pt x="237273" y="26646"/>
                </a:lnTo>
                <a:lnTo>
                  <a:pt x="236189" y="26710"/>
                </a:lnTo>
                <a:lnTo>
                  <a:pt x="235123" y="26815"/>
                </a:lnTo>
                <a:lnTo>
                  <a:pt x="234075" y="26964"/>
                </a:lnTo>
                <a:lnTo>
                  <a:pt x="233044" y="27154"/>
                </a:lnTo>
                <a:lnTo>
                  <a:pt x="232030" y="27387"/>
                </a:lnTo>
                <a:lnTo>
                  <a:pt x="231034" y="27662"/>
                </a:lnTo>
                <a:lnTo>
                  <a:pt x="230055" y="27980"/>
                </a:lnTo>
                <a:lnTo>
                  <a:pt x="229093" y="28339"/>
                </a:lnTo>
                <a:lnTo>
                  <a:pt x="228149" y="28742"/>
                </a:lnTo>
                <a:lnTo>
                  <a:pt x="227222" y="29186"/>
                </a:lnTo>
                <a:lnTo>
                  <a:pt x="226313" y="29673"/>
                </a:lnTo>
                <a:lnTo>
                  <a:pt x="225421" y="30202"/>
                </a:lnTo>
                <a:lnTo>
                  <a:pt x="224546" y="30774"/>
                </a:lnTo>
                <a:lnTo>
                  <a:pt x="223689" y="31387"/>
                </a:lnTo>
                <a:lnTo>
                  <a:pt x="222849" y="32044"/>
                </a:lnTo>
                <a:lnTo>
                  <a:pt x="222027" y="32742"/>
                </a:lnTo>
                <a:lnTo>
                  <a:pt x="221222" y="33483"/>
                </a:lnTo>
                <a:lnTo>
                  <a:pt x="220434" y="34266"/>
                </a:lnTo>
                <a:lnTo>
                  <a:pt x="219664" y="35092"/>
                </a:lnTo>
                <a:lnTo>
                  <a:pt x="218911" y="35959"/>
                </a:lnTo>
                <a:lnTo>
                  <a:pt x="218176" y="36870"/>
                </a:lnTo>
                <a:lnTo>
                  <a:pt x="217458" y="37822"/>
                </a:lnTo>
                <a:lnTo>
                  <a:pt x="216757" y="38817"/>
                </a:lnTo>
                <a:lnTo>
                  <a:pt x="216582" y="38341"/>
                </a:lnTo>
                <a:lnTo>
                  <a:pt x="216396" y="37873"/>
                </a:lnTo>
                <a:lnTo>
                  <a:pt x="216200" y="37415"/>
                </a:lnTo>
                <a:lnTo>
                  <a:pt x="215995" y="36965"/>
                </a:lnTo>
                <a:lnTo>
                  <a:pt x="215778" y="36524"/>
                </a:lnTo>
                <a:lnTo>
                  <a:pt x="215552" y="36093"/>
                </a:lnTo>
                <a:lnTo>
                  <a:pt x="215316" y="35670"/>
                </a:lnTo>
                <a:lnTo>
                  <a:pt x="215069" y="35255"/>
                </a:lnTo>
                <a:lnTo>
                  <a:pt x="214812" y="34850"/>
                </a:lnTo>
                <a:lnTo>
                  <a:pt x="214545" y="34454"/>
                </a:lnTo>
                <a:lnTo>
                  <a:pt x="214268" y="34066"/>
                </a:lnTo>
                <a:lnTo>
                  <a:pt x="213981" y="33688"/>
                </a:lnTo>
                <a:lnTo>
                  <a:pt x="213683" y="33318"/>
                </a:lnTo>
                <a:lnTo>
                  <a:pt x="213376" y="32957"/>
                </a:lnTo>
                <a:lnTo>
                  <a:pt x="213058" y="32605"/>
                </a:lnTo>
                <a:lnTo>
                  <a:pt x="212730" y="32262"/>
                </a:lnTo>
                <a:lnTo>
                  <a:pt x="212391" y="31928"/>
                </a:lnTo>
                <a:lnTo>
                  <a:pt x="212043" y="31603"/>
                </a:lnTo>
                <a:lnTo>
                  <a:pt x="211684" y="31287"/>
                </a:lnTo>
                <a:lnTo>
                  <a:pt x="211315" y="30979"/>
                </a:lnTo>
                <a:lnTo>
                  <a:pt x="210936" y="30680"/>
                </a:lnTo>
                <a:lnTo>
                  <a:pt x="210547" y="30391"/>
                </a:lnTo>
                <a:lnTo>
                  <a:pt x="210148" y="30110"/>
                </a:lnTo>
                <a:lnTo>
                  <a:pt x="209738" y="29838"/>
                </a:lnTo>
                <a:lnTo>
                  <a:pt x="209319" y="29576"/>
                </a:lnTo>
                <a:lnTo>
                  <a:pt x="208890" y="29325"/>
                </a:lnTo>
                <a:lnTo>
                  <a:pt x="208451" y="29085"/>
                </a:lnTo>
                <a:lnTo>
                  <a:pt x="208002" y="28856"/>
                </a:lnTo>
                <a:lnTo>
                  <a:pt x="207544" y="28638"/>
                </a:lnTo>
                <a:lnTo>
                  <a:pt x="207075" y="28432"/>
                </a:lnTo>
                <a:lnTo>
                  <a:pt x="206598" y="28237"/>
                </a:lnTo>
                <a:lnTo>
                  <a:pt x="206110" y="28053"/>
                </a:lnTo>
                <a:lnTo>
                  <a:pt x="205613" y="27880"/>
                </a:lnTo>
                <a:lnTo>
                  <a:pt x="205106" y="27718"/>
                </a:lnTo>
                <a:lnTo>
                  <a:pt x="204589" y="27568"/>
                </a:lnTo>
                <a:lnTo>
                  <a:pt x="204062" y="27428"/>
                </a:lnTo>
                <a:lnTo>
                  <a:pt x="203526" y="27300"/>
                </a:lnTo>
                <a:lnTo>
                  <a:pt x="202980" y="27183"/>
                </a:lnTo>
                <a:lnTo>
                  <a:pt x="202425" y="27077"/>
                </a:lnTo>
                <a:lnTo>
                  <a:pt x="201859" y="26982"/>
                </a:lnTo>
                <a:lnTo>
                  <a:pt x="201284" y="26898"/>
                </a:lnTo>
                <a:lnTo>
                  <a:pt x="200699" y="26826"/>
                </a:lnTo>
                <a:lnTo>
                  <a:pt x="200105" y="26764"/>
                </a:lnTo>
                <a:lnTo>
                  <a:pt x="199500" y="26714"/>
                </a:lnTo>
                <a:lnTo>
                  <a:pt x="198886" y="26675"/>
                </a:lnTo>
                <a:lnTo>
                  <a:pt x="198263" y="26647"/>
                </a:lnTo>
                <a:lnTo>
                  <a:pt x="197629" y="26630"/>
                </a:lnTo>
                <a:lnTo>
                  <a:pt x="196986" y="26625"/>
                </a:lnTo>
                <a:lnTo>
                  <a:pt x="196407" y="26630"/>
                </a:lnTo>
                <a:lnTo>
                  <a:pt x="195832" y="26647"/>
                </a:lnTo>
                <a:lnTo>
                  <a:pt x="195263" y="26674"/>
                </a:lnTo>
                <a:lnTo>
                  <a:pt x="194700" y="26711"/>
                </a:lnTo>
                <a:lnTo>
                  <a:pt x="194141" y="26760"/>
                </a:lnTo>
                <a:lnTo>
                  <a:pt x="193588" y="26819"/>
                </a:lnTo>
                <a:lnTo>
                  <a:pt x="193040" y="26890"/>
                </a:lnTo>
                <a:lnTo>
                  <a:pt x="192497" y="26971"/>
                </a:lnTo>
                <a:lnTo>
                  <a:pt x="191960" y="27063"/>
                </a:lnTo>
                <a:lnTo>
                  <a:pt x="191428" y="27165"/>
                </a:lnTo>
                <a:lnTo>
                  <a:pt x="190901" y="27279"/>
                </a:lnTo>
                <a:lnTo>
                  <a:pt x="190379" y="27403"/>
                </a:lnTo>
                <a:lnTo>
                  <a:pt x="189863" y="27538"/>
                </a:lnTo>
                <a:lnTo>
                  <a:pt x="189352" y="27684"/>
                </a:lnTo>
                <a:lnTo>
                  <a:pt x="188846" y="27840"/>
                </a:lnTo>
                <a:lnTo>
                  <a:pt x="188345" y="28008"/>
                </a:lnTo>
                <a:lnTo>
                  <a:pt x="187850" y="28186"/>
                </a:lnTo>
                <a:lnTo>
                  <a:pt x="187360" y="28375"/>
                </a:lnTo>
                <a:lnTo>
                  <a:pt x="186875" y="28575"/>
                </a:lnTo>
                <a:lnTo>
                  <a:pt x="186396" y="28786"/>
                </a:lnTo>
                <a:lnTo>
                  <a:pt x="185921" y="29007"/>
                </a:lnTo>
                <a:lnTo>
                  <a:pt x="185452" y="29240"/>
                </a:lnTo>
                <a:lnTo>
                  <a:pt x="184989" y="29483"/>
                </a:lnTo>
                <a:lnTo>
                  <a:pt x="184530" y="29737"/>
                </a:lnTo>
                <a:lnTo>
                  <a:pt x="184078" y="30000"/>
                </a:lnTo>
                <a:lnTo>
                  <a:pt x="183634" y="30269"/>
                </a:lnTo>
                <a:lnTo>
                  <a:pt x="183197" y="30546"/>
                </a:lnTo>
                <a:lnTo>
                  <a:pt x="182767" y="30830"/>
                </a:lnTo>
                <a:lnTo>
                  <a:pt x="182346" y="31120"/>
                </a:lnTo>
                <a:lnTo>
                  <a:pt x="181931" y="31418"/>
                </a:lnTo>
                <a:lnTo>
                  <a:pt x="181525" y="31722"/>
                </a:lnTo>
                <a:lnTo>
                  <a:pt x="181125" y="32034"/>
                </a:lnTo>
                <a:lnTo>
                  <a:pt x="180734" y="32352"/>
                </a:lnTo>
                <a:lnTo>
                  <a:pt x="180350" y="32677"/>
                </a:lnTo>
                <a:lnTo>
                  <a:pt x="179973" y="33009"/>
                </a:lnTo>
                <a:lnTo>
                  <a:pt x="179604" y="33349"/>
                </a:lnTo>
                <a:lnTo>
                  <a:pt x="179243" y="33695"/>
                </a:lnTo>
                <a:lnTo>
                  <a:pt x="178889" y="34048"/>
                </a:lnTo>
                <a:lnTo>
                  <a:pt x="178542" y="34408"/>
                </a:lnTo>
                <a:lnTo>
                  <a:pt x="178204" y="34775"/>
                </a:lnTo>
                <a:lnTo>
                  <a:pt x="177872" y="35149"/>
                </a:lnTo>
                <a:lnTo>
                  <a:pt x="177549" y="35529"/>
                </a:lnTo>
                <a:lnTo>
                  <a:pt x="177233" y="35917"/>
                </a:lnTo>
                <a:lnTo>
                  <a:pt x="176924" y="36312"/>
                </a:lnTo>
                <a:lnTo>
                  <a:pt x="176623" y="36714"/>
                </a:lnTo>
                <a:lnTo>
                  <a:pt x="176329" y="37122"/>
                </a:lnTo>
                <a:lnTo>
                  <a:pt x="176044" y="37538"/>
                </a:lnTo>
                <a:lnTo>
                  <a:pt x="175765" y="37960"/>
                </a:lnTo>
                <a:lnTo>
                  <a:pt x="175765" y="28207"/>
                </a:lnTo>
                <a:lnTo>
                  <a:pt x="165155" y="28207"/>
                </a:lnTo>
                <a:lnTo>
                  <a:pt x="165155" y="98196"/>
                </a:lnTo>
                <a:lnTo>
                  <a:pt x="177017" y="98196"/>
                </a:lnTo>
                <a:lnTo>
                  <a:pt x="177017" y="61844"/>
                </a:lnTo>
                <a:lnTo>
                  <a:pt x="177021" y="61055"/>
                </a:lnTo>
                <a:lnTo>
                  <a:pt x="177031" y="60281"/>
                </a:lnTo>
                <a:lnTo>
                  <a:pt x="177047" y="59523"/>
                </a:lnTo>
                <a:close/>
                <a:moveTo>
                  <a:pt x="619482" y="59651"/>
                </a:moveTo>
                <a:lnTo>
                  <a:pt x="619506" y="59038"/>
                </a:lnTo>
                <a:lnTo>
                  <a:pt x="619537" y="58430"/>
                </a:lnTo>
                <a:lnTo>
                  <a:pt x="619575" y="57826"/>
                </a:lnTo>
                <a:lnTo>
                  <a:pt x="619619" y="57226"/>
                </a:lnTo>
                <a:lnTo>
                  <a:pt x="619671" y="56630"/>
                </a:lnTo>
                <a:lnTo>
                  <a:pt x="619729" y="56039"/>
                </a:lnTo>
                <a:lnTo>
                  <a:pt x="619794" y="55451"/>
                </a:lnTo>
                <a:lnTo>
                  <a:pt x="619866" y="54868"/>
                </a:lnTo>
                <a:lnTo>
                  <a:pt x="619945" y="54288"/>
                </a:lnTo>
                <a:lnTo>
                  <a:pt x="620031" y="53713"/>
                </a:lnTo>
                <a:lnTo>
                  <a:pt x="620124" y="53142"/>
                </a:lnTo>
                <a:lnTo>
                  <a:pt x="620223" y="52575"/>
                </a:lnTo>
                <a:lnTo>
                  <a:pt x="620330" y="52012"/>
                </a:lnTo>
                <a:lnTo>
                  <a:pt x="620443" y="51454"/>
                </a:lnTo>
                <a:lnTo>
                  <a:pt x="620563" y="50899"/>
                </a:lnTo>
                <a:lnTo>
                  <a:pt x="620690" y="50349"/>
                </a:lnTo>
                <a:lnTo>
                  <a:pt x="620824" y="49802"/>
                </a:lnTo>
                <a:lnTo>
                  <a:pt x="620965" y="49260"/>
                </a:lnTo>
                <a:lnTo>
                  <a:pt x="621112" y="48722"/>
                </a:lnTo>
                <a:lnTo>
                  <a:pt x="621267" y="48188"/>
                </a:lnTo>
                <a:lnTo>
                  <a:pt x="621428" y="47658"/>
                </a:lnTo>
                <a:lnTo>
                  <a:pt x="621541" y="47315"/>
                </a:lnTo>
                <a:lnTo>
                  <a:pt x="621660" y="46978"/>
                </a:lnTo>
                <a:lnTo>
                  <a:pt x="621786" y="46648"/>
                </a:lnTo>
                <a:lnTo>
                  <a:pt x="621917" y="46323"/>
                </a:lnTo>
                <a:lnTo>
                  <a:pt x="622055" y="46005"/>
                </a:lnTo>
                <a:lnTo>
                  <a:pt x="622198" y="45694"/>
                </a:lnTo>
                <a:lnTo>
                  <a:pt x="622348" y="45388"/>
                </a:lnTo>
                <a:lnTo>
                  <a:pt x="622505" y="45089"/>
                </a:lnTo>
                <a:lnTo>
                  <a:pt x="622667" y="44796"/>
                </a:lnTo>
                <a:lnTo>
                  <a:pt x="622836" y="44510"/>
                </a:lnTo>
                <a:lnTo>
                  <a:pt x="623010" y="44230"/>
                </a:lnTo>
                <a:lnTo>
                  <a:pt x="623191" y="43956"/>
                </a:lnTo>
                <a:lnTo>
                  <a:pt x="623378" y="43688"/>
                </a:lnTo>
                <a:lnTo>
                  <a:pt x="623571" y="43427"/>
                </a:lnTo>
                <a:lnTo>
                  <a:pt x="623771" y="43172"/>
                </a:lnTo>
                <a:lnTo>
                  <a:pt x="623976" y="42923"/>
                </a:lnTo>
                <a:lnTo>
                  <a:pt x="624188" y="42681"/>
                </a:lnTo>
                <a:lnTo>
                  <a:pt x="624406" y="42445"/>
                </a:lnTo>
                <a:lnTo>
                  <a:pt x="624630" y="42215"/>
                </a:lnTo>
                <a:lnTo>
                  <a:pt x="624861" y="41992"/>
                </a:lnTo>
                <a:lnTo>
                  <a:pt x="625097" y="41774"/>
                </a:lnTo>
                <a:lnTo>
                  <a:pt x="625340" y="41564"/>
                </a:lnTo>
                <a:lnTo>
                  <a:pt x="625589" y="41359"/>
                </a:lnTo>
                <a:lnTo>
                  <a:pt x="625844" y="41161"/>
                </a:lnTo>
                <a:lnTo>
                  <a:pt x="626103" y="40969"/>
                </a:lnTo>
                <a:lnTo>
                  <a:pt x="626365" y="40786"/>
                </a:lnTo>
                <a:lnTo>
                  <a:pt x="626630" y="40611"/>
                </a:lnTo>
                <a:lnTo>
                  <a:pt x="626898" y="40445"/>
                </a:lnTo>
                <a:lnTo>
                  <a:pt x="627169" y="40286"/>
                </a:lnTo>
                <a:lnTo>
                  <a:pt x="627442" y="40135"/>
                </a:lnTo>
                <a:lnTo>
                  <a:pt x="627718" y="39993"/>
                </a:lnTo>
                <a:lnTo>
                  <a:pt x="627997" y="39859"/>
                </a:lnTo>
                <a:lnTo>
                  <a:pt x="628278" y="39733"/>
                </a:lnTo>
                <a:lnTo>
                  <a:pt x="628562" y="39615"/>
                </a:lnTo>
                <a:lnTo>
                  <a:pt x="628849" y="39505"/>
                </a:lnTo>
                <a:lnTo>
                  <a:pt x="629139" y="39403"/>
                </a:lnTo>
                <a:lnTo>
                  <a:pt x="629431" y="39309"/>
                </a:lnTo>
                <a:lnTo>
                  <a:pt x="629727" y="39224"/>
                </a:lnTo>
                <a:lnTo>
                  <a:pt x="630024" y="39147"/>
                </a:lnTo>
                <a:lnTo>
                  <a:pt x="630325" y="39077"/>
                </a:lnTo>
                <a:lnTo>
                  <a:pt x="630629" y="39016"/>
                </a:lnTo>
                <a:lnTo>
                  <a:pt x="630935" y="38964"/>
                </a:lnTo>
                <a:lnTo>
                  <a:pt x="631244" y="38919"/>
                </a:lnTo>
                <a:lnTo>
                  <a:pt x="631555" y="38882"/>
                </a:lnTo>
                <a:lnTo>
                  <a:pt x="631870" y="38854"/>
                </a:lnTo>
                <a:lnTo>
                  <a:pt x="632187" y="38833"/>
                </a:lnTo>
                <a:lnTo>
                  <a:pt x="632507" y="38821"/>
                </a:lnTo>
                <a:lnTo>
                  <a:pt x="632829" y="38817"/>
                </a:lnTo>
                <a:lnTo>
                  <a:pt x="633192" y="38821"/>
                </a:lnTo>
                <a:lnTo>
                  <a:pt x="633554" y="38835"/>
                </a:lnTo>
                <a:lnTo>
                  <a:pt x="633917" y="38857"/>
                </a:lnTo>
                <a:lnTo>
                  <a:pt x="634279" y="38888"/>
                </a:lnTo>
                <a:lnTo>
                  <a:pt x="634642" y="38929"/>
                </a:lnTo>
                <a:lnTo>
                  <a:pt x="635004" y="38978"/>
                </a:lnTo>
                <a:lnTo>
                  <a:pt x="635367" y="39036"/>
                </a:lnTo>
                <a:lnTo>
                  <a:pt x="635729" y="39103"/>
                </a:lnTo>
                <a:lnTo>
                  <a:pt x="636092" y="39178"/>
                </a:lnTo>
                <a:lnTo>
                  <a:pt x="636454" y="39263"/>
                </a:lnTo>
                <a:lnTo>
                  <a:pt x="636817" y="39357"/>
                </a:lnTo>
                <a:lnTo>
                  <a:pt x="637179" y="39460"/>
                </a:lnTo>
                <a:lnTo>
                  <a:pt x="637542" y="39571"/>
                </a:lnTo>
                <a:lnTo>
                  <a:pt x="637904" y="39692"/>
                </a:lnTo>
                <a:lnTo>
                  <a:pt x="638267" y="39821"/>
                </a:lnTo>
                <a:lnTo>
                  <a:pt x="638629" y="39959"/>
                </a:lnTo>
                <a:lnTo>
                  <a:pt x="638991" y="40107"/>
                </a:lnTo>
                <a:lnTo>
                  <a:pt x="639354" y="40263"/>
                </a:lnTo>
                <a:lnTo>
                  <a:pt x="639716" y="40428"/>
                </a:lnTo>
                <a:lnTo>
                  <a:pt x="640079" y="40602"/>
                </a:lnTo>
                <a:lnTo>
                  <a:pt x="640441" y="40785"/>
                </a:lnTo>
                <a:lnTo>
                  <a:pt x="640804" y="40977"/>
                </a:lnTo>
                <a:lnTo>
                  <a:pt x="641166" y="41178"/>
                </a:lnTo>
                <a:lnTo>
                  <a:pt x="641529" y="41387"/>
                </a:lnTo>
                <a:lnTo>
                  <a:pt x="645615" y="30431"/>
                </a:lnTo>
                <a:lnTo>
                  <a:pt x="645099" y="30120"/>
                </a:lnTo>
                <a:lnTo>
                  <a:pt x="644584" y="29823"/>
                </a:lnTo>
                <a:lnTo>
                  <a:pt x="644069" y="29539"/>
                </a:lnTo>
                <a:lnTo>
                  <a:pt x="643555" y="29268"/>
                </a:lnTo>
                <a:lnTo>
                  <a:pt x="643042" y="29010"/>
                </a:lnTo>
                <a:lnTo>
                  <a:pt x="642530" y="28766"/>
                </a:lnTo>
                <a:lnTo>
                  <a:pt x="642018" y="28534"/>
                </a:lnTo>
                <a:lnTo>
                  <a:pt x="641507" y="28316"/>
                </a:lnTo>
                <a:lnTo>
                  <a:pt x="640996" y="28112"/>
                </a:lnTo>
                <a:lnTo>
                  <a:pt x="640487" y="27920"/>
                </a:lnTo>
                <a:lnTo>
                  <a:pt x="639978" y="27742"/>
                </a:lnTo>
                <a:lnTo>
                  <a:pt x="639469" y="27576"/>
                </a:lnTo>
                <a:lnTo>
                  <a:pt x="638962" y="27424"/>
                </a:lnTo>
                <a:lnTo>
                  <a:pt x="638455" y="27286"/>
                </a:lnTo>
                <a:lnTo>
                  <a:pt x="637948" y="27160"/>
                </a:lnTo>
                <a:lnTo>
                  <a:pt x="637443" y="27048"/>
                </a:lnTo>
                <a:lnTo>
                  <a:pt x="636938" y="26949"/>
                </a:lnTo>
                <a:lnTo>
                  <a:pt x="636434" y="26863"/>
                </a:lnTo>
                <a:lnTo>
                  <a:pt x="635930" y="26790"/>
                </a:lnTo>
                <a:lnTo>
                  <a:pt x="635427" y="26731"/>
                </a:lnTo>
                <a:lnTo>
                  <a:pt x="634925" y="26684"/>
                </a:lnTo>
                <a:lnTo>
                  <a:pt x="634424" y="26651"/>
                </a:lnTo>
                <a:lnTo>
                  <a:pt x="633923" y="26632"/>
                </a:lnTo>
                <a:lnTo>
                  <a:pt x="633423" y="26625"/>
                </a:lnTo>
                <a:lnTo>
                  <a:pt x="633078" y="26629"/>
                </a:lnTo>
                <a:lnTo>
                  <a:pt x="632735" y="26641"/>
                </a:lnTo>
                <a:lnTo>
                  <a:pt x="632395" y="26662"/>
                </a:lnTo>
                <a:lnTo>
                  <a:pt x="632058" y="26690"/>
                </a:lnTo>
                <a:lnTo>
                  <a:pt x="631723" y="26727"/>
                </a:lnTo>
                <a:lnTo>
                  <a:pt x="631390" y="26772"/>
                </a:lnTo>
                <a:lnTo>
                  <a:pt x="631060" y="26826"/>
                </a:lnTo>
                <a:lnTo>
                  <a:pt x="630732" y="26887"/>
                </a:lnTo>
                <a:lnTo>
                  <a:pt x="630406" y="26957"/>
                </a:lnTo>
                <a:lnTo>
                  <a:pt x="630083" y="27035"/>
                </a:lnTo>
                <a:lnTo>
                  <a:pt x="629762" y="27121"/>
                </a:lnTo>
                <a:lnTo>
                  <a:pt x="629444" y="27215"/>
                </a:lnTo>
                <a:lnTo>
                  <a:pt x="629128" y="27317"/>
                </a:lnTo>
                <a:lnTo>
                  <a:pt x="628814" y="27428"/>
                </a:lnTo>
                <a:lnTo>
                  <a:pt x="628503" y="27547"/>
                </a:lnTo>
                <a:lnTo>
                  <a:pt x="628194" y="27674"/>
                </a:lnTo>
                <a:lnTo>
                  <a:pt x="627888" y="27809"/>
                </a:lnTo>
                <a:lnTo>
                  <a:pt x="627584" y="27953"/>
                </a:lnTo>
                <a:lnTo>
                  <a:pt x="627282" y="28104"/>
                </a:lnTo>
                <a:lnTo>
                  <a:pt x="626983" y="28264"/>
                </a:lnTo>
                <a:lnTo>
                  <a:pt x="626687" y="28432"/>
                </a:lnTo>
                <a:lnTo>
                  <a:pt x="626392" y="28608"/>
                </a:lnTo>
                <a:lnTo>
                  <a:pt x="626100" y="28792"/>
                </a:lnTo>
                <a:lnTo>
                  <a:pt x="625811" y="28985"/>
                </a:lnTo>
                <a:lnTo>
                  <a:pt x="625521" y="29191"/>
                </a:lnTo>
                <a:lnTo>
                  <a:pt x="625230" y="29413"/>
                </a:lnTo>
                <a:lnTo>
                  <a:pt x="624936" y="29654"/>
                </a:lnTo>
                <a:lnTo>
                  <a:pt x="624640" y="29912"/>
                </a:lnTo>
                <a:lnTo>
                  <a:pt x="624342" y="30187"/>
                </a:lnTo>
                <a:lnTo>
                  <a:pt x="624042" y="30481"/>
                </a:lnTo>
                <a:lnTo>
                  <a:pt x="623739" y="30791"/>
                </a:lnTo>
                <a:lnTo>
                  <a:pt x="623435" y="31119"/>
                </a:lnTo>
                <a:lnTo>
                  <a:pt x="623128" y="31465"/>
                </a:lnTo>
                <a:lnTo>
                  <a:pt x="622819" y="31828"/>
                </a:lnTo>
                <a:lnTo>
                  <a:pt x="622508" y="32209"/>
                </a:lnTo>
                <a:lnTo>
                  <a:pt x="622194" y="32607"/>
                </a:lnTo>
                <a:lnTo>
                  <a:pt x="621879" y="33022"/>
                </a:lnTo>
                <a:lnTo>
                  <a:pt x="621561" y="33456"/>
                </a:lnTo>
                <a:lnTo>
                  <a:pt x="621241" y="33906"/>
                </a:lnTo>
                <a:lnTo>
                  <a:pt x="620919" y="34374"/>
                </a:lnTo>
                <a:lnTo>
                  <a:pt x="620595" y="34860"/>
                </a:lnTo>
                <a:lnTo>
                  <a:pt x="620269" y="35364"/>
                </a:lnTo>
                <a:lnTo>
                  <a:pt x="619940" y="35884"/>
                </a:lnTo>
                <a:lnTo>
                  <a:pt x="619609" y="36423"/>
                </a:lnTo>
                <a:lnTo>
                  <a:pt x="619277" y="36978"/>
                </a:lnTo>
                <a:lnTo>
                  <a:pt x="618942" y="37552"/>
                </a:lnTo>
                <a:lnTo>
                  <a:pt x="618604" y="38143"/>
                </a:lnTo>
                <a:lnTo>
                  <a:pt x="618265" y="38751"/>
                </a:lnTo>
                <a:lnTo>
                  <a:pt x="618265" y="28207"/>
                </a:lnTo>
                <a:lnTo>
                  <a:pt x="607589" y="28207"/>
                </a:lnTo>
                <a:lnTo>
                  <a:pt x="607589" y="98196"/>
                </a:lnTo>
                <a:lnTo>
                  <a:pt x="619451" y="98196"/>
                </a:lnTo>
                <a:lnTo>
                  <a:pt x="619451" y="61512"/>
                </a:lnTo>
                <a:lnTo>
                  <a:pt x="619455" y="60888"/>
                </a:lnTo>
                <a:lnTo>
                  <a:pt x="619465" y="60267"/>
                </a:lnTo>
                <a:lnTo>
                  <a:pt x="619482" y="59651"/>
                </a:lnTo>
                <a:close/>
                <a:moveTo>
                  <a:pt x="664681" y="55685"/>
                </a:moveTo>
                <a:lnTo>
                  <a:pt x="664767" y="54698"/>
                </a:lnTo>
                <a:lnTo>
                  <a:pt x="664872" y="53742"/>
                </a:lnTo>
                <a:lnTo>
                  <a:pt x="664996" y="52815"/>
                </a:lnTo>
                <a:lnTo>
                  <a:pt x="665139" y="51919"/>
                </a:lnTo>
                <a:lnTo>
                  <a:pt x="665302" y="51052"/>
                </a:lnTo>
                <a:lnTo>
                  <a:pt x="665483" y="50216"/>
                </a:lnTo>
                <a:lnTo>
                  <a:pt x="665684" y="49409"/>
                </a:lnTo>
                <a:lnTo>
                  <a:pt x="665904" y="48633"/>
                </a:lnTo>
                <a:lnTo>
                  <a:pt x="666143" y="47887"/>
                </a:lnTo>
                <a:lnTo>
                  <a:pt x="666401" y="47170"/>
                </a:lnTo>
                <a:lnTo>
                  <a:pt x="666678" y="46484"/>
                </a:lnTo>
                <a:lnTo>
                  <a:pt x="666974" y="45827"/>
                </a:lnTo>
                <a:lnTo>
                  <a:pt x="667289" y="45201"/>
                </a:lnTo>
                <a:lnTo>
                  <a:pt x="667623" y="44605"/>
                </a:lnTo>
                <a:lnTo>
                  <a:pt x="667977" y="44038"/>
                </a:lnTo>
                <a:lnTo>
                  <a:pt x="668349" y="43502"/>
                </a:lnTo>
                <a:lnTo>
                  <a:pt x="668741" y="42996"/>
                </a:lnTo>
                <a:lnTo>
                  <a:pt x="669152" y="42520"/>
                </a:lnTo>
                <a:lnTo>
                  <a:pt x="669582" y="42073"/>
                </a:lnTo>
                <a:lnTo>
                  <a:pt x="670031" y="41657"/>
                </a:lnTo>
                <a:lnTo>
                  <a:pt x="670493" y="41264"/>
                </a:lnTo>
                <a:lnTo>
                  <a:pt x="670962" y="40888"/>
                </a:lnTo>
                <a:lnTo>
                  <a:pt x="671439" y="40528"/>
                </a:lnTo>
                <a:lnTo>
                  <a:pt x="671923" y="40185"/>
                </a:lnTo>
                <a:lnTo>
                  <a:pt x="672414" y="39859"/>
                </a:lnTo>
                <a:lnTo>
                  <a:pt x="672912" y="39550"/>
                </a:lnTo>
                <a:lnTo>
                  <a:pt x="673418" y="39257"/>
                </a:lnTo>
                <a:lnTo>
                  <a:pt x="673930" y="38981"/>
                </a:lnTo>
                <a:lnTo>
                  <a:pt x="674450" y="38722"/>
                </a:lnTo>
                <a:lnTo>
                  <a:pt x="674977" y="38479"/>
                </a:lnTo>
                <a:lnTo>
                  <a:pt x="675511" y="38253"/>
                </a:lnTo>
                <a:lnTo>
                  <a:pt x="676053" y="38044"/>
                </a:lnTo>
                <a:lnTo>
                  <a:pt x="676601" y="37852"/>
                </a:lnTo>
                <a:lnTo>
                  <a:pt x="677157" y="37676"/>
                </a:lnTo>
                <a:lnTo>
                  <a:pt x="677720" y="37517"/>
                </a:lnTo>
                <a:lnTo>
                  <a:pt x="678291" y="37375"/>
                </a:lnTo>
                <a:lnTo>
                  <a:pt x="678868" y="37250"/>
                </a:lnTo>
                <a:lnTo>
                  <a:pt x="679453" y="37141"/>
                </a:lnTo>
                <a:lnTo>
                  <a:pt x="680045" y="37049"/>
                </a:lnTo>
                <a:lnTo>
                  <a:pt x="680644" y="36974"/>
                </a:lnTo>
                <a:lnTo>
                  <a:pt x="681250" y="36915"/>
                </a:lnTo>
                <a:lnTo>
                  <a:pt x="681864" y="36873"/>
                </a:lnTo>
                <a:lnTo>
                  <a:pt x="682485" y="36848"/>
                </a:lnTo>
                <a:lnTo>
                  <a:pt x="683113" y="36840"/>
                </a:lnTo>
                <a:lnTo>
                  <a:pt x="683506" y="36844"/>
                </a:lnTo>
                <a:lnTo>
                  <a:pt x="683895" y="36855"/>
                </a:lnTo>
                <a:lnTo>
                  <a:pt x="684280" y="36873"/>
                </a:lnTo>
                <a:lnTo>
                  <a:pt x="684661" y="36899"/>
                </a:lnTo>
                <a:lnTo>
                  <a:pt x="685037" y="36933"/>
                </a:lnTo>
                <a:lnTo>
                  <a:pt x="685409" y="36974"/>
                </a:lnTo>
                <a:lnTo>
                  <a:pt x="685777" y="37022"/>
                </a:lnTo>
                <a:lnTo>
                  <a:pt x="686141" y="37078"/>
                </a:lnTo>
                <a:lnTo>
                  <a:pt x="686500" y="37141"/>
                </a:lnTo>
                <a:lnTo>
                  <a:pt x="686855" y="37212"/>
                </a:lnTo>
                <a:lnTo>
                  <a:pt x="687206" y="37290"/>
                </a:lnTo>
                <a:lnTo>
                  <a:pt x="687553" y="37376"/>
                </a:lnTo>
                <a:lnTo>
                  <a:pt x="687895" y="37469"/>
                </a:lnTo>
                <a:lnTo>
                  <a:pt x="688234" y="37569"/>
                </a:lnTo>
                <a:lnTo>
                  <a:pt x="688568" y="37677"/>
                </a:lnTo>
                <a:lnTo>
                  <a:pt x="688898" y="37793"/>
                </a:lnTo>
                <a:lnTo>
                  <a:pt x="689223" y="37916"/>
                </a:lnTo>
                <a:lnTo>
                  <a:pt x="689544" y="38046"/>
                </a:lnTo>
                <a:lnTo>
                  <a:pt x="689862" y="38184"/>
                </a:lnTo>
                <a:lnTo>
                  <a:pt x="690174" y="38329"/>
                </a:lnTo>
                <a:lnTo>
                  <a:pt x="690483" y="38481"/>
                </a:lnTo>
                <a:lnTo>
                  <a:pt x="690787" y="38641"/>
                </a:lnTo>
                <a:lnTo>
                  <a:pt x="691088" y="38809"/>
                </a:lnTo>
                <a:lnTo>
                  <a:pt x="691384" y="38984"/>
                </a:lnTo>
                <a:lnTo>
                  <a:pt x="691674" y="39165"/>
                </a:lnTo>
                <a:lnTo>
                  <a:pt x="691956" y="39351"/>
                </a:lnTo>
                <a:lnTo>
                  <a:pt x="692232" y="39543"/>
                </a:lnTo>
                <a:lnTo>
                  <a:pt x="692499" y="39739"/>
                </a:lnTo>
                <a:lnTo>
                  <a:pt x="692760" y="39940"/>
                </a:lnTo>
                <a:lnTo>
                  <a:pt x="693013" y="40147"/>
                </a:lnTo>
                <a:lnTo>
                  <a:pt x="693258" y="40358"/>
                </a:lnTo>
                <a:lnTo>
                  <a:pt x="693496" y="40574"/>
                </a:lnTo>
                <a:lnTo>
                  <a:pt x="693727" y="40796"/>
                </a:lnTo>
                <a:lnTo>
                  <a:pt x="693950" y="41023"/>
                </a:lnTo>
                <a:lnTo>
                  <a:pt x="694166" y="41254"/>
                </a:lnTo>
                <a:lnTo>
                  <a:pt x="694374" y="41491"/>
                </a:lnTo>
                <a:lnTo>
                  <a:pt x="694575" y="41732"/>
                </a:lnTo>
                <a:lnTo>
                  <a:pt x="694768" y="41979"/>
                </a:lnTo>
                <a:lnTo>
                  <a:pt x="694954" y="42231"/>
                </a:lnTo>
                <a:lnTo>
                  <a:pt x="695133" y="42488"/>
                </a:lnTo>
                <a:lnTo>
                  <a:pt x="695304" y="42750"/>
                </a:lnTo>
                <a:lnTo>
                  <a:pt x="695468" y="43016"/>
                </a:lnTo>
                <a:lnTo>
                  <a:pt x="695624" y="43288"/>
                </a:lnTo>
                <a:lnTo>
                  <a:pt x="695773" y="43565"/>
                </a:lnTo>
                <a:lnTo>
                  <a:pt x="695914" y="43847"/>
                </a:lnTo>
                <a:lnTo>
                  <a:pt x="696048" y="44134"/>
                </a:lnTo>
                <a:lnTo>
                  <a:pt x="696174" y="44426"/>
                </a:lnTo>
                <a:lnTo>
                  <a:pt x="696293" y="44724"/>
                </a:lnTo>
                <a:lnTo>
                  <a:pt x="696406" y="45030"/>
                </a:lnTo>
                <a:lnTo>
                  <a:pt x="696514" y="45348"/>
                </a:lnTo>
                <a:lnTo>
                  <a:pt x="696618" y="45680"/>
                </a:lnTo>
                <a:lnTo>
                  <a:pt x="696716" y="46024"/>
                </a:lnTo>
                <a:lnTo>
                  <a:pt x="696810" y="46381"/>
                </a:lnTo>
                <a:lnTo>
                  <a:pt x="696899" y="46750"/>
                </a:lnTo>
                <a:lnTo>
                  <a:pt x="696983" y="47133"/>
                </a:lnTo>
                <a:lnTo>
                  <a:pt x="697062" y="47528"/>
                </a:lnTo>
                <a:lnTo>
                  <a:pt x="697137" y="47935"/>
                </a:lnTo>
                <a:lnTo>
                  <a:pt x="697206" y="48356"/>
                </a:lnTo>
                <a:lnTo>
                  <a:pt x="697271" y="48789"/>
                </a:lnTo>
                <a:lnTo>
                  <a:pt x="697331" y="49235"/>
                </a:lnTo>
                <a:lnTo>
                  <a:pt x="697387" y="49693"/>
                </a:lnTo>
                <a:lnTo>
                  <a:pt x="697437" y="50165"/>
                </a:lnTo>
                <a:lnTo>
                  <a:pt x="697483" y="50649"/>
                </a:lnTo>
                <a:lnTo>
                  <a:pt x="697524" y="51146"/>
                </a:lnTo>
                <a:lnTo>
                  <a:pt x="697560" y="51655"/>
                </a:lnTo>
                <a:lnTo>
                  <a:pt x="697591" y="52177"/>
                </a:lnTo>
                <a:lnTo>
                  <a:pt x="697617" y="52712"/>
                </a:lnTo>
                <a:lnTo>
                  <a:pt x="697639" y="53260"/>
                </a:lnTo>
                <a:lnTo>
                  <a:pt x="697656" y="53820"/>
                </a:lnTo>
                <a:lnTo>
                  <a:pt x="697668" y="54393"/>
                </a:lnTo>
                <a:lnTo>
                  <a:pt x="697675" y="54979"/>
                </a:lnTo>
                <a:lnTo>
                  <a:pt x="697677" y="55577"/>
                </a:lnTo>
                <a:lnTo>
                  <a:pt x="697677" y="98196"/>
                </a:lnTo>
                <a:lnTo>
                  <a:pt x="709540" y="98196"/>
                </a:lnTo>
                <a:lnTo>
                  <a:pt x="709540" y="55161"/>
                </a:lnTo>
                <a:lnTo>
                  <a:pt x="709539" y="54483"/>
                </a:lnTo>
                <a:lnTo>
                  <a:pt x="709535" y="53822"/>
                </a:lnTo>
                <a:lnTo>
                  <a:pt x="709530" y="53179"/>
                </a:lnTo>
                <a:lnTo>
                  <a:pt x="709522" y="52552"/>
                </a:lnTo>
                <a:lnTo>
                  <a:pt x="709511" y="51943"/>
                </a:lnTo>
                <a:lnTo>
                  <a:pt x="709499" y="51351"/>
                </a:lnTo>
                <a:lnTo>
                  <a:pt x="709484" y="50776"/>
                </a:lnTo>
                <a:lnTo>
                  <a:pt x="709467" y="50218"/>
                </a:lnTo>
                <a:lnTo>
                  <a:pt x="709447" y="49678"/>
                </a:lnTo>
                <a:lnTo>
                  <a:pt x="709425" y="49154"/>
                </a:lnTo>
                <a:lnTo>
                  <a:pt x="709401" y="48648"/>
                </a:lnTo>
                <a:lnTo>
                  <a:pt x="709375" y="48159"/>
                </a:lnTo>
                <a:lnTo>
                  <a:pt x="709347" y="47687"/>
                </a:lnTo>
                <a:lnTo>
                  <a:pt x="709316" y="47232"/>
                </a:lnTo>
                <a:lnTo>
                  <a:pt x="709282" y="46794"/>
                </a:lnTo>
                <a:lnTo>
                  <a:pt x="709247" y="46374"/>
                </a:lnTo>
                <a:lnTo>
                  <a:pt x="709209" y="45971"/>
                </a:lnTo>
                <a:lnTo>
                  <a:pt x="709169" y="45584"/>
                </a:lnTo>
                <a:lnTo>
                  <a:pt x="709127" y="45215"/>
                </a:lnTo>
                <a:lnTo>
                  <a:pt x="709082" y="44864"/>
                </a:lnTo>
                <a:lnTo>
                  <a:pt x="709035" y="44529"/>
                </a:lnTo>
                <a:lnTo>
                  <a:pt x="708986" y="44211"/>
                </a:lnTo>
                <a:lnTo>
                  <a:pt x="708935" y="43911"/>
                </a:lnTo>
                <a:lnTo>
                  <a:pt x="708881" y="43628"/>
                </a:lnTo>
                <a:lnTo>
                  <a:pt x="708790" y="43207"/>
                </a:lnTo>
                <a:lnTo>
                  <a:pt x="708694" y="42792"/>
                </a:lnTo>
                <a:lnTo>
                  <a:pt x="708593" y="42381"/>
                </a:lnTo>
                <a:lnTo>
                  <a:pt x="708485" y="41975"/>
                </a:lnTo>
                <a:lnTo>
                  <a:pt x="708373" y="41574"/>
                </a:lnTo>
                <a:lnTo>
                  <a:pt x="708255" y="41177"/>
                </a:lnTo>
                <a:lnTo>
                  <a:pt x="708131" y="40786"/>
                </a:lnTo>
                <a:lnTo>
                  <a:pt x="708002" y="40399"/>
                </a:lnTo>
                <a:lnTo>
                  <a:pt x="707868" y="40017"/>
                </a:lnTo>
                <a:lnTo>
                  <a:pt x="707728" y="39639"/>
                </a:lnTo>
                <a:lnTo>
                  <a:pt x="707582" y="39267"/>
                </a:lnTo>
                <a:lnTo>
                  <a:pt x="707431" y="38899"/>
                </a:lnTo>
                <a:lnTo>
                  <a:pt x="707274" y="38537"/>
                </a:lnTo>
                <a:lnTo>
                  <a:pt x="707112" y="38179"/>
                </a:lnTo>
                <a:lnTo>
                  <a:pt x="706945" y="37825"/>
                </a:lnTo>
                <a:lnTo>
                  <a:pt x="706772" y="37477"/>
                </a:lnTo>
                <a:lnTo>
                  <a:pt x="706593" y="37133"/>
                </a:lnTo>
                <a:lnTo>
                  <a:pt x="706410" y="36795"/>
                </a:lnTo>
                <a:lnTo>
                  <a:pt x="706220" y="36461"/>
                </a:lnTo>
                <a:lnTo>
                  <a:pt x="706025" y="36131"/>
                </a:lnTo>
                <a:lnTo>
                  <a:pt x="705825" y="35807"/>
                </a:lnTo>
                <a:lnTo>
                  <a:pt x="705619" y="35488"/>
                </a:lnTo>
                <a:lnTo>
                  <a:pt x="705407" y="35173"/>
                </a:lnTo>
                <a:lnTo>
                  <a:pt x="705190" y="34863"/>
                </a:lnTo>
                <a:lnTo>
                  <a:pt x="704966" y="34558"/>
                </a:lnTo>
                <a:lnTo>
                  <a:pt x="704732" y="34258"/>
                </a:lnTo>
                <a:lnTo>
                  <a:pt x="704490" y="33962"/>
                </a:lnTo>
                <a:lnTo>
                  <a:pt x="704237" y="33672"/>
                </a:lnTo>
                <a:lnTo>
                  <a:pt x="703976" y="33387"/>
                </a:lnTo>
                <a:lnTo>
                  <a:pt x="703705" y="33106"/>
                </a:lnTo>
                <a:lnTo>
                  <a:pt x="703425" y="32831"/>
                </a:lnTo>
                <a:lnTo>
                  <a:pt x="703136" y="32560"/>
                </a:lnTo>
                <a:lnTo>
                  <a:pt x="702838" y="32294"/>
                </a:lnTo>
                <a:lnTo>
                  <a:pt x="702530" y="32033"/>
                </a:lnTo>
                <a:lnTo>
                  <a:pt x="702213" y="31777"/>
                </a:lnTo>
                <a:lnTo>
                  <a:pt x="701887" y="31526"/>
                </a:lnTo>
                <a:lnTo>
                  <a:pt x="701551" y="31280"/>
                </a:lnTo>
                <a:lnTo>
                  <a:pt x="701207" y="31039"/>
                </a:lnTo>
                <a:lnTo>
                  <a:pt x="700853" y="30803"/>
                </a:lnTo>
                <a:lnTo>
                  <a:pt x="700489" y="30572"/>
                </a:lnTo>
                <a:lnTo>
                  <a:pt x="700117" y="30345"/>
                </a:lnTo>
                <a:lnTo>
                  <a:pt x="699735" y="30124"/>
                </a:lnTo>
                <a:lnTo>
                  <a:pt x="699344" y="29907"/>
                </a:lnTo>
                <a:lnTo>
                  <a:pt x="698943" y="29696"/>
                </a:lnTo>
                <a:lnTo>
                  <a:pt x="698534" y="29489"/>
                </a:lnTo>
                <a:lnTo>
                  <a:pt x="698115" y="29287"/>
                </a:lnTo>
                <a:lnTo>
                  <a:pt x="697686" y="29091"/>
                </a:lnTo>
                <a:lnTo>
                  <a:pt x="697249" y="28899"/>
                </a:lnTo>
                <a:lnTo>
                  <a:pt x="696805" y="28713"/>
                </a:lnTo>
                <a:lnTo>
                  <a:pt x="696358" y="28535"/>
                </a:lnTo>
                <a:lnTo>
                  <a:pt x="695907" y="28366"/>
                </a:lnTo>
                <a:lnTo>
                  <a:pt x="695452" y="28204"/>
                </a:lnTo>
                <a:lnTo>
                  <a:pt x="694994" y="28050"/>
                </a:lnTo>
                <a:lnTo>
                  <a:pt x="694532" y="27904"/>
                </a:lnTo>
                <a:lnTo>
                  <a:pt x="694067" y="27766"/>
                </a:lnTo>
                <a:lnTo>
                  <a:pt x="693599" y="27635"/>
                </a:lnTo>
                <a:lnTo>
                  <a:pt x="693126" y="27513"/>
                </a:lnTo>
                <a:lnTo>
                  <a:pt x="692651" y="27399"/>
                </a:lnTo>
                <a:lnTo>
                  <a:pt x="692171" y="27292"/>
                </a:lnTo>
                <a:lnTo>
                  <a:pt x="691688" y="27193"/>
                </a:lnTo>
                <a:lnTo>
                  <a:pt x="691202" y="27103"/>
                </a:lnTo>
                <a:lnTo>
                  <a:pt x="690712" y="27020"/>
                </a:lnTo>
                <a:lnTo>
                  <a:pt x="690218" y="26945"/>
                </a:lnTo>
                <a:lnTo>
                  <a:pt x="689721" y="26878"/>
                </a:lnTo>
                <a:lnTo>
                  <a:pt x="689221" y="26818"/>
                </a:lnTo>
                <a:lnTo>
                  <a:pt x="688717" y="26767"/>
                </a:lnTo>
                <a:lnTo>
                  <a:pt x="688209" y="26724"/>
                </a:lnTo>
                <a:lnTo>
                  <a:pt x="687698" y="26688"/>
                </a:lnTo>
                <a:lnTo>
                  <a:pt x="687183" y="26660"/>
                </a:lnTo>
                <a:lnTo>
                  <a:pt x="686664" y="26641"/>
                </a:lnTo>
                <a:lnTo>
                  <a:pt x="686142" y="26629"/>
                </a:lnTo>
                <a:lnTo>
                  <a:pt x="685617" y="26625"/>
                </a:lnTo>
                <a:lnTo>
                  <a:pt x="684415" y="26645"/>
                </a:lnTo>
                <a:lnTo>
                  <a:pt x="683237" y="26705"/>
                </a:lnTo>
                <a:lnTo>
                  <a:pt x="682083" y="26804"/>
                </a:lnTo>
                <a:lnTo>
                  <a:pt x="680953" y="26943"/>
                </a:lnTo>
                <a:lnTo>
                  <a:pt x="679846" y="27123"/>
                </a:lnTo>
                <a:lnTo>
                  <a:pt x="678763" y="27342"/>
                </a:lnTo>
                <a:lnTo>
                  <a:pt x="677704" y="27600"/>
                </a:lnTo>
                <a:lnTo>
                  <a:pt x="676669" y="27899"/>
                </a:lnTo>
                <a:lnTo>
                  <a:pt x="675657" y="28237"/>
                </a:lnTo>
                <a:lnTo>
                  <a:pt x="674670" y="28616"/>
                </a:lnTo>
                <a:lnTo>
                  <a:pt x="673706" y="29034"/>
                </a:lnTo>
                <a:lnTo>
                  <a:pt x="672766" y="29492"/>
                </a:lnTo>
                <a:lnTo>
                  <a:pt x="671850" y="29989"/>
                </a:lnTo>
                <a:lnTo>
                  <a:pt x="670957" y="30527"/>
                </a:lnTo>
                <a:lnTo>
                  <a:pt x="670089" y="31104"/>
                </a:lnTo>
                <a:lnTo>
                  <a:pt x="669244" y="31721"/>
                </a:lnTo>
                <a:lnTo>
                  <a:pt x="668423" y="32378"/>
                </a:lnTo>
                <a:lnTo>
                  <a:pt x="667625" y="33075"/>
                </a:lnTo>
                <a:lnTo>
                  <a:pt x="666852" y="33812"/>
                </a:lnTo>
                <a:lnTo>
                  <a:pt x="666102" y="34588"/>
                </a:lnTo>
                <a:lnTo>
                  <a:pt x="665376" y="35404"/>
                </a:lnTo>
                <a:lnTo>
                  <a:pt x="664674" y="36261"/>
                </a:lnTo>
                <a:lnTo>
                  <a:pt x="663996" y="37156"/>
                </a:lnTo>
                <a:lnTo>
                  <a:pt x="663342" y="38092"/>
                </a:lnTo>
                <a:lnTo>
                  <a:pt x="663342" y="28207"/>
                </a:lnTo>
                <a:lnTo>
                  <a:pt x="652665" y="28207"/>
                </a:lnTo>
                <a:lnTo>
                  <a:pt x="652665" y="98196"/>
                </a:lnTo>
                <a:lnTo>
                  <a:pt x="664528" y="98196"/>
                </a:lnTo>
                <a:lnTo>
                  <a:pt x="664528" y="59931"/>
                </a:lnTo>
                <a:lnTo>
                  <a:pt x="664538" y="58824"/>
                </a:lnTo>
                <a:lnTo>
                  <a:pt x="664566" y="57748"/>
                </a:lnTo>
                <a:lnTo>
                  <a:pt x="664614" y="56701"/>
                </a:lnTo>
                <a:lnTo>
                  <a:pt x="664681" y="55685"/>
                </a:lnTo>
                <a:close/>
                <a:moveTo>
                  <a:pt x="739624" y="58780"/>
                </a:moveTo>
                <a:lnTo>
                  <a:pt x="739654" y="58053"/>
                </a:lnTo>
                <a:lnTo>
                  <a:pt x="739691" y="57341"/>
                </a:lnTo>
                <a:lnTo>
                  <a:pt x="739734" y="56645"/>
                </a:lnTo>
                <a:lnTo>
                  <a:pt x="739784" y="55965"/>
                </a:lnTo>
                <a:lnTo>
                  <a:pt x="739840" y="55300"/>
                </a:lnTo>
                <a:lnTo>
                  <a:pt x="739903" y="54651"/>
                </a:lnTo>
                <a:lnTo>
                  <a:pt x="739973" y="54018"/>
                </a:lnTo>
                <a:lnTo>
                  <a:pt x="740049" y="53400"/>
                </a:lnTo>
                <a:lnTo>
                  <a:pt x="740132" y="52797"/>
                </a:lnTo>
                <a:lnTo>
                  <a:pt x="740222" y="52210"/>
                </a:lnTo>
                <a:lnTo>
                  <a:pt x="740318" y="51639"/>
                </a:lnTo>
                <a:lnTo>
                  <a:pt x="740421" y="51083"/>
                </a:lnTo>
                <a:lnTo>
                  <a:pt x="740530" y="50543"/>
                </a:lnTo>
                <a:lnTo>
                  <a:pt x="740646" y="50019"/>
                </a:lnTo>
                <a:lnTo>
                  <a:pt x="740769" y="49510"/>
                </a:lnTo>
                <a:lnTo>
                  <a:pt x="740899" y="49017"/>
                </a:lnTo>
                <a:lnTo>
                  <a:pt x="741035" y="48539"/>
                </a:lnTo>
                <a:lnTo>
                  <a:pt x="741177" y="48077"/>
                </a:lnTo>
                <a:lnTo>
                  <a:pt x="741327" y="47630"/>
                </a:lnTo>
                <a:lnTo>
                  <a:pt x="741483" y="47199"/>
                </a:lnTo>
                <a:lnTo>
                  <a:pt x="741646" y="46780"/>
                </a:lnTo>
                <a:lnTo>
                  <a:pt x="741817" y="46369"/>
                </a:lnTo>
                <a:lnTo>
                  <a:pt x="741997" y="45967"/>
                </a:lnTo>
                <a:lnTo>
                  <a:pt x="742185" y="45573"/>
                </a:lnTo>
                <a:lnTo>
                  <a:pt x="742380" y="45188"/>
                </a:lnTo>
                <a:lnTo>
                  <a:pt x="742584" y="44811"/>
                </a:lnTo>
                <a:lnTo>
                  <a:pt x="742796" y="44443"/>
                </a:lnTo>
                <a:lnTo>
                  <a:pt x="743017" y="44083"/>
                </a:lnTo>
                <a:lnTo>
                  <a:pt x="743245" y="43732"/>
                </a:lnTo>
                <a:lnTo>
                  <a:pt x="743481" y="43389"/>
                </a:lnTo>
                <a:lnTo>
                  <a:pt x="743726" y="43055"/>
                </a:lnTo>
                <a:lnTo>
                  <a:pt x="743979" y="42729"/>
                </a:lnTo>
                <a:lnTo>
                  <a:pt x="744239" y="42412"/>
                </a:lnTo>
                <a:lnTo>
                  <a:pt x="744508" y="42103"/>
                </a:lnTo>
                <a:lnTo>
                  <a:pt x="744785" y="41802"/>
                </a:lnTo>
                <a:lnTo>
                  <a:pt x="745071" y="41510"/>
                </a:lnTo>
                <a:lnTo>
                  <a:pt x="745364" y="41227"/>
                </a:lnTo>
                <a:lnTo>
                  <a:pt x="745665" y="40952"/>
                </a:lnTo>
                <a:lnTo>
                  <a:pt x="745975" y="40685"/>
                </a:lnTo>
                <a:lnTo>
                  <a:pt x="746293" y="40427"/>
                </a:lnTo>
                <a:lnTo>
                  <a:pt x="746618" y="40178"/>
                </a:lnTo>
                <a:lnTo>
                  <a:pt x="746952" y="39937"/>
                </a:lnTo>
                <a:lnTo>
                  <a:pt x="747294" y="39704"/>
                </a:lnTo>
                <a:lnTo>
                  <a:pt x="747645" y="39480"/>
                </a:lnTo>
                <a:lnTo>
                  <a:pt x="748000" y="39265"/>
                </a:lnTo>
                <a:lnTo>
                  <a:pt x="748358" y="39058"/>
                </a:lnTo>
                <a:lnTo>
                  <a:pt x="748719" y="38861"/>
                </a:lnTo>
                <a:lnTo>
                  <a:pt x="749082" y="38673"/>
                </a:lnTo>
                <a:lnTo>
                  <a:pt x="749449" y="38495"/>
                </a:lnTo>
                <a:lnTo>
                  <a:pt x="749817" y="38325"/>
                </a:lnTo>
                <a:lnTo>
                  <a:pt x="750189" y="38165"/>
                </a:lnTo>
                <a:lnTo>
                  <a:pt x="750563" y="38013"/>
                </a:lnTo>
                <a:lnTo>
                  <a:pt x="750939" y="37871"/>
                </a:lnTo>
                <a:lnTo>
                  <a:pt x="751318" y="37738"/>
                </a:lnTo>
                <a:lnTo>
                  <a:pt x="751700" y="37615"/>
                </a:lnTo>
                <a:lnTo>
                  <a:pt x="752085" y="37500"/>
                </a:lnTo>
                <a:lnTo>
                  <a:pt x="752472" y="37395"/>
                </a:lnTo>
                <a:lnTo>
                  <a:pt x="752862" y="37298"/>
                </a:lnTo>
                <a:lnTo>
                  <a:pt x="753254" y="37211"/>
                </a:lnTo>
                <a:lnTo>
                  <a:pt x="753649" y="37133"/>
                </a:lnTo>
                <a:lnTo>
                  <a:pt x="754047" y="37065"/>
                </a:lnTo>
                <a:lnTo>
                  <a:pt x="754447" y="37005"/>
                </a:lnTo>
                <a:lnTo>
                  <a:pt x="754850" y="36955"/>
                </a:lnTo>
                <a:lnTo>
                  <a:pt x="755255" y="36913"/>
                </a:lnTo>
                <a:lnTo>
                  <a:pt x="755664" y="36881"/>
                </a:lnTo>
                <a:lnTo>
                  <a:pt x="756074" y="36858"/>
                </a:lnTo>
                <a:lnTo>
                  <a:pt x="756488" y="36845"/>
                </a:lnTo>
                <a:lnTo>
                  <a:pt x="756904" y="36840"/>
                </a:lnTo>
                <a:lnTo>
                  <a:pt x="757447" y="36847"/>
                </a:lnTo>
                <a:lnTo>
                  <a:pt x="757977" y="36867"/>
                </a:lnTo>
                <a:lnTo>
                  <a:pt x="758494" y="36902"/>
                </a:lnTo>
                <a:lnTo>
                  <a:pt x="758998" y="36950"/>
                </a:lnTo>
                <a:lnTo>
                  <a:pt x="759490" y="37012"/>
                </a:lnTo>
                <a:lnTo>
                  <a:pt x="759968" y="37087"/>
                </a:lnTo>
                <a:lnTo>
                  <a:pt x="760434" y="37177"/>
                </a:lnTo>
                <a:lnTo>
                  <a:pt x="760887" y="37280"/>
                </a:lnTo>
                <a:lnTo>
                  <a:pt x="761328" y="37397"/>
                </a:lnTo>
                <a:lnTo>
                  <a:pt x="761755" y="37527"/>
                </a:lnTo>
                <a:lnTo>
                  <a:pt x="762170" y="37671"/>
                </a:lnTo>
                <a:lnTo>
                  <a:pt x="762572" y="37830"/>
                </a:lnTo>
                <a:lnTo>
                  <a:pt x="762961" y="38001"/>
                </a:lnTo>
                <a:lnTo>
                  <a:pt x="763337" y="38187"/>
                </a:lnTo>
                <a:lnTo>
                  <a:pt x="763700" y="38386"/>
                </a:lnTo>
                <a:lnTo>
                  <a:pt x="764051" y="38599"/>
                </a:lnTo>
                <a:lnTo>
                  <a:pt x="764389" y="38826"/>
                </a:lnTo>
                <a:lnTo>
                  <a:pt x="764713" y="39066"/>
                </a:lnTo>
                <a:lnTo>
                  <a:pt x="765026" y="39321"/>
                </a:lnTo>
                <a:lnTo>
                  <a:pt x="765325" y="39589"/>
                </a:lnTo>
                <a:lnTo>
                  <a:pt x="765611" y="39871"/>
                </a:lnTo>
                <a:lnTo>
                  <a:pt x="765885" y="40166"/>
                </a:lnTo>
                <a:lnTo>
                  <a:pt x="766146" y="40475"/>
                </a:lnTo>
                <a:lnTo>
                  <a:pt x="766394" y="40798"/>
                </a:lnTo>
                <a:lnTo>
                  <a:pt x="766631" y="41135"/>
                </a:lnTo>
                <a:lnTo>
                  <a:pt x="766857" y="41485"/>
                </a:lnTo>
                <a:lnTo>
                  <a:pt x="767074" y="41850"/>
                </a:lnTo>
                <a:lnTo>
                  <a:pt x="767280" y="42228"/>
                </a:lnTo>
                <a:lnTo>
                  <a:pt x="767476" y="42619"/>
                </a:lnTo>
                <a:lnTo>
                  <a:pt x="767663" y="43025"/>
                </a:lnTo>
                <a:lnTo>
                  <a:pt x="767839" y="43444"/>
                </a:lnTo>
                <a:lnTo>
                  <a:pt x="768005" y="43877"/>
                </a:lnTo>
                <a:lnTo>
                  <a:pt x="768161" y="44324"/>
                </a:lnTo>
                <a:lnTo>
                  <a:pt x="768307" y="44784"/>
                </a:lnTo>
                <a:lnTo>
                  <a:pt x="768443" y="45258"/>
                </a:lnTo>
                <a:lnTo>
                  <a:pt x="768569" y="45746"/>
                </a:lnTo>
                <a:lnTo>
                  <a:pt x="768685" y="46248"/>
                </a:lnTo>
                <a:lnTo>
                  <a:pt x="768790" y="46763"/>
                </a:lnTo>
                <a:lnTo>
                  <a:pt x="768886" y="47292"/>
                </a:lnTo>
                <a:lnTo>
                  <a:pt x="768972" y="47835"/>
                </a:lnTo>
                <a:lnTo>
                  <a:pt x="769047" y="48392"/>
                </a:lnTo>
                <a:lnTo>
                  <a:pt x="769112" y="48962"/>
                </a:lnTo>
                <a:lnTo>
                  <a:pt x="769168" y="49546"/>
                </a:lnTo>
                <a:lnTo>
                  <a:pt x="769213" y="50144"/>
                </a:lnTo>
                <a:lnTo>
                  <a:pt x="769248" y="50756"/>
                </a:lnTo>
                <a:lnTo>
                  <a:pt x="769274" y="51381"/>
                </a:lnTo>
                <a:lnTo>
                  <a:pt x="769289" y="52020"/>
                </a:lnTo>
                <a:lnTo>
                  <a:pt x="769294" y="52673"/>
                </a:lnTo>
                <a:lnTo>
                  <a:pt x="769294" y="98196"/>
                </a:lnTo>
                <a:lnTo>
                  <a:pt x="781156" y="98196"/>
                </a:lnTo>
                <a:lnTo>
                  <a:pt x="781156" y="57490"/>
                </a:lnTo>
                <a:lnTo>
                  <a:pt x="781165" y="56599"/>
                </a:lnTo>
                <a:lnTo>
                  <a:pt x="781190" y="55728"/>
                </a:lnTo>
                <a:lnTo>
                  <a:pt x="781233" y="54877"/>
                </a:lnTo>
                <a:lnTo>
                  <a:pt x="781292" y="54048"/>
                </a:lnTo>
                <a:lnTo>
                  <a:pt x="781368" y="53238"/>
                </a:lnTo>
                <a:lnTo>
                  <a:pt x="781461" y="52449"/>
                </a:lnTo>
                <a:lnTo>
                  <a:pt x="781571" y="51681"/>
                </a:lnTo>
                <a:lnTo>
                  <a:pt x="781698" y="50933"/>
                </a:lnTo>
                <a:lnTo>
                  <a:pt x="781842" y="50206"/>
                </a:lnTo>
                <a:lnTo>
                  <a:pt x="782003" y="49499"/>
                </a:lnTo>
                <a:lnTo>
                  <a:pt x="782181" y="48812"/>
                </a:lnTo>
                <a:lnTo>
                  <a:pt x="782376" y="48146"/>
                </a:lnTo>
                <a:lnTo>
                  <a:pt x="782587" y="47501"/>
                </a:lnTo>
                <a:lnTo>
                  <a:pt x="782816" y="46876"/>
                </a:lnTo>
                <a:lnTo>
                  <a:pt x="783061" y="46272"/>
                </a:lnTo>
                <a:lnTo>
                  <a:pt x="783324" y="45688"/>
                </a:lnTo>
                <a:lnTo>
                  <a:pt x="783603" y="45125"/>
                </a:lnTo>
                <a:lnTo>
                  <a:pt x="783900" y="44582"/>
                </a:lnTo>
                <a:lnTo>
                  <a:pt x="784213" y="44060"/>
                </a:lnTo>
                <a:lnTo>
                  <a:pt x="784543" y="43558"/>
                </a:lnTo>
                <a:lnTo>
                  <a:pt x="784890" y="43077"/>
                </a:lnTo>
                <a:lnTo>
                  <a:pt x="785254" y="42616"/>
                </a:lnTo>
                <a:lnTo>
                  <a:pt x="785635" y="42176"/>
                </a:lnTo>
                <a:lnTo>
                  <a:pt x="786033" y="41756"/>
                </a:lnTo>
                <a:lnTo>
                  <a:pt x="786444" y="41355"/>
                </a:lnTo>
                <a:lnTo>
                  <a:pt x="786863" y="40971"/>
                </a:lnTo>
                <a:lnTo>
                  <a:pt x="787291" y="40604"/>
                </a:lnTo>
                <a:lnTo>
                  <a:pt x="787728" y="40254"/>
                </a:lnTo>
                <a:lnTo>
                  <a:pt x="788174" y="39921"/>
                </a:lnTo>
                <a:lnTo>
                  <a:pt x="788628" y="39605"/>
                </a:lnTo>
                <a:lnTo>
                  <a:pt x="789091" y="39306"/>
                </a:lnTo>
                <a:lnTo>
                  <a:pt x="789563" y="39025"/>
                </a:lnTo>
                <a:lnTo>
                  <a:pt x="790043" y="38760"/>
                </a:lnTo>
                <a:lnTo>
                  <a:pt x="790532" y="38513"/>
                </a:lnTo>
                <a:lnTo>
                  <a:pt x="791030" y="38282"/>
                </a:lnTo>
                <a:lnTo>
                  <a:pt x="791536" y="38069"/>
                </a:lnTo>
                <a:lnTo>
                  <a:pt x="792051" y="37873"/>
                </a:lnTo>
                <a:lnTo>
                  <a:pt x="792575" y="37693"/>
                </a:lnTo>
                <a:lnTo>
                  <a:pt x="793107" y="37531"/>
                </a:lnTo>
                <a:lnTo>
                  <a:pt x="793649" y="37386"/>
                </a:lnTo>
                <a:lnTo>
                  <a:pt x="794199" y="37258"/>
                </a:lnTo>
                <a:lnTo>
                  <a:pt x="794757" y="37147"/>
                </a:lnTo>
                <a:lnTo>
                  <a:pt x="795324" y="37053"/>
                </a:lnTo>
                <a:lnTo>
                  <a:pt x="795900" y="36976"/>
                </a:lnTo>
                <a:lnTo>
                  <a:pt x="796485" y="36917"/>
                </a:lnTo>
                <a:lnTo>
                  <a:pt x="797078" y="36874"/>
                </a:lnTo>
                <a:lnTo>
                  <a:pt x="797680" y="36848"/>
                </a:lnTo>
                <a:lnTo>
                  <a:pt x="798291" y="36840"/>
                </a:lnTo>
                <a:lnTo>
                  <a:pt x="798630" y="36843"/>
                </a:lnTo>
                <a:lnTo>
                  <a:pt x="798965" y="36853"/>
                </a:lnTo>
                <a:lnTo>
                  <a:pt x="799296" y="36870"/>
                </a:lnTo>
                <a:lnTo>
                  <a:pt x="799624" y="36893"/>
                </a:lnTo>
                <a:lnTo>
                  <a:pt x="799948" y="36923"/>
                </a:lnTo>
                <a:lnTo>
                  <a:pt x="800268" y="36960"/>
                </a:lnTo>
                <a:lnTo>
                  <a:pt x="800585" y="37003"/>
                </a:lnTo>
                <a:lnTo>
                  <a:pt x="800898" y="37053"/>
                </a:lnTo>
                <a:lnTo>
                  <a:pt x="801207" y="37109"/>
                </a:lnTo>
                <a:lnTo>
                  <a:pt x="801513" y="37172"/>
                </a:lnTo>
                <a:lnTo>
                  <a:pt x="801815" y="37242"/>
                </a:lnTo>
                <a:lnTo>
                  <a:pt x="802114" y="37318"/>
                </a:lnTo>
                <a:lnTo>
                  <a:pt x="802408" y="37401"/>
                </a:lnTo>
                <a:lnTo>
                  <a:pt x="802699" y="37491"/>
                </a:lnTo>
                <a:lnTo>
                  <a:pt x="802987" y="37587"/>
                </a:lnTo>
                <a:lnTo>
                  <a:pt x="803271" y="37690"/>
                </a:lnTo>
                <a:lnTo>
                  <a:pt x="803551" y="37800"/>
                </a:lnTo>
                <a:lnTo>
                  <a:pt x="803827" y="37916"/>
                </a:lnTo>
                <a:lnTo>
                  <a:pt x="804100" y="38039"/>
                </a:lnTo>
                <a:lnTo>
                  <a:pt x="804369" y="38169"/>
                </a:lnTo>
                <a:lnTo>
                  <a:pt x="804634" y="38305"/>
                </a:lnTo>
                <a:lnTo>
                  <a:pt x="804896" y="38448"/>
                </a:lnTo>
                <a:lnTo>
                  <a:pt x="805154" y="38597"/>
                </a:lnTo>
                <a:lnTo>
                  <a:pt x="805409" y="38753"/>
                </a:lnTo>
                <a:lnTo>
                  <a:pt x="805658" y="38915"/>
                </a:lnTo>
                <a:lnTo>
                  <a:pt x="805901" y="39081"/>
                </a:lnTo>
                <a:lnTo>
                  <a:pt x="806137" y="39251"/>
                </a:lnTo>
                <a:lnTo>
                  <a:pt x="806367" y="39425"/>
                </a:lnTo>
                <a:lnTo>
                  <a:pt x="806590" y="39603"/>
                </a:lnTo>
                <a:lnTo>
                  <a:pt x="806807" y="39786"/>
                </a:lnTo>
                <a:lnTo>
                  <a:pt x="807017" y="39973"/>
                </a:lnTo>
                <a:lnTo>
                  <a:pt x="807221" y="40164"/>
                </a:lnTo>
                <a:lnTo>
                  <a:pt x="807418" y="40360"/>
                </a:lnTo>
                <a:lnTo>
                  <a:pt x="807609" y="40560"/>
                </a:lnTo>
                <a:lnTo>
                  <a:pt x="807793" y="40764"/>
                </a:lnTo>
                <a:lnTo>
                  <a:pt x="807971" y="40972"/>
                </a:lnTo>
                <a:lnTo>
                  <a:pt x="808142" y="41184"/>
                </a:lnTo>
                <a:lnTo>
                  <a:pt x="808306" y="41401"/>
                </a:lnTo>
                <a:lnTo>
                  <a:pt x="808464" y="41622"/>
                </a:lnTo>
                <a:lnTo>
                  <a:pt x="808616" y="41847"/>
                </a:lnTo>
                <a:lnTo>
                  <a:pt x="808761" y="42076"/>
                </a:lnTo>
                <a:lnTo>
                  <a:pt x="808900" y="42310"/>
                </a:lnTo>
                <a:lnTo>
                  <a:pt x="809032" y="42548"/>
                </a:lnTo>
                <a:lnTo>
                  <a:pt x="809157" y="42790"/>
                </a:lnTo>
                <a:lnTo>
                  <a:pt x="809276" y="43036"/>
                </a:lnTo>
                <a:lnTo>
                  <a:pt x="809388" y="43287"/>
                </a:lnTo>
                <a:lnTo>
                  <a:pt x="809494" y="43542"/>
                </a:lnTo>
                <a:lnTo>
                  <a:pt x="809594" y="43801"/>
                </a:lnTo>
                <a:lnTo>
                  <a:pt x="809688" y="44069"/>
                </a:lnTo>
                <a:lnTo>
                  <a:pt x="809778" y="44351"/>
                </a:lnTo>
                <a:lnTo>
                  <a:pt x="809864" y="44646"/>
                </a:lnTo>
                <a:lnTo>
                  <a:pt x="809946" y="44956"/>
                </a:lnTo>
                <a:lnTo>
                  <a:pt x="810024" y="45279"/>
                </a:lnTo>
                <a:lnTo>
                  <a:pt x="810098" y="45617"/>
                </a:lnTo>
                <a:lnTo>
                  <a:pt x="810168" y="45968"/>
                </a:lnTo>
                <a:lnTo>
                  <a:pt x="810234" y="46333"/>
                </a:lnTo>
                <a:lnTo>
                  <a:pt x="810296" y="46712"/>
                </a:lnTo>
                <a:lnTo>
                  <a:pt x="810354" y="47105"/>
                </a:lnTo>
                <a:lnTo>
                  <a:pt x="810408" y="47511"/>
                </a:lnTo>
                <a:lnTo>
                  <a:pt x="810459" y="47932"/>
                </a:lnTo>
                <a:lnTo>
                  <a:pt x="810505" y="48366"/>
                </a:lnTo>
                <a:lnTo>
                  <a:pt x="810547" y="48814"/>
                </a:lnTo>
                <a:lnTo>
                  <a:pt x="810585" y="49276"/>
                </a:lnTo>
                <a:lnTo>
                  <a:pt x="810619" y="49752"/>
                </a:lnTo>
                <a:lnTo>
                  <a:pt x="810649" y="50242"/>
                </a:lnTo>
                <a:lnTo>
                  <a:pt x="810675" y="50746"/>
                </a:lnTo>
                <a:lnTo>
                  <a:pt x="810697" y="51263"/>
                </a:lnTo>
                <a:lnTo>
                  <a:pt x="810715" y="51795"/>
                </a:lnTo>
                <a:lnTo>
                  <a:pt x="810729" y="52340"/>
                </a:lnTo>
                <a:lnTo>
                  <a:pt x="810739" y="52899"/>
                </a:lnTo>
                <a:lnTo>
                  <a:pt x="810745" y="53472"/>
                </a:lnTo>
                <a:lnTo>
                  <a:pt x="810747" y="54059"/>
                </a:lnTo>
                <a:lnTo>
                  <a:pt x="810747" y="98196"/>
                </a:lnTo>
                <a:lnTo>
                  <a:pt x="822544" y="98196"/>
                </a:lnTo>
                <a:lnTo>
                  <a:pt x="822544" y="50152"/>
                </a:lnTo>
                <a:lnTo>
                  <a:pt x="822534" y="49164"/>
                </a:lnTo>
                <a:lnTo>
                  <a:pt x="822505" y="48197"/>
                </a:lnTo>
                <a:lnTo>
                  <a:pt x="822456" y="47251"/>
                </a:lnTo>
                <a:lnTo>
                  <a:pt x="822388" y="46327"/>
                </a:lnTo>
                <a:lnTo>
                  <a:pt x="822300" y="45425"/>
                </a:lnTo>
                <a:lnTo>
                  <a:pt x="822193" y="44544"/>
                </a:lnTo>
                <a:lnTo>
                  <a:pt x="822067" y="43685"/>
                </a:lnTo>
                <a:lnTo>
                  <a:pt x="821921" y="42848"/>
                </a:lnTo>
                <a:lnTo>
                  <a:pt x="821756" y="42032"/>
                </a:lnTo>
                <a:lnTo>
                  <a:pt x="821571" y="41238"/>
                </a:lnTo>
                <a:lnTo>
                  <a:pt x="821367" y="40466"/>
                </a:lnTo>
                <a:lnTo>
                  <a:pt x="821143" y="39715"/>
                </a:lnTo>
                <a:lnTo>
                  <a:pt x="820900" y="38986"/>
                </a:lnTo>
                <a:lnTo>
                  <a:pt x="820637" y="38278"/>
                </a:lnTo>
                <a:lnTo>
                  <a:pt x="820355" y="37592"/>
                </a:lnTo>
                <a:lnTo>
                  <a:pt x="820054" y="36928"/>
                </a:lnTo>
                <a:lnTo>
                  <a:pt x="819733" y="36285"/>
                </a:lnTo>
                <a:lnTo>
                  <a:pt x="819393" y="35664"/>
                </a:lnTo>
                <a:lnTo>
                  <a:pt x="819033" y="35064"/>
                </a:lnTo>
                <a:lnTo>
                  <a:pt x="818653" y="34487"/>
                </a:lnTo>
                <a:lnTo>
                  <a:pt x="818255" y="33930"/>
                </a:lnTo>
                <a:lnTo>
                  <a:pt x="817837" y="33396"/>
                </a:lnTo>
                <a:lnTo>
                  <a:pt x="817399" y="32883"/>
                </a:lnTo>
                <a:lnTo>
                  <a:pt x="816942" y="32391"/>
                </a:lnTo>
                <a:lnTo>
                  <a:pt x="816467" y="31921"/>
                </a:lnTo>
                <a:lnTo>
                  <a:pt x="815975" y="31470"/>
                </a:lnTo>
                <a:lnTo>
                  <a:pt x="815466" y="31040"/>
                </a:lnTo>
                <a:lnTo>
                  <a:pt x="814941" y="30629"/>
                </a:lnTo>
                <a:lnTo>
                  <a:pt x="814399" y="30239"/>
                </a:lnTo>
                <a:lnTo>
                  <a:pt x="813840" y="29869"/>
                </a:lnTo>
                <a:lnTo>
                  <a:pt x="813265" y="29518"/>
                </a:lnTo>
                <a:lnTo>
                  <a:pt x="812673" y="29188"/>
                </a:lnTo>
                <a:lnTo>
                  <a:pt x="812064" y="28877"/>
                </a:lnTo>
                <a:lnTo>
                  <a:pt x="811438" y="28587"/>
                </a:lnTo>
                <a:lnTo>
                  <a:pt x="810796" y="28317"/>
                </a:lnTo>
                <a:lnTo>
                  <a:pt x="810137" y="28067"/>
                </a:lnTo>
                <a:lnTo>
                  <a:pt x="809462" y="27836"/>
                </a:lnTo>
                <a:lnTo>
                  <a:pt x="808769" y="27626"/>
                </a:lnTo>
                <a:lnTo>
                  <a:pt x="808060" y="27436"/>
                </a:lnTo>
                <a:lnTo>
                  <a:pt x="807335" y="27266"/>
                </a:lnTo>
                <a:lnTo>
                  <a:pt x="806592" y="27115"/>
                </a:lnTo>
                <a:lnTo>
                  <a:pt x="805833" y="26985"/>
                </a:lnTo>
                <a:lnTo>
                  <a:pt x="805057" y="26875"/>
                </a:lnTo>
                <a:lnTo>
                  <a:pt x="804265" y="26785"/>
                </a:lnTo>
                <a:lnTo>
                  <a:pt x="803455" y="26715"/>
                </a:lnTo>
                <a:lnTo>
                  <a:pt x="802629" y="26665"/>
                </a:lnTo>
                <a:lnTo>
                  <a:pt x="801787" y="26635"/>
                </a:lnTo>
                <a:lnTo>
                  <a:pt x="800927" y="26625"/>
                </a:lnTo>
                <a:lnTo>
                  <a:pt x="799827" y="26646"/>
                </a:lnTo>
                <a:lnTo>
                  <a:pt x="798743" y="26710"/>
                </a:lnTo>
                <a:lnTo>
                  <a:pt x="797677" y="26815"/>
                </a:lnTo>
                <a:lnTo>
                  <a:pt x="796629" y="26964"/>
                </a:lnTo>
                <a:lnTo>
                  <a:pt x="795598" y="27154"/>
                </a:lnTo>
                <a:lnTo>
                  <a:pt x="794584" y="27387"/>
                </a:lnTo>
                <a:lnTo>
                  <a:pt x="793588" y="27662"/>
                </a:lnTo>
                <a:lnTo>
                  <a:pt x="792609" y="27980"/>
                </a:lnTo>
                <a:lnTo>
                  <a:pt x="791647" y="28339"/>
                </a:lnTo>
                <a:lnTo>
                  <a:pt x="790703" y="28742"/>
                </a:lnTo>
                <a:lnTo>
                  <a:pt x="789776" y="29186"/>
                </a:lnTo>
                <a:lnTo>
                  <a:pt x="788867" y="29673"/>
                </a:lnTo>
                <a:lnTo>
                  <a:pt x="787975" y="30202"/>
                </a:lnTo>
                <a:lnTo>
                  <a:pt x="787100" y="30774"/>
                </a:lnTo>
                <a:lnTo>
                  <a:pt x="786243" y="31387"/>
                </a:lnTo>
                <a:lnTo>
                  <a:pt x="785403" y="32044"/>
                </a:lnTo>
                <a:lnTo>
                  <a:pt x="784581" y="32742"/>
                </a:lnTo>
                <a:lnTo>
                  <a:pt x="783776" y="33483"/>
                </a:lnTo>
                <a:lnTo>
                  <a:pt x="782988" y="34266"/>
                </a:lnTo>
                <a:lnTo>
                  <a:pt x="782218" y="35092"/>
                </a:lnTo>
                <a:lnTo>
                  <a:pt x="781465" y="35959"/>
                </a:lnTo>
                <a:lnTo>
                  <a:pt x="780730" y="36870"/>
                </a:lnTo>
                <a:lnTo>
                  <a:pt x="780012" y="37822"/>
                </a:lnTo>
                <a:lnTo>
                  <a:pt x="779311" y="38817"/>
                </a:lnTo>
                <a:lnTo>
                  <a:pt x="779136" y="38341"/>
                </a:lnTo>
                <a:lnTo>
                  <a:pt x="778950" y="37873"/>
                </a:lnTo>
                <a:lnTo>
                  <a:pt x="778754" y="37415"/>
                </a:lnTo>
                <a:lnTo>
                  <a:pt x="778549" y="36965"/>
                </a:lnTo>
                <a:lnTo>
                  <a:pt x="778332" y="36524"/>
                </a:lnTo>
                <a:lnTo>
                  <a:pt x="778106" y="36093"/>
                </a:lnTo>
                <a:lnTo>
                  <a:pt x="777870" y="35670"/>
                </a:lnTo>
                <a:lnTo>
                  <a:pt x="777623" y="35255"/>
                </a:lnTo>
                <a:lnTo>
                  <a:pt x="777366" y="34850"/>
                </a:lnTo>
                <a:lnTo>
                  <a:pt x="777099" y="34454"/>
                </a:lnTo>
                <a:lnTo>
                  <a:pt x="776822" y="34066"/>
                </a:lnTo>
                <a:lnTo>
                  <a:pt x="776535" y="33688"/>
                </a:lnTo>
                <a:lnTo>
                  <a:pt x="776237" y="33318"/>
                </a:lnTo>
                <a:lnTo>
                  <a:pt x="775930" y="32957"/>
                </a:lnTo>
                <a:lnTo>
                  <a:pt x="775612" y="32605"/>
                </a:lnTo>
                <a:lnTo>
                  <a:pt x="775284" y="32262"/>
                </a:lnTo>
                <a:lnTo>
                  <a:pt x="774945" y="31928"/>
                </a:lnTo>
                <a:lnTo>
                  <a:pt x="774597" y="31603"/>
                </a:lnTo>
                <a:lnTo>
                  <a:pt x="774238" y="31287"/>
                </a:lnTo>
                <a:lnTo>
                  <a:pt x="773869" y="30979"/>
                </a:lnTo>
                <a:lnTo>
                  <a:pt x="773490" y="30680"/>
                </a:lnTo>
                <a:lnTo>
                  <a:pt x="773101" y="30391"/>
                </a:lnTo>
                <a:lnTo>
                  <a:pt x="772702" y="30110"/>
                </a:lnTo>
                <a:lnTo>
                  <a:pt x="772292" y="29838"/>
                </a:lnTo>
                <a:lnTo>
                  <a:pt x="771873" y="29576"/>
                </a:lnTo>
                <a:lnTo>
                  <a:pt x="771444" y="29325"/>
                </a:lnTo>
                <a:lnTo>
                  <a:pt x="771005" y="29085"/>
                </a:lnTo>
                <a:lnTo>
                  <a:pt x="770556" y="28856"/>
                </a:lnTo>
                <a:lnTo>
                  <a:pt x="770098" y="28638"/>
                </a:lnTo>
                <a:lnTo>
                  <a:pt x="769629" y="28432"/>
                </a:lnTo>
                <a:lnTo>
                  <a:pt x="769152" y="28237"/>
                </a:lnTo>
                <a:lnTo>
                  <a:pt x="768664" y="28053"/>
                </a:lnTo>
                <a:lnTo>
                  <a:pt x="768167" y="27880"/>
                </a:lnTo>
                <a:lnTo>
                  <a:pt x="767660" y="27718"/>
                </a:lnTo>
                <a:lnTo>
                  <a:pt x="767143" y="27568"/>
                </a:lnTo>
                <a:lnTo>
                  <a:pt x="766616" y="27428"/>
                </a:lnTo>
                <a:lnTo>
                  <a:pt x="766080" y="27300"/>
                </a:lnTo>
                <a:lnTo>
                  <a:pt x="765534" y="27183"/>
                </a:lnTo>
                <a:lnTo>
                  <a:pt x="764979" y="27077"/>
                </a:lnTo>
                <a:lnTo>
                  <a:pt x="764413" y="26982"/>
                </a:lnTo>
                <a:lnTo>
                  <a:pt x="763838" y="26898"/>
                </a:lnTo>
                <a:lnTo>
                  <a:pt x="763253" y="26826"/>
                </a:lnTo>
                <a:lnTo>
                  <a:pt x="762659" y="26764"/>
                </a:lnTo>
                <a:lnTo>
                  <a:pt x="762054" y="26714"/>
                </a:lnTo>
                <a:lnTo>
                  <a:pt x="761440" y="26675"/>
                </a:lnTo>
                <a:lnTo>
                  <a:pt x="760817" y="26647"/>
                </a:lnTo>
                <a:lnTo>
                  <a:pt x="760183" y="26630"/>
                </a:lnTo>
                <a:lnTo>
                  <a:pt x="759540" y="26625"/>
                </a:lnTo>
                <a:lnTo>
                  <a:pt x="758961" y="26630"/>
                </a:lnTo>
                <a:lnTo>
                  <a:pt x="758386" y="26647"/>
                </a:lnTo>
                <a:lnTo>
                  <a:pt x="757817" y="26674"/>
                </a:lnTo>
                <a:lnTo>
                  <a:pt x="757254" y="26711"/>
                </a:lnTo>
                <a:lnTo>
                  <a:pt x="756695" y="26760"/>
                </a:lnTo>
                <a:lnTo>
                  <a:pt x="756142" y="26819"/>
                </a:lnTo>
                <a:lnTo>
                  <a:pt x="755594" y="26890"/>
                </a:lnTo>
                <a:lnTo>
                  <a:pt x="755051" y="26971"/>
                </a:lnTo>
                <a:lnTo>
                  <a:pt x="754514" y="27063"/>
                </a:lnTo>
                <a:lnTo>
                  <a:pt x="753982" y="27165"/>
                </a:lnTo>
                <a:lnTo>
                  <a:pt x="753455" y="27279"/>
                </a:lnTo>
                <a:lnTo>
                  <a:pt x="752933" y="27403"/>
                </a:lnTo>
                <a:lnTo>
                  <a:pt x="752417" y="27538"/>
                </a:lnTo>
                <a:lnTo>
                  <a:pt x="751906" y="27684"/>
                </a:lnTo>
                <a:lnTo>
                  <a:pt x="751400" y="27840"/>
                </a:lnTo>
                <a:lnTo>
                  <a:pt x="750899" y="28008"/>
                </a:lnTo>
                <a:lnTo>
                  <a:pt x="750404" y="28186"/>
                </a:lnTo>
                <a:lnTo>
                  <a:pt x="749914" y="28375"/>
                </a:lnTo>
                <a:lnTo>
                  <a:pt x="749429" y="28575"/>
                </a:lnTo>
                <a:lnTo>
                  <a:pt x="748950" y="28786"/>
                </a:lnTo>
                <a:lnTo>
                  <a:pt x="748476" y="29007"/>
                </a:lnTo>
                <a:lnTo>
                  <a:pt x="748007" y="29240"/>
                </a:lnTo>
                <a:lnTo>
                  <a:pt x="747543" y="29483"/>
                </a:lnTo>
                <a:lnTo>
                  <a:pt x="747084" y="29737"/>
                </a:lnTo>
                <a:lnTo>
                  <a:pt x="746632" y="30000"/>
                </a:lnTo>
                <a:lnTo>
                  <a:pt x="746188" y="30269"/>
                </a:lnTo>
                <a:lnTo>
                  <a:pt x="745751" y="30546"/>
                </a:lnTo>
                <a:lnTo>
                  <a:pt x="745321" y="30830"/>
                </a:lnTo>
                <a:lnTo>
                  <a:pt x="744900" y="31120"/>
                </a:lnTo>
                <a:lnTo>
                  <a:pt x="744485" y="31418"/>
                </a:lnTo>
                <a:lnTo>
                  <a:pt x="744079" y="31722"/>
                </a:lnTo>
                <a:lnTo>
                  <a:pt x="743679" y="32034"/>
                </a:lnTo>
                <a:lnTo>
                  <a:pt x="743288" y="32352"/>
                </a:lnTo>
                <a:lnTo>
                  <a:pt x="742904" y="32677"/>
                </a:lnTo>
                <a:lnTo>
                  <a:pt x="742527" y="33009"/>
                </a:lnTo>
                <a:lnTo>
                  <a:pt x="742158" y="33349"/>
                </a:lnTo>
                <a:lnTo>
                  <a:pt x="741797" y="33695"/>
                </a:lnTo>
                <a:lnTo>
                  <a:pt x="741443" y="34048"/>
                </a:lnTo>
                <a:lnTo>
                  <a:pt x="741096" y="34408"/>
                </a:lnTo>
                <a:lnTo>
                  <a:pt x="740758" y="34775"/>
                </a:lnTo>
                <a:lnTo>
                  <a:pt x="740426" y="35149"/>
                </a:lnTo>
                <a:lnTo>
                  <a:pt x="740103" y="35529"/>
                </a:lnTo>
                <a:lnTo>
                  <a:pt x="739787" y="35917"/>
                </a:lnTo>
                <a:lnTo>
                  <a:pt x="739478" y="36312"/>
                </a:lnTo>
                <a:lnTo>
                  <a:pt x="739177" y="36714"/>
                </a:lnTo>
                <a:lnTo>
                  <a:pt x="738883" y="37122"/>
                </a:lnTo>
                <a:lnTo>
                  <a:pt x="738598" y="37538"/>
                </a:lnTo>
                <a:lnTo>
                  <a:pt x="738319" y="37960"/>
                </a:lnTo>
                <a:lnTo>
                  <a:pt x="738319" y="28207"/>
                </a:lnTo>
                <a:lnTo>
                  <a:pt x="727709" y="28207"/>
                </a:lnTo>
                <a:lnTo>
                  <a:pt x="727709" y="98196"/>
                </a:lnTo>
                <a:lnTo>
                  <a:pt x="739571" y="98196"/>
                </a:lnTo>
                <a:lnTo>
                  <a:pt x="739571" y="61844"/>
                </a:lnTo>
                <a:lnTo>
                  <a:pt x="739575" y="61055"/>
                </a:lnTo>
                <a:lnTo>
                  <a:pt x="739585" y="60281"/>
                </a:lnTo>
                <a:lnTo>
                  <a:pt x="739601" y="59523"/>
                </a:lnTo>
                <a:lnTo>
                  <a:pt x="739624" y="58780"/>
                </a:lnTo>
                <a:close/>
                <a:moveTo>
                  <a:pt x="927131" y="56701"/>
                </a:moveTo>
                <a:lnTo>
                  <a:pt x="927198" y="55685"/>
                </a:lnTo>
                <a:lnTo>
                  <a:pt x="927284" y="54698"/>
                </a:lnTo>
                <a:lnTo>
                  <a:pt x="927389" y="53742"/>
                </a:lnTo>
                <a:lnTo>
                  <a:pt x="927513" y="52815"/>
                </a:lnTo>
                <a:lnTo>
                  <a:pt x="927657" y="51919"/>
                </a:lnTo>
                <a:lnTo>
                  <a:pt x="927819" y="51052"/>
                </a:lnTo>
                <a:lnTo>
                  <a:pt x="928000" y="50216"/>
                </a:lnTo>
                <a:lnTo>
                  <a:pt x="928201" y="49409"/>
                </a:lnTo>
                <a:lnTo>
                  <a:pt x="928421" y="48633"/>
                </a:lnTo>
                <a:lnTo>
                  <a:pt x="928660" y="47887"/>
                </a:lnTo>
                <a:lnTo>
                  <a:pt x="928918" y="47170"/>
                </a:lnTo>
                <a:lnTo>
                  <a:pt x="929195" y="46484"/>
                </a:lnTo>
                <a:lnTo>
                  <a:pt x="929491" y="45827"/>
                </a:lnTo>
                <a:lnTo>
                  <a:pt x="929806" y="45201"/>
                </a:lnTo>
                <a:lnTo>
                  <a:pt x="930140" y="44605"/>
                </a:lnTo>
                <a:lnTo>
                  <a:pt x="930494" y="44038"/>
                </a:lnTo>
                <a:lnTo>
                  <a:pt x="930867" y="43502"/>
                </a:lnTo>
                <a:lnTo>
                  <a:pt x="931258" y="42996"/>
                </a:lnTo>
                <a:lnTo>
                  <a:pt x="931669" y="42520"/>
                </a:lnTo>
                <a:lnTo>
                  <a:pt x="932099" y="42073"/>
                </a:lnTo>
                <a:lnTo>
                  <a:pt x="932548" y="41657"/>
                </a:lnTo>
                <a:lnTo>
                  <a:pt x="933010" y="41264"/>
                </a:lnTo>
                <a:lnTo>
                  <a:pt x="933480" y="40888"/>
                </a:lnTo>
                <a:lnTo>
                  <a:pt x="933956" y="40528"/>
                </a:lnTo>
                <a:lnTo>
                  <a:pt x="934440" y="40185"/>
                </a:lnTo>
                <a:lnTo>
                  <a:pt x="934931" y="39859"/>
                </a:lnTo>
                <a:lnTo>
                  <a:pt x="935429" y="39550"/>
                </a:lnTo>
                <a:lnTo>
                  <a:pt x="935935" y="39257"/>
                </a:lnTo>
                <a:lnTo>
                  <a:pt x="936447" y="38981"/>
                </a:lnTo>
                <a:lnTo>
                  <a:pt x="936967" y="38722"/>
                </a:lnTo>
                <a:lnTo>
                  <a:pt x="937494" y="38479"/>
                </a:lnTo>
                <a:lnTo>
                  <a:pt x="938028" y="38253"/>
                </a:lnTo>
                <a:lnTo>
                  <a:pt x="938570" y="38044"/>
                </a:lnTo>
                <a:lnTo>
                  <a:pt x="939119" y="37852"/>
                </a:lnTo>
                <a:lnTo>
                  <a:pt x="939674" y="37676"/>
                </a:lnTo>
                <a:lnTo>
                  <a:pt x="940238" y="37517"/>
                </a:lnTo>
                <a:lnTo>
                  <a:pt x="940808" y="37375"/>
                </a:lnTo>
                <a:lnTo>
                  <a:pt x="941385" y="37250"/>
                </a:lnTo>
                <a:lnTo>
                  <a:pt x="941970" y="37141"/>
                </a:lnTo>
                <a:lnTo>
                  <a:pt x="942562" y="37049"/>
                </a:lnTo>
                <a:lnTo>
                  <a:pt x="943161" y="36974"/>
                </a:lnTo>
                <a:lnTo>
                  <a:pt x="943768" y="36915"/>
                </a:lnTo>
                <a:lnTo>
                  <a:pt x="944381" y="36873"/>
                </a:lnTo>
                <a:lnTo>
                  <a:pt x="945002" y="36848"/>
                </a:lnTo>
                <a:lnTo>
                  <a:pt x="945630" y="36840"/>
                </a:lnTo>
                <a:lnTo>
                  <a:pt x="946023" y="36844"/>
                </a:lnTo>
                <a:lnTo>
                  <a:pt x="946412" y="36855"/>
                </a:lnTo>
                <a:lnTo>
                  <a:pt x="946797" y="36873"/>
                </a:lnTo>
                <a:lnTo>
                  <a:pt x="947178" y="36899"/>
                </a:lnTo>
                <a:lnTo>
                  <a:pt x="947554" y="36933"/>
                </a:lnTo>
                <a:lnTo>
                  <a:pt x="947926" y="36974"/>
                </a:lnTo>
                <a:lnTo>
                  <a:pt x="948294" y="37022"/>
                </a:lnTo>
                <a:lnTo>
                  <a:pt x="948658" y="37078"/>
                </a:lnTo>
                <a:lnTo>
                  <a:pt x="949017" y="37141"/>
                </a:lnTo>
                <a:lnTo>
                  <a:pt x="949372" y="37212"/>
                </a:lnTo>
                <a:lnTo>
                  <a:pt x="949723" y="37290"/>
                </a:lnTo>
                <a:lnTo>
                  <a:pt x="950070" y="37376"/>
                </a:lnTo>
                <a:lnTo>
                  <a:pt x="950413" y="37469"/>
                </a:lnTo>
                <a:lnTo>
                  <a:pt x="950751" y="37569"/>
                </a:lnTo>
                <a:lnTo>
                  <a:pt x="951085" y="37677"/>
                </a:lnTo>
                <a:lnTo>
                  <a:pt x="951415" y="37793"/>
                </a:lnTo>
                <a:lnTo>
                  <a:pt x="951740" y="37916"/>
                </a:lnTo>
                <a:lnTo>
                  <a:pt x="952062" y="38046"/>
                </a:lnTo>
                <a:lnTo>
                  <a:pt x="952379" y="38184"/>
                </a:lnTo>
                <a:lnTo>
                  <a:pt x="952692" y="38329"/>
                </a:lnTo>
                <a:lnTo>
                  <a:pt x="953000" y="38481"/>
                </a:lnTo>
                <a:lnTo>
                  <a:pt x="953305" y="38641"/>
                </a:lnTo>
                <a:lnTo>
                  <a:pt x="953605" y="38809"/>
                </a:lnTo>
                <a:lnTo>
                  <a:pt x="953901" y="38984"/>
                </a:lnTo>
                <a:lnTo>
                  <a:pt x="954191" y="39165"/>
                </a:lnTo>
                <a:lnTo>
                  <a:pt x="954473" y="39351"/>
                </a:lnTo>
                <a:lnTo>
                  <a:pt x="954749" y="39543"/>
                </a:lnTo>
                <a:lnTo>
                  <a:pt x="955016" y="39739"/>
                </a:lnTo>
                <a:lnTo>
                  <a:pt x="955277" y="39940"/>
                </a:lnTo>
                <a:lnTo>
                  <a:pt x="955530" y="40147"/>
                </a:lnTo>
                <a:lnTo>
                  <a:pt x="955775" y="40358"/>
                </a:lnTo>
                <a:lnTo>
                  <a:pt x="956013" y="40574"/>
                </a:lnTo>
                <a:lnTo>
                  <a:pt x="956244" y="40796"/>
                </a:lnTo>
                <a:lnTo>
                  <a:pt x="956467" y="41023"/>
                </a:lnTo>
                <a:lnTo>
                  <a:pt x="956683" y="41254"/>
                </a:lnTo>
                <a:lnTo>
                  <a:pt x="956891" y="41491"/>
                </a:lnTo>
                <a:lnTo>
                  <a:pt x="957092" y="41732"/>
                </a:lnTo>
                <a:lnTo>
                  <a:pt x="957285" y="41979"/>
                </a:lnTo>
                <a:lnTo>
                  <a:pt x="957471" y="42231"/>
                </a:lnTo>
                <a:lnTo>
                  <a:pt x="957650" y="42488"/>
                </a:lnTo>
                <a:lnTo>
                  <a:pt x="957821" y="42750"/>
                </a:lnTo>
                <a:lnTo>
                  <a:pt x="957985" y="43016"/>
                </a:lnTo>
                <a:lnTo>
                  <a:pt x="958141" y="43288"/>
                </a:lnTo>
                <a:lnTo>
                  <a:pt x="958290" y="43565"/>
                </a:lnTo>
                <a:lnTo>
                  <a:pt x="958431" y="43847"/>
                </a:lnTo>
                <a:lnTo>
                  <a:pt x="958565" y="44134"/>
                </a:lnTo>
                <a:lnTo>
                  <a:pt x="958691" y="44426"/>
                </a:lnTo>
                <a:lnTo>
                  <a:pt x="958810" y="44724"/>
                </a:lnTo>
                <a:lnTo>
                  <a:pt x="958923" y="45030"/>
                </a:lnTo>
                <a:lnTo>
                  <a:pt x="959031" y="45348"/>
                </a:lnTo>
                <a:lnTo>
                  <a:pt x="959135" y="45680"/>
                </a:lnTo>
                <a:lnTo>
                  <a:pt x="959233" y="46024"/>
                </a:lnTo>
                <a:lnTo>
                  <a:pt x="959327" y="46381"/>
                </a:lnTo>
                <a:lnTo>
                  <a:pt x="959416" y="46750"/>
                </a:lnTo>
                <a:lnTo>
                  <a:pt x="959500" y="47133"/>
                </a:lnTo>
                <a:lnTo>
                  <a:pt x="959579" y="47528"/>
                </a:lnTo>
                <a:lnTo>
                  <a:pt x="959654" y="47935"/>
                </a:lnTo>
                <a:lnTo>
                  <a:pt x="959723" y="48356"/>
                </a:lnTo>
                <a:lnTo>
                  <a:pt x="959788" y="48789"/>
                </a:lnTo>
                <a:lnTo>
                  <a:pt x="959848" y="49235"/>
                </a:lnTo>
                <a:lnTo>
                  <a:pt x="959904" y="49693"/>
                </a:lnTo>
                <a:lnTo>
                  <a:pt x="959954" y="50165"/>
                </a:lnTo>
                <a:lnTo>
                  <a:pt x="960000" y="50649"/>
                </a:lnTo>
                <a:lnTo>
                  <a:pt x="960041" y="51146"/>
                </a:lnTo>
                <a:lnTo>
                  <a:pt x="960077" y="51655"/>
                </a:lnTo>
                <a:lnTo>
                  <a:pt x="960108" y="52177"/>
                </a:lnTo>
                <a:lnTo>
                  <a:pt x="960134" y="52712"/>
                </a:lnTo>
                <a:lnTo>
                  <a:pt x="960156" y="53260"/>
                </a:lnTo>
                <a:lnTo>
                  <a:pt x="960173" y="53820"/>
                </a:lnTo>
                <a:lnTo>
                  <a:pt x="960185" y="54393"/>
                </a:lnTo>
                <a:lnTo>
                  <a:pt x="960192" y="54979"/>
                </a:lnTo>
                <a:lnTo>
                  <a:pt x="960194" y="55577"/>
                </a:lnTo>
                <a:lnTo>
                  <a:pt x="960194" y="98196"/>
                </a:lnTo>
                <a:lnTo>
                  <a:pt x="972057" y="98196"/>
                </a:lnTo>
                <a:lnTo>
                  <a:pt x="972057" y="55161"/>
                </a:lnTo>
                <a:lnTo>
                  <a:pt x="972056" y="54483"/>
                </a:lnTo>
                <a:lnTo>
                  <a:pt x="972052" y="53822"/>
                </a:lnTo>
                <a:lnTo>
                  <a:pt x="972047" y="53179"/>
                </a:lnTo>
                <a:lnTo>
                  <a:pt x="972039" y="52552"/>
                </a:lnTo>
                <a:lnTo>
                  <a:pt x="972028" y="51943"/>
                </a:lnTo>
                <a:lnTo>
                  <a:pt x="972016" y="51351"/>
                </a:lnTo>
                <a:lnTo>
                  <a:pt x="972001" y="50776"/>
                </a:lnTo>
                <a:lnTo>
                  <a:pt x="971984" y="50218"/>
                </a:lnTo>
                <a:lnTo>
                  <a:pt x="971964" y="49678"/>
                </a:lnTo>
                <a:lnTo>
                  <a:pt x="971943" y="49154"/>
                </a:lnTo>
                <a:lnTo>
                  <a:pt x="971919" y="48648"/>
                </a:lnTo>
                <a:lnTo>
                  <a:pt x="971892" y="48159"/>
                </a:lnTo>
                <a:lnTo>
                  <a:pt x="971864" y="47687"/>
                </a:lnTo>
                <a:lnTo>
                  <a:pt x="971833" y="47232"/>
                </a:lnTo>
                <a:lnTo>
                  <a:pt x="971800" y="46794"/>
                </a:lnTo>
                <a:lnTo>
                  <a:pt x="971764" y="46374"/>
                </a:lnTo>
                <a:lnTo>
                  <a:pt x="971726" y="45971"/>
                </a:lnTo>
                <a:lnTo>
                  <a:pt x="971686" y="45584"/>
                </a:lnTo>
                <a:lnTo>
                  <a:pt x="971644" y="45215"/>
                </a:lnTo>
                <a:lnTo>
                  <a:pt x="971599" y="44864"/>
                </a:lnTo>
                <a:lnTo>
                  <a:pt x="971552" y="44529"/>
                </a:lnTo>
                <a:lnTo>
                  <a:pt x="971503" y="44211"/>
                </a:lnTo>
                <a:lnTo>
                  <a:pt x="971452" y="43911"/>
                </a:lnTo>
                <a:lnTo>
                  <a:pt x="971398" y="43628"/>
                </a:lnTo>
                <a:lnTo>
                  <a:pt x="971307" y="43207"/>
                </a:lnTo>
                <a:lnTo>
                  <a:pt x="971211" y="42792"/>
                </a:lnTo>
                <a:lnTo>
                  <a:pt x="971110" y="42381"/>
                </a:lnTo>
                <a:lnTo>
                  <a:pt x="971003" y="41975"/>
                </a:lnTo>
                <a:lnTo>
                  <a:pt x="970890" y="41574"/>
                </a:lnTo>
                <a:lnTo>
                  <a:pt x="970772" y="41177"/>
                </a:lnTo>
                <a:lnTo>
                  <a:pt x="970648" y="40786"/>
                </a:lnTo>
                <a:lnTo>
                  <a:pt x="970519" y="40399"/>
                </a:lnTo>
                <a:lnTo>
                  <a:pt x="970385" y="40017"/>
                </a:lnTo>
                <a:lnTo>
                  <a:pt x="970245" y="39639"/>
                </a:lnTo>
                <a:lnTo>
                  <a:pt x="970099" y="39267"/>
                </a:lnTo>
                <a:lnTo>
                  <a:pt x="969948" y="38899"/>
                </a:lnTo>
                <a:lnTo>
                  <a:pt x="969792" y="38537"/>
                </a:lnTo>
                <a:lnTo>
                  <a:pt x="969630" y="38179"/>
                </a:lnTo>
                <a:lnTo>
                  <a:pt x="969462" y="37825"/>
                </a:lnTo>
                <a:lnTo>
                  <a:pt x="969289" y="37477"/>
                </a:lnTo>
                <a:lnTo>
                  <a:pt x="969111" y="37133"/>
                </a:lnTo>
                <a:lnTo>
                  <a:pt x="968927" y="36795"/>
                </a:lnTo>
                <a:lnTo>
                  <a:pt x="968737" y="36461"/>
                </a:lnTo>
                <a:lnTo>
                  <a:pt x="968542" y="36131"/>
                </a:lnTo>
                <a:lnTo>
                  <a:pt x="968342" y="35807"/>
                </a:lnTo>
                <a:lnTo>
                  <a:pt x="968136" y="35488"/>
                </a:lnTo>
                <a:lnTo>
                  <a:pt x="967924" y="35173"/>
                </a:lnTo>
                <a:lnTo>
                  <a:pt x="967707" y="34863"/>
                </a:lnTo>
                <a:lnTo>
                  <a:pt x="967483" y="34558"/>
                </a:lnTo>
                <a:lnTo>
                  <a:pt x="967249" y="34258"/>
                </a:lnTo>
                <a:lnTo>
                  <a:pt x="967007" y="33962"/>
                </a:lnTo>
                <a:lnTo>
                  <a:pt x="966755" y="33672"/>
                </a:lnTo>
                <a:lnTo>
                  <a:pt x="966493" y="33387"/>
                </a:lnTo>
                <a:lnTo>
                  <a:pt x="966223" y="33106"/>
                </a:lnTo>
                <a:lnTo>
                  <a:pt x="965943" y="32831"/>
                </a:lnTo>
                <a:lnTo>
                  <a:pt x="965653" y="32560"/>
                </a:lnTo>
                <a:lnTo>
                  <a:pt x="965355" y="32294"/>
                </a:lnTo>
                <a:lnTo>
                  <a:pt x="965047" y="32033"/>
                </a:lnTo>
                <a:lnTo>
                  <a:pt x="964730" y="31777"/>
                </a:lnTo>
                <a:lnTo>
                  <a:pt x="964404" y="31526"/>
                </a:lnTo>
                <a:lnTo>
                  <a:pt x="964068" y="31280"/>
                </a:lnTo>
                <a:lnTo>
                  <a:pt x="963724" y="31039"/>
                </a:lnTo>
                <a:lnTo>
                  <a:pt x="963370" y="30803"/>
                </a:lnTo>
                <a:lnTo>
                  <a:pt x="963006" y="30572"/>
                </a:lnTo>
                <a:lnTo>
                  <a:pt x="962634" y="30345"/>
                </a:lnTo>
                <a:lnTo>
                  <a:pt x="962252" y="30124"/>
                </a:lnTo>
                <a:lnTo>
                  <a:pt x="961861" y="29907"/>
                </a:lnTo>
                <a:lnTo>
                  <a:pt x="961460" y="29696"/>
                </a:lnTo>
                <a:lnTo>
                  <a:pt x="961051" y="29489"/>
                </a:lnTo>
                <a:lnTo>
                  <a:pt x="960632" y="29287"/>
                </a:lnTo>
                <a:lnTo>
                  <a:pt x="960204" y="29091"/>
                </a:lnTo>
                <a:lnTo>
                  <a:pt x="959766" y="28899"/>
                </a:lnTo>
                <a:lnTo>
                  <a:pt x="959322" y="28713"/>
                </a:lnTo>
                <a:lnTo>
                  <a:pt x="958875" y="28535"/>
                </a:lnTo>
                <a:lnTo>
                  <a:pt x="958424" y="28366"/>
                </a:lnTo>
                <a:lnTo>
                  <a:pt x="957969" y="28204"/>
                </a:lnTo>
                <a:lnTo>
                  <a:pt x="957511" y="28050"/>
                </a:lnTo>
                <a:lnTo>
                  <a:pt x="957050" y="27904"/>
                </a:lnTo>
                <a:lnTo>
                  <a:pt x="956584" y="27766"/>
                </a:lnTo>
                <a:lnTo>
                  <a:pt x="956116" y="27635"/>
                </a:lnTo>
                <a:lnTo>
                  <a:pt x="955643" y="27513"/>
                </a:lnTo>
                <a:lnTo>
                  <a:pt x="955168" y="27399"/>
                </a:lnTo>
                <a:lnTo>
                  <a:pt x="954688" y="27292"/>
                </a:lnTo>
                <a:lnTo>
                  <a:pt x="954205" y="27193"/>
                </a:lnTo>
                <a:lnTo>
                  <a:pt x="953719" y="27103"/>
                </a:lnTo>
                <a:lnTo>
                  <a:pt x="953229" y="27020"/>
                </a:lnTo>
                <a:lnTo>
                  <a:pt x="952736" y="26945"/>
                </a:lnTo>
                <a:lnTo>
                  <a:pt x="952238" y="26878"/>
                </a:lnTo>
                <a:lnTo>
                  <a:pt x="951738" y="26818"/>
                </a:lnTo>
                <a:lnTo>
                  <a:pt x="951234" y="26767"/>
                </a:lnTo>
                <a:lnTo>
                  <a:pt x="950726" y="26724"/>
                </a:lnTo>
                <a:lnTo>
                  <a:pt x="950215" y="26688"/>
                </a:lnTo>
                <a:lnTo>
                  <a:pt x="949700" y="26660"/>
                </a:lnTo>
                <a:lnTo>
                  <a:pt x="949181" y="26641"/>
                </a:lnTo>
                <a:lnTo>
                  <a:pt x="948660" y="26629"/>
                </a:lnTo>
                <a:lnTo>
                  <a:pt x="948134" y="26625"/>
                </a:lnTo>
                <a:lnTo>
                  <a:pt x="946932" y="26645"/>
                </a:lnTo>
                <a:lnTo>
                  <a:pt x="945754" y="26705"/>
                </a:lnTo>
                <a:lnTo>
                  <a:pt x="944600" y="26804"/>
                </a:lnTo>
                <a:lnTo>
                  <a:pt x="943470" y="26943"/>
                </a:lnTo>
                <a:lnTo>
                  <a:pt x="942363" y="27123"/>
                </a:lnTo>
                <a:lnTo>
                  <a:pt x="941280" y="27342"/>
                </a:lnTo>
                <a:lnTo>
                  <a:pt x="940221" y="27600"/>
                </a:lnTo>
                <a:lnTo>
                  <a:pt x="939186" y="27899"/>
                </a:lnTo>
                <a:lnTo>
                  <a:pt x="938174" y="28237"/>
                </a:lnTo>
                <a:lnTo>
                  <a:pt x="937187" y="28616"/>
                </a:lnTo>
                <a:lnTo>
                  <a:pt x="936223" y="29034"/>
                </a:lnTo>
                <a:lnTo>
                  <a:pt x="935283" y="29492"/>
                </a:lnTo>
                <a:lnTo>
                  <a:pt x="934367" y="29989"/>
                </a:lnTo>
                <a:lnTo>
                  <a:pt x="933474" y="30527"/>
                </a:lnTo>
                <a:lnTo>
                  <a:pt x="932606" y="31104"/>
                </a:lnTo>
                <a:lnTo>
                  <a:pt x="931761" y="31721"/>
                </a:lnTo>
                <a:lnTo>
                  <a:pt x="930940" y="32378"/>
                </a:lnTo>
                <a:lnTo>
                  <a:pt x="930143" y="33075"/>
                </a:lnTo>
                <a:lnTo>
                  <a:pt x="929369" y="33812"/>
                </a:lnTo>
                <a:lnTo>
                  <a:pt x="928619" y="34588"/>
                </a:lnTo>
                <a:lnTo>
                  <a:pt x="927894" y="35404"/>
                </a:lnTo>
                <a:lnTo>
                  <a:pt x="927192" y="36261"/>
                </a:lnTo>
                <a:lnTo>
                  <a:pt x="926513" y="37156"/>
                </a:lnTo>
                <a:lnTo>
                  <a:pt x="925859" y="38092"/>
                </a:lnTo>
                <a:lnTo>
                  <a:pt x="925859" y="28207"/>
                </a:lnTo>
                <a:lnTo>
                  <a:pt x="915182" y="28207"/>
                </a:lnTo>
                <a:lnTo>
                  <a:pt x="915182" y="98196"/>
                </a:lnTo>
                <a:lnTo>
                  <a:pt x="927045" y="98196"/>
                </a:lnTo>
                <a:lnTo>
                  <a:pt x="927045" y="59931"/>
                </a:lnTo>
                <a:lnTo>
                  <a:pt x="927055" y="58824"/>
                </a:lnTo>
                <a:lnTo>
                  <a:pt x="927083" y="57748"/>
                </a:lnTo>
                <a:lnTo>
                  <a:pt x="927131" y="56701"/>
                </a:lnTo>
                <a:close/>
                <a:moveTo>
                  <a:pt x="1107180" y="56701"/>
                </a:moveTo>
                <a:lnTo>
                  <a:pt x="1107246" y="55685"/>
                </a:lnTo>
                <a:lnTo>
                  <a:pt x="1107332" y="54698"/>
                </a:lnTo>
                <a:lnTo>
                  <a:pt x="1107438" y="53742"/>
                </a:lnTo>
                <a:lnTo>
                  <a:pt x="1107562" y="52815"/>
                </a:lnTo>
                <a:lnTo>
                  <a:pt x="1107705" y="51919"/>
                </a:lnTo>
                <a:lnTo>
                  <a:pt x="1107867" y="51052"/>
                </a:lnTo>
                <a:lnTo>
                  <a:pt x="1108049" y="50216"/>
                </a:lnTo>
                <a:lnTo>
                  <a:pt x="1108250" y="49409"/>
                </a:lnTo>
                <a:lnTo>
                  <a:pt x="1108469" y="48633"/>
                </a:lnTo>
                <a:lnTo>
                  <a:pt x="1108708" y="47887"/>
                </a:lnTo>
                <a:lnTo>
                  <a:pt x="1108966" y="47170"/>
                </a:lnTo>
                <a:lnTo>
                  <a:pt x="1109243" y="46484"/>
                </a:lnTo>
                <a:lnTo>
                  <a:pt x="1109539" y="45827"/>
                </a:lnTo>
                <a:lnTo>
                  <a:pt x="1109855" y="45201"/>
                </a:lnTo>
                <a:lnTo>
                  <a:pt x="1110189" y="44605"/>
                </a:lnTo>
                <a:lnTo>
                  <a:pt x="1110542" y="44038"/>
                </a:lnTo>
                <a:lnTo>
                  <a:pt x="1110915" y="43502"/>
                </a:lnTo>
                <a:lnTo>
                  <a:pt x="1111307" y="42996"/>
                </a:lnTo>
                <a:lnTo>
                  <a:pt x="1111718" y="42520"/>
                </a:lnTo>
                <a:lnTo>
                  <a:pt x="1112147" y="42073"/>
                </a:lnTo>
                <a:lnTo>
                  <a:pt x="1112597" y="41657"/>
                </a:lnTo>
                <a:lnTo>
                  <a:pt x="1113059" y="41264"/>
                </a:lnTo>
                <a:lnTo>
                  <a:pt x="1113528" y="40888"/>
                </a:lnTo>
                <a:lnTo>
                  <a:pt x="1114005" y="40528"/>
                </a:lnTo>
                <a:lnTo>
                  <a:pt x="1114488" y="40185"/>
                </a:lnTo>
                <a:lnTo>
                  <a:pt x="1114979" y="39859"/>
                </a:lnTo>
                <a:lnTo>
                  <a:pt x="1115478" y="39550"/>
                </a:lnTo>
                <a:lnTo>
                  <a:pt x="1115983" y="39257"/>
                </a:lnTo>
                <a:lnTo>
                  <a:pt x="1116496" y="38981"/>
                </a:lnTo>
                <a:lnTo>
                  <a:pt x="1117016" y="38722"/>
                </a:lnTo>
                <a:lnTo>
                  <a:pt x="1117543" y="38479"/>
                </a:lnTo>
                <a:lnTo>
                  <a:pt x="1118077" y="38253"/>
                </a:lnTo>
                <a:lnTo>
                  <a:pt x="1118618" y="38044"/>
                </a:lnTo>
                <a:lnTo>
                  <a:pt x="1119167" y="37852"/>
                </a:lnTo>
                <a:lnTo>
                  <a:pt x="1119723" y="37676"/>
                </a:lnTo>
                <a:lnTo>
                  <a:pt x="1120286" y="37517"/>
                </a:lnTo>
                <a:lnTo>
                  <a:pt x="1120856" y="37375"/>
                </a:lnTo>
                <a:lnTo>
                  <a:pt x="1121434" y="37250"/>
                </a:lnTo>
                <a:lnTo>
                  <a:pt x="1122019" y="37141"/>
                </a:lnTo>
                <a:lnTo>
                  <a:pt x="1122611" y="37049"/>
                </a:lnTo>
                <a:lnTo>
                  <a:pt x="1123210" y="36974"/>
                </a:lnTo>
                <a:lnTo>
                  <a:pt x="1123816" y="36915"/>
                </a:lnTo>
                <a:lnTo>
                  <a:pt x="1124430" y="36873"/>
                </a:lnTo>
                <a:lnTo>
                  <a:pt x="1125050" y="36848"/>
                </a:lnTo>
                <a:lnTo>
                  <a:pt x="1125678" y="36840"/>
                </a:lnTo>
                <a:lnTo>
                  <a:pt x="1126072" y="36844"/>
                </a:lnTo>
                <a:lnTo>
                  <a:pt x="1126461" y="36855"/>
                </a:lnTo>
                <a:lnTo>
                  <a:pt x="1126846" y="36873"/>
                </a:lnTo>
                <a:lnTo>
                  <a:pt x="1127226" y="36899"/>
                </a:lnTo>
                <a:lnTo>
                  <a:pt x="1127602" y="36933"/>
                </a:lnTo>
                <a:lnTo>
                  <a:pt x="1127975" y="36974"/>
                </a:lnTo>
                <a:lnTo>
                  <a:pt x="1128343" y="37022"/>
                </a:lnTo>
                <a:lnTo>
                  <a:pt x="1128706" y="37078"/>
                </a:lnTo>
                <a:lnTo>
                  <a:pt x="1129066" y="37141"/>
                </a:lnTo>
                <a:lnTo>
                  <a:pt x="1129421" y="37212"/>
                </a:lnTo>
                <a:lnTo>
                  <a:pt x="1129772" y="37290"/>
                </a:lnTo>
                <a:lnTo>
                  <a:pt x="1130119" y="37376"/>
                </a:lnTo>
                <a:lnTo>
                  <a:pt x="1130461" y="37469"/>
                </a:lnTo>
                <a:lnTo>
                  <a:pt x="1130799" y="37569"/>
                </a:lnTo>
                <a:lnTo>
                  <a:pt x="1131133" y="37677"/>
                </a:lnTo>
                <a:lnTo>
                  <a:pt x="1131463" y="37793"/>
                </a:lnTo>
                <a:lnTo>
                  <a:pt x="1131789" y="37916"/>
                </a:lnTo>
                <a:lnTo>
                  <a:pt x="1132110" y="38046"/>
                </a:lnTo>
                <a:lnTo>
                  <a:pt x="1132427" y="38184"/>
                </a:lnTo>
                <a:lnTo>
                  <a:pt x="1132740" y="38329"/>
                </a:lnTo>
                <a:lnTo>
                  <a:pt x="1133049" y="38481"/>
                </a:lnTo>
                <a:lnTo>
                  <a:pt x="1133353" y="38641"/>
                </a:lnTo>
                <a:lnTo>
                  <a:pt x="1133653" y="38809"/>
                </a:lnTo>
                <a:lnTo>
                  <a:pt x="1133949" y="38984"/>
                </a:lnTo>
                <a:lnTo>
                  <a:pt x="1134239" y="39165"/>
                </a:lnTo>
                <a:lnTo>
                  <a:pt x="1134522" y="39351"/>
                </a:lnTo>
                <a:lnTo>
                  <a:pt x="1134797" y="39543"/>
                </a:lnTo>
                <a:lnTo>
                  <a:pt x="1135065" y="39739"/>
                </a:lnTo>
                <a:lnTo>
                  <a:pt x="1135325" y="39940"/>
                </a:lnTo>
                <a:lnTo>
                  <a:pt x="1135578" y="40147"/>
                </a:lnTo>
                <a:lnTo>
                  <a:pt x="1135824" y="40358"/>
                </a:lnTo>
                <a:lnTo>
                  <a:pt x="1136062" y="40574"/>
                </a:lnTo>
                <a:lnTo>
                  <a:pt x="1136292" y="40796"/>
                </a:lnTo>
                <a:lnTo>
                  <a:pt x="1136515" y="41023"/>
                </a:lnTo>
                <a:lnTo>
                  <a:pt x="1136731" y="41254"/>
                </a:lnTo>
                <a:lnTo>
                  <a:pt x="1136940" y="41491"/>
                </a:lnTo>
                <a:lnTo>
                  <a:pt x="1137140" y="41732"/>
                </a:lnTo>
                <a:lnTo>
                  <a:pt x="1137334" y="41979"/>
                </a:lnTo>
                <a:lnTo>
                  <a:pt x="1137520" y="42231"/>
                </a:lnTo>
                <a:lnTo>
                  <a:pt x="1137698" y="42488"/>
                </a:lnTo>
                <a:lnTo>
                  <a:pt x="1137869" y="42750"/>
                </a:lnTo>
                <a:lnTo>
                  <a:pt x="1138033" y="43016"/>
                </a:lnTo>
                <a:lnTo>
                  <a:pt x="1138189" y="43288"/>
                </a:lnTo>
                <a:lnTo>
                  <a:pt x="1138338" y="43565"/>
                </a:lnTo>
                <a:lnTo>
                  <a:pt x="1138479" y="43847"/>
                </a:lnTo>
                <a:lnTo>
                  <a:pt x="1138613" y="44134"/>
                </a:lnTo>
                <a:lnTo>
                  <a:pt x="1138740" y="44426"/>
                </a:lnTo>
                <a:lnTo>
                  <a:pt x="1138859" y="44724"/>
                </a:lnTo>
                <a:lnTo>
                  <a:pt x="1138972" y="45030"/>
                </a:lnTo>
                <a:lnTo>
                  <a:pt x="1139080" y="45348"/>
                </a:lnTo>
                <a:lnTo>
                  <a:pt x="1139183" y="45680"/>
                </a:lnTo>
                <a:lnTo>
                  <a:pt x="1139282" y="46024"/>
                </a:lnTo>
                <a:lnTo>
                  <a:pt x="1139376" y="46381"/>
                </a:lnTo>
                <a:lnTo>
                  <a:pt x="1139464" y="46750"/>
                </a:lnTo>
                <a:lnTo>
                  <a:pt x="1139549" y="47133"/>
                </a:lnTo>
                <a:lnTo>
                  <a:pt x="1139628" y="47528"/>
                </a:lnTo>
                <a:lnTo>
                  <a:pt x="1139702" y="47935"/>
                </a:lnTo>
                <a:lnTo>
                  <a:pt x="1139772" y="48356"/>
                </a:lnTo>
                <a:lnTo>
                  <a:pt x="1139837" y="48789"/>
                </a:lnTo>
                <a:lnTo>
                  <a:pt x="1139897" y="49235"/>
                </a:lnTo>
                <a:lnTo>
                  <a:pt x="1139952" y="49693"/>
                </a:lnTo>
                <a:lnTo>
                  <a:pt x="1140003" y="50165"/>
                </a:lnTo>
                <a:lnTo>
                  <a:pt x="1140048" y="50649"/>
                </a:lnTo>
                <a:lnTo>
                  <a:pt x="1140089" y="51146"/>
                </a:lnTo>
                <a:lnTo>
                  <a:pt x="1140125" y="51655"/>
                </a:lnTo>
                <a:lnTo>
                  <a:pt x="1140156" y="52177"/>
                </a:lnTo>
                <a:lnTo>
                  <a:pt x="1140183" y="52712"/>
                </a:lnTo>
                <a:lnTo>
                  <a:pt x="1140204" y="53260"/>
                </a:lnTo>
                <a:lnTo>
                  <a:pt x="1140221" y="53820"/>
                </a:lnTo>
                <a:lnTo>
                  <a:pt x="1140233" y="54393"/>
                </a:lnTo>
                <a:lnTo>
                  <a:pt x="1140241" y="54979"/>
                </a:lnTo>
                <a:lnTo>
                  <a:pt x="1140243" y="55577"/>
                </a:lnTo>
                <a:lnTo>
                  <a:pt x="1140243" y="98196"/>
                </a:lnTo>
                <a:lnTo>
                  <a:pt x="1152106" y="98196"/>
                </a:lnTo>
                <a:lnTo>
                  <a:pt x="1152106" y="55161"/>
                </a:lnTo>
                <a:lnTo>
                  <a:pt x="1152104" y="54483"/>
                </a:lnTo>
                <a:lnTo>
                  <a:pt x="1152101" y="53822"/>
                </a:lnTo>
                <a:lnTo>
                  <a:pt x="1152095" y="53179"/>
                </a:lnTo>
                <a:lnTo>
                  <a:pt x="1152087" y="52552"/>
                </a:lnTo>
                <a:lnTo>
                  <a:pt x="1152077" y="51943"/>
                </a:lnTo>
                <a:lnTo>
                  <a:pt x="1152064" y="51351"/>
                </a:lnTo>
                <a:lnTo>
                  <a:pt x="1152049" y="50776"/>
                </a:lnTo>
                <a:lnTo>
                  <a:pt x="1152032" y="50218"/>
                </a:lnTo>
                <a:lnTo>
                  <a:pt x="1152013" y="49678"/>
                </a:lnTo>
                <a:lnTo>
                  <a:pt x="1151991" y="49154"/>
                </a:lnTo>
                <a:lnTo>
                  <a:pt x="1151967" y="48648"/>
                </a:lnTo>
                <a:lnTo>
                  <a:pt x="1151941" y="48159"/>
                </a:lnTo>
                <a:lnTo>
                  <a:pt x="1151912" y="47687"/>
                </a:lnTo>
                <a:lnTo>
                  <a:pt x="1151881" y="47232"/>
                </a:lnTo>
                <a:lnTo>
                  <a:pt x="1151848" y="46794"/>
                </a:lnTo>
                <a:lnTo>
                  <a:pt x="1151813" y="46374"/>
                </a:lnTo>
                <a:lnTo>
                  <a:pt x="1151775" y="45971"/>
                </a:lnTo>
                <a:lnTo>
                  <a:pt x="1151735" y="45584"/>
                </a:lnTo>
                <a:lnTo>
                  <a:pt x="1151692" y="45215"/>
                </a:lnTo>
                <a:lnTo>
                  <a:pt x="1151648" y="44864"/>
                </a:lnTo>
                <a:lnTo>
                  <a:pt x="1151601" y="44529"/>
                </a:lnTo>
                <a:lnTo>
                  <a:pt x="1151552" y="44211"/>
                </a:lnTo>
                <a:lnTo>
                  <a:pt x="1151500" y="43911"/>
                </a:lnTo>
                <a:lnTo>
                  <a:pt x="1151446" y="43628"/>
                </a:lnTo>
                <a:lnTo>
                  <a:pt x="1151356" y="43207"/>
                </a:lnTo>
                <a:lnTo>
                  <a:pt x="1151260" y="42792"/>
                </a:lnTo>
                <a:lnTo>
                  <a:pt x="1151158" y="42381"/>
                </a:lnTo>
                <a:lnTo>
                  <a:pt x="1151051" y="41975"/>
                </a:lnTo>
                <a:lnTo>
                  <a:pt x="1150938" y="41574"/>
                </a:lnTo>
                <a:lnTo>
                  <a:pt x="1150820" y="41177"/>
                </a:lnTo>
                <a:lnTo>
                  <a:pt x="1150697" y="40786"/>
                </a:lnTo>
                <a:lnTo>
                  <a:pt x="1150568" y="40399"/>
                </a:lnTo>
                <a:lnTo>
                  <a:pt x="1150433" y="40017"/>
                </a:lnTo>
                <a:lnTo>
                  <a:pt x="1150293" y="39639"/>
                </a:lnTo>
                <a:lnTo>
                  <a:pt x="1150148" y="39267"/>
                </a:lnTo>
                <a:lnTo>
                  <a:pt x="1149997" y="38899"/>
                </a:lnTo>
                <a:lnTo>
                  <a:pt x="1149840" y="38537"/>
                </a:lnTo>
                <a:lnTo>
                  <a:pt x="1149678" y="38179"/>
                </a:lnTo>
                <a:lnTo>
                  <a:pt x="1149511" y="37825"/>
                </a:lnTo>
                <a:lnTo>
                  <a:pt x="1149338" y="37477"/>
                </a:lnTo>
                <a:lnTo>
                  <a:pt x="1149159" y="37133"/>
                </a:lnTo>
                <a:lnTo>
                  <a:pt x="1148975" y="36795"/>
                </a:lnTo>
                <a:lnTo>
                  <a:pt x="1148786" y="36461"/>
                </a:lnTo>
                <a:lnTo>
                  <a:pt x="1148591" y="36131"/>
                </a:lnTo>
                <a:lnTo>
                  <a:pt x="1148390" y="35807"/>
                </a:lnTo>
                <a:lnTo>
                  <a:pt x="1148184" y="35488"/>
                </a:lnTo>
                <a:lnTo>
                  <a:pt x="1147973" y="35173"/>
                </a:lnTo>
                <a:lnTo>
                  <a:pt x="1147756" y="34863"/>
                </a:lnTo>
                <a:lnTo>
                  <a:pt x="1147532" y="34558"/>
                </a:lnTo>
                <a:lnTo>
                  <a:pt x="1147298" y="34258"/>
                </a:lnTo>
                <a:lnTo>
                  <a:pt x="1147055" y="33962"/>
                </a:lnTo>
                <a:lnTo>
                  <a:pt x="1146803" y="33672"/>
                </a:lnTo>
                <a:lnTo>
                  <a:pt x="1146542" y="33387"/>
                </a:lnTo>
                <a:lnTo>
                  <a:pt x="1146271" y="33106"/>
                </a:lnTo>
                <a:lnTo>
                  <a:pt x="1145991" y="32831"/>
                </a:lnTo>
                <a:lnTo>
                  <a:pt x="1145702" y="32560"/>
                </a:lnTo>
                <a:lnTo>
                  <a:pt x="1145403" y="32294"/>
                </a:lnTo>
                <a:lnTo>
                  <a:pt x="1145096" y="32033"/>
                </a:lnTo>
                <a:lnTo>
                  <a:pt x="1144779" y="31777"/>
                </a:lnTo>
                <a:lnTo>
                  <a:pt x="1144452" y="31526"/>
                </a:lnTo>
                <a:lnTo>
                  <a:pt x="1144117" y="31280"/>
                </a:lnTo>
                <a:lnTo>
                  <a:pt x="1143772" y="31039"/>
                </a:lnTo>
                <a:lnTo>
                  <a:pt x="1143418" y="30803"/>
                </a:lnTo>
                <a:lnTo>
                  <a:pt x="1143055" y="30572"/>
                </a:lnTo>
                <a:lnTo>
                  <a:pt x="1142682" y="30345"/>
                </a:lnTo>
                <a:lnTo>
                  <a:pt x="1142300" y="30124"/>
                </a:lnTo>
                <a:lnTo>
                  <a:pt x="1141909" y="29907"/>
                </a:lnTo>
                <a:lnTo>
                  <a:pt x="1141509" y="29696"/>
                </a:lnTo>
                <a:lnTo>
                  <a:pt x="1141099" y="29489"/>
                </a:lnTo>
                <a:lnTo>
                  <a:pt x="1140680" y="29287"/>
                </a:lnTo>
                <a:lnTo>
                  <a:pt x="1140252" y="29091"/>
                </a:lnTo>
                <a:lnTo>
                  <a:pt x="1139815" y="28899"/>
                </a:lnTo>
                <a:lnTo>
                  <a:pt x="1139371" y="28713"/>
                </a:lnTo>
                <a:lnTo>
                  <a:pt x="1138923" y="28535"/>
                </a:lnTo>
                <a:lnTo>
                  <a:pt x="1138472" y="28366"/>
                </a:lnTo>
                <a:lnTo>
                  <a:pt x="1138018" y="28204"/>
                </a:lnTo>
                <a:lnTo>
                  <a:pt x="1137560" y="28050"/>
                </a:lnTo>
                <a:lnTo>
                  <a:pt x="1137098" y="27904"/>
                </a:lnTo>
                <a:lnTo>
                  <a:pt x="1136633" y="27766"/>
                </a:lnTo>
                <a:lnTo>
                  <a:pt x="1136164" y="27635"/>
                </a:lnTo>
                <a:lnTo>
                  <a:pt x="1135692" y="27513"/>
                </a:lnTo>
                <a:lnTo>
                  <a:pt x="1135216" y="27399"/>
                </a:lnTo>
                <a:lnTo>
                  <a:pt x="1134737" y="27292"/>
                </a:lnTo>
                <a:lnTo>
                  <a:pt x="1134254" y="27193"/>
                </a:lnTo>
                <a:lnTo>
                  <a:pt x="1133768" y="27103"/>
                </a:lnTo>
                <a:lnTo>
                  <a:pt x="1133278" y="27020"/>
                </a:lnTo>
                <a:lnTo>
                  <a:pt x="1132784" y="26945"/>
                </a:lnTo>
                <a:lnTo>
                  <a:pt x="1132287" y="26878"/>
                </a:lnTo>
                <a:lnTo>
                  <a:pt x="1131786" y="26818"/>
                </a:lnTo>
                <a:lnTo>
                  <a:pt x="1131282" y="26767"/>
                </a:lnTo>
                <a:lnTo>
                  <a:pt x="1130774" y="26724"/>
                </a:lnTo>
                <a:lnTo>
                  <a:pt x="1130263" y="26688"/>
                </a:lnTo>
                <a:lnTo>
                  <a:pt x="1129748" y="26660"/>
                </a:lnTo>
                <a:lnTo>
                  <a:pt x="1129230" y="26641"/>
                </a:lnTo>
                <a:lnTo>
                  <a:pt x="1128708" y="26629"/>
                </a:lnTo>
                <a:lnTo>
                  <a:pt x="1128183" y="26625"/>
                </a:lnTo>
                <a:lnTo>
                  <a:pt x="1126981" y="26645"/>
                </a:lnTo>
                <a:lnTo>
                  <a:pt x="1125803" y="26705"/>
                </a:lnTo>
                <a:lnTo>
                  <a:pt x="1124649" y="26804"/>
                </a:lnTo>
                <a:lnTo>
                  <a:pt x="1123518" y="26943"/>
                </a:lnTo>
                <a:lnTo>
                  <a:pt x="1122412" y="27123"/>
                </a:lnTo>
                <a:lnTo>
                  <a:pt x="1121329" y="27342"/>
                </a:lnTo>
                <a:lnTo>
                  <a:pt x="1120270" y="27600"/>
                </a:lnTo>
                <a:lnTo>
                  <a:pt x="1119234" y="27899"/>
                </a:lnTo>
                <a:lnTo>
                  <a:pt x="1118223" y="28237"/>
                </a:lnTo>
                <a:lnTo>
                  <a:pt x="1117235" y="28616"/>
                </a:lnTo>
                <a:lnTo>
                  <a:pt x="1116272" y="29034"/>
                </a:lnTo>
                <a:lnTo>
                  <a:pt x="1115331" y="29492"/>
                </a:lnTo>
                <a:lnTo>
                  <a:pt x="1114415" y="29989"/>
                </a:lnTo>
                <a:lnTo>
                  <a:pt x="1113523" y="30527"/>
                </a:lnTo>
                <a:lnTo>
                  <a:pt x="1112654" y="31104"/>
                </a:lnTo>
                <a:lnTo>
                  <a:pt x="1111809" y="31721"/>
                </a:lnTo>
                <a:lnTo>
                  <a:pt x="1110988" y="32378"/>
                </a:lnTo>
                <a:lnTo>
                  <a:pt x="1110191" y="33075"/>
                </a:lnTo>
                <a:lnTo>
                  <a:pt x="1109418" y="33812"/>
                </a:lnTo>
                <a:lnTo>
                  <a:pt x="1108668" y="34588"/>
                </a:lnTo>
                <a:lnTo>
                  <a:pt x="1107942" y="35404"/>
                </a:lnTo>
                <a:lnTo>
                  <a:pt x="1107240" y="36261"/>
                </a:lnTo>
                <a:lnTo>
                  <a:pt x="1106562" y="37156"/>
                </a:lnTo>
                <a:lnTo>
                  <a:pt x="1105907" y="38092"/>
                </a:lnTo>
                <a:lnTo>
                  <a:pt x="1105907" y="28207"/>
                </a:lnTo>
                <a:lnTo>
                  <a:pt x="1095231" y="28207"/>
                </a:lnTo>
                <a:lnTo>
                  <a:pt x="1095231" y="98196"/>
                </a:lnTo>
                <a:lnTo>
                  <a:pt x="1107094" y="98196"/>
                </a:lnTo>
                <a:lnTo>
                  <a:pt x="1107094" y="59931"/>
                </a:lnTo>
                <a:lnTo>
                  <a:pt x="1107103" y="58824"/>
                </a:lnTo>
                <a:lnTo>
                  <a:pt x="1107132" y="57748"/>
                </a:lnTo>
                <a:lnTo>
                  <a:pt x="1107180" y="56701"/>
                </a:lnTo>
                <a:close/>
                <a:moveTo>
                  <a:pt x="86089" y="70227"/>
                </a:moveTo>
                <a:lnTo>
                  <a:pt x="86262" y="71546"/>
                </a:lnTo>
                <a:lnTo>
                  <a:pt x="86467" y="72836"/>
                </a:lnTo>
                <a:lnTo>
                  <a:pt x="86703" y="74097"/>
                </a:lnTo>
                <a:lnTo>
                  <a:pt x="86970" y="75329"/>
                </a:lnTo>
                <a:lnTo>
                  <a:pt x="87269" y="76533"/>
                </a:lnTo>
                <a:lnTo>
                  <a:pt x="87599" y="77707"/>
                </a:lnTo>
                <a:lnTo>
                  <a:pt x="87961" y="78853"/>
                </a:lnTo>
                <a:lnTo>
                  <a:pt x="88355" y="79970"/>
                </a:lnTo>
                <a:lnTo>
                  <a:pt x="88779" y="81058"/>
                </a:lnTo>
                <a:lnTo>
                  <a:pt x="89236" y="82118"/>
                </a:lnTo>
                <a:lnTo>
                  <a:pt x="89723" y="83148"/>
                </a:lnTo>
                <a:lnTo>
                  <a:pt x="90242" y="84150"/>
                </a:lnTo>
                <a:lnTo>
                  <a:pt x="90793" y="85122"/>
                </a:lnTo>
                <a:lnTo>
                  <a:pt x="91375" y="86066"/>
                </a:lnTo>
                <a:lnTo>
                  <a:pt x="91989" y="86981"/>
                </a:lnTo>
                <a:lnTo>
                  <a:pt x="92634" y="87868"/>
                </a:lnTo>
                <a:lnTo>
                  <a:pt x="93310" y="88725"/>
                </a:lnTo>
                <a:lnTo>
                  <a:pt x="94018" y="89554"/>
                </a:lnTo>
                <a:lnTo>
                  <a:pt x="94758" y="90353"/>
                </a:lnTo>
                <a:lnTo>
                  <a:pt x="95522" y="91122"/>
                </a:lnTo>
                <a:lnTo>
                  <a:pt x="96307" y="91859"/>
                </a:lnTo>
                <a:lnTo>
                  <a:pt x="97111" y="92562"/>
                </a:lnTo>
                <a:lnTo>
                  <a:pt x="97935" y="93233"/>
                </a:lnTo>
                <a:lnTo>
                  <a:pt x="98778" y="93871"/>
                </a:lnTo>
                <a:lnTo>
                  <a:pt x="99641" y="94476"/>
                </a:lnTo>
                <a:lnTo>
                  <a:pt x="100523" y="95049"/>
                </a:lnTo>
                <a:lnTo>
                  <a:pt x="101425" y="95589"/>
                </a:lnTo>
                <a:lnTo>
                  <a:pt x="102346" y="96096"/>
                </a:lnTo>
                <a:lnTo>
                  <a:pt x="103287" y="96571"/>
                </a:lnTo>
                <a:lnTo>
                  <a:pt x="104248" y="97012"/>
                </a:lnTo>
                <a:lnTo>
                  <a:pt x="105228" y="97421"/>
                </a:lnTo>
                <a:lnTo>
                  <a:pt x="106228" y="97798"/>
                </a:lnTo>
                <a:lnTo>
                  <a:pt x="107247" y="98141"/>
                </a:lnTo>
                <a:lnTo>
                  <a:pt x="108286" y="98452"/>
                </a:lnTo>
                <a:lnTo>
                  <a:pt x="109344" y="98730"/>
                </a:lnTo>
                <a:lnTo>
                  <a:pt x="110422" y="98976"/>
                </a:lnTo>
                <a:lnTo>
                  <a:pt x="111520" y="99189"/>
                </a:lnTo>
                <a:lnTo>
                  <a:pt x="112637" y="99368"/>
                </a:lnTo>
                <a:lnTo>
                  <a:pt x="113773" y="99516"/>
                </a:lnTo>
                <a:lnTo>
                  <a:pt x="114930" y="99630"/>
                </a:lnTo>
                <a:lnTo>
                  <a:pt x="116105" y="99712"/>
                </a:lnTo>
                <a:lnTo>
                  <a:pt x="117301" y="99761"/>
                </a:lnTo>
                <a:lnTo>
                  <a:pt x="118516" y="99778"/>
                </a:lnTo>
                <a:lnTo>
                  <a:pt x="119277" y="99770"/>
                </a:lnTo>
                <a:lnTo>
                  <a:pt x="120033" y="99748"/>
                </a:lnTo>
                <a:lnTo>
                  <a:pt x="120784" y="99711"/>
                </a:lnTo>
                <a:lnTo>
                  <a:pt x="121530" y="99659"/>
                </a:lnTo>
                <a:lnTo>
                  <a:pt x="122271" y="99592"/>
                </a:lnTo>
                <a:lnTo>
                  <a:pt x="123007" y="99510"/>
                </a:lnTo>
                <a:lnTo>
                  <a:pt x="123739" y="99413"/>
                </a:lnTo>
                <a:lnTo>
                  <a:pt x="124465" y="99302"/>
                </a:lnTo>
                <a:lnTo>
                  <a:pt x="125187" y="99175"/>
                </a:lnTo>
                <a:lnTo>
                  <a:pt x="125903" y="99034"/>
                </a:lnTo>
                <a:lnTo>
                  <a:pt x="126615" y="98878"/>
                </a:lnTo>
                <a:lnTo>
                  <a:pt x="127322" y="98707"/>
                </a:lnTo>
                <a:lnTo>
                  <a:pt x="128024" y="98521"/>
                </a:lnTo>
                <a:lnTo>
                  <a:pt x="128721" y="98320"/>
                </a:lnTo>
                <a:lnTo>
                  <a:pt x="129413" y="98104"/>
                </a:lnTo>
                <a:lnTo>
                  <a:pt x="130100" y="97874"/>
                </a:lnTo>
                <a:lnTo>
                  <a:pt x="130782" y="97628"/>
                </a:lnTo>
                <a:lnTo>
                  <a:pt x="131459" y="97368"/>
                </a:lnTo>
                <a:lnTo>
                  <a:pt x="132132" y="97093"/>
                </a:lnTo>
                <a:lnTo>
                  <a:pt x="132799" y="96803"/>
                </a:lnTo>
                <a:lnTo>
                  <a:pt x="133462" y="96498"/>
                </a:lnTo>
                <a:lnTo>
                  <a:pt x="134119" y="96178"/>
                </a:lnTo>
                <a:lnTo>
                  <a:pt x="134772" y="95843"/>
                </a:lnTo>
                <a:lnTo>
                  <a:pt x="135420" y="95494"/>
                </a:lnTo>
                <a:lnTo>
                  <a:pt x="136059" y="95131"/>
                </a:lnTo>
                <a:lnTo>
                  <a:pt x="136685" y="94756"/>
                </a:lnTo>
                <a:lnTo>
                  <a:pt x="137298" y="94369"/>
                </a:lnTo>
                <a:lnTo>
                  <a:pt x="137899" y="93970"/>
                </a:lnTo>
                <a:lnTo>
                  <a:pt x="138486" y="93559"/>
                </a:lnTo>
                <a:lnTo>
                  <a:pt x="139061" y="93136"/>
                </a:lnTo>
                <a:lnTo>
                  <a:pt x="139623" y="92701"/>
                </a:lnTo>
                <a:lnTo>
                  <a:pt x="140172" y="92254"/>
                </a:lnTo>
                <a:lnTo>
                  <a:pt x="140709" y="91794"/>
                </a:lnTo>
                <a:lnTo>
                  <a:pt x="141232" y="91323"/>
                </a:lnTo>
                <a:lnTo>
                  <a:pt x="141743" y="90840"/>
                </a:lnTo>
                <a:lnTo>
                  <a:pt x="142241" y="90345"/>
                </a:lnTo>
                <a:lnTo>
                  <a:pt x="142726" y="89838"/>
                </a:lnTo>
                <a:lnTo>
                  <a:pt x="143198" y="89319"/>
                </a:lnTo>
                <a:lnTo>
                  <a:pt x="143658" y="88788"/>
                </a:lnTo>
                <a:lnTo>
                  <a:pt x="144104" y="88244"/>
                </a:lnTo>
                <a:lnTo>
                  <a:pt x="144538" y="87689"/>
                </a:lnTo>
                <a:lnTo>
                  <a:pt x="144959" y="87122"/>
                </a:lnTo>
                <a:lnTo>
                  <a:pt x="145368" y="86543"/>
                </a:lnTo>
                <a:lnTo>
                  <a:pt x="145763" y="85952"/>
                </a:lnTo>
                <a:lnTo>
                  <a:pt x="146146" y="85348"/>
                </a:lnTo>
                <a:lnTo>
                  <a:pt x="146515" y="84733"/>
                </a:lnTo>
                <a:lnTo>
                  <a:pt x="146872" y="84106"/>
                </a:lnTo>
                <a:lnTo>
                  <a:pt x="147217" y="83466"/>
                </a:lnTo>
                <a:lnTo>
                  <a:pt x="147547" y="82811"/>
                </a:lnTo>
                <a:lnTo>
                  <a:pt x="147864" y="82136"/>
                </a:lnTo>
                <a:lnTo>
                  <a:pt x="148166" y="81440"/>
                </a:lnTo>
                <a:lnTo>
                  <a:pt x="148455" y="80725"/>
                </a:lnTo>
                <a:lnTo>
                  <a:pt x="148729" y="79990"/>
                </a:lnTo>
                <a:lnTo>
                  <a:pt x="148990" y="79234"/>
                </a:lnTo>
                <a:lnTo>
                  <a:pt x="149236" y="78459"/>
                </a:lnTo>
                <a:lnTo>
                  <a:pt x="149468" y="77663"/>
                </a:lnTo>
                <a:lnTo>
                  <a:pt x="149686" y="76848"/>
                </a:lnTo>
                <a:lnTo>
                  <a:pt x="149890" y="76012"/>
                </a:lnTo>
                <a:lnTo>
                  <a:pt x="150080" y="75157"/>
                </a:lnTo>
                <a:lnTo>
                  <a:pt x="150256" y="74281"/>
                </a:lnTo>
                <a:lnTo>
                  <a:pt x="150418" y="73386"/>
                </a:lnTo>
                <a:lnTo>
                  <a:pt x="150566" y="72470"/>
                </a:lnTo>
                <a:lnTo>
                  <a:pt x="150700" y="71534"/>
                </a:lnTo>
                <a:lnTo>
                  <a:pt x="150819" y="70579"/>
                </a:lnTo>
                <a:lnTo>
                  <a:pt x="150925" y="69603"/>
                </a:lnTo>
                <a:lnTo>
                  <a:pt x="151016" y="68607"/>
                </a:lnTo>
                <a:lnTo>
                  <a:pt x="151094" y="67592"/>
                </a:lnTo>
                <a:lnTo>
                  <a:pt x="151157" y="66556"/>
                </a:lnTo>
                <a:lnTo>
                  <a:pt x="151206" y="65500"/>
                </a:lnTo>
                <a:lnTo>
                  <a:pt x="151241" y="64424"/>
                </a:lnTo>
                <a:lnTo>
                  <a:pt x="151263" y="63329"/>
                </a:lnTo>
                <a:lnTo>
                  <a:pt x="151270" y="62213"/>
                </a:lnTo>
                <a:lnTo>
                  <a:pt x="151254" y="60836"/>
                </a:lnTo>
                <a:lnTo>
                  <a:pt x="151206" y="59484"/>
                </a:lnTo>
                <a:lnTo>
                  <a:pt x="151126" y="58157"/>
                </a:lnTo>
                <a:lnTo>
                  <a:pt x="151015" y="56855"/>
                </a:lnTo>
                <a:lnTo>
                  <a:pt x="150872" y="55579"/>
                </a:lnTo>
                <a:lnTo>
                  <a:pt x="150697" y="54327"/>
                </a:lnTo>
                <a:lnTo>
                  <a:pt x="150490" y="53100"/>
                </a:lnTo>
                <a:lnTo>
                  <a:pt x="150252" y="51899"/>
                </a:lnTo>
                <a:lnTo>
                  <a:pt x="149981" y="50722"/>
                </a:lnTo>
                <a:lnTo>
                  <a:pt x="149679" y="49571"/>
                </a:lnTo>
                <a:lnTo>
                  <a:pt x="149345" y="48445"/>
                </a:lnTo>
                <a:lnTo>
                  <a:pt x="148979" y="47343"/>
                </a:lnTo>
                <a:lnTo>
                  <a:pt x="148582" y="46267"/>
                </a:lnTo>
                <a:lnTo>
                  <a:pt x="148152" y="45216"/>
                </a:lnTo>
                <a:lnTo>
                  <a:pt x="147691" y="44190"/>
                </a:lnTo>
                <a:lnTo>
                  <a:pt x="147198" y="43189"/>
                </a:lnTo>
                <a:lnTo>
                  <a:pt x="146673" y="42213"/>
                </a:lnTo>
                <a:lnTo>
                  <a:pt x="146117" y="41262"/>
                </a:lnTo>
                <a:lnTo>
                  <a:pt x="145528" y="40336"/>
                </a:lnTo>
                <a:lnTo>
                  <a:pt x="144908" y="39435"/>
                </a:lnTo>
                <a:lnTo>
                  <a:pt x="144256" y="38559"/>
                </a:lnTo>
                <a:lnTo>
                  <a:pt x="143572" y="37708"/>
                </a:lnTo>
                <a:lnTo>
                  <a:pt x="142857" y="36883"/>
                </a:lnTo>
                <a:lnTo>
                  <a:pt x="142109" y="36082"/>
                </a:lnTo>
                <a:lnTo>
                  <a:pt x="141337" y="35310"/>
                </a:lnTo>
                <a:lnTo>
                  <a:pt x="140546" y="34572"/>
                </a:lnTo>
                <a:lnTo>
                  <a:pt x="139737" y="33866"/>
                </a:lnTo>
                <a:lnTo>
                  <a:pt x="138909" y="33192"/>
                </a:lnTo>
                <a:lnTo>
                  <a:pt x="138063" y="32552"/>
                </a:lnTo>
                <a:lnTo>
                  <a:pt x="137199" y="31945"/>
                </a:lnTo>
                <a:lnTo>
                  <a:pt x="136317" y="31370"/>
                </a:lnTo>
                <a:lnTo>
                  <a:pt x="135416" y="30828"/>
                </a:lnTo>
                <a:lnTo>
                  <a:pt x="134497" y="30319"/>
                </a:lnTo>
                <a:lnTo>
                  <a:pt x="133560" y="29843"/>
                </a:lnTo>
                <a:lnTo>
                  <a:pt x="132604" y="29400"/>
                </a:lnTo>
                <a:lnTo>
                  <a:pt x="131630" y="28989"/>
                </a:lnTo>
                <a:lnTo>
                  <a:pt x="130638" y="28612"/>
                </a:lnTo>
                <a:lnTo>
                  <a:pt x="129628" y="28267"/>
                </a:lnTo>
                <a:lnTo>
                  <a:pt x="128599" y="27955"/>
                </a:lnTo>
                <a:lnTo>
                  <a:pt x="127552" y="27676"/>
                </a:lnTo>
                <a:lnTo>
                  <a:pt x="126486" y="27429"/>
                </a:lnTo>
                <a:lnTo>
                  <a:pt x="125403" y="27216"/>
                </a:lnTo>
                <a:lnTo>
                  <a:pt x="124301" y="27035"/>
                </a:lnTo>
                <a:lnTo>
                  <a:pt x="123180" y="26888"/>
                </a:lnTo>
                <a:lnTo>
                  <a:pt x="122041" y="26773"/>
                </a:lnTo>
                <a:lnTo>
                  <a:pt x="120885" y="26691"/>
                </a:lnTo>
                <a:lnTo>
                  <a:pt x="119709" y="26641"/>
                </a:lnTo>
                <a:lnTo>
                  <a:pt x="118516" y="26625"/>
                </a:lnTo>
                <a:lnTo>
                  <a:pt x="117441" y="26638"/>
                </a:lnTo>
                <a:lnTo>
                  <a:pt x="116379" y="26679"/>
                </a:lnTo>
                <a:lnTo>
                  <a:pt x="115332" y="26746"/>
                </a:lnTo>
                <a:lnTo>
                  <a:pt x="114298" y="26841"/>
                </a:lnTo>
                <a:lnTo>
                  <a:pt x="113278" y="26962"/>
                </a:lnTo>
                <a:lnTo>
                  <a:pt x="112271" y="27111"/>
                </a:lnTo>
                <a:lnTo>
                  <a:pt x="111279" y="27286"/>
                </a:lnTo>
                <a:lnTo>
                  <a:pt x="110300" y="27489"/>
                </a:lnTo>
                <a:lnTo>
                  <a:pt x="109335" y="27718"/>
                </a:lnTo>
                <a:lnTo>
                  <a:pt x="108383" y="27975"/>
                </a:lnTo>
                <a:lnTo>
                  <a:pt x="107445" y="28259"/>
                </a:lnTo>
                <a:lnTo>
                  <a:pt x="106521" y="28569"/>
                </a:lnTo>
                <a:lnTo>
                  <a:pt x="105611" y="28907"/>
                </a:lnTo>
                <a:lnTo>
                  <a:pt x="104714" y="29271"/>
                </a:lnTo>
                <a:lnTo>
                  <a:pt x="103832" y="29663"/>
                </a:lnTo>
                <a:lnTo>
                  <a:pt x="102963" y="30081"/>
                </a:lnTo>
                <a:lnTo>
                  <a:pt x="102107" y="30527"/>
                </a:lnTo>
                <a:lnTo>
                  <a:pt x="101265" y="30999"/>
                </a:lnTo>
                <a:lnTo>
                  <a:pt x="100438" y="31499"/>
                </a:lnTo>
                <a:lnTo>
                  <a:pt x="99623" y="32025"/>
                </a:lnTo>
                <a:lnTo>
                  <a:pt x="98823" y="32579"/>
                </a:lnTo>
                <a:lnTo>
                  <a:pt x="98036" y="33159"/>
                </a:lnTo>
                <a:lnTo>
                  <a:pt x="97263" y="33767"/>
                </a:lnTo>
                <a:lnTo>
                  <a:pt x="96504" y="34402"/>
                </a:lnTo>
                <a:lnTo>
                  <a:pt x="95622" y="35199"/>
                </a:lnTo>
                <a:lnTo>
                  <a:pt x="94778" y="36031"/>
                </a:lnTo>
                <a:lnTo>
                  <a:pt x="93971" y="36899"/>
                </a:lnTo>
                <a:lnTo>
                  <a:pt x="93202" y="37801"/>
                </a:lnTo>
                <a:lnTo>
                  <a:pt x="92470" y="38738"/>
                </a:lnTo>
                <a:lnTo>
                  <a:pt x="91775" y="39711"/>
                </a:lnTo>
                <a:lnTo>
                  <a:pt x="91119" y="40718"/>
                </a:lnTo>
                <a:lnTo>
                  <a:pt x="90499" y="41761"/>
                </a:lnTo>
                <a:lnTo>
                  <a:pt x="89918" y="42838"/>
                </a:lnTo>
                <a:lnTo>
                  <a:pt x="89374" y="43951"/>
                </a:lnTo>
                <a:lnTo>
                  <a:pt x="88867" y="45098"/>
                </a:lnTo>
                <a:lnTo>
                  <a:pt x="88398" y="46281"/>
                </a:lnTo>
                <a:lnTo>
                  <a:pt x="87966" y="47498"/>
                </a:lnTo>
                <a:lnTo>
                  <a:pt x="87572" y="48751"/>
                </a:lnTo>
                <a:lnTo>
                  <a:pt x="87216" y="50038"/>
                </a:lnTo>
                <a:lnTo>
                  <a:pt x="86897" y="51361"/>
                </a:lnTo>
                <a:lnTo>
                  <a:pt x="86615" y="52718"/>
                </a:lnTo>
                <a:lnTo>
                  <a:pt x="86371" y="54111"/>
                </a:lnTo>
                <a:lnTo>
                  <a:pt x="86165" y="55538"/>
                </a:lnTo>
                <a:lnTo>
                  <a:pt x="85996" y="57001"/>
                </a:lnTo>
                <a:lnTo>
                  <a:pt x="85865" y="58498"/>
                </a:lnTo>
                <a:lnTo>
                  <a:pt x="85771" y="60031"/>
                </a:lnTo>
                <a:lnTo>
                  <a:pt x="85715" y="61599"/>
                </a:lnTo>
                <a:lnTo>
                  <a:pt x="85696" y="63201"/>
                </a:lnTo>
                <a:lnTo>
                  <a:pt x="85712" y="64664"/>
                </a:lnTo>
                <a:lnTo>
                  <a:pt x="85759" y="66098"/>
                </a:lnTo>
                <a:lnTo>
                  <a:pt x="85837" y="67503"/>
                </a:lnTo>
                <a:lnTo>
                  <a:pt x="85948" y="68880"/>
                </a:lnTo>
                <a:lnTo>
                  <a:pt x="86089" y="70227"/>
                </a:lnTo>
                <a:close/>
                <a:moveTo>
                  <a:pt x="98143" y="57881"/>
                </a:moveTo>
                <a:lnTo>
                  <a:pt x="98255" y="56894"/>
                </a:lnTo>
                <a:lnTo>
                  <a:pt x="98387" y="55930"/>
                </a:lnTo>
                <a:lnTo>
                  <a:pt x="98540" y="54990"/>
                </a:lnTo>
                <a:lnTo>
                  <a:pt x="98713" y="54073"/>
                </a:lnTo>
                <a:lnTo>
                  <a:pt x="98906" y="53180"/>
                </a:lnTo>
                <a:lnTo>
                  <a:pt x="99120" y="52310"/>
                </a:lnTo>
                <a:lnTo>
                  <a:pt x="99354" y="51464"/>
                </a:lnTo>
                <a:lnTo>
                  <a:pt x="99609" y="50642"/>
                </a:lnTo>
                <a:lnTo>
                  <a:pt x="99884" y="49842"/>
                </a:lnTo>
                <a:lnTo>
                  <a:pt x="100179" y="49067"/>
                </a:lnTo>
                <a:lnTo>
                  <a:pt x="100495" y="48314"/>
                </a:lnTo>
                <a:lnTo>
                  <a:pt x="100831" y="47586"/>
                </a:lnTo>
                <a:lnTo>
                  <a:pt x="101187" y="46880"/>
                </a:lnTo>
                <a:lnTo>
                  <a:pt x="101564" y="46199"/>
                </a:lnTo>
                <a:lnTo>
                  <a:pt x="101961" y="45540"/>
                </a:lnTo>
                <a:lnTo>
                  <a:pt x="102379" y="44905"/>
                </a:lnTo>
                <a:lnTo>
                  <a:pt x="102817" y="44294"/>
                </a:lnTo>
                <a:lnTo>
                  <a:pt x="103275" y="43706"/>
                </a:lnTo>
                <a:lnTo>
                  <a:pt x="103753" y="43142"/>
                </a:lnTo>
                <a:lnTo>
                  <a:pt x="104247" y="42601"/>
                </a:lnTo>
                <a:lnTo>
                  <a:pt x="104752" y="42083"/>
                </a:lnTo>
                <a:lnTo>
                  <a:pt x="105267" y="41588"/>
                </a:lnTo>
                <a:lnTo>
                  <a:pt x="105793" y="41116"/>
                </a:lnTo>
                <a:lnTo>
                  <a:pt x="106329" y="40667"/>
                </a:lnTo>
                <a:lnTo>
                  <a:pt x="106876" y="40241"/>
                </a:lnTo>
                <a:lnTo>
                  <a:pt x="107433" y="39838"/>
                </a:lnTo>
                <a:lnTo>
                  <a:pt x="108000" y="39458"/>
                </a:lnTo>
                <a:lnTo>
                  <a:pt x="108579" y="39101"/>
                </a:lnTo>
                <a:lnTo>
                  <a:pt x="109167" y="38767"/>
                </a:lnTo>
                <a:lnTo>
                  <a:pt x="109767" y="38456"/>
                </a:lnTo>
                <a:lnTo>
                  <a:pt x="110377" y="38168"/>
                </a:lnTo>
                <a:lnTo>
                  <a:pt x="110997" y="37903"/>
                </a:lnTo>
                <a:lnTo>
                  <a:pt x="111628" y="37662"/>
                </a:lnTo>
                <a:lnTo>
                  <a:pt x="112269" y="37443"/>
                </a:lnTo>
                <a:lnTo>
                  <a:pt x="112921" y="37247"/>
                </a:lnTo>
                <a:lnTo>
                  <a:pt x="113584" y="37075"/>
                </a:lnTo>
                <a:lnTo>
                  <a:pt x="114257" y="36925"/>
                </a:lnTo>
                <a:lnTo>
                  <a:pt x="114940" y="36798"/>
                </a:lnTo>
                <a:lnTo>
                  <a:pt x="115634" y="36695"/>
                </a:lnTo>
                <a:lnTo>
                  <a:pt x="116339" y="36614"/>
                </a:lnTo>
                <a:lnTo>
                  <a:pt x="117054" y="36556"/>
                </a:lnTo>
                <a:lnTo>
                  <a:pt x="117780" y="36522"/>
                </a:lnTo>
                <a:lnTo>
                  <a:pt x="118516" y="36510"/>
                </a:lnTo>
                <a:lnTo>
                  <a:pt x="119241" y="36522"/>
                </a:lnTo>
                <a:lnTo>
                  <a:pt x="119957" y="36557"/>
                </a:lnTo>
                <a:lnTo>
                  <a:pt x="120662" y="36615"/>
                </a:lnTo>
                <a:lnTo>
                  <a:pt x="121358" y="36696"/>
                </a:lnTo>
                <a:lnTo>
                  <a:pt x="122043" y="36800"/>
                </a:lnTo>
                <a:lnTo>
                  <a:pt x="122719" y="36927"/>
                </a:lnTo>
                <a:lnTo>
                  <a:pt x="123385" y="37077"/>
                </a:lnTo>
                <a:lnTo>
                  <a:pt x="124041" y="37251"/>
                </a:lnTo>
                <a:lnTo>
                  <a:pt x="124686" y="37448"/>
                </a:lnTo>
                <a:lnTo>
                  <a:pt x="125322" y="37667"/>
                </a:lnTo>
                <a:lnTo>
                  <a:pt x="125948" y="37910"/>
                </a:lnTo>
                <a:lnTo>
                  <a:pt x="126564" y="38177"/>
                </a:lnTo>
                <a:lnTo>
                  <a:pt x="127170" y="38466"/>
                </a:lnTo>
                <a:lnTo>
                  <a:pt x="127766" y="38778"/>
                </a:lnTo>
                <a:lnTo>
                  <a:pt x="128352" y="39114"/>
                </a:lnTo>
                <a:lnTo>
                  <a:pt x="128928" y="39472"/>
                </a:lnTo>
                <a:lnTo>
                  <a:pt x="129495" y="39854"/>
                </a:lnTo>
                <a:lnTo>
                  <a:pt x="130051" y="40259"/>
                </a:lnTo>
                <a:lnTo>
                  <a:pt x="130597" y="40687"/>
                </a:lnTo>
                <a:lnTo>
                  <a:pt x="131133" y="41139"/>
                </a:lnTo>
                <a:lnTo>
                  <a:pt x="131660" y="41613"/>
                </a:lnTo>
                <a:lnTo>
                  <a:pt x="132176" y="42110"/>
                </a:lnTo>
                <a:lnTo>
                  <a:pt x="132683" y="42631"/>
                </a:lnTo>
                <a:lnTo>
                  <a:pt x="133179" y="43175"/>
                </a:lnTo>
                <a:lnTo>
                  <a:pt x="133660" y="43741"/>
                </a:lnTo>
                <a:lnTo>
                  <a:pt x="134121" y="44329"/>
                </a:lnTo>
                <a:lnTo>
                  <a:pt x="134562" y="44939"/>
                </a:lnTo>
                <a:lnTo>
                  <a:pt x="134981" y="45571"/>
                </a:lnTo>
                <a:lnTo>
                  <a:pt x="135381" y="46224"/>
                </a:lnTo>
                <a:lnTo>
                  <a:pt x="135760" y="46899"/>
                </a:lnTo>
                <a:lnTo>
                  <a:pt x="136118" y="47596"/>
                </a:lnTo>
                <a:lnTo>
                  <a:pt x="136456" y="48315"/>
                </a:lnTo>
                <a:lnTo>
                  <a:pt x="136773" y="49055"/>
                </a:lnTo>
                <a:lnTo>
                  <a:pt x="137070" y="49817"/>
                </a:lnTo>
                <a:lnTo>
                  <a:pt x="137347" y="50601"/>
                </a:lnTo>
                <a:lnTo>
                  <a:pt x="137603" y="51407"/>
                </a:lnTo>
                <a:lnTo>
                  <a:pt x="137838" y="52235"/>
                </a:lnTo>
                <a:lnTo>
                  <a:pt x="138053" y="53084"/>
                </a:lnTo>
                <a:lnTo>
                  <a:pt x="138248" y="53955"/>
                </a:lnTo>
                <a:lnTo>
                  <a:pt x="138422" y="54848"/>
                </a:lnTo>
                <a:lnTo>
                  <a:pt x="138576" y="55763"/>
                </a:lnTo>
                <a:lnTo>
                  <a:pt x="138709" y="56699"/>
                </a:lnTo>
                <a:lnTo>
                  <a:pt x="138821" y="57657"/>
                </a:lnTo>
                <a:lnTo>
                  <a:pt x="138914" y="58637"/>
                </a:lnTo>
                <a:lnTo>
                  <a:pt x="138985" y="59639"/>
                </a:lnTo>
                <a:lnTo>
                  <a:pt x="139037" y="60663"/>
                </a:lnTo>
                <a:lnTo>
                  <a:pt x="139067" y="61708"/>
                </a:lnTo>
                <a:lnTo>
                  <a:pt x="139077" y="62775"/>
                </a:lnTo>
                <a:lnTo>
                  <a:pt x="139067" y="63906"/>
                </a:lnTo>
                <a:lnTo>
                  <a:pt x="139037" y="65013"/>
                </a:lnTo>
                <a:lnTo>
                  <a:pt x="138986" y="66096"/>
                </a:lnTo>
                <a:lnTo>
                  <a:pt x="138915" y="67154"/>
                </a:lnTo>
                <a:lnTo>
                  <a:pt x="138823" y="68188"/>
                </a:lnTo>
                <a:lnTo>
                  <a:pt x="138711" y="69197"/>
                </a:lnTo>
                <a:lnTo>
                  <a:pt x="138579" y="70182"/>
                </a:lnTo>
                <a:lnTo>
                  <a:pt x="138426" y="71143"/>
                </a:lnTo>
                <a:lnTo>
                  <a:pt x="138253" y="72079"/>
                </a:lnTo>
                <a:lnTo>
                  <a:pt x="138059" y="72991"/>
                </a:lnTo>
                <a:lnTo>
                  <a:pt x="137845" y="73878"/>
                </a:lnTo>
                <a:lnTo>
                  <a:pt x="137611" y="74741"/>
                </a:lnTo>
                <a:lnTo>
                  <a:pt x="137357" y="75580"/>
                </a:lnTo>
                <a:lnTo>
                  <a:pt x="137082" y="76394"/>
                </a:lnTo>
                <a:lnTo>
                  <a:pt x="136786" y="77184"/>
                </a:lnTo>
                <a:lnTo>
                  <a:pt x="136471" y="77949"/>
                </a:lnTo>
                <a:lnTo>
                  <a:pt x="136135" y="78690"/>
                </a:lnTo>
                <a:lnTo>
                  <a:pt x="135778" y="79407"/>
                </a:lnTo>
                <a:lnTo>
                  <a:pt x="135401" y="80099"/>
                </a:lnTo>
                <a:lnTo>
                  <a:pt x="135004" y="80767"/>
                </a:lnTo>
                <a:lnTo>
                  <a:pt x="134587" y="81411"/>
                </a:lnTo>
                <a:lnTo>
                  <a:pt x="134149" y="82030"/>
                </a:lnTo>
                <a:lnTo>
                  <a:pt x="133691" y="82624"/>
                </a:lnTo>
                <a:lnTo>
                  <a:pt x="133212" y="83195"/>
                </a:lnTo>
                <a:lnTo>
                  <a:pt x="132718" y="83741"/>
                </a:lnTo>
                <a:lnTo>
                  <a:pt x="132214" y="84264"/>
                </a:lnTo>
                <a:lnTo>
                  <a:pt x="131699" y="84764"/>
                </a:lnTo>
                <a:lnTo>
                  <a:pt x="131175" y="85241"/>
                </a:lnTo>
                <a:lnTo>
                  <a:pt x="130639" y="85695"/>
                </a:lnTo>
                <a:lnTo>
                  <a:pt x="130094" y="86125"/>
                </a:lnTo>
                <a:lnTo>
                  <a:pt x="129538" y="86532"/>
                </a:lnTo>
                <a:lnTo>
                  <a:pt x="128972" y="86915"/>
                </a:lnTo>
                <a:lnTo>
                  <a:pt x="128396" y="87276"/>
                </a:lnTo>
                <a:lnTo>
                  <a:pt x="127809" y="87613"/>
                </a:lnTo>
                <a:lnTo>
                  <a:pt x="127213" y="87927"/>
                </a:lnTo>
                <a:lnTo>
                  <a:pt x="126605" y="88218"/>
                </a:lnTo>
                <a:lnTo>
                  <a:pt x="125988" y="88485"/>
                </a:lnTo>
                <a:lnTo>
                  <a:pt x="125360" y="88729"/>
                </a:lnTo>
                <a:lnTo>
                  <a:pt x="124722" y="88950"/>
                </a:lnTo>
                <a:lnTo>
                  <a:pt x="124074" y="89148"/>
                </a:lnTo>
                <a:lnTo>
                  <a:pt x="123415" y="89322"/>
                </a:lnTo>
                <a:lnTo>
                  <a:pt x="122746" y="89473"/>
                </a:lnTo>
                <a:lnTo>
                  <a:pt x="122067" y="89601"/>
                </a:lnTo>
                <a:lnTo>
                  <a:pt x="121377" y="89706"/>
                </a:lnTo>
                <a:lnTo>
                  <a:pt x="120677" y="89787"/>
                </a:lnTo>
                <a:lnTo>
                  <a:pt x="119967" y="89846"/>
                </a:lnTo>
                <a:lnTo>
                  <a:pt x="119246" y="89880"/>
                </a:lnTo>
                <a:lnTo>
                  <a:pt x="118516" y="89892"/>
                </a:lnTo>
                <a:lnTo>
                  <a:pt x="117780" y="89880"/>
                </a:lnTo>
                <a:lnTo>
                  <a:pt x="117054" y="89846"/>
                </a:lnTo>
                <a:lnTo>
                  <a:pt x="116339" y="89788"/>
                </a:lnTo>
                <a:lnTo>
                  <a:pt x="115634" y="89707"/>
                </a:lnTo>
                <a:lnTo>
                  <a:pt x="114940" y="89603"/>
                </a:lnTo>
                <a:lnTo>
                  <a:pt x="114257" y="89476"/>
                </a:lnTo>
                <a:lnTo>
                  <a:pt x="113584" y="89325"/>
                </a:lnTo>
                <a:lnTo>
                  <a:pt x="112921" y="89152"/>
                </a:lnTo>
                <a:lnTo>
                  <a:pt x="112269" y="88955"/>
                </a:lnTo>
                <a:lnTo>
                  <a:pt x="111628" y="88735"/>
                </a:lnTo>
                <a:lnTo>
                  <a:pt x="110997" y="88492"/>
                </a:lnTo>
                <a:lnTo>
                  <a:pt x="110377" y="88226"/>
                </a:lnTo>
                <a:lnTo>
                  <a:pt x="109767" y="87937"/>
                </a:lnTo>
                <a:lnTo>
                  <a:pt x="109167" y="87624"/>
                </a:lnTo>
                <a:lnTo>
                  <a:pt x="108579" y="87289"/>
                </a:lnTo>
                <a:lnTo>
                  <a:pt x="108000" y="86930"/>
                </a:lnTo>
                <a:lnTo>
                  <a:pt x="107433" y="86548"/>
                </a:lnTo>
                <a:lnTo>
                  <a:pt x="106876" y="86143"/>
                </a:lnTo>
                <a:lnTo>
                  <a:pt x="106329" y="85715"/>
                </a:lnTo>
                <a:lnTo>
                  <a:pt x="105793" y="85264"/>
                </a:lnTo>
                <a:lnTo>
                  <a:pt x="105267" y="84790"/>
                </a:lnTo>
                <a:lnTo>
                  <a:pt x="104752" y="84292"/>
                </a:lnTo>
                <a:lnTo>
                  <a:pt x="104247" y="83771"/>
                </a:lnTo>
                <a:lnTo>
                  <a:pt x="103753" y="83228"/>
                </a:lnTo>
                <a:lnTo>
                  <a:pt x="103275" y="82661"/>
                </a:lnTo>
                <a:lnTo>
                  <a:pt x="102817" y="82070"/>
                </a:lnTo>
                <a:lnTo>
                  <a:pt x="102379" y="81456"/>
                </a:lnTo>
                <a:lnTo>
                  <a:pt x="101961" y="80819"/>
                </a:lnTo>
                <a:lnTo>
                  <a:pt x="101564" y="80159"/>
                </a:lnTo>
                <a:lnTo>
                  <a:pt x="101187" y="79475"/>
                </a:lnTo>
                <a:lnTo>
                  <a:pt x="100831" y="78767"/>
                </a:lnTo>
                <a:lnTo>
                  <a:pt x="100495" y="78037"/>
                </a:lnTo>
                <a:lnTo>
                  <a:pt x="100179" y="77283"/>
                </a:lnTo>
                <a:lnTo>
                  <a:pt x="99884" y="76505"/>
                </a:lnTo>
                <a:lnTo>
                  <a:pt x="99609" y="75705"/>
                </a:lnTo>
                <a:lnTo>
                  <a:pt x="99354" y="74881"/>
                </a:lnTo>
                <a:lnTo>
                  <a:pt x="99120" y="74033"/>
                </a:lnTo>
                <a:lnTo>
                  <a:pt x="98906" y="73162"/>
                </a:lnTo>
                <a:lnTo>
                  <a:pt x="98713" y="72268"/>
                </a:lnTo>
                <a:lnTo>
                  <a:pt x="98540" y="71350"/>
                </a:lnTo>
                <a:lnTo>
                  <a:pt x="98387" y="70409"/>
                </a:lnTo>
                <a:lnTo>
                  <a:pt x="98255" y="69445"/>
                </a:lnTo>
                <a:lnTo>
                  <a:pt x="98143" y="68457"/>
                </a:lnTo>
                <a:lnTo>
                  <a:pt x="98051" y="67446"/>
                </a:lnTo>
                <a:lnTo>
                  <a:pt x="97980" y="66412"/>
                </a:lnTo>
                <a:lnTo>
                  <a:pt x="97929" y="65354"/>
                </a:lnTo>
                <a:lnTo>
                  <a:pt x="97898" y="64273"/>
                </a:lnTo>
                <a:lnTo>
                  <a:pt x="97888" y="63168"/>
                </a:lnTo>
                <a:lnTo>
                  <a:pt x="97898" y="62064"/>
                </a:lnTo>
                <a:lnTo>
                  <a:pt x="97929" y="60983"/>
                </a:lnTo>
                <a:lnTo>
                  <a:pt x="97980" y="59925"/>
                </a:lnTo>
                <a:lnTo>
                  <a:pt x="98051" y="58891"/>
                </a:lnTo>
                <a:lnTo>
                  <a:pt x="98143" y="57881"/>
                </a:lnTo>
                <a:close/>
                <a:moveTo>
                  <a:pt x="386126" y="70227"/>
                </a:moveTo>
                <a:lnTo>
                  <a:pt x="386299" y="71546"/>
                </a:lnTo>
                <a:lnTo>
                  <a:pt x="386504" y="72836"/>
                </a:lnTo>
                <a:lnTo>
                  <a:pt x="386740" y="74097"/>
                </a:lnTo>
                <a:lnTo>
                  <a:pt x="387007" y="75329"/>
                </a:lnTo>
                <a:lnTo>
                  <a:pt x="387306" y="76533"/>
                </a:lnTo>
                <a:lnTo>
                  <a:pt x="387637" y="77707"/>
                </a:lnTo>
                <a:lnTo>
                  <a:pt x="387998" y="78853"/>
                </a:lnTo>
                <a:lnTo>
                  <a:pt x="388392" y="79970"/>
                </a:lnTo>
                <a:lnTo>
                  <a:pt x="388817" y="81058"/>
                </a:lnTo>
                <a:lnTo>
                  <a:pt x="389273" y="82118"/>
                </a:lnTo>
                <a:lnTo>
                  <a:pt x="389760" y="83148"/>
                </a:lnTo>
                <a:lnTo>
                  <a:pt x="390280" y="84150"/>
                </a:lnTo>
                <a:lnTo>
                  <a:pt x="390830" y="85122"/>
                </a:lnTo>
                <a:lnTo>
                  <a:pt x="391412" y="86066"/>
                </a:lnTo>
                <a:lnTo>
                  <a:pt x="392026" y="86981"/>
                </a:lnTo>
                <a:lnTo>
                  <a:pt x="392671" y="87868"/>
                </a:lnTo>
                <a:lnTo>
                  <a:pt x="393347" y="88725"/>
                </a:lnTo>
                <a:lnTo>
                  <a:pt x="394055" y="89554"/>
                </a:lnTo>
                <a:lnTo>
                  <a:pt x="394795" y="90353"/>
                </a:lnTo>
                <a:lnTo>
                  <a:pt x="395560" y="91122"/>
                </a:lnTo>
                <a:lnTo>
                  <a:pt x="396344" y="91859"/>
                </a:lnTo>
                <a:lnTo>
                  <a:pt x="397148" y="92562"/>
                </a:lnTo>
                <a:lnTo>
                  <a:pt x="397972" y="93233"/>
                </a:lnTo>
                <a:lnTo>
                  <a:pt x="398815" y="93871"/>
                </a:lnTo>
                <a:lnTo>
                  <a:pt x="399678" y="94476"/>
                </a:lnTo>
                <a:lnTo>
                  <a:pt x="400560" y="95049"/>
                </a:lnTo>
                <a:lnTo>
                  <a:pt x="401462" y="95589"/>
                </a:lnTo>
                <a:lnTo>
                  <a:pt x="402383" y="96096"/>
                </a:lnTo>
                <a:lnTo>
                  <a:pt x="403324" y="96571"/>
                </a:lnTo>
                <a:lnTo>
                  <a:pt x="404285" y="97012"/>
                </a:lnTo>
                <a:lnTo>
                  <a:pt x="405265" y="97421"/>
                </a:lnTo>
                <a:lnTo>
                  <a:pt x="406265" y="97798"/>
                </a:lnTo>
                <a:lnTo>
                  <a:pt x="407284" y="98141"/>
                </a:lnTo>
                <a:lnTo>
                  <a:pt x="408323" y="98452"/>
                </a:lnTo>
                <a:lnTo>
                  <a:pt x="409381" y="98730"/>
                </a:lnTo>
                <a:lnTo>
                  <a:pt x="410459" y="98976"/>
                </a:lnTo>
                <a:lnTo>
                  <a:pt x="411557" y="99189"/>
                </a:lnTo>
                <a:lnTo>
                  <a:pt x="412674" y="99368"/>
                </a:lnTo>
                <a:lnTo>
                  <a:pt x="413811" y="99516"/>
                </a:lnTo>
                <a:lnTo>
                  <a:pt x="414967" y="99630"/>
                </a:lnTo>
                <a:lnTo>
                  <a:pt x="416143" y="99712"/>
                </a:lnTo>
                <a:lnTo>
                  <a:pt x="417338" y="99761"/>
                </a:lnTo>
                <a:lnTo>
                  <a:pt x="418553" y="99778"/>
                </a:lnTo>
                <a:lnTo>
                  <a:pt x="419314" y="99770"/>
                </a:lnTo>
                <a:lnTo>
                  <a:pt x="420070" y="99748"/>
                </a:lnTo>
                <a:lnTo>
                  <a:pt x="420821" y="99711"/>
                </a:lnTo>
                <a:lnTo>
                  <a:pt x="421567" y="99659"/>
                </a:lnTo>
                <a:lnTo>
                  <a:pt x="422308" y="99592"/>
                </a:lnTo>
                <a:lnTo>
                  <a:pt x="423045" y="99510"/>
                </a:lnTo>
                <a:lnTo>
                  <a:pt x="423776" y="99413"/>
                </a:lnTo>
                <a:lnTo>
                  <a:pt x="424502" y="99302"/>
                </a:lnTo>
                <a:lnTo>
                  <a:pt x="425224" y="99175"/>
                </a:lnTo>
                <a:lnTo>
                  <a:pt x="425941" y="99034"/>
                </a:lnTo>
                <a:lnTo>
                  <a:pt x="426652" y="98878"/>
                </a:lnTo>
                <a:lnTo>
                  <a:pt x="427359" y="98707"/>
                </a:lnTo>
                <a:lnTo>
                  <a:pt x="428061" y="98521"/>
                </a:lnTo>
                <a:lnTo>
                  <a:pt x="428758" y="98320"/>
                </a:lnTo>
                <a:lnTo>
                  <a:pt x="429450" y="98104"/>
                </a:lnTo>
                <a:lnTo>
                  <a:pt x="430137" y="97874"/>
                </a:lnTo>
                <a:lnTo>
                  <a:pt x="430819" y="97628"/>
                </a:lnTo>
                <a:lnTo>
                  <a:pt x="431497" y="97368"/>
                </a:lnTo>
                <a:lnTo>
                  <a:pt x="432169" y="97093"/>
                </a:lnTo>
                <a:lnTo>
                  <a:pt x="432837" y="96803"/>
                </a:lnTo>
                <a:lnTo>
                  <a:pt x="433499" y="96498"/>
                </a:lnTo>
                <a:lnTo>
                  <a:pt x="434157" y="96178"/>
                </a:lnTo>
                <a:lnTo>
                  <a:pt x="434809" y="95843"/>
                </a:lnTo>
                <a:lnTo>
                  <a:pt x="435457" y="95494"/>
                </a:lnTo>
                <a:lnTo>
                  <a:pt x="436096" y="95131"/>
                </a:lnTo>
                <a:lnTo>
                  <a:pt x="436722" y="94756"/>
                </a:lnTo>
                <a:lnTo>
                  <a:pt x="437335" y="94369"/>
                </a:lnTo>
                <a:lnTo>
                  <a:pt x="437936" y="93970"/>
                </a:lnTo>
                <a:lnTo>
                  <a:pt x="438523" y="93559"/>
                </a:lnTo>
                <a:lnTo>
                  <a:pt x="439098" y="93136"/>
                </a:lnTo>
                <a:lnTo>
                  <a:pt x="439660" y="92701"/>
                </a:lnTo>
                <a:lnTo>
                  <a:pt x="440209" y="92254"/>
                </a:lnTo>
                <a:lnTo>
                  <a:pt x="440746" y="91794"/>
                </a:lnTo>
                <a:lnTo>
                  <a:pt x="441269" y="91323"/>
                </a:lnTo>
                <a:lnTo>
                  <a:pt x="441780" y="90840"/>
                </a:lnTo>
                <a:lnTo>
                  <a:pt x="442278" y="90345"/>
                </a:lnTo>
                <a:lnTo>
                  <a:pt x="442763" y="89838"/>
                </a:lnTo>
                <a:lnTo>
                  <a:pt x="443235" y="89319"/>
                </a:lnTo>
                <a:lnTo>
                  <a:pt x="443695" y="88788"/>
                </a:lnTo>
                <a:lnTo>
                  <a:pt x="444142" y="88244"/>
                </a:lnTo>
                <a:lnTo>
                  <a:pt x="444576" y="87689"/>
                </a:lnTo>
                <a:lnTo>
                  <a:pt x="444997" y="87122"/>
                </a:lnTo>
                <a:lnTo>
                  <a:pt x="445405" y="86543"/>
                </a:lnTo>
                <a:lnTo>
                  <a:pt x="445800" y="85952"/>
                </a:lnTo>
                <a:lnTo>
                  <a:pt x="446183" y="85348"/>
                </a:lnTo>
                <a:lnTo>
                  <a:pt x="446553" y="84733"/>
                </a:lnTo>
                <a:lnTo>
                  <a:pt x="446910" y="84106"/>
                </a:lnTo>
                <a:lnTo>
                  <a:pt x="447254" y="83466"/>
                </a:lnTo>
                <a:lnTo>
                  <a:pt x="447584" y="82811"/>
                </a:lnTo>
                <a:lnTo>
                  <a:pt x="447901" y="82136"/>
                </a:lnTo>
                <a:lnTo>
                  <a:pt x="448204" y="81440"/>
                </a:lnTo>
                <a:lnTo>
                  <a:pt x="448492" y="80725"/>
                </a:lnTo>
                <a:lnTo>
                  <a:pt x="448767" y="79990"/>
                </a:lnTo>
                <a:lnTo>
                  <a:pt x="449027" y="79234"/>
                </a:lnTo>
                <a:lnTo>
                  <a:pt x="449273" y="78459"/>
                </a:lnTo>
                <a:lnTo>
                  <a:pt x="449505" y="77663"/>
                </a:lnTo>
                <a:lnTo>
                  <a:pt x="449724" y="76848"/>
                </a:lnTo>
                <a:lnTo>
                  <a:pt x="449928" y="76012"/>
                </a:lnTo>
                <a:lnTo>
                  <a:pt x="450118" y="75157"/>
                </a:lnTo>
                <a:lnTo>
                  <a:pt x="450294" y="74281"/>
                </a:lnTo>
                <a:lnTo>
                  <a:pt x="450455" y="73386"/>
                </a:lnTo>
                <a:lnTo>
                  <a:pt x="450603" y="72470"/>
                </a:lnTo>
                <a:lnTo>
                  <a:pt x="450737" y="71534"/>
                </a:lnTo>
                <a:lnTo>
                  <a:pt x="450856" y="70579"/>
                </a:lnTo>
                <a:lnTo>
                  <a:pt x="450962" y="69603"/>
                </a:lnTo>
                <a:lnTo>
                  <a:pt x="451053" y="68607"/>
                </a:lnTo>
                <a:lnTo>
                  <a:pt x="451131" y="67592"/>
                </a:lnTo>
                <a:lnTo>
                  <a:pt x="451194" y="66556"/>
                </a:lnTo>
                <a:lnTo>
                  <a:pt x="451243" y="65500"/>
                </a:lnTo>
                <a:lnTo>
                  <a:pt x="451279" y="64424"/>
                </a:lnTo>
                <a:lnTo>
                  <a:pt x="451300" y="63329"/>
                </a:lnTo>
                <a:lnTo>
                  <a:pt x="451307" y="62213"/>
                </a:lnTo>
                <a:lnTo>
                  <a:pt x="451291" y="60836"/>
                </a:lnTo>
                <a:lnTo>
                  <a:pt x="451243" y="59484"/>
                </a:lnTo>
                <a:lnTo>
                  <a:pt x="451164" y="58157"/>
                </a:lnTo>
                <a:lnTo>
                  <a:pt x="451052" y="56855"/>
                </a:lnTo>
                <a:lnTo>
                  <a:pt x="450909" y="55579"/>
                </a:lnTo>
                <a:lnTo>
                  <a:pt x="450734" y="54327"/>
                </a:lnTo>
                <a:lnTo>
                  <a:pt x="450528" y="53100"/>
                </a:lnTo>
                <a:lnTo>
                  <a:pt x="450289" y="51899"/>
                </a:lnTo>
                <a:lnTo>
                  <a:pt x="450019" y="50722"/>
                </a:lnTo>
                <a:lnTo>
                  <a:pt x="449716" y="49571"/>
                </a:lnTo>
                <a:lnTo>
                  <a:pt x="449382" y="48445"/>
                </a:lnTo>
                <a:lnTo>
                  <a:pt x="449017" y="47343"/>
                </a:lnTo>
                <a:lnTo>
                  <a:pt x="448619" y="46267"/>
                </a:lnTo>
                <a:lnTo>
                  <a:pt x="448190" y="45216"/>
                </a:lnTo>
                <a:lnTo>
                  <a:pt x="447728" y="44190"/>
                </a:lnTo>
                <a:lnTo>
                  <a:pt x="447235" y="43189"/>
                </a:lnTo>
                <a:lnTo>
                  <a:pt x="446711" y="42213"/>
                </a:lnTo>
                <a:lnTo>
                  <a:pt x="446154" y="41262"/>
                </a:lnTo>
                <a:lnTo>
                  <a:pt x="445566" y="40336"/>
                </a:lnTo>
                <a:lnTo>
                  <a:pt x="444945" y="39435"/>
                </a:lnTo>
                <a:lnTo>
                  <a:pt x="444293" y="38559"/>
                </a:lnTo>
                <a:lnTo>
                  <a:pt x="443609" y="37708"/>
                </a:lnTo>
                <a:lnTo>
                  <a:pt x="442894" y="36883"/>
                </a:lnTo>
                <a:lnTo>
                  <a:pt x="442146" y="36082"/>
                </a:lnTo>
                <a:lnTo>
                  <a:pt x="441374" y="35310"/>
                </a:lnTo>
                <a:lnTo>
                  <a:pt x="440583" y="34572"/>
                </a:lnTo>
                <a:lnTo>
                  <a:pt x="439774" y="33866"/>
                </a:lnTo>
                <a:lnTo>
                  <a:pt x="438946" y="33192"/>
                </a:lnTo>
                <a:lnTo>
                  <a:pt x="438101" y="32552"/>
                </a:lnTo>
                <a:lnTo>
                  <a:pt x="437236" y="31945"/>
                </a:lnTo>
                <a:lnTo>
                  <a:pt x="436354" y="31370"/>
                </a:lnTo>
                <a:lnTo>
                  <a:pt x="435453" y="30828"/>
                </a:lnTo>
                <a:lnTo>
                  <a:pt x="434534" y="30319"/>
                </a:lnTo>
                <a:lnTo>
                  <a:pt x="433597" y="29843"/>
                </a:lnTo>
                <a:lnTo>
                  <a:pt x="432642" y="29400"/>
                </a:lnTo>
                <a:lnTo>
                  <a:pt x="431668" y="28989"/>
                </a:lnTo>
                <a:lnTo>
                  <a:pt x="430675" y="28612"/>
                </a:lnTo>
                <a:lnTo>
                  <a:pt x="429665" y="28267"/>
                </a:lnTo>
                <a:lnTo>
                  <a:pt x="428636" y="27955"/>
                </a:lnTo>
                <a:lnTo>
                  <a:pt x="427589" y="27676"/>
                </a:lnTo>
                <a:lnTo>
                  <a:pt x="426524" y="27429"/>
                </a:lnTo>
                <a:lnTo>
                  <a:pt x="425440" y="27216"/>
                </a:lnTo>
                <a:lnTo>
                  <a:pt x="424338" y="27035"/>
                </a:lnTo>
                <a:lnTo>
                  <a:pt x="423217" y="26888"/>
                </a:lnTo>
                <a:lnTo>
                  <a:pt x="422079" y="26773"/>
                </a:lnTo>
                <a:lnTo>
                  <a:pt x="420922" y="26691"/>
                </a:lnTo>
                <a:lnTo>
                  <a:pt x="419746" y="26641"/>
                </a:lnTo>
                <a:lnTo>
                  <a:pt x="418553" y="26625"/>
                </a:lnTo>
                <a:lnTo>
                  <a:pt x="417478" y="26638"/>
                </a:lnTo>
                <a:lnTo>
                  <a:pt x="416417" y="26679"/>
                </a:lnTo>
                <a:lnTo>
                  <a:pt x="415369" y="26746"/>
                </a:lnTo>
                <a:lnTo>
                  <a:pt x="414335" y="26841"/>
                </a:lnTo>
                <a:lnTo>
                  <a:pt x="413315" y="26962"/>
                </a:lnTo>
                <a:lnTo>
                  <a:pt x="412309" y="27111"/>
                </a:lnTo>
                <a:lnTo>
                  <a:pt x="411316" y="27286"/>
                </a:lnTo>
                <a:lnTo>
                  <a:pt x="410337" y="27489"/>
                </a:lnTo>
                <a:lnTo>
                  <a:pt x="409372" y="27718"/>
                </a:lnTo>
                <a:lnTo>
                  <a:pt x="408420" y="27975"/>
                </a:lnTo>
                <a:lnTo>
                  <a:pt x="407483" y="28259"/>
                </a:lnTo>
                <a:lnTo>
                  <a:pt x="406558" y="28569"/>
                </a:lnTo>
                <a:lnTo>
                  <a:pt x="405648" y="28907"/>
                </a:lnTo>
                <a:lnTo>
                  <a:pt x="404752" y="29271"/>
                </a:lnTo>
                <a:lnTo>
                  <a:pt x="403869" y="29663"/>
                </a:lnTo>
                <a:lnTo>
                  <a:pt x="403000" y="30081"/>
                </a:lnTo>
                <a:lnTo>
                  <a:pt x="402144" y="30527"/>
                </a:lnTo>
                <a:lnTo>
                  <a:pt x="401303" y="30999"/>
                </a:lnTo>
                <a:lnTo>
                  <a:pt x="400475" y="31499"/>
                </a:lnTo>
                <a:lnTo>
                  <a:pt x="399661" y="32025"/>
                </a:lnTo>
                <a:lnTo>
                  <a:pt x="398860" y="32579"/>
                </a:lnTo>
                <a:lnTo>
                  <a:pt x="398073" y="33159"/>
                </a:lnTo>
                <a:lnTo>
                  <a:pt x="397300" y="33767"/>
                </a:lnTo>
                <a:lnTo>
                  <a:pt x="396541" y="34402"/>
                </a:lnTo>
                <a:lnTo>
                  <a:pt x="395659" y="35199"/>
                </a:lnTo>
                <a:lnTo>
                  <a:pt x="394815" y="36031"/>
                </a:lnTo>
                <a:lnTo>
                  <a:pt x="394008" y="36899"/>
                </a:lnTo>
                <a:lnTo>
                  <a:pt x="393239" y="37801"/>
                </a:lnTo>
                <a:lnTo>
                  <a:pt x="392507" y="38738"/>
                </a:lnTo>
                <a:lnTo>
                  <a:pt x="391813" y="39711"/>
                </a:lnTo>
                <a:lnTo>
                  <a:pt x="391156" y="40718"/>
                </a:lnTo>
                <a:lnTo>
                  <a:pt x="390537" y="41761"/>
                </a:lnTo>
                <a:lnTo>
                  <a:pt x="389955" y="42838"/>
                </a:lnTo>
                <a:lnTo>
                  <a:pt x="389411" y="43951"/>
                </a:lnTo>
                <a:lnTo>
                  <a:pt x="388904" y="45098"/>
                </a:lnTo>
                <a:lnTo>
                  <a:pt x="388435" y="46281"/>
                </a:lnTo>
                <a:lnTo>
                  <a:pt x="388004" y="47498"/>
                </a:lnTo>
                <a:lnTo>
                  <a:pt x="387609" y="48751"/>
                </a:lnTo>
                <a:lnTo>
                  <a:pt x="387253" y="50038"/>
                </a:lnTo>
                <a:lnTo>
                  <a:pt x="386934" y="51361"/>
                </a:lnTo>
                <a:lnTo>
                  <a:pt x="386653" y="52718"/>
                </a:lnTo>
                <a:lnTo>
                  <a:pt x="386409" y="54111"/>
                </a:lnTo>
                <a:lnTo>
                  <a:pt x="386202" y="55538"/>
                </a:lnTo>
                <a:lnTo>
                  <a:pt x="386033" y="57001"/>
                </a:lnTo>
                <a:lnTo>
                  <a:pt x="385902" y="58498"/>
                </a:lnTo>
                <a:lnTo>
                  <a:pt x="385808" y="60031"/>
                </a:lnTo>
                <a:lnTo>
                  <a:pt x="385752" y="61599"/>
                </a:lnTo>
                <a:lnTo>
                  <a:pt x="385733" y="63201"/>
                </a:lnTo>
                <a:lnTo>
                  <a:pt x="385749" y="64664"/>
                </a:lnTo>
                <a:lnTo>
                  <a:pt x="385796" y="66098"/>
                </a:lnTo>
                <a:lnTo>
                  <a:pt x="385875" y="67503"/>
                </a:lnTo>
                <a:lnTo>
                  <a:pt x="385985" y="68880"/>
                </a:lnTo>
                <a:lnTo>
                  <a:pt x="386126" y="70227"/>
                </a:lnTo>
                <a:close/>
                <a:moveTo>
                  <a:pt x="398180" y="57881"/>
                </a:moveTo>
                <a:lnTo>
                  <a:pt x="398292" y="56894"/>
                </a:lnTo>
                <a:lnTo>
                  <a:pt x="398424" y="55930"/>
                </a:lnTo>
                <a:lnTo>
                  <a:pt x="398577" y="54990"/>
                </a:lnTo>
                <a:lnTo>
                  <a:pt x="398750" y="54073"/>
                </a:lnTo>
                <a:lnTo>
                  <a:pt x="398943" y="53180"/>
                </a:lnTo>
                <a:lnTo>
                  <a:pt x="399157" y="52310"/>
                </a:lnTo>
                <a:lnTo>
                  <a:pt x="399392" y="51464"/>
                </a:lnTo>
                <a:lnTo>
                  <a:pt x="399646" y="50642"/>
                </a:lnTo>
                <a:lnTo>
                  <a:pt x="399921" y="49842"/>
                </a:lnTo>
                <a:lnTo>
                  <a:pt x="400216" y="49067"/>
                </a:lnTo>
                <a:lnTo>
                  <a:pt x="400532" y="48314"/>
                </a:lnTo>
                <a:lnTo>
                  <a:pt x="400868" y="47586"/>
                </a:lnTo>
                <a:lnTo>
                  <a:pt x="401224" y="46880"/>
                </a:lnTo>
                <a:lnTo>
                  <a:pt x="401601" y="46199"/>
                </a:lnTo>
                <a:lnTo>
                  <a:pt x="401998" y="45540"/>
                </a:lnTo>
                <a:lnTo>
                  <a:pt x="402416" y="44905"/>
                </a:lnTo>
                <a:lnTo>
                  <a:pt x="402854" y="44294"/>
                </a:lnTo>
                <a:lnTo>
                  <a:pt x="403312" y="43706"/>
                </a:lnTo>
                <a:lnTo>
                  <a:pt x="403791" y="43142"/>
                </a:lnTo>
                <a:lnTo>
                  <a:pt x="404285" y="42601"/>
                </a:lnTo>
                <a:lnTo>
                  <a:pt x="404789" y="42083"/>
                </a:lnTo>
                <a:lnTo>
                  <a:pt x="405304" y="41588"/>
                </a:lnTo>
                <a:lnTo>
                  <a:pt x="405830" y="41116"/>
                </a:lnTo>
                <a:lnTo>
                  <a:pt x="406366" y="40667"/>
                </a:lnTo>
                <a:lnTo>
                  <a:pt x="406913" y="40241"/>
                </a:lnTo>
                <a:lnTo>
                  <a:pt x="407470" y="39838"/>
                </a:lnTo>
                <a:lnTo>
                  <a:pt x="408038" y="39458"/>
                </a:lnTo>
                <a:lnTo>
                  <a:pt x="408616" y="39101"/>
                </a:lnTo>
                <a:lnTo>
                  <a:pt x="409205" y="38767"/>
                </a:lnTo>
                <a:lnTo>
                  <a:pt x="409804" y="38456"/>
                </a:lnTo>
                <a:lnTo>
                  <a:pt x="410414" y="38168"/>
                </a:lnTo>
                <a:lnTo>
                  <a:pt x="411034" y="37903"/>
                </a:lnTo>
                <a:lnTo>
                  <a:pt x="411665" y="37662"/>
                </a:lnTo>
                <a:lnTo>
                  <a:pt x="412306" y="37443"/>
                </a:lnTo>
                <a:lnTo>
                  <a:pt x="412958" y="37247"/>
                </a:lnTo>
                <a:lnTo>
                  <a:pt x="413621" y="37075"/>
                </a:lnTo>
                <a:lnTo>
                  <a:pt x="414294" y="36925"/>
                </a:lnTo>
                <a:lnTo>
                  <a:pt x="414977" y="36798"/>
                </a:lnTo>
                <a:lnTo>
                  <a:pt x="415671" y="36695"/>
                </a:lnTo>
                <a:lnTo>
                  <a:pt x="416376" y="36614"/>
                </a:lnTo>
                <a:lnTo>
                  <a:pt x="417091" y="36556"/>
                </a:lnTo>
                <a:lnTo>
                  <a:pt x="417817" y="36522"/>
                </a:lnTo>
                <a:lnTo>
                  <a:pt x="418553" y="36510"/>
                </a:lnTo>
                <a:lnTo>
                  <a:pt x="419278" y="36522"/>
                </a:lnTo>
                <a:lnTo>
                  <a:pt x="419994" y="36557"/>
                </a:lnTo>
                <a:lnTo>
                  <a:pt x="420699" y="36615"/>
                </a:lnTo>
                <a:lnTo>
                  <a:pt x="421395" y="36696"/>
                </a:lnTo>
                <a:lnTo>
                  <a:pt x="422081" y="36800"/>
                </a:lnTo>
                <a:lnTo>
                  <a:pt x="422756" y="36927"/>
                </a:lnTo>
                <a:lnTo>
                  <a:pt x="423422" y="37077"/>
                </a:lnTo>
                <a:lnTo>
                  <a:pt x="424078" y="37251"/>
                </a:lnTo>
                <a:lnTo>
                  <a:pt x="424724" y="37448"/>
                </a:lnTo>
                <a:lnTo>
                  <a:pt x="425359" y="37667"/>
                </a:lnTo>
                <a:lnTo>
                  <a:pt x="425985" y="37910"/>
                </a:lnTo>
                <a:lnTo>
                  <a:pt x="426601" y="38177"/>
                </a:lnTo>
                <a:lnTo>
                  <a:pt x="427207" y="38466"/>
                </a:lnTo>
                <a:lnTo>
                  <a:pt x="427803" y="38778"/>
                </a:lnTo>
                <a:lnTo>
                  <a:pt x="428389" y="39114"/>
                </a:lnTo>
                <a:lnTo>
                  <a:pt x="428966" y="39472"/>
                </a:lnTo>
                <a:lnTo>
                  <a:pt x="429532" y="39854"/>
                </a:lnTo>
                <a:lnTo>
                  <a:pt x="430088" y="40259"/>
                </a:lnTo>
                <a:lnTo>
                  <a:pt x="430634" y="40687"/>
                </a:lnTo>
                <a:lnTo>
                  <a:pt x="431171" y="41139"/>
                </a:lnTo>
                <a:lnTo>
                  <a:pt x="431697" y="41613"/>
                </a:lnTo>
                <a:lnTo>
                  <a:pt x="432213" y="42110"/>
                </a:lnTo>
                <a:lnTo>
                  <a:pt x="432720" y="42631"/>
                </a:lnTo>
                <a:lnTo>
                  <a:pt x="433216" y="43175"/>
                </a:lnTo>
                <a:lnTo>
                  <a:pt x="433698" y="43741"/>
                </a:lnTo>
                <a:lnTo>
                  <a:pt x="434158" y="44329"/>
                </a:lnTo>
                <a:lnTo>
                  <a:pt x="434599" y="44939"/>
                </a:lnTo>
                <a:lnTo>
                  <a:pt x="435019" y="45571"/>
                </a:lnTo>
                <a:lnTo>
                  <a:pt x="435418" y="46224"/>
                </a:lnTo>
                <a:lnTo>
                  <a:pt x="435797" y="46899"/>
                </a:lnTo>
                <a:lnTo>
                  <a:pt x="436155" y="47596"/>
                </a:lnTo>
                <a:lnTo>
                  <a:pt x="436493" y="48315"/>
                </a:lnTo>
                <a:lnTo>
                  <a:pt x="436811" y="49055"/>
                </a:lnTo>
                <a:lnTo>
                  <a:pt x="437108" y="49817"/>
                </a:lnTo>
                <a:lnTo>
                  <a:pt x="437384" y="50601"/>
                </a:lnTo>
                <a:lnTo>
                  <a:pt x="437640" y="51407"/>
                </a:lnTo>
                <a:lnTo>
                  <a:pt x="437876" y="52235"/>
                </a:lnTo>
                <a:lnTo>
                  <a:pt x="438091" y="53084"/>
                </a:lnTo>
                <a:lnTo>
                  <a:pt x="438285" y="53955"/>
                </a:lnTo>
                <a:lnTo>
                  <a:pt x="438459" y="54848"/>
                </a:lnTo>
                <a:lnTo>
                  <a:pt x="438613" y="55763"/>
                </a:lnTo>
                <a:lnTo>
                  <a:pt x="438746" y="56699"/>
                </a:lnTo>
                <a:lnTo>
                  <a:pt x="438859" y="57657"/>
                </a:lnTo>
                <a:lnTo>
                  <a:pt x="438951" y="58637"/>
                </a:lnTo>
                <a:lnTo>
                  <a:pt x="439023" y="59639"/>
                </a:lnTo>
                <a:lnTo>
                  <a:pt x="439074" y="60663"/>
                </a:lnTo>
                <a:lnTo>
                  <a:pt x="439104" y="61708"/>
                </a:lnTo>
                <a:lnTo>
                  <a:pt x="439115" y="62775"/>
                </a:lnTo>
                <a:lnTo>
                  <a:pt x="439105" y="63906"/>
                </a:lnTo>
                <a:lnTo>
                  <a:pt x="439074" y="65013"/>
                </a:lnTo>
                <a:lnTo>
                  <a:pt x="439023" y="66096"/>
                </a:lnTo>
                <a:lnTo>
                  <a:pt x="438952" y="67154"/>
                </a:lnTo>
                <a:lnTo>
                  <a:pt x="438860" y="68188"/>
                </a:lnTo>
                <a:lnTo>
                  <a:pt x="438748" y="69197"/>
                </a:lnTo>
                <a:lnTo>
                  <a:pt x="438616" y="70182"/>
                </a:lnTo>
                <a:lnTo>
                  <a:pt x="438463" y="71143"/>
                </a:lnTo>
                <a:lnTo>
                  <a:pt x="438290" y="72079"/>
                </a:lnTo>
                <a:lnTo>
                  <a:pt x="438096" y="72991"/>
                </a:lnTo>
                <a:lnTo>
                  <a:pt x="437883" y="73878"/>
                </a:lnTo>
                <a:lnTo>
                  <a:pt x="437648" y="74741"/>
                </a:lnTo>
                <a:lnTo>
                  <a:pt x="437394" y="75580"/>
                </a:lnTo>
                <a:lnTo>
                  <a:pt x="437119" y="76394"/>
                </a:lnTo>
                <a:lnTo>
                  <a:pt x="436824" y="77184"/>
                </a:lnTo>
                <a:lnTo>
                  <a:pt x="436508" y="77949"/>
                </a:lnTo>
                <a:lnTo>
                  <a:pt x="436172" y="78690"/>
                </a:lnTo>
                <a:lnTo>
                  <a:pt x="435815" y="79407"/>
                </a:lnTo>
                <a:lnTo>
                  <a:pt x="435439" y="80099"/>
                </a:lnTo>
                <a:lnTo>
                  <a:pt x="435042" y="80767"/>
                </a:lnTo>
                <a:lnTo>
                  <a:pt x="434624" y="81411"/>
                </a:lnTo>
                <a:lnTo>
                  <a:pt x="434186" y="82030"/>
                </a:lnTo>
                <a:lnTo>
                  <a:pt x="433728" y="82624"/>
                </a:lnTo>
                <a:lnTo>
                  <a:pt x="433249" y="83195"/>
                </a:lnTo>
                <a:lnTo>
                  <a:pt x="432755" y="83741"/>
                </a:lnTo>
                <a:lnTo>
                  <a:pt x="432251" y="84264"/>
                </a:lnTo>
                <a:lnTo>
                  <a:pt x="431737" y="84764"/>
                </a:lnTo>
                <a:lnTo>
                  <a:pt x="431212" y="85241"/>
                </a:lnTo>
                <a:lnTo>
                  <a:pt x="430677" y="85695"/>
                </a:lnTo>
                <a:lnTo>
                  <a:pt x="430131" y="86125"/>
                </a:lnTo>
                <a:lnTo>
                  <a:pt x="429576" y="86532"/>
                </a:lnTo>
                <a:lnTo>
                  <a:pt x="429010" y="86915"/>
                </a:lnTo>
                <a:lnTo>
                  <a:pt x="428433" y="87276"/>
                </a:lnTo>
                <a:lnTo>
                  <a:pt x="427847" y="87613"/>
                </a:lnTo>
                <a:lnTo>
                  <a:pt x="427250" y="87927"/>
                </a:lnTo>
                <a:lnTo>
                  <a:pt x="426643" y="88218"/>
                </a:lnTo>
                <a:lnTo>
                  <a:pt x="426025" y="88485"/>
                </a:lnTo>
                <a:lnTo>
                  <a:pt x="425397" y="88729"/>
                </a:lnTo>
                <a:lnTo>
                  <a:pt x="424759" y="88950"/>
                </a:lnTo>
                <a:lnTo>
                  <a:pt x="424111" y="89148"/>
                </a:lnTo>
                <a:lnTo>
                  <a:pt x="423452" y="89322"/>
                </a:lnTo>
                <a:lnTo>
                  <a:pt x="422783" y="89473"/>
                </a:lnTo>
                <a:lnTo>
                  <a:pt x="422104" y="89601"/>
                </a:lnTo>
                <a:lnTo>
                  <a:pt x="421414" y="89706"/>
                </a:lnTo>
                <a:lnTo>
                  <a:pt x="420714" y="89787"/>
                </a:lnTo>
                <a:lnTo>
                  <a:pt x="420004" y="89846"/>
                </a:lnTo>
                <a:lnTo>
                  <a:pt x="419284" y="89880"/>
                </a:lnTo>
                <a:lnTo>
                  <a:pt x="418553" y="89892"/>
                </a:lnTo>
                <a:lnTo>
                  <a:pt x="417817" y="89880"/>
                </a:lnTo>
                <a:lnTo>
                  <a:pt x="417091" y="89846"/>
                </a:lnTo>
                <a:lnTo>
                  <a:pt x="416376" y="89788"/>
                </a:lnTo>
                <a:lnTo>
                  <a:pt x="415671" y="89707"/>
                </a:lnTo>
                <a:lnTo>
                  <a:pt x="414977" y="89603"/>
                </a:lnTo>
                <a:lnTo>
                  <a:pt x="414294" y="89476"/>
                </a:lnTo>
                <a:lnTo>
                  <a:pt x="413621" y="89325"/>
                </a:lnTo>
                <a:lnTo>
                  <a:pt x="412958" y="89152"/>
                </a:lnTo>
                <a:lnTo>
                  <a:pt x="412306" y="88955"/>
                </a:lnTo>
                <a:lnTo>
                  <a:pt x="411665" y="88735"/>
                </a:lnTo>
                <a:lnTo>
                  <a:pt x="411034" y="88492"/>
                </a:lnTo>
                <a:lnTo>
                  <a:pt x="410414" y="88226"/>
                </a:lnTo>
                <a:lnTo>
                  <a:pt x="409804" y="87937"/>
                </a:lnTo>
                <a:lnTo>
                  <a:pt x="409205" y="87624"/>
                </a:lnTo>
                <a:lnTo>
                  <a:pt x="408616" y="87289"/>
                </a:lnTo>
                <a:lnTo>
                  <a:pt x="408038" y="86930"/>
                </a:lnTo>
                <a:lnTo>
                  <a:pt x="407470" y="86548"/>
                </a:lnTo>
                <a:lnTo>
                  <a:pt x="406913" y="86143"/>
                </a:lnTo>
                <a:lnTo>
                  <a:pt x="406366" y="85715"/>
                </a:lnTo>
                <a:lnTo>
                  <a:pt x="405830" y="85264"/>
                </a:lnTo>
                <a:lnTo>
                  <a:pt x="405304" y="84790"/>
                </a:lnTo>
                <a:lnTo>
                  <a:pt x="404789" y="84292"/>
                </a:lnTo>
                <a:lnTo>
                  <a:pt x="404285" y="83771"/>
                </a:lnTo>
                <a:lnTo>
                  <a:pt x="403791" y="83228"/>
                </a:lnTo>
                <a:lnTo>
                  <a:pt x="403312" y="82661"/>
                </a:lnTo>
                <a:lnTo>
                  <a:pt x="402854" y="82070"/>
                </a:lnTo>
                <a:lnTo>
                  <a:pt x="402416" y="81456"/>
                </a:lnTo>
                <a:lnTo>
                  <a:pt x="401998" y="80819"/>
                </a:lnTo>
                <a:lnTo>
                  <a:pt x="401601" y="80159"/>
                </a:lnTo>
                <a:lnTo>
                  <a:pt x="401224" y="79475"/>
                </a:lnTo>
                <a:lnTo>
                  <a:pt x="400868" y="78767"/>
                </a:lnTo>
                <a:lnTo>
                  <a:pt x="400532" y="78037"/>
                </a:lnTo>
                <a:lnTo>
                  <a:pt x="400216" y="77283"/>
                </a:lnTo>
                <a:lnTo>
                  <a:pt x="399921" y="76505"/>
                </a:lnTo>
                <a:lnTo>
                  <a:pt x="399646" y="75705"/>
                </a:lnTo>
                <a:lnTo>
                  <a:pt x="399392" y="74881"/>
                </a:lnTo>
                <a:lnTo>
                  <a:pt x="399157" y="74033"/>
                </a:lnTo>
                <a:lnTo>
                  <a:pt x="398943" y="73162"/>
                </a:lnTo>
                <a:lnTo>
                  <a:pt x="398750" y="72268"/>
                </a:lnTo>
                <a:lnTo>
                  <a:pt x="398577" y="71350"/>
                </a:lnTo>
                <a:lnTo>
                  <a:pt x="398424" y="70409"/>
                </a:lnTo>
                <a:lnTo>
                  <a:pt x="398292" y="69445"/>
                </a:lnTo>
                <a:lnTo>
                  <a:pt x="398180" y="68457"/>
                </a:lnTo>
                <a:lnTo>
                  <a:pt x="398088" y="67446"/>
                </a:lnTo>
                <a:lnTo>
                  <a:pt x="398017" y="66412"/>
                </a:lnTo>
                <a:lnTo>
                  <a:pt x="397966" y="65354"/>
                </a:lnTo>
                <a:lnTo>
                  <a:pt x="397935" y="64273"/>
                </a:lnTo>
                <a:lnTo>
                  <a:pt x="397925" y="63168"/>
                </a:lnTo>
                <a:lnTo>
                  <a:pt x="397935" y="62064"/>
                </a:lnTo>
                <a:lnTo>
                  <a:pt x="397966" y="60983"/>
                </a:lnTo>
                <a:lnTo>
                  <a:pt x="398017" y="59925"/>
                </a:lnTo>
                <a:lnTo>
                  <a:pt x="398088" y="58891"/>
                </a:lnTo>
                <a:lnTo>
                  <a:pt x="398180" y="57881"/>
                </a:lnTo>
                <a:close/>
                <a:moveTo>
                  <a:pt x="579381" y="78583"/>
                </a:moveTo>
                <a:lnTo>
                  <a:pt x="579119" y="79126"/>
                </a:lnTo>
                <a:lnTo>
                  <a:pt x="578851" y="79655"/>
                </a:lnTo>
                <a:lnTo>
                  <a:pt x="578576" y="80170"/>
                </a:lnTo>
                <a:lnTo>
                  <a:pt x="578294" y="80671"/>
                </a:lnTo>
                <a:lnTo>
                  <a:pt x="578006" y="81158"/>
                </a:lnTo>
                <a:lnTo>
                  <a:pt x="577711" y="81631"/>
                </a:lnTo>
                <a:lnTo>
                  <a:pt x="577410" y="82090"/>
                </a:lnTo>
                <a:lnTo>
                  <a:pt x="577102" y="82534"/>
                </a:lnTo>
                <a:lnTo>
                  <a:pt x="576787" y="82965"/>
                </a:lnTo>
                <a:lnTo>
                  <a:pt x="576465" y="83382"/>
                </a:lnTo>
                <a:lnTo>
                  <a:pt x="576137" y="83784"/>
                </a:lnTo>
                <a:lnTo>
                  <a:pt x="575803" y="84173"/>
                </a:lnTo>
                <a:lnTo>
                  <a:pt x="575461" y="84547"/>
                </a:lnTo>
                <a:lnTo>
                  <a:pt x="575113" y="84907"/>
                </a:lnTo>
                <a:lnTo>
                  <a:pt x="574759" y="85254"/>
                </a:lnTo>
                <a:lnTo>
                  <a:pt x="574398" y="85586"/>
                </a:lnTo>
                <a:lnTo>
                  <a:pt x="574030" y="85904"/>
                </a:lnTo>
                <a:lnTo>
                  <a:pt x="573655" y="86208"/>
                </a:lnTo>
                <a:lnTo>
                  <a:pt x="573274" y="86498"/>
                </a:lnTo>
                <a:lnTo>
                  <a:pt x="572886" y="86775"/>
                </a:lnTo>
                <a:lnTo>
                  <a:pt x="572492" y="87040"/>
                </a:lnTo>
                <a:lnTo>
                  <a:pt x="572091" y="87294"/>
                </a:lnTo>
                <a:lnTo>
                  <a:pt x="571683" y="87535"/>
                </a:lnTo>
                <a:lnTo>
                  <a:pt x="571269" y="87765"/>
                </a:lnTo>
                <a:lnTo>
                  <a:pt x="570848" y="87983"/>
                </a:lnTo>
                <a:lnTo>
                  <a:pt x="570421" y="88189"/>
                </a:lnTo>
                <a:lnTo>
                  <a:pt x="569986" y="88384"/>
                </a:lnTo>
                <a:lnTo>
                  <a:pt x="569546" y="88566"/>
                </a:lnTo>
                <a:lnTo>
                  <a:pt x="569098" y="88737"/>
                </a:lnTo>
                <a:lnTo>
                  <a:pt x="568644" y="88896"/>
                </a:lnTo>
                <a:lnTo>
                  <a:pt x="568183" y="89044"/>
                </a:lnTo>
                <a:lnTo>
                  <a:pt x="567716" y="89179"/>
                </a:lnTo>
                <a:lnTo>
                  <a:pt x="567242" y="89303"/>
                </a:lnTo>
                <a:lnTo>
                  <a:pt x="566761" y="89415"/>
                </a:lnTo>
                <a:lnTo>
                  <a:pt x="566274" y="89515"/>
                </a:lnTo>
                <a:lnTo>
                  <a:pt x="565780" y="89603"/>
                </a:lnTo>
                <a:lnTo>
                  <a:pt x="565279" y="89680"/>
                </a:lnTo>
                <a:lnTo>
                  <a:pt x="564772" y="89745"/>
                </a:lnTo>
                <a:lnTo>
                  <a:pt x="564258" y="89798"/>
                </a:lnTo>
                <a:lnTo>
                  <a:pt x="563738" y="89839"/>
                </a:lnTo>
                <a:lnTo>
                  <a:pt x="563211" y="89868"/>
                </a:lnTo>
                <a:lnTo>
                  <a:pt x="562677" y="89886"/>
                </a:lnTo>
                <a:lnTo>
                  <a:pt x="562137" y="89892"/>
                </a:lnTo>
                <a:lnTo>
                  <a:pt x="561411" y="89881"/>
                </a:lnTo>
                <a:lnTo>
                  <a:pt x="560696" y="89850"/>
                </a:lnTo>
                <a:lnTo>
                  <a:pt x="559991" y="89797"/>
                </a:lnTo>
                <a:lnTo>
                  <a:pt x="559295" y="89722"/>
                </a:lnTo>
                <a:lnTo>
                  <a:pt x="558610" y="89627"/>
                </a:lnTo>
                <a:lnTo>
                  <a:pt x="557935" y="89510"/>
                </a:lnTo>
                <a:lnTo>
                  <a:pt x="557270" y="89372"/>
                </a:lnTo>
                <a:lnTo>
                  <a:pt x="556615" y="89213"/>
                </a:lnTo>
                <a:lnTo>
                  <a:pt x="555971" y="89032"/>
                </a:lnTo>
                <a:lnTo>
                  <a:pt x="555336" y="88831"/>
                </a:lnTo>
                <a:lnTo>
                  <a:pt x="554711" y="88608"/>
                </a:lnTo>
                <a:lnTo>
                  <a:pt x="554096" y="88364"/>
                </a:lnTo>
                <a:lnTo>
                  <a:pt x="553492" y="88099"/>
                </a:lnTo>
                <a:lnTo>
                  <a:pt x="552897" y="87812"/>
                </a:lnTo>
                <a:lnTo>
                  <a:pt x="552313" y="87504"/>
                </a:lnTo>
                <a:lnTo>
                  <a:pt x="551739" y="87175"/>
                </a:lnTo>
                <a:lnTo>
                  <a:pt x="551174" y="86825"/>
                </a:lnTo>
                <a:lnTo>
                  <a:pt x="550620" y="86454"/>
                </a:lnTo>
                <a:lnTo>
                  <a:pt x="550076" y="86061"/>
                </a:lnTo>
                <a:lnTo>
                  <a:pt x="549542" y="85647"/>
                </a:lnTo>
                <a:lnTo>
                  <a:pt x="549018" y="85212"/>
                </a:lnTo>
                <a:lnTo>
                  <a:pt x="548504" y="84756"/>
                </a:lnTo>
                <a:lnTo>
                  <a:pt x="548000" y="84278"/>
                </a:lnTo>
                <a:lnTo>
                  <a:pt x="547506" y="83780"/>
                </a:lnTo>
                <a:lnTo>
                  <a:pt x="547026" y="83261"/>
                </a:lnTo>
                <a:lnTo>
                  <a:pt x="546565" y="82723"/>
                </a:lnTo>
                <a:lnTo>
                  <a:pt x="546121" y="82167"/>
                </a:lnTo>
                <a:lnTo>
                  <a:pt x="545696" y="81592"/>
                </a:lnTo>
                <a:lnTo>
                  <a:pt x="545288" y="80999"/>
                </a:lnTo>
                <a:lnTo>
                  <a:pt x="544899" y="80387"/>
                </a:lnTo>
                <a:lnTo>
                  <a:pt x="544527" y="79756"/>
                </a:lnTo>
                <a:lnTo>
                  <a:pt x="544174" y="79106"/>
                </a:lnTo>
                <a:lnTo>
                  <a:pt x="543839" y="78437"/>
                </a:lnTo>
                <a:lnTo>
                  <a:pt x="543522" y="77750"/>
                </a:lnTo>
                <a:lnTo>
                  <a:pt x="543223" y="77045"/>
                </a:lnTo>
                <a:lnTo>
                  <a:pt x="542942" y="76320"/>
                </a:lnTo>
                <a:lnTo>
                  <a:pt x="542679" y="75577"/>
                </a:lnTo>
                <a:lnTo>
                  <a:pt x="542435" y="74815"/>
                </a:lnTo>
                <a:lnTo>
                  <a:pt x="542208" y="74034"/>
                </a:lnTo>
                <a:lnTo>
                  <a:pt x="541999" y="73235"/>
                </a:lnTo>
                <a:lnTo>
                  <a:pt x="541809" y="72417"/>
                </a:lnTo>
                <a:lnTo>
                  <a:pt x="541637" y="71580"/>
                </a:lnTo>
                <a:lnTo>
                  <a:pt x="541482" y="70725"/>
                </a:lnTo>
                <a:lnTo>
                  <a:pt x="541346" y="69851"/>
                </a:lnTo>
                <a:lnTo>
                  <a:pt x="541228" y="68958"/>
                </a:lnTo>
                <a:lnTo>
                  <a:pt x="541128" y="68046"/>
                </a:lnTo>
                <a:lnTo>
                  <a:pt x="541046" y="67116"/>
                </a:lnTo>
                <a:lnTo>
                  <a:pt x="540982" y="66167"/>
                </a:lnTo>
                <a:lnTo>
                  <a:pt x="593177" y="66167"/>
                </a:lnTo>
                <a:lnTo>
                  <a:pt x="593182" y="65993"/>
                </a:lnTo>
                <a:lnTo>
                  <a:pt x="593188" y="65823"/>
                </a:lnTo>
                <a:lnTo>
                  <a:pt x="593192" y="65657"/>
                </a:lnTo>
                <a:lnTo>
                  <a:pt x="593197" y="65495"/>
                </a:lnTo>
                <a:lnTo>
                  <a:pt x="593202" y="65336"/>
                </a:lnTo>
                <a:lnTo>
                  <a:pt x="593206" y="65180"/>
                </a:lnTo>
                <a:lnTo>
                  <a:pt x="593210" y="65029"/>
                </a:lnTo>
                <a:lnTo>
                  <a:pt x="593214" y="64881"/>
                </a:lnTo>
                <a:lnTo>
                  <a:pt x="593217" y="64736"/>
                </a:lnTo>
                <a:lnTo>
                  <a:pt x="593220" y="64596"/>
                </a:lnTo>
                <a:lnTo>
                  <a:pt x="593224" y="64459"/>
                </a:lnTo>
                <a:lnTo>
                  <a:pt x="593226" y="64325"/>
                </a:lnTo>
                <a:lnTo>
                  <a:pt x="593229" y="64195"/>
                </a:lnTo>
                <a:lnTo>
                  <a:pt x="593231" y="64069"/>
                </a:lnTo>
                <a:lnTo>
                  <a:pt x="593234" y="63947"/>
                </a:lnTo>
                <a:lnTo>
                  <a:pt x="593236" y="63828"/>
                </a:lnTo>
                <a:lnTo>
                  <a:pt x="593237" y="63713"/>
                </a:lnTo>
                <a:lnTo>
                  <a:pt x="593239" y="63602"/>
                </a:lnTo>
                <a:lnTo>
                  <a:pt x="593240" y="63494"/>
                </a:lnTo>
                <a:lnTo>
                  <a:pt x="593241" y="63390"/>
                </a:lnTo>
                <a:lnTo>
                  <a:pt x="593242" y="63289"/>
                </a:lnTo>
                <a:lnTo>
                  <a:pt x="593242" y="63192"/>
                </a:lnTo>
                <a:lnTo>
                  <a:pt x="593243" y="63099"/>
                </a:lnTo>
                <a:lnTo>
                  <a:pt x="593243" y="63010"/>
                </a:lnTo>
                <a:lnTo>
                  <a:pt x="593227" y="61581"/>
                </a:lnTo>
                <a:lnTo>
                  <a:pt x="593181" y="60180"/>
                </a:lnTo>
                <a:lnTo>
                  <a:pt x="593104" y="58805"/>
                </a:lnTo>
                <a:lnTo>
                  <a:pt x="592996" y="57457"/>
                </a:lnTo>
                <a:lnTo>
                  <a:pt x="592857" y="56137"/>
                </a:lnTo>
                <a:lnTo>
                  <a:pt x="592687" y="54843"/>
                </a:lnTo>
                <a:lnTo>
                  <a:pt x="592486" y="53576"/>
                </a:lnTo>
                <a:lnTo>
                  <a:pt x="592254" y="52337"/>
                </a:lnTo>
                <a:lnTo>
                  <a:pt x="591992" y="51124"/>
                </a:lnTo>
                <a:lnTo>
                  <a:pt x="591698" y="49938"/>
                </a:lnTo>
                <a:lnTo>
                  <a:pt x="591374" y="48779"/>
                </a:lnTo>
                <a:lnTo>
                  <a:pt x="591019" y="47647"/>
                </a:lnTo>
                <a:lnTo>
                  <a:pt x="590633" y="46542"/>
                </a:lnTo>
                <a:lnTo>
                  <a:pt x="590215" y="45464"/>
                </a:lnTo>
                <a:lnTo>
                  <a:pt x="589768" y="44413"/>
                </a:lnTo>
                <a:lnTo>
                  <a:pt x="589289" y="43389"/>
                </a:lnTo>
                <a:lnTo>
                  <a:pt x="588779" y="42392"/>
                </a:lnTo>
                <a:lnTo>
                  <a:pt x="588238" y="41421"/>
                </a:lnTo>
                <a:lnTo>
                  <a:pt x="587667" y="40478"/>
                </a:lnTo>
                <a:lnTo>
                  <a:pt x="587064" y="39562"/>
                </a:lnTo>
                <a:lnTo>
                  <a:pt x="586431" y="38673"/>
                </a:lnTo>
                <a:lnTo>
                  <a:pt x="585767" y="37810"/>
                </a:lnTo>
                <a:lnTo>
                  <a:pt x="585072" y="36975"/>
                </a:lnTo>
                <a:lnTo>
                  <a:pt x="584346" y="36166"/>
                </a:lnTo>
                <a:lnTo>
                  <a:pt x="583596" y="35388"/>
                </a:lnTo>
                <a:lnTo>
                  <a:pt x="582827" y="34642"/>
                </a:lnTo>
                <a:lnTo>
                  <a:pt x="582041" y="33930"/>
                </a:lnTo>
                <a:lnTo>
                  <a:pt x="581238" y="33251"/>
                </a:lnTo>
                <a:lnTo>
                  <a:pt x="580416" y="32605"/>
                </a:lnTo>
                <a:lnTo>
                  <a:pt x="579576" y="31992"/>
                </a:lnTo>
                <a:lnTo>
                  <a:pt x="578719" y="31412"/>
                </a:lnTo>
                <a:lnTo>
                  <a:pt x="577844" y="30866"/>
                </a:lnTo>
                <a:lnTo>
                  <a:pt x="576950" y="30352"/>
                </a:lnTo>
                <a:lnTo>
                  <a:pt x="576039" y="29872"/>
                </a:lnTo>
                <a:lnTo>
                  <a:pt x="575111" y="29424"/>
                </a:lnTo>
                <a:lnTo>
                  <a:pt x="574164" y="29010"/>
                </a:lnTo>
                <a:lnTo>
                  <a:pt x="573199" y="28629"/>
                </a:lnTo>
                <a:lnTo>
                  <a:pt x="572217" y="28281"/>
                </a:lnTo>
                <a:lnTo>
                  <a:pt x="571217" y="27967"/>
                </a:lnTo>
                <a:lnTo>
                  <a:pt x="570199" y="27685"/>
                </a:lnTo>
                <a:lnTo>
                  <a:pt x="569163" y="27437"/>
                </a:lnTo>
                <a:lnTo>
                  <a:pt x="568109" y="27221"/>
                </a:lnTo>
                <a:lnTo>
                  <a:pt x="567037" y="27039"/>
                </a:lnTo>
                <a:lnTo>
                  <a:pt x="565948" y="26890"/>
                </a:lnTo>
                <a:lnTo>
                  <a:pt x="564841" y="26774"/>
                </a:lnTo>
                <a:lnTo>
                  <a:pt x="563716" y="26691"/>
                </a:lnTo>
                <a:lnTo>
                  <a:pt x="562573" y="26641"/>
                </a:lnTo>
                <a:lnTo>
                  <a:pt x="561412" y="26625"/>
                </a:lnTo>
                <a:lnTo>
                  <a:pt x="560213" y="26642"/>
                </a:lnTo>
                <a:lnTo>
                  <a:pt x="559033" y="26693"/>
                </a:lnTo>
                <a:lnTo>
                  <a:pt x="557871" y="26777"/>
                </a:lnTo>
                <a:lnTo>
                  <a:pt x="556729" y="26896"/>
                </a:lnTo>
                <a:lnTo>
                  <a:pt x="555605" y="27048"/>
                </a:lnTo>
                <a:lnTo>
                  <a:pt x="554500" y="27235"/>
                </a:lnTo>
                <a:lnTo>
                  <a:pt x="553414" y="27455"/>
                </a:lnTo>
                <a:lnTo>
                  <a:pt x="552346" y="27709"/>
                </a:lnTo>
                <a:lnTo>
                  <a:pt x="551298" y="27997"/>
                </a:lnTo>
                <a:lnTo>
                  <a:pt x="550268" y="28318"/>
                </a:lnTo>
                <a:lnTo>
                  <a:pt x="549256" y="28674"/>
                </a:lnTo>
                <a:lnTo>
                  <a:pt x="548264" y="29063"/>
                </a:lnTo>
                <a:lnTo>
                  <a:pt x="547290" y="29487"/>
                </a:lnTo>
                <a:lnTo>
                  <a:pt x="546335" y="29944"/>
                </a:lnTo>
                <a:lnTo>
                  <a:pt x="545399" y="30435"/>
                </a:lnTo>
                <a:lnTo>
                  <a:pt x="544482" y="30960"/>
                </a:lnTo>
                <a:lnTo>
                  <a:pt x="543583" y="31519"/>
                </a:lnTo>
                <a:lnTo>
                  <a:pt x="542703" y="32111"/>
                </a:lnTo>
                <a:lnTo>
                  <a:pt x="541842" y="32738"/>
                </a:lnTo>
                <a:lnTo>
                  <a:pt x="541000" y="33398"/>
                </a:lnTo>
                <a:lnTo>
                  <a:pt x="540176" y="34093"/>
                </a:lnTo>
                <a:lnTo>
                  <a:pt x="539372" y="34821"/>
                </a:lnTo>
                <a:lnTo>
                  <a:pt x="538586" y="35583"/>
                </a:lnTo>
                <a:lnTo>
                  <a:pt x="537818" y="36379"/>
                </a:lnTo>
                <a:lnTo>
                  <a:pt x="537076" y="37205"/>
                </a:lnTo>
                <a:lnTo>
                  <a:pt x="536366" y="38059"/>
                </a:lnTo>
                <a:lnTo>
                  <a:pt x="535687" y="38941"/>
                </a:lnTo>
                <a:lnTo>
                  <a:pt x="535039" y="39850"/>
                </a:lnTo>
                <a:lnTo>
                  <a:pt x="534424" y="40786"/>
                </a:lnTo>
                <a:lnTo>
                  <a:pt x="533839" y="41750"/>
                </a:lnTo>
                <a:lnTo>
                  <a:pt x="533287" y="42741"/>
                </a:lnTo>
                <a:lnTo>
                  <a:pt x="532766" y="43760"/>
                </a:lnTo>
                <a:lnTo>
                  <a:pt x="532276" y="44806"/>
                </a:lnTo>
                <a:lnTo>
                  <a:pt x="531818" y="45880"/>
                </a:lnTo>
                <a:lnTo>
                  <a:pt x="531392" y="46981"/>
                </a:lnTo>
                <a:lnTo>
                  <a:pt x="530997" y="48109"/>
                </a:lnTo>
                <a:lnTo>
                  <a:pt x="530634" y="49265"/>
                </a:lnTo>
                <a:lnTo>
                  <a:pt x="530303" y="50449"/>
                </a:lnTo>
                <a:lnTo>
                  <a:pt x="530003" y="51660"/>
                </a:lnTo>
                <a:lnTo>
                  <a:pt x="529734" y="52898"/>
                </a:lnTo>
                <a:lnTo>
                  <a:pt x="529497" y="54164"/>
                </a:lnTo>
                <a:lnTo>
                  <a:pt x="529292" y="55458"/>
                </a:lnTo>
                <a:lnTo>
                  <a:pt x="529118" y="56778"/>
                </a:lnTo>
                <a:lnTo>
                  <a:pt x="528976" y="58127"/>
                </a:lnTo>
                <a:lnTo>
                  <a:pt x="528866" y="59502"/>
                </a:lnTo>
                <a:lnTo>
                  <a:pt x="528787" y="60906"/>
                </a:lnTo>
                <a:lnTo>
                  <a:pt x="528739" y="62336"/>
                </a:lnTo>
                <a:lnTo>
                  <a:pt x="528724" y="63794"/>
                </a:lnTo>
                <a:lnTo>
                  <a:pt x="528739" y="65204"/>
                </a:lnTo>
                <a:lnTo>
                  <a:pt x="528786" y="66586"/>
                </a:lnTo>
                <a:lnTo>
                  <a:pt x="528864" y="67943"/>
                </a:lnTo>
                <a:lnTo>
                  <a:pt x="528974" y="69273"/>
                </a:lnTo>
                <a:lnTo>
                  <a:pt x="529114" y="70576"/>
                </a:lnTo>
                <a:lnTo>
                  <a:pt x="529286" y="71853"/>
                </a:lnTo>
                <a:lnTo>
                  <a:pt x="529489" y="73104"/>
                </a:lnTo>
                <a:lnTo>
                  <a:pt x="529723" y="74328"/>
                </a:lnTo>
                <a:lnTo>
                  <a:pt x="529989" y="75526"/>
                </a:lnTo>
                <a:lnTo>
                  <a:pt x="530285" y="76697"/>
                </a:lnTo>
                <a:lnTo>
                  <a:pt x="530613" y="77842"/>
                </a:lnTo>
                <a:lnTo>
                  <a:pt x="530973" y="78960"/>
                </a:lnTo>
                <a:lnTo>
                  <a:pt x="531363" y="80052"/>
                </a:lnTo>
                <a:lnTo>
                  <a:pt x="531785" y="81118"/>
                </a:lnTo>
                <a:lnTo>
                  <a:pt x="532238" y="82157"/>
                </a:lnTo>
                <a:lnTo>
                  <a:pt x="532722" y="83170"/>
                </a:lnTo>
                <a:lnTo>
                  <a:pt x="533237" y="84156"/>
                </a:lnTo>
                <a:lnTo>
                  <a:pt x="533784" y="85116"/>
                </a:lnTo>
                <a:lnTo>
                  <a:pt x="534362" y="86050"/>
                </a:lnTo>
                <a:lnTo>
                  <a:pt x="534971" y="86957"/>
                </a:lnTo>
                <a:lnTo>
                  <a:pt x="535611" y="87837"/>
                </a:lnTo>
                <a:lnTo>
                  <a:pt x="536283" y="88691"/>
                </a:lnTo>
                <a:lnTo>
                  <a:pt x="536985" y="89519"/>
                </a:lnTo>
                <a:lnTo>
                  <a:pt x="537719" y="90320"/>
                </a:lnTo>
                <a:lnTo>
                  <a:pt x="538480" y="91092"/>
                </a:lnTo>
                <a:lnTo>
                  <a:pt x="539263" y="91831"/>
                </a:lnTo>
                <a:lnTo>
                  <a:pt x="540068" y="92537"/>
                </a:lnTo>
                <a:lnTo>
                  <a:pt x="540895" y="93210"/>
                </a:lnTo>
                <a:lnTo>
                  <a:pt x="541744" y="93850"/>
                </a:lnTo>
                <a:lnTo>
                  <a:pt x="542615" y="94458"/>
                </a:lnTo>
                <a:lnTo>
                  <a:pt x="543508" y="95033"/>
                </a:lnTo>
                <a:lnTo>
                  <a:pt x="544423" y="95574"/>
                </a:lnTo>
                <a:lnTo>
                  <a:pt x="545361" y="96083"/>
                </a:lnTo>
                <a:lnTo>
                  <a:pt x="546320" y="96559"/>
                </a:lnTo>
                <a:lnTo>
                  <a:pt x="547302" y="97003"/>
                </a:lnTo>
                <a:lnTo>
                  <a:pt x="548305" y="97413"/>
                </a:lnTo>
                <a:lnTo>
                  <a:pt x="549331" y="97791"/>
                </a:lnTo>
                <a:lnTo>
                  <a:pt x="550379" y="98136"/>
                </a:lnTo>
                <a:lnTo>
                  <a:pt x="551448" y="98448"/>
                </a:lnTo>
                <a:lnTo>
                  <a:pt x="552540" y="98727"/>
                </a:lnTo>
                <a:lnTo>
                  <a:pt x="553654" y="98973"/>
                </a:lnTo>
                <a:lnTo>
                  <a:pt x="554790" y="99186"/>
                </a:lnTo>
                <a:lnTo>
                  <a:pt x="555949" y="99367"/>
                </a:lnTo>
                <a:lnTo>
                  <a:pt x="557129" y="99515"/>
                </a:lnTo>
                <a:lnTo>
                  <a:pt x="558331" y="99630"/>
                </a:lnTo>
                <a:lnTo>
                  <a:pt x="559556" y="99712"/>
                </a:lnTo>
                <a:lnTo>
                  <a:pt x="560802" y="99761"/>
                </a:lnTo>
                <a:lnTo>
                  <a:pt x="562071" y="99778"/>
                </a:lnTo>
                <a:lnTo>
                  <a:pt x="563079" y="99767"/>
                </a:lnTo>
                <a:lnTo>
                  <a:pt x="564072" y="99736"/>
                </a:lnTo>
                <a:lnTo>
                  <a:pt x="565051" y="99685"/>
                </a:lnTo>
                <a:lnTo>
                  <a:pt x="566014" y="99613"/>
                </a:lnTo>
                <a:lnTo>
                  <a:pt x="566962" y="99520"/>
                </a:lnTo>
                <a:lnTo>
                  <a:pt x="567895" y="99407"/>
                </a:lnTo>
                <a:lnTo>
                  <a:pt x="568813" y="99273"/>
                </a:lnTo>
                <a:lnTo>
                  <a:pt x="569715" y="99119"/>
                </a:lnTo>
                <a:lnTo>
                  <a:pt x="570603" y="98943"/>
                </a:lnTo>
                <a:lnTo>
                  <a:pt x="571476" y="98748"/>
                </a:lnTo>
                <a:lnTo>
                  <a:pt x="572333" y="98532"/>
                </a:lnTo>
                <a:lnTo>
                  <a:pt x="573175" y="98295"/>
                </a:lnTo>
                <a:lnTo>
                  <a:pt x="574003" y="98037"/>
                </a:lnTo>
                <a:lnTo>
                  <a:pt x="574815" y="97759"/>
                </a:lnTo>
                <a:lnTo>
                  <a:pt x="575612" y="97461"/>
                </a:lnTo>
                <a:lnTo>
                  <a:pt x="576394" y="97141"/>
                </a:lnTo>
                <a:lnTo>
                  <a:pt x="577160" y="96802"/>
                </a:lnTo>
                <a:lnTo>
                  <a:pt x="577912" y="96441"/>
                </a:lnTo>
                <a:lnTo>
                  <a:pt x="578649" y="96060"/>
                </a:lnTo>
                <a:lnTo>
                  <a:pt x="579370" y="95659"/>
                </a:lnTo>
                <a:lnTo>
                  <a:pt x="580077" y="95236"/>
                </a:lnTo>
                <a:lnTo>
                  <a:pt x="580768" y="94794"/>
                </a:lnTo>
                <a:lnTo>
                  <a:pt x="581444" y="94330"/>
                </a:lnTo>
                <a:lnTo>
                  <a:pt x="582105" y="93846"/>
                </a:lnTo>
                <a:lnTo>
                  <a:pt x="582750" y="93344"/>
                </a:lnTo>
                <a:lnTo>
                  <a:pt x="583378" y="92824"/>
                </a:lnTo>
                <a:lnTo>
                  <a:pt x="583989" y="92288"/>
                </a:lnTo>
                <a:lnTo>
                  <a:pt x="584582" y="91736"/>
                </a:lnTo>
                <a:lnTo>
                  <a:pt x="585158" y="91166"/>
                </a:lnTo>
                <a:lnTo>
                  <a:pt x="585718" y="90580"/>
                </a:lnTo>
                <a:lnTo>
                  <a:pt x="586260" y="89977"/>
                </a:lnTo>
                <a:lnTo>
                  <a:pt x="586784" y="89357"/>
                </a:lnTo>
                <a:lnTo>
                  <a:pt x="587292" y="88721"/>
                </a:lnTo>
                <a:lnTo>
                  <a:pt x="587783" y="88068"/>
                </a:lnTo>
                <a:lnTo>
                  <a:pt x="588256" y="87399"/>
                </a:lnTo>
                <a:lnTo>
                  <a:pt x="588712" y="86712"/>
                </a:lnTo>
                <a:lnTo>
                  <a:pt x="589151" y="86009"/>
                </a:lnTo>
                <a:lnTo>
                  <a:pt x="589573" y="85289"/>
                </a:lnTo>
                <a:lnTo>
                  <a:pt x="589978" y="84553"/>
                </a:lnTo>
                <a:lnTo>
                  <a:pt x="590365" y="83800"/>
                </a:lnTo>
                <a:lnTo>
                  <a:pt x="590736" y="83030"/>
                </a:lnTo>
                <a:lnTo>
                  <a:pt x="591089" y="82243"/>
                </a:lnTo>
                <a:lnTo>
                  <a:pt x="591425" y="81440"/>
                </a:lnTo>
                <a:lnTo>
                  <a:pt x="591744" y="80620"/>
                </a:lnTo>
                <a:lnTo>
                  <a:pt x="592045" y="79783"/>
                </a:lnTo>
                <a:lnTo>
                  <a:pt x="592330" y="78930"/>
                </a:lnTo>
                <a:lnTo>
                  <a:pt x="592597" y="78060"/>
                </a:lnTo>
                <a:lnTo>
                  <a:pt x="592848" y="77173"/>
                </a:lnTo>
                <a:lnTo>
                  <a:pt x="580589" y="75657"/>
                </a:lnTo>
                <a:lnTo>
                  <a:pt x="580361" y="76270"/>
                </a:lnTo>
                <a:lnTo>
                  <a:pt x="580126" y="76870"/>
                </a:lnTo>
                <a:lnTo>
                  <a:pt x="579884" y="77455"/>
                </a:lnTo>
                <a:lnTo>
                  <a:pt x="579636" y="78026"/>
                </a:lnTo>
                <a:lnTo>
                  <a:pt x="579381" y="78583"/>
                </a:lnTo>
                <a:close/>
                <a:moveTo>
                  <a:pt x="542104" y="52685"/>
                </a:moveTo>
                <a:lnTo>
                  <a:pt x="542248" y="52003"/>
                </a:lnTo>
                <a:lnTo>
                  <a:pt x="542410" y="51334"/>
                </a:lnTo>
                <a:lnTo>
                  <a:pt x="542589" y="50678"/>
                </a:lnTo>
                <a:lnTo>
                  <a:pt x="542785" y="50034"/>
                </a:lnTo>
                <a:lnTo>
                  <a:pt x="542999" y="49403"/>
                </a:lnTo>
                <a:lnTo>
                  <a:pt x="543230" y="48785"/>
                </a:lnTo>
                <a:lnTo>
                  <a:pt x="543478" y="48179"/>
                </a:lnTo>
                <a:lnTo>
                  <a:pt x="543743" y="47586"/>
                </a:lnTo>
                <a:lnTo>
                  <a:pt x="544026" y="47005"/>
                </a:lnTo>
                <a:lnTo>
                  <a:pt x="544326" y="46437"/>
                </a:lnTo>
                <a:lnTo>
                  <a:pt x="544643" y="45881"/>
                </a:lnTo>
                <a:lnTo>
                  <a:pt x="544977" y="45339"/>
                </a:lnTo>
                <a:lnTo>
                  <a:pt x="545329" y="44808"/>
                </a:lnTo>
                <a:lnTo>
                  <a:pt x="545698" y="44291"/>
                </a:lnTo>
                <a:lnTo>
                  <a:pt x="546085" y="43786"/>
                </a:lnTo>
                <a:lnTo>
                  <a:pt x="546488" y="43293"/>
                </a:lnTo>
                <a:lnTo>
                  <a:pt x="546909" y="42814"/>
                </a:lnTo>
                <a:lnTo>
                  <a:pt x="547347" y="42346"/>
                </a:lnTo>
                <a:lnTo>
                  <a:pt x="547803" y="41892"/>
                </a:lnTo>
                <a:lnTo>
                  <a:pt x="548271" y="41453"/>
                </a:lnTo>
                <a:lnTo>
                  <a:pt x="548749" y="41032"/>
                </a:lnTo>
                <a:lnTo>
                  <a:pt x="549236" y="40631"/>
                </a:lnTo>
                <a:lnTo>
                  <a:pt x="549731" y="40247"/>
                </a:lnTo>
                <a:lnTo>
                  <a:pt x="550236" y="39883"/>
                </a:lnTo>
                <a:lnTo>
                  <a:pt x="550750" y="39537"/>
                </a:lnTo>
                <a:lnTo>
                  <a:pt x="551273" y="39210"/>
                </a:lnTo>
                <a:lnTo>
                  <a:pt x="551804" y="38902"/>
                </a:lnTo>
                <a:lnTo>
                  <a:pt x="552345" y="38613"/>
                </a:lnTo>
                <a:lnTo>
                  <a:pt x="552895" y="38342"/>
                </a:lnTo>
                <a:lnTo>
                  <a:pt x="553454" y="38089"/>
                </a:lnTo>
                <a:lnTo>
                  <a:pt x="554022" y="37856"/>
                </a:lnTo>
                <a:lnTo>
                  <a:pt x="554599" y="37641"/>
                </a:lnTo>
                <a:lnTo>
                  <a:pt x="555185" y="37445"/>
                </a:lnTo>
                <a:lnTo>
                  <a:pt x="555781" y="37267"/>
                </a:lnTo>
                <a:lnTo>
                  <a:pt x="556385" y="37108"/>
                </a:lnTo>
                <a:lnTo>
                  <a:pt x="556998" y="36968"/>
                </a:lnTo>
                <a:lnTo>
                  <a:pt x="557620" y="36847"/>
                </a:lnTo>
                <a:lnTo>
                  <a:pt x="558251" y="36744"/>
                </a:lnTo>
                <a:lnTo>
                  <a:pt x="558892" y="36660"/>
                </a:lnTo>
                <a:lnTo>
                  <a:pt x="559541" y="36594"/>
                </a:lnTo>
                <a:lnTo>
                  <a:pt x="560200" y="36548"/>
                </a:lnTo>
                <a:lnTo>
                  <a:pt x="560867" y="36520"/>
                </a:lnTo>
                <a:lnTo>
                  <a:pt x="561543" y="36510"/>
                </a:lnTo>
                <a:lnTo>
                  <a:pt x="562290" y="36522"/>
                </a:lnTo>
                <a:lnTo>
                  <a:pt x="563025" y="36557"/>
                </a:lnTo>
                <a:lnTo>
                  <a:pt x="563748" y="36616"/>
                </a:lnTo>
                <a:lnTo>
                  <a:pt x="564460" y="36698"/>
                </a:lnTo>
                <a:lnTo>
                  <a:pt x="565160" y="36803"/>
                </a:lnTo>
                <a:lnTo>
                  <a:pt x="565848" y="36932"/>
                </a:lnTo>
                <a:lnTo>
                  <a:pt x="566524" y="37084"/>
                </a:lnTo>
                <a:lnTo>
                  <a:pt x="567189" y="37259"/>
                </a:lnTo>
                <a:lnTo>
                  <a:pt x="567842" y="37458"/>
                </a:lnTo>
                <a:lnTo>
                  <a:pt x="568484" y="37681"/>
                </a:lnTo>
                <a:lnTo>
                  <a:pt x="569114" y="37926"/>
                </a:lnTo>
                <a:lnTo>
                  <a:pt x="569732" y="38196"/>
                </a:lnTo>
                <a:lnTo>
                  <a:pt x="570338" y="38488"/>
                </a:lnTo>
                <a:lnTo>
                  <a:pt x="570933" y="38804"/>
                </a:lnTo>
                <a:lnTo>
                  <a:pt x="571516" y="39143"/>
                </a:lnTo>
                <a:lnTo>
                  <a:pt x="572088" y="39506"/>
                </a:lnTo>
                <a:lnTo>
                  <a:pt x="572648" y="39892"/>
                </a:lnTo>
                <a:lnTo>
                  <a:pt x="573196" y="40302"/>
                </a:lnTo>
                <a:lnTo>
                  <a:pt x="573732" y="40735"/>
                </a:lnTo>
                <a:lnTo>
                  <a:pt x="574257" y="41191"/>
                </a:lnTo>
                <a:lnTo>
                  <a:pt x="574770" y="41671"/>
                </a:lnTo>
                <a:lnTo>
                  <a:pt x="575272" y="42174"/>
                </a:lnTo>
                <a:lnTo>
                  <a:pt x="575762" y="42701"/>
                </a:lnTo>
                <a:lnTo>
                  <a:pt x="576240" y="43251"/>
                </a:lnTo>
                <a:lnTo>
                  <a:pt x="576542" y="43621"/>
                </a:lnTo>
                <a:lnTo>
                  <a:pt x="576835" y="44005"/>
                </a:lnTo>
                <a:lnTo>
                  <a:pt x="577117" y="44405"/>
                </a:lnTo>
                <a:lnTo>
                  <a:pt x="577390" y="44820"/>
                </a:lnTo>
                <a:lnTo>
                  <a:pt x="577652" y="45249"/>
                </a:lnTo>
                <a:lnTo>
                  <a:pt x="577904" y="45694"/>
                </a:lnTo>
                <a:lnTo>
                  <a:pt x="578146" y="46154"/>
                </a:lnTo>
                <a:lnTo>
                  <a:pt x="578378" y="46629"/>
                </a:lnTo>
                <a:lnTo>
                  <a:pt x="578600" y="47119"/>
                </a:lnTo>
                <a:lnTo>
                  <a:pt x="578812" y="47625"/>
                </a:lnTo>
                <a:lnTo>
                  <a:pt x="579014" y="48145"/>
                </a:lnTo>
                <a:lnTo>
                  <a:pt x="579206" y="48680"/>
                </a:lnTo>
                <a:lnTo>
                  <a:pt x="579387" y="49231"/>
                </a:lnTo>
                <a:lnTo>
                  <a:pt x="579559" y="49796"/>
                </a:lnTo>
                <a:lnTo>
                  <a:pt x="579720" y="50377"/>
                </a:lnTo>
                <a:lnTo>
                  <a:pt x="579872" y="50973"/>
                </a:lnTo>
                <a:lnTo>
                  <a:pt x="580013" y="51584"/>
                </a:lnTo>
                <a:lnTo>
                  <a:pt x="580145" y="52209"/>
                </a:lnTo>
                <a:lnTo>
                  <a:pt x="580266" y="52850"/>
                </a:lnTo>
                <a:lnTo>
                  <a:pt x="580377" y="53506"/>
                </a:lnTo>
                <a:lnTo>
                  <a:pt x="580478" y="54178"/>
                </a:lnTo>
                <a:lnTo>
                  <a:pt x="580569" y="54864"/>
                </a:lnTo>
                <a:lnTo>
                  <a:pt x="580650" y="55565"/>
                </a:lnTo>
                <a:lnTo>
                  <a:pt x="580721" y="56281"/>
                </a:lnTo>
                <a:lnTo>
                  <a:pt x="541641" y="56281"/>
                </a:lnTo>
                <a:lnTo>
                  <a:pt x="541699" y="55537"/>
                </a:lnTo>
                <a:lnTo>
                  <a:pt x="541774" y="54805"/>
                </a:lnTo>
                <a:lnTo>
                  <a:pt x="541867" y="54086"/>
                </a:lnTo>
                <a:lnTo>
                  <a:pt x="541977" y="53379"/>
                </a:lnTo>
                <a:lnTo>
                  <a:pt x="542104" y="52685"/>
                </a:lnTo>
                <a:close/>
                <a:moveTo>
                  <a:pt x="886842" y="78583"/>
                </a:moveTo>
                <a:lnTo>
                  <a:pt x="886580" y="79126"/>
                </a:lnTo>
                <a:lnTo>
                  <a:pt x="886312" y="79655"/>
                </a:lnTo>
                <a:lnTo>
                  <a:pt x="886037" y="80170"/>
                </a:lnTo>
                <a:lnTo>
                  <a:pt x="885755" y="80671"/>
                </a:lnTo>
                <a:lnTo>
                  <a:pt x="885467" y="81158"/>
                </a:lnTo>
                <a:lnTo>
                  <a:pt x="885172" y="81631"/>
                </a:lnTo>
                <a:lnTo>
                  <a:pt x="884871" y="82090"/>
                </a:lnTo>
                <a:lnTo>
                  <a:pt x="884563" y="82534"/>
                </a:lnTo>
                <a:lnTo>
                  <a:pt x="884248" y="82965"/>
                </a:lnTo>
                <a:lnTo>
                  <a:pt x="883927" y="83382"/>
                </a:lnTo>
                <a:lnTo>
                  <a:pt x="883599" y="83784"/>
                </a:lnTo>
                <a:lnTo>
                  <a:pt x="883264" y="84173"/>
                </a:lnTo>
                <a:lnTo>
                  <a:pt x="882923" y="84547"/>
                </a:lnTo>
                <a:lnTo>
                  <a:pt x="882575" y="84907"/>
                </a:lnTo>
                <a:lnTo>
                  <a:pt x="882220" y="85254"/>
                </a:lnTo>
                <a:lnTo>
                  <a:pt x="881859" y="85586"/>
                </a:lnTo>
                <a:lnTo>
                  <a:pt x="881491" y="85904"/>
                </a:lnTo>
                <a:lnTo>
                  <a:pt x="881117" y="86208"/>
                </a:lnTo>
                <a:lnTo>
                  <a:pt x="880736" y="86498"/>
                </a:lnTo>
                <a:lnTo>
                  <a:pt x="880348" y="86775"/>
                </a:lnTo>
                <a:lnTo>
                  <a:pt x="879953" y="87040"/>
                </a:lnTo>
                <a:lnTo>
                  <a:pt x="879552" y="87294"/>
                </a:lnTo>
                <a:lnTo>
                  <a:pt x="879145" y="87535"/>
                </a:lnTo>
                <a:lnTo>
                  <a:pt x="878730" y="87765"/>
                </a:lnTo>
                <a:lnTo>
                  <a:pt x="878309" y="87983"/>
                </a:lnTo>
                <a:lnTo>
                  <a:pt x="877882" y="88189"/>
                </a:lnTo>
                <a:lnTo>
                  <a:pt x="877448" y="88384"/>
                </a:lnTo>
                <a:lnTo>
                  <a:pt x="877007" y="88566"/>
                </a:lnTo>
                <a:lnTo>
                  <a:pt x="876559" y="88737"/>
                </a:lnTo>
                <a:lnTo>
                  <a:pt x="876105" y="88896"/>
                </a:lnTo>
                <a:lnTo>
                  <a:pt x="875644" y="89044"/>
                </a:lnTo>
                <a:lnTo>
                  <a:pt x="875177" y="89179"/>
                </a:lnTo>
                <a:lnTo>
                  <a:pt x="874703" y="89303"/>
                </a:lnTo>
                <a:lnTo>
                  <a:pt x="874222" y="89415"/>
                </a:lnTo>
                <a:lnTo>
                  <a:pt x="873735" y="89515"/>
                </a:lnTo>
                <a:lnTo>
                  <a:pt x="873241" y="89603"/>
                </a:lnTo>
                <a:lnTo>
                  <a:pt x="872741" y="89680"/>
                </a:lnTo>
                <a:lnTo>
                  <a:pt x="872233" y="89745"/>
                </a:lnTo>
                <a:lnTo>
                  <a:pt x="871720" y="89798"/>
                </a:lnTo>
                <a:lnTo>
                  <a:pt x="871199" y="89839"/>
                </a:lnTo>
                <a:lnTo>
                  <a:pt x="870672" y="89868"/>
                </a:lnTo>
                <a:lnTo>
                  <a:pt x="870138" y="89886"/>
                </a:lnTo>
                <a:lnTo>
                  <a:pt x="869598" y="89892"/>
                </a:lnTo>
                <a:lnTo>
                  <a:pt x="868872" y="89881"/>
                </a:lnTo>
                <a:lnTo>
                  <a:pt x="868157" y="89850"/>
                </a:lnTo>
                <a:lnTo>
                  <a:pt x="867452" y="89797"/>
                </a:lnTo>
                <a:lnTo>
                  <a:pt x="866757" y="89722"/>
                </a:lnTo>
                <a:lnTo>
                  <a:pt x="866072" y="89627"/>
                </a:lnTo>
                <a:lnTo>
                  <a:pt x="865397" y="89510"/>
                </a:lnTo>
                <a:lnTo>
                  <a:pt x="864732" y="89372"/>
                </a:lnTo>
                <a:lnTo>
                  <a:pt x="864077" y="89213"/>
                </a:lnTo>
                <a:lnTo>
                  <a:pt x="863432" y="89032"/>
                </a:lnTo>
                <a:lnTo>
                  <a:pt x="862797" y="88831"/>
                </a:lnTo>
                <a:lnTo>
                  <a:pt x="862172" y="88608"/>
                </a:lnTo>
                <a:lnTo>
                  <a:pt x="861558" y="88364"/>
                </a:lnTo>
                <a:lnTo>
                  <a:pt x="860953" y="88099"/>
                </a:lnTo>
                <a:lnTo>
                  <a:pt x="860359" y="87812"/>
                </a:lnTo>
                <a:lnTo>
                  <a:pt x="859774" y="87504"/>
                </a:lnTo>
                <a:lnTo>
                  <a:pt x="859200" y="87175"/>
                </a:lnTo>
                <a:lnTo>
                  <a:pt x="858636" y="86825"/>
                </a:lnTo>
                <a:lnTo>
                  <a:pt x="858081" y="86454"/>
                </a:lnTo>
                <a:lnTo>
                  <a:pt x="857537" y="86061"/>
                </a:lnTo>
                <a:lnTo>
                  <a:pt x="857003" y="85647"/>
                </a:lnTo>
                <a:lnTo>
                  <a:pt x="856479" y="85212"/>
                </a:lnTo>
                <a:lnTo>
                  <a:pt x="855965" y="84756"/>
                </a:lnTo>
                <a:lnTo>
                  <a:pt x="855461" y="84278"/>
                </a:lnTo>
                <a:lnTo>
                  <a:pt x="854967" y="83780"/>
                </a:lnTo>
                <a:lnTo>
                  <a:pt x="854488" y="83261"/>
                </a:lnTo>
                <a:lnTo>
                  <a:pt x="854026" y="82723"/>
                </a:lnTo>
                <a:lnTo>
                  <a:pt x="853582" y="82167"/>
                </a:lnTo>
                <a:lnTo>
                  <a:pt x="853157" y="81592"/>
                </a:lnTo>
                <a:lnTo>
                  <a:pt x="852749" y="80999"/>
                </a:lnTo>
                <a:lnTo>
                  <a:pt x="852360" y="80387"/>
                </a:lnTo>
                <a:lnTo>
                  <a:pt x="851989" y="79756"/>
                </a:lnTo>
                <a:lnTo>
                  <a:pt x="851636" y="79106"/>
                </a:lnTo>
                <a:lnTo>
                  <a:pt x="851300" y="78437"/>
                </a:lnTo>
                <a:lnTo>
                  <a:pt x="850983" y="77750"/>
                </a:lnTo>
                <a:lnTo>
                  <a:pt x="850684" y="77045"/>
                </a:lnTo>
                <a:lnTo>
                  <a:pt x="850404" y="76320"/>
                </a:lnTo>
                <a:lnTo>
                  <a:pt x="850141" y="75577"/>
                </a:lnTo>
                <a:lnTo>
                  <a:pt x="849896" y="74815"/>
                </a:lnTo>
                <a:lnTo>
                  <a:pt x="849669" y="74034"/>
                </a:lnTo>
                <a:lnTo>
                  <a:pt x="849461" y="73235"/>
                </a:lnTo>
                <a:lnTo>
                  <a:pt x="849270" y="72417"/>
                </a:lnTo>
                <a:lnTo>
                  <a:pt x="849098" y="71580"/>
                </a:lnTo>
                <a:lnTo>
                  <a:pt x="848943" y="70725"/>
                </a:lnTo>
                <a:lnTo>
                  <a:pt x="848807" y="69851"/>
                </a:lnTo>
                <a:lnTo>
                  <a:pt x="848689" y="68958"/>
                </a:lnTo>
                <a:lnTo>
                  <a:pt x="848589" y="68046"/>
                </a:lnTo>
                <a:lnTo>
                  <a:pt x="848507" y="67116"/>
                </a:lnTo>
                <a:lnTo>
                  <a:pt x="848443" y="66167"/>
                </a:lnTo>
                <a:lnTo>
                  <a:pt x="900638" y="66167"/>
                </a:lnTo>
                <a:lnTo>
                  <a:pt x="900644" y="65993"/>
                </a:lnTo>
                <a:lnTo>
                  <a:pt x="900649" y="65823"/>
                </a:lnTo>
                <a:lnTo>
                  <a:pt x="900654" y="65657"/>
                </a:lnTo>
                <a:lnTo>
                  <a:pt x="900658" y="65495"/>
                </a:lnTo>
                <a:lnTo>
                  <a:pt x="900663" y="65336"/>
                </a:lnTo>
                <a:lnTo>
                  <a:pt x="900667" y="65180"/>
                </a:lnTo>
                <a:lnTo>
                  <a:pt x="900671" y="65029"/>
                </a:lnTo>
                <a:lnTo>
                  <a:pt x="900675" y="64881"/>
                </a:lnTo>
                <a:lnTo>
                  <a:pt x="900678" y="64736"/>
                </a:lnTo>
                <a:lnTo>
                  <a:pt x="900682" y="64596"/>
                </a:lnTo>
                <a:lnTo>
                  <a:pt x="900685" y="64459"/>
                </a:lnTo>
                <a:lnTo>
                  <a:pt x="900688" y="64325"/>
                </a:lnTo>
                <a:lnTo>
                  <a:pt x="900690" y="64195"/>
                </a:lnTo>
                <a:lnTo>
                  <a:pt x="900693" y="64069"/>
                </a:lnTo>
                <a:lnTo>
                  <a:pt x="900695" y="63947"/>
                </a:lnTo>
                <a:lnTo>
                  <a:pt x="900697" y="63828"/>
                </a:lnTo>
                <a:lnTo>
                  <a:pt x="900699" y="63713"/>
                </a:lnTo>
                <a:lnTo>
                  <a:pt x="900700" y="63602"/>
                </a:lnTo>
                <a:lnTo>
                  <a:pt x="900701" y="63494"/>
                </a:lnTo>
                <a:lnTo>
                  <a:pt x="900702" y="63390"/>
                </a:lnTo>
                <a:lnTo>
                  <a:pt x="900703" y="63289"/>
                </a:lnTo>
                <a:lnTo>
                  <a:pt x="900704" y="63192"/>
                </a:lnTo>
                <a:lnTo>
                  <a:pt x="900704" y="63099"/>
                </a:lnTo>
                <a:lnTo>
                  <a:pt x="900704" y="63010"/>
                </a:lnTo>
                <a:lnTo>
                  <a:pt x="900689" y="61581"/>
                </a:lnTo>
                <a:lnTo>
                  <a:pt x="900642" y="60180"/>
                </a:lnTo>
                <a:lnTo>
                  <a:pt x="900565" y="58805"/>
                </a:lnTo>
                <a:lnTo>
                  <a:pt x="900457" y="57457"/>
                </a:lnTo>
                <a:lnTo>
                  <a:pt x="900318" y="56137"/>
                </a:lnTo>
                <a:lnTo>
                  <a:pt x="900148" y="54843"/>
                </a:lnTo>
                <a:lnTo>
                  <a:pt x="899947" y="53576"/>
                </a:lnTo>
                <a:lnTo>
                  <a:pt x="899716" y="52337"/>
                </a:lnTo>
                <a:lnTo>
                  <a:pt x="899453" y="51124"/>
                </a:lnTo>
                <a:lnTo>
                  <a:pt x="899160" y="49938"/>
                </a:lnTo>
                <a:lnTo>
                  <a:pt x="898835" y="48779"/>
                </a:lnTo>
                <a:lnTo>
                  <a:pt x="898480" y="47647"/>
                </a:lnTo>
                <a:lnTo>
                  <a:pt x="898094" y="46542"/>
                </a:lnTo>
                <a:lnTo>
                  <a:pt x="897677" y="45464"/>
                </a:lnTo>
                <a:lnTo>
                  <a:pt x="897229" y="44413"/>
                </a:lnTo>
                <a:lnTo>
                  <a:pt x="896750" y="43389"/>
                </a:lnTo>
                <a:lnTo>
                  <a:pt x="896240" y="42392"/>
                </a:lnTo>
                <a:lnTo>
                  <a:pt x="895700" y="41421"/>
                </a:lnTo>
                <a:lnTo>
                  <a:pt x="895128" y="40478"/>
                </a:lnTo>
                <a:lnTo>
                  <a:pt x="894526" y="39562"/>
                </a:lnTo>
                <a:lnTo>
                  <a:pt x="893892" y="38673"/>
                </a:lnTo>
                <a:lnTo>
                  <a:pt x="893228" y="37810"/>
                </a:lnTo>
                <a:lnTo>
                  <a:pt x="892533" y="36975"/>
                </a:lnTo>
                <a:lnTo>
                  <a:pt x="891807" y="36166"/>
                </a:lnTo>
                <a:lnTo>
                  <a:pt x="891057" y="35388"/>
                </a:lnTo>
                <a:lnTo>
                  <a:pt x="890289" y="34642"/>
                </a:lnTo>
                <a:lnTo>
                  <a:pt x="889503" y="33930"/>
                </a:lnTo>
                <a:lnTo>
                  <a:pt x="888699" y="33251"/>
                </a:lnTo>
                <a:lnTo>
                  <a:pt x="887877" y="32605"/>
                </a:lnTo>
                <a:lnTo>
                  <a:pt x="887038" y="31992"/>
                </a:lnTo>
                <a:lnTo>
                  <a:pt x="886180" y="31412"/>
                </a:lnTo>
                <a:lnTo>
                  <a:pt x="885305" y="30866"/>
                </a:lnTo>
                <a:lnTo>
                  <a:pt x="884412" y="30352"/>
                </a:lnTo>
                <a:lnTo>
                  <a:pt x="883501" y="29872"/>
                </a:lnTo>
                <a:lnTo>
                  <a:pt x="882572" y="29424"/>
                </a:lnTo>
                <a:lnTo>
                  <a:pt x="881625" y="29010"/>
                </a:lnTo>
                <a:lnTo>
                  <a:pt x="880661" y="28629"/>
                </a:lnTo>
                <a:lnTo>
                  <a:pt x="879678" y="28281"/>
                </a:lnTo>
                <a:lnTo>
                  <a:pt x="878678" y="27967"/>
                </a:lnTo>
                <a:lnTo>
                  <a:pt x="877660" y="27685"/>
                </a:lnTo>
                <a:lnTo>
                  <a:pt x="876624" y="27437"/>
                </a:lnTo>
                <a:lnTo>
                  <a:pt x="875570" y="27221"/>
                </a:lnTo>
                <a:lnTo>
                  <a:pt x="874499" y="27039"/>
                </a:lnTo>
                <a:lnTo>
                  <a:pt x="873409" y="26890"/>
                </a:lnTo>
                <a:lnTo>
                  <a:pt x="872302" y="26774"/>
                </a:lnTo>
                <a:lnTo>
                  <a:pt x="871177" y="26691"/>
                </a:lnTo>
                <a:lnTo>
                  <a:pt x="870034" y="26641"/>
                </a:lnTo>
                <a:lnTo>
                  <a:pt x="868873" y="26625"/>
                </a:lnTo>
                <a:lnTo>
                  <a:pt x="867674" y="26642"/>
                </a:lnTo>
                <a:lnTo>
                  <a:pt x="866494" y="26693"/>
                </a:lnTo>
                <a:lnTo>
                  <a:pt x="865333" y="26777"/>
                </a:lnTo>
                <a:lnTo>
                  <a:pt x="864190" y="26896"/>
                </a:lnTo>
                <a:lnTo>
                  <a:pt x="863066" y="27048"/>
                </a:lnTo>
                <a:lnTo>
                  <a:pt x="861961" y="27235"/>
                </a:lnTo>
                <a:lnTo>
                  <a:pt x="860875" y="27455"/>
                </a:lnTo>
                <a:lnTo>
                  <a:pt x="859808" y="27709"/>
                </a:lnTo>
                <a:lnTo>
                  <a:pt x="858759" y="27997"/>
                </a:lnTo>
                <a:lnTo>
                  <a:pt x="857729" y="28318"/>
                </a:lnTo>
                <a:lnTo>
                  <a:pt x="856718" y="28674"/>
                </a:lnTo>
                <a:lnTo>
                  <a:pt x="855725" y="29063"/>
                </a:lnTo>
                <a:lnTo>
                  <a:pt x="854752" y="29487"/>
                </a:lnTo>
                <a:lnTo>
                  <a:pt x="853797" y="29944"/>
                </a:lnTo>
                <a:lnTo>
                  <a:pt x="852861" y="30435"/>
                </a:lnTo>
                <a:lnTo>
                  <a:pt x="851943" y="30960"/>
                </a:lnTo>
                <a:lnTo>
                  <a:pt x="851044" y="31519"/>
                </a:lnTo>
                <a:lnTo>
                  <a:pt x="850165" y="32111"/>
                </a:lnTo>
                <a:lnTo>
                  <a:pt x="849304" y="32738"/>
                </a:lnTo>
                <a:lnTo>
                  <a:pt x="848461" y="33398"/>
                </a:lnTo>
                <a:lnTo>
                  <a:pt x="847638" y="34093"/>
                </a:lnTo>
                <a:lnTo>
                  <a:pt x="846833" y="34821"/>
                </a:lnTo>
                <a:lnTo>
                  <a:pt x="846047" y="35583"/>
                </a:lnTo>
                <a:lnTo>
                  <a:pt x="845280" y="36379"/>
                </a:lnTo>
                <a:lnTo>
                  <a:pt x="844537" y="37205"/>
                </a:lnTo>
                <a:lnTo>
                  <a:pt x="843827" y="38059"/>
                </a:lnTo>
                <a:lnTo>
                  <a:pt x="843148" y="38941"/>
                </a:lnTo>
                <a:lnTo>
                  <a:pt x="842501" y="39850"/>
                </a:lnTo>
                <a:lnTo>
                  <a:pt x="841885" y="40786"/>
                </a:lnTo>
                <a:lnTo>
                  <a:pt x="841301" y="41750"/>
                </a:lnTo>
                <a:lnTo>
                  <a:pt x="840748" y="42741"/>
                </a:lnTo>
                <a:lnTo>
                  <a:pt x="840227" y="43760"/>
                </a:lnTo>
                <a:lnTo>
                  <a:pt x="839738" y="44806"/>
                </a:lnTo>
                <a:lnTo>
                  <a:pt x="839280" y="45880"/>
                </a:lnTo>
                <a:lnTo>
                  <a:pt x="838853" y="46981"/>
                </a:lnTo>
                <a:lnTo>
                  <a:pt x="838459" y="48109"/>
                </a:lnTo>
                <a:lnTo>
                  <a:pt x="838095" y="49265"/>
                </a:lnTo>
                <a:lnTo>
                  <a:pt x="837764" y="50449"/>
                </a:lnTo>
                <a:lnTo>
                  <a:pt x="837464" y="51660"/>
                </a:lnTo>
                <a:lnTo>
                  <a:pt x="837195" y="52898"/>
                </a:lnTo>
                <a:lnTo>
                  <a:pt x="836959" y="54164"/>
                </a:lnTo>
                <a:lnTo>
                  <a:pt x="836753" y="55458"/>
                </a:lnTo>
                <a:lnTo>
                  <a:pt x="836580" y="56778"/>
                </a:lnTo>
                <a:lnTo>
                  <a:pt x="836438" y="58127"/>
                </a:lnTo>
                <a:lnTo>
                  <a:pt x="836327" y="59502"/>
                </a:lnTo>
                <a:lnTo>
                  <a:pt x="836248" y="60906"/>
                </a:lnTo>
                <a:lnTo>
                  <a:pt x="836201" y="62336"/>
                </a:lnTo>
                <a:lnTo>
                  <a:pt x="836185" y="63794"/>
                </a:lnTo>
                <a:lnTo>
                  <a:pt x="836201" y="65204"/>
                </a:lnTo>
                <a:lnTo>
                  <a:pt x="836247" y="66586"/>
                </a:lnTo>
                <a:lnTo>
                  <a:pt x="836325" y="67943"/>
                </a:lnTo>
                <a:lnTo>
                  <a:pt x="836435" y="69273"/>
                </a:lnTo>
                <a:lnTo>
                  <a:pt x="836575" y="70576"/>
                </a:lnTo>
                <a:lnTo>
                  <a:pt x="836747" y="71853"/>
                </a:lnTo>
                <a:lnTo>
                  <a:pt x="836950" y="73104"/>
                </a:lnTo>
                <a:lnTo>
                  <a:pt x="837184" y="74328"/>
                </a:lnTo>
                <a:lnTo>
                  <a:pt x="837450" y="75526"/>
                </a:lnTo>
                <a:lnTo>
                  <a:pt x="837747" y="76697"/>
                </a:lnTo>
                <a:lnTo>
                  <a:pt x="838075" y="77842"/>
                </a:lnTo>
                <a:lnTo>
                  <a:pt x="838434" y="78960"/>
                </a:lnTo>
                <a:lnTo>
                  <a:pt x="838824" y="80052"/>
                </a:lnTo>
                <a:lnTo>
                  <a:pt x="839246" y="81118"/>
                </a:lnTo>
                <a:lnTo>
                  <a:pt x="839699" y="82157"/>
                </a:lnTo>
                <a:lnTo>
                  <a:pt x="840183" y="83170"/>
                </a:lnTo>
                <a:lnTo>
                  <a:pt x="840698" y="84156"/>
                </a:lnTo>
                <a:lnTo>
                  <a:pt x="841245" y="85116"/>
                </a:lnTo>
                <a:lnTo>
                  <a:pt x="841823" y="86050"/>
                </a:lnTo>
                <a:lnTo>
                  <a:pt x="842432" y="86957"/>
                </a:lnTo>
                <a:lnTo>
                  <a:pt x="843072" y="87837"/>
                </a:lnTo>
                <a:lnTo>
                  <a:pt x="843744" y="88691"/>
                </a:lnTo>
                <a:lnTo>
                  <a:pt x="844447" y="89519"/>
                </a:lnTo>
                <a:lnTo>
                  <a:pt x="845181" y="90320"/>
                </a:lnTo>
                <a:lnTo>
                  <a:pt x="845941" y="91092"/>
                </a:lnTo>
                <a:lnTo>
                  <a:pt x="846724" y="91831"/>
                </a:lnTo>
                <a:lnTo>
                  <a:pt x="847529" y="92537"/>
                </a:lnTo>
                <a:lnTo>
                  <a:pt x="848356" y="93210"/>
                </a:lnTo>
                <a:lnTo>
                  <a:pt x="849205" y="93850"/>
                </a:lnTo>
                <a:lnTo>
                  <a:pt x="850076" y="94458"/>
                </a:lnTo>
                <a:lnTo>
                  <a:pt x="850969" y="95033"/>
                </a:lnTo>
                <a:lnTo>
                  <a:pt x="851885" y="95574"/>
                </a:lnTo>
                <a:lnTo>
                  <a:pt x="852822" y="96083"/>
                </a:lnTo>
                <a:lnTo>
                  <a:pt x="853781" y="96559"/>
                </a:lnTo>
                <a:lnTo>
                  <a:pt x="854763" y="97003"/>
                </a:lnTo>
                <a:lnTo>
                  <a:pt x="855766" y="97413"/>
                </a:lnTo>
                <a:lnTo>
                  <a:pt x="856792" y="97791"/>
                </a:lnTo>
                <a:lnTo>
                  <a:pt x="857840" y="98136"/>
                </a:lnTo>
                <a:lnTo>
                  <a:pt x="858910" y="98448"/>
                </a:lnTo>
                <a:lnTo>
                  <a:pt x="860002" y="98727"/>
                </a:lnTo>
                <a:lnTo>
                  <a:pt x="861116" y="98973"/>
                </a:lnTo>
                <a:lnTo>
                  <a:pt x="862252" y="99186"/>
                </a:lnTo>
                <a:lnTo>
                  <a:pt x="863410" y="99367"/>
                </a:lnTo>
                <a:lnTo>
                  <a:pt x="864590" y="99515"/>
                </a:lnTo>
                <a:lnTo>
                  <a:pt x="865792" y="99630"/>
                </a:lnTo>
                <a:lnTo>
                  <a:pt x="867017" y="99712"/>
                </a:lnTo>
                <a:lnTo>
                  <a:pt x="868263" y="99761"/>
                </a:lnTo>
                <a:lnTo>
                  <a:pt x="869532" y="99778"/>
                </a:lnTo>
                <a:lnTo>
                  <a:pt x="870540" y="99767"/>
                </a:lnTo>
                <a:lnTo>
                  <a:pt x="871534" y="99736"/>
                </a:lnTo>
                <a:lnTo>
                  <a:pt x="872512" y="99685"/>
                </a:lnTo>
                <a:lnTo>
                  <a:pt x="873475" y="99613"/>
                </a:lnTo>
                <a:lnTo>
                  <a:pt x="874423" y="99520"/>
                </a:lnTo>
                <a:lnTo>
                  <a:pt x="875356" y="99407"/>
                </a:lnTo>
                <a:lnTo>
                  <a:pt x="876274" y="99273"/>
                </a:lnTo>
                <a:lnTo>
                  <a:pt x="877177" y="99119"/>
                </a:lnTo>
                <a:lnTo>
                  <a:pt x="878064" y="98943"/>
                </a:lnTo>
                <a:lnTo>
                  <a:pt x="878937" y="98748"/>
                </a:lnTo>
                <a:lnTo>
                  <a:pt x="879794" y="98532"/>
                </a:lnTo>
                <a:lnTo>
                  <a:pt x="880637" y="98295"/>
                </a:lnTo>
                <a:lnTo>
                  <a:pt x="881464" y="98037"/>
                </a:lnTo>
                <a:lnTo>
                  <a:pt x="882276" y="97759"/>
                </a:lnTo>
                <a:lnTo>
                  <a:pt x="883073" y="97461"/>
                </a:lnTo>
                <a:lnTo>
                  <a:pt x="883855" y="97141"/>
                </a:lnTo>
                <a:lnTo>
                  <a:pt x="884622" y="96802"/>
                </a:lnTo>
                <a:lnTo>
                  <a:pt x="885373" y="96441"/>
                </a:lnTo>
                <a:lnTo>
                  <a:pt x="886110" y="96060"/>
                </a:lnTo>
                <a:lnTo>
                  <a:pt x="886832" y="95659"/>
                </a:lnTo>
                <a:lnTo>
                  <a:pt x="887538" y="95236"/>
                </a:lnTo>
                <a:lnTo>
                  <a:pt x="888229" y="94794"/>
                </a:lnTo>
                <a:lnTo>
                  <a:pt x="888905" y="94330"/>
                </a:lnTo>
                <a:lnTo>
                  <a:pt x="889567" y="93846"/>
                </a:lnTo>
                <a:lnTo>
                  <a:pt x="890212" y="93344"/>
                </a:lnTo>
                <a:lnTo>
                  <a:pt x="890839" y="92824"/>
                </a:lnTo>
                <a:lnTo>
                  <a:pt x="891450" y="92288"/>
                </a:lnTo>
                <a:lnTo>
                  <a:pt x="892043" y="91736"/>
                </a:lnTo>
                <a:lnTo>
                  <a:pt x="892620" y="91166"/>
                </a:lnTo>
                <a:lnTo>
                  <a:pt x="893179" y="90580"/>
                </a:lnTo>
                <a:lnTo>
                  <a:pt x="893721" y="89977"/>
                </a:lnTo>
                <a:lnTo>
                  <a:pt x="894246" y="89357"/>
                </a:lnTo>
                <a:lnTo>
                  <a:pt x="894753" y="88721"/>
                </a:lnTo>
                <a:lnTo>
                  <a:pt x="895244" y="88068"/>
                </a:lnTo>
                <a:lnTo>
                  <a:pt x="895717" y="87399"/>
                </a:lnTo>
                <a:lnTo>
                  <a:pt x="896173" y="86712"/>
                </a:lnTo>
                <a:lnTo>
                  <a:pt x="896612" y="86009"/>
                </a:lnTo>
                <a:lnTo>
                  <a:pt x="897034" y="85289"/>
                </a:lnTo>
                <a:lnTo>
                  <a:pt x="897439" y="84553"/>
                </a:lnTo>
                <a:lnTo>
                  <a:pt x="897826" y="83800"/>
                </a:lnTo>
                <a:lnTo>
                  <a:pt x="898197" y="83030"/>
                </a:lnTo>
                <a:lnTo>
                  <a:pt x="898550" y="82243"/>
                </a:lnTo>
                <a:lnTo>
                  <a:pt x="898886" y="81440"/>
                </a:lnTo>
                <a:lnTo>
                  <a:pt x="899205" y="80620"/>
                </a:lnTo>
                <a:lnTo>
                  <a:pt x="899507" y="79783"/>
                </a:lnTo>
                <a:lnTo>
                  <a:pt x="899791" y="78930"/>
                </a:lnTo>
                <a:lnTo>
                  <a:pt x="900059" y="78060"/>
                </a:lnTo>
                <a:lnTo>
                  <a:pt x="900309" y="77173"/>
                </a:lnTo>
                <a:lnTo>
                  <a:pt x="888051" y="75657"/>
                </a:lnTo>
                <a:lnTo>
                  <a:pt x="887822" y="76270"/>
                </a:lnTo>
                <a:lnTo>
                  <a:pt x="887587" y="76870"/>
                </a:lnTo>
                <a:lnTo>
                  <a:pt x="887345" y="77455"/>
                </a:lnTo>
                <a:lnTo>
                  <a:pt x="887097" y="78026"/>
                </a:lnTo>
                <a:lnTo>
                  <a:pt x="886842" y="78583"/>
                </a:lnTo>
                <a:close/>
                <a:moveTo>
                  <a:pt x="849565" y="52685"/>
                </a:moveTo>
                <a:lnTo>
                  <a:pt x="849710" y="52003"/>
                </a:lnTo>
                <a:lnTo>
                  <a:pt x="849871" y="51334"/>
                </a:lnTo>
                <a:lnTo>
                  <a:pt x="850050" y="50678"/>
                </a:lnTo>
                <a:lnTo>
                  <a:pt x="850247" y="50034"/>
                </a:lnTo>
                <a:lnTo>
                  <a:pt x="850460" y="49403"/>
                </a:lnTo>
                <a:lnTo>
                  <a:pt x="850691" y="48785"/>
                </a:lnTo>
                <a:lnTo>
                  <a:pt x="850939" y="48179"/>
                </a:lnTo>
                <a:lnTo>
                  <a:pt x="851204" y="47586"/>
                </a:lnTo>
                <a:lnTo>
                  <a:pt x="851487" y="47005"/>
                </a:lnTo>
                <a:lnTo>
                  <a:pt x="851787" y="46437"/>
                </a:lnTo>
                <a:lnTo>
                  <a:pt x="852104" y="45881"/>
                </a:lnTo>
                <a:lnTo>
                  <a:pt x="852439" y="45339"/>
                </a:lnTo>
                <a:lnTo>
                  <a:pt x="852790" y="44808"/>
                </a:lnTo>
                <a:lnTo>
                  <a:pt x="853160" y="44291"/>
                </a:lnTo>
                <a:lnTo>
                  <a:pt x="853546" y="43786"/>
                </a:lnTo>
                <a:lnTo>
                  <a:pt x="853949" y="43293"/>
                </a:lnTo>
                <a:lnTo>
                  <a:pt x="854370" y="42814"/>
                </a:lnTo>
                <a:lnTo>
                  <a:pt x="854808" y="42346"/>
                </a:lnTo>
                <a:lnTo>
                  <a:pt x="855264" y="41892"/>
                </a:lnTo>
                <a:lnTo>
                  <a:pt x="855732" y="41453"/>
                </a:lnTo>
                <a:lnTo>
                  <a:pt x="856210" y="41032"/>
                </a:lnTo>
                <a:lnTo>
                  <a:pt x="856697" y="40631"/>
                </a:lnTo>
                <a:lnTo>
                  <a:pt x="857192" y="40247"/>
                </a:lnTo>
                <a:lnTo>
                  <a:pt x="857697" y="39883"/>
                </a:lnTo>
                <a:lnTo>
                  <a:pt x="858211" y="39537"/>
                </a:lnTo>
                <a:lnTo>
                  <a:pt x="858734" y="39210"/>
                </a:lnTo>
                <a:lnTo>
                  <a:pt x="859266" y="38902"/>
                </a:lnTo>
                <a:lnTo>
                  <a:pt x="859807" y="38613"/>
                </a:lnTo>
                <a:lnTo>
                  <a:pt x="860357" y="38342"/>
                </a:lnTo>
                <a:lnTo>
                  <a:pt x="860916" y="38089"/>
                </a:lnTo>
                <a:lnTo>
                  <a:pt x="861484" y="37856"/>
                </a:lnTo>
                <a:lnTo>
                  <a:pt x="862061" y="37641"/>
                </a:lnTo>
                <a:lnTo>
                  <a:pt x="862647" y="37445"/>
                </a:lnTo>
                <a:lnTo>
                  <a:pt x="863242" y="37267"/>
                </a:lnTo>
                <a:lnTo>
                  <a:pt x="863846" y="37108"/>
                </a:lnTo>
                <a:lnTo>
                  <a:pt x="864459" y="36968"/>
                </a:lnTo>
                <a:lnTo>
                  <a:pt x="865081" y="36847"/>
                </a:lnTo>
                <a:lnTo>
                  <a:pt x="865713" y="36744"/>
                </a:lnTo>
                <a:lnTo>
                  <a:pt x="866353" y="36660"/>
                </a:lnTo>
                <a:lnTo>
                  <a:pt x="867002" y="36594"/>
                </a:lnTo>
                <a:lnTo>
                  <a:pt x="867661" y="36548"/>
                </a:lnTo>
                <a:lnTo>
                  <a:pt x="868328" y="36520"/>
                </a:lnTo>
                <a:lnTo>
                  <a:pt x="869005" y="36510"/>
                </a:lnTo>
                <a:lnTo>
                  <a:pt x="869751" y="36522"/>
                </a:lnTo>
                <a:lnTo>
                  <a:pt x="870486" y="36557"/>
                </a:lnTo>
                <a:lnTo>
                  <a:pt x="871209" y="36616"/>
                </a:lnTo>
                <a:lnTo>
                  <a:pt x="871921" y="36698"/>
                </a:lnTo>
                <a:lnTo>
                  <a:pt x="872621" y="36803"/>
                </a:lnTo>
                <a:lnTo>
                  <a:pt x="873309" y="36932"/>
                </a:lnTo>
                <a:lnTo>
                  <a:pt x="873986" y="37084"/>
                </a:lnTo>
                <a:lnTo>
                  <a:pt x="874650" y="37259"/>
                </a:lnTo>
                <a:lnTo>
                  <a:pt x="875304" y="37458"/>
                </a:lnTo>
                <a:lnTo>
                  <a:pt x="875945" y="37681"/>
                </a:lnTo>
                <a:lnTo>
                  <a:pt x="876575" y="37926"/>
                </a:lnTo>
                <a:lnTo>
                  <a:pt x="877193" y="38196"/>
                </a:lnTo>
                <a:lnTo>
                  <a:pt x="877800" y="38488"/>
                </a:lnTo>
                <a:lnTo>
                  <a:pt x="878395" y="38804"/>
                </a:lnTo>
                <a:lnTo>
                  <a:pt x="878978" y="39143"/>
                </a:lnTo>
                <a:lnTo>
                  <a:pt x="879549" y="39506"/>
                </a:lnTo>
                <a:lnTo>
                  <a:pt x="880109" y="39892"/>
                </a:lnTo>
                <a:lnTo>
                  <a:pt x="880657" y="40302"/>
                </a:lnTo>
                <a:lnTo>
                  <a:pt x="881194" y="40735"/>
                </a:lnTo>
                <a:lnTo>
                  <a:pt x="881719" y="41191"/>
                </a:lnTo>
                <a:lnTo>
                  <a:pt x="882232" y="41671"/>
                </a:lnTo>
                <a:lnTo>
                  <a:pt x="882733" y="42174"/>
                </a:lnTo>
                <a:lnTo>
                  <a:pt x="883223" y="42701"/>
                </a:lnTo>
                <a:lnTo>
                  <a:pt x="883701" y="43251"/>
                </a:lnTo>
                <a:lnTo>
                  <a:pt x="884004" y="43621"/>
                </a:lnTo>
                <a:lnTo>
                  <a:pt x="884296" y="44005"/>
                </a:lnTo>
                <a:lnTo>
                  <a:pt x="884579" y="44405"/>
                </a:lnTo>
                <a:lnTo>
                  <a:pt x="884851" y="44820"/>
                </a:lnTo>
                <a:lnTo>
                  <a:pt x="885113" y="45249"/>
                </a:lnTo>
                <a:lnTo>
                  <a:pt x="885365" y="45694"/>
                </a:lnTo>
                <a:lnTo>
                  <a:pt x="885607" y="46154"/>
                </a:lnTo>
                <a:lnTo>
                  <a:pt x="885839" y="46629"/>
                </a:lnTo>
                <a:lnTo>
                  <a:pt x="886061" y="47119"/>
                </a:lnTo>
                <a:lnTo>
                  <a:pt x="886273" y="47625"/>
                </a:lnTo>
                <a:lnTo>
                  <a:pt x="886475" y="48145"/>
                </a:lnTo>
                <a:lnTo>
                  <a:pt x="886667" y="48680"/>
                </a:lnTo>
                <a:lnTo>
                  <a:pt x="886849" y="49231"/>
                </a:lnTo>
                <a:lnTo>
                  <a:pt x="887020" y="49796"/>
                </a:lnTo>
                <a:lnTo>
                  <a:pt x="887182" y="50377"/>
                </a:lnTo>
                <a:lnTo>
                  <a:pt x="887333" y="50973"/>
                </a:lnTo>
                <a:lnTo>
                  <a:pt x="887475" y="51584"/>
                </a:lnTo>
                <a:lnTo>
                  <a:pt x="887606" y="52209"/>
                </a:lnTo>
                <a:lnTo>
                  <a:pt x="887727" y="52850"/>
                </a:lnTo>
                <a:lnTo>
                  <a:pt x="887838" y="53506"/>
                </a:lnTo>
                <a:lnTo>
                  <a:pt x="887940" y="54178"/>
                </a:lnTo>
                <a:lnTo>
                  <a:pt x="888031" y="54864"/>
                </a:lnTo>
                <a:lnTo>
                  <a:pt x="888112" y="55565"/>
                </a:lnTo>
                <a:lnTo>
                  <a:pt x="888183" y="56281"/>
                </a:lnTo>
                <a:lnTo>
                  <a:pt x="849102" y="56281"/>
                </a:lnTo>
                <a:lnTo>
                  <a:pt x="849160" y="55537"/>
                </a:lnTo>
                <a:lnTo>
                  <a:pt x="849235" y="54805"/>
                </a:lnTo>
                <a:lnTo>
                  <a:pt x="849328" y="54086"/>
                </a:lnTo>
                <a:lnTo>
                  <a:pt x="849438" y="53379"/>
                </a:lnTo>
                <a:lnTo>
                  <a:pt x="849565" y="52685"/>
                </a:lnTo>
                <a:close/>
                <a:moveTo>
                  <a:pt x="494219" y="71556"/>
                </a:moveTo>
                <a:lnTo>
                  <a:pt x="493990" y="72192"/>
                </a:lnTo>
                <a:lnTo>
                  <a:pt x="493764" y="72821"/>
                </a:lnTo>
                <a:lnTo>
                  <a:pt x="493543" y="73442"/>
                </a:lnTo>
                <a:lnTo>
                  <a:pt x="493327" y="74055"/>
                </a:lnTo>
                <a:lnTo>
                  <a:pt x="493115" y="74660"/>
                </a:lnTo>
                <a:lnTo>
                  <a:pt x="492907" y="75258"/>
                </a:lnTo>
                <a:lnTo>
                  <a:pt x="492703" y="75847"/>
                </a:lnTo>
                <a:lnTo>
                  <a:pt x="492504" y="76429"/>
                </a:lnTo>
                <a:lnTo>
                  <a:pt x="492309" y="77003"/>
                </a:lnTo>
                <a:lnTo>
                  <a:pt x="492119" y="77570"/>
                </a:lnTo>
                <a:lnTo>
                  <a:pt x="491932" y="78128"/>
                </a:lnTo>
                <a:lnTo>
                  <a:pt x="491751" y="78679"/>
                </a:lnTo>
                <a:lnTo>
                  <a:pt x="491573" y="79222"/>
                </a:lnTo>
                <a:lnTo>
                  <a:pt x="491400" y="79757"/>
                </a:lnTo>
                <a:lnTo>
                  <a:pt x="491231" y="80285"/>
                </a:lnTo>
                <a:lnTo>
                  <a:pt x="491067" y="80804"/>
                </a:lnTo>
                <a:lnTo>
                  <a:pt x="490907" y="81316"/>
                </a:lnTo>
                <a:lnTo>
                  <a:pt x="490751" y="81820"/>
                </a:lnTo>
                <a:lnTo>
                  <a:pt x="490600" y="82317"/>
                </a:lnTo>
                <a:lnTo>
                  <a:pt x="490453" y="82805"/>
                </a:lnTo>
                <a:lnTo>
                  <a:pt x="490310" y="83286"/>
                </a:lnTo>
                <a:lnTo>
                  <a:pt x="490172" y="83759"/>
                </a:lnTo>
                <a:lnTo>
                  <a:pt x="490038" y="84224"/>
                </a:lnTo>
                <a:lnTo>
                  <a:pt x="489867" y="83616"/>
                </a:lnTo>
                <a:lnTo>
                  <a:pt x="489695" y="83009"/>
                </a:lnTo>
                <a:lnTo>
                  <a:pt x="489521" y="82404"/>
                </a:lnTo>
                <a:lnTo>
                  <a:pt x="489346" y="81801"/>
                </a:lnTo>
                <a:lnTo>
                  <a:pt x="489169" y="81199"/>
                </a:lnTo>
                <a:lnTo>
                  <a:pt x="488992" y="80600"/>
                </a:lnTo>
                <a:lnTo>
                  <a:pt x="488812" y="80002"/>
                </a:lnTo>
                <a:lnTo>
                  <a:pt x="488632" y="79406"/>
                </a:lnTo>
                <a:lnTo>
                  <a:pt x="488450" y="78812"/>
                </a:lnTo>
                <a:lnTo>
                  <a:pt x="488267" y="78220"/>
                </a:lnTo>
                <a:lnTo>
                  <a:pt x="488082" y="77629"/>
                </a:lnTo>
                <a:lnTo>
                  <a:pt x="487896" y="77041"/>
                </a:lnTo>
                <a:lnTo>
                  <a:pt x="487709" y="76454"/>
                </a:lnTo>
                <a:lnTo>
                  <a:pt x="487520" y="75869"/>
                </a:lnTo>
                <a:lnTo>
                  <a:pt x="487330" y="75286"/>
                </a:lnTo>
                <a:lnTo>
                  <a:pt x="487138" y="74705"/>
                </a:lnTo>
                <a:lnTo>
                  <a:pt x="486945" y="74126"/>
                </a:lnTo>
                <a:lnTo>
                  <a:pt x="486751" y="73548"/>
                </a:lnTo>
                <a:lnTo>
                  <a:pt x="486555" y="72972"/>
                </a:lnTo>
                <a:lnTo>
                  <a:pt x="486358" y="72398"/>
                </a:lnTo>
                <a:lnTo>
                  <a:pt x="486160" y="71826"/>
                </a:lnTo>
                <a:lnTo>
                  <a:pt x="485960" y="71256"/>
                </a:lnTo>
                <a:lnTo>
                  <a:pt x="485759" y="70688"/>
                </a:lnTo>
                <a:lnTo>
                  <a:pt x="485556" y="70121"/>
                </a:lnTo>
                <a:lnTo>
                  <a:pt x="470530" y="28207"/>
                </a:lnTo>
                <a:lnTo>
                  <a:pt x="458009" y="28207"/>
                </a:lnTo>
                <a:lnTo>
                  <a:pt x="484634" y="98196"/>
                </a:lnTo>
                <a:lnTo>
                  <a:pt x="495705" y="98196"/>
                </a:lnTo>
                <a:lnTo>
                  <a:pt x="522199" y="28207"/>
                </a:lnTo>
                <a:lnTo>
                  <a:pt x="510006" y="28207"/>
                </a:lnTo>
                <a:lnTo>
                  <a:pt x="494453" y="70912"/>
                </a:lnTo>
                <a:lnTo>
                  <a:pt x="494219" y="71556"/>
                </a:lnTo>
                <a:close/>
                <a:moveTo>
                  <a:pt x="1077197" y="28207"/>
                </a:moveTo>
                <a:lnTo>
                  <a:pt x="1065334" y="28207"/>
                </a:lnTo>
                <a:lnTo>
                  <a:pt x="1065334" y="98196"/>
                </a:lnTo>
                <a:lnTo>
                  <a:pt x="1077197" y="98196"/>
                </a:lnTo>
                <a:lnTo>
                  <a:pt x="1077197" y="28207"/>
                </a:lnTo>
                <a:close/>
                <a:moveTo>
                  <a:pt x="313298" y="109322"/>
                </a:moveTo>
                <a:lnTo>
                  <a:pt x="313456" y="110141"/>
                </a:lnTo>
                <a:lnTo>
                  <a:pt x="313642" y="110939"/>
                </a:lnTo>
                <a:lnTo>
                  <a:pt x="313856" y="111718"/>
                </a:lnTo>
                <a:lnTo>
                  <a:pt x="314097" y="112476"/>
                </a:lnTo>
                <a:lnTo>
                  <a:pt x="314365" y="113215"/>
                </a:lnTo>
                <a:lnTo>
                  <a:pt x="314662" y="113934"/>
                </a:lnTo>
                <a:lnTo>
                  <a:pt x="314986" y="114634"/>
                </a:lnTo>
                <a:lnTo>
                  <a:pt x="315338" y="115313"/>
                </a:lnTo>
                <a:lnTo>
                  <a:pt x="315717" y="115972"/>
                </a:lnTo>
                <a:lnTo>
                  <a:pt x="316124" y="116612"/>
                </a:lnTo>
                <a:lnTo>
                  <a:pt x="316559" y="117232"/>
                </a:lnTo>
                <a:lnTo>
                  <a:pt x="317022" y="117832"/>
                </a:lnTo>
                <a:lnTo>
                  <a:pt x="317512" y="118412"/>
                </a:lnTo>
                <a:lnTo>
                  <a:pt x="318030" y="118972"/>
                </a:lnTo>
                <a:lnTo>
                  <a:pt x="318576" y="119513"/>
                </a:lnTo>
                <a:lnTo>
                  <a:pt x="319149" y="120033"/>
                </a:lnTo>
                <a:lnTo>
                  <a:pt x="319750" y="120534"/>
                </a:lnTo>
                <a:lnTo>
                  <a:pt x="320379" y="121015"/>
                </a:lnTo>
                <a:lnTo>
                  <a:pt x="321030" y="121476"/>
                </a:lnTo>
                <a:lnTo>
                  <a:pt x="321697" y="121917"/>
                </a:lnTo>
                <a:lnTo>
                  <a:pt x="322382" y="122339"/>
                </a:lnTo>
                <a:lnTo>
                  <a:pt x="323083" y="122742"/>
                </a:lnTo>
                <a:lnTo>
                  <a:pt x="323800" y="123124"/>
                </a:lnTo>
                <a:lnTo>
                  <a:pt x="324535" y="123487"/>
                </a:lnTo>
                <a:lnTo>
                  <a:pt x="325286" y="123831"/>
                </a:lnTo>
                <a:lnTo>
                  <a:pt x="326054" y="124154"/>
                </a:lnTo>
                <a:lnTo>
                  <a:pt x="326838" y="124459"/>
                </a:lnTo>
                <a:lnTo>
                  <a:pt x="327640" y="124743"/>
                </a:lnTo>
                <a:lnTo>
                  <a:pt x="328458" y="125008"/>
                </a:lnTo>
                <a:lnTo>
                  <a:pt x="329292" y="125253"/>
                </a:lnTo>
                <a:lnTo>
                  <a:pt x="330144" y="125479"/>
                </a:lnTo>
                <a:lnTo>
                  <a:pt x="331012" y="125685"/>
                </a:lnTo>
                <a:lnTo>
                  <a:pt x="331897" y="125871"/>
                </a:lnTo>
                <a:lnTo>
                  <a:pt x="332798" y="126038"/>
                </a:lnTo>
                <a:lnTo>
                  <a:pt x="333716" y="126185"/>
                </a:lnTo>
                <a:lnTo>
                  <a:pt x="334651" y="126313"/>
                </a:lnTo>
                <a:lnTo>
                  <a:pt x="335603" y="126421"/>
                </a:lnTo>
                <a:lnTo>
                  <a:pt x="336571" y="126509"/>
                </a:lnTo>
                <a:lnTo>
                  <a:pt x="337556" y="126578"/>
                </a:lnTo>
                <a:lnTo>
                  <a:pt x="338558" y="126627"/>
                </a:lnTo>
                <a:lnTo>
                  <a:pt x="339576" y="126656"/>
                </a:lnTo>
                <a:lnTo>
                  <a:pt x="340611" y="126666"/>
                </a:lnTo>
                <a:lnTo>
                  <a:pt x="341484" y="126659"/>
                </a:lnTo>
                <a:lnTo>
                  <a:pt x="342346" y="126639"/>
                </a:lnTo>
                <a:lnTo>
                  <a:pt x="343195" y="126604"/>
                </a:lnTo>
                <a:lnTo>
                  <a:pt x="344034" y="126556"/>
                </a:lnTo>
                <a:lnTo>
                  <a:pt x="344860" y="126494"/>
                </a:lnTo>
                <a:lnTo>
                  <a:pt x="345675" y="126419"/>
                </a:lnTo>
                <a:lnTo>
                  <a:pt x="346479" y="126329"/>
                </a:lnTo>
                <a:lnTo>
                  <a:pt x="347271" y="126226"/>
                </a:lnTo>
                <a:lnTo>
                  <a:pt x="348052" y="126109"/>
                </a:lnTo>
                <a:lnTo>
                  <a:pt x="348820" y="125979"/>
                </a:lnTo>
                <a:lnTo>
                  <a:pt x="349578" y="125835"/>
                </a:lnTo>
                <a:lnTo>
                  <a:pt x="350324" y="125676"/>
                </a:lnTo>
                <a:lnTo>
                  <a:pt x="351058" y="125505"/>
                </a:lnTo>
                <a:lnTo>
                  <a:pt x="351781" y="125319"/>
                </a:lnTo>
                <a:lnTo>
                  <a:pt x="352492" y="125120"/>
                </a:lnTo>
                <a:lnTo>
                  <a:pt x="353191" y="124907"/>
                </a:lnTo>
                <a:lnTo>
                  <a:pt x="353879" y="124680"/>
                </a:lnTo>
                <a:lnTo>
                  <a:pt x="354556" y="124440"/>
                </a:lnTo>
                <a:lnTo>
                  <a:pt x="355221" y="124185"/>
                </a:lnTo>
                <a:lnTo>
                  <a:pt x="355874" y="123917"/>
                </a:lnTo>
                <a:lnTo>
                  <a:pt x="356516" y="123635"/>
                </a:lnTo>
                <a:lnTo>
                  <a:pt x="357146" y="123340"/>
                </a:lnTo>
                <a:lnTo>
                  <a:pt x="357765" y="123031"/>
                </a:lnTo>
                <a:lnTo>
                  <a:pt x="358372" y="122708"/>
                </a:lnTo>
                <a:lnTo>
                  <a:pt x="358967" y="122373"/>
                </a:lnTo>
                <a:lnTo>
                  <a:pt x="359548" y="122028"/>
                </a:lnTo>
                <a:lnTo>
                  <a:pt x="360115" y="121674"/>
                </a:lnTo>
                <a:lnTo>
                  <a:pt x="360670" y="121309"/>
                </a:lnTo>
                <a:lnTo>
                  <a:pt x="361210" y="120935"/>
                </a:lnTo>
                <a:lnTo>
                  <a:pt x="361737" y="120550"/>
                </a:lnTo>
                <a:lnTo>
                  <a:pt x="362251" y="120156"/>
                </a:lnTo>
                <a:lnTo>
                  <a:pt x="362751" y="119751"/>
                </a:lnTo>
                <a:lnTo>
                  <a:pt x="363238" y="119337"/>
                </a:lnTo>
                <a:lnTo>
                  <a:pt x="363711" y="118913"/>
                </a:lnTo>
                <a:lnTo>
                  <a:pt x="364170" y="118479"/>
                </a:lnTo>
                <a:lnTo>
                  <a:pt x="364616" y="118034"/>
                </a:lnTo>
                <a:lnTo>
                  <a:pt x="365049" y="117580"/>
                </a:lnTo>
                <a:lnTo>
                  <a:pt x="365468" y="117116"/>
                </a:lnTo>
                <a:lnTo>
                  <a:pt x="365874" y="116642"/>
                </a:lnTo>
                <a:lnTo>
                  <a:pt x="366266" y="116158"/>
                </a:lnTo>
                <a:lnTo>
                  <a:pt x="366644" y="115664"/>
                </a:lnTo>
                <a:lnTo>
                  <a:pt x="367010" y="115160"/>
                </a:lnTo>
                <a:lnTo>
                  <a:pt x="367361" y="114646"/>
                </a:lnTo>
                <a:lnTo>
                  <a:pt x="367699" y="114122"/>
                </a:lnTo>
                <a:lnTo>
                  <a:pt x="368024" y="113588"/>
                </a:lnTo>
                <a:lnTo>
                  <a:pt x="368335" y="113044"/>
                </a:lnTo>
                <a:lnTo>
                  <a:pt x="368633" y="112490"/>
                </a:lnTo>
                <a:lnTo>
                  <a:pt x="368917" y="111926"/>
                </a:lnTo>
                <a:lnTo>
                  <a:pt x="369188" y="111341"/>
                </a:lnTo>
                <a:lnTo>
                  <a:pt x="369448" y="110723"/>
                </a:lnTo>
                <a:lnTo>
                  <a:pt x="369697" y="110071"/>
                </a:lnTo>
                <a:lnTo>
                  <a:pt x="369934" y="109387"/>
                </a:lnTo>
                <a:lnTo>
                  <a:pt x="370159" y="108669"/>
                </a:lnTo>
                <a:lnTo>
                  <a:pt x="370373" y="107918"/>
                </a:lnTo>
                <a:lnTo>
                  <a:pt x="370575" y="107134"/>
                </a:lnTo>
                <a:lnTo>
                  <a:pt x="370766" y="106318"/>
                </a:lnTo>
                <a:lnTo>
                  <a:pt x="370945" y="105468"/>
                </a:lnTo>
                <a:lnTo>
                  <a:pt x="371112" y="104584"/>
                </a:lnTo>
                <a:lnTo>
                  <a:pt x="371268" y="103668"/>
                </a:lnTo>
                <a:lnTo>
                  <a:pt x="371413" y="102719"/>
                </a:lnTo>
                <a:lnTo>
                  <a:pt x="371546" y="101737"/>
                </a:lnTo>
                <a:lnTo>
                  <a:pt x="371667" y="100721"/>
                </a:lnTo>
                <a:lnTo>
                  <a:pt x="371777" y="99673"/>
                </a:lnTo>
                <a:lnTo>
                  <a:pt x="371875" y="98591"/>
                </a:lnTo>
                <a:lnTo>
                  <a:pt x="371962" y="97476"/>
                </a:lnTo>
                <a:lnTo>
                  <a:pt x="372037" y="96329"/>
                </a:lnTo>
                <a:lnTo>
                  <a:pt x="372100" y="95148"/>
                </a:lnTo>
                <a:lnTo>
                  <a:pt x="372152" y="93934"/>
                </a:lnTo>
                <a:lnTo>
                  <a:pt x="372193" y="92687"/>
                </a:lnTo>
                <a:lnTo>
                  <a:pt x="372222" y="91407"/>
                </a:lnTo>
                <a:lnTo>
                  <a:pt x="372239" y="90093"/>
                </a:lnTo>
                <a:lnTo>
                  <a:pt x="372245" y="88747"/>
                </a:lnTo>
                <a:lnTo>
                  <a:pt x="372245" y="28207"/>
                </a:lnTo>
                <a:lnTo>
                  <a:pt x="361305" y="28207"/>
                </a:lnTo>
                <a:lnTo>
                  <a:pt x="361305" y="36708"/>
                </a:lnTo>
                <a:lnTo>
                  <a:pt x="360627" y="35885"/>
                </a:lnTo>
                <a:lnTo>
                  <a:pt x="359935" y="35098"/>
                </a:lnTo>
                <a:lnTo>
                  <a:pt x="359227" y="34345"/>
                </a:lnTo>
                <a:lnTo>
                  <a:pt x="358504" y="33627"/>
                </a:lnTo>
                <a:lnTo>
                  <a:pt x="357766" y="32944"/>
                </a:lnTo>
                <a:lnTo>
                  <a:pt x="357013" y="32297"/>
                </a:lnTo>
                <a:lnTo>
                  <a:pt x="356245" y="31684"/>
                </a:lnTo>
                <a:lnTo>
                  <a:pt x="355461" y="31106"/>
                </a:lnTo>
                <a:lnTo>
                  <a:pt x="354663" y="30564"/>
                </a:lnTo>
                <a:lnTo>
                  <a:pt x="353850" y="30056"/>
                </a:lnTo>
                <a:lnTo>
                  <a:pt x="353021" y="29583"/>
                </a:lnTo>
                <a:lnTo>
                  <a:pt x="352177" y="29146"/>
                </a:lnTo>
                <a:lnTo>
                  <a:pt x="351318" y="28743"/>
                </a:lnTo>
                <a:lnTo>
                  <a:pt x="350445" y="28375"/>
                </a:lnTo>
                <a:lnTo>
                  <a:pt x="349556" y="28043"/>
                </a:lnTo>
                <a:lnTo>
                  <a:pt x="348651" y="27745"/>
                </a:lnTo>
                <a:lnTo>
                  <a:pt x="347732" y="27483"/>
                </a:lnTo>
                <a:lnTo>
                  <a:pt x="346798" y="27255"/>
                </a:lnTo>
                <a:lnTo>
                  <a:pt x="345848" y="27063"/>
                </a:lnTo>
                <a:lnTo>
                  <a:pt x="344884" y="26905"/>
                </a:lnTo>
                <a:lnTo>
                  <a:pt x="343904" y="26782"/>
                </a:lnTo>
                <a:lnTo>
                  <a:pt x="342910" y="26695"/>
                </a:lnTo>
                <a:lnTo>
                  <a:pt x="341900" y="26642"/>
                </a:lnTo>
                <a:lnTo>
                  <a:pt x="340875" y="26625"/>
                </a:lnTo>
                <a:lnTo>
                  <a:pt x="340105" y="26633"/>
                </a:lnTo>
                <a:lnTo>
                  <a:pt x="339343" y="26657"/>
                </a:lnTo>
                <a:lnTo>
                  <a:pt x="338589" y="26697"/>
                </a:lnTo>
                <a:lnTo>
                  <a:pt x="337844" y="26753"/>
                </a:lnTo>
                <a:lnTo>
                  <a:pt x="337107" y="26825"/>
                </a:lnTo>
                <a:lnTo>
                  <a:pt x="336379" y="26913"/>
                </a:lnTo>
                <a:lnTo>
                  <a:pt x="335659" y="27017"/>
                </a:lnTo>
                <a:lnTo>
                  <a:pt x="334947" y="27137"/>
                </a:lnTo>
                <a:lnTo>
                  <a:pt x="334244" y="27274"/>
                </a:lnTo>
                <a:lnTo>
                  <a:pt x="333549" y="27426"/>
                </a:lnTo>
                <a:lnTo>
                  <a:pt x="332862" y="27594"/>
                </a:lnTo>
                <a:lnTo>
                  <a:pt x="332184" y="27778"/>
                </a:lnTo>
                <a:lnTo>
                  <a:pt x="331514" y="27978"/>
                </a:lnTo>
                <a:lnTo>
                  <a:pt x="330852" y="28195"/>
                </a:lnTo>
                <a:lnTo>
                  <a:pt x="330199" y="28427"/>
                </a:lnTo>
                <a:lnTo>
                  <a:pt x="329554" y="28675"/>
                </a:lnTo>
                <a:lnTo>
                  <a:pt x="328918" y="28940"/>
                </a:lnTo>
                <a:lnTo>
                  <a:pt x="328289" y="29220"/>
                </a:lnTo>
                <a:lnTo>
                  <a:pt x="327669" y="29516"/>
                </a:lnTo>
                <a:lnTo>
                  <a:pt x="327058" y="29829"/>
                </a:lnTo>
                <a:lnTo>
                  <a:pt x="326455" y="30157"/>
                </a:lnTo>
                <a:lnTo>
                  <a:pt x="325860" y="30501"/>
                </a:lnTo>
                <a:lnTo>
                  <a:pt x="325274" y="30862"/>
                </a:lnTo>
                <a:lnTo>
                  <a:pt x="324696" y="31238"/>
                </a:lnTo>
                <a:lnTo>
                  <a:pt x="324127" y="31629"/>
                </a:lnTo>
                <a:lnTo>
                  <a:pt x="323570" y="32034"/>
                </a:lnTo>
                <a:lnTo>
                  <a:pt x="323025" y="32452"/>
                </a:lnTo>
                <a:lnTo>
                  <a:pt x="322491" y="32883"/>
                </a:lnTo>
                <a:lnTo>
                  <a:pt x="321968" y="33328"/>
                </a:lnTo>
                <a:lnTo>
                  <a:pt x="321456" y="33786"/>
                </a:lnTo>
                <a:lnTo>
                  <a:pt x="320956" y="34257"/>
                </a:lnTo>
                <a:lnTo>
                  <a:pt x="320467" y="34742"/>
                </a:lnTo>
                <a:lnTo>
                  <a:pt x="319989" y="35240"/>
                </a:lnTo>
                <a:lnTo>
                  <a:pt x="319523" y="35752"/>
                </a:lnTo>
                <a:lnTo>
                  <a:pt x="319068" y="36277"/>
                </a:lnTo>
                <a:lnTo>
                  <a:pt x="318624" y="36815"/>
                </a:lnTo>
                <a:lnTo>
                  <a:pt x="318192" y="37367"/>
                </a:lnTo>
                <a:lnTo>
                  <a:pt x="317771" y="37932"/>
                </a:lnTo>
                <a:lnTo>
                  <a:pt x="317361" y="38511"/>
                </a:lnTo>
                <a:lnTo>
                  <a:pt x="316963" y="39103"/>
                </a:lnTo>
                <a:lnTo>
                  <a:pt x="316576" y="39708"/>
                </a:lnTo>
                <a:lnTo>
                  <a:pt x="316200" y="40327"/>
                </a:lnTo>
                <a:lnTo>
                  <a:pt x="315836" y="40959"/>
                </a:lnTo>
                <a:lnTo>
                  <a:pt x="315483" y="41604"/>
                </a:lnTo>
                <a:lnTo>
                  <a:pt x="315141" y="42263"/>
                </a:lnTo>
                <a:lnTo>
                  <a:pt x="314811" y="42935"/>
                </a:lnTo>
                <a:lnTo>
                  <a:pt x="314492" y="43621"/>
                </a:lnTo>
                <a:lnTo>
                  <a:pt x="314184" y="44320"/>
                </a:lnTo>
                <a:lnTo>
                  <a:pt x="313888" y="45028"/>
                </a:lnTo>
                <a:lnTo>
                  <a:pt x="313605" y="45742"/>
                </a:lnTo>
                <a:lnTo>
                  <a:pt x="313334" y="46461"/>
                </a:lnTo>
                <a:lnTo>
                  <a:pt x="313076" y="47186"/>
                </a:lnTo>
                <a:lnTo>
                  <a:pt x="312831" y="47916"/>
                </a:lnTo>
                <a:lnTo>
                  <a:pt x="312598" y="48651"/>
                </a:lnTo>
                <a:lnTo>
                  <a:pt x="312378" y="49392"/>
                </a:lnTo>
                <a:lnTo>
                  <a:pt x="312170" y="50138"/>
                </a:lnTo>
                <a:lnTo>
                  <a:pt x="311975" y="50889"/>
                </a:lnTo>
                <a:lnTo>
                  <a:pt x="311793" y="51646"/>
                </a:lnTo>
                <a:lnTo>
                  <a:pt x="311623" y="52408"/>
                </a:lnTo>
                <a:lnTo>
                  <a:pt x="311465" y="53176"/>
                </a:lnTo>
                <a:lnTo>
                  <a:pt x="311321" y="53949"/>
                </a:lnTo>
                <a:lnTo>
                  <a:pt x="311189" y="54727"/>
                </a:lnTo>
                <a:lnTo>
                  <a:pt x="311069" y="55511"/>
                </a:lnTo>
                <a:lnTo>
                  <a:pt x="310962" y="56300"/>
                </a:lnTo>
                <a:lnTo>
                  <a:pt x="310868" y="57094"/>
                </a:lnTo>
                <a:lnTo>
                  <a:pt x="310786" y="57894"/>
                </a:lnTo>
                <a:lnTo>
                  <a:pt x="310717" y="58699"/>
                </a:lnTo>
                <a:lnTo>
                  <a:pt x="310660" y="59510"/>
                </a:lnTo>
                <a:lnTo>
                  <a:pt x="310616" y="60326"/>
                </a:lnTo>
                <a:lnTo>
                  <a:pt x="310584" y="61147"/>
                </a:lnTo>
                <a:lnTo>
                  <a:pt x="310566" y="61974"/>
                </a:lnTo>
                <a:lnTo>
                  <a:pt x="310559" y="62806"/>
                </a:lnTo>
                <a:lnTo>
                  <a:pt x="310573" y="64012"/>
                </a:lnTo>
                <a:lnTo>
                  <a:pt x="310614" y="65204"/>
                </a:lnTo>
                <a:lnTo>
                  <a:pt x="310683" y="66382"/>
                </a:lnTo>
                <a:lnTo>
                  <a:pt x="310779" y="67545"/>
                </a:lnTo>
                <a:lnTo>
                  <a:pt x="310903" y="68694"/>
                </a:lnTo>
                <a:lnTo>
                  <a:pt x="311054" y="69829"/>
                </a:lnTo>
                <a:lnTo>
                  <a:pt x="311232" y="70949"/>
                </a:lnTo>
                <a:lnTo>
                  <a:pt x="311438" y="72054"/>
                </a:lnTo>
                <a:lnTo>
                  <a:pt x="311671" y="73145"/>
                </a:lnTo>
                <a:lnTo>
                  <a:pt x="311932" y="74222"/>
                </a:lnTo>
                <a:lnTo>
                  <a:pt x="312221" y="75285"/>
                </a:lnTo>
                <a:lnTo>
                  <a:pt x="312536" y="76332"/>
                </a:lnTo>
                <a:lnTo>
                  <a:pt x="312880" y="77366"/>
                </a:lnTo>
                <a:lnTo>
                  <a:pt x="313250" y="78385"/>
                </a:lnTo>
                <a:lnTo>
                  <a:pt x="313649" y="79390"/>
                </a:lnTo>
                <a:lnTo>
                  <a:pt x="314074" y="80380"/>
                </a:lnTo>
                <a:lnTo>
                  <a:pt x="314527" y="81356"/>
                </a:lnTo>
                <a:lnTo>
                  <a:pt x="315008" y="82317"/>
                </a:lnTo>
                <a:lnTo>
                  <a:pt x="315516" y="83264"/>
                </a:lnTo>
                <a:lnTo>
                  <a:pt x="316051" y="84197"/>
                </a:lnTo>
                <a:lnTo>
                  <a:pt x="316614" y="85115"/>
                </a:lnTo>
                <a:lnTo>
                  <a:pt x="317205" y="86019"/>
                </a:lnTo>
                <a:lnTo>
                  <a:pt x="317822" y="86908"/>
                </a:lnTo>
                <a:lnTo>
                  <a:pt x="318468" y="87783"/>
                </a:lnTo>
                <a:lnTo>
                  <a:pt x="319138" y="88633"/>
                </a:lnTo>
                <a:lnTo>
                  <a:pt x="319831" y="89446"/>
                </a:lnTo>
                <a:lnTo>
                  <a:pt x="320547" y="90224"/>
                </a:lnTo>
                <a:lnTo>
                  <a:pt x="321285" y="90965"/>
                </a:lnTo>
                <a:lnTo>
                  <a:pt x="322046" y="91670"/>
                </a:lnTo>
                <a:lnTo>
                  <a:pt x="322830" y="92339"/>
                </a:lnTo>
                <a:lnTo>
                  <a:pt x="323636" y="92971"/>
                </a:lnTo>
                <a:lnTo>
                  <a:pt x="324465" y="93568"/>
                </a:lnTo>
                <a:lnTo>
                  <a:pt x="325316" y="94128"/>
                </a:lnTo>
                <a:lnTo>
                  <a:pt x="326191" y="94653"/>
                </a:lnTo>
                <a:lnTo>
                  <a:pt x="327088" y="95141"/>
                </a:lnTo>
                <a:lnTo>
                  <a:pt x="328007" y="95593"/>
                </a:lnTo>
                <a:lnTo>
                  <a:pt x="328949" y="96008"/>
                </a:lnTo>
                <a:lnTo>
                  <a:pt x="329914" y="96388"/>
                </a:lnTo>
                <a:lnTo>
                  <a:pt x="330902" y="96732"/>
                </a:lnTo>
                <a:lnTo>
                  <a:pt x="331912" y="97039"/>
                </a:lnTo>
                <a:lnTo>
                  <a:pt x="332945" y="97310"/>
                </a:lnTo>
                <a:lnTo>
                  <a:pt x="334000" y="97545"/>
                </a:lnTo>
                <a:lnTo>
                  <a:pt x="335078" y="97744"/>
                </a:lnTo>
                <a:lnTo>
                  <a:pt x="336179" y="97907"/>
                </a:lnTo>
                <a:lnTo>
                  <a:pt x="337303" y="98033"/>
                </a:lnTo>
                <a:lnTo>
                  <a:pt x="338449" y="98124"/>
                </a:lnTo>
                <a:lnTo>
                  <a:pt x="339617" y="98178"/>
                </a:lnTo>
                <a:lnTo>
                  <a:pt x="340809" y="98196"/>
                </a:lnTo>
                <a:lnTo>
                  <a:pt x="341769" y="98180"/>
                </a:lnTo>
                <a:lnTo>
                  <a:pt x="342716" y="98132"/>
                </a:lnTo>
                <a:lnTo>
                  <a:pt x="343649" y="98052"/>
                </a:lnTo>
                <a:lnTo>
                  <a:pt x="344569" y="97940"/>
                </a:lnTo>
                <a:lnTo>
                  <a:pt x="345476" y="97796"/>
                </a:lnTo>
                <a:lnTo>
                  <a:pt x="346369" y="97619"/>
                </a:lnTo>
                <a:lnTo>
                  <a:pt x="347250" y="97411"/>
                </a:lnTo>
                <a:lnTo>
                  <a:pt x="348117" y="97171"/>
                </a:lnTo>
                <a:lnTo>
                  <a:pt x="348971" y="96899"/>
                </a:lnTo>
                <a:lnTo>
                  <a:pt x="349811" y="96595"/>
                </a:lnTo>
                <a:lnTo>
                  <a:pt x="350638" y="96259"/>
                </a:lnTo>
                <a:lnTo>
                  <a:pt x="351452" y="95890"/>
                </a:lnTo>
                <a:lnTo>
                  <a:pt x="352253" y="95490"/>
                </a:lnTo>
                <a:lnTo>
                  <a:pt x="353040" y="95058"/>
                </a:lnTo>
                <a:lnTo>
                  <a:pt x="353814" y="94593"/>
                </a:lnTo>
                <a:lnTo>
                  <a:pt x="354575" y="94097"/>
                </a:lnTo>
                <a:lnTo>
                  <a:pt x="355323" y="93569"/>
                </a:lnTo>
                <a:lnTo>
                  <a:pt x="356057" y="93008"/>
                </a:lnTo>
                <a:lnTo>
                  <a:pt x="356778" y="92416"/>
                </a:lnTo>
                <a:lnTo>
                  <a:pt x="357486" y="91791"/>
                </a:lnTo>
                <a:lnTo>
                  <a:pt x="358181" y="91135"/>
                </a:lnTo>
                <a:lnTo>
                  <a:pt x="358862" y="90447"/>
                </a:lnTo>
                <a:lnTo>
                  <a:pt x="359530" y="89726"/>
                </a:lnTo>
                <a:lnTo>
                  <a:pt x="360184" y="88974"/>
                </a:lnTo>
                <a:lnTo>
                  <a:pt x="360188" y="89928"/>
                </a:lnTo>
                <a:lnTo>
                  <a:pt x="360189" y="90856"/>
                </a:lnTo>
                <a:lnTo>
                  <a:pt x="360185" y="91755"/>
                </a:lnTo>
                <a:lnTo>
                  <a:pt x="360179" y="92627"/>
                </a:lnTo>
                <a:lnTo>
                  <a:pt x="360169" y="93471"/>
                </a:lnTo>
                <a:lnTo>
                  <a:pt x="360156" y="94287"/>
                </a:lnTo>
                <a:lnTo>
                  <a:pt x="360139" y="95075"/>
                </a:lnTo>
                <a:lnTo>
                  <a:pt x="360119" y="95836"/>
                </a:lnTo>
                <a:lnTo>
                  <a:pt x="360095" y="96569"/>
                </a:lnTo>
                <a:lnTo>
                  <a:pt x="360068" y="97274"/>
                </a:lnTo>
                <a:lnTo>
                  <a:pt x="360037" y="97951"/>
                </a:lnTo>
                <a:lnTo>
                  <a:pt x="360003" y="98601"/>
                </a:lnTo>
                <a:lnTo>
                  <a:pt x="359966" y="99222"/>
                </a:lnTo>
                <a:lnTo>
                  <a:pt x="359925" y="99816"/>
                </a:lnTo>
                <a:lnTo>
                  <a:pt x="359881" y="100383"/>
                </a:lnTo>
                <a:lnTo>
                  <a:pt x="359833" y="100921"/>
                </a:lnTo>
                <a:lnTo>
                  <a:pt x="359782" y="101432"/>
                </a:lnTo>
                <a:lnTo>
                  <a:pt x="359727" y="101915"/>
                </a:lnTo>
                <a:lnTo>
                  <a:pt x="359669" y="102370"/>
                </a:lnTo>
                <a:lnTo>
                  <a:pt x="359608" y="102798"/>
                </a:lnTo>
                <a:lnTo>
                  <a:pt x="359543" y="103197"/>
                </a:lnTo>
                <a:lnTo>
                  <a:pt x="359475" y="103569"/>
                </a:lnTo>
                <a:lnTo>
                  <a:pt x="359403" y="103914"/>
                </a:lnTo>
                <a:lnTo>
                  <a:pt x="359328" y="104230"/>
                </a:lnTo>
                <a:lnTo>
                  <a:pt x="359191" y="104721"/>
                </a:lnTo>
                <a:lnTo>
                  <a:pt x="359044" y="105203"/>
                </a:lnTo>
                <a:lnTo>
                  <a:pt x="358887" y="105675"/>
                </a:lnTo>
                <a:lnTo>
                  <a:pt x="358720" y="106139"/>
                </a:lnTo>
                <a:lnTo>
                  <a:pt x="358543" y="106593"/>
                </a:lnTo>
                <a:lnTo>
                  <a:pt x="358356" y="107038"/>
                </a:lnTo>
                <a:lnTo>
                  <a:pt x="358158" y="107473"/>
                </a:lnTo>
                <a:lnTo>
                  <a:pt x="357951" y="107900"/>
                </a:lnTo>
                <a:lnTo>
                  <a:pt x="357734" y="108318"/>
                </a:lnTo>
                <a:lnTo>
                  <a:pt x="357506" y="108726"/>
                </a:lnTo>
                <a:lnTo>
                  <a:pt x="357269" y="109125"/>
                </a:lnTo>
                <a:lnTo>
                  <a:pt x="357021" y="109515"/>
                </a:lnTo>
                <a:lnTo>
                  <a:pt x="356763" y="109895"/>
                </a:lnTo>
                <a:lnTo>
                  <a:pt x="356496" y="110267"/>
                </a:lnTo>
                <a:lnTo>
                  <a:pt x="356218" y="110629"/>
                </a:lnTo>
                <a:lnTo>
                  <a:pt x="355930" y="110982"/>
                </a:lnTo>
                <a:lnTo>
                  <a:pt x="355632" y="111326"/>
                </a:lnTo>
                <a:lnTo>
                  <a:pt x="355324" y="111661"/>
                </a:lnTo>
                <a:lnTo>
                  <a:pt x="355006" y="111987"/>
                </a:lnTo>
                <a:lnTo>
                  <a:pt x="354678" y="112303"/>
                </a:lnTo>
                <a:lnTo>
                  <a:pt x="354340" y="112611"/>
                </a:lnTo>
                <a:lnTo>
                  <a:pt x="353991" y="112909"/>
                </a:lnTo>
                <a:lnTo>
                  <a:pt x="353633" y="113197"/>
                </a:lnTo>
                <a:lnTo>
                  <a:pt x="353265" y="113477"/>
                </a:lnTo>
                <a:lnTo>
                  <a:pt x="352885" y="113747"/>
                </a:lnTo>
                <a:lnTo>
                  <a:pt x="352492" y="114005"/>
                </a:lnTo>
                <a:lnTo>
                  <a:pt x="352086" y="114251"/>
                </a:lnTo>
                <a:lnTo>
                  <a:pt x="351666" y="114487"/>
                </a:lnTo>
                <a:lnTo>
                  <a:pt x="351234" y="114710"/>
                </a:lnTo>
                <a:lnTo>
                  <a:pt x="350789" y="114922"/>
                </a:lnTo>
                <a:lnTo>
                  <a:pt x="350331" y="115123"/>
                </a:lnTo>
                <a:lnTo>
                  <a:pt x="349860" y="115312"/>
                </a:lnTo>
                <a:lnTo>
                  <a:pt x="349375" y="115490"/>
                </a:lnTo>
                <a:lnTo>
                  <a:pt x="348878" y="115656"/>
                </a:lnTo>
                <a:lnTo>
                  <a:pt x="348368" y="115811"/>
                </a:lnTo>
                <a:lnTo>
                  <a:pt x="347844" y="115955"/>
                </a:lnTo>
                <a:lnTo>
                  <a:pt x="347308" y="116087"/>
                </a:lnTo>
                <a:lnTo>
                  <a:pt x="346758" y="116207"/>
                </a:lnTo>
                <a:lnTo>
                  <a:pt x="346195" y="116316"/>
                </a:lnTo>
                <a:lnTo>
                  <a:pt x="345620" y="116414"/>
                </a:lnTo>
                <a:lnTo>
                  <a:pt x="345031" y="116500"/>
                </a:lnTo>
                <a:lnTo>
                  <a:pt x="344429" y="116574"/>
                </a:lnTo>
                <a:lnTo>
                  <a:pt x="343815" y="116637"/>
                </a:lnTo>
                <a:lnTo>
                  <a:pt x="343187" y="116689"/>
                </a:lnTo>
                <a:lnTo>
                  <a:pt x="342546" y="116729"/>
                </a:lnTo>
                <a:lnTo>
                  <a:pt x="341892" y="116758"/>
                </a:lnTo>
                <a:lnTo>
                  <a:pt x="341225" y="116775"/>
                </a:lnTo>
                <a:lnTo>
                  <a:pt x="340545" y="116781"/>
                </a:lnTo>
                <a:lnTo>
                  <a:pt x="339914" y="116775"/>
                </a:lnTo>
                <a:lnTo>
                  <a:pt x="339294" y="116758"/>
                </a:lnTo>
                <a:lnTo>
                  <a:pt x="338685" y="116729"/>
                </a:lnTo>
                <a:lnTo>
                  <a:pt x="338087" y="116689"/>
                </a:lnTo>
                <a:lnTo>
                  <a:pt x="337500" y="116638"/>
                </a:lnTo>
                <a:lnTo>
                  <a:pt x="336925" y="116575"/>
                </a:lnTo>
                <a:lnTo>
                  <a:pt x="336361" y="116500"/>
                </a:lnTo>
                <a:lnTo>
                  <a:pt x="335808" y="116414"/>
                </a:lnTo>
                <a:lnTo>
                  <a:pt x="335266" y="116317"/>
                </a:lnTo>
                <a:lnTo>
                  <a:pt x="334735" y="116208"/>
                </a:lnTo>
                <a:lnTo>
                  <a:pt x="334216" y="116088"/>
                </a:lnTo>
                <a:lnTo>
                  <a:pt x="333708" y="115957"/>
                </a:lnTo>
                <a:lnTo>
                  <a:pt x="333211" y="115814"/>
                </a:lnTo>
                <a:lnTo>
                  <a:pt x="332725" y="115659"/>
                </a:lnTo>
                <a:lnTo>
                  <a:pt x="332251" y="115493"/>
                </a:lnTo>
                <a:lnTo>
                  <a:pt x="331787" y="115316"/>
                </a:lnTo>
                <a:lnTo>
                  <a:pt x="331335" y="115127"/>
                </a:lnTo>
                <a:lnTo>
                  <a:pt x="330895" y="114927"/>
                </a:lnTo>
                <a:lnTo>
                  <a:pt x="330465" y="114715"/>
                </a:lnTo>
                <a:lnTo>
                  <a:pt x="330047" y="114492"/>
                </a:lnTo>
                <a:lnTo>
                  <a:pt x="329639" y="114258"/>
                </a:lnTo>
                <a:lnTo>
                  <a:pt x="329243" y="114012"/>
                </a:lnTo>
                <a:lnTo>
                  <a:pt x="328859" y="113754"/>
                </a:lnTo>
                <a:lnTo>
                  <a:pt x="328485" y="113485"/>
                </a:lnTo>
                <a:lnTo>
                  <a:pt x="328215" y="113277"/>
                </a:lnTo>
                <a:lnTo>
                  <a:pt x="327954" y="113059"/>
                </a:lnTo>
                <a:lnTo>
                  <a:pt x="327701" y="112830"/>
                </a:lnTo>
                <a:lnTo>
                  <a:pt x="327458" y="112592"/>
                </a:lnTo>
                <a:lnTo>
                  <a:pt x="327224" y="112344"/>
                </a:lnTo>
                <a:lnTo>
                  <a:pt x="326998" y="112085"/>
                </a:lnTo>
                <a:lnTo>
                  <a:pt x="326781" y="111816"/>
                </a:lnTo>
                <a:lnTo>
                  <a:pt x="326574" y="111538"/>
                </a:lnTo>
                <a:lnTo>
                  <a:pt x="326375" y="111249"/>
                </a:lnTo>
                <a:lnTo>
                  <a:pt x="326185" y="110950"/>
                </a:lnTo>
                <a:lnTo>
                  <a:pt x="326004" y="110641"/>
                </a:lnTo>
                <a:lnTo>
                  <a:pt x="325832" y="110322"/>
                </a:lnTo>
                <a:lnTo>
                  <a:pt x="325669" y="109993"/>
                </a:lnTo>
                <a:lnTo>
                  <a:pt x="325515" y="109654"/>
                </a:lnTo>
                <a:lnTo>
                  <a:pt x="325370" y="109305"/>
                </a:lnTo>
                <a:lnTo>
                  <a:pt x="325234" y="108945"/>
                </a:lnTo>
                <a:lnTo>
                  <a:pt x="325106" y="108576"/>
                </a:lnTo>
                <a:lnTo>
                  <a:pt x="324988" y="108197"/>
                </a:lnTo>
                <a:lnTo>
                  <a:pt x="324879" y="107807"/>
                </a:lnTo>
                <a:lnTo>
                  <a:pt x="324778" y="107408"/>
                </a:lnTo>
                <a:lnTo>
                  <a:pt x="324686" y="106998"/>
                </a:lnTo>
                <a:lnTo>
                  <a:pt x="324604" y="106578"/>
                </a:lnTo>
                <a:lnTo>
                  <a:pt x="324530" y="106149"/>
                </a:lnTo>
                <a:lnTo>
                  <a:pt x="324465" y="105709"/>
                </a:lnTo>
                <a:lnTo>
                  <a:pt x="312932" y="103995"/>
                </a:lnTo>
                <a:lnTo>
                  <a:pt x="312924" y="104933"/>
                </a:lnTo>
                <a:lnTo>
                  <a:pt x="312943" y="105850"/>
                </a:lnTo>
                <a:lnTo>
                  <a:pt x="312991" y="106748"/>
                </a:lnTo>
                <a:lnTo>
                  <a:pt x="313065" y="107626"/>
                </a:lnTo>
                <a:lnTo>
                  <a:pt x="313168" y="108484"/>
                </a:lnTo>
                <a:lnTo>
                  <a:pt x="313298" y="109322"/>
                </a:lnTo>
                <a:close/>
                <a:moveTo>
                  <a:pt x="323097" y="56028"/>
                </a:moveTo>
                <a:lnTo>
                  <a:pt x="323222" y="55117"/>
                </a:lnTo>
                <a:lnTo>
                  <a:pt x="323367" y="54226"/>
                </a:lnTo>
                <a:lnTo>
                  <a:pt x="323530" y="53358"/>
                </a:lnTo>
                <a:lnTo>
                  <a:pt x="323713" y="52511"/>
                </a:lnTo>
                <a:lnTo>
                  <a:pt x="323914" y="51686"/>
                </a:lnTo>
                <a:lnTo>
                  <a:pt x="324135" y="50882"/>
                </a:lnTo>
                <a:lnTo>
                  <a:pt x="324376" y="50100"/>
                </a:lnTo>
                <a:lnTo>
                  <a:pt x="324635" y="49339"/>
                </a:lnTo>
                <a:lnTo>
                  <a:pt x="324914" y="48600"/>
                </a:lnTo>
                <a:lnTo>
                  <a:pt x="325212" y="47883"/>
                </a:lnTo>
                <a:lnTo>
                  <a:pt x="325529" y="47187"/>
                </a:lnTo>
                <a:lnTo>
                  <a:pt x="325865" y="46512"/>
                </a:lnTo>
                <a:lnTo>
                  <a:pt x="326221" y="45860"/>
                </a:lnTo>
                <a:lnTo>
                  <a:pt x="326596" y="45228"/>
                </a:lnTo>
                <a:lnTo>
                  <a:pt x="326990" y="44619"/>
                </a:lnTo>
                <a:lnTo>
                  <a:pt x="327403" y="44031"/>
                </a:lnTo>
                <a:lnTo>
                  <a:pt x="327836" y="43464"/>
                </a:lnTo>
                <a:lnTo>
                  <a:pt x="328287" y="42919"/>
                </a:lnTo>
                <a:lnTo>
                  <a:pt x="328753" y="42397"/>
                </a:lnTo>
                <a:lnTo>
                  <a:pt x="329226" y="41896"/>
                </a:lnTo>
                <a:lnTo>
                  <a:pt x="329708" y="41417"/>
                </a:lnTo>
                <a:lnTo>
                  <a:pt x="330198" y="40961"/>
                </a:lnTo>
                <a:lnTo>
                  <a:pt x="330697" y="40527"/>
                </a:lnTo>
                <a:lnTo>
                  <a:pt x="331204" y="40116"/>
                </a:lnTo>
                <a:lnTo>
                  <a:pt x="331718" y="39726"/>
                </a:lnTo>
                <a:lnTo>
                  <a:pt x="332241" y="39359"/>
                </a:lnTo>
                <a:lnTo>
                  <a:pt x="332773" y="39014"/>
                </a:lnTo>
                <a:lnTo>
                  <a:pt x="333312" y="38691"/>
                </a:lnTo>
                <a:lnTo>
                  <a:pt x="333860" y="38391"/>
                </a:lnTo>
                <a:lnTo>
                  <a:pt x="334416" y="38113"/>
                </a:lnTo>
                <a:lnTo>
                  <a:pt x="334981" y="37857"/>
                </a:lnTo>
                <a:lnTo>
                  <a:pt x="335553" y="37623"/>
                </a:lnTo>
                <a:lnTo>
                  <a:pt x="336134" y="37412"/>
                </a:lnTo>
                <a:lnTo>
                  <a:pt x="336723" y="37223"/>
                </a:lnTo>
                <a:lnTo>
                  <a:pt x="337320" y="37056"/>
                </a:lnTo>
                <a:lnTo>
                  <a:pt x="337926" y="36911"/>
                </a:lnTo>
                <a:lnTo>
                  <a:pt x="338539" y="36789"/>
                </a:lnTo>
                <a:lnTo>
                  <a:pt x="339161" y="36688"/>
                </a:lnTo>
                <a:lnTo>
                  <a:pt x="339792" y="36611"/>
                </a:lnTo>
                <a:lnTo>
                  <a:pt x="340430" y="36555"/>
                </a:lnTo>
                <a:lnTo>
                  <a:pt x="341077" y="36522"/>
                </a:lnTo>
                <a:lnTo>
                  <a:pt x="341732" y="36510"/>
                </a:lnTo>
                <a:lnTo>
                  <a:pt x="342398" y="36522"/>
                </a:lnTo>
                <a:lnTo>
                  <a:pt x="343055" y="36556"/>
                </a:lnTo>
                <a:lnTo>
                  <a:pt x="343705" y="36612"/>
                </a:lnTo>
                <a:lnTo>
                  <a:pt x="344347" y="36691"/>
                </a:lnTo>
                <a:lnTo>
                  <a:pt x="344980" y="36793"/>
                </a:lnTo>
                <a:lnTo>
                  <a:pt x="345605" y="36917"/>
                </a:lnTo>
                <a:lnTo>
                  <a:pt x="346223" y="37064"/>
                </a:lnTo>
                <a:lnTo>
                  <a:pt x="346832" y="37234"/>
                </a:lnTo>
                <a:lnTo>
                  <a:pt x="347433" y="37426"/>
                </a:lnTo>
                <a:lnTo>
                  <a:pt x="348026" y="37640"/>
                </a:lnTo>
                <a:lnTo>
                  <a:pt x="348610" y="37878"/>
                </a:lnTo>
                <a:lnTo>
                  <a:pt x="349187" y="38137"/>
                </a:lnTo>
                <a:lnTo>
                  <a:pt x="349755" y="38420"/>
                </a:lnTo>
                <a:lnTo>
                  <a:pt x="350316" y="38725"/>
                </a:lnTo>
                <a:lnTo>
                  <a:pt x="350868" y="39053"/>
                </a:lnTo>
                <a:lnTo>
                  <a:pt x="351412" y="39403"/>
                </a:lnTo>
                <a:lnTo>
                  <a:pt x="351948" y="39776"/>
                </a:lnTo>
                <a:lnTo>
                  <a:pt x="352476" y="40171"/>
                </a:lnTo>
                <a:lnTo>
                  <a:pt x="352996" y="40589"/>
                </a:lnTo>
                <a:lnTo>
                  <a:pt x="353507" y="41030"/>
                </a:lnTo>
                <a:lnTo>
                  <a:pt x="354011" y="41493"/>
                </a:lnTo>
                <a:lnTo>
                  <a:pt x="354506" y="41979"/>
                </a:lnTo>
                <a:lnTo>
                  <a:pt x="354993" y="42487"/>
                </a:lnTo>
                <a:lnTo>
                  <a:pt x="355472" y="43018"/>
                </a:lnTo>
                <a:lnTo>
                  <a:pt x="355938" y="43572"/>
                </a:lnTo>
                <a:lnTo>
                  <a:pt x="356383" y="44147"/>
                </a:lnTo>
                <a:lnTo>
                  <a:pt x="356808" y="44744"/>
                </a:lnTo>
                <a:lnTo>
                  <a:pt x="357214" y="45363"/>
                </a:lnTo>
                <a:lnTo>
                  <a:pt x="357600" y="46004"/>
                </a:lnTo>
                <a:lnTo>
                  <a:pt x="357966" y="46667"/>
                </a:lnTo>
                <a:lnTo>
                  <a:pt x="358313" y="47351"/>
                </a:lnTo>
                <a:lnTo>
                  <a:pt x="358639" y="48058"/>
                </a:lnTo>
                <a:lnTo>
                  <a:pt x="358946" y="48787"/>
                </a:lnTo>
                <a:lnTo>
                  <a:pt x="359233" y="49537"/>
                </a:lnTo>
                <a:lnTo>
                  <a:pt x="359500" y="50310"/>
                </a:lnTo>
                <a:lnTo>
                  <a:pt x="359748" y="51104"/>
                </a:lnTo>
                <a:lnTo>
                  <a:pt x="359975" y="51920"/>
                </a:lnTo>
                <a:lnTo>
                  <a:pt x="360183" y="52758"/>
                </a:lnTo>
                <a:lnTo>
                  <a:pt x="360371" y="53618"/>
                </a:lnTo>
                <a:lnTo>
                  <a:pt x="360540" y="54500"/>
                </a:lnTo>
                <a:lnTo>
                  <a:pt x="360688" y="55404"/>
                </a:lnTo>
                <a:lnTo>
                  <a:pt x="360817" y="56330"/>
                </a:lnTo>
                <a:lnTo>
                  <a:pt x="360926" y="57277"/>
                </a:lnTo>
                <a:lnTo>
                  <a:pt x="361015" y="58247"/>
                </a:lnTo>
                <a:lnTo>
                  <a:pt x="361084" y="59239"/>
                </a:lnTo>
                <a:lnTo>
                  <a:pt x="361133" y="60252"/>
                </a:lnTo>
                <a:lnTo>
                  <a:pt x="361163" y="61287"/>
                </a:lnTo>
                <a:lnTo>
                  <a:pt x="361173" y="62344"/>
                </a:lnTo>
                <a:lnTo>
                  <a:pt x="361163" y="63450"/>
                </a:lnTo>
                <a:lnTo>
                  <a:pt x="361135" y="64530"/>
                </a:lnTo>
                <a:lnTo>
                  <a:pt x="361087" y="65586"/>
                </a:lnTo>
                <a:lnTo>
                  <a:pt x="361019" y="66617"/>
                </a:lnTo>
                <a:lnTo>
                  <a:pt x="360933" y="67623"/>
                </a:lnTo>
                <a:lnTo>
                  <a:pt x="360827" y="68604"/>
                </a:lnTo>
                <a:lnTo>
                  <a:pt x="360702" y="69561"/>
                </a:lnTo>
                <a:lnTo>
                  <a:pt x="360558" y="70493"/>
                </a:lnTo>
                <a:lnTo>
                  <a:pt x="360395" y="71400"/>
                </a:lnTo>
                <a:lnTo>
                  <a:pt x="360212" y="72282"/>
                </a:lnTo>
                <a:lnTo>
                  <a:pt x="360010" y="73140"/>
                </a:lnTo>
                <a:lnTo>
                  <a:pt x="359789" y="73972"/>
                </a:lnTo>
                <a:lnTo>
                  <a:pt x="359549" y="74780"/>
                </a:lnTo>
                <a:lnTo>
                  <a:pt x="359289" y="75563"/>
                </a:lnTo>
                <a:lnTo>
                  <a:pt x="359011" y="76322"/>
                </a:lnTo>
                <a:lnTo>
                  <a:pt x="358713" y="77056"/>
                </a:lnTo>
                <a:lnTo>
                  <a:pt x="358395" y="77764"/>
                </a:lnTo>
                <a:lnTo>
                  <a:pt x="358059" y="78449"/>
                </a:lnTo>
                <a:lnTo>
                  <a:pt x="357703" y="79108"/>
                </a:lnTo>
                <a:lnTo>
                  <a:pt x="357329" y="79742"/>
                </a:lnTo>
                <a:lnTo>
                  <a:pt x="356935" y="80352"/>
                </a:lnTo>
                <a:lnTo>
                  <a:pt x="356521" y="80937"/>
                </a:lnTo>
                <a:lnTo>
                  <a:pt x="356089" y="81498"/>
                </a:lnTo>
                <a:lnTo>
                  <a:pt x="355637" y="82033"/>
                </a:lnTo>
                <a:lnTo>
                  <a:pt x="355171" y="82545"/>
                </a:lnTo>
                <a:lnTo>
                  <a:pt x="354696" y="83036"/>
                </a:lnTo>
                <a:lnTo>
                  <a:pt x="354212" y="83504"/>
                </a:lnTo>
                <a:lnTo>
                  <a:pt x="353719" y="83951"/>
                </a:lnTo>
                <a:lnTo>
                  <a:pt x="353216" y="84376"/>
                </a:lnTo>
                <a:lnTo>
                  <a:pt x="352704" y="84779"/>
                </a:lnTo>
                <a:lnTo>
                  <a:pt x="352184" y="85161"/>
                </a:lnTo>
                <a:lnTo>
                  <a:pt x="351654" y="85520"/>
                </a:lnTo>
                <a:lnTo>
                  <a:pt x="351115" y="85858"/>
                </a:lnTo>
                <a:lnTo>
                  <a:pt x="350566" y="86174"/>
                </a:lnTo>
                <a:lnTo>
                  <a:pt x="350009" y="86469"/>
                </a:lnTo>
                <a:lnTo>
                  <a:pt x="349442" y="86741"/>
                </a:lnTo>
                <a:lnTo>
                  <a:pt x="348866" y="86992"/>
                </a:lnTo>
                <a:lnTo>
                  <a:pt x="348282" y="87221"/>
                </a:lnTo>
                <a:lnTo>
                  <a:pt x="347688" y="87428"/>
                </a:lnTo>
                <a:lnTo>
                  <a:pt x="347084" y="87613"/>
                </a:lnTo>
                <a:lnTo>
                  <a:pt x="346472" y="87776"/>
                </a:lnTo>
                <a:lnTo>
                  <a:pt x="345851" y="87918"/>
                </a:lnTo>
                <a:lnTo>
                  <a:pt x="345220" y="88038"/>
                </a:lnTo>
                <a:lnTo>
                  <a:pt x="344580" y="88136"/>
                </a:lnTo>
                <a:lnTo>
                  <a:pt x="343931" y="88212"/>
                </a:lnTo>
                <a:lnTo>
                  <a:pt x="343273" y="88267"/>
                </a:lnTo>
                <a:lnTo>
                  <a:pt x="342606" y="88299"/>
                </a:lnTo>
                <a:lnTo>
                  <a:pt x="341929" y="88310"/>
                </a:lnTo>
                <a:lnTo>
                  <a:pt x="341248" y="88299"/>
                </a:lnTo>
                <a:lnTo>
                  <a:pt x="340575" y="88267"/>
                </a:lnTo>
                <a:lnTo>
                  <a:pt x="339913" y="88212"/>
                </a:lnTo>
                <a:lnTo>
                  <a:pt x="339260" y="88135"/>
                </a:lnTo>
                <a:lnTo>
                  <a:pt x="338617" y="88036"/>
                </a:lnTo>
                <a:lnTo>
                  <a:pt x="337983" y="87916"/>
                </a:lnTo>
                <a:lnTo>
                  <a:pt x="337359" y="87774"/>
                </a:lnTo>
                <a:lnTo>
                  <a:pt x="336745" y="87609"/>
                </a:lnTo>
                <a:lnTo>
                  <a:pt x="336140" y="87423"/>
                </a:lnTo>
                <a:lnTo>
                  <a:pt x="335545" y="87215"/>
                </a:lnTo>
                <a:lnTo>
                  <a:pt x="334959" y="86985"/>
                </a:lnTo>
                <a:lnTo>
                  <a:pt x="334383" y="86733"/>
                </a:lnTo>
                <a:lnTo>
                  <a:pt x="333817" y="86459"/>
                </a:lnTo>
                <a:lnTo>
                  <a:pt x="333260" y="86163"/>
                </a:lnTo>
                <a:lnTo>
                  <a:pt x="332713" y="85845"/>
                </a:lnTo>
                <a:lnTo>
                  <a:pt x="332176" y="85506"/>
                </a:lnTo>
                <a:lnTo>
                  <a:pt x="331648" y="85144"/>
                </a:lnTo>
                <a:lnTo>
                  <a:pt x="331129" y="84761"/>
                </a:lnTo>
                <a:lnTo>
                  <a:pt x="330621" y="84356"/>
                </a:lnTo>
                <a:lnTo>
                  <a:pt x="330122" y="83928"/>
                </a:lnTo>
                <a:lnTo>
                  <a:pt x="329632" y="83479"/>
                </a:lnTo>
                <a:lnTo>
                  <a:pt x="329152" y="83008"/>
                </a:lnTo>
                <a:lnTo>
                  <a:pt x="328682" y="82515"/>
                </a:lnTo>
                <a:lnTo>
                  <a:pt x="328221" y="82000"/>
                </a:lnTo>
                <a:lnTo>
                  <a:pt x="327775" y="81461"/>
                </a:lnTo>
                <a:lnTo>
                  <a:pt x="327348" y="80897"/>
                </a:lnTo>
                <a:lnTo>
                  <a:pt x="326939" y="80307"/>
                </a:lnTo>
                <a:lnTo>
                  <a:pt x="326550" y="79690"/>
                </a:lnTo>
                <a:lnTo>
                  <a:pt x="326180" y="79048"/>
                </a:lnTo>
                <a:lnTo>
                  <a:pt x="325828" y="78381"/>
                </a:lnTo>
                <a:lnTo>
                  <a:pt x="325496" y="77687"/>
                </a:lnTo>
                <a:lnTo>
                  <a:pt x="325183" y="76968"/>
                </a:lnTo>
                <a:lnTo>
                  <a:pt x="324888" y="76223"/>
                </a:lnTo>
                <a:lnTo>
                  <a:pt x="324613" y="75452"/>
                </a:lnTo>
                <a:lnTo>
                  <a:pt x="324356" y="74655"/>
                </a:lnTo>
                <a:lnTo>
                  <a:pt x="324119" y="73833"/>
                </a:lnTo>
                <a:lnTo>
                  <a:pt x="323900" y="72984"/>
                </a:lnTo>
                <a:lnTo>
                  <a:pt x="323701" y="72110"/>
                </a:lnTo>
                <a:lnTo>
                  <a:pt x="323521" y="71211"/>
                </a:lnTo>
                <a:lnTo>
                  <a:pt x="323359" y="70285"/>
                </a:lnTo>
                <a:lnTo>
                  <a:pt x="323217" y="69333"/>
                </a:lnTo>
                <a:lnTo>
                  <a:pt x="323093" y="68356"/>
                </a:lnTo>
                <a:lnTo>
                  <a:pt x="322989" y="67353"/>
                </a:lnTo>
                <a:lnTo>
                  <a:pt x="322903" y="66324"/>
                </a:lnTo>
                <a:lnTo>
                  <a:pt x="322837" y="65270"/>
                </a:lnTo>
                <a:lnTo>
                  <a:pt x="322789" y="64189"/>
                </a:lnTo>
                <a:lnTo>
                  <a:pt x="322761" y="63083"/>
                </a:lnTo>
                <a:lnTo>
                  <a:pt x="322751" y="61951"/>
                </a:lnTo>
                <a:lnTo>
                  <a:pt x="322761" y="60910"/>
                </a:lnTo>
                <a:lnTo>
                  <a:pt x="322790" y="59891"/>
                </a:lnTo>
                <a:lnTo>
                  <a:pt x="322838" y="58893"/>
                </a:lnTo>
                <a:lnTo>
                  <a:pt x="322905" y="57916"/>
                </a:lnTo>
                <a:lnTo>
                  <a:pt x="322992" y="56961"/>
                </a:lnTo>
                <a:lnTo>
                  <a:pt x="323097" y="56028"/>
                </a:lnTo>
                <a:close/>
                <a:moveTo>
                  <a:pt x="1342415" y="98196"/>
                </a:moveTo>
                <a:lnTo>
                  <a:pt x="1342415" y="37433"/>
                </a:lnTo>
                <a:lnTo>
                  <a:pt x="1356057" y="37433"/>
                </a:lnTo>
                <a:lnTo>
                  <a:pt x="1356057" y="28207"/>
                </a:lnTo>
                <a:lnTo>
                  <a:pt x="1342415" y="28207"/>
                </a:lnTo>
                <a:lnTo>
                  <a:pt x="1342415" y="21773"/>
                </a:lnTo>
                <a:lnTo>
                  <a:pt x="1342419" y="21255"/>
                </a:lnTo>
                <a:lnTo>
                  <a:pt x="1342431" y="20750"/>
                </a:lnTo>
                <a:lnTo>
                  <a:pt x="1342450" y="20260"/>
                </a:lnTo>
                <a:lnTo>
                  <a:pt x="1342477" y="19783"/>
                </a:lnTo>
                <a:lnTo>
                  <a:pt x="1342512" y="19321"/>
                </a:lnTo>
                <a:lnTo>
                  <a:pt x="1342555" y="18872"/>
                </a:lnTo>
                <a:lnTo>
                  <a:pt x="1342606" y="18437"/>
                </a:lnTo>
                <a:lnTo>
                  <a:pt x="1342664" y="18016"/>
                </a:lnTo>
                <a:lnTo>
                  <a:pt x="1342730" y="17609"/>
                </a:lnTo>
                <a:lnTo>
                  <a:pt x="1342804" y="17216"/>
                </a:lnTo>
                <a:lnTo>
                  <a:pt x="1342886" y="16837"/>
                </a:lnTo>
                <a:lnTo>
                  <a:pt x="1342975" y="16472"/>
                </a:lnTo>
                <a:lnTo>
                  <a:pt x="1343073" y="16120"/>
                </a:lnTo>
                <a:lnTo>
                  <a:pt x="1343178" y="15783"/>
                </a:lnTo>
                <a:lnTo>
                  <a:pt x="1343290" y="15459"/>
                </a:lnTo>
                <a:lnTo>
                  <a:pt x="1343411" y="15150"/>
                </a:lnTo>
                <a:lnTo>
                  <a:pt x="1343539" y="14854"/>
                </a:lnTo>
                <a:lnTo>
                  <a:pt x="1343676" y="14572"/>
                </a:lnTo>
                <a:lnTo>
                  <a:pt x="1343819" y="14304"/>
                </a:lnTo>
                <a:lnTo>
                  <a:pt x="1343971" y="14050"/>
                </a:lnTo>
                <a:lnTo>
                  <a:pt x="1344131" y="13810"/>
                </a:lnTo>
                <a:lnTo>
                  <a:pt x="1344298" y="13583"/>
                </a:lnTo>
                <a:lnTo>
                  <a:pt x="1344473" y="13371"/>
                </a:lnTo>
                <a:lnTo>
                  <a:pt x="1344656" y="13172"/>
                </a:lnTo>
                <a:lnTo>
                  <a:pt x="1344848" y="12985"/>
                </a:lnTo>
                <a:lnTo>
                  <a:pt x="1345051" y="12805"/>
                </a:lnTo>
                <a:lnTo>
                  <a:pt x="1345265" y="12634"/>
                </a:lnTo>
                <a:lnTo>
                  <a:pt x="1345491" y="12470"/>
                </a:lnTo>
                <a:lnTo>
                  <a:pt x="1345727" y="12315"/>
                </a:lnTo>
                <a:lnTo>
                  <a:pt x="1345974" y="12167"/>
                </a:lnTo>
                <a:lnTo>
                  <a:pt x="1346232" y="12027"/>
                </a:lnTo>
                <a:lnTo>
                  <a:pt x="1346501" y="11896"/>
                </a:lnTo>
                <a:lnTo>
                  <a:pt x="1346781" y="11772"/>
                </a:lnTo>
                <a:lnTo>
                  <a:pt x="1347072" y="11656"/>
                </a:lnTo>
                <a:lnTo>
                  <a:pt x="1347374" y="11548"/>
                </a:lnTo>
                <a:lnTo>
                  <a:pt x="1347687" y="11449"/>
                </a:lnTo>
                <a:lnTo>
                  <a:pt x="1348011" y="11357"/>
                </a:lnTo>
                <a:lnTo>
                  <a:pt x="1348346" y="11273"/>
                </a:lnTo>
                <a:lnTo>
                  <a:pt x="1348692" y="11197"/>
                </a:lnTo>
                <a:lnTo>
                  <a:pt x="1349049" y="11129"/>
                </a:lnTo>
                <a:lnTo>
                  <a:pt x="1349417" y="11070"/>
                </a:lnTo>
                <a:lnTo>
                  <a:pt x="1349796" y="11018"/>
                </a:lnTo>
                <a:lnTo>
                  <a:pt x="1350186" y="10974"/>
                </a:lnTo>
                <a:lnTo>
                  <a:pt x="1350587" y="10938"/>
                </a:lnTo>
                <a:lnTo>
                  <a:pt x="1350999" y="10910"/>
                </a:lnTo>
                <a:lnTo>
                  <a:pt x="1351422" y="10890"/>
                </a:lnTo>
                <a:lnTo>
                  <a:pt x="1351856" y="10878"/>
                </a:lnTo>
                <a:lnTo>
                  <a:pt x="1352301" y="10874"/>
                </a:lnTo>
                <a:lnTo>
                  <a:pt x="1352576" y="10875"/>
                </a:lnTo>
                <a:lnTo>
                  <a:pt x="1352853" y="10879"/>
                </a:lnTo>
                <a:lnTo>
                  <a:pt x="1353131" y="10884"/>
                </a:lnTo>
                <a:lnTo>
                  <a:pt x="1353410" y="10892"/>
                </a:lnTo>
                <a:lnTo>
                  <a:pt x="1353691" y="10903"/>
                </a:lnTo>
                <a:lnTo>
                  <a:pt x="1353973" y="10915"/>
                </a:lnTo>
                <a:lnTo>
                  <a:pt x="1354256" y="10930"/>
                </a:lnTo>
                <a:lnTo>
                  <a:pt x="1354541" y="10947"/>
                </a:lnTo>
                <a:lnTo>
                  <a:pt x="1354828" y="10967"/>
                </a:lnTo>
                <a:lnTo>
                  <a:pt x="1355115" y="10988"/>
                </a:lnTo>
                <a:lnTo>
                  <a:pt x="1355404" y="11012"/>
                </a:lnTo>
                <a:lnTo>
                  <a:pt x="1355695" y="11039"/>
                </a:lnTo>
                <a:lnTo>
                  <a:pt x="1355986" y="11067"/>
                </a:lnTo>
                <a:lnTo>
                  <a:pt x="1356280" y="11098"/>
                </a:lnTo>
                <a:lnTo>
                  <a:pt x="1356574" y="11131"/>
                </a:lnTo>
                <a:lnTo>
                  <a:pt x="1356870" y="11167"/>
                </a:lnTo>
                <a:lnTo>
                  <a:pt x="1357167" y="11205"/>
                </a:lnTo>
                <a:lnTo>
                  <a:pt x="1357466" y="11245"/>
                </a:lnTo>
                <a:lnTo>
                  <a:pt x="1357766" y="11287"/>
                </a:lnTo>
                <a:lnTo>
                  <a:pt x="1358067" y="11332"/>
                </a:lnTo>
                <a:lnTo>
                  <a:pt x="1358370" y="11379"/>
                </a:lnTo>
                <a:lnTo>
                  <a:pt x="1358674" y="11428"/>
                </a:lnTo>
                <a:lnTo>
                  <a:pt x="1358980" y="11479"/>
                </a:lnTo>
                <a:lnTo>
                  <a:pt x="1359286" y="11533"/>
                </a:lnTo>
                <a:lnTo>
                  <a:pt x="1361066" y="1186"/>
                </a:lnTo>
                <a:lnTo>
                  <a:pt x="1360562" y="1089"/>
                </a:lnTo>
                <a:lnTo>
                  <a:pt x="1360063" y="997"/>
                </a:lnTo>
                <a:lnTo>
                  <a:pt x="1359566" y="908"/>
                </a:lnTo>
                <a:lnTo>
                  <a:pt x="1359074" y="824"/>
                </a:lnTo>
                <a:lnTo>
                  <a:pt x="1358585" y="743"/>
                </a:lnTo>
                <a:lnTo>
                  <a:pt x="1358100" y="667"/>
                </a:lnTo>
                <a:lnTo>
                  <a:pt x="1357619" y="595"/>
                </a:lnTo>
                <a:lnTo>
                  <a:pt x="1357141" y="527"/>
                </a:lnTo>
                <a:lnTo>
                  <a:pt x="1356667" y="463"/>
                </a:lnTo>
                <a:lnTo>
                  <a:pt x="1356196" y="404"/>
                </a:lnTo>
                <a:lnTo>
                  <a:pt x="1355729" y="348"/>
                </a:lnTo>
                <a:lnTo>
                  <a:pt x="1355266" y="297"/>
                </a:lnTo>
                <a:lnTo>
                  <a:pt x="1354807" y="249"/>
                </a:lnTo>
                <a:lnTo>
                  <a:pt x="1354351" y="206"/>
                </a:lnTo>
                <a:lnTo>
                  <a:pt x="1353899" y="167"/>
                </a:lnTo>
                <a:lnTo>
                  <a:pt x="1353450" y="132"/>
                </a:lnTo>
                <a:lnTo>
                  <a:pt x="1353005" y="101"/>
                </a:lnTo>
                <a:lnTo>
                  <a:pt x="1352564" y="74"/>
                </a:lnTo>
                <a:lnTo>
                  <a:pt x="1352127" y="51"/>
                </a:lnTo>
                <a:lnTo>
                  <a:pt x="1351693" y="33"/>
                </a:lnTo>
                <a:lnTo>
                  <a:pt x="1351263" y="19"/>
                </a:lnTo>
                <a:lnTo>
                  <a:pt x="1350836" y="8"/>
                </a:lnTo>
                <a:lnTo>
                  <a:pt x="1350413" y="2"/>
                </a:lnTo>
                <a:lnTo>
                  <a:pt x="1349994" y="0"/>
                </a:lnTo>
                <a:lnTo>
                  <a:pt x="1349352" y="5"/>
                </a:lnTo>
                <a:lnTo>
                  <a:pt x="1348722" y="20"/>
                </a:lnTo>
                <a:lnTo>
                  <a:pt x="1348104" y="45"/>
                </a:lnTo>
                <a:lnTo>
                  <a:pt x="1347498" y="79"/>
                </a:lnTo>
                <a:lnTo>
                  <a:pt x="1346904" y="124"/>
                </a:lnTo>
                <a:lnTo>
                  <a:pt x="1346322" y="179"/>
                </a:lnTo>
                <a:lnTo>
                  <a:pt x="1345752" y="243"/>
                </a:lnTo>
                <a:lnTo>
                  <a:pt x="1345194" y="318"/>
                </a:lnTo>
                <a:lnTo>
                  <a:pt x="1344648" y="402"/>
                </a:lnTo>
                <a:lnTo>
                  <a:pt x="1344114" y="497"/>
                </a:lnTo>
                <a:lnTo>
                  <a:pt x="1343592" y="601"/>
                </a:lnTo>
                <a:lnTo>
                  <a:pt x="1343082" y="715"/>
                </a:lnTo>
                <a:lnTo>
                  <a:pt x="1342585" y="839"/>
                </a:lnTo>
                <a:lnTo>
                  <a:pt x="1342099" y="973"/>
                </a:lnTo>
                <a:lnTo>
                  <a:pt x="1341625" y="1117"/>
                </a:lnTo>
                <a:lnTo>
                  <a:pt x="1341163" y="1271"/>
                </a:lnTo>
                <a:lnTo>
                  <a:pt x="1340713" y="1435"/>
                </a:lnTo>
                <a:lnTo>
                  <a:pt x="1340275" y="1609"/>
                </a:lnTo>
                <a:lnTo>
                  <a:pt x="1339850" y="1793"/>
                </a:lnTo>
                <a:lnTo>
                  <a:pt x="1339436" y="1987"/>
                </a:lnTo>
                <a:lnTo>
                  <a:pt x="1339034" y="2190"/>
                </a:lnTo>
                <a:lnTo>
                  <a:pt x="1338644" y="2404"/>
                </a:lnTo>
                <a:lnTo>
                  <a:pt x="1338267" y="2627"/>
                </a:lnTo>
                <a:lnTo>
                  <a:pt x="1337901" y="2861"/>
                </a:lnTo>
                <a:lnTo>
                  <a:pt x="1337546" y="3102"/>
                </a:lnTo>
                <a:lnTo>
                  <a:pt x="1337199" y="3349"/>
                </a:lnTo>
                <a:lnTo>
                  <a:pt x="1336862" y="3603"/>
                </a:lnTo>
                <a:lnTo>
                  <a:pt x="1336534" y="3862"/>
                </a:lnTo>
                <a:lnTo>
                  <a:pt x="1336215" y="4128"/>
                </a:lnTo>
                <a:lnTo>
                  <a:pt x="1335905" y="4400"/>
                </a:lnTo>
                <a:lnTo>
                  <a:pt x="1335604" y="4677"/>
                </a:lnTo>
                <a:lnTo>
                  <a:pt x="1335312" y="4961"/>
                </a:lnTo>
                <a:lnTo>
                  <a:pt x="1335029" y="5251"/>
                </a:lnTo>
                <a:lnTo>
                  <a:pt x="1334756" y="5547"/>
                </a:lnTo>
                <a:lnTo>
                  <a:pt x="1334491" y="5848"/>
                </a:lnTo>
                <a:lnTo>
                  <a:pt x="1334235" y="6156"/>
                </a:lnTo>
                <a:lnTo>
                  <a:pt x="1333988" y="6470"/>
                </a:lnTo>
                <a:lnTo>
                  <a:pt x="1333750" y="6790"/>
                </a:lnTo>
                <a:lnTo>
                  <a:pt x="1333522" y="7116"/>
                </a:lnTo>
                <a:lnTo>
                  <a:pt x="1333302" y="7448"/>
                </a:lnTo>
                <a:lnTo>
                  <a:pt x="1333092" y="7786"/>
                </a:lnTo>
                <a:lnTo>
                  <a:pt x="1332890" y="8130"/>
                </a:lnTo>
                <a:lnTo>
                  <a:pt x="1332698" y="8481"/>
                </a:lnTo>
                <a:lnTo>
                  <a:pt x="1332514" y="8837"/>
                </a:lnTo>
                <a:lnTo>
                  <a:pt x="1332340" y="9199"/>
                </a:lnTo>
                <a:lnTo>
                  <a:pt x="1332174" y="9567"/>
                </a:lnTo>
                <a:lnTo>
                  <a:pt x="1332018" y="9942"/>
                </a:lnTo>
                <a:lnTo>
                  <a:pt x="1331871" y="10322"/>
                </a:lnTo>
                <a:lnTo>
                  <a:pt x="1331768" y="10613"/>
                </a:lnTo>
                <a:lnTo>
                  <a:pt x="1331671" y="10917"/>
                </a:lnTo>
                <a:lnTo>
                  <a:pt x="1331577" y="11233"/>
                </a:lnTo>
                <a:lnTo>
                  <a:pt x="1331488" y="11562"/>
                </a:lnTo>
                <a:lnTo>
                  <a:pt x="1331403" y="11904"/>
                </a:lnTo>
                <a:lnTo>
                  <a:pt x="1331323" y="12257"/>
                </a:lnTo>
                <a:lnTo>
                  <a:pt x="1331247" y="12624"/>
                </a:lnTo>
                <a:lnTo>
                  <a:pt x="1331175" y="13003"/>
                </a:lnTo>
                <a:lnTo>
                  <a:pt x="1331108" y="13395"/>
                </a:lnTo>
                <a:lnTo>
                  <a:pt x="1331045" y="13799"/>
                </a:lnTo>
                <a:lnTo>
                  <a:pt x="1330986" y="14216"/>
                </a:lnTo>
                <a:lnTo>
                  <a:pt x="1330932" y="14645"/>
                </a:lnTo>
                <a:lnTo>
                  <a:pt x="1330882" y="15087"/>
                </a:lnTo>
                <a:lnTo>
                  <a:pt x="1330836" y="15541"/>
                </a:lnTo>
                <a:lnTo>
                  <a:pt x="1330795" y="16008"/>
                </a:lnTo>
                <a:lnTo>
                  <a:pt x="1330758" y="16488"/>
                </a:lnTo>
                <a:lnTo>
                  <a:pt x="1330725" y="16980"/>
                </a:lnTo>
                <a:lnTo>
                  <a:pt x="1330697" y="17484"/>
                </a:lnTo>
                <a:lnTo>
                  <a:pt x="1330673" y="18002"/>
                </a:lnTo>
                <a:lnTo>
                  <a:pt x="1330653" y="18531"/>
                </a:lnTo>
                <a:lnTo>
                  <a:pt x="1330638" y="19074"/>
                </a:lnTo>
                <a:lnTo>
                  <a:pt x="1330627" y="19629"/>
                </a:lnTo>
                <a:lnTo>
                  <a:pt x="1330621" y="20196"/>
                </a:lnTo>
                <a:lnTo>
                  <a:pt x="1330618" y="20776"/>
                </a:lnTo>
                <a:lnTo>
                  <a:pt x="1330618" y="28207"/>
                </a:lnTo>
                <a:lnTo>
                  <a:pt x="1320140" y="28207"/>
                </a:lnTo>
                <a:lnTo>
                  <a:pt x="1320140" y="30075"/>
                </a:lnTo>
                <a:lnTo>
                  <a:pt x="1319703" y="29823"/>
                </a:lnTo>
                <a:lnTo>
                  <a:pt x="1319189" y="29539"/>
                </a:lnTo>
                <a:lnTo>
                  <a:pt x="1318675" y="29268"/>
                </a:lnTo>
                <a:lnTo>
                  <a:pt x="1318162" y="29010"/>
                </a:lnTo>
                <a:lnTo>
                  <a:pt x="1317649" y="28766"/>
                </a:lnTo>
                <a:lnTo>
                  <a:pt x="1317137" y="28534"/>
                </a:lnTo>
                <a:lnTo>
                  <a:pt x="1316626" y="28316"/>
                </a:lnTo>
                <a:lnTo>
                  <a:pt x="1316116" y="28112"/>
                </a:lnTo>
                <a:lnTo>
                  <a:pt x="1315606" y="27920"/>
                </a:lnTo>
                <a:lnTo>
                  <a:pt x="1315097" y="27742"/>
                </a:lnTo>
                <a:lnTo>
                  <a:pt x="1314589" y="27576"/>
                </a:lnTo>
                <a:lnTo>
                  <a:pt x="1314081" y="27424"/>
                </a:lnTo>
                <a:lnTo>
                  <a:pt x="1313574" y="27286"/>
                </a:lnTo>
                <a:lnTo>
                  <a:pt x="1313068" y="27160"/>
                </a:lnTo>
                <a:lnTo>
                  <a:pt x="1312562" y="27048"/>
                </a:lnTo>
                <a:lnTo>
                  <a:pt x="1312057" y="26949"/>
                </a:lnTo>
                <a:lnTo>
                  <a:pt x="1311553" y="26863"/>
                </a:lnTo>
                <a:lnTo>
                  <a:pt x="1311050" y="26790"/>
                </a:lnTo>
                <a:lnTo>
                  <a:pt x="1310547" y="26731"/>
                </a:lnTo>
                <a:lnTo>
                  <a:pt x="1310045" y="26684"/>
                </a:lnTo>
                <a:lnTo>
                  <a:pt x="1309543" y="26651"/>
                </a:lnTo>
                <a:lnTo>
                  <a:pt x="1309042" y="26632"/>
                </a:lnTo>
                <a:lnTo>
                  <a:pt x="1308542" y="26625"/>
                </a:lnTo>
                <a:lnTo>
                  <a:pt x="1308197" y="26629"/>
                </a:lnTo>
                <a:lnTo>
                  <a:pt x="1307855" y="26641"/>
                </a:lnTo>
                <a:lnTo>
                  <a:pt x="1307515" y="26662"/>
                </a:lnTo>
                <a:lnTo>
                  <a:pt x="1307177" y="26690"/>
                </a:lnTo>
                <a:lnTo>
                  <a:pt x="1306842" y="26727"/>
                </a:lnTo>
                <a:lnTo>
                  <a:pt x="1306509" y="26772"/>
                </a:lnTo>
                <a:lnTo>
                  <a:pt x="1306179" y="26826"/>
                </a:lnTo>
                <a:lnTo>
                  <a:pt x="1305851" y="26887"/>
                </a:lnTo>
                <a:lnTo>
                  <a:pt x="1305526" y="26957"/>
                </a:lnTo>
                <a:lnTo>
                  <a:pt x="1305202" y="27035"/>
                </a:lnTo>
                <a:lnTo>
                  <a:pt x="1304882" y="27121"/>
                </a:lnTo>
                <a:lnTo>
                  <a:pt x="1304563" y="27215"/>
                </a:lnTo>
                <a:lnTo>
                  <a:pt x="1304247" y="27317"/>
                </a:lnTo>
                <a:lnTo>
                  <a:pt x="1303934" y="27428"/>
                </a:lnTo>
                <a:lnTo>
                  <a:pt x="1303623" y="27547"/>
                </a:lnTo>
                <a:lnTo>
                  <a:pt x="1303314" y="27674"/>
                </a:lnTo>
                <a:lnTo>
                  <a:pt x="1303007" y="27809"/>
                </a:lnTo>
                <a:lnTo>
                  <a:pt x="1302704" y="27953"/>
                </a:lnTo>
                <a:lnTo>
                  <a:pt x="1302402" y="28104"/>
                </a:lnTo>
                <a:lnTo>
                  <a:pt x="1302103" y="28264"/>
                </a:lnTo>
                <a:lnTo>
                  <a:pt x="1301806" y="28432"/>
                </a:lnTo>
                <a:lnTo>
                  <a:pt x="1301512" y="28608"/>
                </a:lnTo>
                <a:lnTo>
                  <a:pt x="1301220" y="28792"/>
                </a:lnTo>
                <a:lnTo>
                  <a:pt x="1300930" y="28985"/>
                </a:lnTo>
                <a:lnTo>
                  <a:pt x="1300641" y="29191"/>
                </a:lnTo>
                <a:lnTo>
                  <a:pt x="1300349" y="29413"/>
                </a:lnTo>
                <a:lnTo>
                  <a:pt x="1300056" y="29654"/>
                </a:lnTo>
                <a:lnTo>
                  <a:pt x="1299760" y="29912"/>
                </a:lnTo>
                <a:lnTo>
                  <a:pt x="1299462" y="30187"/>
                </a:lnTo>
                <a:lnTo>
                  <a:pt x="1299161" y="30481"/>
                </a:lnTo>
                <a:lnTo>
                  <a:pt x="1298859" y="30791"/>
                </a:lnTo>
                <a:lnTo>
                  <a:pt x="1298554" y="31119"/>
                </a:lnTo>
                <a:lnTo>
                  <a:pt x="1298247" y="31465"/>
                </a:lnTo>
                <a:lnTo>
                  <a:pt x="1297938" y="31828"/>
                </a:lnTo>
                <a:lnTo>
                  <a:pt x="1297627" y="32209"/>
                </a:lnTo>
                <a:lnTo>
                  <a:pt x="1297314" y="32607"/>
                </a:lnTo>
                <a:lnTo>
                  <a:pt x="1296998" y="33022"/>
                </a:lnTo>
                <a:lnTo>
                  <a:pt x="1296681" y="33456"/>
                </a:lnTo>
                <a:lnTo>
                  <a:pt x="1296361" y="33906"/>
                </a:lnTo>
                <a:lnTo>
                  <a:pt x="1296039" y="34374"/>
                </a:lnTo>
                <a:lnTo>
                  <a:pt x="1295715" y="34860"/>
                </a:lnTo>
                <a:lnTo>
                  <a:pt x="1295388" y="35364"/>
                </a:lnTo>
                <a:lnTo>
                  <a:pt x="1295060" y="35884"/>
                </a:lnTo>
                <a:lnTo>
                  <a:pt x="1294729" y="36423"/>
                </a:lnTo>
                <a:lnTo>
                  <a:pt x="1294396" y="36978"/>
                </a:lnTo>
                <a:lnTo>
                  <a:pt x="1294061" y="37552"/>
                </a:lnTo>
                <a:lnTo>
                  <a:pt x="1293724" y="38143"/>
                </a:lnTo>
                <a:lnTo>
                  <a:pt x="1293384" y="38751"/>
                </a:lnTo>
                <a:lnTo>
                  <a:pt x="1293384" y="28207"/>
                </a:lnTo>
                <a:lnTo>
                  <a:pt x="1282708" y="28207"/>
                </a:lnTo>
                <a:lnTo>
                  <a:pt x="1282708" y="98196"/>
                </a:lnTo>
                <a:lnTo>
                  <a:pt x="1294571" y="98196"/>
                </a:lnTo>
                <a:lnTo>
                  <a:pt x="1294571" y="61512"/>
                </a:lnTo>
                <a:lnTo>
                  <a:pt x="1294574" y="60888"/>
                </a:lnTo>
                <a:lnTo>
                  <a:pt x="1294584" y="60267"/>
                </a:lnTo>
                <a:lnTo>
                  <a:pt x="1294602" y="59651"/>
                </a:lnTo>
                <a:lnTo>
                  <a:pt x="1294626" y="59038"/>
                </a:lnTo>
                <a:lnTo>
                  <a:pt x="1294656" y="58430"/>
                </a:lnTo>
                <a:lnTo>
                  <a:pt x="1294694" y="57826"/>
                </a:lnTo>
                <a:lnTo>
                  <a:pt x="1294739" y="57226"/>
                </a:lnTo>
                <a:lnTo>
                  <a:pt x="1294790" y="56630"/>
                </a:lnTo>
                <a:lnTo>
                  <a:pt x="1294849" y="56039"/>
                </a:lnTo>
                <a:lnTo>
                  <a:pt x="1294914" y="55451"/>
                </a:lnTo>
                <a:lnTo>
                  <a:pt x="1294986" y="54868"/>
                </a:lnTo>
                <a:lnTo>
                  <a:pt x="1295065" y="54288"/>
                </a:lnTo>
                <a:lnTo>
                  <a:pt x="1295151" y="53713"/>
                </a:lnTo>
                <a:lnTo>
                  <a:pt x="1295243" y="53142"/>
                </a:lnTo>
                <a:lnTo>
                  <a:pt x="1295343" y="52575"/>
                </a:lnTo>
                <a:lnTo>
                  <a:pt x="1295449" y="52012"/>
                </a:lnTo>
                <a:lnTo>
                  <a:pt x="1295563" y="51454"/>
                </a:lnTo>
                <a:lnTo>
                  <a:pt x="1295683" y="50899"/>
                </a:lnTo>
                <a:lnTo>
                  <a:pt x="1295810" y="50349"/>
                </a:lnTo>
                <a:lnTo>
                  <a:pt x="1295944" y="49802"/>
                </a:lnTo>
                <a:lnTo>
                  <a:pt x="1296084" y="49260"/>
                </a:lnTo>
                <a:lnTo>
                  <a:pt x="1296232" y="48722"/>
                </a:lnTo>
                <a:lnTo>
                  <a:pt x="1296386" y="48188"/>
                </a:lnTo>
                <a:lnTo>
                  <a:pt x="1296548" y="47658"/>
                </a:lnTo>
                <a:lnTo>
                  <a:pt x="1296661" y="47315"/>
                </a:lnTo>
                <a:lnTo>
                  <a:pt x="1296780" y="46978"/>
                </a:lnTo>
                <a:lnTo>
                  <a:pt x="1296905" y="46648"/>
                </a:lnTo>
                <a:lnTo>
                  <a:pt x="1297037" y="46323"/>
                </a:lnTo>
                <a:lnTo>
                  <a:pt x="1297174" y="46005"/>
                </a:lnTo>
                <a:lnTo>
                  <a:pt x="1297318" y="45694"/>
                </a:lnTo>
                <a:lnTo>
                  <a:pt x="1297468" y="45388"/>
                </a:lnTo>
                <a:lnTo>
                  <a:pt x="1297624" y="45089"/>
                </a:lnTo>
                <a:lnTo>
                  <a:pt x="1297787" y="44796"/>
                </a:lnTo>
                <a:lnTo>
                  <a:pt x="1297955" y="44510"/>
                </a:lnTo>
                <a:lnTo>
                  <a:pt x="1298130" y="44230"/>
                </a:lnTo>
                <a:lnTo>
                  <a:pt x="1298311" y="43956"/>
                </a:lnTo>
                <a:lnTo>
                  <a:pt x="1298498" y="43688"/>
                </a:lnTo>
                <a:lnTo>
                  <a:pt x="1298691" y="43427"/>
                </a:lnTo>
                <a:lnTo>
                  <a:pt x="1298890" y="43172"/>
                </a:lnTo>
                <a:lnTo>
                  <a:pt x="1299096" y="42923"/>
                </a:lnTo>
                <a:lnTo>
                  <a:pt x="1299308" y="42681"/>
                </a:lnTo>
                <a:lnTo>
                  <a:pt x="1299526" y="42445"/>
                </a:lnTo>
                <a:lnTo>
                  <a:pt x="1299750" y="42215"/>
                </a:lnTo>
                <a:lnTo>
                  <a:pt x="1299980" y="41992"/>
                </a:lnTo>
                <a:lnTo>
                  <a:pt x="1300217" y="41774"/>
                </a:lnTo>
                <a:lnTo>
                  <a:pt x="1300459" y="41564"/>
                </a:lnTo>
                <a:lnTo>
                  <a:pt x="1300708" y="41359"/>
                </a:lnTo>
                <a:lnTo>
                  <a:pt x="1300963" y="41161"/>
                </a:lnTo>
                <a:lnTo>
                  <a:pt x="1301223" y="40969"/>
                </a:lnTo>
                <a:lnTo>
                  <a:pt x="1301485" y="40786"/>
                </a:lnTo>
                <a:lnTo>
                  <a:pt x="1301750" y="40611"/>
                </a:lnTo>
                <a:lnTo>
                  <a:pt x="1302018" y="40445"/>
                </a:lnTo>
                <a:lnTo>
                  <a:pt x="1302288" y="40286"/>
                </a:lnTo>
                <a:lnTo>
                  <a:pt x="1302561" y="40135"/>
                </a:lnTo>
                <a:lnTo>
                  <a:pt x="1302837" y="39993"/>
                </a:lnTo>
                <a:lnTo>
                  <a:pt x="1303116" y="39859"/>
                </a:lnTo>
                <a:lnTo>
                  <a:pt x="1303398" y="39733"/>
                </a:lnTo>
                <a:lnTo>
                  <a:pt x="1303682" y="39615"/>
                </a:lnTo>
                <a:lnTo>
                  <a:pt x="1303969" y="39505"/>
                </a:lnTo>
                <a:lnTo>
                  <a:pt x="1304258" y="39403"/>
                </a:lnTo>
                <a:lnTo>
                  <a:pt x="1304551" y="39309"/>
                </a:lnTo>
                <a:lnTo>
                  <a:pt x="1304846" y="39224"/>
                </a:lnTo>
                <a:lnTo>
                  <a:pt x="1305144" y="39147"/>
                </a:lnTo>
                <a:lnTo>
                  <a:pt x="1305445" y="39077"/>
                </a:lnTo>
                <a:lnTo>
                  <a:pt x="1305748" y="39016"/>
                </a:lnTo>
                <a:lnTo>
                  <a:pt x="1306054" y="38964"/>
                </a:lnTo>
                <a:lnTo>
                  <a:pt x="1306363" y="38919"/>
                </a:lnTo>
                <a:lnTo>
                  <a:pt x="1306675" y="38882"/>
                </a:lnTo>
                <a:lnTo>
                  <a:pt x="1306989" y="38854"/>
                </a:lnTo>
                <a:lnTo>
                  <a:pt x="1307306" y="38833"/>
                </a:lnTo>
                <a:lnTo>
                  <a:pt x="1307626" y="38821"/>
                </a:lnTo>
                <a:lnTo>
                  <a:pt x="1307949" y="38817"/>
                </a:lnTo>
                <a:lnTo>
                  <a:pt x="1308311" y="38821"/>
                </a:lnTo>
                <a:lnTo>
                  <a:pt x="1308674" y="38835"/>
                </a:lnTo>
                <a:lnTo>
                  <a:pt x="1309036" y="38857"/>
                </a:lnTo>
                <a:lnTo>
                  <a:pt x="1309399" y="38888"/>
                </a:lnTo>
                <a:lnTo>
                  <a:pt x="1309761" y="38929"/>
                </a:lnTo>
                <a:lnTo>
                  <a:pt x="1310124" y="38978"/>
                </a:lnTo>
                <a:lnTo>
                  <a:pt x="1310486" y="39036"/>
                </a:lnTo>
                <a:lnTo>
                  <a:pt x="1310849" y="39103"/>
                </a:lnTo>
                <a:lnTo>
                  <a:pt x="1311211" y="39178"/>
                </a:lnTo>
                <a:lnTo>
                  <a:pt x="1311574" y="39263"/>
                </a:lnTo>
                <a:lnTo>
                  <a:pt x="1311936" y="39357"/>
                </a:lnTo>
                <a:lnTo>
                  <a:pt x="1312299" y="39460"/>
                </a:lnTo>
                <a:lnTo>
                  <a:pt x="1312661" y="39571"/>
                </a:lnTo>
                <a:lnTo>
                  <a:pt x="1313024" y="39692"/>
                </a:lnTo>
                <a:lnTo>
                  <a:pt x="1313386" y="39821"/>
                </a:lnTo>
                <a:lnTo>
                  <a:pt x="1313748" y="39959"/>
                </a:lnTo>
                <a:lnTo>
                  <a:pt x="1314111" y="40107"/>
                </a:lnTo>
                <a:lnTo>
                  <a:pt x="1314473" y="40263"/>
                </a:lnTo>
                <a:lnTo>
                  <a:pt x="1314836" y="40428"/>
                </a:lnTo>
                <a:lnTo>
                  <a:pt x="1315198" y="40602"/>
                </a:lnTo>
                <a:lnTo>
                  <a:pt x="1315561" y="40785"/>
                </a:lnTo>
                <a:lnTo>
                  <a:pt x="1315923" y="40977"/>
                </a:lnTo>
                <a:lnTo>
                  <a:pt x="1316286" y="41178"/>
                </a:lnTo>
                <a:lnTo>
                  <a:pt x="1316648" y="41387"/>
                </a:lnTo>
                <a:lnTo>
                  <a:pt x="1320140" y="32025"/>
                </a:lnTo>
                <a:lnTo>
                  <a:pt x="1320140" y="37433"/>
                </a:lnTo>
                <a:lnTo>
                  <a:pt x="1330618" y="37433"/>
                </a:lnTo>
                <a:lnTo>
                  <a:pt x="1330618" y="98196"/>
                </a:lnTo>
                <a:lnTo>
                  <a:pt x="1342415" y="98196"/>
                </a:lnTo>
                <a:close/>
                <a:moveTo>
                  <a:pt x="2092713" y="28207"/>
                </a:moveTo>
                <a:lnTo>
                  <a:pt x="2092713" y="21773"/>
                </a:lnTo>
                <a:lnTo>
                  <a:pt x="2092717" y="21255"/>
                </a:lnTo>
                <a:lnTo>
                  <a:pt x="2092728" y="20750"/>
                </a:lnTo>
                <a:lnTo>
                  <a:pt x="2092748" y="20260"/>
                </a:lnTo>
                <a:lnTo>
                  <a:pt x="2092775" y="19783"/>
                </a:lnTo>
                <a:lnTo>
                  <a:pt x="2092810" y="19321"/>
                </a:lnTo>
                <a:lnTo>
                  <a:pt x="2092853" y="18872"/>
                </a:lnTo>
                <a:lnTo>
                  <a:pt x="2092904" y="18437"/>
                </a:lnTo>
                <a:lnTo>
                  <a:pt x="2092962" y="18016"/>
                </a:lnTo>
                <a:lnTo>
                  <a:pt x="2093028" y="17609"/>
                </a:lnTo>
                <a:lnTo>
                  <a:pt x="2093102" y="17216"/>
                </a:lnTo>
                <a:lnTo>
                  <a:pt x="2093184" y="16837"/>
                </a:lnTo>
                <a:lnTo>
                  <a:pt x="2093273" y="16472"/>
                </a:lnTo>
                <a:lnTo>
                  <a:pt x="2093370" y="16120"/>
                </a:lnTo>
                <a:lnTo>
                  <a:pt x="2093475" y="15783"/>
                </a:lnTo>
                <a:lnTo>
                  <a:pt x="2093588" y="15459"/>
                </a:lnTo>
                <a:lnTo>
                  <a:pt x="2093709" y="15150"/>
                </a:lnTo>
                <a:lnTo>
                  <a:pt x="2093837" y="14854"/>
                </a:lnTo>
                <a:lnTo>
                  <a:pt x="2093973" y="14572"/>
                </a:lnTo>
                <a:lnTo>
                  <a:pt x="2094117" y="14304"/>
                </a:lnTo>
                <a:lnTo>
                  <a:pt x="2094269" y="14050"/>
                </a:lnTo>
                <a:lnTo>
                  <a:pt x="2094428" y="13810"/>
                </a:lnTo>
                <a:lnTo>
                  <a:pt x="2094596" y="13583"/>
                </a:lnTo>
                <a:lnTo>
                  <a:pt x="2094771" y="13371"/>
                </a:lnTo>
                <a:lnTo>
                  <a:pt x="2094954" y="13172"/>
                </a:lnTo>
                <a:lnTo>
                  <a:pt x="2095146" y="12985"/>
                </a:lnTo>
                <a:lnTo>
                  <a:pt x="2095349" y="12805"/>
                </a:lnTo>
                <a:lnTo>
                  <a:pt x="2095563" y="12634"/>
                </a:lnTo>
                <a:lnTo>
                  <a:pt x="2095788" y="12470"/>
                </a:lnTo>
                <a:lnTo>
                  <a:pt x="2096025" y="12315"/>
                </a:lnTo>
                <a:lnTo>
                  <a:pt x="2096272" y="12167"/>
                </a:lnTo>
                <a:lnTo>
                  <a:pt x="2096530" y="12027"/>
                </a:lnTo>
                <a:lnTo>
                  <a:pt x="2096799" y="11896"/>
                </a:lnTo>
                <a:lnTo>
                  <a:pt x="2097079" y="11772"/>
                </a:lnTo>
                <a:lnTo>
                  <a:pt x="2097370" y="11656"/>
                </a:lnTo>
                <a:lnTo>
                  <a:pt x="2097672" y="11548"/>
                </a:lnTo>
                <a:lnTo>
                  <a:pt x="2097985" y="11449"/>
                </a:lnTo>
                <a:lnTo>
                  <a:pt x="2098309" y="11357"/>
                </a:lnTo>
                <a:lnTo>
                  <a:pt x="2098644" y="11273"/>
                </a:lnTo>
                <a:lnTo>
                  <a:pt x="2098990" y="11197"/>
                </a:lnTo>
                <a:lnTo>
                  <a:pt x="2099347" y="11129"/>
                </a:lnTo>
                <a:lnTo>
                  <a:pt x="2099715" y="11070"/>
                </a:lnTo>
                <a:lnTo>
                  <a:pt x="2100094" y="11018"/>
                </a:lnTo>
                <a:lnTo>
                  <a:pt x="2100484" y="10974"/>
                </a:lnTo>
                <a:lnTo>
                  <a:pt x="2100885" y="10938"/>
                </a:lnTo>
                <a:lnTo>
                  <a:pt x="2101297" y="10910"/>
                </a:lnTo>
                <a:lnTo>
                  <a:pt x="2101720" y="10890"/>
                </a:lnTo>
                <a:lnTo>
                  <a:pt x="2102154" y="10878"/>
                </a:lnTo>
                <a:lnTo>
                  <a:pt x="2102598" y="10874"/>
                </a:lnTo>
                <a:lnTo>
                  <a:pt x="2102874" y="10875"/>
                </a:lnTo>
                <a:lnTo>
                  <a:pt x="2103150" y="10879"/>
                </a:lnTo>
                <a:lnTo>
                  <a:pt x="2103428" y="10884"/>
                </a:lnTo>
                <a:lnTo>
                  <a:pt x="2103708" y="10892"/>
                </a:lnTo>
                <a:lnTo>
                  <a:pt x="2103989" y="10903"/>
                </a:lnTo>
                <a:lnTo>
                  <a:pt x="2104271" y="10915"/>
                </a:lnTo>
                <a:lnTo>
                  <a:pt x="2104554" y="10930"/>
                </a:lnTo>
                <a:lnTo>
                  <a:pt x="2104839" y="10947"/>
                </a:lnTo>
                <a:lnTo>
                  <a:pt x="2105125" y="10967"/>
                </a:lnTo>
                <a:lnTo>
                  <a:pt x="2105413" y="10988"/>
                </a:lnTo>
                <a:lnTo>
                  <a:pt x="2105702" y="11012"/>
                </a:lnTo>
                <a:lnTo>
                  <a:pt x="2105992" y="11039"/>
                </a:lnTo>
                <a:lnTo>
                  <a:pt x="2106284" y="11067"/>
                </a:lnTo>
                <a:lnTo>
                  <a:pt x="2106577" y="11098"/>
                </a:lnTo>
                <a:lnTo>
                  <a:pt x="2106872" y="11131"/>
                </a:lnTo>
                <a:lnTo>
                  <a:pt x="2107168" y="11167"/>
                </a:lnTo>
                <a:lnTo>
                  <a:pt x="2107465" y="11205"/>
                </a:lnTo>
                <a:lnTo>
                  <a:pt x="2107764" y="11245"/>
                </a:lnTo>
                <a:lnTo>
                  <a:pt x="2108064" y="11287"/>
                </a:lnTo>
                <a:lnTo>
                  <a:pt x="2108365" y="11332"/>
                </a:lnTo>
                <a:lnTo>
                  <a:pt x="2108668" y="11379"/>
                </a:lnTo>
                <a:lnTo>
                  <a:pt x="2108972" y="11428"/>
                </a:lnTo>
                <a:lnTo>
                  <a:pt x="2109277" y="11479"/>
                </a:lnTo>
                <a:lnTo>
                  <a:pt x="2109584" y="11533"/>
                </a:lnTo>
                <a:lnTo>
                  <a:pt x="2111364" y="1186"/>
                </a:lnTo>
                <a:lnTo>
                  <a:pt x="2110860" y="1089"/>
                </a:lnTo>
                <a:lnTo>
                  <a:pt x="2110360" y="997"/>
                </a:lnTo>
                <a:lnTo>
                  <a:pt x="2109864" y="908"/>
                </a:lnTo>
                <a:lnTo>
                  <a:pt x="2109372" y="824"/>
                </a:lnTo>
                <a:lnTo>
                  <a:pt x="2108883" y="743"/>
                </a:lnTo>
                <a:lnTo>
                  <a:pt x="2108398" y="667"/>
                </a:lnTo>
                <a:lnTo>
                  <a:pt x="2107916" y="595"/>
                </a:lnTo>
                <a:lnTo>
                  <a:pt x="2107439" y="527"/>
                </a:lnTo>
                <a:lnTo>
                  <a:pt x="2106965" y="463"/>
                </a:lnTo>
                <a:lnTo>
                  <a:pt x="2106494" y="404"/>
                </a:lnTo>
                <a:lnTo>
                  <a:pt x="2106027" y="348"/>
                </a:lnTo>
                <a:lnTo>
                  <a:pt x="2105564" y="297"/>
                </a:lnTo>
                <a:lnTo>
                  <a:pt x="2105105" y="249"/>
                </a:lnTo>
                <a:lnTo>
                  <a:pt x="2104649" y="206"/>
                </a:lnTo>
                <a:lnTo>
                  <a:pt x="2104197" y="167"/>
                </a:lnTo>
                <a:lnTo>
                  <a:pt x="2103748" y="132"/>
                </a:lnTo>
                <a:lnTo>
                  <a:pt x="2103303" y="101"/>
                </a:lnTo>
                <a:lnTo>
                  <a:pt x="2102862" y="74"/>
                </a:lnTo>
                <a:lnTo>
                  <a:pt x="2102425" y="51"/>
                </a:lnTo>
                <a:lnTo>
                  <a:pt x="2101991" y="33"/>
                </a:lnTo>
                <a:lnTo>
                  <a:pt x="2101560" y="19"/>
                </a:lnTo>
                <a:lnTo>
                  <a:pt x="2101134" y="8"/>
                </a:lnTo>
                <a:lnTo>
                  <a:pt x="2100711" y="2"/>
                </a:lnTo>
                <a:lnTo>
                  <a:pt x="2100292" y="0"/>
                </a:lnTo>
                <a:lnTo>
                  <a:pt x="2099650" y="5"/>
                </a:lnTo>
                <a:lnTo>
                  <a:pt x="2099020" y="20"/>
                </a:lnTo>
                <a:lnTo>
                  <a:pt x="2098402" y="45"/>
                </a:lnTo>
                <a:lnTo>
                  <a:pt x="2097796" y="79"/>
                </a:lnTo>
                <a:lnTo>
                  <a:pt x="2097202" y="124"/>
                </a:lnTo>
                <a:lnTo>
                  <a:pt x="2096620" y="179"/>
                </a:lnTo>
                <a:lnTo>
                  <a:pt x="2096050" y="243"/>
                </a:lnTo>
                <a:lnTo>
                  <a:pt x="2095492" y="318"/>
                </a:lnTo>
                <a:lnTo>
                  <a:pt x="2094946" y="402"/>
                </a:lnTo>
                <a:lnTo>
                  <a:pt x="2094412" y="497"/>
                </a:lnTo>
                <a:lnTo>
                  <a:pt x="2093890" y="601"/>
                </a:lnTo>
                <a:lnTo>
                  <a:pt x="2093380" y="715"/>
                </a:lnTo>
                <a:lnTo>
                  <a:pt x="2092882" y="839"/>
                </a:lnTo>
                <a:lnTo>
                  <a:pt x="2092396" y="973"/>
                </a:lnTo>
                <a:lnTo>
                  <a:pt x="2091923" y="1117"/>
                </a:lnTo>
                <a:lnTo>
                  <a:pt x="2091461" y="1271"/>
                </a:lnTo>
                <a:lnTo>
                  <a:pt x="2091011" y="1435"/>
                </a:lnTo>
                <a:lnTo>
                  <a:pt x="2090573" y="1609"/>
                </a:lnTo>
                <a:lnTo>
                  <a:pt x="2090147" y="1793"/>
                </a:lnTo>
                <a:lnTo>
                  <a:pt x="2089734" y="1987"/>
                </a:lnTo>
                <a:lnTo>
                  <a:pt x="2089332" y="2190"/>
                </a:lnTo>
                <a:lnTo>
                  <a:pt x="2088942" y="2404"/>
                </a:lnTo>
                <a:lnTo>
                  <a:pt x="2088564" y="2627"/>
                </a:lnTo>
                <a:lnTo>
                  <a:pt x="2088199" y="2861"/>
                </a:lnTo>
                <a:lnTo>
                  <a:pt x="2087843" y="3102"/>
                </a:lnTo>
                <a:lnTo>
                  <a:pt x="2087497" y="3349"/>
                </a:lnTo>
                <a:lnTo>
                  <a:pt x="2087160" y="3603"/>
                </a:lnTo>
                <a:lnTo>
                  <a:pt x="2086832" y="3862"/>
                </a:lnTo>
                <a:lnTo>
                  <a:pt x="2086513" y="4128"/>
                </a:lnTo>
                <a:lnTo>
                  <a:pt x="2086203" y="4400"/>
                </a:lnTo>
                <a:lnTo>
                  <a:pt x="2085902" y="4677"/>
                </a:lnTo>
                <a:lnTo>
                  <a:pt x="2085610" y="4961"/>
                </a:lnTo>
                <a:lnTo>
                  <a:pt x="2085327" y="5251"/>
                </a:lnTo>
                <a:lnTo>
                  <a:pt x="2085053" y="5547"/>
                </a:lnTo>
                <a:lnTo>
                  <a:pt x="2084788" y="5848"/>
                </a:lnTo>
                <a:lnTo>
                  <a:pt x="2084533" y="6156"/>
                </a:lnTo>
                <a:lnTo>
                  <a:pt x="2084286" y="6470"/>
                </a:lnTo>
                <a:lnTo>
                  <a:pt x="2084048" y="6790"/>
                </a:lnTo>
                <a:lnTo>
                  <a:pt x="2083820" y="7116"/>
                </a:lnTo>
                <a:lnTo>
                  <a:pt x="2083600" y="7448"/>
                </a:lnTo>
                <a:lnTo>
                  <a:pt x="2083389" y="7786"/>
                </a:lnTo>
                <a:lnTo>
                  <a:pt x="2083188" y="8130"/>
                </a:lnTo>
                <a:lnTo>
                  <a:pt x="2082995" y="8481"/>
                </a:lnTo>
                <a:lnTo>
                  <a:pt x="2082812" y="8837"/>
                </a:lnTo>
                <a:lnTo>
                  <a:pt x="2082637" y="9199"/>
                </a:lnTo>
                <a:lnTo>
                  <a:pt x="2082472" y="9567"/>
                </a:lnTo>
                <a:lnTo>
                  <a:pt x="2082316" y="9942"/>
                </a:lnTo>
                <a:lnTo>
                  <a:pt x="2082168" y="10322"/>
                </a:lnTo>
                <a:lnTo>
                  <a:pt x="2082066" y="10613"/>
                </a:lnTo>
                <a:lnTo>
                  <a:pt x="2081968" y="10917"/>
                </a:lnTo>
                <a:lnTo>
                  <a:pt x="2081875" y="11233"/>
                </a:lnTo>
                <a:lnTo>
                  <a:pt x="2081786" y="11562"/>
                </a:lnTo>
                <a:lnTo>
                  <a:pt x="2081701" y="11904"/>
                </a:lnTo>
                <a:lnTo>
                  <a:pt x="2081621" y="12257"/>
                </a:lnTo>
                <a:lnTo>
                  <a:pt x="2081545" y="12624"/>
                </a:lnTo>
                <a:lnTo>
                  <a:pt x="2081473" y="13003"/>
                </a:lnTo>
                <a:lnTo>
                  <a:pt x="2081405" y="13395"/>
                </a:lnTo>
                <a:lnTo>
                  <a:pt x="2081342" y="13799"/>
                </a:lnTo>
                <a:lnTo>
                  <a:pt x="2081284" y="14216"/>
                </a:lnTo>
                <a:lnTo>
                  <a:pt x="2081229" y="14645"/>
                </a:lnTo>
                <a:lnTo>
                  <a:pt x="2081179" y="15087"/>
                </a:lnTo>
                <a:lnTo>
                  <a:pt x="2081134" y="15541"/>
                </a:lnTo>
                <a:lnTo>
                  <a:pt x="2081092" y="16008"/>
                </a:lnTo>
                <a:lnTo>
                  <a:pt x="2081055" y="16488"/>
                </a:lnTo>
                <a:lnTo>
                  <a:pt x="2081023" y="16980"/>
                </a:lnTo>
                <a:lnTo>
                  <a:pt x="2080995" y="17484"/>
                </a:lnTo>
                <a:lnTo>
                  <a:pt x="2080971" y="18002"/>
                </a:lnTo>
                <a:lnTo>
                  <a:pt x="2080951" y="18531"/>
                </a:lnTo>
                <a:lnTo>
                  <a:pt x="2080936" y="19074"/>
                </a:lnTo>
                <a:lnTo>
                  <a:pt x="2080925" y="19629"/>
                </a:lnTo>
                <a:lnTo>
                  <a:pt x="2080918" y="20196"/>
                </a:lnTo>
                <a:lnTo>
                  <a:pt x="2080916" y="20776"/>
                </a:lnTo>
                <a:lnTo>
                  <a:pt x="2080916" y="28207"/>
                </a:lnTo>
                <a:lnTo>
                  <a:pt x="2070438" y="28207"/>
                </a:lnTo>
                <a:lnTo>
                  <a:pt x="2070438" y="37433"/>
                </a:lnTo>
                <a:lnTo>
                  <a:pt x="2080916" y="37433"/>
                </a:lnTo>
                <a:lnTo>
                  <a:pt x="2080916" y="98196"/>
                </a:lnTo>
                <a:lnTo>
                  <a:pt x="2092713" y="98196"/>
                </a:lnTo>
                <a:lnTo>
                  <a:pt x="2092713" y="37433"/>
                </a:lnTo>
                <a:lnTo>
                  <a:pt x="2106355" y="37433"/>
                </a:lnTo>
                <a:lnTo>
                  <a:pt x="2106355" y="28207"/>
                </a:lnTo>
                <a:lnTo>
                  <a:pt x="2092713" y="28207"/>
                </a:lnTo>
                <a:close/>
                <a:moveTo>
                  <a:pt x="2027648" y="87840"/>
                </a:moveTo>
                <a:lnTo>
                  <a:pt x="2027402" y="87861"/>
                </a:lnTo>
                <a:lnTo>
                  <a:pt x="2027162" y="87881"/>
                </a:lnTo>
                <a:lnTo>
                  <a:pt x="2026925" y="87900"/>
                </a:lnTo>
                <a:lnTo>
                  <a:pt x="2026693" y="87918"/>
                </a:lnTo>
                <a:lnTo>
                  <a:pt x="2026465" y="87935"/>
                </a:lnTo>
                <a:lnTo>
                  <a:pt x="2026242" y="87950"/>
                </a:lnTo>
                <a:lnTo>
                  <a:pt x="2026023" y="87964"/>
                </a:lnTo>
                <a:lnTo>
                  <a:pt x="2025808" y="87978"/>
                </a:lnTo>
                <a:lnTo>
                  <a:pt x="2025597" y="87990"/>
                </a:lnTo>
                <a:lnTo>
                  <a:pt x="2025391" y="88000"/>
                </a:lnTo>
                <a:lnTo>
                  <a:pt x="2025190" y="88010"/>
                </a:lnTo>
                <a:lnTo>
                  <a:pt x="2024992" y="88019"/>
                </a:lnTo>
                <a:lnTo>
                  <a:pt x="2024799" y="88026"/>
                </a:lnTo>
                <a:lnTo>
                  <a:pt x="2024611" y="88032"/>
                </a:lnTo>
                <a:lnTo>
                  <a:pt x="2024426" y="88038"/>
                </a:lnTo>
                <a:lnTo>
                  <a:pt x="2024246" y="88042"/>
                </a:lnTo>
                <a:lnTo>
                  <a:pt x="2024071" y="88044"/>
                </a:lnTo>
                <a:lnTo>
                  <a:pt x="2023899" y="88046"/>
                </a:lnTo>
                <a:lnTo>
                  <a:pt x="2023732" y="88047"/>
                </a:lnTo>
                <a:lnTo>
                  <a:pt x="2023515" y="88045"/>
                </a:lnTo>
                <a:lnTo>
                  <a:pt x="2023301" y="88041"/>
                </a:lnTo>
                <a:lnTo>
                  <a:pt x="2023092" y="88033"/>
                </a:lnTo>
                <a:lnTo>
                  <a:pt x="2022888" y="88023"/>
                </a:lnTo>
                <a:lnTo>
                  <a:pt x="2022687" y="88010"/>
                </a:lnTo>
                <a:lnTo>
                  <a:pt x="2022491" y="87993"/>
                </a:lnTo>
                <a:lnTo>
                  <a:pt x="2022298" y="87974"/>
                </a:lnTo>
                <a:lnTo>
                  <a:pt x="2022110" y="87952"/>
                </a:lnTo>
                <a:lnTo>
                  <a:pt x="2021927" y="87926"/>
                </a:lnTo>
                <a:lnTo>
                  <a:pt x="2021747" y="87898"/>
                </a:lnTo>
                <a:lnTo>
                  <a:pt x="2021572" y="87867"/>
                </a:lnTo>
                <a:lnTo>
                  <a:pt x="2021401" y="87833"/>
                </a:lnTo>
                <a:lnTo>
                  <a:pt x="2021234" y="87795"/>
                </a:lnTo>
                <a:lnTo>
                  <a:pt x="2021072" y="87755"/>
                </a:lnTo>
                <a:lnTo>
                  <a:pt x="2020913" y="87712"/>
                </a:lnTo>
                <a:lnTo>
                  <a:pt x="2020759" y="87666"/>
                </a:lnTo>
                <a:lnTo>
                  <a:pt x="2020610" y="87617"/>
                </a:lnTo>
                <a:lnTo>
                  <a:pt x="2020464" y="87565"/>
                </a:lnTo>
                <a:lnTo>
                  <a:pt x="2020323" y="87510"/>
                </a:lnTo>
                <a:lnTo>
                  <a:pt x="2020185" y="87452"/>
                </a:lnTo>
                <a:lnTo>
                  <a:pt x="2020053" y="87391"/>
                </a:lnTo>
                <a:lnTo>
                  <a:pt x="2019924" y="87327"/>
                </a:lnTo>
                <a:lnTo>
                  <a:pt x="2019800" y="87260"/>
                </a:lnTo>
                <a:lnTo>
                  <a:pt x="2019679" y="87190"/>
                </a:lnTo>
                <a:lnTo>
                  <a:pt x="2019563" y="87118"/>
                </a:lnTo>
                <a:lnTo>
                  <a:pt x="2019449" y="87043"/>
                </a:lnTo>
                <a:lnTo>
                  <a:pt x="2019337" y="86967"/>
                </a:lnTo>
                <a:lnTo>
                  <a:pt x="2019229" y="86888"/>
                </a:lnTo>
                <a:lnTo>
                  <a:pt x="2019123" y="86807"/>
                </a:lnTo>
                <a:lnTo>
                  <a:pt x="2019020" y="86725"/>
                </a:lnTo>
                <a:lnTo>
                  <a:pt x="2018920" y="86640"/>
                </a:lnTo>
                <a:lnTo>
                  <a:pt x="2018823" y="86553"/>
                </a:lnTo>
                <a:lnTo>
                  <a:pt x="2018728" y="86464"/>
                </a:lnTo>
                <a:lnTo>
                  <a:pt x="2018636" y="86373"/>
                </a:lnTo>
                <a:lnTo>
                  <a:pt x="2018547" y="86280"/>
                </a:lnTo>
                <a:lnTo>
                  <a:pt x="2018460" y="86185"/>
                </a:lnTo>
                <a:lnTo>
                  <a:pt x="2018376" y="86088"/>
                </a:lnTo>
                <a:lnTo>
                  <a:pt x="2018295" y="85989"/>
                </a:lnTo>
                <a:lnTo>
                  <a:pt x="2018217" y="85887"/>
                </a:lnTo>
                <a:lnTo>
                  <a:pt x="2018142" y="85784"/>
                </a:lnTo>
                <a:lnTo>
                  <a:pt x="2018069" y="85679"/>
                </a:lnTo>
                <a:lnTo>
                  <a:pt x="2017999" y="85571"/>
                </a:lnTo>
                <a:lnTo>
                  <a:pt x="2017932" y="85462"/>
                </a:lnTo>
                <a:lnTo>
                  <a:pt x="2017867" y="85350"/>
                </a:lnTo>
                <a:lnTo>
                  <a:pt x="2017805" y="85237"/>
                </a:lnTo>
                <a:lnTo>
                  <a:pt x="2017746" y="85121"/>
                </a:lnTo>
                <a:lnTo>
                  <a:pt x="2017690" y="85003"/>
                </a:lnTo>
                <a:lnTo>
                  <a:pt x="2017636" y="84883"/>
                </a:lnTo>
                <a:lnTo>
                  <a:pt x="2017585" y="84756"/>
                </a:lnTo>
                <a:lnTo>
                  <a:pt x="2017536" y="84617"/>
                </a:lnTo>
                <a:lnTo>
                  <a:pt x="2017490" y="84464"/>
                </a:lnTo>
                <a:lnTo>
                  <a:pt x="2017445" y="84299"/>
                </a:lnTo>
                <a:lnTo>
                  <a:pt x="2017403" y="84122"/>
                </a:lnTo>
                <a:lnTo>
                  <a:pt x="2017362" y="83932"/>
                </a:lnTo>
                <a:lnTo>
                  <a:pt x="2017324" y="83729"/>
                </a:lnTo>
                <a:lnTo>
                  <a:pt x="2017288" y="83514"/>
                </a:lnTo>
                <a:lnTo>
                  <a:pt x="2017255" y="83286"/>
                </a:lnTo>
                <a:lnTo>
                  <a:pt x="2017223" y="83046"/>
                </a:lnTo>
                <a:lnTo>
                  <a:pt x="2017194" y="82793"/>
                </a:lnTo>
                <a:lnTo>
                  <a:pt x="2017167" y="82527"/>
                </a:lnTo>
                <a:lnTo>
                  <a:pt x="2017142" y="82249"/>
                </a:lnTo>
                <a:lnTo>
                  <a:pt x="2017119" y="81958"/>
                </a:lnTo>
                <a:lnTo>
                  <a:pt x="2017098" y="81655"/>
                </a:lnTo>
                <a:lnTo>
                  <a:pt x="2017080" y="81339"/>
                </a:lnTo>
                <a:lnTo>
                  <a:pt x="2017063" y="81011"/>
                </a:lnTo>
                <a:lnTo>
                  <a:pt x="2017049" y="80670"/>
                </a:lnTo>
                <a:lnTo>
                  <a:pt x="2017037" y="80316"/>
                </a:lnTo>
                <a:lnTo>
                  <a:pt x="2017028" y="79950"/>
                </a:lnTo>
                <a:lnTo>
                  <a:pt x="2017020" y="79571"/>
                </a:lnTo>
                <a:lnTo>
                  <a:pt x="2017015" y="79180"/>
                </a:lnTo>
                <a:lnTo>
                  <a:pt x="2017011" y="78776"/>
                </a:lnTo>
                <a:lnTo>
                  <a:pt x="2017010" y="78359"/>
                </a:lnTo>
                <a:lnTo>
                  <a:pt x="2017010" y="37433"/>
                </a:lnTo>
                <a:lnTo>
                  <a:pt x="2028939" y="37433"/>
                </a:lnTo>
                <a:lnTo>
                  <a:pt x="2028939" y="28207"/>
                </a:lnTo>
                <a:lnTo>
                  <a:pt x="2017010" y="28207"/>
                </a:lnTo>
                <a:lnTo>
                  <a:pt x="2017010" y="3691"/>
                </a:lnTo>
                <a:lnTo>
                  <a:pt x="2005214" y="10827"/>
                </a:lnTo>
                <a:lnTo>
                  <a:pt x="2005214" y="28207"/>
                </a:lnTo>
                <a:lnTo>
                  <a:pt x="1996514" y="28207"/>
                </a:lnTo>
                <a:lnTo>
                  <a:pt x="1996514" y="37433"/>
                </a:lnTo>
                <a:lnTo>
                  <a:pt x="2005214" y="37433"/>
                </a:lnTo>
                <a:lnTo>
                  <a:pt x="2005214" y="77700"/>
                </a:lnTo>
                <a:lnTo>
                  <a:pt x="2005216" y="78577"/>
                </a:lnTo>
                <a:lnTo>
                  <a:pt x="2005224" y="79428"/>
                </a:lnTo>
                <a:lnTo>
                  <a:pt x="2005236" y="80254"/>
                </a:lnTo>
                <a:lnTo>
                  <a:pt x="2005254" y="81055"/>
                </a:lnTo>
                <a:lnTo>
                  <a:pt x="2005276" y="81829"/>
                </a:lnTo>
                <a:lnTo>
                  <a:pt x="2005304" y="82579"/>
                </a:lnTo>
                <a:lnTo>
                  <a:pt x="2005337" y="83303"/>
                </a:lnTo>
                <a:lnTo>
                  <a:pt x="2005375" y="84001"/>
                </a:lnTo>
                <a:lnTo>
                  <a:pt x="2005417" y="84674"/>
                </a:lnTo>
                <a:lnTo>
                  <a:pt x="2005465" y="85321"/>
                </a:lnTo>
                <a:lnTo>
                  <a:pt x="2005518" y="85943"/>
                </a:lnTo>
                <a:lnTo>
                  <a:pt x="2005576" y="86539"/>
                </a:lnTo>
                <a:lnTo>
                  <a:pt x="2005639" y="87110"/>
                </a:lnTo>
                <a:lnTo>
                  <a:pt x="2005707" y="87655"/>
                </a:lnTo>
                <a:lnTo>
                  <a:pt x="2005780" y="88175"/>
                </a:lnTo>
                <a:lnTo>
                  <a:pt x="2005858" y="88669"/>
                </a:lnTo>
                <a:lnTo>
                  <a:pt x="2005941" y="89138"/>
                </a:lnTo>
                <a:lnTo>
                  <a:pt x="2006029" y="89581"/>
                </a:lnTo>
                <a:lnTo>
                  <a:pt x="2006122" y="89999"/>
                </a:lnTo>
                <a:lnTo>
                  <a:pt x="2006220" y="90391"/>
                </a:lnTo>
                <a:lnTo>
                  <a:pt x="2006324" y="90758"/>
                </a:lnTo>
                <a:lnTo>
                  <a:pt x="2006432" y="91099"/>
                </a:lnTo>
                <a:lnTo>
                  <a:pt x="2006545" y="91414"/>
                </a:lnTo>
                <a:lnTo>
                  <a:pt x="2006663" y="91704"/>
                </a:lnTo>
                <a:lnTo>
                  <a:pt x="2006788" y="91979"/>
                </a:lnTo>
                <a:lnTo>
                  <a:pt x="2006920" y="92250"/>
                </a:lnTo>
                <a:lnTo>
                  <a:pt x="2007059" y="92516"/>
                </a:lnTo>
                <a:lnTo>
                  <a:pt x="2007205" y="92778"/>
                </a:lnTo>
                <a:lnTo>
                  <a:pt x="2007359" y="93035"/>
                </a:lnTo>
                <a:lnTo>
                  <a:pt x="2007520" y="93288"/>
                </a:lnTo>
                <a:lnTo>
                  <a:pt x="2007689" y="93536"/>
                </a:lnTo>
                <a:lnTo>
                  <a:pt x="2007864" y="93780"/>
                </a:lnTo>
                <a:lnTo>
                  <a:pt x="2008047" y="94020"/>
                </a:lnTo>
                <a:lnTo>
                  <a:pt x="2008238" y="94255"/>
                </a:lnTo>
                <a:lnTo>
                  <a:pt x="2008435" y="94485"/>
                </a:lnTo>
                <a:lnTo>
                  <a:pt x="2008641" y="94711"/>
                </a:lnTo>
                <a:lnTo>
                  <a:pt x="2008853" y="94933"/>
                </a:lnTo>
                <a:lnTo>
                  <a:pt x="2009073" y="95150"/>
                </a:lnTo>
                <a:lnTo>
                  <a:pt x="2009300" y="95363"/>
                </a:lnTo>
                <a:lnTo>
                  <a:pt x="2009534" y="95571"/>
                </a:lnTo>
                <a:lnTo>
                  <a:pt x="2009776" y="95774"/>
                </a:lnTo>
                <a:lnTo>
                  <a:pt x="2010024" y="95974"/>
                </a:lnTo>
                <a:lnTo>
                  <a:pt x="2010281" y="96168"/>
                </a:lnTo>
                <a:lnTo>
                  <a:pt x="2010544" y="96359"/>
                </a:lnTo>
                <a:lnTo>
                  <a:pt x="2010815" y="96545"/>
                </a:lnTo>
                <a:lnTo>
                  <a:pt x="2011094" y="96726"/>
                </a:lnTo>
                <a:lnTo>
                  <a:pt x="2011379" y="96903"/>
                </a:lnTo>
                <a:lnTo>
                  <a:pt x="2011672" y="97076"/>
                </a:lnTo>
                <a:lnTo>
                  <a:pt x="2011974" y="97242"/>
                </a:lnTo>
                <a:lnTo>
                  <a:pt x="2012285" y="97402"/>
                </a:lnTo>
                <a:lnTo>
                  <a:pt x="2012607" y="97554"/>
                </a:lnTo>
                <a:lnTo>
                  <a:pt x="2012939" y="97700"/>
                </a:lnTo>
                <a:lnTo>
                  <a:pt x="2013281" y="97838"/>
                </a:lnTo>
                <a:lnTo>
                  <a:pt x="2013633" y="97969"/>
                </a:lnTo>
                <a:lnTo>
                  <a:pt x="2013995" y="98093"/>
                </a:lnTo>
                <a:lnTo>
                  <a:pt x="2014367" y="98211"/>
                </a:lnTo>
                <a:lnTo>
                  <a:pt x="2014749" y="98320"/>
                </a:lnTo>
                <a:lnTo>
                  <a:pt x="2015141" y="98423"/>
                </a:lnTo>
                <a:lnTo>
                  <a:pt x="2015543" y="98519"/>
                </a:lnTo>
                <a:lnTo>
                  <a:pt x="2015956" y="98608"/>
                </a:lnTo>
                <a:lnTo>
                  <a:pt x="2016378" y="98689"/>
                </a:lnTo>
                <a:lnTo>
                  <a:pt x="2016811" y="98764"/>
                </a:lnTo>
                <a:lnTo>
                  <a:pt x="2017253" y="98831"/>
                </a:lnTo>
                <a:lnTo>
                  <a:pt x="2017706" y="98892"/>
                </a:lnTo>
                <a:lnTo>
                  <a:pt x="2018169" y="98945"/>
                </a:lnTo>
                <a:lnTo>
                  <a:pt x="2018641" y="98991"/>
                </a:lnTo>
                <a:lnTo>
                  <a:pt x="2019124" y="99030"/>
                </a:lnTo>
                <a:lnTo>
                  <a:pt x="2019617" y="99062"/>
                </a:lnTo>
                <a:lnTo>
                  <a:pt x="2020120" y="99087"/>
                </a:lnTo>
                <a:lnTo>
                  <a:pt x="2020633" y="99104"/>
                </a:lnTo>
                <a:lnTo>
                  <a:pt x="2021156" y="99115"/>
                </a:lnTo>
                <a:lnTo>
                  <a:pt x="2021689" y="99119"/>
                </a:lnTo>
                <a:lnTo>
                  <a:pt x="2022021" y="99117"/>
                </a:lnTo>
                <a:lnTo>
                  <a:pt x="2022356" y="99112"/>
                </a:lnTo>
                <a:lnTo>
                  <a:pt x="2022694" y="99104"/>
                </a:lnTo>
                <a:lnTo>
                  <a:pt x="2023037" y="99093"/>
                </a:lnTo>
                <a:lnTo>
                  <a:pt x="2023383" y="99078"/>
                </a:lnTo>
                <a:lnTo>
                  <a:pt x="2023732" y="99061"/>
                </a:lnTo>
                <a:lnTo>
                  <a:pt x="2024086" y="99040"/>
                </a:lnTo>
                <a:lnTo>
                  <a:pt x="2024443" y="99016"/>
                </a:lnTo>
                <a:lnTo>
                  <a:pt x="2024803" y="98989"/>
                </a:lnTo>
                <a:lnTo>
                  <a:pt x="2025168" y="98958"/>
                </a:lnTo>
                <a:lnTo>
                  <a:pt x="2025536" y="98925"/>
                </a:lnTo>
                <a:lnTo>
                  <a:pt x="2025907" y="98888"/>
                </a:lnTo>
                <a:lnTo>
                  <a:pt x="2026282" y="98848"/>
                </a:lnTo>
                <a:lnTo>
                  <a:pt x="2026661" y="98805"/>
                </a:lnTo>
                <a:lnTo>
                  <a:pt x="2027044" y="98758"/>
                </a:lnTo>
                <a:lnTo>
                  <a:pt x="2027430" y="98708"/>
                </a:lnTo>
                <a:lnTo>
                  <a:pt x="2027820" y="98656"/>
                </a:lnTo>
                <a:lnTo>
                  <a:pt x="2028214" y="98600"/>
                </a:lnTo>
                <a:lnTo>
                  <a:pt x="2028611" y="98540"/>
                </a:lnTo>
                <a:lnTo>
                  <a:pt x="2029012" y="98478"/>
                </a:lnTo>
                <a:lnTo>
                  <a:pt x="2029417" y="98412"/>
                </a:lnTo>
                <a:lnTo>
                  <a:pt x="2029825" y="98343"/>
                </a:lnTo>
                <a:lnTo>
                  <a:pt x="2030237" y="98271"/>
                </a:lnTo>
                <a:lnTo>
                  <a:pt x="2030652" y="98196"/>
                </a:lnTo>
                <a:lnTo>
                  <a:pt x="2028939" y="87717"/>
                </a:lnTo>
                <a:lnTo>
                  <a:pt x="2028672" y="87744"/>
                </a:lnTo>
                <a:lnTo>
                  <a:pt x="2028409" y="87770"/>
                </a:lnTo>
                <a:lnTo>
                  <a:pt x="2028151" y="87794"/>
                </a:lnTo>
                <a:lnTo>
                  <a:pt x="2027897" y="87818"/>
                </a:lnTo>
                <a:lnTo>
                  <a:pt x="2027648" y="87840"/>
                </a:lnTo>
                <a:close/>
                <a:moveTo>
                  <a:pt x="1452112" y="59651"/>
                </a:moveTo>
                <a:lnTo>
                  <a:pt x="1452136" y="59038"/>
                </a:lnTo>
                <a:lnTo>
                  <a:pt x="1452167" y="58430"/>
                </a:lnTo>
                <a:lnTo>
                  <a:pt x="1452204" y="57826"/>
                </a:lnTo>
                <a:lnTo>
                  <a:pt x="1452249" y="57226"/>
                </a:lnTo>
                <a:lnTo>
                  <a:pt x="1452301" y="56630"/>
                </a:lnTo>
                <a:lnTo>
                  <a:pt x="1452359" y="56039"/>
                </a:lnTo>
                <a:lnTo>
                  <a:pt x="1452424" y="55451"/>
                </a:lnTo>
                <a:lnTo>
                  <a:pt x="1452496" y="54868"/>
                </a:lnTo>
                <a:lnTo>
                  <a:pt x="1452575" y="54288"/>
                </a:lnTo>
                <a:lnTo>
                  <a:pt x="1452661" y="53713"/>
                </a:lnTo>
                <a:lnTo>
                  <a:pt x="1452754" y="53142"/>
                </a:lnTo>
                <a:lnTo>
                  <a:pt x="1452853" y="52575"/>
                </a:lnTo>
                <a:lnTo>
                  <a:pt x="1452960" y="52012"/>
                </a:lnTo>
                <a:lnTo>
                  <a:pt x="1453073" y="51454"/>
                </a:lnTo>
                <a:lnTo>
                  <a:pt x="1453193" y="50899"/>
                </a:lnTo>
                <a:lnTo>
                  <a:pt x="1453320" y="50349"/>
                </a:lnTo>
                <a:lnTo>
                  <a:pt x="1453454" y="49802"/>
                </a:lnTo>
                <a:lnTo>
                  <a:pt x="1453595" y="49260"/>
                </a:lnTo>
                <a:lnTo>
                  <a:pt x="1453742" y="48722"/>
                </a:lnTo>
                <a:lnTo>
                  <a:pt x="1453897" y="48188"/>
                </a:lnTo>
                <a:lnTo>
                  <a:pt x="1454058" y="47658"/>
                </a:lnTo>
                <a:lnTo>
                  <a:pt x="1454171" y="47315"/>
                </a:lnTo>
                <a:lnTo>
                  <a:pt x="1454290" y="46978"/>
                </a:lnTo>
                <a:lnTo>
                  <a:pt x="1454415" y="46648"/>
                </a:lnTo>
                <a:lnTo>
                  <a:pt x="1454547" y="46323"/>
                </a:lnTo>
                <a:lnTo>
                  <a:pt x="1454684" y="46005"/>
                </a:lnTo>
                <a:lnTo>
                  <a:pt x="1454828" y="45694"/>
                </a:lnTo>
                <a:lnTo>
                  <a:pt x="1454978" y="45388"/>
                </a:lnTo>
                <a:lnTo>
                  <a:pt x="1455134" y="45089"/>
                </a:lnTo>
                <a:lnTo>
                  <a:pt x="1455297" y="44796"/>
                </a:lnTo>
                <a:lnTo>
                  <a:pt x="1455465" y="44510"/>
                </a:lnTo>
                <a:lnTo>
                  <a:pt x="1455640" y="44230"/>
                </a:lnTo>
                <a:lnTo>
                  <a:pt x="1455821" y="43956"/>
                </a:lnTo>
                <a:lnTo>
                  <a:pt x="1456008" y="43688"/>
                </a:lnTo>
                <a:lnTo>
                  <a:pt x="1456201" y="43427"/>
                </a:lnTo>
                <a:lnTo>
                  <a:pt x="1456401" y="43172"/>
                </a:lnTo>
                <a:lnTo>
                  <a:pt x="1456606" y="42923"/>
                </a:lnTo>
                <a:lnTo>
                  <a:pt x="1456818" y="42681"/>
                </a:lnTo>
                <a:lnTo>
                  <a:pt x="1457036" y="42445"/>
                </a:lnTo>
                <a:lnTo>
                  <a:pt x="1457260" y="42215"/>
                </a:lnTo>
                <a:lnTo>
                  <a:pt x="1457490" y="41992"/>
                </a:lnTo>
                <a:lnTo>
                  <a:pt x="1457727" y="41774"/>
                </a:lnTo>
                <a:lnTo>
                  <a:pt x="1457970" y="41564"/>
                </a:lnTo>
                <a:lnTo>
                  <a:pt x="1458218" y="41359"/>
                </a:lnTo>
                <a:lnTo>
                  <a:pt x="1458474" y="41161"/>
                </a:lnTo>
                <a:lnTo>
                  <a:pt x="1458733" y="40969"/>
                </a:lnTo>
                <a:lnTo>
                  <a:pt x="1458995" y="40786"/>
                </a:lnTo>
                <a:lnTo>
                  <a:pt x="1459260" y="40611"/>
                </a:lnTo>
                <a:lnTo>
                  <a:pt x="1459528" y="40445"/>
                </a:lnTo>
                <a:lnTo>
                  <a:pt x="1459798" y="40286"/>
                </a:lnTo>
                <a:lnTo>
                  <a:pt x="1460072" y="40135"/>
                </a:lnTo>
                <a:lnTo>
                  <a:pt x="1460348" y="39993"/>
                </a:lnTo>
                <a:lnTo>
                  <a:pt x="1460626" y="39859"/>
                </a:lnTo>
                <a:lnTo>
                  <a:pt x="1460908" y="39733"/>
                </a:lnTo>
                <a:lnTo>
                  <a:pt x="1461192" y="39615"/>
                </a:lnTo>
                <a:lnTo>
                  <a:pt x="1461479" y="39505"/>
                </a:lnTo>
                <a:lnTo>
                  <a:pt x="1461769" y="39403"/>
                </a:lnTo>
                <a:lnTo>
                  <a:pt x="1462061" y="39309"/>
                </a:lnTo>
                <a:lnTo>
                  <a:pt x="1462356" y="39224"/>
                </a:lnTo>
                <a:lnTo>
                  <a:pt x="1462654" y="39147"/>
                </a:lnTo>
                <a:lnTo>
                  <a:pt x="1462955" y="39077"/>
                </a:lnTo>
                <a:lnTo>
                  <a:pt x="1463258" y="39016"/>
                </a:lnTo>
                <a:lnTo>
                  <a:pt x="1463565" y="38964"/>
                </a:lnTo>
                <a:lnTo>
                  <a:pt x="1463873" y="38919"/>
                </a:lnTo>
                <a:lnTo>
                  <a:pt x="1464185" y="38882"/>
                </a:lnTo>
                <a:lnTo>
                  <a:pt x="1464500" y="38854"/>
                </a:lnTo>
                <a:lnTo>
                  <a:pt x="1464817" y="38833"/>
                </a:lnTo>
                <a:lnTo>
                  <a:pt x="1465137" y="38821"/>
                </a:lnTo>
                <a:lnTo>
                  <a:pt x="1465459" y="38817"/>
                </a:lnTo>
                <a:lnTo>
                  <a:pt x="1465822" y="38821"/>
                </a:lnTo>
                <a:lnTo>
                  <a:pt x="1466184" y="38835"/>
                </a:lnTo>
                <a:lnTo>
                  <a:pt x="1466547" y="38857"/>
                </a:lnTo>
                <a:lnTo>
                  <a:pt x="1466909" y="38888"/>
                </a:lnTo>
                <a:lnTo>
                  <a:pt x="1467272" y="38929"/>
                </a:lnTo>
                <a:lnTo>
                  <a:pt x="1467634" y="38978"/>
                </a:lnTo>
                <a:lnTo>
                  <a:pt x="1467997" y="39036"/>
                </a:lnTo>
                <a:lnTo>
                  <a:pt x="1468359" y="39103"/>
                </a:lnTo>
                <a:lnTo>
                  <a:pt x="1468721" y="39178"/>
                </a:lnTo>
                <a:lnTo>
                  <a:pt x="1469084" y="39263"/>
                </a:lnTo>
                <a:lnTo>
                  <a:pt x="1469446" y="39357"/>
                </a:lnTo>
                <a:lnTo>
                  <a:pt x="1469809" y="39460"/>
                </a:lnTo>
                <a:lnTo>
                  <a:pt x="1470171" y="39571"/>
                </a:lnTo>
                <a:lnTo>
                  <a:pt x="1470534" y="39692"/>
                </a:lnTo>
                <a:lnTo>
                  <a:pt x="1470896" y="39821"/>
                </a:lnTo>
                <a:lnTo>
                  <a:pt x="1471259" y="39959"/>
                </a:lnTo>
                <a:lnTo>
                  <a:pt x="1471621" y="40107"/>
                </a:lnTo>
                <a:lnTo>
                  <a:pt x="1471984" y="40263"/>
                </a:lnTo>
                <a:lnTo>
                  <a:pt x="1472346" y="40428"/>
                </a:lnTo>
                <a:lnTo>
                  <a:pt x="1472709" y="40602"/>
                </a:lnTo>
                <a:lnTo>
                  <a:pt x="1473071" y="40785"/>
                </a:lnTo>
                <a:lnTo>
                  <a:pt x="1473434" y="40977"/>
                </a:lnTo>
                <a:lnTo>
                  <a:pt x="1473796" y="41178"/>
                </a:lnTo>
                <a:lnTo>
                  <a:pt x="1474159" y="41387"/>
                </a:lnTo>
                <a:lnTo>
                  <a:pt x="1478245" y="30431"/>
                </a:lnTo>
                <a:lnTo>
                  <a:pt x="1477729" y="30120"/>
                </a:lnTo>
                <a:lnTo>
                  <a:pt x="1477213" y="29823"/>
                </a:lnTo>
                <a:lnTo>
                  <a:pt x="1476699" y="29539"/>
                </a:lnTo>
                <a:lnTo>
                  <a:pt x="1476185" y="29268"/>
                </a:lnTo>
                <a:lnTo>
                  <a:pt x="1475672" y="29010"/>
                </a:lnTo>
                <a:lnTo>
                  <a:pt x="1475159" y="28766"/>
                </a:lnTo>
                <a:lnTo>
                  <a:pt x="1474648" y="28534"/>
                </a:lnTo>
                <a:lnTo>
                  <a:pt x="1474137" y="28316"/>
                </a:lnTo>
                <a:lnTo>
                  <a:pt x="1473626" y="28112"/>
                </a:lnTo>
                <a:lnTo>
                  <a:pt x="1473116" y="27920"/>
                </a:lnTo>
                <a:lnTo>
                  <a:pt x="1472607" y="27742"/>
                </a:lnTo>
                <a:lnTo>
                  <a:pt x="1472099" y="27576"/>
                </a:lnTo>
                <a:lnTo>
                  <a:pt x="1471591" y="27424"/>
                </a:lnTo>
                <a:lnTo>
                  <a:pt x="1471084" y="27286"/>
                </a:lnTo>
                <a:lnTo>
                  <a:pt x="1470578" y="27160"/>
                </a:lnTo>
                <a:lnTo>
                  <a:pt x="1470072" y="27048"/>
                </a:lnTo>
                <a:lnTo>
                  <a:pt x="1469568" y="26949"/>
                </a:lnTo>
                <a:lnTo>
                  <a:pt x="1469063" y="26863"/>
                </a:lnTo>
                <a:lnTo>
                  <a:pt x="1468560" y="26790"/>
                </a:lnTo>
                <a:lnTo>
                  <a:pt x="1468057" y="26731"/>
                </a:lnTo>
                <a:lnTo>
                  <a:pt x="1467555" y="26684"/>
                </a:lnTo>
                <a:lnTo>
                  <a:pt x="1467053" y="26651"/>
                </a:lnTo>
                <a:lnTo>
                  <a:pt x="1466553" y="26632"/>
                </a:lnTo>
                <a:lnTo>
                  <a:pt x="1466052" y="26625"/>
                </a:lnTo>
                <a:lnTo>
                  <a:pt x="1465708" y="26629"/>
                </a:lnTo>
                <a:lnTo>
                  <a:pt x="1465365" y="26641"/>
                </a:lnTo>
                <a:lnTo>
                  <a:pt x="1465025" y="26662"/>
                </a:lnTo>
                <a:lnTo>
                  <a:pt x="1464688" y="26690"/>
                </a:lnTo>
                <a:lnTo>
                  <a:pt x="1464352" y="26727"/>
                </a:lnTo>
                <a:lnTo>
                  <a:pt x="1464020" y="26772"/>
                </a:lnTo>
                <a:lnTo>
                  <a:pt x="1463689" y="26826"/>
                </a:lnTo>
                <a:lnTo>
                  <a:pt x="1463361" y="26887"/>
                </a:lnTo>
                <a:lnTo>
                  <a:pt x="1463036" y="26957"/>
                </a:lnTo>
                <a:lnTo>
                  <a:pt x="1462713" y="27035"/>
                </a:lnTo>
                <a:lnTo>
                  <a:pt x="1462392" y="27121"/>
                </a:lnTo>
                <a:lnTo>
                  <a:pt x="1462073" y="27215"/>
                </a:lnTo>
                <a:lnTo>
                  <a:pt x="1461758" y="27317"/>
                </a:lnTo>
                <a:lnTo>
                  <a:pt x="1461444" y="27428"/>
                </a:lnTo>
                <a:lnTo>
                  <a:pt x="1461133" y="27547"/>
                </a:lnTo>
                <a:lnTo>
                  <a:pt x="1460824" y="27674"/>
                </a:lnTo>
                <a:lnTo>
                  <a:pt x="1460518" y="27809"/>
                </a:lnTo>
                <a:lnTo>
                  <a:pt x="1460214" y="27953"/>
                </a:lnTo>
                <a:lnTo>
                  <a:pt x="1459912" y="28104"/>
                </a:lnTo>
                <a:lnTo>
                  <a:pt x="1459613" y="28264"/>
                </a:lnTo>
                <a:lnTo>
                  <a:pt x="1459316" y="28432"/>
                </a:lnTo>
                <a:lnTo>
                  <a:pt x="1459022" y="28608"/>
                </a:lnTo>
                <a:lnTo>
                  <a:pt x="1458730" y="28792"/>
                </a:lnTo>
                <a:lnTo>
                  <a:pt x="1458441" y="28985"/>
                </a:lnTo>
                <a:lnTo>
                  <a:pt x="1458151" y="29191"/>
                </a:lnTo>
                <a:lnTo>
                  <a:pt x="1457860" y="29413"/>
                </a:lnTo>
                <a:lnTo>
                  <a:pt x="1457566" y="29654"/>
                </a:lnTo>
                <a:lnTo>
                  <a:pt x="1457270" y="29912"/>
                </a:lnTo>
                <a:lnTo>
                  <a:pt x="1456972" y="30187"/>
                </a:lnTo>
                <a:lnTo>
                  <a:pt x="1456671" y="30481"/>
                </a:lnTo>
                <a:lnTo>
                  <a:pt x="1456369" y="30791"/>
                </a:lnTo>
                <a:lnTo>
                  <a:pt x="1456064" y="31119"/>
                </a:lnTo>
                <a:lnTo>
                  <a:pt x="1455758" y="31465"/>
                </a:lnTo>
                <a:lnTo>
                  <a:pt x="1455449" y="31828"/>
                </a:lnTo>
                <a:lnTo>
                  <a:pt x="1455137" y="32209"/>
                </a:lnTo>
                <a:lnTo>
                  <a:pt x="1454824" y="32607"/>
                </a:lnTo>
                <a:lnTo>
                  <a:pt x="1454509" y="33022"/>
                </a:lnTo>
                <a:lnTo>
                  <a:pt x="1454191" y="33456"/>
                </a:lnTo>
                <a:lnTo>
                  <a:pt x="1453871" y="33906"/>
                </a:lnTo>
                <a:lnTo>
                  <a:pt x="1453549" y="34374"/>
                </a:lnTo>
                <a:lnTo>
                  <a:pt x="1453225" y="34860"/>
                </a:lnTo>
                <a:lnTo>
                  <a:pt x="1452899" y="35364"/>
                </a:lnTo>
                <a:lnTo>
                  <a:pt x="1452570" y="35884"/>
                </a:lnTo>
                <a:lnTo>
                  <a:pt x="1452239" y="36423"/>
                </a:lnTo>
                <a:lnTo>
                  <a:pt x="1451906" y="36978"/>
                </a:lnTo>
                <a:lnTo>
                  <a:pt x="1451571" y="37552"/>
                </a:lnTo>
                <a:lnTo>
                  <a:pt x="1451234" y="38143"/>
                </a:lnTo>
                <a:lnTo>
                  <a:pt x="1450895" y="38751"/>
                </a:lnTo>
                <a:lnTo>
                  <a:pt x="1450895" y="28207"/>
                </a:lnTo>
                <a:lnTo>
                  <a:pt x="1440218" y="28207"/>
                </a:lnTo>
                <a:lnTo>
                  <a:pt x="1440218" y="98196"/>
                </a:lnTo>
                <a:lnTo>
                  <a:pt x="1452081" y="98196"/>
                </a:lnTo>
                <a:lnTo>
                  <a:pt x="1452081" y="61512"/>
                </a:lnTo>
                <a:lnTo>
                  <a:pt x="1452084" y="60888"/>
                </a:lnTo>
                <a:lnTo>
                  <a:pt x="1452095" y="60267"/>
                </a:lnTo>
                <a:lnTo>
                  <a:pt x="1452112" y="59651"/>
                </a:lnTo>
                <a:close/>
                <a:moveTo>
                  <a:pt x="1572286" y="56701"/>
                </a:moveTo>
                <a:lnTo>
                  <a:pt x="1572353" y="55685"/>
                </a:lnTo>
                <a:lnTo>
                  <a:pt x="1572439" y="54698"/>
                </a:lnTo>
                <a:lnTo>
                  <a:pt x="1572544" y="53742"/>
                </a:lnTo>
                <a:lnTo>
                  <a:pt x="1572668" y="52815"/>
                </a:lnTo>
                <a:lnTo>
                  <a:pt x="1572812" y="51919"/>
                </a:lnTo>
                <a:lnTo>
                  <a:pt x="1572974" y="51052"/>
                </a:lnTo>
                <a:lnTo>
                  <a:pt x="1573156" y="50216"/>
                </a:lnTo>
                <a:lnTo>
                  <a:pt x="1573356" y="49409"/>
                </a:lnTo>
                <a:lnTo>
                  <a:pt x="1573576" y="48633"/>
                </a:lnTo>
                <a:lnTo>
                  <a:pt x="1573815" y="47887"/>
                </a:lnTo>
                <a:lnTo>
                  <a:pt x="1574073" y="47170"/>
                </a:lnTo>
                <a:lnTo>
                  <a:pt x="1574350" y="46484"/>
                </a:lnTo>
                <a:lnTo>
                  <a:pt x="1574646" y="45827"/>
                </a:lnTo>
                <a:lnTo>
                  <a:pt x="1574961" y="45201"/>
                </a:lnTo>
                <a:lnTo>
                  <a:pt x="1575296" y="44605"/>
                </a:lnTo>
                <a:lnTo>
                  <a:pt x="1575649" y="44038"/>
                </a:lnTo>
                <a:lnTo>
                  <a:pt x="1576022" y="43502"/>
                </a:lnTo>
                <a:lnTo>
                  <a:pt x="1576413" y="42996"/>
                </a:lnTo>
                <a:lnTo>
                  <a:pt x="1576824" y="42520"/>
                </a:lnTo>
                <a:lnTo>
                  <a:pt x="1577254" y="42073"/>
                </a:lnTo>
                <a:lnTo>
                  <a:pt x="1577703" y="41657"/>
                </a:lnTo>
                <a:lnTo>
                  <a:pt x="1578165" y="41264"/>
                </a:lnTo>
                <a:lnTo>
                  <a:pt x="1578635" y="40888"/>
                </a:lnTo>
                <a:lnTo>
                  <a:pt x="1579111" y="40528"/>
                </a:lnTo>
                <a:lnTo>
                  <a:pt x="1579595" y="40185"/>
                </a:lnTo>
                <a:lnTo>
                  <a:pt x="1580086" y="39859"/>
                </a:lnTo>
                <a:lnTo>
                  <a:pt x="1580584" y="39550"/>
                </a:lnTo>
                <a:lnTo>
                  <a:pt x="1581090" y="39257"/>
                </a:lnTo>
                <a:lnTo>
                  <a:pt x="1581602" y="38981"/>
                </a:lnTo>
                <a:lnTo>
                  <a:pt x="1582122" y="38722"/>
                </a:lnTo>
                <a:lnTo>
                  <a:pt x="1582649" y="38479"/>
                </a:lnTo>
                <a:lnTo>
                  <a:pt x="1583184" y="38253"/>
                </a:lnTo>
                <a:lnTo>
                  <a:pt x="1583725" y="38044"/>
                </a:lnTo>
                <a:lnTo>
                  <a:pt x="1584274" y="37852"/>
                </a:lnTo>
                <a:lnTo>
                  <a:pt x="1584830" y="37676"/>
                </a:lnTo>
                <a:lnTo>
                  <a:pt x="1585393" y="37517"/>
                </a:lnTo>
                <a:lnTo>
                  <a:pt x="1585963" y="37375"/>
                </a:lnTo>
                <a:lnTo>
                  <a:pt x="1586541" y="37250"/>
                </a:lnTo>
                <a:lnTo>
                  <a:pt x="1587125" y="37141"/>
                </a:lnTo>
                <a:lnTo>
                  <a:pt x="1587717" y="37049"/>
                </a:lnTo>
                <a:lnTo>
                  <a:pt x="1588316" y="36974"/>
                </a:lnTo>
                <a:lnTo>
                  <a:pt x="1588923" y="36915"/>
                </a:lnTo>
                <a:lnTo>
                  <a:pt x="1589536" y="36873"/>
                </a:lnTo>
                <a:lnTo>
                  <a:pt x="1590157" y="36848"/>
                </a:lnTo>
                <a:lnTo>
                  <a:pt x="1590785" y="36840"/>
                </a:lnTo>
                <a:lnTo>
                  <a:pt x="1591178" y="36844"/>
                </a:lnTo>
                <a:lnTo>
                  <a:pt x="1591567" y="36855"/>
                </a:lnTo>
                <a:lnTo>
                  <a:pt x="1591952" y="36873"/>
                </a:lnTo>
                <a:lnTo>
                  <a:pt x="1592333" y="36899"/>
                </a:lnTo>
                <a:lnTo>
                  <a:pt x="1592709" y="36933"/>
                </a:lnTo>
                <a:lnTo>
                  <a:pt x="1593081" y="36974"/>
                </a:lnTo>
                <a:lnTo>
                  <a:pt x="1593449" y="37022"/>
                </a:lnTo>
                <a:lnTo>
                  <a:pt x="1593813" y="37078"/>
                </a:lnTo>
                <a:lnTo>
                  <a:pt x="1594172" y="37141"/>
                </a:lnTo>
                <a:lnTo>
                  <a:pt x="1594528" y="37212"/>
                </a:lnTo>
                <a:lnTo>
                  <a:pt x="1594878" y="37290"/>
                </a:lnTo>
                <a:lnTo>
                  <a:pt x="1595225" y="37376"/>
                </a:lnTo>
                <a:lnTo>
                  <a:pt x="1595568" y="37469"/>
                </a:lnTo>
                <a:lnTo>
                  <a:pt x="1595906" y="37569"/>
                </a:lnTo>
                <a:lnTo>
                  <a:pt x="1596240" y="37677"/>
                </a:lnTo>
                <a:lnTo>
                  <a:pt x="1596570" y="37793"/>
                </a:lnTo>
                <a:lnTo>
                  <a:pt x="1596895" y="37916"/>
                </a:lnTo>
                <a:lnTo>
                  <a:pt x="1597217" y="38046"/>
                </a:lnTo>
                <a:lnTo>
                  <a:pt x="1597534" y="38184"/>
                </a:lnTo>
                <a:lnTo>
                  <a:pt x="1597847" y="38329"/>
                </a:lnTo>
                <a:lnTo>
                  <a:pt x="1598155" y="38481"/>
                </a:lnTo>
                <a:lnTo>
                  <a:pt x="1598460" y="38641"/>
                </a:lnTo>
                <a:lnTo>
                  <a:pt x="1598760" y="38809"/>
                </a:lnTo>
                <a:lnTo>
                  <a:pt x="1599056" y="38984"/>
                </a:lnTo>
                <a:lnTo>
                  <a:pt x="1599346" y="39165"/>
                </a:lnTo>
                <a:lnTo>
                  <a:pt x="1599629" y="39351"/>
                </a:lnTo>
                <a:lnTo>
                  <a:pt x="1599904" y="39543"/>
                </a:lnTo>
                <a:lnTo>
                  <a:pt x="1600172" y="39739"/>
                </a:lnTo>
                <a:lnTo>
                  <a:pt x="1600432" y="39940"/>
                </a:lnTo>
                <a:lnTo>
                  <a:pt x="1600685" y="40147"/>
                </a:lnTo>
                <a:lnTo>
                  <a:pt x="1600930" y="40358"/>
                </a:lnTo>
                <a:lnTo>
                  <a:pt x="1601168" y="40574"/>
                </a:lnTo>
                <a:lnTo>
                  <a:pt x="1601399" y="40796"/>
                </a:lnTo>
                <a:lnTo>
                  <a:pt x="1601622" y="41023"/>
                </a:lnTo>
                <a:lnTo>
                  <a:pt x="1601838" y="41254"/>
                </a:lnTo>
                <a:lnTo>
                  <a:pt x="1602046" y="41491"/>
                </a:lnTo>
                <a:lnTo>
                  <a:pt x="1602247" y="41732"/>
                </a:lnTo>
                <a:lnTo>
                  <a:pt x="1602440" y="41979"/>
                </a:lnTo>
                <a:lnTo>
                  <a:pt x="1602626" y="42231"/>
                </a:lnTo>
                <a:lnTo>
                  <a:pt x="1602805" y="42488"/>
                </a:lnTo>
                <a:lnTo>
                  <a:pt x="1602976" y="42750"/>
                </a:lnTo>
                <a:lnTo>
                  <a:pt x="1603140" y="43016"/>
                </a:lnTo>
                <a:lnTo>
                  <a:pt x="1603296" y="43288"/>
                </a:lnTo>
                <a:lnTo>
                  <a:pt x="1603445" y="43565"/>
                </a:lnTo>
                <a:lnTo>
                  <a:pt x="1603586" y="43847"/>
                </a:lnTo>
                <a:lnTo>
                  <a:pt x="1603720" y="44134"/>
                </a:lnTo>
                <a:lnTo>
                  <a:pt x="1603847" y="44426"/>
                </a:lnTo>
                <a:lnTo>
                  <a:pt x="1603966" y="44724"/>
                </a:lnTo>
                <a:lnTo>
                  <a:pt x="1604079" y="45030"/>
                </a:lnTo>
                <a:lnTo>
                  <a:pt x="1604187" y="45348"/>
                </a:lnTo>
                <a:lnTo>
                  <a:pt x="1604290" y="45680"/>
                </a:lnTo>
                <a:lnTo>
                  <a:pt x="1604389" y="46024"/>
                </a:lnTo>
                <a:lnTo>
                  <a:pt x="1604482" y="46381"/>
                </a:lnTo>
                <a:lnTo>
                  <a:pt x="1604571" y="46750"/>
                </a:lnTo>
                <a:lnTo>
                  <a:pt x="1604655" y="47133"/>
                </a:lnTo>
                <a:lnTo>
                  <a:pt x="1604735" y="47528"/>
                </a:lnTo>
                <a:lnTo>
                  <a:pt x="1604809" y="47935"/>
                </a:lnTo>
                <a:lnTo>
                  <a:pt x="1604879" y="48356"/>
                </a:lnTo>
                <a:lnTo>
                  <a:pt x="1604944" y="48789"/>
                </a:lnTo>
                <a:lnTo>
                  <a:pt x="1605004" y="49235"/>
                </a:lnTo>
                <a:lnTo>
                  <a:pt x="1605059" y="49693"/>
                </a:lnTo>
                <a:lnTo>
                  <a:pt x="1605109" y="50165"/>
                </a:lnTo>
                <a:lnTo>
                  <a:pt x="1605155" y="50649"/>
                </a:lnTo>
                <a:lnTo>
                  <a:pt x="1605196" y="51146"/>
                </a:lnTo>
                <a:lnTo>
                  <a:pt x="1605232" y="51655"/>
                </a:lnTo>
                <a:lnTo>
                  <a:pt x="1605263" y="52177"/>
                </a:lnTo>
                <a:lnTo>
                  <a:pt x="1605290" y="52712"/>
                </a:lnTo>
                <a:lnTo>
                  <a:pt x="1605311" y="53260"/>
                </a:lnTo>
                <a:lnTo>
                  <a:pt x="1605328" y="53820"/>
                </a:lnTo>
                <a:lnTo>
                  <a:pt x="1605340" y="54393"/>
                </a:lnTo>
                <a:lnTo>
                  <a:pt x="1605347" y="54979"/>
                </a:lnTo>
                <a:lnTo>
                  <a:pt x="1605350" y="55577"/>
                </a:lnTo>
                <a:lnTo>
                  <a:pt x="1605350" y="98196"/>
                </a:lnTo>
                <a:lnTo>
                  <a:pt x="1617212" y="98196"/>
                </a:lnTo>
                <a:lnTo>
                  <a:pt x="1617212" y="55161"/>
                </a:lnTo>
                <a:lnTo>
                  <a:pt x="1617211" y="54483"/>
                </a:lnTo>
                <a:lnTo>
                  <a:pt x="1617208" y="53822"/>
                </a:lnTo>
                <a:lnTo>
                  <a:pt x="1617202" y="53179"/>
                </a:lnTo>
                <a:lnTo>
                  <a:pt x="1617194" y="52552"/>
                </a:lnTo>
                <a:lnTo>
                  <a:pt x="1617184" y="51943"/>
                </a:lnTo>
                <a:lnTo>
                  <a:pt x="1617171" y="51351"/>
                </a:lnTo>
                <a:lnTo>
                  <a:pt x="1617156" y="50776"/>
                </a:lnTo>
                <a:lnTo>
                  <a:pt x="1617139" y="50218"/>
                </a:lnTo>
                <a:lnTo>
                  <a:pt x="1617120" y="49678"/>
                </a:lnTo>
                <a:lnTo>
                  <a:pt x="1617098" y="49154"/>
                </a:lnTo>
                <a:lnTo>
                  <a:pt x="1617074" y="48648"/>
                </a:lnTo>
                <a:lnTo>
                  <a:pt x="1617047" y="48159"/>
                </a:lnTo>
                <a:lnTo>
                  <a:pt x="1617019" y="47687"/>
                </a:lnTo>
                <a:lnTo>
                  <a:pt x="1616988" y="47232"/>
                </a:lnTo>
                <a:lnTo>
                  <a:pt x="1616955" y="46794"/>
                </a:lnTo>
                <a:lnTo>
                  <a:pt x="1616919" y="46374"/>
                </a:lnTo>
                <a:lnTo>
                  <a:pt x="1616882" y="45971"/>
                </a:lnTo>
                <a:lnTo>
                  <a:pt x="1616842" y="45584"/>
                </a:lnTo>
                <a:lnTo>
                  <a:pt x="1616799" y="45215"/>
                </a:lnTo>
                <a:lnTo>
                  <a:pt x="1616755" y="44864"/>
                </a:lnTo>
                <a:lnTo>
                  <a:pt x="1616708" y="44529"/>
                </a:lnTo>
                <a:lnTo>
                  <a:pt x="1616658" y="44211"/>
                </a:lnTo>
                <a:lnTo>
                  <a:pt x="1616607" y="43911"/>
                </a:lnTo>
                <a:lnTo>
                  <a:pt x="1616553" y="43628"/>
                </a:lnTo>
                <a:lnTo>
                  <a:pt x="1616463" y="43207"/>
                </a:lnTo>
                <a:lnTo>
                  <a:pt x="1616366" y="42792"/>
                </a:lnTo>
                <a:lnTo>
                  <a:pt x="1616265" y="42381"/>
                </a:lnTo>
                <a:lnTo>
                  <a:pt x="1616158" y="41975"/>
                </a:lnTo>
                <a:lnTo>
                  <a:pt x="1616045" y="41574"/>
                </a:lnTo>
                <a:lnTo>
                  <a:pt x="1615927" y="41177"/>
                </a:lnTo>
                <a:lnTo>
                  <a:pt x="1615804" y="40786"/>
                </a:lnTo>
                <a:lnTo>
                  <a:pt x="1615674" y="40399"/>
                </a:lnTo>
                <a:lnTo>
                  <a:pt x="1615540" y="40017"/>
                </a:lnTo>
                <a:lnTo>
                  <a:pt x="1615400" y="39639"/>
                </a:lnTo>
                <a:lnTo>
                  <a:pt x="1615254" y="39267"/>
                </a:lnTo>
                <a:lnTo>
                  <a:pt x="1615103" y="38899"/>
                </a:lnTo>
                <a:lnTo>
                  <a:pt x="1614947" y="38537"/>
                </a:lnTo>
                <a:lnTo>
                  <a:pt x="1614785" y="38179"/>
                </a:lnTo>
                <a:lnTo>
                  <a:pt x="1614617" y="37825"/>
                </a:lnTo>
                <a:lnTo>
                  <a:pt x="1614444" y="37477"/>
                </a:lnTo>
                <a:lnTo>
                  <a:pt x="1614266" y="37133"/>
                </a:lnTo>
                <a:lnTo>
                  <a:pt x="1614082" y="36795"/>
                </a:lnTo>
                <a:lnTo>
                  <a:pt x="1613892" y="36461"/>
                </a:lnTo>
                <a:lnTo>
                  <a:pt x="1613697" y="36131"/>
                </a:lnTo>
                <a:lnTo>
                  <a:pt x="1613497" y="35807"/>
                </a:lnTo>
                <a:lnTo>
                  <a:pt x="1613291" y="35488"/>
                </a:lnTo>
                <a:lnTo>
                  <a:pt x="1613080" y="35173"/>
                </a:lnTo>
                <a:lnTo>
                  <a:pt x="1612863" y="34863"/>
                </a:lnTo>
                <a:lnTo>
                  <a:pt x="1612638" y="34558"/>
                </a:lnTo>
                <a:lnTo>
                  <a:pt x="1612405" y="34258"/>
                </a:lnTo>
                <a:lnTo>
                  <a:pt x="1612162" y="33962"/>
                </a:lnTo>
                <a:lnTo>
                  <a:pt x="1611910" y="33672"/>
                </a:lnTo>
                <a:lnTo>
                  <a:pt x="1611648" y="33387"/>
                </a:lnTo>
                <a:lnTo>
                  <a:pt x="1611378" y="33106"/>
                </a:lnTo>
                <a:lnTo>
                  <a:pt x="1611098" y="32831"/>
                </a:lnTo>
                <a:lnTo>
                  <a:pt x="1610809" y="32560"/>
                </a:lnTo>
                <a:lnTo>
                  <a:pt x="1610510" y="32294"/>
                </a:lnTo>
                <a:lnTo>
                  <a:pt x="1610202" y="32033"/>
                </a:lnTo>
                <a:lnTo>
                  <a:pt x="1609885" y="31777"/>
                </a:lnTo>
                <a:lnTo>
                  <a:pt x="1609559" y="31526"/>
                </a:lnTo>
                <a:lnTo>
                  <a:pt x="1609224" y="31280"/>
                </a:lnTo>
                <a:lnTo>
                  <a:pt x="1608879" y="31039"/>
                </a:lnTo>
                <a:lnTo>
                  <a:pt x="1608525" y="30803"/>
                </a:lnTo>
                <a:lnTo>
                  <a:pt x="1608161" y="30572"/>
                </a:lnTo>
                <a:lnTo>
                  <a:pt x="1607789" y="30345"/>
                </a:lnTo>
                <a:lnTo>
                  <a:pt x="1607407" y="30124"/>
                </a:lnTo>
                <a:lnTo>
                  <a:pt x="1607016" y="29907"/>
                </a:lnTo>
                <a:lnTo>
                  <a:pt x="1606616" y="29696"/>
                </a:lnTo>
                <a:lnTo>
                  <a:pt x="1606206" y="29489"/>
                </a:lnTo>
                <a:lnTo>
                  <a:pt x="1605787" y="29287"/>
                </a:lnTo>
                <a:lnTo>
                  <a:pt x="1605359" y="29091"/>
                </a:lnTo>
                <a:lnTo>
                  <a:pt x="1604921" y="28899"/>
                </a:lnTo>
                <a:lnTo>
                  <a:pt x="1604477" y="28713"/>
                </a:lnTo>
                <a:lnTo>
                  <a:pt x="1604030" y="28535"/>
                </a:lnTo>
                <a:lnTo>
                  <a:pt x="1603579" y="28366"/>
                </a:lnTo>
                <a:lnTo>
                  <a:pt x="1603124" y="28204"/>
                </a:lnTo>
                <a:lnTo>
                  <a:pt x="1602666" y="28050"/>
                </a:lnTo>
                <a:lnTo>
                  <a:pt x="1602205" y="27904"/>
                </a:lnTo>
                <a:lnTo>
                  <a:pt x="1601740" y="27766"/>
                </a:lnTo>
                <a:lnTo>
                  <a:pt x="1601271" y="27635"/>
                </a:lnTo>
                <a:lnTo>
                  <a:pt x="1600799" y="27513"/>
                </a:lnTo>
                <a:lnTo>
                  <a:pt x="1600323" y="27399"/>
                </a:lnTo>
                <a:lnTo>
                  <a:pt x="1599844" y="27292"/>
                </a:lnTo>
                <a:lnTo>
                  <a:pt x="1599361" y="27193"/>
                </a:lnTo>
                <a:lnTo>
                  <a:pt x="1598874" y="27103"/>
                </a:lnTo>
                <a:lnTo>
                  <a:pt x="1598384" y="27020"/>
                </a:lnTo>
                <a:lnTo>
                  <a:pt x="1597891" y="26945"/>
                </a:lnTo>
                <a:lnTo>
                  <a:pt x="1597394" y="26878"/>
                </a:lnTo>
                <a:lnTo>
                  <a:pt x="1596893" y="26818"/>
                </a:lnTo>
                <a:lnTo>
                  <a:pt x="1596389" y="26767"/>
                </a:lnTo>
                <a:lnTo>
                  <a:pt x="1595881" y="26724"/>
                </a:lnTo>
                <a:lnTo>
                  <a:pt x="1595370" y="26688"/>
                </a:lnTo>
                <a:lnTo>
                  <a:pt x="1594855" y="26660"/>
                </a:lnTo>
                <a:lnTo>
                  <a:pt x="1594337" y="26641"/>
                </a:lnTo>
                <a:lnTo>
                  <a:pt x="1593815" y="26629"/>
                </a:lnTo>
                <a:lnTo>
                  <a:pt x="1593289" y="26625"/>
                </a:lnTo>
                <a:lnTo>
                  <a:pt x="1592088" y="26645"/>
                </a:lnTo>
                <a:lnTo>
                  <a:pt x="1590909" y="26705"/>
                </a:lnTo>
                <a:lnTo>
                  <a:pt x="1589755" y="26804"/>
                </a:lnTo>
                <a:lnTo>
                  <a:pt x="1588625" y="26943"/>
                </a:lnTo>
                <a:lnTo>
                  <a:pt x="1587518" y="27123"/>
                </a:lnTo>
                <a:lnTo>
                  <a:pt x="1586435" y="27342"/>
                </a:lnTo>
                <a:lnTo>
                  <a:pt x="1585376" y="27600"/>
                </a:lnTo>
                <a:lnTo>
                  <a:pt x="1584341" y="27899"/>
                </a:lnTo>
                <a:lnTo>
                  <a:pt x="1583330" y="28237"/>
                </a:lnTo>
                <a:lnTo>
                  <a:pt x="1582342" y="28616"/>
                </a:lnTo>
                <a:lnTo>
                  <a:pt x="1581378" y="29034"/>
                </a:lnTo>
                <a:lnTo>
                  <a:pt x="1580438" y="29492"/>
                </a:lnTo>
                <a:lnTo>
                  <a:pt x="1579522" y="29989"/>
                </a:lnTo>
                <a:lnTo>
                  <a:pt x="1578630" y="30527"/>
                </a:lnTo>
                <a:lnTo>
                  <a:pt x="1577761" y="31104"/>
                </a:lnTo>
                <a:lnTo>
                  <a:pt x="1576916" y="31721"/>
                </a:lnTo>
                <a:lnTo>
                  <a:pt x="1576095" y="32378"/>
                </a:lnTo>
                <a:lnTo>
                  <a:pt x="1575298" y="33075"/>
                </a:lnTo>
                <a:lnTo>
                  <a:pt x="1574524" y="33812"/>
                </a:lnTo>
                <a:lnTo>
                  <a:pt x="1573775" y="34588"/>
                </a:lnTo>
                <a:lnTo>
                  <a:pt x="1573049" y="35404"/>
                </a:lnTo>
                <a:lnTo>
                  <a:pt x="1572347" y="36261"/>
                </a:lnTo>
                <a:lnTo>
                  <a:pt x="1571668" y="37156"/>
                </a:lnTo>
                <a:lnTo>
                  <a:pt x="1571014" y="38092"/>
                </a:lnTo>
                <a:lnTo>
                  <a:pt x="1571014" y="28207"/>
                </a:lnTo>
                <a:lnTo>
                  <a:pt x="1560338" y="28207"/>
                </a:lnTo>
                <a:lnTo>
                  <a:pt x="1560338" y="98196"/>
                </a:lnTo>
                <a:lnTo>
                  <a:pt x="1572200" y="98196"/>
                </a:lnTo>
                <a:lnTo>
                  <a:pt x="1572200" y="59931"/>
                </a:lnTo>
                <a:lnTo>
                  <a:pt x="1572210" y="58824"/>
                </a:lnTo>
                <a:lnTo>
                  <a:pt x="1572238" y="57748"/>
                </a:lnTo>
                <a:lnTo>
                  <a:pt x="1572286" y="56701"/>
                </a:lnTo>
                <a:close/>
                <a:moveTo>
                  <a:pt x="1864968" y="55685"/>
                </a:moveTo>
                <a:lnTo>
                  <a:pt x="1865054" y="54698"/>
                </a:lnTo>
                <a:lnTo>
                  <a:pt x="1865159" y="53742"/>
                </a:lnTo>
                <a:lnTo>
                  <a:pt x="1865283" y="52815"/>
                </a:lnTo>
                <a:lnTo>
                  <a:pt x="1865426" y="51919"/>
                </a:lnTo>
                <a:lnTo>
                  <a:pt x="1865589" y="51052"/>
                </a:lnTo>
                <a:lnTo>
                  <a:pt x="1865770" y="50216"/>
                </a:lnTo>
                <a:lnTo>
                  <a:pt x="1865971" y="49409"/>
                </a:lnTo>
                <a:lnTo>
                  <a:pt x="1866191" y="48633"/>
                </a:lnTo>
                <a:lnTo>
                  <a:pt x="1866429" y="47887"/>
                </a:lnTo>
                <a:lnTo>
                  <a:pt x="1866687" y="47170"/>
                </a:lnTo>
                <a:lnTo>
                  <a:pt x="1866964" y="46484"/>
                </a:lnTo>
                <a:lnTo>
                  <a:pt x="1867261" y="45827"/>
                </a:lnTo>
                <a:lnTo>
                  <a:pt x="1867576" y="45201"/>
                </a:lnTo>
                <a:lnTo>
                  <a:pt x="1867910" y="44605"/>
                </a:lnTo>
                <a:lnTo>
                  <a:pt x="1868264" y="44038"/>
                </a:lnTo>
                <a:lnTo>
                  <a:pt x="1868636" y="43502"/>
                </a:lnTo>
                <a:lnTo>
                  <a:pt x="1869028" y="42996"/>
                </a:lnTo>
                <a:lnTo>
                  <a:pt x="1869439" y="42520"/>
                </a:lnTo>
                <a:lnTo>
                  <a:pt x="1869869" y="42073"/>
                </a:lnTo>
                <a:lnTo>
                  <a:pt x="1870318" y="41657"/>
                </a:lnTo>
                <a:lnTo>
                  <a:pt x="1870780" y="41264"/>
                </a:lnTo>
                <a:lnTo>
                  <a:pt x="1871249" y="40888"/>
                </a:lnTo>
                <a:lnTo>
                  <a:pt x="1871726" y="40528"/>
                </a:lnTo>
                <a:lnTo>
                  <a:pt x="1872210" y="40185"/>
                </a:lnTo>
                <a:lnTo>
                  <a:pt x="1872701" y="39859"/>
                </a:lnTo>
                <a:lnTo>
                  <a:pt x="1873199" y="39550"/>
                </a:lnTo>
                <a:lnTo>
                  <a:pt x="1873704" y="39257"/>
                </a:lnTo>
                <a:lnTo>
                  <a:pt x="1874217" y="38981"/>
                </a:lnTo>
                <a:lnTo>
                  <a:pt x="1874737" y="38722"/>
                </a:lnTo>
                <a:lnTo>
                  <a:pt x="1875264" y="38479"/>
                </a:lnTo>
                <a:lnTo>
                  <a:pt x="1875798" y="38253"/>
                </a:lnTo>
                <a:lnTo>
                  <a:pt x="1876340" y="38044"/>
                </a:lnTo>
                <a:lnTo>
                  <a:pt x="1876888" y="37852"/>
                </a:lnTo>
                <a:lnTo>
                  <a:pt x="1877444" y="37676"/>
                </a:lnTo>
                <a:lnTo>
                  <a:pt x="1878007" y="37517"/>
                </a:lnTo>
                <a:lnTo>
                  <a:pt x="1878578" y="37375"/>
                </a:lnTo>
                <a:lnTo>
                  <a:pt x="1879155" y="37250"/>
                </a:lnTo>
                <a:lnTo>
                  <a:pt x="1879740" y="37141"/>
                </a:lnTo>
                <a:lnTo>
                  <a:pt x="1880332" y="37049"/>
                </a:lnTo>
                <a:lnTo>
                  <a:pt x="1880931" y="36974"/>
                </a:lnTo>
                <a:lnTo>
                  <a:pt x="1881537" y="36915"/>
                </a:lnTo>
                <a:lnTo>
                  <a:pt x="1882151" y="36873"/>
                </a:lnTo>
                <a:lnTo>
                  <a:pt x="1882772" y="36848"/>
                </a:lnTo>
                <a:lnTo>
                  <a:pt x="1883400" y="36840"/>
                </a:lnTo>
                <a:lnTo>
                  <a:pt x="1883793" y="36844"/>
                </a:lnTo>
                <a:lnTo>
                  <a:pt x="1884182" y="36855"/>
                </a:lnTo>
                <a:lnTo>
                  <a:pt x="1884567" y="36873"/>
                </a:lnTo>
                <a:lnTo>
                  <a:pt x="1884947" y="36899"/>
                </a:lnTo>
                <a:lnTo>
                  <a:pt x="1885324" y="36933"/>
                </a:lnTo>
                <a:lnTo>
                  <a:pt x="1885696" y="36974"/>
                </a:lnTo>
                <a:lnTo>
                  <a:pt x="1886064" y="37022"/>
                </a:lnTo>
                <a:lnTo>
                  <a:pt x="1886427" y="37078"/>
                </a:lnTo>
                <a:lnTo>
                  <a:pt x="1886787" y="37141"/>
                </a:lnTo>
                <a:lnTo>
                  <a:pt x="1887142" y="37212"/>
                </a:lnTo>
                <a:lnTo>
                  <a:pt x="1887493" y="37290"/>
                </a:lnTo>
                <a:lnTo>
                  <a:pt x="1887840" y="37376"/>
                </a:lnTo>
                <a:lnTo>
                  <a:pt x="1888182" y="37469"/>
                </a:lnTo>
                <a:lnTo>
                  <a:pt x="1888521" y="37569"/>
                </a:lnTo>
                <a:lnTo>
                  <a:pt x="1888855" y="37677"/>
                </a:lnTo>
                <a:lnTo>
                  <a:pt x="1889184" y="37793"/>
                </a:lnTo>
                <a:lnTo>
                  <a:pt x="1889510" y="37916"/>
                </a:lnTo>
                <a:lnTo>
                  <a:pt x="1889831" y="38046"/>
                </a:lnTo>
                <a:lnTo>
                  <a:pt x="1890148" y="38184"/>
                </a:lnTo>
                <a:lnTo>
                  <a:pt x="1890461" y="38329"/>
                </a:lnTo>
                <a:lnTo>
                  <a:pt x="1890770" y="38481"/>
                </a:lnTo>
                <a:lnTo>
                  <a:pt x="1891074" y="38641"/>
                </a:lnTo>
                <a:lnTo>
                  <a:pt x="1891374" y="38809"/>
                </a:lnTo>
                <a:lnTo>
                  <a:pt x="1891670" y="38984"/>
                </a:lnTo>
                <a:lnTo>
                  <a:pt x="1891961" y="39165"/>
                </a:lnTo>
                <a:lnTo>
                  <a:pt x="1892243" y="39351"/>
                </a:lnTo>
                <a:lnTo>
                  <a:pt x="1892518" y="39543"/>
                </a:lnTo>
                <a:lnTo>
                  <a:pt x="1892786" y="39739"/>
                </a:lnTo>
                <a:lnTo>
                  <a:pt x="1893047" y="39940"/>
                </a:lnTo>
                <a:lnTo>
                  <a:pt x="1893299" y="40147"/>
                </a:lnTo>
                <a:lnTo>
                  <a:pt x="1893545" y="40358"/>
                </a:lnTo>
                <a:lnTo>
                  <a:pt x="1893783" y="40574"/>
                </a:lnTo>
                <a:lnTo>
                  <a:pt x="1894014" y="40796"/>
                </a:lnTo>
                <a:lnTo>
                  <a:pt x="1894237" y="41023"/>
                </a:lnTo>
                <a:lnTo>
                  <a:pt x="1894453" y="41254"/>
                </a:lnTo>
                <a:lnTo>
                  <a:pt x="1894661" y="41491"/>
                </a:lnTo>
                <a:lnTo>
                  <a:pt x="1894862" y="41732"/>
                </a:lnTo>
                <a:lnTo>
                  <a:pt x="1895055" y="41979"/>
                </a:lnTo>
                <a:lnTo>
                  <a:pt x="1895241" y="42231"/>
                </a:lnTo>
                <a:lnTo>
                  <a:pt x="1895420" y="42488"/>
                </a:lnTo>
                <a:lnTo>
                  <a:pt x="1895591" y="42750"/>
                </a:lnTo>
                <a:lnTo>
                  <a:pt x="1895754" y="43016"/>
                </a:lnTo>
                <a:lnTo>
                  <a:pt x="1895911" y="43288"/>
                </a:lnTo>
                <a:lnTo>
                  <a:pt x="1896059" y="43565"/>
                </a:lnTo>
                <a:lnTo>
                  <a:pt x="1896201" y="43847"/>
                </a:lnTo>
                <a:lnTo>
                  <a:pt x="1896335" y="44134"/>
                </a:lnTo>
                <a:lnTo>
                  <a:pt x="1896461" y="44426"/>
                </a:lnTo>
                <a:lnTo>
                  <a:pt x="1896580" y="44724"/>
                </a:lnTo>
                <a:lnTo>
                  <a:pt x="1896693" y="45030"/>
                </a:lnTo>
                <a:lnTo>
                  <a:pt x="1896801" y="45348"/>
                </a:lnTo>
                <a:lnTo>
                  <a:pt x="1896905" y="45680"/>
                </a:lnTo>
                <a:lnTo>
                  <a:pt x="1897003" y="46024"/>
                </a:lnTo>
                <a:lnTo>
                  <a:pt x="1897097" y="46381"/>
                </a:lnTo>
                <a:lnTo>
                  <a:pt x="1897186" y="46750"/>
                </a:lnTo>
                <a:lnTo>
                  <a:pt x="1897270" y="47133"/>
                </a:lnTo>
                <a:lnTo>
                  <a:pt x="1897349" y="47528"/>
                </a:lnTo>
                <a:lnTo>
                  <a:pt x="1897424" y="47935"/>
                </a:lnTo>
                <a:lnTo>
                  <a:pt x="1897493" y="48356"/>
                </a:lnTo>
                <a:lnTo>
                  <a:pt x="1897558" y="48789"/>
                </a:lnTo>
                <a:lnTo>
                  <a:pt x="1897618" y="49235"/>
                </a:lnTo>
                <a:lnTo>
                  <a:pt x="1897673" y="49693"/>
                </a:lnTo>
                <a:lnTo>
                  <a:pt x="1897724" y="50165"/>
                </a:lnTo>
                <a:lnTo>
                  <a:pt x="1897770" y="50649"/>
                </a:lnTo>
                <a:lnTo>
                  <a:pt x="1897810" y="51146"/>
                </a:lnTo>
                <a:lnTo>
                  <a:pt x="1897846" y="51655"/>
                </a:lnTo>
                <a:lnTo>
                  <a:pt x="1897878" y="52177"/>
                </a:lnTo>
                <a:lnTo>
                  <a:pt x="1897904" y="52712"/>
                </a:lnTo>
                <a:lnTo>
                  <a:pt x="1897926" y="53260"/>
                </a:lnTo>
                <a:lnTo>
                  <a:pt x="1897943" y="53820"/>
                </a:lnTo>
                <a:lnTo>
                  <a:pt x="1897955" y="54393"/>
                </a:lnTo>
                <a:lnTo>
                  <a:pt x="1897962" y="54979"/>
                </a:lnTo>
                <a:lnTo>
                  <a:pt x="1897964" y="55577"/>
                </a:lnTo>
                <a:lnTo>
                  <a:pt x="1897964" y="98196"/>
                </a:lnTo>
                <a:lnTo>
                  <a:pt x="1909827" y="98196"/>
                </a:lnTo>
                <a:lnTo>
                  <a:pt x="1909827" y="55161"/>
                </a:lnTo>
                <a:lnTo>
                  <a:pt x="1909826" y="54483"/>
                </a:lnTo>
                <a:lnTo>
                  <a:pt x="1909822" y="53822"/>
                </a:lnTo>
                <a:lnTo>
                  <a:pt x="1909816" y="53179"/>
                </a:lnTo>
                <a:lnTo>
                  <a:pt x="1909808" y="52552"/>
                </a:lnTo>
                <a:lnTo>
                  <a:pt x="1909798" y="51943"/>
                </a:lnTo>
                <a:lnTo>
                  <a:pt x="1909786" y="51351"/>
                </a:lnTo>
                <a:lnTo>
                  <a:pt x="1909771" y="50776"/>
                </a:lnTo>
                <a:lnTo>
                  <a:pt x="1909754" y="50218"/>
                </a:lnTo>
                <a:lnTo>
                  <a:pt x="1909734" y="49678"/>
                </a:lnTo>
                <a:lnTo>
                  <a:pt x="1909712" y="49154"/>
                </a:lnTo>
                <a:lnTo>
                  <a:pt x="1909688" y="48648"/>
                </a:lnTo>
                <a:lnTo>
                  <a:pt x="1909662" y="48159"/>
                </a:lnTo>
                <a:lnTo>
                  <a:pt x="1909633" y="47687"/>
                </a:lnTo>
                <a:lnTo>
                  <a:pt x="1909603" y="47232"/>
                </a:lnTo>
                <a:lnTo>
                  <a:pt x="1909569" y="46794"/>
                </a:lnTo>
                <a:lnTo>
                  <a:pt x="1909534" y="46374"/>
                </a:lnTo>
                <a:lnTo>
                  <a:pt x="1909496" y="45971"/>
                </a:lnTo>
                <a:lnTo>
                  <a:pt x="1909456" y="45584"/>
                </a:lnTo>
                <a:lnTo>
                  <a:pt x="1909414" y="45215"/>
                </a:lnTo>
                <a:lnTo>
                  <a:pt x="1909369" y="44864"/>
                </a:lnTo>
                <a:lnTo>
                  <a:pt x="1909322" y="44529"/>
                </a:lnTo>
                <a:lnTo>
                  <a:pt x="1909273" y="44211"/>
                </a:lnTo>
                <a:lnTo>
                  <a:pt x="1909222" y="43911"/>
                </a:lnTo>
                <a:lnTo>
                  <a:pt x="1909168" y="43628"/>
                </a:lnTo>
                <a:lnTo>
                  <a:pt x="1909077" y="43207"/>
                </a:lnTo>
                <a:lnTo>
                  <a:pt x="1908981" y="42792"/>
                </a:lnTo>
                <a:lnTo>
                  <a:pt x="1908879" y="42381"/>
                </a:lnTo>
                <a:lnTo>
                  <a:pt x="1908772" y="41975"/>
                </a:lnTo>
                <a:lnTo>
                  <a:pt x="1908660" y="41574"/>
                </a:lnTo>
                <a:lnTo>
                  <a:pt x="1908542" y="41177"/>
                </a:lnTo>
                <a:lnTo>
                  <a:pt x="1908418" y="40786"/>
                </a:lnTo>
                <a:lnTo>
                  <a:pt x="1908289" y="40399"/>
                </a:lnTo>
                <a:lnTo>
                  <a:pt x="1908154" y="40017"/>
                </a:lnTo>
                <a:lnTo>
                  <a:pt x="1908014" y="39639"/>
                </a:lnTo>
                <a:lnTo>
                  <a:pt x="1907869" y="39267"/>
                </a:lnTo>
                <a:lnTo>
                  <a:pt x="1907718" y="38899"/>
                </a:lnTo>
                <a:lnTo>
                  <a:pt x="1907561" y="38537"/>
                </a:lnTo>
                <a:lnTo>
                  <a:pt x="1907399" y="38179"/>
                </a:lnTo>
                <a:lnTo>
                  <a:pt x="1907232" y="37825"/>
                </a:lnTo>
                <a:lnTo>
                  <a:pt x="1907059" y="37477"/>
                </a:lnTo>
                <a:lnTo>
                  <a:pt x="1906880" y="37133"/>
                </a:lnTo>
                <a:lnTo>
                  <a:pt x="1906696" y="36795"/>
                </a:lnTo>
                <a:lnTo>
                  <a:pt x="1906507" y="36461"/>
                </a:lnTo>
                <a:lnTo>
                  <a:pt x="1906312" y="36131"/>
                </a:lnTo>
                <a:lnTo>
                  <a:pt x="1906111" y="35807"/>
                </a:lnTo>
                <a:lnTo>
                  <a:pt x="1905906" y="35488"/>
                </a:lnTo>
                <a:lnTo>
                  <a:pt x="1905694" y="35173"/>
                </a:lnTo>
                <a:lnTo>
                  <a:pt x="1905477" y="34863"/>
                </a:lnTo>
                <a:lnTo>
                  <a:pt x="1905253" y="34558"/>
                </a:lnTo>
                <a:lnTo>
                  <a:pt x="1905019" y="34258"/>
                </a:lnTo>
                <a:lnTo>
                  <a:pt x="1904776" y="33962"/>
                </a:lnTo>
                <a:lnTo>
                  <a:pt x="1904524" y="33672"/>
                </a:lnTo>
                <a:lnTo>
                  <a:pt x="1904263" y="33387"/>
                </a:lnTo>
                <a:lnTo>
                  <a:pt x="1903992" y="33106"/>
                </a:lnTo>
                <a:lnTo>
                  <a:pt x="1903712" y="32831"/>
                </a:lnTo>
                <a:lnTo>
                  <a:pt x="1903423" y="32560"/>
                </a:lnTo>
                <a:lnTo>
                  <a:pt x="1903125" y="32294"/>
                </a:lnTo>
                <a:lnTo>
                  <a:pt x="1902817" y="32033"/>
                </a:lnTo>
                <a:lnTo>
                  <a:pt x="1902500" y="31777"/>
                </a:lnTo>
                <a:lnTo>
                  <a:pt x="1902174" y="31526"/>
                </a:lnTo>
                <a:lnTo>
                  <a:pt x="1901838" y="31280"/>
                </a:lnTo>
                <a:lnTo>
                  <a:pt x="1901493" y="31039"/>
                </a:lnTo>
                <a:lnTo>
                  <a:pt x="1901139" y="30803"/>
                </a:lnTo>
                <a:lnTo>
                  <a:pt x="1900776" y="30572"/>
                </a:lnTo>
                <a:lnTo>
                  <a:pt x="1900403" y="30345"/>
                </a:lnTo>
                <a:lnTo>
                  <a:pt x="1900022" y="30124"/>
                </a:lnTo>
                <a:lnTo>
                  <a:pt x="1899630" y="29907"/>
                </a:lnTo>
                <a:lnTo>
                  <a:pt x="1899230" y="29696"/>
                </a:lnTo>
                <a:lnTo>
                  <a:pt x="1898820" y="29489"/>
                </a:lnTo>
                <a:lnTo>
                  <a:pt x="1898401" y="29287"/>
                </a:lnTo>
                <a:lnTo>
                  <a:pt x="1897973" y="29091"/>
                </a:lnTo>
                <a:lnTo>
                  <a:pt x="1897536" y="28899"/>
                </a:lnTo>
                <a:lnTo>
                  <a:pt x="1897092" y="28713"/>
                </a:lnTo>
                <a:lnTo>
                  <a:pt x="1896645" y="28535"/>
                </a:lnTo>
                <a:lnTo>
                  <a:pt x="1896194" y="28366"/>
                </a:lnTo>
                <a:lnTo>
                  <a:pt x="1895739" y="28204"/>
                </a:lnTo>
                <a:lnTo>
                  <a:pt x="1895281" y="28050"/>
                </a:lnTo>
                <a:lnTo>
                  <a:pt x="1894819" y="27904"/>
                </a:lnTo>
                <a:lnTo>
                  <a:pt x="1894354" y="27766"/>
                </a:lnTo>
                <a:lnTo>
                  <a:pt x="1893886" y="27635"/>
                </a:lnTo>
                <a:lnTo>
                  <a:pt x="1893413" y="27513"/>
                </a:lnTo>
                <a:lnTo>
                  <a:pt x="1892937" y="27399"/>
                </a:lnTo>
                <a:lnTo>
                  <a:pt x="1892458" y="27292"/>
                </a:lnTo>
                <a:lnTo>
                  <a:pt x="1891975" y="27193"/>
                </a:lnTo>
                <a:lnTo>
                  <a:pt x="1891489" y="27103"/>
                </a:lnTo>
                <a:lnTo>
                  <a:pt x="1890999" y="27020"/>
                </a:lnTo>
                <a:lnTo>
                  <a:pt x="1890505" y="26945"/>
                </a:lnTo>
                <a:lnTo>
                  <a:pt x="1890008" y="26878"/>
                </a:lnTo>
                <a:lnTo>
                  <a:pt x="1889508" y="26818"/>
                </a:lnTo>
                <a:lnTo>
                  <a:pt x="1889003" y="26767"/>
                </a:lnTo>
                <a:lnTo>
                  <a:pt x="1888496" y="26724"/>
                </a:lnTo>
                <a:lnTo>
                  <a:pt x="1887984" y="26688"/>
                </a:lnTo>
                <a:lnTo>
                  <a:pt x="1887470" y="26660"/>
                </a:lnTo>
                <a:lnTo>
                  <a:pt x="1886951" y="26641"/>
                </a:lnTo>
                <a:lnTo>
                  <a:pt x="1886429" y="26629"/>
                </a:lnTo>
                <a:lnTo>
                  <a:pt x="1885904" y="26625"/>
                </a:lnTo>
                <a:lnTo>
                  <a:pt x="1884702" y="26645"/>
                </a:lnTo>
                <a:lnTo>
                  <a:pt x="1883524" y="26705"/>
                </a:lnTo>
                <a:lnTo>
                  <a:pt x="1882370" y="26804"/>
                </a:lnTo>
                <a:lnTo>
                  <a:pt x="1881239" y="26943"/>
                </a:lnTo>
                <a:lnTo>
                  <a:pt x="1880133" y="27123"/>
                </a:lnTo>
                <a:lnTo>
                  <a:pt x="1879050" y="27342"/>
                </a:lnTo>
                <a:lnTo>
                  <a:pt x="1877991" y="27600"/>
                </a:lnTo>
                <a:lnTo>
                  <a:pt x="1876956" y="27899"/>
                </a:lnTo>
                <a:lnTo>
                  <a:pt x="1875944" y="28237"/>
                </a:lnTo>
                <a:lnTo>
                  <a:pt x="1874957" y="28616"/>
                </a:lnTo>
                <a:lnTo>
                  <a:pt x="1873993" y="29034"/>
                </a:lnTo>
                <a:lnTo>
                  <a:pt x="1873053" y="29492"/>
                </a:lnTo>
                <a:lnTo>
                  <a:pt x="1872137" y="29989"/>
                </a:lnTo>
                <a:lnTo>
                  <a:pt x="1871244" y="30527"/>
                </a:lnTo>
                <a:lnTo>
                  <a:pt x="1870375" y="31104"/>
                </a:lnTo>
                <a:lnTo>
                  <a:pt x="1869531" y="31721"/>
                </a:lnTo>
                <a:lnTo>
                  <a:pt x="1868710" y="32378"/>
                </a:lnTo>
                <a:lnTo>
                  <a:pt x="1867912" y="33075"/>
                </a:lnTo>
                <a:lnTo>
                  <a:pt x="1867139" y="33812"/>
                </a:lnTo>
                <a:lnTo>
                  <a:pt x="1866389" y="34588"/>
                </a:lnTo>
                <a:lnTo>
                  <a:pt x="1865663" y="35404"/>
                </a:lnTo>
                <a:lnTo>
                  <a:pt x="1864961" y="36261"/>
                </a:lnTo>
                <a:lnTo>
                  <a:pt x="1864283" y="37156"/>
                </a:lnTo>
                <a:lnTo>
                  <a:pt x="1863629" y="38092"/>
                </a:lnTo>
                <a:lnTo>
                  <a:pt x="1863629" y="28207"/>
                </a:lnTo>
                <a:lnTo>
                  <a:pt x="1852952" y="28207"/>
                </a:lnTo>
                <a:lnTo>
                  <a:pt x="1852952" y="98196"/>
                </a:lnTo>
                <a:lnTo>
                  <a:pt x="1864815" y="98196"/>
                </a:lnTo>
                <a:lnTo>
                  <a:pt x="1864815" y="59931"/>
                </a:lnTo>
                <a:lnTo>
                  <a:pt x="1864824" y="58824"/>
                </a:lnTo>
                <a:lnTo>
                  <a:pt x="1864853" y="57748"/>
                </a:lnTo>
                <a:lnTo>
                  <a:pt x="1864901" y="56701"/>
                </a:lnTo>
                <a:lnTo>
                  <a:pt x="1864968" y="55685"/>
                </a:lnTo>
                <a:close/>
                <a:moveTo>
                  <a:pt x="2127389" y="59038"/>
                </a:moveTo>
                <a:lnTo>
                  <a:pt x="2127420" y="58430"/>
                </a:lnTo>
                <a:lnTo>
                  <a:pt x="2127458" y="57826"/>
                </a:lnTo>
                <a:lnTo>
                  <a:pt x="2127503" y="57226"/>
                </a:lnTo>
                <a:lnTo>
                  <a:pt x="2127554" y="56630"/>
                </a:lnTo>
                <a:lnTo>
                  <a:pt x="2127612" y="56039"/>
                </a:lnTo>
                <a:lnTo>
                  <a:pt x="2127678" y="55451"/>
                </a:lnTo>
                <a:lnTo>
                  <a:pt x="2127750" y="54868"/>
                </a:lnTo>
                <a:lnTo>
                  <a:pt x="2127829" y="54288"/>
                </a:lnTo>
                <a:lnTo>
                  <a:pt x="2127915" y="53713"/>
                </a:lnTo>
                <a:lnTo>
                  <a:pt x="2128007" y="53142"/>
                </a:lnTo>
                <a:lnTo>
                  <a:pt x="2128107" y="52575"/>
                </a:lnTo>
                <a:lnTo>
                  <a:pt x="2128213" y="52012"/>
                </a:lnTo>
                <a:lnTo>
                  <a:pt x="2128326" y="51454"/>
                </a:lnTo>
                <a:lnTo>
                  <a:pt x="2128447" y="50899"/>
                </a:lnTo>
                <a:lnTo>
                  <a:pt x="2128574" y="50349"/>
                </a:lnTo>
                <a:lnTo>
                  <a:pt x="2128707" y="49802"/>
                </a:lnTo>
                <a:lnTo>
                  <a:pt x="2128848" y="49260"/>
                </a:lnTo>
                <a:lnTo>
                  <a:pt x="2128996" y="48722"/>
                </a:lnTo>
                <a:lnTo>
                  <a:pt x="2129150" y="48188"/>
                </a:lnTo>
                <a:lnTo>
                  <a:pt x="2129312" y="47658"/>
                </a:lnTo>
                <a:lnTo>
                  <a:pt x="2129424" y="47315"/>
                </a:lnTo>
                <a:lnTo>
                  <a:pt x="2129544" y="46978"/>
                </a:lnTo>
                <a:lnTo>
                  <a:pt x="2129669" y="46648"/>
                </a:lnTo>
                <a:lnTo>
                  <a:pt x="2129800" y="46323"/>
                </a:lnTo>
                <a:lnTo>
                  <a:pt x="2129938" y="46005"/>
                </a:lnTo>
                <a:lnTo>
                  <a:pt x="2130082" y="45694"/>
                </a:lnTo>
                <a:lnTo>
                  <a:pt x="2130232" y="45388"/>
                </a:lnTo>
                <a:lnTo>
                  <a:pt x="2130388" y="45089"/>
                </a:lnTo>
                <a:lnTo>
                  <a:pt x="2130550" y="44796"/>
                </a:lnTo>
                <a:lnTo>
                  <a:pt x="2130719" y="44510"/>
                </a:lnTo>
                <a:lnTo>
                  <a:pt x="2130894" y="44230"/>
                </a:lnTo>
                <a:lnTo>
                  <a:pt x="2131074" y="43956"/>
                </a:lnTo>
                <a:lnTo>
                  <a:pt x="2131262" y="43688"/>
                </a:lnTo>
                <a:lnTo>
                  <a:pt x="2131455" y="43427"/>
                </a:lnTo>
                <a:lnTo>
                  <a:pt x="2131654" y="43172"/>
                </a:lnTo>
                <a:lnTo>
                  <a:pt x="2131860" y="42923"/>
                </a:lnTo>
                <a:lnTo>
                  <a:pt x="2132072" y="42681"/>
                </a:lnTo>
                <a:lnTo>
                  <a:pt x="2132290" y="42445"/>
                </a:lnTo>
                <a:lnTo>
                  <a:pt x="2132514" y="42215"/>
                </a:lnTo>
                <a:lnTo>
                  <a:pt x="2132744" y="41992"/>
                </a:lnTo>
                <a:lnTo>
                  <a:pt x="2132981" y="41774"/>
                </a:lnTo>
                <a:lnTo>
                  <a:pt x="2133223" y="41564"/>
                </a:lnTo>
                <a:lnTo>
                  <a:pt x="2133472" y="41359"/>
                </a:lnTo>
                <a:lnTo>
                  <a:pt x="2133727" y="41161"/>
                </a:lnTo>
                <a:lnTo>
                  <a:pt x="2133987" y="40969"/>
                </a:lnTo>
                <a:lnTo>
                  <a:pt x="2134249" y="40786"/>
                </a:lnTo>
                <a:lnTo>
                  <a:pt x="2134514" y="40611"/>
                </a:lnTo>
                <a:lnTo>
                  <a:pt x="2134782" y="40445"/>
                </a:lnTo>
                <a:lnTo>
                  <a:pt x="2135052" y="40286"/>
                </a:lnTo>
                <a:lnTo>
                  <a:pt x="2135325" y="40135"/>
                </a:lnTo>
                <a:lnTo>
                  <a:pt x="2135601" y="39993"/>
                </a:lnTo>
                <a:lnTo>
                  <a:pt x="2135880" y="39859"/>
                </a:lnTo>
                <a:lnTo>
                  <a:pt x="2136161" y="39733"/>
                </a:lnTo>
                <a:lnTo>
                  <a:pt x="2136446" y="39615"/>
                </a:lnTo>
                <a:lnTo>
                  <a:pt x="2136733" y="39505"/>
                </a:lnTo>
                <a:lnTo>
                  <a:pt x="2137022" y="39403"/>
                </a:lnTo>
                <a:lnTo>
                  <a:pt x="2137315" y="39309"/>
                </a:lnTo>
                <a:lnTo>
                  <a:pt x="2137610" y="39224"/>
                </a:lnTo>
                <a:lnTo>
                  <a:pt x="2137908" y="39147"/>
                </a:lnTo>
                <a:lnTo>
                  <a:pt x="2138208" y="39077"/>
                </a:lnTo>
                <a:lnTo>
                  <a:pt x="2138512" y="39016"/>
                </a:lnTo>
                <a:lnTo>
                  <a:pt x="2138818" y="38964"/>
                </a:lnTo>
                <a:lnTo>
                  <a:pt x="2139127" y="38919"/>
                </a:lnTo>
                <a:lnTo>
                  <a:pt x="2139439" y="38882"/>
                </a:lnTo>
                <a:lnTo>
                  <a:pt x="2139753" y="38854"/>
                </a:lnTo>
                <a:lnTo>
                  <a:pt x="2140070" y="38833"/>
                </a:lnTo>
                <a:lnTo>
                  <a:pt x="2140390" y="38821"/>
                </a:lnTo>
                <a:lnTo>
                  <a:pt x="2140713" y="38817"/>
                </a:lnTo>
                <a:lnTo>
                  <a:pt x="2141075" y="38821"/>
                </a:lnTo>
                <a:lnTo>
                  <a:pt x="2141438" y="38835"/>
                </a:lnTo>
                <a:lnTo>
                  <a:pt x="2141800" y="38857"/>
                </a:lnTo>
                <a:lnTo>
                  <a:pt x="2142163" y="38888"/>
                </a:lnTo>
                <a:lnTo>
                  <a:pt x="2142525" y="38929"/>
                </a:lnTo>
                <a:lnTo>
                  <a:pt x="2142888" y="38978"/>
                </a:lnTo>
                <a:lnTo>
                  <a:pt x="2143250" y="39036"/>
                </a:lnTo>
                <a:lnTo>
                  <a:pt x="2143613" y="39103"/>
                </a:lnTo>
                <a:lnTo>
                  <a:pt x="2143975" y="39178"/>
                </a:lnTo>
                <a:lnTo>
                  <a:pt x="2144337" y="39263"/>
                </a:lnTo>
                <a:lnTo>
                  <a:pt x="2144700" y="39357"/>
                </a:lnTo>
                <a:lnTo>
                  <a:pt x="2145062" y="39460"/>
                </a:lnTo>
                <a:lnTo>
                  <a:pt x="2145425" y="39571"/>
                </a:lnTo>
                <a:lnTo>
                  <a:pt x="2145787" y="39692"/>
                </a:lnTo>
                <a:lnTo>
                  <a:pt x="2146150" y="39821"/>
                </a:lnTo>
                <a:lnTo>
                  <a:pt x="2146512" y="39959"/>
                </a:lnTo>
                <a:lnTo>
                  <a:pt x="2146875" y="40107"/>
                </a:lnTo>
                <a:lnTo>
                  <a:pt x="2147237" y="40263"/>
                </a:lnTo>
                <a:lnTo>
                  <a:pt x="2147600" y="40428"/>
                </a:lnTo>
                <a:lnTo>
                  <a:pt x="2147962" y="40602"/>
                </a:lnTo>
                <a:lnTo>
                  <a:pt x="2148325" y="40785"/>
                </a:lnTo>
                <a:lnTo>
                  <a:pt x="2148687" y="40977"/>
                </a:lnTo>
                <a:lnTo>
                  <a:pt x="2149050" y="41178"/>
                </a:lnTo>
                <a:lnTo>
                  <a:pt x="2149412" y="41387"/>
                </a:lnTo>
                <a:lnTo>
                  <a:pt x="2153498" y="30431"/>
                </a:lnTo>
                <a:lnTo>
                  <a:pt x="2152982" y="30120"/>
                </a:lnTo>
                <a:lnTo>
                  <a:pt x="2152467" y="29823"/>
                </a:lnTo>
                <a:lnTo>
                  <a:pt x="2151952" y="29539"/>
                </a:lnTo>
                <a:lnTo>
                  <a:pt x="2151439" y="29268"/>
                </a:lnTo>
                <a:lnTo>
                  <a:pt x="2150925" y="29010"/>
                </a:lnTo>
                <a:lnTo>
                  <a:pt x="2150413" y="28766"/>
                </a:lnTo>
                <a:lnTo>
                  <a:pt x="2149901" y="28534"/>
                </a:lnTo>
                <a:lnTo>
                  <a:pt x="2149390" y="28316"/>
                </a:lnTo>
                <a:lnTo>
                  <a:pt x="2148880" y="28112"/>
                </a:lnTo>
                <a:lnTo>
                  <a:pt x="2148370" y="27920"/>
                </a:lnTo>
                <a:lnTo>
                  <a:pt x="2147861" y="27742"/>
                </a:lnTo>
                <a:lnTo>
                  <a:pt x="2147353" y="27576"/>
                </a:lnTo>
                <a:lnTo>
                  <a:pt x="2146845" y="27424"/>
                </a:lnTo>
                <a:lnTo>
                  <a:pt x="2146338" y="27286"/>
                </a:lnTo>
                <a:lnTo>
                  <a:pt x="2145832" y="27160"/>
                </a:lnTo>
                <a:lnTo>
                  <a:pt x="2145326" y="27048"/>
                </a:lnTo>
                <a:lnTo>
                  <a:pt x="2144821" y="26949"/>
                </a:lnTo>
                <a:lnTo>
                  <a:pt x="2144317" y="26863"/>
                </a:lnTo>
                <a:lnTo>
                  <a:pt x="2143813" y="26790"/>
                </a:lnTo>
                <a:lnTo>
                  <a:pt x="2143310" y="26731"/>
                </a:lnTo>
                <a:lnTo>
                  <a:pt x="2142808" y="26684"/>
                </a:lnTo>
                <a:lnTo>
                  <a:pt x="2142307" y="26651"/>
                </a:lnTo>
                <a:lnTo>
                  <a:pt x="2141806" y="26632"/>
                </a:lnTo>
                <a:lnTo>
                  <a:pt x="2141306" y="26625"/>
                </a:lnTo>
                <a:lnTo>
                  <a:pt x="2140961" y="26629"/>
                </a:lnTo>
                <a:lnTo>
                  <a:pt x="2140619" y="26641"/>
                </a:lnTo>
                <a:lnTo>
                  <a:pt x="2140279" y="26662"/>
                </a:lnTo>
                <a:lnTo>
                  <a:pt x="2139941" y="26690"/>
                </a:lnTo>
                <a:lnTo>
                  <a:pt x="2139606" y="26727"/>
                </a:lnTo>
                <a:lnTo>
                  <a:pt x="2139273" y="26772"/>
                </a:lnTo>
                <a:lnTo>
                  <a:pt x="2138943" y="26826"/>
                </a:lnTo>
                <a:lnTo>
                  <a:pt x="2138615" y="26887"/>
                </a:lnTo>
                <a:lnTo>
                  <a:pt x="2138289" y="26957"/>
                </a:lnTo>
                <a:lnTo>
                  <a:pt x="2137966" y="27035"/>
                </a:lnTo>
                <a:lnTo>
                  <a:pt x="2137645" y="27121"/>
                </a:lnTo>
                <a:lnTo>
                  <a:pt x="2137327" y="27215"/>
                </a:lnTo>
                <a:lnTo>
                  <a:pt x="2137011" y="27317"/>
                </a:lnTo>
                <a:lnTo>
                  <a:pt x="2136698" y="27428"/>
                </a:lnTo>
                <a:lnTo>
                  <a:pt x="2136386" y="27547"/>
                </a:lnTo>
                <a:lnTo>
                  <a:pt x="2136078" y="27674"/>
                </a:lnTo>
                <a:lnTo>
                  <a:pt x="2135771" y="27809"/>
                </a:lnTo>
                <a:lnTo>
                  <a:pt x="2135467" y="27953"/>
                </a:lnTo>
                <a:lnTo>
                  <a:pt x="2135166" y="28104"/>
                </a:lnTo>
                <a:lnTo>
                  <a:pt x="2134867" y="28264"/>
                </a:lnTo>
                <a:lnTo>
                  <a:pt x="2134570" y="28432"/>
                </a:lnTo>
                <a:lnTo>
                  <a:pt x="2134276" y="28608"/>
                </a:lnTo>
                <a:lnTo>
                  <a:pt x="2133984" y="28792"/>
                </a:lnTo>
                <a:lnTo>
                  <a:pt x="2133694" y="28985"/>
                </a:lnTo>
                <a:lnTo>
                  <a:pt x="2133405" y="29191"/>
                </a:lnTo>
                <a:lnTo>
                  <a:pt x="2133113" y="29413"/>
                </a:lnTo>
                <a:lnTo>
                  <a:pt x="2132819" y="29654"/>
                </a:lnTo>
                <a:lnTo>
                  <a:pt x="2132523" y="29912"/>
                </a:lnTo>
                <a:lnTo>
                  <a:pt x="2132225" y="30187"/>
                </a:lnTo>
                <a:lnTo>
                  <a:pt x="2131925" y="30481"/>
                </a:lnTo>
                <a:lnTo>
                  <a:pt x="2131623" y="30791"/>
                </a:lnTo>
                <a:lnTo>
                  <a:pt x="2131318" y="31119"/>
                </a:lnTo>
                <a:lnTo>
                  <a:pt x="2131011" y="31465"/>
                </a:lnTo>
                <a:lnTo>
                  <a:pt x="2130702" y="31828"/>
                </a:lnTo>
                <a:lnTo>
                  <a:pt x="2130391" y="32209"/>
                </a:lnTo>
                <a:lnTo>
                  <a:pt x="2130078" y="32607"/>
                </a:lnTo>
                <a:lnTo>
                  <a:pt x="2129762" y="33022"/>
                </a:lnTo>
                <a:lnTo>
                  <a:pt x="2129444" y="33456"/>
                </a:lnTo>
                <a:lnTo>
                  <a:pt x="2129125" y="33906"/>
                </a:lnTo>
                <a:lnTo>
                  <a:pt x="2128803" y="34374"/>
                </a:lnTo>
                <a:lnTo>
                  <a:pt x="2128478" y="34860"/>
                </a:lnTo>
                <a:lnTo>
                  <a:pt x="2128152" y="35364"/>
                </a:lnTo>
                <a:lnTo>
                  <a:pt x="2127824" y="35884"/>
                </a:lnTo>
                <a:lnTo>
                  <a:pt x="2127493" y="36423"/>
                </a:lnTo>
                <a:lnTo>
                  <a:pt x="2127160" y="36978"/>
                </a:lnTo>
                <a:lnTo>
                  <a:pt x="2126825" y="37552"/>
                </a:lnTo>
                <a:lnTo>
                  <a:pt x="2126488" y="38143"/>
                </a:lnTo>
                <a:lnTo>
                  <a:pt x="2126148" y="38751"/>
                </a:lnTo>
                <a:lnTo>
                  <a:pt x="2126148" y="28207"/>
                </a:lnTo>
                <a:lnTo>
                  <a:pt x="2115472" y="28207"/>
                </a:lnTo>
                <a:lnTo>
                  <a:pt x="2115472" y="98196"/>
                </a:lnTo>
                <a:lnTo>
                  <a:pt x="2127334" y="98196"/>
                </a:lnTo>
                <a:lnTo>
                  <a:pt x="2127334" y="61512"/>
                </a:lnTo>
                <a:lnTo>
                  <a:pt x="2127338" y="60888"/>
                </a:lnTo>
                <a:lnTo>
                  <a:pt x="2127348" y="60267"/>
                </a:lnTo>
                <a:lnTo>
                  <a:pt x="2127365" y="59651"/>
                </a:lnTo>
                <a:lnTo>
                  <a:pt x="2127389" y="59038"/>
                </a:lnTo>
                <a:close/>
                <a:moveTo>
                  <a:pt x="2247485" y="59523"/>
                </a:moveTo>
                <a:lnTo>
                  <a:pt x="2247508" y="58780"/>
                </a:lnTo>
                <a:lnTo>
                  <a:pt x="2247538" y="58053"/>
                </a:lnTo>
                <a:lnTo>
                  <a:pt x="2247574" y="57341"/>
                </a:lnTo>
                <a:lnTo>
                  <a:pt x="2247617" y="56645"/>
                </a:lnTo>
                <a:lnTo>
                  <a:pt x="2247667" y="55965"/>
                </a:lnTo>
                <a:lnTo>
                  <a:pt x="2247723" y="55300"/>
                </a:lnTo>
                <a:lnTo>
                  <a:pt x="2247786" y="54651"/>
                </a:lnTo>
                <a:lnTo>
                  <a:pt x="2247856" y="54018"/>
                </a:lnTo>
                <a:lnTo>
                  <a:pt x="2247932" y="53400"/>
                </a:lnTo>
                <a:lnTo>
                  <a:pt x="2248015" y="52797"/>
                </a:lnTo>
                <a:lnTo>
                  <a:pt x="2248105" y="52210"/>
                </a:lnTo>
                <a:lnTo>
                  <a:pt x="2248201" y="51639"/>
                </a:lnTo>
                <a:lnTo>
                  <a:pt x="2248304" y="51083"/>
                </a:lnTo>
                <a:lnTo>
                  <a:pt x="2248414" y="50543"/>
                </a:lnTo>
                <a:lnTo>
                  <a:pt x="2248530" y="50019"/>
                </a:lnTo>
                <a:lnTo>
                  <a:pt x="2248652" y="49510"/>
                </a:lnTo>
                <a:lnTo>
                  <a:pt x="2248782" y="49017"/>
                </a:lnTo>
                <a:lnTo>
                  <a:pt x="2248918" y="48539"/>
                </a:lnTo>
                <a:lnTo>
                  <a:pt x="2249061" y="48077"/>
                </a:lnTo>
                <a:lnTo>
                  <a:pt x="2249210" y="47630"/>
                </a:lnTo>
                <a:lnTo>
                  <a:pt x="2249366" y="47199"/>
                </a:lnTo>
                <a:lnTo>
                  <a:pt x="2249529" y="46780"/>
                </a:lnTo>
                <a:lnTo>
                  <a:pt x="2249701" y="46369"/>
                </a:lnTo>
                <a:lnTo>
                  <a:pt x="2249880" y="45967"/>
                </a:lnTo>
                <a:lnTo>
                  <a:pt x="2250068" y="45573"/>
                </a:lnTo>
                <a:lnTo>
                  <a:pt x="2250264" y="45188"/>
                </a:lnTo>
                <a:lnTo>
                  <a:pt x="2250468" y="44811"/>
                </a:lnTo>
                <a:lnTo>
                  <a:pt x="2250680" y="44443"/>
                </a:lnTo>
                <a:lnTo>
                  <a:pt x="2250900" y="44083"/>
                </a:lnTo>
                <a:lnTo>
                  <a:pt x="2251128" y="43732"/>
                </a:lnTo>
                <a:lnTo>
                  <a:pt x="2251365" y="43389"/>
                </a:lnTo>
                <a:lnTo>
                  <a:pt x="2251609" y="43055"/>
                </a:lnTo>
                <a:lnTo>
                  <a:pt x="2251862" y="42729"/>
                </a:lnTo>
                <a:lnTo>
                  <a:pt x="2252123" y="42412"/>
                </a:lnTo>
                <a:lnTo>
                  <a:pt x="2252392" y="42103"/>
                </a:lnTo>
                <a:lnTo>
                  <a:pt x="2252669" y="41802"/>
                </a:lnTo>
                <a:lnTo>
                  <a:pt x="2252954" y="41510"/>
                </a:lnTo>
                <a:lnTo>
                  <a:pt x="2253247" y="41227"/>
                </a:lnTo>
                <a:lnTo>
                  <a:pt x="2253549" y="40952"/>
                </a:lnTo>
                <a:lnTo>
                  <a:pt x="2253858" y="40685"/>
                </a:lnTo>
                <a:lnTo>
                  <a:pt x="2254176" y="40427"/>
                </a:lnTo>
                <a:lnTo>
                  <a:pt x="2254502" y="40178"/>
                </a:lnTo>
                <a:lnTo>
                  <a:pt x="2254836" y="39937"/>
                </a:lnTo>
                <a:lnTo>
                  <a:pt x="2255178" y="39704"/>
                </a:lnTo>
                <a:lnTo>
                  <a:pt x="2255528" y="39480"/>
                </a:lnTo>
                <a:lnTo>
                  <a:pt x="2255883" y="39265"/>
                </a:lnTo>
                <a:lnTo>
                  <a:pt x="2256242" y="39058"/>
                </a:lnTo>
                <a:lnTo>
                  <a:pt x="2256602" y="38861"/>
                </a:lnTo>
                <a:lnTo>
                  <a:pt x="2256966" y="38673"/>
                </a:lnTo>
                <a:lnTo>
                  <a:pt x="2257332" y="38495"/>
                </a:lnTo>
                <a:lnTo>
                  <a:pt x="2257701" y="38325"/>
                </a:lnTo>
                <a:lnTo>
                  <a:pt x="2258072" y="38165"/>
                </a:lnTo>
                <a:lnTo>
                  <a:pt x="2258446" y="38013"/>
                </a:lnTo>
                <a:lnTo>
                  <a:pt x="2258822" y="37871"/>
                </a:lnTo>
                <a:lnTo>
                  <a:pt x="2259202" y="37738"/>
                </a:lnTo>
                <a:lnTo>
                  <a:pt x="2259584" y="37615"/>
                </a:lnTo>
                <a:lnTo>
                  <a:pt x="2259968" y="37500"/>
                </a:lnTo>
                <a:lnTo>
                  <a:pt x="2260355" y="37395"/>
                </a:lnTo>
                <a:lnTo>
                  <a:pt x="2260745" y="37298"/>
                </a:lnTo>
                <a:lnTo>
                  <a:pt x="2261137" y="37211"/>
                </a:lnTo>
                <a:lnTo>
                  <a:pt x="2261532" y="37133"/>
                </a:lnTo>
                <a:lnTo>
                  <a:pt x="2261930" y="37065"/>
                </a:lnTo>
                <a:lnTo>
                  <a:pt x="2262330" y="37005"/>
                </a:lnTo>
                <a:lnTo>
                  <a:pt x="2262733" y="36955"/>
                </a:lnTo>
                <a:lnTo>
                  <a:pt x="2263139" y="36913"/>
                </a:lnTo>
                <a:lnTo>
                  <a:pt x="2263547" y="36881"/>
                </a:lnTo>
                <a:lnTo>
                  <a:pt x="2263958" y="36858"/>
                </a:lnTo>
                <a:lnTo>
                  <a:pt x="2264371" y="36845"/>
                </a:lnTo>
                <a:lnTo>
                  <a:pt x="2264787" y="36840"/>
                </a:lnTo>
                <a:lnTo>
                  <a:pt x="2265330" y="36847"/>
                </a:lnTo>
                <a:lnTo>
                  <a:pt x="2265860" y="36867"/>
                </a:lnTo>
                <a:lnTo>
                  <a:pt x="2266377" y="36902"/>
                </a:lnTo>
                <a:lnTo>
                  <a:pt x="2266881" y="36950"/>
                </a:lnTo>
                <a:lnTo>
                  <a:pt x="2267373" y="37012"/>
                </a:lnTo>
                <a:lnTo>
                  <a:pt x="2267852" y="37087"/>
                </a:lnTo>
                <a:lnTo>
                  <a:pt x="2268318" y="37177"/>
                </a:lnTo>
                <a:lnTo>
                  <a:pt x="2268771" y="37280"/>
                </a:lnTo>
                <a:lnTo>
                  <a:pt x="2269211" y="37397"/>
                </a:lnTo>
                <a:lnTo>
                  <a:pt x="2269638" y="37527"/>
                </a:lnTo>
                <a:lnTo>
                  <a:pt x="2270053" y="37671"/>
                </a:lnTo>
                <a:lnTo>
                  <a:pt x="2270455" y="37830"/>
                </a:lnTo>
                <a:lnTo>
                  <a:pt x="2270844" y="38001"/>
                </a:lnTo>
                <a:lnTo>
                  <a:pt x="2271220" y="38187"/>
                </a:lnTo>
                <a:lnTo>
                  <a:pt x="2271584" y="38386"/>
                </a:lnTo>
                <a:lnTo>
                  <a:pt x="2271934" y="38599"/>
                </a:lnTo>
                <a:lnTo>
                  <a:pt x="2272272" y="38826"/>
                </a:lnTo>
                <a:lnTo>
                  <a:pt x="2272597" y="39066"/>
                </a:lnTo>
                <a:lnTo>
                  <a:pt x="2272909" y="39321"/>
                </a:lnTo>
                <a:lnTo>
                  <a:pt x="2273208" y="39589"/>
                </a:lnTo>
                <a:lnTo>
                  <a:pt x="2273495" y="39871"/>
                </a:lnTo>
                <a:lnTo>
                  <a:pt x="2273768" y="40166"/>
                </a:lnTo>
                <a:lnTo>
                  <a:pt x="2274029" y="40475"/>
                </a:lnTo>
                <a:lnTo>
                  <a:pt x="2274277" y="40798"/>
                </a:lnTo>
                <a:lnTo>
                  <a:pt x="2274514" y="41135"/>
                </a:lnTo>
                <a:lnTo>
                  <a:pt x="2274740" y="41485"/>
                </a:lnTo>
                <a:lnTo>
                  <a:pt x="2274957" y="41850"/>
                </a:lnTo>
                <a:lnTo>
                  <a:pt x="2275163" y="42228"/>
                </a:lnTo>
                <a:lnTo>
                  <a:pt x="2275360" y="42619"/>
                </a:lnTo>
                <a:lnTo>
                  <a:pt x="2275546" y="43025"/>
                </a:lnTo>
                <a:lnTo>
                  <a:pt x="2275722" y="43444"/>
                </a:lnTo>
                <a:lnTo>
                  <a:pt x="2275888" y="43877"/>
                </a:lnTo>
                <a:lnTo>
                  <a:pt x="2276044" y="44324"/>
                </a:lnTo>
                <a:lnTo>
                  <a:pt x="2276190" y="44784"/>
                </a:lnTo>
                <a:lnTo>
                  <a:pt x="2276326" y="45258"/>
                </a:lnTo>
                <a:lnTo>
                  <a:pt x="2276452" y="45746"/>
                </a:lnTo>
                <a:lnTo>
                  <a:pt x="2276568" y="46248"/>
                </a:lnTo>
                <a:lnTo>
                  <a:pt x="2276674" y="46763"/>
                </a:lnTo>
                <a:lnTo>
                  <a:pt x="2276769" y="47292"/>
                </a:lnTo>
                <a:lnTo>
                  <a:pt x="2276855" y="47835"/>
                </a:lnTo>
                <a:lnTo>
                  <a:pt x="2276930" y="48392"/>
                </a:lnTo>
                <a:lnTo>
                  <a:pt x="2276996" y="48962"/>
                </a:lnTo>
                <a:lnTo>
                  <a:pt x="2277051" y="49546"/>
                </a:lnTo>
                <a:lnTo>
                  <a:pt x="2277097" y="50144"/>
                </a:lnTo>
                <a:lnTo>
                  <a:pt x="2277132" y="50756"/>
                </a:lnTo>
                <a:lnTo>
                  <a:pt x="2277157" y="51381"/>
                </a:lnTo>
                <a:lnTo>
                  <a:pt x="2277172" y="52020"/>
                </a:lnTo>
                <a:lnTo>
                  <a:pt x="2277177" y="52673"/>
                </a:lnTo>
                <a:lnTo>
                  <a:pt x="2277177" y="98196"/>
                </a:lnTo>
                <a:lnTo>
                  <a:pt x="2289040" y="98196"/>
                </a:lnTo>
                <a:lnTo>
                  <a:pt x="2289040" y="57490"/>
                </a:lnTo>
                <a:lnTo>
                  <a:pt x="2289048" y="56599"/>
                </a:lnTo>
                <a:lnTo>
                  <a:pt x="2289074" y="55728"/>
                </a:lnTo>
                <a:lnTo>
                  <a:pt x="2289116" y="54877"/>
                </a:lnTo>
                <a:lnTo>
                  <a:pt x="2289175" y="54048"/>
                </a:lnTo>
                <a:lnTo>
                  <a:pt x="2289251" y="53238"/>
                </a:lnTo>
                <a:lnTo>
                  <a:pt x="2289344" y="52449"/>
                </a:lnTo>
                <a:lnTo>
                  <a:pt x="2289455" y="51681"/>
                </a:lnTo>
                <a:lnTo>
                  <a:pt x="2289582" y="50933"/>
                </a:lnTo>
                <a:lnTo>
                  <a:pt x="2289725" y="50206"/>
                </a:lnTo>
                <a:lnTo>
                  <a:pt x="2289886" y="49499"/>
                </a:lnTo>
                <a:lnTo>
                  <a:pt x="2290064" y="48812"/>
                </a:lnTo>
                <a:lnTo>
                  <a:pt x="2290259" y="48146"/>
                </a:lnTo>
                <a:lnTo>
                  <a:pt x="2290471" y="47501"/>
                </a:lnTo>
                <a:lnTo>
                  <a:pt x="2290699" y="46876"/>
                </a:lnTo>
                <a:lnTo>
                  <a:pt x="2290945" y="46272"/>
                </a:lnTo>
                <a:lnTo>
                  <a:pt x="2291207" y="45688"/>
                </a:lnTo>
                <a:lnTo>
                  <a:pt x="2291487" y="45125"/>
                </a:lnTo>
                <a:lnTo>
                  <a:pt x="2291783" y="44582"/>
                </a:lnTo>
                <a:lnTo>
                  <a:pt x="2292096" y="44060"/>
                </a:lnTo>
                <a:lnTo>
                  <a:pt x="2292426" y="43558"/>
                </a:lnTo>
                <a:lnTo>
                  <a:pt x="2292773" y="43077"/>
                </a:lnTo>
                <a:lnTo>
                  <a:pt x="2293138" y="42616"/>
                </a:lnTo>
                <a:lnTo>
                  <a:pt x="2293519" y="42176"/>
                </a:lnTo>
                <a:lnTo>
                  <a:pt x="2293916" y="41756"/>
                </a:lnTo>
                <a:lnTo>
                  <a:pt x="2294327" y="41355"/>
                </a:lnTo>
                <a:lnTo>
                  <a:pt x="2294747" y="40971"/>
                </a:lnTo>
                <a:lnTo>
                  <a:pt x="2295175" y="40604"/>
                </a:lnTo>
                <a:lnTo>
                  <a:pt x="2295612" y="40254"/>
                </a:lnTo>
                <a:lnTo>
                  <a:pt x="2296057" y="39921"/>
                </a:lnTo>
                <a:lnTo>
                  <a:pt x="2296511" y="39605"/>
                </a:lnTo>
                <a:lnTo>
                  <a:pt x="2296974" y="39306"/>
                </a:lnTo>
                <a:lnTo>
                  <a:pt x="2297446" y="39025"/>
                </a:lnTo>
                <a:lnTo>
                  <a:pt x="2297926" y="38760"/>
                </a:lnTo>
                <a:lnTo>
                  <a:pt x="2298415" y="38513"/>
                </a:lnTo>
                <a:lnTo>
                  <a:pt x="2298913" y="38282"/>
                </a:lnTo>
                <a:lnTo>
                  <a:pt x="2299419" y="38069"/>
                </a:lnTo>
                <a:lnTo>
                  <a:pt x="2299935" y="37873"/>
                </a:lnTo>
                <a:lnTo>
                  <a:pt x="2300458" y="37693"/>
                </a:lnTo>
                <a:lnTo>
                  <a:pt x="2300991" y="37531"/>
                </a:lnTo>
                <a:lnTo>
                  <a:pt x="2301532" y="37386"/>
                </a:lnTo>
                <a:lnTo>
                  <a:pt x="2302082" y="37258"/>
                </a:lnTo>
                <a:lnTo>
                  <a:pt x="2302640" y="37147"/>
                </a:lnTo>
                <a:lnTo>
                  <a:pt x="2303208" y="37053"/>
                </a:lnTo>
                <a:lnTo>
                  <a:pt x="2303784" y="36976"/>
                </a:lnTo>
                <a:lnTo>
                  <a:pt x="2304368" y="36917"/>
                </a:lnTo>
                <a:lnTo>
                  <a:pt x="2304962" y="36874"/>
                </a:lnTo>
                <a:lnTo>
                  <a:pt x="2305564" y="36848"/>
                </a:lnTo>
                <a:lnTo>
                  <a:pt x="2306174" y="36840"/>
                </a:lnTo>
                <a:lnTo>
                  <a:pt x="2306513" y="36843"/>
                </a:lnTo>
                <a:lnTo>
                  <a:pt x="2306848" y="36853"/>
                </a:lnTo>
                <a:lnTo>
                  <a:pt x="2307180" y="36870"/>
                </a:lnTo>
                <a:lnTo>
                  <a:pt x="2307507" y="36893"/>
                </a:lnTo>
                <a:lnTo>
                  <a:pt x="2307831" y="36923"/>
                </a:lnTo>
                <a:lnTo>
                  <a:pt x="2308152" y="36960"/>
                </a:lnTo>
                <a:lnTo>
                  <a:pt x="2308468" y="37003"/>
                </a:lnTo>
                <a:lnTo>
                  <a:pt x="2308781" y="37053"/>
                </a:lnTo>
                <a:lnTo>
                  <a:pt x="2309091" y="37109"/>
                </a:lnTo>
                <a:lnTo>
                  <a:pt x="2309396" y="37172"/>
                </a:lnTo>
                <a:lnTo>
                  <a:pt x="2309698" y="37242"/>
                </a:lnTo>
                <a:lnTo>
                  <a:pt x="2309997" y="37318"/>
                </a:lnTo>
                <a:lnTo>
                  <a:pt x="2310292" y="37401"/>
                </a:lnTo>
                <a:lnTo>
                  <a:pt x="2310583" y="37491"/>
                </a:lnTo>
                <a:lnTo>
                  <a:pt x="2310870" y="37587"/>
                </a:lnTo>
                <a:lnTo>
                  <a:pt x="2311154" y="37690"/>
                </a:lnTo>
                <a:lnTo>
                  <a:pt x="2311434" y="37800"/>
                </a:lnTo>
                <a:lnTo>
                  <a:pt x="2311710" y="37916"/>
                </a:lnTo>
                <a:lnTo>
                  <a:pt x="2311983" y="38039"/>
                </a:lnTo>
                <a:lnTo>
                  <a:pt x="2312252" y="38169"/>
                </a:lnTo>
                <a:lnTo>
                  <a:pt x="2312518" y="38305"/>
                </a:lnTo>
                <a:lnTo>
                  <a:pt x="2312779" y="38448"/>
                </a:lnTo>
                <a:lnTo>
                  <a:pt x="2313038" y="38597"/>
                </a:lnTo>
                <a:lnTo>
                  <a:pt x="2313292" y="38753"/>
                </a:lnTo>
                <a:lnTo>
                  <a:pt x="2313541" y="38915"/>
                </a:lnTo>
                <a:lnTo>
                  <a:pt x="2313784" y="39081"/>
                </a:lnTo>
                <a:lnTo>
                  <a:pt x="2314021" y="39251"/>
                </a:lnTo>
                <a:lnTo>
                  <a:pt x="2314250" y="39425"/>
                </a:lnTo>
                <a:lnTo>
                  <a:pt x="2314474" y="39603"/>
                </a:lnTo>
                <a:lnTo>
                  <a:pt x="2314690" y="39786"/>
                </a:lnTo>
                <a:lnTo>
                  <a:pt x="2314901" y="39973"/>
                </a:lnTo>
                <a:lnTo>
                  <a:pt x="2315104" y="40164"/>
                </a:lnTo>
                <a:lnTo>
                  <a:pt x="2315302" y="40360"/>
                </a:lnTo>
                <a:lnTo>
                  <a:pt x="2315492" y="40560"/>
                </a:lnTo>
                <a:lnTo>
                  <a:pt x="2315676" y="40764"/>
                </a:lnTo>
                <a:lnTo>
                  <a:pt x="2315854" y="40972"/>
                </a:lnTo>
                <a:lnTo>
                  <a:pt x="2316025" y="41184"/>
                </a:lnTo>
                <a:lnTo>
                  <a:pt x="2316190" y="41401"/>
                </a:lnTo>
                <a:lnTo>
                  <a:pt x="2316348" y="41622"/>
                </a:lnTo>
                <a:lnTo>
                  <a:pt x="2316499" y="41847"/>
                </a:lnTo>
                <a:lnTo>
                  <a:pt x="2316644" y="42076"/>
                </a:lnTo>
                <a:lnTo>
                  <a:pt x="2316783" y="42310"/>
                </a:lnTo>
                <a:lnTo>
                  <a:pt x="2316915" y="42548"/>
                </a:lnTo>
                <a:lnTo>
                  <a:pt x="2317040" y="42790"/>
                </a:lnTo>
                <a:lnTo>
                  <a:pt x="2317159" y="43036"/>
                </a:lnTo>
                <a:lnTo>
                  <a:pt x="2317272" y="43287"/>
                </a:lnTo>
                <a:lnTo>
                  <a:pt x="2317378" y="43542"/>
                </a:lnTo>
                <a:lnTo>
                  <a:pt x="2317477" y="43801"/>
                </a:lnTo>
                <a:lnTo>
                  <a:pt x="2317571" y="44069"/>
                </a:lnTo>
                <a:lnTo>
                  <a:pt x="2317661" y="44351"/>
                </a:lnTo>
                <a:lnTo>
                  <a:pt x="2317747" y="44646"/>
                </a:lnTo>
                <a:lnTo>
                  <a:pt x="2317829" y="44956"/>
                </a:lnTo>
                <a:lnTo>
                  <a:pt x="2317907" y="45279"/>
                </a:lnTo>
                <a:lnTo>
                  <a:pt x="2317981" y="45617"/>
                </a:lnTo>
                <a:lnTo>
                  <a:pt x="2318052" y="45968"/>
                </a:lnTo>
                <a:lnTo>
                  <a:pt x="2318118" y="46333"/>
                </a:lnTo>
                <a:lnTo>
                  <a:pt x="2318180" y="46712"/>
                </a:lnTo>
                <a:lnTo>
                  <a:pt x="2318238" y="47105"/>
                </a:lnTo>
                <a:lnTo>
                  <a:pt x="2318292" y="47511"/>
                </a:lnTo>
                <a:lnTo>
                  <a:pt x="2318342" y="47932"/>
                </a:lnTo>
                <a:lnTo>
                  <a:pt x="2318388" y="48366"/>
                </a:lnTo>
                <a:lnTo>
                  <a:pt x="2318430" y="48814"/>
                </a:lnTo>
                <a:lnTo>
                  <a:pt x="2318468" y="49276"/>
                </a:lnTo>
                <a:lnTo>
                  <a:pt x="2318502" y="49752"/>
                </a:lnTo>
                <a:lnTo>
                  <a:pt x="2318532" y="50242"/>
                </a:lnTo>
                <a:lnTo>
                  <a:pt x="2318558" y="50746"/>
                </a:lnTo>
                <a:lnTo>
                  <a:pt x="2318580" y="51263"/>
                </a:lnTo>
                <a:lnTo>
                  <a:pt x="2318598" y="51795"/>
                </a:lnTo>
                <a:lnTo>
                  <a:pt x="2318612" y="52340"/>
                </a:lnTo>
                <a:lnTo>
                  <a:pt x="2318622" y="52899"/>
                </a:lnTo>
                <a:lnTo>
                  <a:pt x="2318628" y="53472"/>
                </a:lnTo>
                <a:lnTo>
                  <a:pt x="2318630" y="54059"/>
                </a:lnTo>
                <a:lnTo>
                  <a:pt x="2318630" y="98196"/>
                </a:lnTo>
                <a:lnTo>
                  <a:pt x="2330427" y="98196"/>
                </a:lnTo>
                <a:lnTo>
                  <a:pt x="2330427" y="50152"/>
                </a:lnTo>
                <a:lnTo>
                  <a:pt x="2330417" y="49164"/>
                </a:lnTo>
                <a:lnTo>
                  <a:pt x="2330388" y="48197"/>
                </a:lnTo>
                <a:lnTo>
                  <a:pt x="2330339" y="47251"/>
                </a:lnTo>
                <a:lnTo>
                  <a:pt x="2330271" y="46327"/>
                </a:lnTo>
                <a:lnTo>
                  <a:pt x="2330184" y="45425"/>
                </a:lnTo>
                <a:lnTo>
                  <a:pt x="2330077" y="44544"/>
                </a:lnTo>
                <a:lnTo>
                  <a:pt x="2329950" y="43685"/>
                </a:lnTo>
                <a:lnTo>
                  <a:pt x="2329804" y="42848"/>
                </a:lnTo>
                <a:lnTo>
                  <a:pt x="2329639" y="42032"/>
                </a:lnTo>
                <a:lnTo>
                  <a:pt x="2329454" y="41238"/>
                </a:lnTo>
                <a:lnTo>
                  <a:pt x="2329250" y="40466"/>
                </a:lnTo>
                <a:lnTo>
                  <a:pt x="2329026" y="39715"/>
                </a:lnTo>
                <a:lnTo>
                  <a:pt x="2328783" y="38986"/>
                </a:lnTo>
                <a:lnTo>
                  <a:pt x="2328521" y="38278"/>
                </a:lnTo>
                <a:lnTo>
                  <a:pt x="2328239" y="37592"/>
                </a:lnTo>
                <a:lnTo>
                  <a:pt x="2327937" y="36928"/>
                </a:lnTo>
                <a:lnTo>
                  <a:pt x="2327616" y="36285"/>
                </a:lnTo>
                <a:lnTo>
                  <a:pt x="2327276" y="35664"/>
                </a:lnTo>
                <a:lnTo>
                  <a:pt x="2326916" y="35064"/>
                </a:lnTo>
                <a:lnTo>
                  <a:pt x="2326537" y="34487"/>
                </a:lnTo>
                <a:lnTo>
                  <a:pt x="2326138" y="33930"/>
                </a:lnTo>
                <a:lnTo>
                  <a:pt x="2325720" y="33396"/>
                </a:lnTo>
                <a:lnTo>
                  <a:pt x="2325282" y="32883"/>
                </a:lnTo>
                <a:lnTo>
                  <a:pt x="2324825" y="32391"/>
                </a:lnTo>
                <a:lnTo>
                  <a:pt x="2324350" y="31921"/>
                </a:lnTo>
                <a:lnTo>
                  <a:pt x="2323858" y="31470"/>
                </a:lnTo>
                <a:lnTo>
                  <a:pt x="2323349" y="31040"/>
                </a:lnTo>
                <a:lnTo>
                  <a:pt x="2322824" y="30629"/>
                </a:lnTo>
                <a:lnTo>
                  <a:pt x="2322282" y="30239"/>
                </a:lnTo>
                <a:lnTo>
                  <a:pt x="2321724" y="29869"/>
                </a:lnTo>
                <a:lnTo>
                  <a:pt x="2321148" y="29518"/>
                </a:lnTo>
                <a:lnTo>
                  <a:pt x="2320556" y="29188"/>
                </a:lnTo>
                <a:lnTo>
                  <a:pt x="2319947" y="28877"/>
                </a:lnTo>
                <a:lnTo>
                  <a:pt x="2319322" y="28587"/>
                </a:lnTo>
                <a:lnTo>
                  <a:pt x="2318680" y="28317"/>
                </a:lnTo>
                <a:lnTo>
                  <a:pt x="2318021" y="28067"/>
                </a:lnTo>
                <a:lnTo>
                  <a:pt x="2317345" y="27836"/>
                </a:lnTo>
                <a:lnTo>
                  <a:pt x="2316653" y="27626"/>
                </a:lnTo>
                <a:lnTo>
                  <a:pt x="2315944" y="27436"/>
                </a:lnTo>
                <a:lnTo>
                  <a:pt x="2315218" y="27266"/>
                </a:lnTo>
                <a:lnTo>
                  <a:pt x="2314475" y="27115"/>
                </a:lnTo>
                <a:lnTo>
                  <a:pt x="2313716" y="26985"/>
                </a:lnTo>
                <a:lnTo>
                  <a:pt x="2312940" y="26875"/>
                </a:lnTo>
                <a:lnTo>
                  <a:pt x="2312148" y="26785"/>
                </a:lnTo>
                <a:lnTo>
                  <a:pt x="2311339" y="26715"/>
                </a:lnTo>
                <a:lnTo>
                  <a:pt x="2310513" y="26665"/>
                </a:lnTo>
                <a:lnTo>
                  <a:pt x="2309670" y="26635"/>
                </a:lnTo>
                <a:lnTo>
                  <a:pt x="2308811" y="26625"/>
                </a:lnTo>
                <a:lnTo>
                  <a:pt x="2307710" y="26646"/>
                </a:lnTo>
                <a:lnTo>
                  <a:pt x="2306627" y="26710"/>
                </a:lnTo>
                <a:lnTo>
                  <a:pt x="2305561" y="26815"/>
                </a:lnTo>
                <a:lnTo>
                  <a:pt x="2304512" y="26964"/>
                </a:lnTo>
                <a:lnTo>
                  <a:pt x="2303481" y="27154"/>
                </a:lnTo>
                <a:lnTo>
                  <a:pt x="2302467" y="27387"/>
                </a:lnTo>
                <a:lnTo>
                  <a:pt x="2301471" y="27662"/>
                </a:lnTo>
                <a:lnTo>
                  <a:pt x="2300492" y="27980"/>
                </a:lnTo>
                <a:lnTo>
                  <a:pt x="2299531" y="28339"/>
                </a:lnTo>
                <a:lnTo>
                  <a:pt x="2298586" y="28742"/>
                </a:lnTo>
                <a:lnTo>
                  <a:pt x="2297660" y="29186"/>
                </a:lnTo>
                <a:lnTo>
                  <a:pt x="2296750" y="29673"/>
                </a:lnTo>
                <a:lnTo>
                  <a:pt x="2295858" y="30202"/>
                </a:lnTo>
                <a:lnTo>
                  <a:pt x="2294984" y="30774"/>
                </a:lnTo>
                <a:lnTo>
                  <a:pt x="2294127" y="31387"/>
                </a:lnTo>
                <a:lnTo>
                  <a:pt x="2293287" y="32044"/>
                </a:lnTo>
                <a:lnTo>
                  <a:pt x="2292464" y="32742"/>
                </a:lnTo>
                <a:lnTo>
                  <a:pt x="2291659" y="33483"/>
                </a:lnTo>
                <a:lnTo>
                  <a:pt x="2290872" y="34266"/>
                </a:lnTo>
                <a:lnTo>
                  <a:pt x="2290101" y="35092"/>
                </a:lnTo>
                <a:lnTo>
                  <a:pt x="2289349" y="35959"/>
                </a:lnTo>
                <a:lnTo>
                  <a:pt x="2288613" y="36870"/>
                </a:lnTo>
                <a:lnTo>
                  <a:pt x="2287895" y="37822"/>
                </a:lnTo>
                <a:lnTo>
                  <a:pt x="2287194" y="38817"/>
                </a:lnTo>
                <a:lnTo>
                  <a:pt x="2287019" y="38341"/>
                </a:lnTo>
                <a:lnTo>
                  <a:pt x="2286833" y="37873"/>
                </a:lnTo>
                <a:lnTo>
                  <a:pt x="2286638" y="37415"/>
                </a:lnTo>
                <a:lnTo>
                  <a:pt x="2286432" y="36965"/>
                </a:lnTo>
                <a:lnTo>
                  <a:pt x="2286216" y="36524"/>
                </a:lnTo>
                <a:lnTo>
                  <a:pt x="2285990" y="36093"/>
                </a:lnTo>
                <a:lnTo>
                  <a:pt x="2285753" y="35670"/>
                </a:lnTo>
                <a:lnTo>
                  <a:pt x="2285506" y="35255"/>
                </a:lnTo>
                <a:lnTo>
                  <a:pt x="2285250" y="34850"/>
                </a:lnTo>
                <a:lnTo>
                  <a:pt x="2284983" y="34454"/>
                </a:lnTo>
                <a:lnTo>
                  <a:pt x="2284706" y="34066"/>
                </a:lnTo>
                <a:lnTo>
                  <a:pt x="2284418" y="33688"/>
                </a:lnTo>
                <a:lnTo>
                  <a:pt x="2284121" y="33318"/>
                </a:lnTo>
                <a:lnTo>
                  <a:pt x="2283813" y="32957"/>
                </a:lnTo>
                <a:lnTo>
                  <a:pt x="2283495" y="32605"/>
                </a:lnTo>
                <a:lnTo>
                  <a:pt x="2283167" y="32262"/>
                </a:lnTo>
                <a:lnTo>
                  <a:pt x="2282829" y="31928"/>
                </a:lnTo>
                <a:lnTo>
                  <a:pt x="2282480" y="31603"/>
                </a:lnTo>
                <a:lnTo>
                  <a:pt x="2282122" y="31287"/>
                </a:lnTo>
                <a:lnTo>
                  <a:pt x="2281753" y="30979"/>
                </a:lnTo>
                <a:lnTo>
                  <a:pt x="2281374" y="30680"/>
                </a:lnTo>
                <a:lnTo>
                  <a:pt x="2280985" y="30391"/>
                </a:lnTo>
                <a:lnTo>
                  <a:pt x="2280585" y="30110"/>
                </a:lnTo>
                <a:lnTo>
                  <a:pt x="2280176" y="29838"/>
                </a:lnTo>
                <a:lnTo>
                  <a:pt x="2279756" y="29576"/>
                </a:lnTo>
                <a:lnTo>
                  <a:pt x="2279327" y="29325"/>
                </a:lnTo>
                <a:lnTo>
                  <a:pt x="2278888" y="29085"/>
                </a:lnTo>
                <a:lnTo>
                  <a:pt x="2278439" y="28856"/>
                </a:lnTo>
                <a:lnTo>
                  <a:pt x="2277981" y="28638"/>
                </a:lnTo>
                <a:lnTo>
                  <a:pt x="2277513" y="28432"/>
                </a:lnTo>
                <a:lnTo>
                  <a:pt x="2277035" y="28237"/>
                </a:lnTo>
                <a:lnTo>
                  <a:pt x="2276547" y="28053"/>
                </a:lnTo>
                <a:lnTo>
                  <a:pt x="2276050" y="27880"/>
                </a:lnTo>
                <a:lnTo>
                  <a:pt x="2275543" y="27718"/>
                </a:lnTo>
                <a:lnTo>
                  <a:pt x="2275026" y="27568"/>
                </a:lnTo>
                <a:lnTo>
                  <a:pt x="2274500" y="27428"/>
                </a:lnTo>
                <a:lnTo>
                  <a:pt x="2273964" y="27300"/>
                </a:lnTo>
                <a:lnTo>
                  <a:pt x="2273418" y="27183"/>
                </a:lnTo>
                <a:lnTo>
                  <a:pt x="2272862" y="27077"/>
                </a:lnTo>
                <a:lnTo>
                  <a:pt x="2272297" y="26982"/>
                </a:lnTo>
                <a:lnTo>
                  <a:pt x="2271721" y="26898"/>
                </a:lnTo>
                <a:lnTo>
                  <a:pt x="2271137" y="26826"/>
                </a:lnTo>
                <a:lnTo>
                  <a:pt x="2270542" y="26764"/>
                </a:lnTo>
                <a:lnTo>
                  <a:pt x="2269938" y="26714"/>
                </a:lnTo>
                <a:lnTo>
                  <a:pt x="2269324" y="26675"/>
                </a:lnTo>
                <a:lnTo>
                  <a:pt x="2268700" y="26647"/>
                </a:lnTo>
                <a:lnTo>
                  <a:pt x="2268067" y="26630"/>
                </a:lnTo>
                <a:lnTo>
                  <a:pt x="2267423" y="26625"/>
                </a:lnTo>
                <a:lnTo>
                  <a:pt x="2266844" y="26630"/>
                </a:lnTo>
                <a:lnTo>
                  <a:pt x="2266270" y="26647"/>
                </a:lnTo>
                <a:lnTo>
                  <a:pt x="2265701" y="26674"/>
                </a:lnTo>
                <a:lnTo>
                  <a:pt x="2265137" y="26711"/>
                </a:lnTo>
                <a:lnTo>
                  <a:pt x="2264578" y="26760"/>
                </a:lnTo>
                <a:lnTo>
                  <a:pt x="2264025" y="26819"/>
                </a:lnTo>
                <a:lnTo>
                  <a:pt x="2263477" y="26890"/>
                </a:lnTo>
                <a:lnTo>
                  <a:pt x="2262935" y="26971"/>
                </a:lnTo>
                <a:lnTo>
                  <a:pt x="2262397" y="27063"/>
                </a:lnTo>
                <a:lnTo>
                  <a:pt x="2261865" y="27165"/>
                </a:lnTo>
                <a:lnTo>
                  <a:pt x="2261338" y="27279"/>
                </a:lnTo>
                <a:lnTo>
                  <a:pt x="2260817" y="27403"/>
                </a:lnTo>
                <a:lnTo>
                  <a:pt x="2260300" y="27538"/>
                </a:lnTo>
                <a:lnTo>
                  <a:pt x="2259789" y="27684"/>
                </a:lnTo>
                <a:lnTo>
                  <a:pt x="2259283" y="27840"/>
                </a:lnTo>
                <a:lnTo>
                  <a:pt x="2258783" y="28008"/>
                </a:lnTo>
                <a:lnTo>
                  <a:pt x="2258287" y="28186"/>
                </a:lnTo>
                <a:lnTo>
                  <a:pt x="2257797" y="28375"/>
                </a:lnTo>
                <a:lnTo>
                  <a:pt x="2257313" y="28575"/>
                </a:lnTo>
                <a:lnTo>
                  <a:pt x="2256833" y="28786"/>
                </a:lnTo>
                <a:lnTo>
                  <a:pt x="2256359" y="29007"/>
                </a:lnTo>
                <a:lnTo>
                  <a:pt x="2255890" y="29240"/>
                </a:lnTo>
                <a:lnTo>
                  <a:pt x="2255426" y="29483"/>
                </a:lnTo>
                <a:lnTo>
                  <a:pt x="2254968" y="29737"/>
                </a:lnTo>
                <a:lnTo>
                  <a:pt x="2254516" y="30000"/>
                </a:lnTo>
                <a:lnTo>
                  <a:pt x="2254071" y="30269"/>
                </a:lnTo>
                <a:lnTo>
                  <a:pt x="2253634" y="30546"/>
                </a:lnTo>
                <a:lnTo>
                  <a:pt x="2253205" y="30830"/>
                </a:lnTo>
                <a:lnTo>
                  <a:pt x="2252783" y="31120"/>
                </a:lnTo>
                <a:lnTo>
                  <a:pt x="2252369" y="31418"/>
                </a:lnTo>
                <a:lnTo>
                  <a:pt x="2251962" y="31722"/>
                </a:lnTo>
                <a:lnTo>
                  <a:pt x="2251563" y="32034"/>
                </a:lnTo>
                <a:lnTo>
                  <a:pt x="2251171" y="32352"/>
                </a:lnTo>
                <a:lnTo>
                  <a:pt x="2250787" y="32677"/>
                </a:lnTo>
                <a:lnTo>
                  <a:pt x="2250410" y="33009"/>
                </a:lnTo>
                <a:lnTo>
                  <a:pt x="2250041" y="33349"/>
                </a:lnTo>
                <a:lnTo>
                  <a:pt x="2249680" y="33695"/>
                </a:lnTo>
                <a:lnTo>
                  <a:pt x="2249326" y="34048"/>
                </a:lnTo>
                <a:lnTo>
                  <a:pt x="2248980" y="34408"/>
                </a:lnTo>
                <a:lnTo>
                  <a:pt x="2248641" y="34775"/>
                </a:lnTo>
                <a:lnTo>
                  <a:pt x="2248310" y="35149"/>
                </a:lnTo>
                <a:lnTo>
                  <a:pt x="2247986" y="35529"/>
                </a:lnTo>
                <a:lnTo>
                  <a:pt x="2247670" y="35917"/>
                </a:lnTo>
                <a:lnTo>
                  <a:pt x="2247361" y="36312"/>
                </a:lnTo>
                <a:lnTo>
                  <a:pt x="2247060" y="36714"/>
                </a:lnTo>
                <a:lnTo>
                  <a:pt x="2246767" y="37122"/>
                </a:lnTo>
                <a:lnTo>
                  <a:pt x="2246481" y="37538"/>
                </a:lnTo>
                <a:lnTo>
                  <a:pt x="2246203" y="37960"/>
                </a:lnTo>
                <a:lnTo>
                  <a:pt x="2246203" y="28207"/>
                </a:lnTo>
                <a:lnTo>
                  <a:pt x="2235592" y="28207"/>
                </a:lnTo>
                <a:lnTo>
                  <a:pt x="2235592" y="98196"/>
                </a:lnTo>
                <a:lnTo>
                  <a:pt x="2247455" y="98196"/>
                </a:lnTo>
                <a:lnTo>
                  <a:pt x="2247455" y="61844"/>
                </a:lnTo>
                <a:lnTo>
                  <a:pt x="2247458" y="61055"/>
                </a:lnTo>
                <a:lnTo>
                  <a:pt x="2247468" y="60281"/>
                </a:lnTo>
                <a:lnTo>
                  <a:pt x="2247485" y="59523"/>
                </a:lnTo>
                <a:close/>
                <a:moveTo>
                  <a:pt x="1254499" y="78583"/>
                </a:moveTo>
                <a:lnTo>
                  <a:pt x="1254238" y="79126"/>
                </a:lnTo>
                <a:lnTo>
                  <a:pt x="1253969" y="79655"/>
                </a:lnTo>
                <a:lnTo>
                  <a:pt x="1253694" y="80170"/>
                </a:lnTo>
                <a:lnTo>
                  <a:pt x="1253413" y="80671"/>
                </a:lnTo>
                <a:lnTo>
                  <a:pt x="1253125" y="81158"/>
                </a:lnTo>
                <a:lnTo>
                  <a:pt x="1252830" y="81631"/>
                </a:lnTo>
                <a:lnTo>
                  <a:pt x="1252528" y="82090"/>
                </a:lnTo>
                <a:lnTo>
                  <a:pt x="1252220" y="82534"/>
                </a:lnTo>
                <a:lnTo>
                  <a:pt x="1251905" y="82965"/>
                </a:lnTo>
                <a:lnTo>
                  <a:pt x="1251584" y="83382"/>
                </a:lnTo>
                <a:lnTo>
                  <a:pt x="1251256" y="83784"/>
                </a:lnTo>
                <a:lnTo>
                  <a:pt x="1250921" y="84173"/>
                </a:lnTo>
                <a:lnTo>
                  <a:pt x="1250580" y="84547"/>
                </a:lnTo>
                <a:lnTo>
                  <a:pt x="1250232" y="84907"/>
                </a:lnTo>
                <a:lnTo>
                  <a:pt x="1249878" y="85254"/>
                </a:lnTo>
                <a:lnTo>
                  <a:pt x="1249516" y="85586"/>
                </a:lnTo>
                <a:lnTo>
                  <a:pt x="1249148" y="85904"/>
                </a:lnTo>
                <a:lnTo>
                  <a:pt x="1248774" y="86208"/>
                </a:lnTo>
                <a:lnTo>
                  <a:pt x="1248393" y="86498"/>
                </a:lnTo>
                <a:lnTo>
                  <a:pt x="1248005" y="86775"/>
                </a:lnTo>
                <a:lnTo>
                  <a:pt x="1247611" y="87040"/>
                </a:lnTo>
                <a:lnTo>
                  <a:pt x="1247210" y="87294"/>
                </a:lnTo>
                <a:lnTo>
                  <a:pt x="1246802" y="87535"/>
                </a:lnTo>
                <a:lnTo>
                  <a:pt x="1246388" y="87765"/>
                </a:lnTo>
                <a:lnTo>
                  <a:pt x="1245967" y="87983"/>
                </a:lnTo>
                <a:lnTo>
                  <a:pt x="1245539" y="88189"/>
                </a:lnTo>
                <a:lnTo>
                  <a:pt x="1245105" y="88384"/>
                </a:lnTo>
                <a:lnTo>
                  <a:pt x="1244664" y="88566"/>
                </a:lnTo>
                <a:lnTo>
                  <a:pt x="1244217" y="88737"/>
                </a:lnTo>
                <a:lnTo>
                  <a:pt x="1243763" y="88896"/>
                </a:lnTo>
                <a:lnTo>
                  <a:pt x="1243302" y="89044"/>
                </a:lnTo>
                <a:lnTo>
                  <a:pt x="1242834" y="89179"/>
                </a:lnTo>
                <a:lnTo>
                  <a:pt x="1242360" y="89303"/>
                </a:lnTo>
                <a:lnTo>
                  <a:pt x="1241880" y="89415"/>
                </a:lnTo>
                <a:lnTo>
                  <a:pt x="1241393" y="89515"/>
                </a:lnTo>
                <a:lnTo>
                  <a:pt x="1240899" y="89603"/>
                </a:lnTo>
                <a:lnTo>
                  <a:pt x="1240398" y="89680"/>
                </a:lnTo>
                <a:lnTo>
                  <a:pt x="1239891" y="89745"/>
                </a:lnTo>
                <a:lnTo>
                  <a:pt x="1239377" y="89798"/>
                </a:lnTo>
                <a:lnTo>
                  <a:pt x="1238856" y="89839"/>
                </a:lnTo>
                <a:lnTo>
                  <a:pt x="1238329" y="89868"/>
                </a:lnTo>
                <a:lnTo>
                  <a:pt x="1237796" y="89886"/>
                </a:lnTo>
                <a:lnTo>
                  <a:pt x="1237255" y="89892"/>
                </a:lnTo>
                <a:lnTo>
                  <a:pt x="1236530" y="89881"/>
                </a:lnTo>
                <a:lnTo>
                  <a:pt x="1235815" y="89850"/>
                </a:lnTo>
                <a:lnTo>
                  <a:pt x="1235109" y="89797"/>
                </a:lnTo>
                <a:lnTo>
                  <a:pt x="1234414" y="89722"/>
                </a:lnTo>
                <a:lnTo>
                  <a:pt x="1233729" y="89627"/>
                </a:lnTo>
                <a:lnTo>
                  <a:pt x="1233054" y="89510"/>
                </a:lnTo>
                <a:lnTo>
                  <a:pt x="1232389" y="89372"/>
                </a:lnTo>
                <a:lnTo>
                  <a:pt x="1231734" y="89213"/>
                </a:lnTo>
                <a:lnTo>
                  <a:pt x="1231089" y="89032"/>
                </a:lnTo>
                <a:lnTo>
                  <a:pt x="1230454" y="88831"/>
                </a:lnTo>
                <a:lnTo>
                  <a:pt x="1229830" y="88608"/>
                </a:lnTo>
                <a:lnTo>
                  <a:pt x="1229215" y="88364"/>
                </a:lnTo>
                <a:lnTo>
                  <a:pt x="1228610" y="88099"/>
                </a:lnTo>
                <a:lnTo>
                  <a:pt x="1228016" y="87812"/>
                </a:lnTo>
                <a:lnTo>
                  <a:pt x="1227432" y="87504"/>
                </a:lnTo>
                <a:lnTo>
                  <a:pt x="1226857" y="87175"/>
                </a:lnTo>
                <a:lnTo>
                  <a:pt x="1226293" y="86825"/>
                </a:lnTo>
                <a:lnTo>
                  <a:pt x="1225739" y="86454"/>
                </a:lnTo>
                <a:lnTo>
                  <a:pt x="1225194" y="86061"/>
                </a:lnTo>
                <a:lnTo>
                  <a:pt x="1224660" y="85647"/>
                </a:lnTo>
                <a:lnTo>
                  <a:pt x="1224136" y="85212"/>
                </a:lnTo>
                <a:lnTo>
                  <a:pt x="1223622" y="84756"/>
                </a:lnTo>
                <a:lnTo>
                  <a:pt x="1223119" y="84278"/>
                </a:lnTo>
                <a:lnTo>
                  <a:pt x="1222625" y="83780"/>
                </a:lnTo>
                <a:lnTo>
                  <a:pt x="1222145" y="83261"/>
                </a:lnTo>
                <a:lnTo>
                  <a:pt x="1221683" y="82723"/>
                </a:lnTo>
                <a:lnTo>
                  <a:pt x="1221240" y="82167"/>
                </a:lnTo>
                <a:lnTo>
                  <a:pt x="1220814" y="81592"/>
                </a:lnTo>
                <a:lnTo>
                  <a:pt x="1220407" y="80999"/>
                </a:lnTo>
                <a:lnTo>
                  <a:pt x="1220017" y="80387"/>
                </a:lnTo>
                <a:lnTo>
                  <a:pt x="1219646" y="79756"/>
                </a:lnTo>
                <a:lnTo>
                  <a:pt x="1219293" y="79106"/>
                </a:lnTo>
                <a:lnTo>
                  <a:pt x="1218958" y="78437"/>
                </a:lnTo>
                <a:lnTo>
                  <a:pt x="1218641" y="77750"/>
                </a:lnTo>
                <a:lnTo>
                  <a:pt x="1218342" y="77045"/>
                </a:lnTo>
                <a:lnTo>
                  <a:pt x="1218061" y="76320"/>
                </a:lnTo>
                <a:lnTo>
                  <a:pt x="1217798" y="75577"/>
                </a:lnTo>
                <a:lnTo>
                  <a:pt x="1217553" y="74815"/>
                </a:lnTo>
                <a:lnTo>
                  <a:pt x="1217327" y="74034"/>
                </a:lnTo>
                <a:lnTo>
                  <a:pt x="1217118" y="73235"/>
                </a:lnTo>
                <a:lnTo>
                  <a:pt x="1216928" y="72417"/>
                </a:lnTo>
                <a:lnTo>
                  <a:pt x="1216755" y="71580"/>
                </a:lnTo>
                <a:lnTo>
                  <a:pt x="1216601" y="70725"/>
                </a:lnTo>
                <a:lnTo>
                  <a:pt x="1216465" y="69851"/>
                </a:lnTo>
                <a:lnTo>
                  <a:pt x="1216346" y="68958"/>
                </a:lnTo>
                <a:lnTo>
                  <a:pt x="1216246" y="68046"/>
                </a:lnTo>
                <a:lnTo>
                  <a:pt x="1216164" y="67116"/>
                </a:lnTo>
                <a:lnTo>
                  <a:pt x="1216100" y="66167"/>
                </a:lnTo>
                <a:lnTo>
                  <a:pt x="1268296" y="66167"/>
                </a:lnTo>
                <a:lnTo>
                  <a:pt x="1268301" y="65993"/>
                </a:lnTo>
                <a:lnTo>
                  <a:pt x="1268306" y="65823"/>
                </a:lnTo>
                <a:lnTo>
                  <a:pt x="1268311" y="65657"/>
                </a:lnTo>
                <a:lnTo>
                  <a:pt x="1268316" y="65495"/>
                </a:lnTo>
                <a:lnTo>
                  <a:pt x="1268320" y="65336"/>
                </a:lnTo>
                <a:lnTo>
                  <a:pt x="1268325" y="65180"/>
                </a:lnTo>
                <a:lnTo>
                  <a:pt x="1268329" y="65029"/>
                </a:lnTo>
                <a:lnTo>
                  <a:pt x="1268332" y="64881"/>
                </a:lnTo>
                <a:lnTo>
                  <a:pt x="1268336" y="64736"/>
                </a:lnTo>
                <a:lnTo>
                  <a:pt x="1268339" y="64596"/>
                </a:lnTo>
                <a:lnTo>
                  <a:pt x="1268342" y="64459"/>
                </a:lnTo>
                <a:lnTo>
                  <a:pt x="1268345" y="64325"/>
                </a:lnTo>
                <a:lnTo>
                  <a:pt x="1268348" y="64195"/>
                </a:lnTo>
                <a:lnTo>
                  <a:pt x="1268350" y="64069"/>
                </a:lnTo>
                <a:lnTo>
                  <a:pt x="1268352" y="63947"/>
                </a:lnTo>
                <a:lnTo>
                  <a:pt x="1268354" y="63828"/>
                </a:lnTo>
                <a:lnTo>
                  <a:pt x="1268356" y="63713"/>
                </a:lnTo>
                <a:lnTo>
                  <a:pt x="1268357" y="63602"/>
                </a:lnTo>
                <a:lnTo>
                  <a:pt x="1268359" y="63494"/>
                </a:lnTo>
                <a:lnTo>
                  <a:pt x="1268360" y="63390"/>
                </a:lnTo>
                <a:lnTo>
                  <a:pt x="1268361" y="63289"/>
                </a:lnTo>
                <a:lnTo>
                  <a:pt x="1268361" y="63192"/>
                </a:lnTo>
                <a:lnTo>
                  <a:pt x="1268361" y="63099"/>
                </a:lnTo>
                <a:lnTo>
                  <a:pt x="1268362" y="63010"/>
                </a:lnTo>
                <a:lnTo>
                  <a:pt x="1268346" y="61581"/>
                </a:lnTo>
                <a:lnTo>
                  <a:pt x="1268300" y="60180"/>
                </a:lnTo>
                <a:lnTo>
                  <a:pt x="1268223" y="58805"/>
                </a:lnTo>
                <a:lnTo>
                  <a:pt x="1268114" y="57457"/>
                </a:lnTo>
                <a:lnTo>
                  <a:pt x="1267975" y="56137"/>
                </a:lnTo>
                <a:lnTo>
                  <a:pt x="1267806" y="54843"/>
                </a:lnTo>
                <a:lnTo>
                  <a:pt x="1267605" y="53576"/>
                </a:lnTo>
                <a:lnTo>
                  <a:pt x="1267373" y="52337"/>
                </a:lnTo>
                <a:lnTo>
                  <a:pt x="1267110" y="51124"/>
                </a:lnTo>
                <a:lnTo>
                  <a:pt x="1266817" y="49938"/>
                </a:lnTo>
                <a:lnTo>
                  <a:pt x="1266493" y="48779"/>
                </a:lnTo>
                <a:lnTo>
                  <a:pt x="1266137" y="47647"/>
                </a:lnTo>
                <a:lnTo>
                  <a:pt x="1265751" y="46542"/>
                </a:lnTo>
                <a:lnTo>
                  <a:pt x="1265334" y="45464"/>
                </a:lnTo>
                <a:lnTo>
                  <a:pt x="1264886" y="44413"/>
                </a:lnTo>
                <a:lnTo>
                  <a:pt x="1264407" y="43389"/>
                </a:lnTo>
                <a:lnTo>
                  <a:pt x="1263898" y="42392"/>
                </a:lnTo>
                <a:lnTo>
                  <a:pt x="1263357" y="41421"/>
                </a:lnTo>
                <a:lnTo>
                  <a:pt x="1262786" y="40478"/>
                </a:lnTo>
                <a:lnTo>
                  <a:pt x="1262183" y="39562"/>
                </a:lnTo>
                <a:lnTo>
                  <a:pt x="1261550" y="38673"/>
                </a:lnTo>
                <a:lnTo>
                  <a:pt x="1260886" y="37810"/>
                </a:lnTo>
                <a:lnTo>
                  <a:pt x="1260191" y="36975"/>
                </a:lnTo>
                <a:lnTo>
                  <a:pt x="1259465" y="36166"/>
                </a:lnTo>
                <a:lnTo>
                  <a:pt x="1258714" y="35388"/>
                </a:lnTo>
                <a:lnTo>
                  <a:pt x="1257946" y="34642"/>
                </a:lnTo>
                <a:lnTo>
                  <a:pt x="1257160" y="33930"/>
                </a:lnTo>
                <a:lnTo>
                  <a:pt x="1256356" y="33251"/>
                </a:lnTo>
                <a:lnTo>
                  <a:pt x="1255534" y="32605"/>
                </a:lnTo>
                <a:lnTo>
                  <a:pt x="1254695" y="31992"/>
                </a:lnTo>
                <a:lnTo>
                  <a:pt x="1253837" y="31412"/>
                </a:lnTo>
                <a:lnTo>
                  <a:pt x="1252962" y="30866"/>
                </a:lnTo>
                <a:lnTo>
                  <a:pt x="1252069" y="30352"/>
                </a:lnTo>
                <a:lnTo>
                  <a:pt x="1251158" y="29872"/>
                </a:lnTo>
                <a:lnTo>
                  <a:pt x="1250229" y="29424"/>
                </a:lnTo>
                <a:lnTo>
                  <a:pt x="1249283" y="29010"/>
                </a:lnTo>
                <a:lnTo>
                  <a:pt x="1248318" y="28629"/>
                </a:lnTo>
                <a:lnTo>
                  <a:pt x="1247336" y="28281"/>
                </a:lnTo>
                <a:lnTo>
                  <a:pt x="1246335" y="27967"/>
                </a:lnTo>
                <a:lnTo>
                  <a:pt x="1245317" y="27685"/>
                </a:lnTo>
                <a:lnTo>
                  <a:pt x="1244281" y="27437"/>
                </a:lnTo>
                <a:lnTo>
                  <a:pt x="1243228" y="27221"/>
                </a:lnTo>
                <a:lnTo>
                  <a:pt x="1242156" y="27039"/>
                </a:lnTo>
                <a:lnTo>
                  <a:pt x="1241067" y="26890"/>
                </a:lnTo>
                <a:lnTo>
                  <a:pt x="1239959" y="26774"/>
                </a:lnTo>
                <a:lnTo>
                  <a:pt x="1238834" y="26691"/>
                </a:lnTo>
                <a:lnTo>
                  <a:pt x="1237691" y="26641"/>
                </a:lnTo>
                <a:lnTo>
                  <a:pt x="1236530" y="26625"/>
                </a:lnTo>
                <a:lnTo>
                  <a:pt x="1235331" y="26642"/>
                </a:lnTo>
                <a:lnTo>
                  <a:pt x="1234151" y="26693"/>
                </a:lnTo>
                <a:lnTo>
                  <a:pt x="1232990" y="26777"/>
                </a:lnTo>
                <a:lnTo>
                  <a:pt x="1231848" y="26896"/>
                </a:lnTo>
                <a:lnTo>
                  <a:pt x="1230724" y="27048"/>
                </a:lnTo>
                <a:lnTo>
                  <a:pt x="1229619" y="27235"/>
                </a:lnTo>
                <a:lnTo>
                  <a:pt x="1228532" y="27455"/>
                </a:lnTo>
                <a:lnTo>
                  <a:pt x="1227465" y="27709"/>
                </a:lnTo>
                <a:lnTo>
                  <a:pt x="1226416" y="27997"/>
                </a:lnTo>
                <a:lnTo>
                  <a:pt x="1225386" y="28318"/>
                </a:lnTo>
                <a:lnTo>
                  <a:pt x="1224375" y="28674"/>
                </a:lnTo>
                <a:lnTo>
                  <a:pt x="1223383" y="29063"/>
                </a:lnTo>
                <a:lnTo>
                  <a:pt x="1222409" y="29487"/>
                </a:lnTo>
                <a:lnTo>
                  <a:pt x="1221454" y="29944"/>
                </a:lnTo>
                <a:lnTo>
                  <a:pt x="1220518" y="30435"/>
                </a:lnTo>
                <a:lnTo>
                  <a:pt x="1219600" y="30960"/>
                </a:lnTo>
                <a:lnTo>
                  <a:pt x="1218702" y="31519"/>
                </a:lnTo>
                <a:lnTo>
                  <a:pt x="1217822" y="32111"/>
                </a:lnTo>
                <a:lnTo>
                  <a:pt x="1216961" y="32738"/>
                </a:lnTo>
                <a:lnTo>
                  <a:pt x="1216119" y="33398"/>
                </a:lnTo>
                <a:lnTo>
                  <a:pt x="1215295" y="34093"/>
                </a:lnTo>
                <a:lnTo>
                  <a:pt x="1214490" y="34821"/>
                </a:lnTo>
                <a:lnTo>
                  <a:pt x="1213704" y="35583"/>
                </a:lnTo>
                <a:lnTo>
                  <a:pt x="1212937" y="36379"/>
                </a:lnTo>
                <a:lnTo>
                  <a:pt x="1212195" y="37205"/>
                </a:lnTo>
                <a:lnTo>
                  <a:pt x="1211484" y="38059"/>
                </a:lnTo>
                <a:lnTo>
                  <a:pt x="1210805" y="38941"/>
                </a:lnTo>
                <a:lnTo>
                  <a:pt x="1210158" y="39850"/>
                </a:lnTo>
                <a:lnTo>
                  <a:pt x="1209542" y="40786"/>
                </a:lnTo>
                <a:lnTo>
                  <a:pt x="1208958" y="41750"/>
                </a:lnTo>
                <a:lnTo>
                  <a:pt x="1208405" y="42741"/>
                </a:lnTo>
                <a:lnTo>
                  <a:pt x="1207884" y="43760"/>
                </a:lnTo>
                <a:lnTo>
                  <a:pt x="1207395" y="44806"/>
                </a:lnTo>
                <a:lnTo>
                  <a:pt x="1206937" y="45880"/>
                </a:lnTo>
                <a:lnTo>
                  <a:pt x="1206511" y="46981"/>
                </a:lnTo>
                <a:lnTo>
                  <a:pt x="1206116" y="48109"/>
                </a:lnTo>
                <a:lnTo>
                  <a:pt x="1205753" y="49265"/>
                </a:lnTo>
                <a:lnTo>
                  <a:pt x="1205421" y="50449"/>
                </a:lnTo>
                <a:lnTo>
                  <a:pt x="1205121" y="51660"/>
                </a:lnTo>
                <a:lnTo>
                  <a:pt x="1204853" y="52898"/>
                </a:lnTo>
                <a:lnTo>
                  <a:pt x="1204616" y="54164"/>
                </a:lnTo>
                <a:lnTo>
                  <a:pt x="1204411" y="55458"/>
                </a:lnTo>
                <a:lnTo>
                  <a:pt x="1204237" y="56778"/>
                </a:lnTo>
                <a:lnTo>
                  <a:pt x="1204095" y="58127"/>
                </a:lnTo>
                <a:lnTo>
                  <a:pt x="1203984" y="59502"/>
                </a:lnTo>
                <a:lnTo>
                  <a:pt x="1203905" y="60906"/>
                </a:lnTo>
                <a:lnTo>
                  <a:pt x="1203858" y="62336"/>
                </a:lnTo>
                <a:lnTo>
                  <a:pt x="1203842" y="63794"/>
                </a:lnTo>
                <a:lnTo>
                  <a:pt x="1203858" y="65204"/>
                </a:lnTo>
                <a:lnTo>
                  <a:pt x="1203905" y="66586"/>
                </a:lnTo>
                <a:lnTo>
                  <a:pt x="1203983" y="67943"/>
                </a:lnTo>
                <a:lnTo>
                  <a:pt x="1204092" y="69273"/>
                </a:lnTo>
                <a:lnTo>
                  <a:pt x="1204233" y="70576"/>
                </a:lnTo>
                <a:lnTo>
                  <a:pt x="1204405" y="71853"/>
                </a:lnTo>
                <a:lnTo>
                  <a:pt x="1204608" y="73104"/>
                </a:lnTo>
                <a:lnTo>
                  <a:pt x="1204842" y="74328"/>
                </a:lnTo>
                <a:lnTo>
                  <a:pt x="1205107" y="75526"/>
                </a:lnTo>
                <a:lnTo>
                  <a:pt x="1205404" y="76697"/>
                </a:lnTo>
                <a:lnTo>
                  <a:pt x="1205732" y="77842"/>
                </a:lnTo>
                <a:lnTo>
                  <a:pt x="1206091" y="78960"/>
                </a:lnTo>
                <a:lnTo>
                  <a:pt x="1206482" y="80052"/>
                </a:lnTo>
                <a:lnTo>
                  <a:pt x="1206903" y="81118"/>
                </a:lnTo>
                <a:lnTo>
                  <a:pt x="1207356" y="82157"/>
                </a:lnTo>
                <a:lnTo>
                  <a:pt x="1207840" y="83170"/>
                </a:lnTo>
                <a:lnTo>
                  <a:pt x="1208356" y="84156"/>
                </a:lnTo>
                <a:lnTo>
                  <a:pt x="1208902" y="85116"/>
                </a:lnTo>
                <a:lnTo>
                  <a:pt x="1209480" y="86050"/>
                </a:lnTo>
                <a:lnTo>
                  <a:pt x="1210089" y="86957"/>
                </a:lnTo>
                <a:lnTo>
                  <a:pt x="1210730" y="87837"/>
                </a:lnTo>
                <a:lnTo>
                  <a:pt x="1211401" y="88691"/>
                </a:lnTo>
                <a:lnTo>
                  <a:pt x="1212104" y="89519"/>
                </a:lnTo>
                <a:lnTo>
                  <a:pt x="1212838" y="90320"/>
                </a:lnTo>
                <a:lnTo>
                  <a:pt x="1213599" y="91092"/>
                </a:lnTo>
                <a:lnTo>
                  <a:pt x="1214382" y="91831"/>
                </a:lnTo>
                <a:lnTo>
                  <a:pt x="1215186" y="92537"/>
                </a:lnTo>
                <a:lnTo>
                  <a:pt x="1216013" y="93210"/>
                </a:lnTo>
                <a:lnTo>
                  <a:pt x="1216862" y="93850"/>
                </a:lnTo>
                <a:lnTo>
                  <a:pt x="1217733" y="94458"/>
                </a:lnTo>
                <a:lnTo>
                  <a:pt x="1218627" y="95033"/>
                </a:lnTo>
                <a:lnTo>
                  <a:pt x="1219542" y="95574"/>
                </a:lnTo>
                <a:lnTo>
                  <a:pt x="1220479" y="96083"/>
                </a:lnTo>
                <a:lnTo>
                  <a:pt x="1221439" y="96559"/>
                </a:lnTo>
                <a:lnTo>
                  <a:pt x="1222420" y="97003"/>
                </a:lnTo>
                <a:lnTo>
                  <a:pt x="1223424" y="97413"/>
                </a:lnTo>
                <a:lnTo>
                  <a:pt x="1224449" y="97791"/>
                </a:lnTo>
                <a:lnTo>
                  <a:pt x="1225497" y="98136"/>
                </a:lnTo>
                <a:lnTo>
                  <a:pt x="1226567" y="98448"/>
                </a:lnTo>
                <a:lnTo>
                  <a:pt x="1227659" y="98727"/>
                </a:lnTo>
                <a:lnTo>
                  <a:pt x="1228773" y="98973"/>
                </a:lnTo>
                <a:lnTo>
                  <a:pt x="1229909" y="99186"/>
                </a:lnTo>
                <a:lnTo>
                  <a:pt x="1231067" y="99367"/>
                </a:lnTo>
                <a:lnTo>
                  <a:pt x="1232248" y="99515"/>
                </a:lnTo>
                <a:lnTo>
                  <a:pt x="1233450" y="99630"/>
                </a:lnTo>
                <a:lnTo>
                  <a:pt x="1234674" y="99712"/>
                </a:lnTo>
                <a:lnTo>
                  <a:pt x="1235921" y="99761"/>
                </a:lnTo>
                <a:lnTo>
                  <a:pt x="1237189" y="99778"/>
                </a:lnTo>
                <a:lnTo>
                  <a:pt x="1238198" y="99767"/>
                </a:lnTo>
                <a:lnTo>
                  <a:pt x="1239191" y="99736"/>
                </a:lnTo>
                <a:lnTo>
                  <a:pt x="1240169" y="99685"/>
                </a:lnTo>
                <a:lnTo>
                  <a:pt x="1241133" y="99613"/>
                </a:lnTo>
                <a:lnTo>
                  <a:pt x="1242081" y="99520"/>
                </a:lnTo>
                <a:lnTo>
                  <a:pt x="1243014" y="99407"/>
                </a:lnTo>
                <a:lnTo>
                  <a:pt x="1243931" y="99273"/>
                </a:lnTo>
                <a:lnTo>
                  <a:pt x="1244834" y="99119"/>
                </a:lnTo>
                <a:lnTo>
                  <a:pt x="1245722" y="98943"/>
                </a:lnTo>
                <a:lnTo>
                  <a:pt x="1246594" y="98748"/>
                </a:lnTo>
                <a:lnTo>
                  <a:pt x="1247452" y="98532"/>
                </a:lnTo>
                <a:lnTo>
                  <a:pt x="1248294" y="98295"/>
                </a:lnTo>
                <a:lnTo>
                  <a:pt x="1249121" y="98037"/>
                </a:lnTo>
                <a:lnTo>
                  <a:pt x="1249933" y="97759"/>
                </a:lnTo>
                <a:lnTo>
                  <a:pt x="1250730" y="97461"/>
                </a:lnTo>
                <a:lnTo>
                  <a:pt x="1251512" y="97141"/>
                </a:lnTo>
                <a:lnTo>
                  <a:pt x="1252279" y="96802"/>
                </a:lnTo>
                <a:lnTo>
                  <a:pt x="1253031" y="96441"/>
                </a:lnTo>
                <a:lnTo>
                  <a:pt x="1253767" y="96060"/>
                </a:lnTo>
                <a:lnTo>
                  <a:pt x="1254489" y="95659"/>
                </a:lnTo>
                <a:lnTo>
                  <a:pt x="1255195" y="95236"/>
                </a:lnTo>
                <a:lnTo>
                  <a:pt x="1255887" y="94794"/>
                </a:lnTo>
                <a:lnTo>
                  <a:pt x="1256563" y="94330"/>
                </a:lnTo>
                <a:lnTo>
                  <a:pt x="1257224" y="93846"/>
                </a:lnTo>
                <a:lnTo>
                  <a:pt x="1257869" y="93344"/>
                </a:lnTo>
                <a:lnTo>
                  <a:pt x="1258497" y="92824"/>
                </a:lnTo>
                <a:lnTo>
                  <a:pt x="1259107" y="92288"/>
                </a:lnTo>
                <a:lnTo>
                  <a:pt x="1259701" y="91736"/>
                </a:lnTo>
                <a:lnTo>
                  <a:pt x="1260277" y="91166"/>
                </a:lnTo>
                <a:lnTo>
                  <a:pt x="1260836" y="90580"/>
                </a:lnTo>
                <a:lnTo>
                  <a:pt x="1261378" y="89977"/>
                </a:lnTo>
                <a:lnTo>
                  <a:pt x="1261903" y="89357"/>
                </a:lnTo>
                <a:lnTo>
                  <a:pt x="1262411" y="88721"/>
                </a:lnTo>
                <a:lnTo>
                  <a:pt x="1262901" y="88068"/>
                </a:lnTo>
                <a:lnTo>
                  <a:pt x="1263375" y="87399"/>
                </a:lnTo>
                <a:lnTo>
                  <a:pt x="1263831" y="86712"/>
                </a:lnTo>
                <a:lnTo>
                  <a:pt x="1264270" y="86009"/>
                </a:lnTo>
                <a:lnTo>
                  <a:pt x="1264692" y="85289"/>
                </a:lnTo>
                <a:lnTo>
                  <a:pt x="1265096" y="84553"/>
                </a:lnTo>
                <a:lnTo>
                  <a:pt x="1265484" y="83800"/>
                </a:lnTo>
                <a:lnTo>
                  <a:pt x="1265854" y="83030"/>
                </a:lnTo>
                <a:lnTo>
                  <a:pt x="1266207" y="82243"/>
                </a:lnTo>
                <a:lnTo>
                  <a:pt x="1266543" y="81440"/>
                </a:lnTo>
                <a:lnTo>
                  <a:pt x="1266862" y="80620"/>
                </a:lnTo>
                <a:lnTo>
                  <a:pt x="1267164" y="79783"/>
                </a:lnTo>
                <a:lnTo>
                  <a:pt x="1267449" y="78930"/>
                </a:lnTo>
                <a:lnTo>
                  <a:pt x="1267716" y="78060"/>
                </a:lnTo>
                <a:lnTo>
                  <a:pt x="1267966" y="77173"/>
                </a:lnTo>
                <a:lnTo>
                  <a:pt x="1255708" y="75657"/>
                </a:lnTo>
                <a:lnTo>
                  <a:pt x="1255480" y="76270"/>
                </a:lnTo>
                <a:lnTo>
                  <a:pt x="1255245" y="76870"/>
                </a:lnTo>
                <a:lnTo>
                  <a:pt x="1255003" y="77455"/>
                </a:lnTo>
                <a:lnTo>
                  <a:pt x="1254754" y="78026"/>
                </a:lnTo>
                <a:lnTo>
                  <a:pt x="1254499" y="78583"/>
                </a:lnTo>
                <a:close/>
                <a:moveTo>
                  <a:pt x="1217222" y="52685"/>
                </a:moveTo>
                <a:lnTo>
                  <a:pt x="1217367" y="52003"/>
                </a:lnTo>
                <a:lnTo>
                  <a:pt x="1217529" y="51334"/>
                </a:lnTo>
                <a:lnTo>
                  <a:pt x="1217708" y="50678"/>
                </a:lnTo>
                <a:lnTo>
                  <a:pt x="1217904" y="50034"/>
                </a:lnTo>
                <a:lnTo>
                  <a:pt x="1218117" y="49403"/>
                </a:lnTo>
                <a:lnTo>
                  <a:pt x="1218348" y="48785"/>
                </a:lnTo>
                <a:lnTo>
                  <a:pt x="1218596" y="48179"/>
                </a:lnTo>
                <a:lnTo>
                  <a:pt x="1218862" y="47586"/>
                </a:lnTo>
                <a:lnTo>
                  <a:pt x="1219144" y="47005"/>
                </a:lnTo>
                <a:lnTo>
                  <a:pt x="1219444" y="46437"/>
                </a:lnTo>
                <a:lnTo>
                  <a:pt x="1219762" y="45881"/>
                </a:lnTo>
                <a:lnTo>
                  <a:pt x="1220096" y="45339"/>
                </a:lnTo>
                <a:lnTo>
                  <a:pt x="1220448" y="44808"/>
                </a:lnTo>
                <a:lnTo>
                  <a:pt x="1220817" y="44291"/>
                </a:lnTo>
                <a:lnTo>
                  <a:pt x="1221203" y="43786"/>
                </a:lnTo>
                <a:lnTo>
                  <a:pt x="1221607" y="43293"/>
                </a:lnTo>
                <a:lnTo>
                  <a:pt x="1222028" y="42814"/>
                </a:lnTo>
                <a:lnTo>
                  <a:pt x="1222466" y="42346"/>
                </a:lnTo>
                <a:lnTo>
                  <a:pt x="1222921" y="41892"/>
                </a:lnTo>
                <a:lnTo>
                  <a:pt x="1223390" y="41453"/>
                </a:lnTo>
                <a:lnTo>
                  <a:pt x="1223868" y="41032"/>
                </a:lnTo>
                <a:lnTo>
                  <a:pt x="1224354" y="40631"/>
                </a:lnTo>
                <a:lnTo>
                  <a:pt x="1224850" y="40247"/>
                </a:lnTo>
                <a:lnTo>
                  <a:pt x="1225355" y="39883"/>
                </a:lnTo>
                <a:lnTo>
                  <a:pt x="1225868" y="39537"/>
                </a:lnTo>
                <a:lnTo>
                  <a:pt x="1226391" y="39210"/>
                </a:lnTo>
                <a:lnTo>
                  <a:pt x="1226923" y="38902"/>
                </a:lnTo>
                <a:lnTo>
                  <a:pt x="1227464" y="38613"/>
                </a:lnTo>
                <a:lnTo>
                  <a:pt x="1228014" y="38342"/>
                </a:lnTo>
                <a:lnTo>
                  <a:pt x="1228573" y="38089"/>
                </a:lnTo>
                <a:lnTo>
                  <a:pt x="1229141" y="37856"/>
                </a:lnTo>
                <a:lnTo>
                  <a:pt x="1229718" y="37641"/>
                </a:lnTo>
                <a:lnTo>
                  <a:pt x="1230304" y="37445"/>
                </a:lnTo>
                <a:lnTo>
                  <a:pt x="1230899" y="37267"/>
                </a:lnTo>
                <a:lnTo>
                  <a:pt x="1231503" y="37108"/>
                </a:lnTo>
                <a:lnTo>
                  <a:pt x="1232117" y="36968"/>
                </a:lnTo>
                <a:lnTo>
                  <a:pt x="1232739" y="36847"/>
                </a:lnTo>
                <a:lnTo>
                  <a:pt x="1233370" y="36744"/>
                </a:lnTo>
                <a:lnTo>
                  <a:pt x="1234010" y="36660"/>
                </a:lnTo>
                <a:lnTo>
                  <a:pt x="1234660" y="36594"/>
                </a:lnTo>
                <a:lnTo>
                  <a:pt x="1235318" y="36548"/>
                </a:lnTo>
                <a:lnTo>
                  <a:pt x="1235986" y="36520"/>
                </a:lnTo>
                <a:lnTo>
                  <a:pt x="1236662" y="36510"/>
                </a:lnTo>
                <a:lnTo>
                  <a:pt x="1237409" y="36522"/>
                </a:lnTo>
                <a:lnTo>
                  <a:pt x="1238144" y="36557"/>
                </a:lnTo>
                <a:lnTo>
                  <a:pt x="1238867" y="36616"/>
                </a:lnTo>
                <a:lnTo>
                  <a:pt x="1239578" y="36698"/>
                </a:lnTo>
                <a:lnTo>
                  <a:pt x="1240278" y="36803"/>
                </a:lnTo>
                <a:lnTo>
                  <a:pt x="1240966" y="36932"/>
                </a:lnTo>
                <a:lnTo>
                  <a:pt x="1241643" y="37084"/>
                </a:lnTo>
                <a:lnTo>
                  <a:pt x="1242308" y="37259"/>
                </a:lnTo>
                <a:lnTo>
                  <a:pt x="1242961" y="37458"/>
                </a:lnTo>
                <a:lnTo>
                  <a:pt x="1243603" y="37681"/>
                </a:lnTo>
                <a:lnTo>
                  <a:pt x="1244232" y="37926"/>
                </a:lnTo>
                <a:lnTo>
                  <a:pt x="1244851" y="38196"/>
                </a:lnTo>
                <a:lnTo>
                  <a:pt x="1245457" y="38488"/>
                </a:lnTo>
                <a:lnTo>
                  <a:pt x="1246052" y="38804"/>
                </a:lnTo>
                <a:lnTo>
                  <a:pt x="1246635" y="39143"/>
                </a:lnTo>
                <a:lnTo>
                  <a:pt x="1247207" y="39506"/>
                </a:lnTo>
                <a:lnTo>
                  <a:pt x="1247766" y="39892"/>
                </a:lnTo>
                <a:lnTo>
                  <a:pt x="1248315" y="40302"/>
                </a:lnTo>
                <a:lnTo>
                  <a:pt x="1248851" y="40735"/>
                </a:lnTo>
                <a:lnTo>
                  <a:pt x="1249376" y="41191"/>
                </a:lnTo>
                <a:lnTo>
                  <a:pt x="1249889" y="41671"/>
                </a:lnTo>
                <a:lnTo>
                  <a:pt x="1250391" y="42174"/>
                </a:lnTo>
                <a:lnTo>
                  <a:pt x="1250880" y="42701"/>
                </a:lnTo>
                <a:lnTo>
                  <a:pt x="1251359" y="43251"/>
                </a:lnTo>
                <a:lnTo>
                  <a:pt x="1251661" y="43621"/>
                </a:lnTo>
                <a:lnTo>
                  <a:pt x="1251954" y="44005"/>
                </a:lnTo>
                <a:lnTo>
                  <a:pt x="1252236" y="44405"/>
                </a:lnTo>
                <a:lnTo>
                  <a:pt x="1252508" y="44820"/>
                </a:lnTo>
                <a:lnTo>
                  <a:pt x="1252770" y="45249"/>
                </a:lnTo>
                <a:lnTo>
                  <a:pt x="1253023" y="45694"/>
                </a:lnTo>
                <a:lnTo>
                  <a:pt x="1253265" y="46154"/>
                </a:lnTo>
                <a:lnTo>
                  <a:pt x="1253497" y="46629"/>
                </a:lnTo>
                <a:lnTo>
                  <a:pt x="1253719" y="47119"/>
                </a:lnTo>
                <a:lnTo>
                  <a:pt x="1253931" y="47625"/>
                </a:lnTo>
                <a:lnTo>
                  <a:pt x="1254132" y="48145"/>
                </a:lnTo>
                <a:lnTo>
                  <a:pt x="1254324" y="48680"/>
                </a:lnTo>
                <a:lnTo>
                  <a:pt x="1254506" y="49231"/>
                </a:lnTo>
                <a:lnTo>
                  <a:pt x="1254678" y="49796"/>
                </a:lnTo>
                <a:lnTo>
                  <a:pt x="1254839" y="50377"/>
                </a:lnTo>
                <a:lnTo>
                  <a:pt x="1254991" y="50973"/>
                </a:lnTo>
                <a:lnTo>
                  <a:pt x="1255132" y="51584"/>
                </a:lnTo>
                <a:lnTo>
                  <a:pt x="1255263" y="52209"/>
                </a:lnTo>
                <a:lnTo>
                  <a:pt x="1255385" y="52850"/>
                </a:lnTo>
                <a:lnTo>
                  <a:pt x="1255496" y="53506"/>
                </a:lnTo>
                <a:lnTo>
                  <a:pt x="1255597" y="54178"/>
                </a:lnTo>
                <a:lnTo>
                  <a:pt x="1255688" y="54864"/>
                </a:lnTo>
                <a:lnTo>
                  <a:pt x="1255769" y="55565"/>
                </a:lnTo>
                <a:lnTo>
                  <a:pt x="1255840" y="56281"/>
                </a:lnTo>
                <a:lnTo>
                  <a:pt x="1216759" y="56281"/>
                </a:lnTo>
                <a:lnTo>
                  <a:pt x="1216817" y="55537"/>
                </a:lnTo>
                <a:lnTo>
                  <a:pt x="1216893" y="54805"/>
                </a:lnTo>
                <a:lnTo>
                  <a:pt x="1216985" y="54086"/>
                </a:lnTo>
                <a:lnTo>
                  <a:pt x="1217095" y="53379"/>
                </a:lnTo>
                <a:lnTo>
                  <a:pt x="1217222" y="52685"/>
                </a:lnTo>
                <a:close/>
                <a:moveTo>
                  <a:pt x="1412010" y="78583"/>
                </a:moveTo>
                <a:lnTo>
                  <a:pt x="1411748" y="79126"/>
                </a:lnTo>
                <a:lnTo>
                  <a:pt x="1411480" y="79655"/>
                </a:lnTo>
                <a:lnTo>
                  <a:pt x="1411205" y="80170"/>
                </a:lnTo>
                <a:lnTo>
                  <a:pt x="1410923" y="80671"/>
                </a:lnTo>
                <a:lnTo>
                  <a:pt x="1410635" y="81158"/>
                </a:lnTo>
                <a:lnTo>
                  <a:pt x="1410340" y="81631"/>
                </a:lnTo>
                <a:lnTo>
                  <a:pt x="1410039" y="82090"/>
                </a:lnTo>
                <a:lnTo>
                  <a:pt x="1409730" y="82534"/>
                </a:lnTo>
                <a:lnTo>
                  <a:pt x="1409416" y="82965"/>
                </a:lnTo>
                <a:lnTo>
                  <a:pt x="1409094" y="83382"/>
                </a:lnTo>
                <a:lnTo>
                  <a:pt x="1408766" y="83784"/>
                </a:lnTo>
                <a:lnTo>
                  <a:pt x="1408432" y="84173"/>
                </a:lnTo>
                <a:lnTo>
                  <a:pt x="1408090" y="84547"/>
                </a:lnTo>
                <a:lnTo>
                  <a:pt x="1407742" y="84907"/>
                </a:lnTo>
                <a:lnTo>
                  <a:pt x="1407388" y="85254"/>
                </a:lnTo>
                <a:lnTo>
                  <a:pt x="1407027" y="85586"/>
                </a:lnTo>
                <a:lnTo>
                  <a:pt x="1406659" y="85904"/>
                </a:lnTo>
                <a:lnTo>
                  <a:pt x="1406284" y="86208"/>
                </a:lnTo>
                <a:lnTo>
                  <a:pt x="1405903" y="86498"/>
                </a:lnTo>
                <a:lnTo>
                  <a:pt x="1405515" y="86775"/>
                </a:lnTo>
                <a:lnTo>
                  <a:pt x="1405121" y="87040"/>
                </a:lnTo>
                <a:lnTo>
                  <a:pt x="1404720" y="87294"/>
                </a:lnTo>
                <a:lnTo>
                  <a:pt x="1404312" y="87535"/>
                </a:lnTo>
                <a:lnTo>
                  <a:pt x="1403898" y="87765"/>
                </a:lnTo>
                <a:lnTo>
                  <a:pt x="1403477" y="87983"/>
                </a:lnTo>
                <a:lnTo>
                  <a:pt x="1403050" y="88189"/>
                </a:lnTo>
                <a:lnTo>
                  <a:pt x="1402615" y="88384"/>
                </a:lnTo>
                <a:lnTo>
                  <a:pt x="1402174" y="88566"/>
                </a:lnTo>
                <a:lnTo>
                  <a:pt x="1401727" y="88737"/>
                </a:lnTo>
                <a:lnTo>
                  <a:pt x="1401273" y="88896"/>
                </a:lnTo>
                <a:lnTo>
                  <a:pt x="1400812" y="89044"/>
                </a:lnTo>
                <a:lnTo>
                  <a:pt x="1400345" y="89179"/>
                </a:lnTo>
                <a:lnTo>
                  <a:pt x="1399871" y="89303"/>
                </a:lnTo>
                <a:lnTo>
                  <a:pt x="1399390" y="89415"/>
                </a:lnTo>
                <a:lnTo>
                  <a:pt x="1398903" y="89515"/>
                </a:lnTo>
                <a:lnTo>
                  <a:pt x="1398409" y="89603"/>
                </a:lnTo>
                <a:lnTo>
                  <a:pt x="1397908" y="89680"/>
                </a:lnTo>
                <a:lnTo>
                  <a:pt x="1397401" y="89745"/>
                </a:lnTo>
                <a:lnTo>
                  <a:pt x="1396887" y="89798"/>
                </a:lnTo>
                <a:lnTo>
                  <a:pt x="1396367" y="89839"/>
                </a:lnTo>
                <a:lnTo>
                  <a:pt x="1395840" y="89868"/>
                </a:lnTo>
                <a:lnTo>
                  <a:pt x="1395306" y="89886"/>
                </a:lnTo>
                <a:lnTo>
                  <a:pt x="1394766" y="89892"/>
                </a:lnTo>
                <a:lnTo>
                  <a:pt x="1394040" y="89881"/>
                </a:lnTo>
                <a:lnTo>
                  <a:pt x="1393325" y="89850"/>
                </a:lnTo>
                <a:lnTo>
                  <a:pt x="1392620" y="89797"/>
                </a:lnTo>
                <a:lnTo>
                  <a:pt x="1391924" y="89722"/>
                </a:lnTo>
                <a:lnTo>
                  <a:pt x="1391239" y="89627"/>
                </a:lnTo>
                <a:lnTo>
                  <a:pt x="1390564" y="89510"/>
                </a:lnTo>
                <a:lnTo>
                  <a:pt x="1389899" y="89372"/>
                </a:lnTo>
                <a:lnTo>
                  <a:pt x="1389244" y="89213"/>
                </a:lnTo>
                <a:lnTo>
                  <a:pt x="1388599" y="89032"/>
                </a:lnTo>
                <a:lnTo>
                  <a:pt x="1387965" y="88831"/>
                </a:lnTo>
                <a:lnTo>
                  <a:pt x="1387340" y="88608"/>
                </a:lnTo>
                <a:lnTo>
                  <a:pt x="1386725" y="88364"/>
                </a:lnTo>
                <a:lnTo>
                  <a:pt x="1386121" y="88099"/>
                </a:lnTo>
                <a:lnTo>
                  <a:pt x="1385526" y="87812"/>
                </a:lnTo>
                <a:lnTo>
                  <a:pt x="1384942" y="87504"/>
                </a:lnTo>
                <a:lnTo>
                  <a:pt x="1384367" y="87175"/>
                </a:lnTo>
                <a:lnTo>
                  <a:pt x="1383803" y="86825"/>
                </a:lnTo>
                <a:lnTo>
                  <a:pt x="1383249" y="86454"/>
                </a:lnTo>
                <a:lnTo>
                  <a:pt x="1382705" y="86061"/>
                </a:lnTo>
                <a:lnTo>
                  <a:pt x="1382171" y="85647"/>
                </a:lnTo>
                <a:lnTo>
                  <a:pt x="1381647" y="85212"/>
                </a:lnTo>
                <a:lnTo>
                  <a:pt x="1381133" y="84756"/>
                </a:lnTo>
                <a:lnTo>
                  <a:pt x="1380629" y="84278"/>
                </a:lnTo>
                <a:lnTo>
                  <a:pt x="1380135" y="83780"/>
                </a:lnTo>
                <a:lnTo>
                  <a:pt x="1379655" y="83261"/>
                </a:lnTo>
                <a:lnTo>
                  <a:pt x="1379194" y="82723"/>
                </a:lnTo>
                <a:lnTo>
                  <a:pt x="1378750" y="82167"/>
                </a:lnTo>
                <a:lnTo>
                  <a:pt x="1378324" y="81592"/>
                </a:lnTo>
                <a:lnTo>
                  <a:pt x="1377917" y="80999"/>
                </a:lnTo>
                <a:lnTo>
                  <a:pt x="1377528" y="80387"/>
                </a:lnTo>
                <a:lnTo>
                  <a:pt x="1377156" y="79756"/>
                </a:lnTo>
                <a:lnTo>
                  <a:pt x="1376803" y="79106"/>
                </a:lnTo>
                <a:lnTo>
                  <a:pt x="1376468" y="78437"/>
                </a:lnTo>
                <a:lnTo>
                  <a:pt x="1376151" y="77750"/>
                </a:lnTo>
                <a:lnTo>
                  <a:pt x="1375852" y="77045"/>
                </a:lnTo>
                <a:lnTo>
                  <a:pt x="1375571" y="76320"/>
                </a:lnTo>
                <a:lnTo>
                  <a:pt x="1375308" y="75577"/>
                </a:lnTo>
                <a:lnTo>
                  <a:pt x="1375064" y="74815"/>
                </a:lnTo>
                <a:lnTo>
                  <a:pt x="1374837" y="74034"/>
                </a:lnTo>
                <a:lnTo>
                  <a:pt x="1374628" y="73235"/>
                </a:lnTo>
                <a:lnTo>
                  <a:pt x="1374438" y="72417"/>
                </a:lnTo>
                <a:lnTo>
                  <a:pt x="1374265" y="71580"/>
                </a:lnTo>
                <a:lnTo>
                  <a:pt x="1374111" y="70725"/>
                </a:lnTo>
                <a:lnTo>
                  <a:pt x="1373975" y="69851"/>
                </a:lnTo>
                <a:lnTo>
                  <a:pt x="1373857" y="68958"/>
                </a:lnTo>
                <a:lnTo>
                  <a:pt x="1373757" y="68046"/>
                </a:lnTo>
                <a:lnTo>
                  <a:pt x="1373675" y="67116"/>
                </a:lnTo>
                <a:lnTo>
                  <a:pt x="1373611" y="66167"/>
                </a:lnTo>
                <a:lnTo>
                  <a:pt x="1425806" y="66167"/>
                </a:lnTo>
                <a:lnTo>
                  <a:pt x="1425811" y="65993"/>
                </a:lnTo>
                <a:lnTo>
                  <a:pt x="1425816" y="65823"/>
                </a:lnTo>
                <a:lnTo>
                  <a:pt x="1425821" y="65657"/>
                </a:lnTo>
                <a:lnTo>
                  <a:pt x="1425826" y="65495"/>
                </a:lnTo>
                <a:lnTo>
                  <a:pt x="1425831" y="65336"/>
                </a:lnTo>
                <a:lnTo>
                  <a:pt x="1425835" y="65180"/>
                </a:lnTo>
                <a:lnTo>
                  <a:pt x="1425839" y="65029"/>
                </a:lnTo>
                <a:lnTo>
                  <a:pt x="1425843" y="64881"/>
                </a:lnTo>
                <a:lnTo>
                  <a:pt x="1425846" y="64736"/>
                </a:lnTo>
                <a:lnTo>
                  <a:pt x="1425849" y="64596"/>
                </a:lnTo>
                <a:lnTo>
                  <a:pt x="1425853" y="64459"/>
                </a:lnTo>
                <a:lnTo>
                  <a:pt x="1425855" y="64325"/>
                </a:lnTo>
                <a:lnTo>
                  <a:pt x="1425858" y="64195"/>
                </a:lnTo>
                <a:lnTo>
                  <a:pt x="1425860" y="64069"/>
                </a:lnTo>
                <a:lnTo>
                  <a:pt x="1425863" y="63947"/>
                </a:lnTo>
                <a:lnTo>
                  <a:pt x="1425865" y="63828"/>
                </a:lnTo>
                <a:lnTo>
                  <a:pt x="1425866" y="63713"/>
                </a:lnTo>
                <a:lnTo>
                  <a:pt x="1425868" y="63602"/>
                </a:lnTo>
                <a:lnTo>
                  <a:pt x="1425869" y="63494"/>
                </a:lnTo>
                <a:lnTo>
                  <a:pt x="1425870" y="63390"/>
                </a:lnTo>
                <a:lnTo>
                  <a:pt x="1425871" y="63289"/>
                </a:lnTo>
                <a:lnTo>
                  <a:pt x="1425871" y="63192"/>
                </a:lnTo>
                <a:lnTo>
                  <a:pt x="1425872" y="63099"/>
                </a:lnTo>
                <a:lnTo>
                  <a:pt x="1425872" y="63010"/>
                </a:lnTo>
                <a:lnTo>
                  <a:pt x="1425856" y="61581"/>
                </a:lnTo>
                <a:lnTo>
                  <a:pt x="1425810" y="60180"/>
                </a:lnTo>
                <a:lnTo>
                  <a:pt x="1425733" y="58805"/>
                </a:lnTo>
                <a:lnTo>
                  <a:pt x="1425625" y="57457"/>
                </a:lnTo>
                <a:lnTo>
                  <a:pt x="1425486" y="56137"/>
                </a:lnTo>
                <a:lnTo>
                  <a:pt x="1425316" y="54843"/>
                </a:lnTo>
                <a:lnTo>
                  <a:pt x="1425115" y="53576"/>
                </a:lnTo>
                <a:lnTo>
                  <a:pt x="1424883" y="52337"/>
                </a:lnTo>
                <a:lnTo>
                  <a:pt x="1424621" y="51124"/>
                </a:lnTo>
                <a:lnTo>
                  <a:pt x="1424327" y="49938"/>
                </a:lnTo>
                <a:lnTo>
                  <a:pt x="1424003" y="48779"/>
                </a:lnTo>
                <a:lnTo>
                  <a:pt x="1423648" y="47647"/>
                </a:lnTo>
                <a:lnTo>
                  <a:pt x="1423261" y="46542"/>
                </a:lnTo>
                <a:lnTo>
                  <a:pt x="1422844" y="45464"/>
                </a:lnTo>
                <a:lnTo>
                  <a:pt x="1422396" y="44413"/>
                </a:lnTo>
                <a:lnTo>
                  <a:pt x="1421918" y="43389"/>
                </a:lnTo>
                <a:lnTo>
                  <a:pt x="1421408" y="42392"/>
                </a:lnTo>
                <a:lnTo>
                  <a:pt x="1420867" y="41421"/>
                </a:lnTo>
                <a:lnTo>
                  <a:pt x="1420296" y="40478"/>
                </a:lnTo>
                <a:lnTo>
                  <a:pt x="1419693" y="39562"/>
                </a:lnTo>
                <a:lnTo>
                  <a:pt x="1419060" y="38673"/>
                </a:lnTo>
                <a:lnTo>
                  <a:pt x="1418396" y="37810"/>
                </a:lnTo>
                <a:lnTo>
                  <a:pt x="1417701" y="36975"/>
                </a:lnTo>
                <a:lnTo>
                  <a:pt x="1416975" y="36166"/>
                </a:lnTo>
                <a:lnTo>
                  <a:pt x="1416225" y="35388"/>
                </a:lnTo>
                <a:lnTo>
                  <a:pt x="1415456" y="34642"/>
                </a:lnTo>
                <a:lnTo>
                  <a:pt x="1414670" y="33930"/>
                </a:lnTo>
                <a:lnTo>
                  <a:pt x="1413866" y="33251"/>
                </a:lnTo>
                <a:lnTo>
                  <a:pt x="1413045" y="32605"/>
                </a:lnTo>
                <a:lnTo>
                  <a:pt x="1412205" y="31992"/>
                </a:lnTo>
                <a:lnTo>
                  <a:pt x="1411348" y="31412"/>
                </a:lnTo>
                <a:lnTo>
                  <a:pt x="1410472" y="30866"/>
                </a:lnTo>
                <a:lnTo>
                  <a:pt x="1409579" y="30352"/>
                </a:lnTo>
                <a:lnTo>
                  <a:pt x="1408668" y="29872"/>
                </a:lnTo>
                <a:lnTo>
                  <a:pt x="1407740" y="29424"/>
                </a:lnTo>
                <a:lnTo>
                  <a:pt x="1406793" y="29010"/>
                </a:lnTo>
                <a:lnTo>
                  <a:pt x="1405828" y="28629"/>
                </a:lnTo>
                <a:lnTo>
                  <a:pt x="1404846" y="28281"/>
                </a:lnTo>
                <a:lnTo>
                  <a:pt x="1403846" y="27967"/>
                </a:lnTo>
                <a:lnTo>
                  <a:pt x="1402828" y="27685"/>
                </a:lnTo>
                <a:lnTo>
                  <a:pt x="1401792" y="27437"/>
                </a:lnTo>
                <a:lnTo>
                  <a:pt x="1400738" y="27221"/>
                </a:lnTo>
                <a:lnTo>
                  <a:pt x="1399666" y="27039"/>
                </a:lnTo>
                <a:lnTo>
                  <a:pt x="1398577" y="26890"/>
                </a:lnTo>
                <a:lnTo>
                  <a:pt x="1397470" y="26774"/>
                </a:lnTo>
                <a:lnTo>
                  <a:pt x="1396344" y="26691"/>
                </a:lnTo>
                <a:lnTo>
                  <a:pt x="1395201" y="26641"/>
                </a:lnTo>
                <a:lnTo>
                  <a:pt x="1394041" y="26625"/>
                </a:lnTo>
                <a:lnTo>
                  <a:pt x="1392842" y="26642"/>
                </a:lnTo>
                <a:lnTo>
                  <a:pt x="1391662" y="26693"/>
                </a:lnTo>
                <a:lnTo>
                  <a:pt x="1390500" y="26777"/>
                </a:lnTo>
                <a:lnTo>
                  <a:pt x="1389358" y="26896"/>
                </a:lnTo>
                <a:lnTo>
                  <a:pt x="1388234" y="27048"/>
                </a:lnTo>
                <a:lnTo>
                  <a:pt x="1387129" y="27235"/>
                </a:lnTo>
                <a:lnTo>
                  <a:pt x="1386043" y="27455"/>
                </a:lnTo>
                <a:lnTo>
                  <a:pt x="1384975" y="27709"/>
                </a:lnTo>
                <a:lnTo>
                  <a:pt x="1383926" y="27997"/>
                </a:lnTo>
                <a:lnTo>
                  <a:pt x="1382897" y="28318"/>
                </a:lnTo>
                <a:lnTo>
                  <a:pt x="1381885" y="28674"/>
                </a:lnTo>
                <a:lnTo>
                  <a:pt x="1380893" y="29063"/>
                </a:lnTo>
                <a:lnTo>
                  <a:pt x="1379919" y="29487"/>
                </a:lnTo>
                <a:lnTo>
                  <a:pt x="1378964" y="29944"/>
                </a:lnTo>
                <a:lnTo>
                  <a:pt x="1378028" y="30435"/>
                </a:lnTo>
                <a:lnTo>
                  <a:pt x="1377111" y="30960"/>
                </a:lnTo>
                <a:lnTo>
                  <a:pt x="1376212" y="31519"/>
                </a:lnTo>
                <a:lnTo>
                  <a:pt x="1375332" y="32111"/>
                </a:lnTo>
                <a:lnTo>
                  <a:pt x="1374471" y="32738"/>
                </a:lnTo>
                <a:lnTo>
                  <a:pt x="1373629" y="33398"/>
                </a:lnTo>
                <a:lnTo>
                  <a:pt x="1372805" y="34093"/>
                </a:lnTo>
                <a:lnTo>
                  <a:pt x="1372001" y="34821"/>
                </a:lnTo>
                <a:lnTo>
                  <a:pt x="1371214" y="35583"/>
                </a:lnTo>
                <a:lnTo>
                  <a:pt x="1370447" y="36379"/>
                </a:lnTo>
                <a:lnTo>
                  <a:pt x="1369705" y="37205"/>
                </a:lnTo>
                <a:lnTo>
                  <a:pt x="1368995" y="38059"/>
                </a:lnTo>
                <a:lnTo>
                  <a:pt x="1368316" y="38941"/>
                </a:lnTo>
                <a:lnTo>
                  <a:pt x="1367668" y="39850"/>
                </a:lnTo>
                <a:lnTo>
                  <a:pt x="1367052" y="40786"/>
                </a:lnTo>
                <a:lnTo>
                  <a:pt x="1366468" y="41750"/>
                </a:lnTo>
                <a:lnTo>
                  <a:pt x="1365916" y="42741"/>
                </a:lnTo>
                <a:lnTo>
                  <a:pt x="1365395" y="43760"/>
                </a:lnTo>
                <a:lnTo>
                  <a:pt x="1364905" y="44806"/>
                </a:lnTo>
                <a:lnTo>
                  <a:pt x="1364447" y="45880"/>
                </a:lnTo>
                <a:lnTo>
                  <a:pt x="1364021" y="46981"/>
                </a:lnTo>
                <a:lnTo>
                  <a:pt x="1363626" y="48109"/>
                </a:lnTo>
                <a:lnTo>
                  <a:pt x="1363263" y="49265"/>
                </a:lnTo>
                <a:lnTo>
                  <a:pt x="1362931" y="50449"/>
                </a:lnTo>
                <a:lnTo>
                  <a:pt x="1362631" y="51660"/>
                </a:lnTo>
                <a:lnTo>
                  <a:pt x="1362363" y="52898"/>
                </a:lnTo>
                <a:lnTo>
                  <a:pt x="1362126" y="54164"/>
                </a:lnTo>
                <a:lnTo>
                  <a:pt x="1361921" y="55458"/>
                </a:lnTo>
                <a:lnTo>
                  <a:pt x="1361747" y="56778"/>
                </a:lnTo>
                <a:lnTo>
                  <a:pt x="1361605" y="58127"/>
                </a:lnTo>
                <a:lnTo>
                  <a:pt x="1361495" y="59502"/>
                </a:lnTo>
                <a:lnTo>
                  <a:pt x="1361416" y="60906"/>
                </a:lnTo>
                <a:lnTo>
                  <a:pt x="1361368" y="62336"/>
                </a:lnTo>
                <a:lnTo>
                  <a:pt x="1361353" y="63794"/>
                </a:lnTo>
                <a:lnTo>
                  <a:pt x="1361368" y="65204"/>
                </a:lnTo>
                <a:lnTo>
                  <a:pt x="1361415" y="66586"/>
                </a:lnTo>
                <a:lnTo>
                  <a:pt x="1361493" y="67943"/>
                </a:lnTo>
                <a:lnTo>
                  <a:pt x="1361602" y="69273"/>
                </a:lnTo>
                <a:lnTo>
                  <a:pt x="1361743" y="70576"/>
                </a:lnTo>
                <a:lnTo>
                  <a:pt x="1361915" y="71853"/>
                </a:lnTo>
                <a:lnTo>
                  <a:pt x="1362118" y="73104"/>
                </a:lnTo>
                <a:lnTo>
                  <a:pt x="1362352" y="74328"/>
                </a:lnTo>
                <a:lnTo>
                  <a:pt x="1362618" y="75526"/>
                </a:lnTo>
                <a:lnTo>
                  <a:pt x="1362914" y="76697"/>
                </a:lnTo>
                <a:lnTo>
                  <a:pt x="1363242" y="77842"/>
                </a:lnTo>
                <a:lnTo>
                  <a:pt x="1363602" y="78960"/>
                </a:lnTo>
                <a:lnTo>
                  <a:pt x="1363992" y="80052"/>
                </a:lnTo>
                <a:lnTo>
                  <a:pt x="1364414" y="81118"/>
                </a:lnTo>
                <a:lnTo>
                  <a:pt x="1364867" y="82157"/>
                </a:lnTo>
                <a:lnTo>
                  <a:pt x="1365351" y="83170"/>
                </a:lnTo>
                <a:lnTo>
                  <a:pt x="1365866" y="84156"/>
                </a:lnTo>
                <a:lnTo>
                  <a:pt x="1366413" y="85116"/>
                </a:lnTo>
                <a:lnTo>
                  <a:pt x="1366991" y="86050"/>
                </a:lnTo>
                <a:lnTo>
                  <a:pt x="1367600" y="86957"/>
                </a:lnTo>
                <a:lnTo>
                  <a:pt x="1368240" y="87837"/>
                </a:lnTo>
                <a:lnTo>
                  <a:pt x="1368912" y="88691"/>
                </a:lnTo>
                <a:lnTo>
                  <a:pt x="1369614" y="89519"/>
                </a:lnTo>
                <a:lnTo>
                  <a:pt x="1370348" y="90320"/>
                </a:lnTo>
                <a:lnTo>
                  <a:pt x="1371109" y="91092"/>
                </a:lnTo>
                <a:lnTo>
                  <a:pt x="1371892" y="91831"/>
                </a:lnTo>
                <a:lnTo>
                  <a:pt x="1372697" y="92537"/>
                </a:lnTo>
                <a:lnTo>
                  <a:pt x="1373524" y="93210"/>
                </a:lnTo>
                <a:lnTo>
                  <a:pt x="1374373" y="93850"/>
                </a:lnTo>
                <a:lnTo>
                  <a:pt x="1375244" y="94458"/>
                </a:lnTo>
                <a:lnTo>
                  <a:pt x="1376137" y="95033"/>
                </a:lnTo>
                <a:lnTo>
                  <a:pt x="1377052" y="95574"/>
                </a:lnTo>
                <a:lnTo>
                  <a:pt x="1377990" y="96083"/>
                </a:lnTo>
                <a:lnTo>
                  <a:pt x="1378949" y="96559"/>
                </a:lnTo>
                <a:lnTo>
                  <a:pt x="1379930" y="97003"/>
                </a:lnTo>
                <a:lnTo>
                  <a:pt x="1380934" y="97413"/>
                </a:lnTo>
                <a:lnTo>
                  <a:pt x="1381960" y="97791"/>
                </a:lnTo>
                <a:lnTo>
                  <a:pt x="1383007" y="98136"/>
                </a:lnTo>
                <a:lnTo>
                  <a:pt x="1384077" y="98448"/>
                </a:lnTo>
                <a:lnTo>
                  <a:pt x="1385169" y="98727"/>
                </a:lnTo>
                <a:lnTo>
                  <a:pt x="1386283" y="98973"/>
                </a:lnTo>
                <a:lnTo>
                  <a:pt x="1387419" y="99186"/>
                </a:lnTo>
                <a:lnTo>
                  <a:pt x="1388578" y="99367"/>
                </a:lnTo>
                <a:lnTo>
                  <a:pt x="1389758" y="99515"/>
                </a:lnTo>
                <a:lnTo>
                  <a:pt x="1390960" y="99630"/>
                </a:lnTo>
                <a:lnTo>
                  <a:pt x="1392185" y="99712"/>
                </a:lnTo>
                <a:lnTo>
                  <a:pt x="1393431" y="99761"/>
                </a:lnTo>
                <a:lnTo>
                  <a:pt x="1394700" y="99778"/>
                </a:lnTo>
                <a:lnTo>
                  <a:pt x="1395708" y="99767"/>
                </a:lnTo>
                <a:lnTo>
                  <a:pt x="1396701" y="99736"/>
                </a:lnTo>
                <a:lnTo>
                  <a:pt x="1397680" y="99685"/>
                </a:lnTo>
                <a:lnTo>
                  <a:pt x="1398643" y="99613"/>
                </a:lnTo>
                <a:lnTo>
                  <a:pt x="1399591" y="99520"/>
                </a:lnTo>
                <a:lnTo>
                  <a:pt x="1400524" y="99407"/>
                </a:lnTo>
                <a:lnTo>
                  <a:pt x="1401442" y="99273"/>
                </a:lnTo>
                <a:lnTo>
                  <a:pt x="1402344" y="99119"/>
                </a:lnTo>
                <a:lnTo>
                  <a:pt x="1403232" y="98943"/>
                </a:lnTo>
                <a:lnTo>
                  <a:pt x="1404105" y="98748"/>
                </a:lnTo>
                <a:lnTo>
                  <a:pt x="1404962" y="98532"/>
                </a:lnTo>
                <a:lnTo>
                  <a:pt x="1405804" y="98295"/>
                </a:lnTo>
                <a:lnTo>
                  <a:pt x="1406632" y="98037"/>
                </a:lnTo>
                <a:lnTo>
                  <a:pt x="1407444" y="97759"/>
                </a:lnTo>
                <a:lnTo>
                  <a:pt x="1408241" y="97461"/>
                </a:lnTo>
                <a:lnTo>
                  <a:pt x="1409023" y="97141"/>
                </a:lnTo>
                <a:lnTo>
                  <a:pt x="1409789" y="96802"/>
                </a:lnTo>
                <a:lnTo>
                  <a:pt x="1410541" y="96441"/>
                </a:lnTo>
                <a:lnTo>
                  <a:pt x="1411278" y="96060"/>
                </a:lnTo>
                <a:lnTo>
                  <a:pt x="1411999" y="95659"/>
                </a:lnTo>
                <a:lnTo>
                  <a:pt x="1412706" y="95236"/>
                </a:lnTo>
                <a:lnTo>
                  <a:pt x="1413397" y="94794"/>
                </a:lnTo>
                <a:lnTo>
                  <a:pt x="1414073" y="94330"/>
                </a:lnTo>
                <a:lnTo>
                  <a:pt x="1414734" y="93846"/>
                </a:lnTo>
                <a:lnTo>
                  <a:pt x="1415379" y="93344"/>
                </a:lnTo>
                <a:lnTo>
                  <a:pt x="1416007" y="92824"/>
                </a:lnTo>
                <a:lnTo>
                  <a:pt x="1416618" y="92288"/>
                </a:lnTo>
                <a:lnTo>
                  <a:pt x="1417211" y="91736"/>
                </a:lnTo>
                <a:lnTo>
                  <a:pt x="1417787" y="91166"/>
                </a:lnTo>
                <a:lnTo>
                  <a:pt x="1418347" y="90580"/>
                </a:lnTo>
                <a:lnTo>
                  <a:pt x="1418889" y="89977"/>
                </a:lnTo>
                <a:lnTo>
                  <a:pt x="1419413" y="89357"/>
                </a:lnTo>
                <a:lnTo>
                  <a:pt x="1419921" y="88721"/>
                </a:lnTo>
                <a:lnTo>
                  <a:pt x="1420411" y="88068"/>
                </a:lnTo>
                <a:lnTo>
                  <a:pt x="1420885" y="87399"/>
                </a:lnTo>
                <a:lnTo>
                  <a:pt x="1421341" y="86712"/>
                </a:lnTo>
                <a:lnTo>
                  <a:pt x="1421780" y="86009"/>
                </a:lnTo>
                <a:lnTo>
                  <a:pt x="1422202" y="85289"/>
                </a:lnTo>
                <a:lnTo>
                  <a:pt x="1422607" y="84553"/>
                </a:lnTo>
                <a:lnTo>
                  <a:pt x="1422994" y="83800"/>
                </a:lnTo>
                <a:lnTo>
                  <a:pt x="1423364" y="83030"/>
                </a:lnTo>
                <a:lnTo>
                  <a:pt x="1423718" y="82243"/>
                </a:lnTo>
                <a:lnTo>
                  <a:pt x="1424054" y="81440"/>
                </a:lnTo>
                <a:lnTo>
                  <a:pt x="1424373" y="80620"/>
                </a:lnTo>
                <a:lnTo>
                  <a:pt x="1424674" y="79783"/>
                </a:lnTo>
                <a:lnTo>
                  <a:pt x="1424959" y="78930"/>
                </a:lnTo>
                <a:lnTo>
                  <a:pt x="1425226" y="78060"/>
                </a:lnTo>
                <a:lnTo>
                  <a:pt x="1425476" y="77173"/>
                </a:lnTo>
                <a:lnTo>
                  <a:pt x="1413218" y="75657"/>
                </a:lnTo>
                <a:lnTo>
                  <a:pt x="1412990" y="76270"/>
                </a:lnTo>
                <a:lnTo>
                  <a:pt x="1412755" y="76870"/>
                </a:lnTo>
                <a:lnTo>
                  <a:pt x="1412513" y="77455"/>
                </a:lnTo>
                <a:lnTo>
                  <a:pt x="1412265" y="78026"/>
                </a:lnTo>
                <a:lnTo>
                  <a:pt x="1412010" y="78583"/>
                </a:lnTo>
                <a:close/>
                <a:moveTo>
                  <a:pt x="1374733" y="52685"/>
                </a:moveTo>
                <a:lnTo>
                  <a:pt x="1374877" y="52003"/>
                </a:lnTo>
                <a:lnTo>
                  <a:pt x="1375039" y="51334"/>
                </a:lnTo>
                <a:lnTo>
                  <a:pt x="1375218" y="50678"/>
                </a:lnTo>
                <a:lnTo>
                  <a:pt x="1375414" y="50034"/>
                </a:lnTo>
                <a:lnTo>
                  <a:pt x="1375628" y="49403"/>
                </a:lnTo>
                <a:lnTo>
                  <a:pt x="1375859" y="48785"/>
                </a:lnTo>
                <a:lnTo>
                  <a:pt x="1376107" y="48179"/>
                </a:lnTo>
                <a:lnTo>
                  <a:pt x="1376372" y="47586"/>
                </a:lnTo>
                <a:lnTo>
                  <a:pt x="1376655" y="47005"/>
                </a:lnTo>
                <a:lnTo>
                  <a:pt x="1376955" y="46437"/>
                </a:lnTo>
                <a:lnTo>
                  <a:pt x="1377272" y="45881"/>
                </a:lnTo>
                <a:lnTo>
                  <a:pt x="1377606" y="45339"/>
                </a:lnTo>
                <a:lnTo>
                  <a:pt x="1377958" y="44808"/>
                </a:lnTo>
                <a:lnTo>
                  <a:pt x="1378327" y="44291"/>
                </a:lnTo>
                <a:lnTo>
                  <a:pt x="1378713" y="43786"/>
                </a:lnTo>
                <a:lnTo>
                  <a:pt x="1379117" y="43293"/>
                </a:lnTo>
                <a:lnTo>
                  <a:pt x="1379538" y="42814"/>
                </a:lnTo>
                <a:lnTo>
                  <a:pt x="1379976" y="42346"/>
                </a:lnTo>
                <a:lnTo>
                  <a:pt x="1380432" y="41892"/>
                </a:lnTo>
                <a:lnTo>
                  <a:pt x="1380900" y="41453"/>
                </a:lnTo>
                <a:lnTo>
                  <a:pt x="1381378" y="41032"/>
                </a:lnTo>
                <a:lnTo>
                  <a:pt x="1381864" y="40631"/>
                </a:lnTo>
                <a:lnTo>
                  <a:pt x="1382360" y="40247"/>
                </a:lnTo>
                <a:lnTo>
                  <a:pt x="1382865" y="39883"/>
                </a:lnTo>
                <a:lnTo>
                  <a:pt x="1383379" y="39537"/>
                </a:lnTo>
                <a:lnTo>
                  <a:pt x="1383901" y="39210"/>
                </a:lnTo>
                <a:lnTo>
                  <a:pt x="1384433" y="38902"/>
                </a:lnTo>
                <a:lnTo>
                  <a:pt x="1384974" y="38613"/>
                </a:lnTo>
                <a:lnTo>
                  <a:pt x="1385524" y="38342"/>
                </a:lnTo>
                <a:lnTo>
                  <a:pt x="1386083" y="38089"/>
                </a:lnTo>
                <a:lnTo>
                  <a:pt x="1386651" y="37856"/>
                </a:lnTo>
                <a:lnTo>
                  <a:pt x="1387228" y="37641"/>
                </a:lnTo>
                <a:lnTo>
                  <a:pt x="1387814" y="37445"/>
                </a:lnTo>
                <a:lnTo>
                  <a:pt x="1388409" y="37267"/>
                </a:lnTo>
                <a:lnTo>
                  <a:pt x="1389014" y="37108"/>
                </a:lnTo>
                <a:lnTo>
                  <a:pt x="1389627" y="36968"/>
                </a:lnTo>
                <a:lnTo>
                  <a:pt x="1390249" y="36847"/>
                </a:lnTo>
                <a:lnTo>
                  <a:pt x="1390880" y="36744"/>
                </a:lnTo>
                <a:lnTo>
                  <a:pt x="1391521" y="36660"/>
                </a:lnTo>
                <a:lnTo>
                  <a:pt x="1392170" y="36594"/>
                </a:lnTo>
                <a:lnTo>
                  <a:pt x="1392828" y="36548"/>
                </a:lnTo>
                <a:lnTo>
                  <a:pt x="1393496" y="36520"/>
                </a:lnTo>
                <a:lnTo>
                  <a:pt x="1394172" y="36510"/>
                </a:lnTo>
                <a:lnTo>
                  <a:pt x="1394919" y="36522"/>
                </a:lnTo>
                <a:lnTo>
                  <a:pt x="1395654" y="36557"/>
                </a:lnTo>
                <a:lnTo>
                  <a:pt x="1396377" y="36616"/>
                </a:lnTo>
                <a:lnTo>
                  <a:pt x="1397089" y="36698"/>
                </a:lnTo>
                <a:lnTo>
                  <a:pt x="1397788" y="36803"/>
                </a:lnTo>
                <a:lnTo>
                  <a:pt x="1398477" y="36932"/>
                </a:lnTo>
                <a:lnTo>
                  <a:pt x="1399153" y="37084"/>
                </a:lnTo>
                <a:lnTo>
                  <a:pt x="1399818" y="37259"/>
                </a:lnTo>
                <a:lnTo>
                  <a:pt x="1400471" y="37458"/>
                </a:lnTo>
                <a:lnTo>
                  <a:pt x="1401113" y="37681"/>
                </a:lnTo>
                <a:lnTo>
                  <a:pt x="1401743" y="37926"/>
                </a:lnTo>
                <a:lnTo>
                  <a:pt x="1402361" y="38196"/>
                </a:lnTo>
                <a:lnTo>
                  <a:pt x="1402967" y="38488"/>
                </a:lnTo>
                <a:lnTo>
                  <a:pt x="1403562" y="38804"/>
                </a:lnTo>
                <a:lnTo>
                  <a:pt x="1404145" y="39143"/>
                </a:lnTo>
                <a:lnTo>
                  <a:pt x="1404717" y="39506"/>
                </a:lnTo>
                <a:lnTo>
                  <a:pt x="1405277" y="39892"/>
                </a:lnTo>
                <a:lnTo>
                  <a:pt x="1405825" y="40302"/>
                </a:lnTo>
                <a:lnTo>
                  <a:pt x="1406361" y="40735"/>
                </a:lnTo>
                <a:lnTo>
                  <a:pt x="1406886" y="41191"/>
                </a:lnTo>
                <a:lnTo>
                  <a:pt x="1407399" y="41671"/>
                </a:lnTo>
                <a:lnTo>
                  <a:pt x="1407901" y="42174"/>
                </a:lnTo>
                <a:lnTo>
                  <a:pt x="1408391" y="42701"/>
                </a:lnTo>
                <a:lnTo>
                  <a:pt x="1408869" y="43251"/>
                </a:lnTo>
                <a:lnTo>
                  <a:pt x="1409171" y="43621"/>
                </a:lnTo>
                <a:lnTo>
                  <a:pt x="1409464" y="44005"/>
                </a:lnTo>
                <a:lnTo>
                  <a:pt x="1409746" y="44405"/>
                </a:lnTo>
                <a:lnTo>
                  <a:pt x="1410018" y="44820"/>
                </a:lnTo>
                <a:lnTo>
                  <a:pt x="1410281" y="45249"/>
                </a:lnTo>
                <a:lnTo>
                  <a:pt x="1410533" y="45694"/>
                </a:lnTo>
                <a:lnTo>
                  <a:pt x="1410775" y="46154"/>
                </a:lnTo>
                <a:lnTo>
                  <a:pt x="1411007" y="46629"/>
                </a:lnTo>
                <a:lnTo>
                  <a:pt x="1411229" y="47119"/>
                </a:lnTo>
                <a:lnTo>
                  <a:pt x="1411441" y="47625"/>
                </a:lnTo>
                <a:lnTo>
                  <a:pt x="1411643" y="48145"/>
                </a:lnTo>
                <a:lnTo>
                  <a:pt x="1411834" y="48680"/>
                </a:lnTo>
                <a:lnTo>
                  <a:pt x="1412016" y="49231"/>
                </a:lnTo>
                <a:lnTo>
                  <a:pt x="1412188" y="49796"/>
                </a:lnTo>
                <a:lnTo>
                  <a:pt x="1412349" y="50377"/>
                </a:lnTo>
                <a:lnTo>
                  <a:pt x="1412501" y="50973"/>
                </a:lnTo>
                <a:lnTo>
                  <a:pt x="1412642" y="51584"/>
                </a:lnTo>
                <a:lnTo>
                  <a:pt x="1412774" y="52209"/>
                </a:lnTo>
                <a:lnTo>
                  <a:pt x="1412895" y="52850"/>
                </a:lnTo>
                <a:lnTo>
                  <a:pt x="1413006" y="53506"/>
                </a:lnTo>
                <a:lnTo>
                  <a:pt x="1413107" y="54178"/>
                </a:lnTo>
                <a:lnTo>
                  <a:pt x="1413198" y="54864"/>
                </a:lnTo>
                <a:lnTo>
                  <a:pt x="1413279" y="55565"/>
                </a:lnTo>
                <a:lnTo>
                  <a:pt x="1413350" y="56281"/>
                </a:lnTo>
                <a:lnTo>
                  <a:pt x="1374270" y="56281"/>
                </a:lnTo>
                <a:lnTo>
                  <a:pt x="1374328" y="55537"/>
                </a:lnTo>
                <a:lnTo>
                  <a:pt x="1374403" y="54805"/>
                </a:lnTo>
                <a:lnTo>
                  <a:pt x="1374496" y="54086"/>
                </a:lnTo>
                <a:lnTo>
                  <a:pt x="1374606" y="53379"/>
                </a:lnTo>
                <a:lnTo>
                  <a:pt x="1374733" y="52685"/>
                </a:lnTo>
                <a:close/>
                <a:moveTo>
                  <a:pt x="1531998" y="78583"/>
                </a:moveTo>
                <a:lnTo>
                  <a:pt x="1531736" y="79126"/>
                </a:lnTo>
                <a:lnTo>
                  <a:pt x="1531468" y="79655"/>
                </a:lnTo>
                <a:lnTo>
                  <a:pt x="1531193" y="80170"/>
                </a:lnTo>
                <a:lnTo>
                  <a:pt x="1530912" y="80671"/>
                </a:lnTo>
                <a:lnTo>
                  <a:pt x="1530623" y="81158"/>
                </a:lnTo>
                <a:lnTo>
                  <a:pt x="1530328" y="81631"/>
                </a:lnTo>
                <a:lnTo>
                  <a:pt x="1530027" y="82090"/>
                </a:lnTo>
                <a:lnTo>
                  <a:pt x="1529719" y="82534"/>
                </a:lnTo>
                <a:lnTo>
                  <a:pt x="1529404" y="82965"/>
                </a:lnTo>
                <a:lnTo>
                  <a:pt x="1529083" y="83382"/>
                </a:lnTo>
                <a:lnTo>
                  <a:pt x="1528755" y="83784"/>
                </a:lnTo>
                <a:lnTo>
                  <a:pt x="1528420" y="84173"/>
                </a:lnTo>
                <a:lnTo>
                  <a:pt x="1528079" y="84547"/>
                </a:lnTo>
                <a:lnTo>
                  <a:pt x="1527731" y="84907"/>
                </a:lnTo>
                <a:lnTo>
                  <a:pt x="1527376" y="85254"/>
                </a:lnTo>
                <a:lnTo>
                  <a:pt x="1527015" y="85586"/>
                </a:lnTo>
                <a:lnTo>
                  <a:pt x="1526647" y="85904"/>
                </a:lnTo>
                <a:lnTo>
                  <a:pt x="1526273" y="86208"/>
                </a:lnTo>
                <a:lnTo>
                  <a:pt x="1525892" y="86498"/>
                </a:lnTo>
                <a:lnTo>
                  <a:pt x="1525504" y="86775"/>
                </a:lnTo>
                <a:lnTo>
                  <a:pt x="1525109" y="87040"/>
                </a:lnTo>
                <a:lnTo>
                  <a:pt x="1524708" y="87294"/>
                </a:lnTo>
                <a:lnTo>
                  <a:pt x="1524301" y="87535"/>
                </a:lnTo>
                <a:lnTo>
                  <a:pt x="1523886" y="87765"/>
                </a:lnTo>
                <a:lnTo>
                  <a:pt x="1523466" y="87983"/>
                </a:lnTo>
                <a:lnTo>
                  <a:pt x="1523038" y="88189"/>
                </a:lnTo>
                <a:lnTo>
                  <a:pt x="1522604" y="88384"/>
                </a:lnTo>
                <a:lnTo>
                  <a:pt x="1522163" y="88566"/>
                </a:lnTo>
                <a:lnTo>
                  <a:pt x="1521715" y="88737"/>
                </a:lnTo>
                <a:lnTo>
                  <a:pt x="1521261" y="88896"/>
                </a:lnTo>
                <a:lnTo>
                  <a:pt x="1520801" y="89044"/>
                </a:lnTo>
                <a:lnTo>
                  <a:pt x="1520333" y="89179"/>
                </a:lnTo>
                <a:lnTo>
                  <a:pt x="1519859" y="89303"/>
                </a:lnTo>
                <a:lnTo>
                  <a:pt x="1519378" y="89415"/>
                </a:lnTo>
                <a:lnTo>
                  <a:pt x="1518891" y="89515"/>
                </a:lnTo>
                <a:lnTo>
                  <a:pt x="1518397" y="89603"/>
                </a:lnTo>
                <a:lnTo>
                  <a:pt x="1517897" y="89680"/>
                </a:lnTo>
                <a:lnTo>
                  <a:pt x="1517389" y="89745"/>
                </a:lnTo>
                <a:lnTo>
                  <a:pt x="1516876" y="89798"/>
                </a:lnTo>
                <a:lnTo>
                  <a:pt x="1516355" y="89839"/>
                </a:lnTo>
                <a:lnTo>
                  <a:pt x="1515828" y="89868"/>
                </a:lnTo>
                <a:lnTo>
                  <a:pt x="1515294" y="89886"/>
                </a:lnTo>
                <a:lnTo>
                  <a:pt x="1514754" y="89892"/>
                </a:lnTo>
                <a:lnTo>
                  <a:pt x="1514029" y="89881"/>
                </a:lnTo>
                <a:lnTo>
                  <a:pt x="1513313" y="89850"/>
                </a:lnTo>
                <a:lnTo>
                  <a:pt x="1512608" y="89797"/>
                </a:lnTo>
                <a:lnTo>
                  <a:pt x="1511913" y="89722"/>
                </a:lnTo>
                <a:lnTo>
                  <a:pt x="1511228" y="89627"/>
                </a:lnTo>
                <a:lnTo>
                  <a:pt x="1510553" y="89510"/>
                </a:lnTo>
                <a:lnTo>
                  <a:pt x="1509888" y="89372"/>
                </a:lnTo>
                <a:lnTo>
                  <a:pt x="1509233" y="89213"/>
                </a:lnTo>
                <a:lnTo>
                  <a:pt x="1508588" y="89032"/>
                </a:lnTo>
                <a:lnTo>
                  <a:pt x="1507953" y="88831"/>
                </a:lnTo>
                <a:lnTo>
                  <a:pt x="1507328" y="88608"/>
                </a:lnTo>
                <a:lnTo>
                  <a:pt x="1506714" y="88364"/>
                </a:lnTo>
                <a:lnTo>
                  <a:pt x="1506109" y="88099"/>
                </a:lnTo>
                <a:lnTo>
                  <a:pt x="1505515" y="87812"/>
                </a:lnTo>
                <a:lnTo>
                  <a:pt x="1504930" y="87504"/>
                </a:lnTo>
                <a:lnTo>
                  <a:pt x="1504356" y="87175"/>
                </a:lnTo>
                <a:lnTo>
                  <a:pt x="1503792" y="86825"/>
                </a:lnTo>
                <a:lnTo>
                  <a:pt x="1503237" y="86454"/>
                </a:lnTo>
                <a:lnTo>
                  <a:pt x="1502693" y="86061"/>
                </a:lnTo>
                <a:lnTo>
                  <a:pt x="1502159" y="85647"/>
                </a:lnTo>
                <a:lnTo>
                  <a:pt x="1501635" y="85212"/>
                </a:lnTo>
                <a:lnTo>
                  <a:pt x="1501121" y="84756"/>
                </a:lnTo>
                <a:lnTo>
                  <a:pt x="1500617" y="84278"/>
                </a:lnTo>
                <a:lnTo>
                  <a:pt x="1500123" y="83780"/>
                </a:lnTo>
                <a:lnTo>
                  <a:pt x="1499644" y="83261"/>
                </a:lnTo>
                <a:lnTo>
                  <a:pt x="1499182" y="82723"/>
                </a:lnTo>
                <a:lnTo>
                  <a:pt x="1498738" y="82167"/>
                </a:lnTo>
                <a:lnTo>
                  <a:pt x="1498313" y="81592"/>
                </a:lnTo>
                <a:lnTo>
                  <a:pt x="1497905" y="80999"/>
                </a:lnTo>
                <a:lnTo>
                  <a:pt x="1497516" y="80387"/>
                </a:lnTo>
                <a:lnTo>
                  <a:pt x="1497145" y="79756"/>
                </a:lnTo>
                <a:lnTo>
                  <a:pt x="1496792" y="79106"/>
                </a:lnTo>
                <a:lnTo>
                  <a:pt x="1496457" y="78437"/>
                </a:lnTo>
                <a:lnTo>
                  <a:pt x="1496139" y="77750"/>
                </a:lnTo>
                <a:lnTo>
                  <a:pt x="1495840" y="77045"/>
                </a:lnTo>
                <a:lnTo>
                  <a:pt x="1495560" y="76320"/>
                </a:lnTo>
                <a:lnTo>
                  <a:pt x="1495297" y="75577"/>
                </a:lnTo>
                <a:lnTo>
                  <a:pt x="1495052" y="74815"/>
                </a:lnTo>
                <a:lnTo>
                  <a:pt x="1494825" y="74034"/>
                </a:lnTo>
                <a:lnTo>
                  <a:pt x="1494617" y="73235"/>
                </a:lnTo>
                <a:lnTo>
                  <a:pt x="1494426" y="72417"/>
                </a:lnTo>
                <a:lnTo>
                  <a:pt x="1494254" y="71580"/>
                </a:lnTo>
                <a:lnTo>
                  <a:pt x="1494100" y="70725"/>
                </a:lnTo>
                <a:lnTo>
                  <a:pt x="1493963" y="69851"/>
                </a:lnTo>
                <a:lnTo>
                  <a:pt x="1493845" y="68958"/>
                </a:lnTo>
                <a:lnTo>
                  <a:pt x="1493745" y="68046"/>
                </a:lnTo>
                <a:lnTo>
                  <a:pt x="1493663" y="67116"/>
                </a:lnTo>
                <a:lnTo>
                  <a:pt x="1493599" y="66167"/>
                </a:lnTo>
                <a:lnTo>
                  <a:pt x="1545794" y="66167"/>
                </a:lnTo>
                <a:lnTo>
                  <a:pt x="1545800" y="65993"/>
                </a:lnTo>
                <a:lnTo>
                  <a:pt x="1545805" y="65823"/>
                </a:lnTo>
                <a:lnTo>
                  <a:pt x="1545810" y="65657"/>
                </a:lnTo>
                <a:lnTo>
                  <a:pt x="1545815" y="65495"/>
                </a:lnTo>
                <a:lnTo>
                  <a:pt x="1545819" y="65336"/>
                </a:lnTo>
                <a:lnTo>
                  <a:pt x="1545823" y="65180"/>
                </a:lnTo>
                <a:lnTo>
                  <a:pt x="1545827" y="65029"/>
                </a:lnTo>
                <a:lnTo>
                  <a:pt x="1545831" y="64881"/>
                </a:lnTo>
                <a:lnTo>
                  <a:pt x="1545835" y="64736"/>
                </a:lnTo>
                <a:lnTo>
                  <a:pt x="1545838" y="64596"/>
                </a:lnTo>
                <a:lnTo>
                  <a:pt x="1545841" y="64459"/>
                </a:lnTo>
                <a:lnTo>
                  <a:pt x="1545844" y="64325"/>
                </a:lnTo>
                <a:lnTo>
                  <a:pt x="1545846" y="64195"/>
                </a:lnTo>
                <a:lnTo>
                  <a:pt x="1545849" y="64069"/>
                </a:lnTo>
                <a:lnTo>
                  <a:pt x="1545851" y="63947"/>
                </a:lnTo>
                <a:lnTo>
                  <a:pt x="1545853" y="63828"/>
                </a:lnTo>
                <a:lnTo>
                  <a:pt x="1545855" y="63713"/>
                </a:lnTo>
                <a:lnTo>
                  <a:pt x="1545856" y="63602"/>
                </a:lnTo>
                <a:lnTo>
                  <a:pt x="1545857" y="63494"/>
                </a:lnTo>
                <a:lnTo>
                  <a:pt x="1545858" y="63390"/>
                </a:lnTo>
                <a:lnTo>
                  <a:pt x="1545859" y="63289"/>
                </a:lnTo>
                <a:lnTo>
                  <a:pt x="1545860" y="63192"/>
                </a:lnTo>
                <a:lnTo>
                  <a:pt x="1545860" y="63099"/>
                </a:lnTo>
                <a:lnTo>
                  <a:pt x="1545860" y="63010"/>
                </a:lnTo>
                <a:lnTo>
                  <a:pt x="1545845" y="61581"/>
                </a:lnTo>
                <a:lnTo>
                  <a:pt x="1545798" y="60180"/>
                </a:lnTo>
                <a:lnTo>
                  <a:pt x="1545721" y="58805"/>
                </a:lnTo>
                <a:lnTo>
                  <a:pt x="1545613" y="57457"/>
                </a:lnTo>
                <a:lnTo>
                  <a:pt x="1545474" y="56137"/>
                </a:lnTo>
                <a:lnTo>
                  <a:pt x="1545304" y="54843"/>
                </a:lnTo>
                <a:lnTo>
                  <a:pt x="1545103" y="53576"/>
                </a:lnTo>
                <a:lnTo>
                  <a:pt x="1544872" y="52337"/>
                </a:lnTo>
                <a:lnTo>
                  <a:pt x="1544609" y="51124"/>
                </a:lnTo>
                <a:lnTo>
                  <a:pt x="1544316" y="49938"/>
                </a:lnTo>
                <a:lnTo>
                  <a:pt x="1543991" y="48779"/>
                </a:lnTo>
                <a:lnTo>
                  <a:pt x="1543636" y="47647"/>
                </a:lnTo>
                <a:lnTo>
                  <a:pt x="1543250" y="46542"/>
                </a:lnTo>
                <a:lnTo>
                  <a:pt x="1542833" y="45464"/>
                </a:lnTo>
                <a:lnTo>
                  <a:pt x="1542385" y="44413"/>
                </a:lnTo>
                <a:lnTo>
                  <a:pt x="1541906" y="43389"/>
                </a:lnTo>
                <a:lnTo>
                  <a:pt x="1541396" y="42392"/>
                </a:lnTo>
                <a:lnTo>
                  <a:pt x="1540856" y="41421"/>
                </a:lnTo>
                <a:lnTo>
                  <a:pt x="1540284" y="40478"/>
                </a:lnTo>
                <a:lnTo>
                  <a:pt x="1539682" y="39562"/>
                </a:lnTo>
                <a:lnTo>
                  <a:pt x="1539049" y="38673"/>
                </a:lnTo>
                <a:lnTo>
                  <a:pt x="1538384" y="37810"/>
                </a:lnTo>
                <a:lnTo>
                  <a:pt x="1537689" y="36975"/>
                </a:lnTo>
                <a:lnTo>
                  <a:pt x="1536963" y="36166"/>
                </a:lnTo>
                <a:lnTo>
                  <a:pt x="1536213" y="35388"/>
                </a:lnTo>
                <a:lnTo>
                  <a:pt x="1535445" y="34642"/>
                </a:lnTo>
                <a:lnTo>
                  <a:pt x="1534659" y="33930"/>
                </a:lnTo>
                <a:lnTo>
                  <a:pt x="1533855" y="33251"/>
                </a:lnTo>
                <a:lnTo>
                  <a:pt x="1533033" y="32605"/>
                </a:lnTo>
                <a:lnTo>
                  <a:pt x="1532194" y="31992"/>
                </a:lnTo>
                <a:lnTo>
                  <a:pt x="1531336" y="31412"/>
                </a:lnTo>
                <a:lnTo>
                  <a:pt x="1530461" y="30866"/>
                </a:lnTo>
                <a:lnTo>
                  <a:pt x="1529568" y="30352"/>
                </a:lnTo>
                <a:lnTo>
                  <a:pt x="1528657" y="29872"/>
                </a:lnTo>
                <a:lnTo>
                  <a:pt x="1527728" y="29424"/>
                </a:lnTo>
                <a:lnTo>
                  <a:pt x="1526781" y="29010"/>
                </a:lnTo>
                <a:lnTo>
                  <a:pt x="1525817" y="28629"/>
                </a:lnTo>
                <a:lnTo>
                  <a:pt x="1524834" y="28281"/>
                </a:lnTo>
                <a:lnTo>
                  <a:pt x="1523834" y="27967"/>
                </a:lnTo>
                <a:lnTo>
                  <a:pt x="1522816" y="27685"/>
                </a:lnTo>
                <a:lnTo>
                  <a:pt x="1521780" y="27437"/>
                </a:lnTo>
                <a:lnTo>
                  <a:pt x="1520726" y="27221"/>
                </a:lnTo>
                <a:lnTo>
                  <a:pt x="1519655" y="27039"/>
                </a:lnTo>
                <a:lnTo>
                  <a:pt x="1518565" y="26890"/>
                </a:lnTo>
                <a:lnTo>
                  <a:pt x="1517458" y="26774"/>
                </a:lnTo>
                <a:lnTo>
                  <a:pt x="1516333" y="26691"/>
                </a:lnTo>
                <a:lnTo>
                  <a:pt x="1515190" y="26641"/>
                </a:lnTo>
                <a:lnTo>
                  <a:pt x="1514029" y="26625"/>
                </a:lnTo>
                <a:lnTo>
                  <a:pt x="1512830" y="26642"/>
                </a:lnTo>
                <a:lnTo>
                  <a:pt x="1511650" y="26693"/>
                </a:lnTo>
                <a:lnTo>
                  <a:pt x="1510489" y="26777"/>
                </a:lnTo>
                <a:lnTo>
                  <a:pt x="1509346" y="26896"/>
                </a:lnTo>
                <a:lnTo>
                  <a:pt x="1508222" y="27048"/>
                </a:lnTo>
                <a:lnTo>
                  <a:pt x="1507117" y="27235"/>
                </a:lnTo>
                <a:lnTo>
                  <a:pt x="1506031" y="27455"/>
                </a:lnTo>
                <a:lnTo>
                  <a:pt x="1504964" y="27709"/>
                </a:lnTo>
                <a:lnTo>
                  <a:pt x="1503915" y="27997"/>
                </a:lnTo>
                <a:lnTo>
                  <a:pt x="1502885" y="28318"/>
                </a:lnTo>
                <a:lnTo>
                  <a:pt x="1501874" y="28674"/>
                </a:lnTo>
                <a:lnTo>
                  <a:pt x="1500881" y="29063"/>
                </a:lnTo>
                <a:lnTo>
                  <a:pt x="1499908" y="29487"/>
                </a:lnTo>
                <a:lnTo>
                  <a:pt x="1498953" y="29944"/>
                </a:lnTo>
                <a:lnTo>
                  <a:pt x="1498017" y="30435"/>
                </a:lnTo>
                <a:lnTo>
                  <a:pt x="1497099" y="30960"/>
                </a:lnTo>
                <a:lnTo>
                  <a:pt x="1496201" y="31519"/>
                </a:lnTo>
                <a:lnTo>
                  <a:pt x="1495321" y="32111"/>
                </a:lnTo>
                <a:lnTo>
                  <a:pt x="1494460" y="32738"/>
                </a:lnTo>
                <a:lnTo>
                  <a:pt x="1493617" y="33398"/>
                </a:lnTo>
                <a:lnTo>
                  <a:pt x="1492794" y="34093"/>
                </a:lnTo>
                <a:lnTo>
                  <a:pt x="1491989" y="34821"/>
                </a:lnTo>
                <a:lnTo>
                  <a:pt x="1491203" y="35583"/>
                </a:lnTo>
                <a:lnTo>
                  <a:pt x="1490436" y="36379"/>
                </a:lnTo>
                <a:lnTo>
                  <a:pt x="1489694" y="37205"/>
                </a:lnTo>
                <a:lnTo>
                  <a:pt x="1488983" y="38059"/>
                </a:lnTo>
                <a:lnTo>
                  <a:pt x="1488304" y="38941"/>
                </a:lnTo>
                <a:lnTo>
                  <a:pt x="1487657" y="39850"/>
                </a:lnTo>
                <a:lnTo>
                  <a:pt x="1487041" y="40786"/>
                </a:lnTo>
                <a:lnTo>
                  <a:pt x="1486457" y="41750"/>
                </a:lnTo>
                <a:lnTo>
                  <a:pt x="1485904" y="42741"/>
                </a:lnTo>
                <a:lnTo>
                  <a:pt x="1485383" y="43760"/>
                </a:lnTo>
                <a:lnTo>
                  <a:pt x="1484894" y="44806"/>
                </a:lnTo>
                <a:lnTo>
                  <a:pt x="1484436" y="45880"/>
                </a:lnTo>
                <a:lnTo>
                  <a:pt x="1484009" y="46981"/>
                </a:lnTo>
                <a:lnTo>
                  <a:pt x="1483615" y="48109"/>
                </a:lnTo>
                <a:lnTo>
                  <a:pt x="1483251" y="49265"/>
                </a:lnTo>
                <a:lnTo>
                  <a:pt x="1482920" y="50449"/>
                </a:lnTo>
                <a:lnTo>
                  <a:pt x="1482620" y="51660"/>
                </a:lnTo>
                <a:lnTo>
                  <a:pt x="1482351" y="52898"/>
                </a:lnTo>
                <a:lnTo>
                  <a:pt x="1482115" y="54164"/>
                </a:lnTo>
                <a:lnTo>
                  <a:pt x="1481909" y="55458"/>
                </a:lnTo>
                <a:lnTo>
                  <a:pt x="1481736" y="56778"/>
                </a:lnTo>
                <a:lnTo>
                  <a:pt x="1481594" y="58127"/>
                </a:lnTo>
                <a:lnTo>
                  <a:pt x="1481483" y="59502"/>
                </a:lnTo>
                <a:lnTo>
                  <a:pt x="1481404" y="60906"/>
                </a:lnTo>
                <a:lnTo>
                  <a:pt x="1481357" y="62336"/>
                </a:lnTo>
                <a:lnTo>
                  <a:pt x="1481341" y="63794"/>
                </a:lnTo>
                <a:lnTo>
                  <a:pt x="1481357" y="65204"/>
                </a:lnTo>
                <a:lnTo>
                  <a:pt x="1481403" y="66586"/>
                </a:lnTo>
                <a:lnTo>
                  <a:pt x="1481482" y="67943"/>
                </a:lnTo>
                <a:lnTo>
                  <a:pt x="1481591" y="69273"/>
                </a:lnTo>
                <a:lnTo>
                  <a:pt x="1481731" y="70576"/>
                </a:lnTo>
                <a:lnTo>
                  <a:pt x="1481903" y="71853"/>
                </a:lnTo>
                <a:lnTo>
                  <a:pt x="1482106" y="73104"/>
                </a:lnTo>
                <a:lnTo>
                  <a:pt x="1482341" y="74328"/>
                </a:lnTo>
                <a:lnTo>
                  <a:pt x="1482606" y="75526"/>
                </a:lnTo>
                <a:lnTo>
                  <a:pt x="1482903" y="76697"/>
                </a:lnTo>
                <a:lnTo>
                  <a:pt x="1483231" y="77842"/>
                </a:lnTo>
                <a:lnTo>
                  <a:pt x="1483590" y="78960"/>
                </a:lnTo>
                <a:lnTo>
                  <a:pt x="1483980" y="80052"/>
                </a:lnTo>
                <a:lnTo>
                  <a:pt x="1484402" y="81118"/>
                </a:lnTo>
                <a:lnTo>
                  <a:pt x="1484855" y="82157"/>
                </a:lnTo>
                <a:lnTo>
                  <a:pt x="1485339" y="83170"/>
                </a:lnTo>
                <a:lnTo>
                  <a:pt x="1485854" y="84156"/>
                </a:lnTo>
                <a:lnTo>
                  <a:pt x="1486401" y="85116"/>
                </a:lnTo>
                <a:lnTo>
                  <a:pt x="1486979" y="86050"/>
                </a:lnTo>
                <a:lnTo>
                  <a:pt x="1487588" y="86957"/>
                </a:lnTo>
                <a:lnTo>
                  <a:pt x="1488228" y="87837"/>
                </a:lnTo>
                <a:lnTo>
                  <a:pt x="1488900" y="88691"/>
                </a:lnTo>
                <a:lnTo>
                  <a:pt x="1489603" y="89519"/>
                </a:lnTo>
                <a:lnTo>
                  <a:pt x="1490337" y="90320"/>
                </a:lnTo>
                <a:lnTo>
                  <a:pt x="1491097" y="91092"/>
                </a:lnTo>
                <a:lnTo>
                  <a:pt x="1491880" y="91831"/>
                </a:lnTo>
                <a:lnTo>
                  <a:pt x="1492685" y="92537"/>
                </a:lnTo>
                <a:lnTo>
                  <a:pt x="1493512" y="93210"/>
                </a:lnTo>
                <a:lnTo>
                  <a:pt x="1494361" y="93850"/>
                </a:lnTo>
                <a:lnTo>
                  <a:pt x="1495232" y="94458"/>
                </a:lnTo>
                <a:lnTo>
                  <a:pt x="1496125" y="95033"/>
                </a:lnTo>
                <a:lnTo>
                  <a:pt x="1497041" y="95574"/>
                </a:lnTo>
                <a:lnTo>
                  <a:pt x="1497978" y="96083"/>
                </a:lnTo>
                <a:lnTo>
                  <a:pt x="1498937" y="96559"/>
                </a:lnTo>
                <a:lnTo>
                  <a:pt x="1499919" y="97003"/>
                </a:lnTo>
                <a:lnTo>
                  <a:pt x="1500922" y="97413"/>
                </a:lnTo>
                <a:lnTo>
                  <a:pt x="1501948" y="97791"/>
                </a:lnTo>
                <a:lnTo>
                  <a:pt x="1502996" y="98136"/>
                </a:lnTo>
                <a:lnTo>
                  <a:pt x="1504066" y="98448"/>
                </a:lnTo>
                <a:lnTo>
                  <a:pt x="1505158" y="98727"/>
                </a:lnTo>
                <a:lnTo>
                  <a:pt x="1506272" y="98973"/>
                </a:lnTo>
                <a:lnTo>
                  <a:pt x="1507408" y="99186"/>
                </a:lnTo>
                <a:lnTo>
                  <a:pt x="1508566" y="99367"/>
                </a:lnTo>
                <a:lnTo>
                  <a:pt x="1509746" y="99515"/>
                </a:lnTo>
                <a:lnTo>
                  <a:pt x="1510949" y="99630"/>
                </a:lnTo>
                <a:lnTo>
                  <a:pt x="1512173" y="99712"/>
                </a:lnTo>
                <a:lnTo>
                  <a:pt x="1513419" y="99761"/>
                </a:lnTo>
                <a:lnTo>
                  <a:pt x="1514688" y="99778"/>
                </a:lnTo>
                <a:lnTo>
                  <a:pt x="1515696" y="99767"/>
                </a:lnTo>
                <a:lnTo>
                  <a:pt x="1516690" y="99736"/>
                </a:lnTo>
                <a:lnTo>
                  <a:pt x="1517668" y="99685"/>
                </a:lnTo>
                <a:lnTo>
                  <a:pt x="1518631" y="99613"/>
                </a:lnTo>
                <a:lnTo>
                  <a:pt x="1519579" y="99520"/>
                </a:lnTo>
                <a:lnTo>
                  <a:pt x="1520512" y="99407"/>
                </a:lnTo>
                <a:lnTo>
                  <a:pt x="1521430" y="99273"/>
                </a:lnTo>
                <a:lnTo>
                  <a:pt x="1522333" y="99119"/>
                </a:lnTo>
                <a:lnTo>
                  <a:pt x="1523220" y="98943"/>
                </a:lnTo>
                <a:lnTo>
                  <a:pt x="1524093" y="98748"/>
                </a:lnTo>
                <a:lnTo>
                  <a:pt x="1524950" y="98532"/>
                </a:lnTo>
                <a:lnTo>
                  <a:pt x="1525793" y="98295"/>
                </a:lnTo>
                <a:lnTo>
                  <a:pt x="1526620" y="98037"/>
                </a:lnTo>
                <a:lnTo>
                  <a:pt x="1527432" y="97759"/>
                </a:lnTo>
                <a:lnTo>
                  <a:pt x="1528229" y="97461"/>
                </a:lnTo>
                <a:lnTo>
                  <a:pt x="1529011" y="97141"/>
                </a:lnTo>
                <a:lnTo>
                  <a:pt x="1529778" y="96802"/>
                </a:lnTo>
                <a:lnTo>
                  <a:pt x="1530530" y="96441"/>
                </a:lnTo>
                <a:lnTo>
                  <a:pt x="1531266" y="96060"/>
                </a:lnTo>
                <a:lnTo>
                  <a:pt x="1531988" y="95659"/>
                </a:lnTo>
                <a:lnTo>
                  <a:pt x="1532694" y="95236"/>
                </a:lnTo>
                <a:lnTo>
                  <a:pt x="1533385" y="94794"/>
                </a:lnTo>
                <a:lnTo>
                  <a:pt x="1534062" y="94330"/>
                </a:lnTo>
                <a:lnTo>
                  <a:pt x="1534723" y="93846"/>
                </a:lnTo>
                <a:lnTo>
                  <a:pt x="1535368" y="93344"/>
                </a:lnTo>
                <a:lnTo>
                  <a:pt x="1535995" y="92824"/>
                </a:lnTo>
                <a:lnTo>
                  <a:pt x="1536606" y="92288"/>
                </a:lnTo>
                <a:lnTo>
                  <a:pt x="1537199" y="91736"/>
                </a:lnTo>
                <a:lnTo>
                  <a:pt x="1537776" y="91166"/>
                </a:lnTo>
                <a:lnTo>
                  <a:pt x="1538335" y="90580"/>
                </a:lnTo>
                <a:lnTo>
                  <a:pt x="1538877" y="89977"/>
                </a:lnTo>
                <a:lnTo>
                  <a:pt x="1539402" y="89357"/>
                </a:lnTo>
                <a:lnTo>
                  <a:pt x="1539909" y="88721"/>
                </a:lnTo>
                <a:lnTo>
                  <a:pt x="1540400" y="88068"/>
                </a:lnTo>
                <a:lnTo>
                  <a:pt x="1540873" y="87399"/>
                </a:lnTo>
                <a:lnTo>
                  <a:pt x="1541329" y="86712"/>
                </a:lnTo>
                <a:lnTo>
                  <a:pt x="1541768" y="86009"/>
                </a:lnTo>
                <a:lnTo>
                  <a:pt x="1542190" y="85289"/>
                </a:lnTo>
                <a:lnTo>
                  <a:pt x="1542595" y="84553"/>
                </a:lnTo>
                <a:lnTo>
                  <a:pt x="1542982" y="83800"/>
                </a:lnTo>
                <a:lnTo>
                  <a:pt x="1543353" y="83030"/>
                </a:lnTo>
                <a:lnTo>
                  <a:pt x="1543706" y="82243"/>
                </a:lnTo>
                <a:lnTo>
                  <a:pt x="1544042" y="81440"/>
                </a:lnTo>
                <a:lnTo>
                  <a:pt x="1544361" y="80620"/>
                </a:lnTo>
                <a:lnTo>
                  <a:pt x="1544663" y="79783"/>
                </a:lnTo>
                <a:lnTo>
                  <a:pt x="1544947" y="78930"/>
                </a:lnTo>
                <a:lnTo>
                  <a:pt x="1545215" y="78060"/>
                </a:lnTo>
                <a:lnTo>
                  <a:pt x="1545465" y="77173"/>
                </a:lnTo>
                <a:lnTo>
                  <a:pt x="1533207" y="75657"/>
                </a:lnTo>
                <a:lnTo>
                  <a:pt x="1532978" y="76270"/>
                </a:lnTo>
                <a:lnTo>
                  <a:pt x="1532743" y="76870"/>
                </a:lnTo>
                <a:lnTo>
                  <a:pt x="1532501" y="77455"/>
                </a:lnTo>
                <a:lnTo>
                  <a:pt x="1532253" y="78026"/>
                </a:lnTo>
                <a:lnTo>
                  <a:pt x="1531998" y="78583"/>
                </a:lnTo>
                <a:close/>
                <a:moveTo>
                  <a:pt x="1494721" y="52685"/>
                </a:moveTo>
                <a:lnTo>
                  <a:pt x="1494866" y="52003"/>
                </a:lnTo>
                <a:lnTo>
                  <a:pt x="1495027" y="51334"/>
                </a:lnTo>
                <a:lnTo>
                  <a:pt x="1495206" y="50678"/>
                </a:lnTo>
                <a:lnTo>
                  <a:pt x="1495403" y="50034"/>
                </a:lnTo>
                <a:lnTo>
                  <a:pt x="1495616" y="49403"/>
                </a:lnTo>
                <a:lnTo>
                  <a:pt x="1495847" y="48785"/>
                </a:lnTo>
                <a:lnTo>
                  <a:pt x="1496095" y="48179"/>
                </a:lnTo>
                <a:lnTo>
                  <a:pt x="1496360" y="47586"/>
                </a:lnTo>
                <a:lnTo>
                  <a:pt x="1496643" y="47005"/>
                </a:lnTo>
                <a:lnTo>
                  <a:pt x="1496943" y="46437"/>
                </a:lnTo>
                <a:lnTo>
                  <a:pt x="1497260" y="45881"/>
                </a:lnTo>
                <a:lnTo>
                  <a:pt x="1497595" y="45339"/>
                </a:lnTo>
                <a:lnTo>
                  <a:pt x="1497947" y="44808"/>
                </a:lnTo>
                <a:lnTo>
                  <a:pt x="1498316" y="44291"/>
                </a:lnTo>
                <a:lnTo>
                  <a:pt x="1498702" y="43786"/>
                </a:lnTo>
                <a:lnTo>
                  <a:pt x="1499106" y="43293"/>
                </a:lnTo>
                <a:lnTo>
                  <a:pt x="1499526" y="42814"/>
                </a:lnTo>
                <a:lnTo>
                  <a:pt x="1499965" y="42346"/>
                </a:lnTo>
                <a:lnTo>
                  <a:pt x="1500420" y="41892"/>
                </a:lnTo>
                <a:lnTo>
                  <a:pt x="1500889" y="41453"/>
                </a:lnTo>
                <a:lnTo>
                  <a:pt x="1501366" y="41032"/>
                </a:lnTo>
                <a:lnTo>
                  <a:pt x="1501853" y="40631"/>
                </a:lnTo>
                <a:lnTo>
                  <a:pt x="1502349" y="40247"/>
                </a:lnTo>
                <a:lnTo>
                  <a:pt x="1502853" y="39883"/>
                </a:lnTo>
                <a:lnTo>
                  <a:pt x="1503367" y="39537"/>
                </a:lnTo>
                <a:lnTo>
                  <a:pt x="1503890" y="39210"/>
                </a:lnTo>
                <a:lnTo>
                  <a:pt x="1504422" y="38902"/>
                </a:lnTo>
                <a:lnTo>
                  <a:pt x="1504963" y="38613"/>
                </a:lnTo>
                <a:lnTo>
                  <a:pt x="1505513" y="38342"/>
                </a:lnTo>
                <a:lnTo>
                  <a:pt x="1506072" y="38089"/>
                </a:lnTo>
                <a:lnTo>
                  <a:pt x="1506640" y="37856"/>
                </a:lnTo>
                <a:lnTo>
                  <a:pt x="1507217" y="37641"/>
                </a:lnTo>
                <a:lnTo>
                  <a:pt x="1507803" y="37445"/>
                </a:lnTo>
                <a:lnTo>
                  <a:pt x="1508398" y="37267"/>
                </a:lnTo>
                <a:lnTo>
                  <a:pt x="1509002" y="37108"/>
                </a:lnTo>
                <a:lnTo>
                  <a:pt x="1509615" y="36968"/>
                </a:lnTo>
                <a:lnTo>
                  <a:pt x="1510237" y="36847"/>
                </a:lnTo>
                <a:lnTo>
                  <a:pt x="1510869" y="36744"/>
                </a:lnTo>
                <a:lnTo>
                  <a:pt x="1511509" y="36660"/>
                </a:lnTo>
                <a:lnTo>
                  <a:pt x="1512158" y="36594"/>
                </a:lnTo>
                <a:lnTo>
                  <a:pt x="1512817" y="36548"/>
                </a:lnTo>
                <a:lnTo>
                  <a:pt x="1513484" y="36520"/>
                </a:lnTo>
                <a:lnTo>
                  <a:pt x="1514161" y="36510"/>
                </a:lnTo>
                <a:lnTo>
                  <a:pt x="1514907" y="36522"/>
                </a:lnTo>
                <a:lnTo>
                  <a:pt x="1515642" y="36557"/>
                </a:lnTo>
                <a:lnTo>
                  <a:pt x="1516365" y="36616"/>
                </a:lnTo>
                <a:lnTo>
                  <a:pt x="1517077" y="36698"/>
                </a:lnTo>
                <a:lnTo>
                  <a:pt x="1517777" y="36803"/>
                </a:lnTo>
                <a:lnTo>
                  <a:pt x="1518465" y="36932"/>
                </a:lnTo>
                <a:lnTo>
                  <a:pt x="1519142" y="37084"/>
                </a:lnTo>
                <a:lnTo>
                  <a:pt x="1519807" y="37259"/>
                </a:lnTo>
                <a:lnTo>
                  <a:pt x="1520460" y="37458"/>
                </a:lnTo>
                <a:lnTo>
                  <a:pt x="1521101" y="37681"/>
                </a:lnTo>
                <a:lnTo>
                  <a:pt x="1521731" y="37926"/>
                </a:lnTo>
                <a:lnTo>
                  <a:pt x="1522349" y="38196"/>
                </a:lnTo>
                <a:lnTo>
                  <a:pt x="1522956" y="38488"/>
                </a:lnTo>
                <a:lnTo>
                  <a:pt x="1523551" y="38804"/>
                </a:lnTo>
                <a:lnTo>
                  <a:pt x="1524134" y="39143"/>
                </a:lnTo>
                <a:lnTo>
                  <a:pt x="1524705" y="39506"/>
                </a:lnTo>
                <a:lnTo>
                  <a:pt x="1525265" y="39892"/>
                </a:lnTo>
                <a:lnTo>
                  <a:pt x="1525813" y="40302"/>
                </a:lnTo>
                <a:lnTo>
                  <a:pt x="1526350" y="40735"/>
                </a:lnTo>
                <a:lnTo>
                  <a:pt x="1526875" y="41191"/>
                </a:lnTo>
                <a:lnTo>
                  <a:pt x="1527388" y="41671"/>
                </a:lnTo>
                <a:lnTo>
                  <a:pt x="1527889" y="42174"/>
                </a:lnTo>
                <a:lnTo>
                  <a:pt x="1528379" y="42701"/>
                </a:lnTo>
                <a:lnTo>
                  <a:pt x="1528857" y="43251"/>
                </a:lnTo>
                <a:lnTo>
                  <a:pt x="1529160" y="43621"/>
                </a:lnTo>
                <a:lnTo>
                  <a:pt x="1529452" y="44005"/>
                </a:lnTo>
                <a:lnTo>
                  <a:pt x="1529735" y="44405"/>
                </a:lnTo>
                <a:lnTo>
                  <a:pt x="1530007" y="44820"/>
                </a:lnTo>
                <a:lnTo>
                  <a:pt x="1530269" y="45249"/>
                </a:lnTo>
                <a:lnTo>
                  <a:pt x="1530521" y="45694"/>
                </a:lnTo>
                <a:lnTo>
                  <a:pt x="1530763" y="46154"/>
                </a:lnTo>
                <a:lnTo>
                  <a:pt x="1530995" y="46629"/>
                </a:lnTo>
                <a:lnTo>
                  <a:pt x="1531217" y="47119"/>
                </a:lnTo>
                <a:lnTo>
                  <a:pt x="1531429" y="47625"/>
                </a:lnTo>
                <a:lnTo>
                  <a:pt x="1531631" y="48145"/>
                </a:lnTo>
                <a:lnTo>
                  <a:pt x="1531823" y="48680"/>
                </a:lnTo>
                <a:lnTo>
                  <a:pt x="1532005" y="49231"/>
                </a:lnTo>
                <a:lnTo>
                  <a:pt x="1532176" y="49796"/>
                </a:lnTo>
                <a:lnTo>
                  <a:pt x="1532338" y="50377"/>
                </a:lnTo>
                <a:lnTo>
                  <a:pt x="1532489" y="50973"/>
                </a:lnTo>
                <a:lnTo>
                  <a:pt x="1532631" y="51584"/>
                </a:lnTo>
                <a:lnTo>
                  <a:pt x="1532762" y="52209"/>
                </a:lnTo>
                <a:lnTo>
                  <a:pt x="1532883" y="52850"/>
                </a:lnTo>
                <a:lnTo>
                  <a:pt x="1532994" y="53506"/>
                </a:lnTo>
                <a:lnTo>
                  <a:pt x="1533096" y="54178"/>
                </a:lnTo>
                <a:lnTo>
                  <a:pt x="1533187" y="54864"/>
                </a:lnTo>
                <a:lnTo>
                  <a:pt x="1533268" y="55565"/>
                </a:lnTo>
                <a:lnTo>
                  <a:pt x="1533339" y="56281"/>
                </a:lnTo>
                <a:lnTo>
                  <a:pt x="1494258" y="56281"/>
                </a:lnTo>
                <a:lnTo>
                  <a:pt x="1494316" y="55537"/>
                </a:lnTo>
                <a:lnTo>
                  <a:pt x="1494391" y="54805"/>
                </a:lnTo>
                <a:lnTo>
                  <a:pt x="1494484" y="54086"/>
                </a:lnTo>
                <a:lnTo>
                  <a:pt x="1494594" y="53379"/>
                </a:lnTo>
                <a:lnTo>
                  <a:pt x="1494721" y="52685"/>
                </a:lnTo>
                <a:close/>
                <a:moveTo>
                  <a:pt x="1680382" y="75987"/>
                </a:moveTo>
                <a:lnTo>
                  <a:pt x="1680212" y="76638"/>
                </a:lnTo>
                <a:lnTo>
                  <a:pt x="1680030" y="77273"/>
                </a:lnTo>
                <a:lnTo>
                  <a:pt x="1679836" y="77892"/>
                </a:lnTo>
                <a:lnTo>
                  <a:pt x="1679631" y="78495"/>
                </a:lnTo>
                <a:lnTo>
                  <a:pt x="1679414" y="79082"/>
                </a:lnTo>
                <a:lnTo>
                  <a:pt x="1679184" y="79653"/>
                </a:lnTo>
                <a:lnTo>
                  <a:pt x="1678943" y="80208"/>
                </a:lnTo>
                <a:lnTo>
                  <a:pt x="1678690" y="80748"/>
                </a:lnTo>
                <a:lnTo>
                  <a:pt x="1678425" y="81271"/>
                </a:lnTo>
                <a:lnTo>
                  <a:pt x="1678148" y="81778"/>
                </a:lnTo>
                <a:lnTo>
                  <a:pt x="1677859" y="82269"/>
                </a:lnTo>
                <a:lnTo>
                  <a:pt x="1677559" y="82745"/>
                </a:lnTo>
                <a:lnTo>
                  <a:pt x="1677246" y="83204"/>
                </a:lnTo>
                <a:lnTo>
                  <a:pt x="1676922" y="83647"/>
                </a:lnTo>
                <a:lnTo>
                  <a:pt x="1676585" y="84075"/>
                </a:lnTo>
                <a:lnTo>
                  <a:pt x="1676237" y="84486"/>
                </a:lnTo>
                <a:lnTo>
                  <a:pt x="1675877" y="84882"/>
                </a:lnTo>
                <a:lnTo>
                  <a:pt x="1675505" y="85261"/>
                </a:lnTo>
                <a:lnTo>
                  <a:pt x="1675121" y="85625"/>
                </a:lnTo>
                <a:lnTo>
                  <a:pt x="1674727" y="85973"/>
                </a:lnTo>
                <a:lnTo>
                  <a:pt x="1674325" y="86306"/>
                </a:lnTo>
                <a:lnTo>
                  <a:pt x="1673915" y="86625"/>
                </a:lnTo>
                <a:lnTo>
                  <a:pt x="1673497" y="86929"/>
                </a:lnTo>
                <a:lnTo>
                  <a:pt x="1673071" y="87218"/>
                </a:lnTo>
                <a:lnTo>
                  <a:pt x="1672637" y="87492"/>
                </a:lnTo>
                <a:lnTo>
                  <a:pt x="1672195" y="87751"/>
                </a:lnTo>
                <a:lnTo>
                  <a:pt x="1671745" y="87995"/>
                </a:lnTo>
                <a:lnTo>
                  <a:pt x="1671287" y="88225"/>
                </a:lnTo>
                <a:lnTo>
                  <a:pt x="1670821" y="88440"/>
                </a:lnTo>
                <a:lnTo>
                  <a:pt x="1670347" y="88640"/>
                </a:lnTo>
                <a:lnTo>
                  <a:pt x="1669865" y="88825"/>
                </a:lnTo>
                <a:lnTo>
                  <a:pt x="1669375" y="88996"/>
                </a:lnTo>
                <a:lnTo>
                  <a:pt x="1668877" y="89151"/>
                </a:lnTo>
                <a:lnTo>
                  <a:pt x="1668371" y="89292"/>
                </a:lnTo>
                <a:lnTo>
                  <a:pt x="1667857" y="89418"/>
                </a:lnTo>
                <a:lnTo>
                  <a:pt x="1667335" y="89529"/>
                </a:lnTo>
                <a:lnTo>
                  <a:pt x="1666805" y="89625"/>
                </a:lnTo>
                <a:lnTo>
                  <a:pt x="1666266" y="89707"/>
                </a:lnTo>
                <a:lnTo>
                  <a:pt x="1665720" y="89774"/>
                </a:lnTo>
                <a:lnTo>
                  <a:pt x="1665166" y="89825"/>
                </a:lnTo>
                <a:lnTo>
                  <a:pt x="1664604" y="89862"/>
                </a:lnTo>
                <a:lnTo>
                  <a:pt x="1664034" y="89885"/>
                </a:lnTo>
                <a:lnTo>
                  <a:pt x="1663456" y="89892"/>
                </a:lnTo>
                <a:lnTo>
                  <a:pt x="1662737" y="89881"/>
                </a:lnTo>
                <a:lnTo>
                  <a:pt x="1662029" y="89848"/>
                </a:lnTo>
                <a:lnTo>
                  <a:pt x="1661333" y="89793"/>
                </a:lnTo>
                <a:lnTo>
                  <a:pt x="1660648" y="89715"/>
                </a:lnTo>
                <a:lnTo>
                  <a:pt x="1659974" y="89616"/>
                </a:lnTo>
                <a:lnTo>
                  <a:pt x="1659312" y="89495"/>
                </a:lnTo>
                <a:lnTo>
                  <a:pt x="1658662" y="89351"/>
                </a:lnTo>
                <a:lnTo>
                  <a:pt x="1658023" y="89185"/>
                </a:lnTo>
                <a:lnTo>
                  <a:pt x="1657395" y="88998"/>
                </a:lnTo>
                <a:lnTo>
                  <a:pt x="1656779" y="88788"/>
                </a:lnTo>
                <a:lnTo>
                  <a:pt x="1656174" y="88556"/>
                </a:lnTo>
                <a:lnTo>
                  <a:pt x="1655580" y="88302"/>
                </a:lnTo>
                <a:lnTo>
                  <a:pt x="1654999" y="88026"/>
                </a:lnTo>
                <a:lnTo>
                  <a:pt x="1654428" y="87728"/>
                </a:lnTo>
                <a:lnTo>
                  <a:pt x="1653869" y="87408"/>
                </a:lnTo>
                <a:lnTo>
                  <a:pt x="1653321" y="87066"/>
                </a:lnTo>
                <a:lnTo>
                  <a:pt x="1652785" y="86701"/>
                </a:lnTo>
                <a:lnTo>
                  <a:pt x="1652261" y="86315"/>
                </a:lnTo>
                <a:lnTo>
                  <a:pt x="1651747" y="85906"/>
                </a:lnTo>
                <a:lnTo>
                  <a:pt x="1651245" y="85476"/>
                </a:lnTo>
                <a:lnTo>
                  <a:pt x="1650755" y="85023"/>
                </a:lnTo>
                <a:lnTo>
                  <a:pt x="1650276" y="84548"/>
                </a:lnTo>
                <a:lnTo>
                  <a:pt x="1649809" y="84051"/>
                </a:lnTo>
                <a:lnTo>
                  <a:pt x="1649353" y="83532"/>
                </a:lnTo>
                <a:lnTo>
                  <a:pt x="1648912" y="82989"/>
                </a:lnTo>
                <a:lnTo>
                  <a:pt x="1648489" y="82419"/>
                </a:lnTo>
                <a:lnTo>
                  <a:pt x="1648086" y="81822"/>
                </a:lnTo>
                <a:lnTo>
                  <a:pt x="1647701" y="81199"/>
                </a:lnTo>
                <a:lnTo>
                  <a:pt x="1647335" y="80549"/>
                </a:lnTo>
                <a:lnTo>
                  <a:pt x="1646988" y="79872"/>
                </a:lnTo>
                <a:lnTo>
                  <a:pt x="1646660" y="79169"/>
                </a:lnTo>
                <a:lnTo>
                  <a:pt x="1646350" y="78439"/>
                </a:lnTo>
                <a:lnTo>
                  <a:pt x="1646059" y="77682"/>
                </a:lnTo>
                <a:lnTo>
                  <a:pt x="1645787" y="76899"/>
                </a:lnTo>
                <a:lnTo>
                  <a:pt x="1645534" y="76089"/>
                </a:lnTo>
                <a:lnTo>
                  <a:pt x="1645300" y="75252"/>
                </a:lnTo>
                <a:lnTo>
                  <a:pt x="1645084" y="74389"/>
                </a:lnTo>
                <a:lnTo>
                  <a:pt x="1644887" y="73499"/>
                </a:lnTo>
                <a:lnTo>
                  <a:pt x="1644708" y="72583"/>
                </a:lnTo>
                <a:lnTo>
                  <a:pt x="1644549" y="71640"/>
                </a:lnTo>
                <a:lnTo>
                  <a:pt x="1644408" y="70670"/>
                </a:lnTo>
                <a:lnTo>
                  <a:pt x="1644286" y="69673"/>
                </a:lnTo>
                <a:lnTo>
                  <a:pt x="1644183" y="68650"/>
                </a:lnTo>
                <a:lnTo>
                  <a:pt x="1644099" y="67601"/>
                </a:lnTo>
                <a:lnTo>
                  <a:pt x="1644033" y="66524"/>
                </a:lnTo>
                <a:lnTo>
                  <a:pt x="1643986" y="65421"/>
                </a:lnTo>
                <a:lnTo>
                  <a:pt x="1643958" y="64292"/>
                </a:lnTo>
                <a:lnTo>
                  <a:pt x="1643948" y="63135"/>
                </a:lnTo>
                <a:lnTo>
                  <a:pt x="1643958" y="61995"/>
                </a:lnTo>
                <a:lnTo>
                  <a:pt x="1643987" y="60881"/>
                </a:lnTo>
                <a:lnTo>
                  <a:pt x="1644036" y="59792"/>
                </a:lnTo>
                <a:lnTo>
                  <a:pt x="1644104" y="58730"/>
                </a:lnTo>
                <a:lnTo>
                  <a:pt x="1644192" y="57693"/>
                </a:lnTo>
                <a:lnTo>
                  <a:pt x="1644299" y="56682"/>
                </a:lnTo>
                <a:lnTo>
                  <a:pt x="1644425" y="55697"/>
                </a:lnTo>
                <a:lnTo>
                  <a:pt x="1644571" y="54737"/>
                </a:lnTo>
                <a:lnTo>
                  <a:pt x="1644736" y="53804"/>
                </a:lnTo>
                <a:lnTo>
                  <a:pt x="1644921" y="52897"/>
                </a:lnTo>
                <a:lnTo>
                  <a:pt x="1645125" y="52015"/>
                </a:lnTo>
                <a:lnTo>
                  <a:pt x="1645349" y="51159"/>
                </a:lnTo>
                <a:lnTo>
                  <a:pt x="1645592" y="50329"/>
                </a:lnTo>
                <a:lnTo>
                  <a:pt x="1645855" y="49525"/>
                </a:lnTo>
                <a:lnTo>
                  <a:pt x="1646137" y="48746"/>
                </a:lnTo>
                <a:lnTo>
                  <a:pt x="1646438" y="47994"/>
                </a:lnTo>
                <a:lnTo>
                  <a:pt x="1646759" y="47267"/>
                </a:lnTo>
                <a:lnTo>
                  <a:pt x="1647099" y="46567"/>
                </a:lnTo>
                <a:lnTo>
                  <a:pt x="1647459" y="45892"/>
                </a:lnTo>
                <a:lnTo>
                  <a:pt x="1647839" y="45243"/>
                </a:lnTo>
                <a:lnTo>
                  <a:pt x="1648237" y="44620"/>
                </a:lnTo>
                <a:lnTo>
                  <a:pt x="1648656" y="44022"/>
                </a:lnTo>
                <a:lnTo>
                  <a:pt x="1649093" y="43451"/>
                </a:lnTo>
                <a:lnTo>
                  <a:pt x="1649550" y="42905"/>
                </a:lnTo>
                <a:lnTo>
                  <a:pt x="1650023" y="42383"/>
                </a:lnTo>
                <a:lnTo>
                  <a:pt x="1650507" y="41884"/>
                </a:lnTo>
                <a:lnTo>
                  <a:pt x="1651003" y="41406"/>
                </a:lnTo>
                <a:lnTo>
                  <a:pt x="1651511" y="40951"/>
                </a:lnTo>
                <a:lnTo>
                  <a:pt x="1652030" y="40518"/>
                </a:lnTo>
                <a:lnTo>
                  <a:pt x="1652561" y="40107"/>
                </a:lnTo>
                <a:lnTo>
                  <a:pt x="1653104" y="39719"/>
                </a:lnTo>
                <a:lnTo>
                  <a:pt x="1653658" y="39352"/>
                </a:lnTo>
                <a:lnTo>
                  <a:pt x="1654224" y="39008"/>
                </a:lnTo>
                <a:lnTo>
                  <a:pt x="1654802" y="38686"/>
                </a:lnTo>
                <a:lnTo>
                  <a:pt x="1655391" y="38387"/>
                </a:lnTo>
                <a:lnTo>
                  <a:pt x="1655992" y="38109"/>
                </a:lnTo>
                <a:lnTo>
                  <a:pt x="1656605" y="37854"/>
                </a:lnTo>
                <a:lnTo>
                  <a:pt x="1657229" y="37621"/>
                </a:lnTo>
                <a:lnTo>
                  <a:pt x="1657865" y="37410"/>
                </a:lnTo>
                <a:lnTo>
                  <a:pt x="1658513" y="37221"/>
                </a:lnTo>
                <a:lnTo>
                  <a:pt x="1659172" y="37054"/>
                </a:lnTo>
                <a:lnTo>
                  <a:pt x="1659844" y="36910"/>
                </a:lnTo>
                <a:lnTo>
                  <a:pt x="1660526" y="36788"/>
                </a:lnTo>
                <a:lnTo>
                  <a:pt x="1661221" y="36688"/>
                </a:lnTo>
                <a:lnTo>
                  <a:pt x="1661927" y="36610"/>
                </a:lnTo>
                <a:lnTo>
                  <a:pt x="1662644" y="36555"/>
                </a:lnTo>
                <a:lnTo>
                  <a:pt x="1663374" y="36522"/>
                </a:lnTo>
                <a:lnTo>
                  <a:pt x="1664115" y="36510"/>
                </a:lnTo>
                <a:lnTo>
                  <a:pt x="1664606" y="36517"/>
                </a:lnTo>
                <a:lnTo>
                  <a:pt x="1665091" y="36535"/>
                </a:lnTo>
                <a:lnTo>
                  <a:pt x="1665570" y="36566"/>
                </a:lnTo>
                <a:lnTo>
                  <a:pt x="1666043" y="36609"/>
                </a:lnTo>
                <a:lnTo>
                  <a:pt x="1666510" y="36664"/>
                </a:lnTo>
                <a:lnTo>
                  <a:pt x="1666971" y="36732"/>
                </a:lnTo>
                <a:lnTo>
                  <a:pt x="1667426" y="36812"/>
                </a:lnTo>
                <a:lnTo>
                  <a:pt x="1667875" y="36904"/>
                </a:lnTo>
                <a:lnTo>
                  <a:pt x="1668318" y="37009"/>
                </a:lnTo>
                <a:lnTo>
                  <a:pt x="1668754" y="37125"/>
                </a:lnTo>
                <a:lnTo>
                  <a:pt x="1669185" y="37255"/>
                </a:lnTo>
                <a:lnTo>
                  <a:pt x="1669610" y="37396"/>
                </a:lnTo>
                <a:lnTo>
                  <a:pt x="1670028" y="37550"/>
                </a:lnTo>
                <a:lnTo>
                  <a:pt x="1670440" y="37716"/>
                </a:lnTo>
                <a:lnTo>
                  <a:pt x="1670847" y="37894"/>
                </a:lnTo>
                <a:lnTo>
                  <a:pt x="1671247" y="38085"/>
                </a:lnTo>
                <a:lnTo>
                  <a:pt x="1671641" y="38288"/>
                </a:lnTo>
                <a:lnTo>
                  <a:pt x="1672029" y="38503"/>
                </a:lnTo>
                <a:lnTo>
                  <a:pt x="1672412" y="38730"/>
                </a:lnTo>
                <a:lnTo>
                  <a:pt x="1672788" y="38970"/>
                </a:lnTo>
                <a:lnTo>
                  <a:pt x="1673158" y="39222"/>
                </a:lnTo>
                <a:lnTo>
                  <a:pt x="1673521" y="39487"/>
                </a:lnTo>
                <a:lnTo>
                  <a:pt x="1673879" y="39764"/>
                </a:lnTo>
                <a:lnTo>
                  <a:pt x="1674231" y="40053"/>
                </a:lnTo>
                <a:lnTo>
                  <a:pt x="1674575" y="40354"/>
                </a:lnTo>
                <a:lnTo>
                  <a:pt x="1674911" y="40667"/>
                </a:lnTo>
                <a:lnTo>
                  <a:pt x="1675238" y="40993"/>
                </a:lnTo>
                <a:lnTo>
                  <a:pt x="1675556" y="41330"/>
                </a:lnTo>
                <a:lnTo>
                  <a:pt x="1675865" y="41680"/>
                </a:lnTo>
                <a:lnTo>
                  <a:pt x="1676165" y="42041"/>
                </a:lnTo>
                <a:lnTo>
                  <a:pt x="1676456" y="42415"/>
                </a:lnTo>
                <a:lnTo>
                  <a:pt x="1676739" y="42801"/>
                </a:lnTo>
                <a:lnTo>
                  <a:pt x="1677013" y="43198"/>
                </a:lnTo>
                <a:lnTo>
                  <a:pt x="1677278" y="43608"/>
                </a:lnTo>
                <a:lnTo>
                  <a:pt x="1677534" y="44030"/>
                </a:lnTo>
                <a:lnTo>
                  <a:pt x="1677782" y="44464"/>
                </a:lnTo>
                <a:lnTo>
                  <a:pt x="1678020" y="44910"/>
                </a:lnTo>
                <a:lnTo>
                  <a:pt x="1678250" y="45368"/>
                </a:lnTo>
                <a:lnTo>
                  <a:pt x="1678471" y="45839"/>
                </a:lnTo>
                <a:lnTo>
                  <a:pt x="1678683" y="46321"/>
                </a:lnTo>
                <a:lnTo>
                  <a:pt x="1678887" y="46815"/>
                </a:lnTo>
                <a:lnTo>
                  <a:pt x="1679081" y="47322"/>
                </a:lnTo>
                <a:lnTo>
                  <a:pt x="1679267" y="47840"/>
                </a:lnTo>
                <a:lnTo>
                  <a:pt x="1679444" y="48371"/>
                </a:lnTo>
                <a:lnTo>
                  <a:pt x="1679612" y="48913"/>
                </a:lnTo>
                <a:lnTo>
                  <a:pt x="1679771" y="49468"/>
                </a:lnTo>
                <a:lnTo>
                  <a:pt x="1679922" y="50035"/>
                </a:lnTo>
                <a:lnTo>
                  <a:pt x="1680063" y="50614"/>
                </a:lnTo>
                <a:lnTo>
                  <a:pt x="1691597" y="48834"/>
                </a:lnTo>
                <a:lnTo>
                  <a:pt x="1691417" y="47956"/>
                </a:lnTo>
                <a:lnTo>
                  <a:pt x="1691220" y="47095"/>
                </a:lnTo>
                <a:lnTo>
                  <a:pt x="1691004" y="46250"/>
                </a:lnTo>
                <a:lnTo>
                  <a:pt x="1690771" y="45422"/>
                </a:lnTo>
                <a:lnTo>
                  <a:pt x="1690519" y="44611"/>
                </a:lnTo>
                <a:lnTo>
                  <a:pt x="1690250" y="43817"/>
                </a:lnTo>
                <a:lnTo>
                  <a:pt x="1689962" y="43040"/>
                </a:lnTo>
                <a:lnTo>
                  <a:pt x="1689656" y="42280"/>
                </a:lnTo>
                <a:lnTo>
                  <a:pt x="1689332" y="41537"/>
                </a:lnTo>
                <a:lnTo>
                  <a:pt x="1688990" y="40810"/>
                </a:lnTo>
                <a:lnTo>
                  <a:pt x="1688630" y="40100"/>
                </a:lnTo>
                <a:lnTo>
                  <a:pt x="1688252" y="39408"/>
                </a:lnTo>
                <a:lnTo>
                  <a:pt x="1687856" y="38732"/>
                </a:lnTo>
                <a:lnTo>
                  <a:pt x="1687441" y="38073"/>
                </a:lnTo>
                <a:lnTo>
                  <a:pt x="1687009" y="37430"/>
                </a:lnTo>
                <a:lnTo>
                  <a:pt x="1686559" y="36805"/>
                </a:lnTo>
                <a:lnTo>
                  <a:pt x="1686090" y="36197"/>
                </a:lnTo>
                <a:lnTo>
                  <a:pt x="1685603" y="35605"/>
                </a:lnTo>
                <a:lnTo>
                  <a:pt x="1685099" y="35030"/>
                </a:lnTo>
                <a:lnTo>
                  <a:pt x="1684576" y="34473"/>
                </a:lnTo>
                <a:lnTo>
                  <a:pt x="1684035" y="33932"/>
                </a:lnTo>
                <a:lnTo>
                  <a:pt x="1683476" y="33408"/>
                </a:lnTo>
                <a:lnTo>
                  <a:pt x="1682899" y="32900"/>
                </a:lnTo>
                <a:lnTo>
                  <a:pt x="1682304" y="32410"/>
                </a:lnTo>
                <a:lnTo>
                  <a:pt x="1681693" y="31938"/>
                </a:lnTo>
                <a:lnTo>
                  <a:pt x="1681067" y="31486"/>
                </a:lnTo>
                <a:lnTo>
                  <a:pt x="1680427" y="31054"/>
                </a:lnTo>
                <a:lnTo>
                  <a:pt x="1679772" y="30642"/>
                </a:lnTo>
                <a:lnTo>
                  <a:pt x="1679103" y="30251"/>
                </a:lnTo>
                <a:lnTo>
                  <a:pt x="1678420" y="29879"/>
                </a:lnTo>
                <a:lnTo>
                  <a:pt x="1677722" y="29527"/>
                </a:lnTo>
                <a:lnTo>
                  <a:pt x="1677010" y="29196"/>
                </a:lnTo>
                <a:lnTo>
                  <a:pt x="1676283" y="28885"/>
                </a:lnTo>
                <a:lnTo>
                  <a:pt x="1675542" y="28593"/>
                </a:lnTo>
                <a:lnTo>
                  <a:pt x="1674787" y="28322"/>
                </a:lnTo>
                <a:lnTo>
                  <a:pt x="1674017" y="28071"/>
                </a:lnTo>
                <a:lnTo>
                  <a:pt x="1673233" y="27840"/>
                </a:lnTo>
                <a:lnTo>
                  <a:pt x="1672434" y="27629"/>
                </a:lnTo>
                <a:lnTo>
                  <a:pt x="1671621" y="27438"/>
                </a:lnTo>
                <a:lnTo>
                  <a:pt x="1670793" y="27268"/>
                </a:lnTo>
                <a:lnTo>
                  <a:pt x="1669951" y="27117"/>
                </a:lnTo>
                <a:lnTo>
                  <a:pt x="1669095" y="26986"/>
                </a:lnTo>
                <a:lnTo>
                  <a:pt x="1668224" y="26876"/>
                </a:lnTo>
                <a:lnTo>
                  <a:pt x="1667339" y="26786"/>
                </a:lnTo>
                <a:lnTo>
                  <a:pt x="1666439" y="26715"/>
                </a:lnTo>
                <a:lnTo>
                  <a:pt x="1665525" y="26665"/>
                </a:lnTo>
                <a:lnTo>
                  <a:pt x="1664596" y="26635"/>
                </a:lnTo>
                <a:lnTo>
                  <a:pt x="1663654" y="26625"/>
                </a:lnTo>
                <a:lnTo>
                  <a:pt x="1662904" y="26632"/>
                </a:lnTo>
                <a:lnTo>
                  <a:pt x="1662158" y="26654"/>
                </a:lnTo>
                <a:lnTo>
                  <a:pt x="1661417" y="26691"/>
                </a:lnTo>
                <a:lnTo>
                  <a:pt x="1660682" y="26743"/>
                </a:lnTo>
                <a:lnTo>
                  <a:pt x="1659950" y="26809"/>
                </a:lnTo>
                <a:lnTo>
                  <a:pt x="1659224" y="26891"/>
                </a:lnTo>
                <a:lnTo>
                  <a:pt x="1658502" y="26987"/>
                </a:lnTo>
                <a:lnTo>
                  <a:pt x="1657785" y="27097"/>
                </a:lnTo>
                <a:lnTo>
                  <a:pt x="1657072" y="27223"/>
                </a:lnTo>
                <a:lnTo>
                  <a:pt x="1656364" y="27363"/>
                </a:lnTo>
                <a:lnTo>
                  <a:pt x="1655661" y="27518"/>
                </a:lnTo>
                <a:lnTo>
                  <a:pt x="1654963" y="27688"/>
                </a:lnTo>
                <a:lnTo>
                  <a:pt x="1654269" y="27872"/>
                </a:lnTo>
                <a:lnTo>
                  <a:pt x="1653580" y="28071"/>
                </a:lnTo>
                <a:lnTo>
                  <a:pt x="1652895" y="28285"/>
                </a:lnTo>
                <a:lnTo>
                  <a:pt x="1652216" y="28514"/>
                </a:lnTo>
                <a:lnTo>
                  <a:pt x="1651541" y="28758"/>
                </a:lnTo>
                <a:lnTo>
                  <a:pt x="1650870" y="29016"/>
                </a:lnTo>
                <a:lnTo>
                  <a:pt x="1650205" y="29289"/>
                </a:lnTo>
                <a:lnTo>
                  <a:pt x="1649544" y="29577"/>
                </a:lnTo>
                <a:lnTo>
                  <a:pt x="1648888" y="29879"/>
                </a:lnTo>
                <a:lnTo>
                  <a:pt x="1648236" y="30197"/>
                </a:lnTo>
                <a:lnTo>
                  <a:pt x="1647589" y="30529"/>
                </a:lnTo>
                <a:lnTo>
                  <a:pt x="1646947" y="30876"/>
                </a:lnTo>
                <a:lnTo>
                  <a:pt x="1646314" y="31237"/>
                </a:lnTo>
                <a:lnTo>
                  <a:pt x="1645695" y="31614"/>
                </a:lnTo>
                <a:lnTo>
                  <a:pt x="1645089" y="32005"/>
                </a:lnTo>
                <a:lnTo>
                  <a:pt x="1644497" y="32411"/>
                </a:lnTo>
                <a:lnTo>
                  <a:pt x="1643918" y="32831"/>
                </a:lnTo>
                <a:lnTo>
                  <a:pt x="1643353" y="33267"/>
                </a:lnTo>
                <a:lnTo>
                  <a:pt x="1642802" y="33717"/>
                </a:lnTo>
                <a:lnTo>
                  <a:pt x="1642264" y="34182"/>
                </a:lnTo>
                <a:lnTo>
                  <a:pt x="1641740" y="34662"/>
                </a:lnTo>
                <a:lnTo>
                  <a:pt x="1641230" y="35156"/>
                </a:lnTo>
                <a:lnTo>
                  <a:pt x="1640733" y="35665"/>
                </a:lnTo>
                <a:lnTo>
                  <a:pt x="1640250" y="36189"/>
                </a:lnTo>
                <a:lnTo>
                  <a:pt x="1639780" y="36728"/>
                </a:lnTo>
                <a:lnTo>
                  <a:pt x="1639324" y="37281"/>
                </a:lnTo>
                <a:lnTo>
                  <a:pt x="1638882" y="37850"/>
                </a:lnTo>
                <a:lnTo>
                  <a:pt x="1638453" y="38433"/>
                </a:lnTo>
                <a:lnTo>
                  <a:pt x="1638038" y="39030"/>
                </a:lnTo>
                <a:lnTo>
                  <a:pt x="1637636" y="39643"/>
                </a:lnTo>
                <a:lnTo>
                  <a:pt x="1637248" y="40270"/>
                </a:lnTo>
                <a:lnTo>
                  <a:pt x="1636874" y="40912"/>
                </a:lnTo>
                <a:lnTo>
                  <a:pt x="1636513" y="41569"/>
                </a:lnTo>
                <a:lnTo>
                  <a:pt x="1636166" y="42241"/>
                </a:lnTo>
                <a:lnTo>
                  <a:pt x="1635833" y="42927"/>
                </a:lnTo>
                <a:lnTo>
                  <a:pt x="1635513" y="43628"/>
                </a:lnTo>
                <a:lnTo>
                  <a:pt x="1635206" y="44341"/>
                </a:lnTo>
                <a:lnTo>
                  <a:pt x="1634913" y="45065"/>
                </a:lnTo>
                <a:lnTo>
                  <a:pt x="1634632" y="45798"/>
                </a:lnTo>
                <a:lnTo>
                  <a:pt x="1634365" y="46541"/>
                </a:lnTo>
                <a:lnTo>
                  <a:pt x="1634111" y="47293"/>
                </a:lnTo>
                <a:lnTo>
                  <a:pt x="1633869" y="48056"/>
                </a:lnTo>
                <a:lnTo>
                  <a:pt x="1633641" y="48828"/>
                </a:lnTo>
                <a:lnTo>
                  <a:pt x="1633426" y="49611"/>
                </a:lnTo>
                <a:lnTo>
                  <a:pt x="1633224" y="50403"/>
                </a:lnTo>
                <a:lnTo>
                  <a:pt x="1633035" y="51205"/>
                </a:lnTo>
                <a:lnTo>
                  <a:pt x="1632859" y="52016"/>
                </a:lnTo>
                <a:lnTo>
                  <a:pt x="1632696" y="52838"/>
                </a:lnTo>
                <a:lnTo>
                  <a:pt x="1632546" y="53669"/>
                </a:lnTo>
                <a:lnTo>
                  <a:pt x="1632409" y="54511"/>
                </a:lnTo>
                <a:lnTo>
                  <a:pt x="1632285" y="55362"/>
                </a:lnTo>
                <a:lnTo>
                  <a:pt x="1632174" y="56223"/>
                </a:lnTo>
                <a:lnTo>
                  <a:pt x="1632076" y="57094"/>
                </a:lnTo>
                <a:lnTo>
                  <a:pt x="1631991" y="57974"/>
                </a:lnTo>
                <a:lnTo>
                  <a:pt x="1631919" y="58865"/>
                </a:lnTo>
                <a:lnTo>
                  <a:pt x="1631861" y="59765"/>
                </a:lnTo>
                <a:lnTo>
                  <a:pt x="1631815" y="60675"/>
                </a:lnTo>
                <a:lnTo>
                  <a:pt x="1631782" y="61595"/>
                </a:lnTo>
                <a:lnTo>
                  <a:pt x="1631763" y="62525"/>
                </a:lnTo>
                <a:lnTo>
                  <a:pt x="1631756" y="63465"/>
                </a:lnTo>
                <a:lnTo>
                  <a:pt x="1631772" y="64912"/>
                </a:lnTo>
                <a:lnTo>
                  <a:pt x="1631817" y="66330"/>
                </a:lnTo>
                <a:lnTo>
                  <a:pt x="1631893" y="67720"/>
                </a:lnTo>
                <a:lnTo>
                  <a:pt x="1631999" y="69082"/>
                </a:lnTo>
                <a:lnTo>
                  <a:pt x="1632135" y="70416"/>
                </a:lnTo>
                <a:lnTo>
                  <a:pt x="1632302" y="71721"/>
                </a:lnTo>
                <a:lnTo>
                  <a:pt x="1632499" y="72998"/>
                </a:lnTo>
                <a:lnTo>
                  <a:pt x="1632727" y="74247"/>
                </a:lnTo>
                <a:lnTo>
                  <a:pt x="1632984" y="75468"/>
                </a:lnTo>
                <a:lnTo>
                  <a:pt x="1633272" y="76660"/>
                </a:lnTo>
                <a:lnTo>
                  <a:pt x="1633591" y="77824"/>
                </a:lnTo>
                <a:lnTo>
                  <a:pt x="1633939" y="78960"/>
                </a:lnTo>
                <a:lnTo>
                  <a:pt x="1634318" y="80068"/>
                </a:lnTo>
                <a:lnTo>
                  <a:pt x="1634728" y="81147"/>
                </a:lnTo>
                <a:lnTo>
                  <a:pt x="1635167" y="82198"/>
                </a:lnTo>
                <a:lnTo>
                  <a:pt x="1635637" y="83221"/>
                </a:lnTo>
                <a:lnTo>
                  <a:pt x="1636138" y="84216"/>
                </a:lnTo>
                <a:lnTo>
                  <a:pt x="1636668" y="85182"/>
                </a:lnTo>
                <a:lnTo>
                  <a:pt x="1637229" y="86120"/>
                </a:lnTo>
                <a:lnTo>
                  <a:pt x="1637820" y="87030"/>
                </a:lnTo>
                <a:lnTo>
                  <a:pt x="1638442" y="87911"/>
                </a:lnTo>
                <a:lnTo>
                  <a:pt x="1639094" y="88765"/>
                </a:lnTo>
                <a:lnTo>
                  <a:pt x="1639776" y="89590"/>
                </a:lnTo>
                <a:lnTo>
                  <a:pt x="1640489" y="90386"/>
                </a:lnTo>
                <a:lnTo>
                  <a:pt x="1641226" y="91153"/>
                </a:lnTo>
                <a:lnTo>
                  <a:pt x="1641983" y="91886"/>
                </a:lnTo>
                <a:lnTo>
                  <a:pt x="1642760" y="92587"/>
                </a:lnTo>
                <a:lnTo>
                  <a:pt x="1643556" y="93256"/>
                </a:lnTo>
                <a:lnTo>
                  <a:pt x="1644372" y="93892"/>
                </a:lnTo>
                <a:lnTo>
                  <a:pt x="1645207" y="94495"/>
                </a:lnTo>
                <a:lnTo>
                  <a:pt x="1646062" y="95066"/>
                </a:lnTo>
                <a:lnTo>
                  <a:pt x="1646936" y="95604"/>
                </a:lnTo>
                <a:lnTo>
                  <a:pt x="1647830" y="96109"/>
                </a:lnTo>
                <a:lnTo>
                  <a:pt x="1648744" y="96582"/>
                </a:lnTo>
                <a:lnTo>
                  <a:pt x="1649677" y="97022"/>
                </a:lnTo>
                <a:lnTo>
                  <a:pt x="1650629" y="97430"/>
                </a:lnTo>
                <a:lnTo>
                  <a:pt x="1651602" y="97805"/>
                </a:lnTo>
                <a:lnTo>
                  <a:pt x="1652593" y="98147"/>
                </a:lnTo>
                <a:lnTo>
                  <a:pt x="1653605" y="98457"/>
                </a:lnTo>
                <a:lnTo>
                  <a:pt x="1654636" y="98734"/>
                </a:lnTo>
                <a:lnTo>
                  <a:pt x="1655686" y="98979"/>
                </a:lnTo>
                <a:lnTo>
                  <a:pt x="1656756" y="99191"/>
                </a:lnTo>
                <a:lnTo>
                  <a:pt x="1657846" y="99370"/>
                </a:lnTo>
                <a:lnTo>
                  <a:pt x="1658955" y="99517"/>
                </a:lnTo>
                <a:lnTo>
                  <a:pt x="1660084" y="99631"/>
                </a:lnTo>
                <a:lnTo>
                  <a:pt x="1661232" y="99712"/>
                </a:lnTo>
                <a:lnTo>
                  <a:pt x="1662400" y="99761"/>
                </a:lnTo>
                <a:lnTo>
                  <a:pt x="1663588" y="99778"/>
                </a:lnTo>
                <a:lnTo>
                  <a:pt x="1664537" y="99766"/>
                </a:lnTo>
                <a:lnTo>
                  <a:pt x="1665474" y="99730"/>
                </a:lnTo>
                <a:lnTo>
                  <a:pt x="1666398" y="99671"/>
                </a:lnTo>
                <a:lnTo>
                  <a:pt x="1667310" y="99588"/>
                </a:lnTo>
                <a:lnTo>
                  <a:pt x="1668210" y="99481"/>
                </a:lnTo>
                <a:lnTo>
                  <a:pt x="1669097" y="99350"/>
                </a:lnTo>
                <a:lnTo>
                  <a:pt x="1669971" y="99196"/>
                </a:lnTo>
                <a:lnTo>
                  <a:pt x="1670833" y="99018"/>
                </a:lnTo>
                <a:lnTo>
                  <a:pt x="1671683" y="98816"/>
                </a:lnTo>
                <a:lnTo>
                  <a:pt x="1672520" y="98590"/>
                </a:lnTo>
                <a:lnTo>
                  <a:pt x="1673345" y="98341"/>
                </a:lnTo>
                <a:lnTo>
                  <a:pt x="1674157" y="98068"/>
                </a:lnTo>
                <a:lnTo>
                  <a:pt x="1674957" y="97771"/>
                </a:lnTo>
                <a:lnTo>
                  <a:pt x="1675744" y="97451"/>
                </a:lnTo>
                <a:lnTo>
                  <a:pt x="1676519" y="97107"/>
                </a:lnTo>
                <a:lnTo>
                  <a:pt x="1677281" y="96739"/>
                </a:lnTo>
                <a:lnTo>
                  <a:pt x="1678031" y="96347"/>
                </a:lnTo>
                <a:lnTo>
                  <a:pt x="1678768" y="95931"/>
                </a:lnTo>
                <a:lnTo>
                  <a:pt x="1679493" y="95492"/>
                </a:lnTo>
                <a:lnTo>
                  <a:pt x="1680205" y="95029"/>
                </a:lnTo>
                <a:lnTo>
                  <a:pt x="1680905" y="94543"/>
                </a:lnTo>
                <a:lnTo>
                  <a:pt x="1681593" y="94032"/>
                </a:lnTo>
                <a:lnTo>
                  <a:pt x="1682268" y="93498"/>
                </a:lnTo>
                <a:lnTo>
                  <a:pt x="1682930" y="92940"/>
                </a:lnTo>
                <a:lnTo>
                  <a:pt x="1683576" y="92361"/>
                </a:lnTo>
                <a:lnTo>
                  <a:pt x="1684201" y="91764"/>
                </a:lnTo>
                <a:lnTo>
                  <a:pt x="1684806" y="91148"/>
                </a:lnTo>
                <a:lnTo>
                  <a:pt x="1685390" y="90514"/>
                </a:lnTo>
                <a:lnTo>
                  <a:pt x="1685953" y="89862"/>
                </a:lnTo>
                <a:lnTo>
                  <a:pt x="1686495" y="89192"/>
                </a:lnTo>
                <a:lnTo>
                  <a:pt x="1687017" y="88504"/>
                </a:lnTo>
                <a:lnTo>
                  <a:pt x="1687518" y="87797"/>
                </a:lnTo>
                <a:lnTo>
                  <a:pt x="1687998" y="87072"/>
                </a:lnTo>
                <a:lnTo>
                  <a:pt x="1688458" y="86329"/>
                </a:lnTo>
                <a:lnTo>
                  <a:pt x="1688897" y="85567"/>
                </a:lnTo>
                <a:lnTo>
                  <a:pt x="1689315" y="84788"/>
                </a:lnTo>
                <a:lnTo>
                  <a:pt x="1689712" y="83990"/>
                </a:lnTo>
                <a:lnTo>
                  <a:pt x="1690089" y="83174"/>
                </a:lnTo>
                <a:lnTo>
                  <a:pt x="1690445" y="82339"/>
                </a:lnTo>
                <a:lnTo>
                  <a:pt x="1690780" y="81487"/>
                </a:lnTo>
                <a:lnTo>
                  <a:pt x="1691095" y="80616"/>
                </a:lnTo>
                <a:lnTo>
                  <a:pt x="1691389" y="79727"/>
                </a:lnTo>
                <a:lnTo>
                  <a:pt x="1691662" y="78819"/>
                </a:lnTo>
                <a:lnTo>
                  <a:pt x="1691914" y="77894"/>
                </a:lnTo>
                <a:lnTo>
                  <a:pt x="1692146" y="76950"/>
                </a:lnTo>
                <a:lnTo>
                  <a:pt x="1692357" y="75988"/>
                </a:lnTo>
                <a:lnTo>
                  <a:pt x="1692547" y="75008"/>
                </a:lnTo>
                <a:lnTo>
                  <a:pt x="1692717" y="74009"/>
                </a:lnTo>
                <a:lnTo>
                  <a:pt x="1681052" y="72494"/>
                </a:lnTo>
                <a:lnTo>
                  <a:pt x="1680942" y="73224"/>
                </a:lnTo>
                <a:lnTo>
                  <a:pt x="1680820" y="73939"/>
                </a:lnTo>
                <a:lnTo>
                  <a:pt x="1680685" y="74638"/>
                </a:lnTo>
                <a:lnTo>
                  <a:pt x="1680539" y="75321"/>
                </a:lnTo>
                <a:lnTo>
                  <a:pt x="1680382" y="75987"/>
                </a:lnTo>
                <a:close/>
                <a:moveTo>
                  <a:pt x="1749569" y="78583"/>
                </a:moveTo>
                <a:lnTo>
                  <a:pt x="1749308" y="79126"/>
                </a:lnTo>
                <a:lnTo>
                  <a:pt x="1749039" y="79655"/>
                </a:lnTo>
                <a:lnTo>
                  <a:pt x="1748764" y="80170"/>
                </a:lnTo>
                <a:lnTo>
                  <a:pt x="1748483" y="80671"/>
                </a:lnTo>
                <a:lnTo>
                  <a:pt x="1748195" y="81158"/>
                </a:lnTo>
                <a:lnTo>
                  <a:pt x="1747900" y="81631"/>
                </a:lnTo>
                <a:lnTo>
                  <a:pt x="1747598" y="82090"/>
                </a:lnTo>
                <a:lnTo>
                  <a:pt x="1747290" y="82534"/>
                </a:lnTo>
                <a:lnTo>
                  <a:pt x="1746975" y="82965"/>
                </a:lnTo>
                <a:lnTo>
                  <a:pt x="1746654" y="83382"/>
                </a:lnTo>
                <a:lnTo>
                  <a:pt x="1746326" y="83784"/>
                </a:lnTo>
                <a:lnTo>
                  <a:pt x="1745991" y="84173"/>
                </a:lnTo>
                <a:lnTo>
                  <a:pt x="1745650" y="84547"/>
                </a:lnTo>
                <a:lnTo>
                  <a:pt x="1745302" y="84907"/>
                </a:lnTo>
                <a:lnTo>
                  <a:pt x="1744947" y="85254"/>
                </a:lnTo>
                <a:lnTo>
                  <a:pt x="1744586" y="85586"/>
                </a:lnTo>
                <a:lnTo>
                  <a:pt x="1744218" y="85904"/>
                </a:lnTo>
                <a:lnTo>
                  <a:pt x="1743844" y="86208"/>
                </a:lnTo>
                <a:lnTo>
                  <a:pt x="1743463" y="86498"/>
                </a:lnTo>
                <a:lnTo>
                  <a:pt x="1743075" y="86775"/>
                </a:lnTo>
                <a:lnTo>
                  <a:pt x="1742681" y="87040"/>
                </a:lnTo>
                <a:lnTo>
                  <a:pt x="1742280" y="87294"/>
                </a:lnTo>
                <a:lnTo>
                  <a:pt x="1741872" y="87535"/>
                </a:lnTo>
                <a:lnTo>
                  <a:pt x="1741458" y="87765"/>
                </a:lnTo>
                <a:lnTo>
                  <a:pt x="1741037" y="87983"/>
                </a:lnTo>
                <a:lnTo>
                  <a:pt x="1740609" y="88189"/>
                </a:lnTo>
                <a:lnTo>
                  <a:pt x="1740175" y="88384"/>
                </a:lnTo>
                <a:lnTo>
                  <a:pt x="1739734" y="88566"/>
                </a:lnTo>
                <a:lnTo>
                  <a:pt x="1739287" y="88737"/>
                </a:lnTo>
                <a:lnTo>
                  <a:pt x="1738832" y="88896"/>
                </a:lnTo>
                <a:lnTo>
                  <a:pt x="1738372" y="89044"/>
                </a:lnTo>
                <a:lnTo>
                  <a:pt x="1737904" y="89179"/>
                </a:lnTo>
                <a:lnTo>
                  <a:pt x="1737430" y="89303"/>
                </a:lnTo>
                <a:lnTo>
                  <a:pt x="1736950" y="89415"/>
                </a:lnTo>
                <a:lnTo>
                  <a:pt x="1736462" y="89515"/>
                </a:lnTo>
                <a:lnTo>
                  <a:pt x="1735968" y="89603"/>
                </a:lnTo>
                <a:lnTo>
                  <a:pt x="1735468" y="89680"/>
                </a:lnTo>
                <a:lnTo>
                  <a:pt x="1734961" y="89745"/>
                </a:lnTo>
                <a:lnTo>
                  <a:pt x="1734447" y="89798"/>
                </a:lnTo>
                <a:lnTo>
                  <a:pt x="1733926" y="89839"/>
                </a:lnTo>
                <a:lnTo>
                  <a:pt x="1733399" y="89868"/>
                </a:lnTo>
                <a:lnTo>
                  <a:pt x="1732866" y="89886"/>
                </a:lnTo>
                <a:lnTo>
                  <a:pt x="1732325" y="89892"/>
                </a:lnTo>
                <a:lnTo>
                  <a:pt x="1731600" y="89881"/>
                </a:lnTo>
                <a:lnTo>
                  <a:pt x="1730884" y="89850"/>
                </a:lnTo>
                <a:lnTo>
                  <a:pt x="1730179" y="89797"/>
                </a:lnTo>
                <a:lnTo>
                  <a:pt x="1729484" y="89722"/>
                </a:lnTo>
                <a:lnTo>
                  <a:pt x="1728799" y="89627"/>
                </a:lnTo>
                <a:lnTo>
                  <a:pt x="1728124" y="89510"/>
                </a:lnTo>
                <a:lnTo>
                  <a:pt x="1727459" y="89372"/>
                </a:lnTo>
                <a:lnTo>
                  <a:pt x="1726804" y="89213"/>
                </a:lnTo>
                <a:lnTo>
                  <a:pt x="1726159" y="89032"/>
                </a:lnTo>
                <a:lnTo>
                  <a:pt x="1725524" y="88831"/>
                </a:lnTo>
                <a:lnTo>
                  <a:pt x="1724900" y="88608"/>
                </a:lnTo>
                <a:lnTo>
                  <a:pt x="1724285" y="88364"/>
                </a:lnTo>
                <a:lnTo>
                  <a:pt x="1723680" y="88099"/>
                </a:lnTo>
                <a:lnTo>
                  <a:pt x="1723086" y="87812"/>
                </a:lnTo>
                <a:lnTo>
                  <a:pt x="1722501" y="87504"/>
                </a:lnTo>
                <a:lnTo>
                  <a:pt x="1721927" y="87175"/>
                </a:lnTo>
                <a:lnTo>
                  <a:pt x="1721363" y="86825"/>
                </a:lnTo>
                <a:lnTo>
                  <a:pt x="1720809" y="86454"/>
                </a:lnTo>
                <a:lnTo>
                  <a:pt x="1720264" y="86061"/>
                </a:lnTo>
                <a:lnTo>
                  <a:pt x="1719730" y="85647"/>
                </a:lnTo>
                <a:lnTo>
                  <a:pt x="1719206" y="85212"/>
                </a:lnTo>
                <a:lnTo>
                  <a:pt x="1718692" y="84756"/>
                </a:lnTo>
                <a:lnTo>
                  <a:pt x="1718188" y="84278"/>
                </a:lnTo>
                <a:lnTo>
                  <a:pt x="1717695" y="83780"/>
                </a:lnTo>
                <a:lnTo>
                  <a:pt x="1717215" y="83261"/>
                </a:lnTo>
                <a:lnTo>
                  <a:pt x="1716753" y="82723"/>
                </a:lnTo>
                <a:lnTo>
                  <a:pt x="1716310" y="82167"/>
                </a:lnTo>
                <a:lnTo>
                  <a:pt x="1715884" y="81592"/>
                </a:lnTo>
                <a:lnTo>
                  <a:pt x="1715477" y="80999"/>
                </a:lnTo>
                <a:lnTo>
                  <a:pt x="1715087" y="80387"/>
                </a:lnTo>
                <a:lnTo>
                  <a:pt x="1714716" y="79756"/>
                </a:lnTo>
                <a:lnTo>
                  <a:pt x="1714363" y="79106"/>
                </a:lnTo>
                <a:lnTo>
                  <a:pt x="1714028" y="78437"/>
                </a:lnTo>
                <a:lnTo>
                  <a:pt x="1713711" y="77750"/>
                </a:lnTo>
                <a:lnTo>
                  <a:pt x="1713412" y="77045"/>
                </a:lnTo>
                <a:lnTo>
                  <a:pt x="1713131" y="76320"/>
                </a:lnTo>
                <a:lnTo>
                  <a:pt x="1712868" y="75577"/>
                </a:lnTo>
                <a:lnTo>
                  <a:pt x="1712623" y="74815"/>
                </a:lnTo>
                <a:lnTo>
                  <a:pt x="1712397" y="74034"/>
                </a:lnTo>
                <a:lnTo>
                  <a:pt x="1712188" y="73235"/>
                </a:lnTo>
                <a:lnTo>
                  <a:pt x="1711998" y="72417"/>
                </a:lnTo>
                <a:lnTo>
                  <a:pt x="1711825" y="71580"/>
                </a:lnTo>
                <a:lnTo>
                  <a:pt x="1711671" y="70725"/>
                </a:lnTo>
                <a:lnTo>
                  <a:pt x="1711534" y="69851"/>
                </a:lnTo>
                <a:lnTo>
                  <a:pt x="1711416" y="68958"/>
                </a:lnTo>
                <a:lnTo>
                  <a:pt x="1711316" y="68046"/>
                </a:lnTo>
                <a:lnTo>
                  <a:pt x="1711234" y="67116"/>
                </a:lnTo>
                <a:lnTo>
                  <a:pt x="1711170" y="66167"/>
                </a:lnTo>
                <a:lnTo>
                  <a:pt x="1763366" y="66167"/>
                </a:lnTo>
                <a:lnTo>
                  <a:pt x="1763371" y="65993"/>
                </a:lnTo>
                <a:lnTo>
                  <a:pt x="1763376" y="65823"/>
                </a:lnTo>
                <a:lnTo>
                  <a:pt x="1763381" y="65657"/>
                </a:lnTo>
                <a:lnTo>
                  <a:pt x="1763386" y="65495"/>
                </a:lnTo>
                <a:lnTo>
                  <a:pt x="1763390" y="65336"/>
                </a:lnTo>
                <a:lnTo>
                  <a:pt x="1763394" y="65180"/>
                </a:lnTo>
                <a:lnTo>
                  <a:pt x="1763398" y="65029"/>
                </a:lnTo>
                <a:lnTo>
                  <a:pt x="1763402" y="64881"/>
                </a:lnTo>
                <a:lnTo>
                  <a:pt x="1763406" y="64736"/>
                </a:lnTo>
                <a:lnTo>
                  <a:pt x="1763409" y="64596"/>
                </a:lnTo>
                <a:lnTo>
                  <a:pt x="1763412" y="64459"/>
                </a:lnTo>
                <a:lnTo>
                  <a:pt x="1763415" y="64325"/>
                </a:lnTo>
                <a:lnTo>
                  <a:pt x="1763418" y="64195"/>
                </a:lnTo>
                <a:lnTo>
                  <a:pt x="1763420" y="64069"/>
                </a:lnTo>
                <a:lnTo>
                  <a:pt x="1763422" y="63947"/>
                </a:lnTo>
                <a:lnTo>
                  <a:pt x="1763424" y="63828"/>
                </a:lnTo>
                <a:lnTo>
                  <a:pt x="1763426" y="63713"/>
                </a:lnTo>
                <a:lnTo>
                  <a:pt x="1763427" y="63602"/>
                </a:lnTo>
                <a:lnTo>
                  <a:pt x="1763429" y="63494"/>
                </a:lnTo>
                <a:lnTo>
                  <a:pt x="1763430" y="63390"/>
                </a:lnTo>
                <a:lnTo>
                  <a:pt x="1763430" y="63289"/>
                </a:lnTo>
                <a:lnTo>
                  <a:pt x="1763431" y="63192"/>
                </a:lnTo>
                <a:lnTo>
                  <a:pt x="1763431" y="63099"/>
                </a:lnTo>
                <a:lnTo>
                  <a:pt x="1763431" y="63010"/>
                </a:lnTo>
                <a:lnTo>
                  <a:pt x="1763416" y="61581"/>
                </a:lnTo>
                <a:lnTo>
                  <a:pt x="1763370" y="60180"/>
                </a:lnTo>
                <a:lnTo>
                  <a:pt x="1763292" y="58805"/>
                </a:lnTo>
                <a:lnTo>
                  <a:pt x="1763184" y="57457"/>
                </a:lnTo>
                <a:lnTo>
                  <a:pt x="1763045" y="56137"/>
                </a:lnTo>
                <a:lnTo>
                  <a:pt x="1762875" y="54843"/>
                </a:lnTo>
                <a:lnTo>
                  <a:pt x="1762675" y="53576"/>
                </a:lnTo>
                <a:lnTo>
                  <a:pt x="1762443" y="52337"/>
                </a:lnTo>
                <a:lnTo>
                  <a:pt x="1762180" y="51124"/>
                </a:lnTo>
                <a:lnTo>
                  <a:pt x="1761887" y="49938"/>
                </a:lnTo>
                <a:lnTo>
                  <a:pt x="1761562" y="48779"/>
                </a:lnTo>
                <a:lnTo>
                  <a:pt x="1761207" y="47647"/>
                </a:lnTo>
                <a:lnTo>
                  <a:pt x="1760821" y="46542"/>
                </a:lnTo>
                <a:lnTo>
                  <a:pt x="1760404" y="45464"/>
                </a:lnTo>
                <a:lnTo>
                  <a:pt x="1759956" y="44413"/>
                </a:lnTo>
                <a:lnTo>
                  <a:pt x="1759477" y="43389"/>
                </a:lnTo>
                <a:lnTo>
                  <a:pt x="1758968" y="42392"/>
                </a:lnTo>
                <a:lnTo>
                  <a:pt x="1758427" y="41421"/>
                </a:lnTo>
                <a:lnTo>
                  <a:pt x="1757855" y="40478"/>
                </a:lnTo>
                <a:lnTo>
                  <a:pt x="1757253" y="39562"/>
                </a:lnTo>
                <a:lnTo>
                  <a:pt x="1756620" y="38673"/>
                </a:lnTo>
                <a:lnTo>
                  <a:pt x="1755956" y="37810"/>
                </a:lnTo>
                <a:lnTo>
                  <a:pt x="1755260" y="36975"/>
                </a:lnTo>
                <a:lnTo>
                  <a:pt x="1754535" y="36166"/>
                </a:lnTo>
                <a:lnTo>
                  <a:pt x="1753784" y="35388"/>
                </a:lnTo>
                <a:lnTo>
                  <a:pt x="1753016" y="34642"/>
                </a:lnTo>
                <a:lnTo>
                  <a:pt x="1752230" y="33930"/>
                </a:lnTo>
                <a:lnTo>
                  <a:pt x="1751426" y="33251"/>
                </a:lnTo>
                <a:lnTo>
                  <a:pt x="1750604" y="32605"/>
                </a:lnTo>
                <a:lnTo>
                  <a:pt x="1749765" y="31992"/>
                </a:lnTo>
                <a:lnTo>
                  <a:pt x="1748907" y="31412"/>
                </a:lnTo>
                <a:lnTo>
                  <a:pt x="1748032" y="30866"/>
                </a:lnTo>
                <a:lnTo>
                  <a:pt x="1747139" y="30352"/>
                </a:lnTo>
                <a:lnTo>
                  <a:pt x="1746228" y="29872"/>
                </a:lnTo>
                <a:lnTo>
                  <a:pt x="1745299" y="29424"/>
                </a:lnTo>
                <a:lnTo>
                  <a:pt x="1744352" y="29010"/>
                </a:lnTo>
                <a:lnTo>
                  <a:pt x="1743388" y="28629"/>
                </a:lnTo>
                <a:lnTo>
                  <a:pt x="1742406" y="28281"/>
                </a:lnTo>
                <a:lnTo>
                  <a:pt x="1741405" y="27967"/>
                </a:lnTo>
                <a:lnTo>
                  <a:pt x="1740387" y="27685"/>
                </a:lnTo>
                <a:lnTo>
                  <a:pt x="1739351" y="27437"/>
                </a:lnTo>
                <a:lnTo>
                  <a:pt x="1738298" y="27221"/>
                </a:lnTo>
                <a:lnTo>
                  <a:pt x="1737226" y="27039"/>
                </a:lnTo>
                <a:lnTo>
                  <a:pt x="1736137" y="26890"/>
                </a:lnTo>
                <a:lnTo>
                  <a:pt x="1735029" y="26774"/>
                </a:lnTo>
                <a:lnTo>
                  <a:pt x="1733904" y="26691"/>
                </a:lnTo>
                <a:lnTo>
                  <a:pt x="1732761" y="26641"/>
                </a:lnTo>
                <a:lnTo>
                  <a:pt x="1731600" y="26625"/>
                </a:lnTo>
                <a:lnTo>
                  <a:pt x="1730401" y="26642"/>
                </a:lnTo>
                <a:lnTo>
                  <a:pt x="1729221" y="26693"/>
                </a:lnTo>
                <a:lnTo>
                  <a:pt x="1728060" y="26777"/>
                </a:lnTo>
                <a:lnTo>
                  <a:pt x="1726917" y="26896"/>
                </a:lnTo>
                <a:lnTo>
                  <a:pt x="1725794" y="27048"/>
                </a:lnTo>
                <a:lnTo>
                  <a:pt x="1724689" y="27235"/>
                </a:lnTo>
                <a:lnTo>
                  <a:pt x="1723602" y="27455"/>
                </a:lnTo>
                <a:lnTo>
                  <a:pt x="1722535" y="27709"/>
                </a:lnTo>
                <a:lnTo>
                  <a:pt x="1721486" y="27997"/>
                </a:lnTo>
                <a:lnTo>
                  <a:pt x="1720456" y="28318"/>
                </a:lnTo>
                <a:lnTo>
                  <a:pt x="1719445" y="28674"/>
                </a:lnTo>
                <a:lnTo>
                  <a:pt x="1718452" y="29063"/>
                </a:lnTo>
                <a:lnTo>
                  <a:pt x="1717479" y="29487"/>
                </a:lnTo>
                <a:lnTo>
                  <a:pt x="1716524" y="29944"/>
                </a:lnTo>
                <a:lnTo>
                  <a:pt x="1715588" y="30435"/>
                </a:lnTo>
                <a:lnTo>
                  <a:pt x="1714670" y="30960"/>
                </a:lnTo>
                <a:lnTo>
                  <a:pt x="1713772" y="31519"/>
                </a:lnTo>
                <a:lnTo>
                  <a:pt x="1712892" y="32111"/>
                </a:lnTo>
                <a:lnTo>
                  <a:pt x="1712031" y="32738"/>
                </a:lnTo>
                <a:lnTo>
                  <a:pt x="1711188" y="33398"/>
                </a:lnTo>
                <a:lnTo>
                  <a:pt x="1710365" y="34093"/>
                </a:lnTo>
                <a:lnTo>
                  <a:pt x="1709560" y="34821"/>
                </a:lnTo>
                <a:lnTo>
                  <a:pt x="1708774" y="35583"/>
                </a:lnTo>
                <a:lnTo>
                  <a:pt x="1708007" y="36379"/>
                </a:lnTo>
                <a:lnTo>
                  <a:pt x="1707265" y="37205"/>
                </a:lnTo>
                <a:lnTo>
                  <a:pt x="1706554" y="38059"/>
                </a:lnTo>
                <a:lnTo>
                  <a:pt x="1705875" y="38941"/>
                </a:lnTo>
                <a:lnTo>
                  <a:pt x="1705228" y="39850"/>
                </a:lnTo>
                <a:lnTo>
                  <a:pt x="1704612" y="40786"/>
                </a:lnTo>
                <a:lnTo>
                  <a:pt x="1704028" y="41750"/>
                </a:lnTo>
                <a:lnTo>
                  <a:pt x="1703475" y="42741"/>
                </a:lnTo>
                <a:lnTo>
                  <a:pt x="1702954" y="43760"/>
                </a:lnTo>
                <a:lnTo>
                  <a:pt x="1702465" y="44806"/>
                </a:lnTo>
                <a:lnTo>
                  <a:pt x="1702007" y="45880"/>
                </a:lnTo>
                <a:lnTo>
                  <a:pt x="1701581" y="46981"/>
                </a:lnTo>
                <a:lnTo>
                  <a:pt x="1701186" y="48109"/>
                </a:lnTo>
                <a:lnTo>
                  <a:pt x="1700823" y="49265"/>
                </a:lnTo>
                <a:lnTo>
                  <a:pt x="1700491" y="50449"/>
                </a:lnTo>
                <a:lnTo>
                  <a:pt x="1700191" y="51660"/>
                </a:lnTo>
                <a:lnTo>
                  <a:pt x="1699923" y="52898"/>
                </a:lnTo>
                <a:lnTo>
                  <a:pt x="1699686" y="54164"/>
                </a:lnTo>
                <a:lnTo>
                  <a:pt x="1699481" y="55458"/>
                </a:lnTo>
                <a:lnTo>
                  <a:pt x="1699307" y="56778"/>
                </a:lnTo>
                <a:lnTo>
                  <a:pt x="1699165" y="58127"/>
                </a:lnTo>
                <a:lnTo>
                  <a:pt x="1699054" y="59502"/>
                </a:lnTo>
                <a:lnTo>
                  <a:pt x="1698975" y="60906"/>
                </a:lnTo>
                <a:lnTo>
                  <a:pt x="1698928" y="62336"/>
                </a:lnTo>
                <a:lnTo>
                  <a:pt x="1698912" y="63794"/>
                </a:lnTo>
                <a:lnTo>
                  <a:pt x="1698928" y="65204"/>
                </a:lnTo>
                <a:lnTo>
                  <a:pt x="1698975" y="66586"/>
                </a:lnTo>
                <a:lnTo>
                  <a:pt x="1699053" y="67943"/>
                </a:lnTo>
                <a:lnTo>
                  <a:pt x="1699162" y="69273"/>
                </a:lnTo>
                <a:lnTo>
                  <a:pt x="1699303" y="70576"/>
                </a:lnTo>
                <a:lnTo>
                  <a:pt x="1699474" y="71853"/>
                </a:lnTo>
                <a:lnTo>
                  <a:pt x="1699677" y="73104"/>
                </a:lnTo>
                <a:lnTo>
                  <a:pt x="1699912" y="74328"/>
                </a:lnTo>
                <a:lnTo>
                  <a:pt x="1700177" y="75526"/>
                </a:lnTo>
                <a:lnTo>
                  <a:pt x="1700474" y="76697"/>
                </a:lnTo>
                <a:lnTo>
                  <a:pt x="1700802" y="77842"/>
                </a:lnTo>
                <a:lnTo>
                  <a:pt x="1701161" y="78960"/>
                </a:lnTo>
                <a:lnTo>
                  <a:pt x="1701552" y="80052"/>
                </a:lnTo>
                <a:lnTo>
                  <a:pt x="1701973" y="81118"/>
                </a:lnTo>
                <a:lnTo>
                  <a:pt x="1702426" y="82157"/>
                </a:lnTo>
                <a:lnTo>
                  <a:pt x="1702910" y="83170"/>
                </a:lnTo>
                <a:lnTo>
                  <a:pt x="1703426" y="84156"/>
                </a:lnTo>
                <a:lnTo>
                  <a:pt x="1703972" y="85116"/>
                </a:lnTo>
                <a:lnTo>
                  <a:pt x="1704550" y="86050"/>
                </a:lnTo>
                <a:lnTo>
                  <a:pt x="1705159" y="86957"/>
                </a:lnTo>
                <a:lnTo>
                  <a:pt x="1705800" y="87837"/>
                </a:lnTo>
                <a:lnTo>
                  <a:pt x="1706471" y="88691"/>
                </a:lnTo>
                <a:lnTo>
                  <a:pt x="1707174" y="89519"/>
                </a:lnTo>
                <a:lnTo>
                  <a:pt x="1707908" y="90320"/>
                </a:lnTo>
                <a:lnTo>
                  <a:pt x="1708669" y="91092"/>
                </a:lnTo>
                <a:lnTo>
                  <a:pt x="1709451" y="91831"/>
                </a:lnTo>
                <a:lnTo>
                  <a:pt x="1710256" y="92537"/>
                </a:lnTo>
                <a:lnTo>
                  <a:pt x="1711083" y="93210"/>
                </a:lnTo>
                <a:lnTo>
                  <a:pt x="1711932" y="93850"/>
                </a:lnTo>
                <a:lnTo>
                  <a:pt x="1712803" y="94458"/>
                </a:lnTo>
                <a:lnTo>
                  <a:pt x="1713697" y="95033"/>
                </a:lnTo>
                <a:lnTo>
                  <a:pt x="1714612" y="95574"/>
                </a:lnTo>
                <a:lnTo>
                  <a:pt x="1715549" y="96083"/>
                </a:lnTo>
                <a:lnTo>
                  <a:pt x="1716509" y="96559"/>
                </a:lnTo>
                <a:lnTo>
                  <a:pt x="1717490" y="97003"/>
                </a:lnTo>
                <a:lnTo>
                  <a:pt x="1718494" y="97413"/>
                </a:lnTo>
                <a:lnTo>
                  <a:pt x="1719519" y="97791"/>
                </a:lnTo>
                <a:lnTo>
                  <a:pt x="1720567" y="98136"/>
                </a:lnTo>
                <a:lnTo>
                  <a:pt x="1721637" y="98448"/>
                </a:lnTo>
                <a:lnTo>
                  <a:pt x="1722729" y="98727"/>
                </a:lnTo>
                <a:lnTo>
                  <a:pt x="1723843" y="98973"/>
                </a:lnTo>
                <a:lnTo>
                  <a:pt x="1724979" y="99186"/>
                </a:lnTo>
                <a:lnTo>
                  <a:pt x="1726137" y="99367"/>
                </a:lnTo>
                <a:lnTo>
                  <a:pt x="1727317" y="99515"/>
                </a:lnTo>
                <a:lnTo>
                  <a:pt x="1728520" y="99630"/>
                </a:lnTo>
                <a:lnTo>
                  <a:pt x="1729744" y="99712"/>
                </a:lnTo>
                <a:lnTo>
                  <a:pt x="1730991" y="99761"/>
                </a:lnTo>
                <a:lnTo>
                  <a:pt x="1732259" y="99778"/>
                </a:lnTo>
                <a:lnTo>
                  <a:pt x="1733268" y="99767"/>
                </a:lnTo>
                <a:lnTo>
                  <a:pt x="1734261" y="99736"/>
                </a:lnTo>
                <a:lnTo>
                  <a:pt x="1735239" y="99685"/>
                </a:lnTo>
                <a:lnTo>
                  <a:pt x="1736202" y="99613"/>
                </a:lnTo>
                <a:lnTo>
                  <a:pt x="1737150" y="99520"/>
                </a:lnTo>
                <a:lnTo>
                  <a:pt x="1738083" y="99407"/>
                </a:lnTo>
                <a:lnTo>
                  <a:pt x="1739001" y="99273"/>
                </a:lnTo>
                <a:lnTo>
                  <a:pt x="1739904" y="99119"/>
                </a:lnTo>
                <a:lnTo>
                  <a:pt x="1740792" y="98943"/>
                </a:lnTo>
                <a:lnTo>
                  <a:pt x="1741664" y="98748"/>
                </a:lnTo>
                <a:lnTo>
                  <a:pt x="1742522" y="98532"/>
                </a:lnTo>
                <a:lnTo>
                  <a:pt x="1743364" y="98295"/>
                </a:lnTo>
                <a:lnTo>
                  <a:pt x="1744191" y="98037"/>
                </a:lnTo>
                <a:lnTo>
                  <a:pt x="1745003" y="97759"/>
                </a:lnTo>
                <a:lnTo>
                  <a:pt x="1745800" y="97461"/>
                </a:lnTo>
                <a:lnTo>
                  <a:pt x="1746582" y="97141"/>
                </a:lnTo>
                <a:lnTo>
                  <a:pt x="1747349" y="96802"/>
                </a:lnTo>
                <a:lnTo>
                  <a:pt x="1748101" y="96441"/>
                </a:lnTo>
                <a:lnTo>
                  <a:pt x="1748837" y="96060"/>
                </a:lnTo>
                <a:lnTo>
                  <a:pt x="1749559" y="95659"/>
                </a:lnTo>
                <a:lnTo>
                  <a:pt x="1750265" y="95236"/>
                </a:lnTo>
                <a:lnTo>
                  <a:pt x="1750957" y="94794"/>
                </a:lnTo>
                <a:lnTo>
                  <a:pt x="1751633" y="94330"/>
                </a:lnTo>
                <a:lnTo>
                  <a:pt x="1752294" y="93846"/>
                </a:lnTo>
                <a:lnTo>
                  <a:pt x="1752939" y="93344"/>
                </a:lnTo>
                <a:lnTo>
                  <a:pt x="1753567" y="92824"/>
                </a:lnTo>
                <a:lnTo>
                  <a:pt x="1754177" y="92288"/>
                </a:lnTo>
                <a:lnTo>
                  <a:pt x="1754771" y="91736"/>
                </a:lnTo>
                <a:lnTo>
                  <a:pt x="1755347" y="91166"/>
                </a:lnTo>
                <a:lnTo>
                  <a:pt x="1755906" y="90580"/>
                </a:lnTo>
                <a:lnTo>
                  <a:pt x="1756448" y="89977"/>
                </a:lnTo>
                <a:lnTo>
                  <a:pt x="1756973" y="89357"/>
                </a:lnTo>
                <a:lnTo>
                  <a:pt x="1757481" y="88721"/>
                </a:lnTo>
                <a:lnTo>
                  <a:pt x="1757971" y="88068"/>
                </a:lnTo>
                <a:lnTo>
                  <a:pt x="1758444" y="87399"/>
                </a:lnTo>
                <a:lnTo>
                  <a:pt x="1758901" y="86712"/>
                </a:lnTo>
                <a:lnTo>
                  <a:pt x="1759340" y="86009"/>
                </a:lnTo>
                <a:lnTo>
                  <a:pt x="1759761" y="85289"/>
                </a:lnTo>
                <a:lnTo>
                  <a:pt x="1760166" y="84553"/>
                </a:lnTo>
                <a:lnTo>
                  <a:pt x="1760554" y="83800"/>
                </a:lnTo>
                <a:lnTo>
                  <a:pt x="1760924" y="83030"/>
                </a:lnTo>
                <a:lnTo>
                  <a:pt x="1761277" y="82243"/>
                </a:lnTo>
                <a:lnTo>
                  <a:pt x="1761613" y="81440"/>
                </a:lnTo>
                <a:lnTo>
                  <a:pt x="1761932" y="80620"/>
                </a:lnTo>
                <a:lnTo>
                  <a:pt x="1762234" y="79783"/>
                </a:lnTo>
                <a:lnTo>
                  <a:pt x="1762518" y="78930"/>
                </a:lnTo>
                <a:lnTo>
                  <a:pt x="1762786" y="78060"/>
                </a:lnTo>
                <a:lnTo>
                  <a:pt x="1763036" y="77173"/>
                </a:lnTo>
                <a:lnTo>
                  <a:pt x="1750778" y="75657"/>
                </a:lnTo>
                <a:lnTo>
                  <a:pt x="1750550" y="76270"/>
                </a:lnTo>
                <a:lnTo>
                  <a:pt x="1750314" y="76870"/>
                </a:lnTo>
                <a:lnTo>
                  <a:pt x="1750073" y="77455"/>
                </a:lnTo>
                <a:lnTo>
                  <a:pt x="1749824" y="78026"/>
                </a:lnTo>
                <a:lnTo>
                  <a:pt x="1749569" y="78583"/>
                </a:lnTo>
                <a:close/>
                <a:moveTo>
                  <a:pt x="1712292" y="52685"/>
                </a:moveTo>
                <a:lnTo>
                  <a:pt x="1712437" y="52003"/>
                </a:lnTo>
                <a:lnTo>
                  <a:pt x="1712598" y="51334"/>
                </a:lnTo>
                <a:lnTo>
                  <a:pt x="1712777" y="50678"/>
                </a:lnTo>
                <a:lnTo>
                  <a:pt x="1712974" y="50034"/>
                </a:lnTo>
                <a:lnTo>
                  <a:pt x="1713187" y="49403"/>
                </a:lnTo>
                <a:lnTo>
                  <a:pt x="1713418" y="48785"/>
                </a:lnTo>
                <a:lnTo>
                  <a:pt x="1713666" y="48179"/>
                </a:lnTo>
                <a:lnTo>
                  <a:pt x="1713932" y="47586"/>
                </a:lnTo>
                <a:lnTo>
                  <a:pt x="1714214" y="47005"/>
                </a:lnTo>
                <a:lnTo>
                  <a:pt x="1714514" y="46437"/>
                </a:lnTo>
                <a:lnTo>
                  <a:pt x="1714831" y="45881"/>
                </a:lnTo>
                <a:lnTo>
                  <a:pt x="1715166" y="45339"/>
                </a:lnTo>
                <a:lnTo>
                  <a:pt x="1715518" y="44808"/>
                </a:lnTo>
                <a:lnTo>
                  <a:pt x="1715887" y="44291"/>
                </a:lnTo>
                <a:lnTo>
                  <a:pt x="1716273" y="43786"/>
                </a:lnTo>
                <a:lnTo>
                  <a:pt x="1716677" y="43293"/>
                </a:lnTo>
                <a:lnTo>
                  <a:pt x="1717098" y="42814"/>
                </a:lnTo>
                <a:lnTo>
                  <a:pt x="1717536" y="42346"/>
                </a:lnTo>
                <a:lnTo>
                  <a:pt x="1717991" y="41892"/>
                </a:lnTo>
                <a:lnTo>
                  <a:pt x="1718460" y="41453"/>
                </a:lnTo>
                <a:lnTo>
                  <a:pt x="1718937" y="41032"/>
                </a:lnTo>
                <a:lnTo>
                  <a:pt x="1719424" y="40631"/>
                </a:lnTo>
                <a:lnTo>
                  <a:pt x="1719920" y="40247"/>
                </a:lnTo>
                <a:lnTo>
                  <a:pt x="1720424" y="39883"/>
                </a:lnTo>
                <a:lnTo>
                  <a:pt x="1720938" y="39537"/>
                </a:lnTo>
                <a:lnTo>
                  <a:pt x="1721461" y="39210"/>
                </a:lnTo>
                <a:lnTo>
                  <a:pt x="1721993" y="38902"/>
                </a:lnTo>
                <a:lnTo>
                  <a:pt x="1722534" y="38613"/>
                </a:lnTo>
                <a:lnTo>
                  <a:pt x="1723084" y="38342"/>
                </a:lnTo>
                <a:lnTo>
                  <a:pt x="1723643" y="38089"/>
                </a:lnTo>
                <a:lnTo>
                  <a:pt x="1724211" y="37856"/>
                </a:lnTo>
                <a:lnTo>
                  <a:pt x="1724788" y="37641"/>
                </a:lnTo>
                <a:lnTo>
                  <a:pt x="1725374" y="37445"/>
                </a:lnTo>
                <a:lnTo>
                  <a:pt x="1725969" y="37267"/>
                </a:lnTo>
                <a:lnTo>
                  <a:pt x="1726573" y="37108"/>
                </a:lnTo>
                <a:lnTo>
                  <a:pt x="1727186" y="36968"/>
                </a:lnTo>
                <a:lnTo>
                  <a:pt x="1727809" y="36847"/>
                </a:lnTo>
                <a:lnTo>
                  <a:pt x="1728440" y="36744"/>
                </a:lnTo>
                <a:lnTo>
                  <a:pt x="1729080" y="36660"/>
                </a:lnTo>
                <a:lnTo>
                  <a:pt x="1729730" y="36594"/>
                </a:lnTo>
                <a:lnTo>
                  <a:pt x="1730388" y="36548"/>
                </a:lnTo>
                <a:lnTo>
                  <a:pt x="1731056" y="36520"/>
                </a:lnTo>
                <a:lnTo>
                  <a:pt x="1731732" y="36510"/>
                </a:lnTo>
                <a:lnTo>
                  <a:pt x="1732479" y="36522"/>
                </a:lnTo>
                <a:lnTo>
                  <a:pt x="1733213" y="36557"/>
                </a:lnTo>
                <a:lnTo>
                  <a:pt x="1733937" y="36616"/>
                </a:lnTo>
                <a:lnTo>
                  <a:pt x="1734648" y="36698"/>
                </a:lnTo>
                <a:lnTo>
                  <a:pt x="1735348" y="36803"/>
                </a:lnTo>
                <a:lnTo>
                  <a:pt x="1736036" y="36932"/>
                </a:lnTo>
                <a:lnTo>
                  <a:pt x="1736713" y="37084"/>
                </a:lnTo>
                <a:lnTo>
                  <a:pt x="1737378" y="37259"/>
                </a:lnTo>
                <a:lnTo>
                  <a:pt x="1738031" y="37458"/>
                </a:lnTo>
                <a:lnTo>
                  <a:pt x="1738672" y="37681"/>
                </a:lnTo>
                <a:lnTo>
                  <a:pt x="1739302" y="37926"/>
                </a:lnTo>
                <a:lnTo>
                  <a:pt x="1739920" y="38196"/>
                </a:lnTo>
                <a:lnTo>
                  <a:pt x="1740527" y="38488"/>
                </a:lnTo>
                <a:lnTo>
                  <a:pt x="1741122" y="38804"/>
                </a:lnTo>
                <a:lnTo>
                  <a:pt x="1741705" y="39143"/>
                </a:lnTo>
                <a:lnTo>
                  <a:pt x="1742277" y="39506"/>
                </a:lnTo>
                <a:lnTo>
                  <a:pt x="1742836" y="39892"/>
                </a:lnTo>
                <a:lnTo>
                  <a:pt x="1743385" y="40302"/>
                </a:lnTo>
                <a:lnTo>
                  <a:pt x="1743921" y="40735"/>
                </a:lnTo>
                <a:lnTo>
                  <a:pt x="1744446" y="41191"/>
                </a:lnTo>
                <a:lnTo>
                  <a:pt x="1744959" y="41671"/>
                </a:lnTo>
                <a:lnTo>
                  <a:pt x="1745460" y="42174"/>
                </a:lnTo>
                <a:lnTo>
                  <a:pt x="1745950" y="42701"/>
                </a:lnTo>
                <a:lnTo>
                  <a:pt x="1746428" y="43251"/>
                </a:lnTo>
                <a:lnTo>
                  <a:pt x="1746731" y="43621"/>
                </a:lnTo>
                <a:lnTo>
                  <a:pt x="1747023" y="44005"/>
                </a:lnTo>
                <a:lnTo>
                  <a:pt x="1747306" y="44405"/>
                </a:lnTo>
                <a:lnTo>
                  <a:pt x="1747578" y="44820"/>
                </a:lnTo>
                <a:lnTo>
                  <a:pt x="1747840" y="45249"/>
                </a:lnTo>
                <a:lnTo>
                  <a:pt x="1748092" y="45694"/>
                </a:lnTo>
                <a:lnTo>
                  <a:pt x="1748335" y="46154"/>
                </a:lnTo>
                <a:lnTo>
                  <a:pt x="1748567" y="46629"/>
                </a:lnTo>
                <a:lnTo>
                  <a:pt x="1748789" y="47119"/>
                </a:lnTo>
                <a:lnTo>
                  <a:pt x="1749000" y="47625"/>
                </a:lnTo>
                <a:lnTo>
                  <a:pt x="1749202" y="48145"/>
                </a:lnTo>
                <a:lnTo>
                  <a:pt x="1749394" y="48680"/>
                </a:lnTo>
                <a:lnTo>
                  <a:pt x="1749576" y="49231"/>
                </a:lnTo>
                <a:lnTo>
                  <a:pt x="1749747" y="49796"/>
                </a:lnTo>
                <a:lnTo>
                  <a:pt x="1749909" y="50377"/>
                </a:lnTo>
                <a:lnTo>
                  <a:pt x="1750060" y="50973"/>
                </a:lnTo>
                <a:lnTo>
                  <a:pt x="1750202" y="51584"/>
                </a:lnTo>
                <a:lnTo>
                  <a:pt x="1750333" y="52209"/>
                </a:lnTo>
                <a:lnTo>
                  <a:pt x="1750454" y="52850"/>
                </a:lnTo>
                <a:lnTo>
                  <a:pt x="1750566" y="53506"/>
                </a:lnTo>
                <a:lnTo>
                  <a:pt x="1750667" y="54178"/>
                </a:lnTo>
                <a:lnTo>
                  <a:pt x="1750758" y="54864"/>
                </a:lnTo>
                <a:lnTo>
                  <a:pt x="1750839" y="55565"/>
                </a:lnTo>
                <a:lnTo>
                  <a:pt x="1750910" y="56281"/>
                </a:lnTo>
                <a:lnTo>
                  <a:pt x="1711829" y="56281"/>
                </a:lnTo>
                <a:lnTo>
                  <a:pt x="1711887" y="55537"/>
                </a:lnTo>
                <a:lnTo>
                  <a:pt x="1711963" y="54805"/>
                </a:lnTo>
                <a:lnTo>
                  <a:pt x="1712055" y="54086"/>
                </a:lnTo>
                <a:lnTo>
                  <a:pt x="1712165" y="53379"/>
                </a:lnTo>
                <a:lnTo>
                  <a:pt x="1712292" y="52685"/>
                </a:lnTo>
                <a:close/>
                <a:moveTo>
                  <a:pt x="1923973" y="70227"/>
                </a:moveTo>
                <a:lnTo>
                  <a:pt x="1924146" y="71546"/>
                </a:lnTo>
                <a:lnTo>
                  <a:pt x="1924350" y="72836"/>
                </a:lnTo>
                <a:lnTo>
                  <a:pt x="1924586" y="74097"/>
                </a:lnTo>
                <a:lnTo>
                  <a:pt x="1924854" y="75329"/>
                </a:lnTo>
                <a:lnTo>
                  <a:pt x="1925153" y="76533"/>
                </a:lnTo>
                <a:lnTo>
                  <a:pt x="1925483" y="77707"/>
                </a:lnTo>
                <a:lnTo>
                  <a:pt x="1925845" y="78853"/>
                </a:lnTo>
                <a:lnTo>
                  <a:pt x="1926238" y="79970"/>
                </a:lnTo>
                <a:lnTo>
                  <a:pt x="1926663" y="81058"/>
                </a:lnTo>
                <a:lnTo>
                  <a:pt x="1927119" y="82118"/>
                </a:lnTo>
                <a:lnTo>
                  <a:pt x="1927607" y="83148"/>
                </a:lnTo>
                <a:lnTo>
                  <a:pt x="1928126" y="84150"/>
                </a:lnTo>
                <a:lnTo>
                  <a:pt x="1928677" y="85122"/>
                </a:lnTo>
                <a:lnTo>
                  <a:pt x="1929259" y="86066"/>
                </a:lnTo>
                <a:lnTo>
                  <a:pt x="1929872" y="86981"/>
                </a:lnTo>
                <a:lnTo>
                  <a:pt x="1930517" y="87868"/>
                </a:lnTo>
                <a:lnTo>
                  <a:pt x="1931194" y="88725"/>
                </a:lnTo>
                <a:lnTo>
                  <a:pt x="1931902" y="89554"/>
                </a:lnTo>
                <a:lnTo>
                  <a:pt x="1932641" y="90353"/>
                </a:lnTo>
                <a:lnTo>
                  <a:pt x="1933406" y="91122"/>
                </a:lnTo>
                <a:lnTo>
                  <a:pt x="1934191" y="91859"/>
                </a:lnTo>
                <a:lnTo>
                  <a:pt x="1934995" y="92562"/>
                </a:lnTo>
                <a:lnTo>
                  <a:pt x="1935818" y="93233"/>
                </a:lnTo>
                <a:lnTo>
                  <a:pt x="1936662" y="93871"/>
                </a:lnTo>
                <a:lnTo>
                  <a:pt x="1937524" y="94476"/>
                </a:lnTo>
                <a:lnTo>
                  <a:pt x="1938407" y="95049"/>
                </a:lnTo>
                <a:lnTo>
                  <a:pt x="1939308" y="95589"/>
                </a:lnTo>
                <a:lnTo>
                  <a:pt x="1940230" y="96096"/>
                </a:lnTo>
                <a:lnTo>
                  <a:pt x="1941171" y="96571"/>
                </a:lnTo>
                <a:lnTo>
                  <a:pt x="1942131" y="97012"/>
                </a:lnTo>
                <a:lnTo>
                  <a:pt x="1943112" y="97421"/>
                </a:lnTo>
                <a:lnTo>
                  <a:pt x="1944111" y="97798"/>
                </a:lnTo>
                <a:lnTo>
                  <a:pt x="1945131" y="98141"/>
                </a:lnTo>
                <a:lnTo>
                  <a:pt x="1946169" y="98452"/>
                </a:lnTo>
                <a:lnTo>
                  <a:pt x="1947228" y="98730"/>
                </a:lnTo>
                <a:lnTo>
                  <a:pt x="1948306" y="98976"/>
                </a:lnTo>
                <a:lnTo>
                  <a:pt x="1949403" y="99189"/>
                </a:lnTo>
                <a:lnTo>
                  <a:pt x="1950520" y="99368"/>
                </a:lnTo>
                <a:lnTo>
                  <a:pt x="1951657" y="99516"/>
                </a:lnTo>
                <a:lnTo>
                  <a:pt x="1952813" y="99630"/>
                </a:lnTo>
                <a:lnTo>
                  <a:pt x="1953989" y="99712"/>
                </a:lnTo>
                <a:lnTo>
                  <a:pt x="1955184" y="99761"/>
                </a:lnTo>
                <a:lnTo>
                  <a:pt x="1956399" y="99778"/>
                </a:lnTo>
                <a:lnTo>
                  <a:pt x="1957160" y="99770"/>
                </a:lnTo>
                <a:lnTo>
                  <a:pt x="1957916" y="99748"/>
                </a:lnTo>
                <a:lnTo>
                  <a:pt x="1958667" y="99711"/>
                </a:lnTo>
                <a:lnTo>
                  <a:pt x="1959414" y="99659"/>
                </a:lnTo>
                <a:lnTo>
                  <a:pt x="1960155" y="99592"/>
                </a:lnTo>
                <a:lnTo>
                  <a:pt x="1960891" y="99510"/>
                </a:lnTo>
                <a:lnTo>
                  <a:pt x="1961623" y="99413"/>
                </a:lnTo>
                <a:lnTo>
                  <a:pt x="1962349" y="99302"/>
                </a:lnTo>
                <a:lnTo>
                  <a:pt x="1963071" y="99175"/>
                </a:lnTo>
                <a:lnTo>
                  <a:pt x="1963787" y="99034"/>
                </a:lnTo>
                <a:lnTo>
                  <a:pt x="1964499" y="98878"/>
                </a:lnTo>
                <a:lnTo>
                  <a:pt x="1965206" y="98707"/>
                </a:lnTo>
                <a:lnTo>
                  <a:pt x="1965908" y="98521"/>
                </a:lnTo>
                <a:lnTo>
                  <a:pt x="1966605" y="98320"/>
                </a:lnTo>
                <a:lnTo>
                  <a:pt x="1967297" y="98104"/>
                </a:lnTo>
                <a:lnTo>
                  <a:pt x="1967984" y="97874"/>
                </a:lnTo>
                <a:lnTo>
                  <a:pt x="1968666" y="97628"/>
                </a:lnTo>
                <a:lnTo>
                  <a:pt x="1969343" y="97368"/>
                </a:lnTo>
                <a:lnTo>
                  <a:pt x="1970016" y="97093"/>
                </a:lnTo>
                <a:lnTo>
                  <a:pt x="1970683" y="96803"/>
                </a:lnTo>
                <a:lnTo>
                  <a:pt x="1971346" y="96498"/>
                </a:lnTo>
                <a:lnTo>
                  <a:pt x="1972003" y="96178"/>
                </a:lnTo>
                <a:lnTo>
                  <a:pt x="1972656" y="95843"/>
                </a:lnTo>
                <a:lnTo>
                  <a:pt x="1973304" y="95494"/>
                </a:lnTo>
                <a:lnTo>
                  <a:pt x="1973942" y="95131"/>
                </a:lnTo>
                <a:lnTo>
                  <a:pt x="1974569" y="94756"/>
                </a:lnTo>
                <a:lnTo>
                  <a:pt x="1975182" y="94369"/>
                </a:lnTo>
                <a:lnTo>
                  <a:pt x="1975782" y="93970"/>
                </a:lnTo>
                <a:lnTo>
                  <a:pt x="1976370" y="93559"/>
                </a:lnTo>
                <a:lnTo>
                  <a:pt x="1976945" y="93136"/>
                </a:lnTo>
                <a:lnTo>
                  <a:pt x="1977507" y="92701"/>
                </a:lnTo>
                <a:lnTo>
                  <a:pt x="1978056" y="92254"/>
                </a:lnTo>
                <a:lnTo>
                  <a:pt x="1978592" y="91794"/>
                </a:lnTo>
                <a:lnTo>
                  <a:pt x="1979116" y="91323"/>
                </a:lnTo>
                <a:lnTo>
                  <a:pt x="1979627" y="90840"/>
                </a:lnTo>
                <a:lnTo>
                  <a:pt x="1980125" y="90345"/>
                </a:lnTo>
                <a:lnTo>
                  <a:pt x="1980610" y="89838"/>
                </a:lnTo>
                <a:lnTo>
                  <a:pt x="1981082" y="89319"/>
                </a:lnTo>
                <a:lnTo>
                  <a:pt x="1981541" y="88788"/>
                </a:lnTo>
                <a:lnTo>
                  <a:pt x="1981988" y="88244"/>
                </a:lnTo>
                <a:lnTo>
                  <a:pt x="1982422" y="87689"/>
                </a:lnTo>
                <a:lnTo>
                  <a:pt x="1982843" y="87122"/>
                </a:lnTo>
                <a:lnTo>
                  <a:pt x="1983251" y="86543"/>
                </a:lnTo>
                <a:lnTo>
                  <a:pt x="1983647" y="85952"/>
                </a:lnTo>
                <a:lnTo>
                  <a:pt x="1984029" y="85348"/>
                </a:lnTo>
                <a:lnTo>
                  <a:pt x="1984399" y="84733"/>
                </a:lnTo>
                <a:lnTo>
                  <a:pt x="1984756" y="84106"/>
                </a:lnTo>
                <a:lnTo>
                  <a:pt x="1985100" y="83466"/>
                </a:lnTo>
                <a:lnTo>
                  <a:pt x="1985431" y="82811"/>
                </a:lnTo>
                <a:lnTo>
                  <a:pt x="1985748" y="82136"/>
                </a:lnTo>
                <a:lnTo>
                  <a:pt x="1986050" y="81440"/>
                </a:lnTo>
                <a:lnTo>
                  <a:pt x="1986339" y="80725"/>
                </a:lnTo>
                <a:lnTo>
                  <a:pt x="1986613" y="79990"/>
                </a:lnTo>
                <a:lnTo>
                  <a:pt x="1986873" y="79234"/>
                </a:lnTo>
                <a:lnTo>
                  <a:pt x="1987120" y="78459"/>
                </a:lnTo>
                <a:lnTo>
                  <a:pt x="1987352" y="77663"/>
                </a:lnTo>
                <a:lnTo>
                  <a:pt x="1987570" y="76848"/>
                </a:lnTo>
                <a:lnTo>
                  <a:pt x="1987774" y="76012"/>
                </a:lnTo>
                <a:lnTo>
                  <a:pt x="1987964" y="75157"/>
                </a:lnTo>
                <a:lnTo>
                  <a:pt x="1988140" y="74281"/>
                </a:lnTo>
                <a:lnTo>
                  <a:pt x="1988302" y="73386"/>
                </a:lnTo>
                <a:lnTo>
                  <a:pt x="1988450" y="72470"/>
                </a:lnTo>
                <a:lnTo>
                  <a:pt x="1988583" y="71534"/>
                </a:lnTo>
                <a:lnTo>
                  <a:pt x="1988703" y="70579"/>
                </a:lnTo>
                <a:lnTo>
                  <a:pt x="1988809" y="69603"/>
                </a:lnTo>
                <a:lnTo>
                  <a:pt x="1988900" y="68607"/>
                </a:lnTo>
                <a:lnTo>
                  <a:pt x="1988977" y="67592"/>
                </a:lnTo>
                <a:lnTo>
                  <a:pt x="1989041" y="66556"/>
                </a:lnTo>
                <a:lnTo>
                  <a:pt x="1989090" y="65500"/>
                </a:lnTo>
                <a:lnTo>
                  <a:pt x="1989125" y="64424"/>
                </a:lnTo>
                <a:lnTo>
                  <a:pt x="1989146" y="63329"/>
                </a:lnTo>
                <a:lnTo>
                  <a:pt x="1989153" y="62213"/>
                </a:lnTo>
                <a:lnTo>
                  <a:pt x="1989137" y="60836"/>
                </a:lnTo>
                <a:lnTo>
                  <a:pt x="1989090" y="59484"/>
                </a:lnTo>
                <a:lnTo>
                  <a:pt x="1989010" y="58157"/>
                </a:lnTo>
                <a:lnTo>
                  <a:pt x="1988899" y="56855"/>
                </a:lnTo>
                <a:lnTo>
                  <a:pt x="1988756" y="55579"/>
                </a:lnTo>
                <a:lnTo>
                  <a:pt x="1988581" y="54327"/>
                </a:lnTo>
                <a:lnTo>
                  <a:pt x="1988374" y="53100"/>
                </a:lnTo>
                <a:lnTo>
                  <a:pt x="1988135" y="51899"/>
                </a:lnTo>
                <a:lnTo>
                  <a:pt x="1987865" y="50722"/>
                </a:lnTo>
                <a:lnTo>
                  <a:pt x="1987563" y="49571"/>
                </a:lnTo>
                <a:lnTo>
                  <a:pt x="1987229" y="48445"/>
                </a:lnTo>
                <a:lnTo>
                  <a:pt x="1986863" y="47343"/>
                </a:lnTo>
                <a:lnTo>
                  <a:pt x="1986466" y="46267"/>
                </a:lnTo>
                <a:lnTo>
                  <a:pt x="1986036" y="45216"/>
                </a:lnTo>
                <a:lnTo>
                  <a:pt x="1985575" y="44190"/>
                </a:lnTo>
                <a:lnTo>
                  <a:pt x="1985082" y="43189"/>
                </a:lnTo>
                <a:lnTo>
                  <a:pt x="1984557" y="42213"/>
                </a:lnTo>
                <a:lnTo>
                  <a:pt x="1984000" y="41262"/>
                </a:lnTo>
                <a:lnTo>
                  <a:pt x="1983412" y="40336"/>
                </a:lnTo>
                <a:lnTo>
                  <a:pt x="1982792" y="39435"/>
                </a:lnTo>
                <a:lnTo>
                  <a:pt x="1982140" y="38559"/>
                </a:lnTo>
                <a:lnTo>
                  <a:pt x="1981456" y="37708"/>
                </a:lnTo>
                <a:lnTo>
                  <a:pt x="1980740" y="36883"/>
                </a:lnTo>
                <a:lnTo>
                  <a:pt x="1979993" y="36082"/>
                </a:lnTo>
                <a:lnTo>
                  <a:pt x="1979220" y="35310"/>
                </a:lnTo>
                <a:lnTo>
                  <a:pt x="1978429" y="34572"/>
                </a:lnTo>
                <a:lnTo>
                  <a:pt x="1977620" y="33866"/>
                </a:lnTo>
                <a:lnTo>
                  <a:pt x="1976793" y="33192"/>
                </a:lnTo>
                <a:lnTo>
                  <a:pt x="1975947" y="32552"/>
                </a:lnTo>
                <a:lnTo>
                  <a:pt x="1975083" y="31945"/>
                </a:lnTo>
                <a:lnTo>
                  <a:pt x="1974201" y="31370"/>
                </a:lnTo>
                <a:lnTo>
                  <a:pt x="1973300" y="30828"/>
                </a:lnTo>
                <a:lnTo>
                  <a:pt x="1972381" y="30319"/>
                </a:lnTo>
                <a:lnTo>
                  <a:pt x="1971444" y="29843"/>
                </a:lnTo>
                <a:lnTo>
                  <a:pt x="1970488" y="29400"/>
                </a:lnTo>
                <a:lnTo>
                  <a:pt x="1969514" y="28989"/>
                </a:lnTo>
                <a:lnTo>
                  <a:pt x="1968522" y="28612"/>
                </a:lnTo>
                <a:lnTo>
                  <a:pt x="1967511" y="28267"/>
                </a:lnTo>
                <a:lnTo>
                  <a:pt x="1966483" y="27955"/>
                </a:lnTo>
                <a:lnTo>
                  <a:pt x="1965435" y="27676"/>
                </a:lnTo>
                <a:lnTo>
                  <a:pt x="1964370" y="27429"/>
                </a:lnTo>
                <a:lnTo>
                  <a:pt x="1963286" y="27216"/>
                </a:lnTo>
                <a:lnTo>
                  <a:pt x="1962184" y="27035"/>
                </a:lnTo>
                <a:lnTo>
                  <a:pt x="1961064" y="26888"/>
                </a:lnTo>
                <a:lnTo>
                  <a:pt x="1959925" y="26773"/>
                </a:lnTo>
                <a:lnTo>
                  <a:pt x="1958768" y="26691"/>
                </a:lnTo>
                <a:lnTo>
                  <a:pt x="1957593" y="26641"/>
                </a:lnTo>
                <a:lnTo>
                  <a:pt x="1956399" y="26625"/>
                </a:lnTo>
                <a:lnTo>
                  <a:pt x="1955324" y="26638"/>
                </a:lnTo>
                <a:lnTo>
                  <a:pt x="1954263" y="26679"/>
                </a:lnTo>
                <a:lnTo>
                  <a:pt x="1953215" y="26746"/>
                </a:lnTo>
                <a:lnTo>
                  <a:pt x="1952182" y="26841"/>
                </a:lnTo>
                <a:lnTo>
                  <a:pt x="1951161" y="26962"/>
                </a:lnTo>
                <a:lnTo>
                  <a:pt x="1950155" y="27111"/>
                </a:lnTo>
                <a:lnTo>
                  <a:pt x="1949162" y="27286"/>
                </a:lnTo>
                <a:lnTo>
                  <a:pt x="1948183" y="27489"/>
                </a:lnTo>
                <a:lnTo>
                  <a:pt x="1947218" y="27718"/>
                </a:lnTo>
                <a:lnTo>
                  <a:pt x="1946267" y="27975"/>
                </a:lnTo>
                <a:lnTo>
                  <a:pt x="1945329" y="28259"/>
                </a:lnTo>
                <a:lnTo>
                  <a:pt x="1944405" y="28569"/>
                </a:lnTo>
                <a:lnTo>
                  <a:pt x="1943495" y="28907"/>
                </a:lnTo>
                <a:lnTo>
                  <a:pt x="1942598" y="29271"/>
                </a:lnTo>
                <a:lnTo>
                  <a:pt x="1941715" y="29663"/>
                </a:lnTo>
                <a:lnTo>
                  <a:pt x="1940846" y="30081"/>
                </a:lnTo>
                <a:lnTo>
                  <a:pt x="1939991" y="30527"/>
                </a:lnTo>
                <a:lnTo>
                  <a:pt x="1939149" y="30999"/>
                </a:lnTo>
                <a:lnTo>
                  <a:pt x="1938321" y="31499"/>
                </a:lnTo>
                <a:lnTo>
                  <a:pt x="1937507" y="32025"/>
                </a:lnTo>
                <a:lnTo>
                  <a:pt x="1936707" y="32579"/>
                </a:lnTo>
                <a:lnTo>
                  <a:pt x="1935920" y="33159"/>
                </a:lnTo>
                <a:lnTo>
                  <a:pt x="1935147" y="33767"/>
                </a:lnTo>
                <a:lnTo>
                  <a:pt x="1934388" y="34402"/>
                </a:lnTo>
                <a:lnTo>
                  <a:pt x="1933506" y="35199"/>
                </a:lnTo>
                <a:lnTo>
                  <a:pt x="1932661" y="36031"/>
                </a:lnTo>
                <a:lnTo>
                  <a:pt x="1931855" y="36899"/>
                </a:lnTo>
                <a:lnTo>
                  <a:pt x="1931085" y="37801"/>
                </a:lnTo>
                <a:lnTo>
                  <a:pt x="1930353" y="38738"/>
                </a:lnTo>
                <a:lnTo>
                  <a:pt x="1929659" y="39711"/>
                </a:lnTo>
                <a:lnTo>
                  <a:pt x="1929002" y="40718"/>
                </a:lnTo>
                <a:lnTo>
                  <a:pt x="1928383" y="41761"/>
                </a:lnTo>
                <a:lnTo>
                  <a:pt x="1927801" y="42838"/>
                </a:lnTo>
                <a:lnTo>
                  <a:pt x="1927257" y="43951"/>
                </a:lnTo>
                <a:lnTo>
                  <a:pt x="1926751" y="45098"/>
                </a:lnTo>
                <a:lnTo>
                  <a:pt x="1926282" y="46281"/>
                </a:lnTo>
                <a:lnTo>
                  <a:pt x="1925850" y="47498"/>
                </a:lnTo>
                <a:lnTo>
                  <a:pt x="1925456" y="48751"/>
                </a:lnTo>
                <a:lnTo>
                  <a:pt x="1925099" y="50038"/>
                </a:lnTo>
                <a:lnTo>
                  <a:pt x="1924780" y="51361"/>
                </a:lnTo>
                <a:lnTo>
                  <a:pt x="1924499" y="52718"/>
                </a:lnTo>
                <a:lnTo>
                  <a:pt x="1924255" y="54111"/>
                </a:lnTo>
                <a:lnTo>
                  <a:pt x="1924049" y="55538"/>
                </a:lnTo>
                <a:lnTo>
                  <a:pt x="1923880" y="57001"/>
                </a:lnTo>
                <a:lnTo>
                  <a:pt x="1923748" y="58498"/>
                </a:lnTo>
                <a:lnTo>
                  <a:pt x="1923655" y="60031"/>
                </a:lnTo>
                <a:lnTo>
                  <a:pt x="1923598" y="61599"/>
                </a:lnTo>
                <a:lnTo>
                  <a:pt x="1923580" y="63201"/>
                </a:lnTo>
                <a:lnTo>
                  <a:pt x="1923595" y="64664"/>
                </a:lnTo>
                <a:lnTo>
                  <a:pt x="1923642" y="66098"/>
                </a:lnTo>
                <a:lnTo>
                  <a:pt x="1923721" y="67503"/>
                </a:lnTo>
                <a:lnTo>
                  <a:pt x="1923831" y="68880"/>
                </a:lnTo>
                <a:lnTo>
                  <a:pt x="1923973" y="70227"/>
                </a:lnTo>
                <a:close/>
                <a:moveTo>
                  <a:pt x="1936026" y="57881"/>
                </a:moveTo>
                <a:lnTo>
                  <a:pt x="1936138" y="56894"/>
                </a:lnTo>
                <a:lnTo>
                  <a:pt x="1936271" y="55930"/>
                </a:lnTo>
                <a:lnTo>
                  <a:pt x="1936423" y="54990"/>
                </a:lnTo>
                <a:lnTo>
                  <a:pt x="1936596" y="54073"/>
                </a:lnTo>
                <a:lnTo>
                  <a:pt x="1936790" y="53180"/>
                </a:lnTo>
                <a:lnTo>
                  <a:pt x="1937004" y="52310"/>
                </a:lnTo>
                <a:lnTo>
                  <a:pt x="1937238" y="51464"/>
                </a:lnTo>
                <a:lnTo>
                  <a:pt x="1937493" y="50642"/>
                </a:lnTo>
                <a:lnTo>
                  <a:pt x="1937768" y="49842"/>
                </a:lnTo>
                <a:lnTo>
                  <a:pt x="1938063" y="49067"/>
                </a:lnTo>
                <a:lnTo>
                  <a:pt x="1938379" y="48314"/>
                </a:lnTo>
                <a:lnTo>
                  <a:pt x="1938715" y="47586"/>
                </a:lnTo>
                <a:lnTo>
                  <a:pt x="1939071" y="46880"/>
                </a:lnTo>
                <a:lnTo>
                  <a:pt x="1939448" y="46199"/>
                </a:lnTo>
                <a:lnTo>
                  <a:pt x="1939845" y="45540"/>
                </a:lnTo>
                <a:lnTo>
                  <a:pt x="1940262" y="44905"/>
                </a:lnTo>
                <a:lnTo>
                  <a:pt x="1940700" y="44294"/>
                </a:lnTo>
                <a:lnTo>
                  <a:pt x="1941158" y="43706"/>
                </a:lnTo>
                <a:lnTo>
                  <a:pt x="1941637" y="43142"/>
                </a:lnTo>
                <a:lnTo>
                  <a:pt x="1942131" y="42601"/>
                </a:lnTo>
                <a:lnTo>
                  <a:pt x="1942636" y="42083"/>
                </a:lnTo>
                <a:lnTo>
                  <a:pt x="1943151" y="41588"/>
                </a:lnTo>
                <a:lnTo>
                  <a:pt x="1943676" y="41116"/>
                </a:lnTo>
                <a:lnTo>
                  <a:pt x="1944213" y="40667"/>
                </a:lnTo>
                <a:lnTo>
                  <a:pt x="1944759" y="40241"/>
                </a:lnTo>
                <a:lnTo>
                  <a:pt x="1945316" y="39838"/>
                </a:lnTo>
                <a:lnTo>
                  <a:pt x="1945884" y="39458"/>
                </a:lnTo>
                <a:lnTo>
                  <a:pt x="1946462" y="39101"/>
                </a:lnTo>
                <a:lnTo>
                  <a:pt x="1947051" y="38767"/>
                </a:lnTo>
                <a:lnTo>
                  <a:pt x="1947650" y="38456"/>
                </a:lnTo>
                <a:lnTo>
                  <a:pt x="1948260" y="38168"/>
                </a:lnTo>
                <a:lnTo>
                  <a:pt x="1948881" y="37903"/>
                </a:lnTo>
                <a:lnTo>
                  <a:pt x="1949512" y="37662"/>
                </a:lnTo>
                <a:lnTo>
                  <a:pt x="1950153" y="37443"/>
                </a:lnTo>
                <a:lnTo>
                  <a:pt x="1950805" y="37247"/>
                </a:lnTo>
                <a:lnTo>
                  <a:pt x="1951467" y="37075"/>
                </a:lnTo>
                <a:lnTo>
                  <a:pt x="1952140" y="36925"/>
                </a:lnTo>
                <a:lnTo>
                  <a:pt x="1952824" y="36798"/>
                </a:lnTo>
                <a:lnTo>
                  <a:pt x="1953518" y="36695"/>
                </a:lnTo>
                <a:lnTo>
                  <a:pt x="1954223" y="36614"/>
                </a:lnTo>
                <a:lnTo>
                  <a:pt x="1954938" y="36556"/>
                </a:lnTo>
                <a:lnTo>
                  <a:pt x="1955663" y="36522"/>
                </a:lnTo>
                <a:lnTo>
                  <a:pt x="1956399" y="36510"/>
                </a:lnTo>
                <a:lnTo>
                  <a:pt x="1957125" y="36522"/>
                </a:lnTo>
                <a:lnTo>
                  <a:pt x="1957840" y="36557"/>
                </a:lnTo>
                <a:lnTo>
                  <a:pt x="1958546" y="36615"/>
                </a:lnTo>
                <a:lnTo>
                  <a:pt x="1959241" y="36696"/>
                </a:lnTo>
                <a:lnTo>
                  <a:pt x="1959927" y="36800"/>
                </a:lnTo>
                <a:lnTo>
                  <a:pt x="1960603" y="36927"/>
                </a:lnTo>
                <a:lnTo>
                  <a:pt x="1961269" y="37077"/>
                </a:lnTo>
                <a:lnTo>
                  <a:pt x="1961924" y="37251"/>
                </a:lnTo>
                <a:lnTo>
                  <a:pt x="1962570" y="37448"/>
                </a:lnTo>
                <a:lnTo>
                  <a:pt x="1963206" y="37667"/>
                </a:lnTo>
                <a:lnTo>
                  <a:pt x="1963832" y="37910"/>
                </a:lnTo>
                <a:lnTo>
                  <a:pt x="1964448" y="38177"/>
                </a:lnTo>
                <a:lnTo>
                  <a:pt x="1965054" y="38466"/>
                </a:lnTo>
                <a:lnTo>
                  <a:pt x="1965650" y="38778"/>
                </a:lnTo>
                <a:lnTo>
                  <a:pt x="1966236" y="39114"/>
                </a:lnTo>
                <a:lnTo>
                  <a:pt x="1966812" y="39472"/>
                </a:lnTo>
                <a:lnTo>
                  <a:pt x="1967378" y="39854"/>
                </a:lnTo>
                <a:lnTo>
                  <a:pt x="1967935" y="40259"/>
                </a:lnTo>
                <a:lnTo>
                  <a:pt x="1968481" y="40687"/>
                </a:lnTo>
                <a:lnTo>
                  <a:pt x="1969017" y="41139"/>
                </a:lnTo>
                <a:lnTo>
                  <a:pt x="1969543" y="41613"/>
                </a:lnTo>
                <a:lnTo>
                  <a:pt x="1970060" y="42110"/>
                </a:lnTo>
                <a:lnTo>
                  <a:pt x="1970566" y="42631"/>
                </a:lnTo>
                <a:lnTo>
                  <a:pt x="1971063" y="43175"/>
                </a:lnTo>
                <a:lnTo>
                  <a:pt x="1971544" y="43741"/>
                </a:lnTo>
                <a:lnTo>
                  <a:pt x="1972005" y="44329"/>
                </a:lnTo>
                <a:lnTo>
                  <a:pt x="1972445" y="44939"/>
                </a:lnTo>
                <a:lnTo>
                  <a:pt x="1972865" y="45571"/>
                </a:lnTo>
                <a:lnTo>
                  <a:pt x="1973264" y="46224"/>
                </a:lnTo>
                <a:lnTo>
                  <a:pt x="1973643" y="46899"/>
                </a:lnTo>
                <a:lnTo>
                  <a:pt x="1974002" y="47596"/>
                </a:lnTo>
                <a:lnTo>
                  <a:pt x="1974340" y="48315"/>
                </a:lnTo>
                <a:lnTo>
                  <a:pt x="1974657" y="49055"/>
                </a:lnTo>
                <a:lnTo>
                  <a:pt x="1974954" y="49817"/>
                </a:lnTo>
                <a:lnTo>
                  <a:pt x="1975231" y="50601"/>
                </a:lnTo>
                <a:lnTo>
                  <a:pt x="1975487" y="51407"/>
                </a:lnTo>
                <a:lnTo>
                  <a:pt x="1975722" y="52235"/>
                </a:lnTo>
                <a:lnTo>
                  <a:pt x="1975937" y="53084"/>
                </a:lnTo>
                <a:lnTo>
                  <a:pt x="1976132" y="53955"/>
                </a:lnTo>
                <a:lnTo>
                  <a:pt x="1976306" y="54848"/>
                </a:lnTo>
                <a:lnTo>
                  <a:pt x="1976459" y="55763"/>
                </a:lnTo>
                <a:lnTo>
                  <a:pt x="1976593" y="56699"/>
                </a:lnTo>
                <a:lnTo>
                  <a:pt x="1976705" y="57657"/>
                </a:lnTo>
                <a:lnTo>
                  <a:pt x="1976797" y="58637"/>
                </a:lnTo>
                <a:lnTo>
                  <a:pt x="1976869" y="59639"/>
                </a:lnTo>
                <a:lnTo>
                  <a:pt x="1976920" y="60663"/>
                </a:lnTo>
                <a:lnTo>
                  <a:pt x="1976951" y="61708"/>
                </a:lnTo>
                <a:lnTo>
                  <a:pt x="1976961" y="62775"/>
                </a:lnTo>
                <a:lnTo>
                  <a:pt x="1976951" y="63906"/>
                </a:lnTo>
                <a:lnTo>
                  <a:pt x="1976920" y="65013"/>
                </a:lnTo>
                <a:lnTo>
                  <a:pt x="1976870" y="66096"/>
                </a:lnTo>
                <a:lnTo>
                  <a:pt x="1976798" y="67154"/>
                </a:lnTo>
                <a:lnTo>
                  <a:pt x="1976707" y="68188"/>
                </a:lnTo>
                <a:lnTo>
                  <a:pt x="1976595" y="69197"/>
                </a:lnTo>
                <a:lnTo>
                  <a:pt x="1976462" y="70182"/>
                </a:lnTo>
                <a:lnTo>
                  <a:pt x="1976309" y="71143"/>
                </a:lnTo>
                <a:lnTo>
                  <a:pt x="1976136" y="72079"/>
                </a:lnTo>
                <a:lnTo>
                  <a:pt x="1975943" y="72991"/>
                </a:lnTo>
                <a:lnTo>
                  <a:pt x="1975729" y="73878"/>
                </a:lnTo>
                <a:lnTo>
                  <a:pt x="1975495" y="74741"/>
                </a:lnTo>
                <a:lnTo>
                  <a:pt x="1975240" y="75580"/>
                </a:lnTo>
                <a:lnTo>
                  <a:pt x="1974965" y="76394"/>
                </a:lnTo>
                <a:lnTo>
                  <a:pt x="1974670" y="77184"/>
                </a:lnTo>
                <a:lnTo>
                  <a:pt x="1974354" y="77949"/>
                </a:lnTo>
                <a:lnTo>
                  <a:pt x="1974018" y="78690"/>
                </a:lnTo>
                <a:lnTo>
                  <a:pt x="1973662" y="79407"/>
                </a:lnTo>
                <a:lnTo>
                  <a:pt x="1973285" y="80099"/>
                </a:lnTo>
                <a:lnTo>
                  <a:pt x="1972888" y="80767"/>
                </a:lnTo>
                <a:lnTo>
                  <a:pt x="1972471" y="81411"/>
                </a:lnTo>
                <a:lnTo>
                  <a:pt x="1972033" y="82030"/>
                </a:lnTo>
                <a:lnTo>
                  <a:pt x="1971574" y="82624"/>
                </a:lnTo>
                <a:lnTo>
                  <a:pt x="1971096" y="83195"/>
                </a:lnTo>
                <a:lnTo>
                  <a:pt x="1970602" y="83741"/>
                </a:lnTo>
                <a:lnTo>
                  <a:pt x="1970098" y="84264"/>
                </a:lnTo>
                <a:lnTo>
                  <a:pt x="1969583" y="84764"/>
                </a:lnTo>
                <a:lnTo>
                  <a:pt x="1969058" y="85241"/>
                </a:lnTo>
                <a:lnTo>
                  <a:pt x="1968523" y="85695"/>
                </a:lnTo>
                <a:lnTo>
                  <a:pt x="1967978" y="86125"/>
                </a:lnTo>
                <a:lnTo>
                  <a:pt x="1967422" y="86532"/>
                </a:lnTo>
                <a:lnTo>
                  <a:pt x="1966856" y="86915"/>
                </a:lnTo>
                <a:lnTo>
                  <a:pt x="1966280" y="87276"/>
                </a:lnTo>
                <a:lnTo>
                  <a:pt x="1965693" y="87613"/>
                </a:lnTo>
                <a:lnTo>
                  <a:pt x="1965096" y="87927"/>
                </a:lnTo>
                <a:lnTo>
                  <a:pt x="1964489" y="88218"/>
                </a:lnTo>
                <a:lnTo>
                  <a:pt x="1963872" y="88485"/>
                </a:lnTo>
                <a:lnTo>
                  <a:pt x="1963244" y="88729"/>
                </a:lnTo>
                <a:lnTo>
                  <a:pt x="1962606" y="88950"/>
                </a:lnTo>
                <a:lnTo>
                  <a:pt x="1961957" y="89148"/>
                </a:lnTo>
                <a:lnTo>
                  <a:pt x="1961299" y="89322"/>
                </a:lnTo>
                <a:lnTo>
                  <a:pt x="1960630" y="89473"/>
                </a:lnTo>
                <a:lnTo>
                  <a:pt x="1959950" y="89601"/>
                </a:lnTo>
                <a:lnTo>
                  <a:pt x="1959261" y="89706"/>
                </a:lnTo>
                <a:lnTo>
                  <a:pt x="1958561" y="89787"/>
                </a:lnTo>
                <a:lnTo>
                  <a:pt x="1957851" y="89846"/>
                </a:lnTo>
                <a:lnTo>
                  <a:pt x="1957130" y="89880"/>
                </a:lnTo>
                <a:lnTo>
                  <a:pt x="1956399" y="89892"/>
                </a:lnTo>
                <a:lnTo>
                  <a:pt x="1955663" y="89880"/>
                </a:lnTo>
                <a:lnTo>
                  <a:pt x="1954938" y="89846"/>
                </a:lnTo>
                <a:lnTo>
                  <a:pt x="1954223" y="89788"/>
                </a:lnTo>
                <a:lnTo>
                  <a:pt x="1953518" y="89707"/>
                </a:lnTo>
                <a:lnTo>
                  <a:pt x="1952824" y="89603"/>
                </a:lnTo>
                <a:lnTo>
                  <a:pt x="1952140" y="89476"/>
                </a:lnTo>
                <a:lnTo>
                  <a:pt x="1951467" y="89325"/>
                </a:lnTo>
                <a:lnTo>
                  <a:pt x="1950805" y="89152"/>
                </a:lnTo>
                <a:lnTo>
                  <a:pt x="1950153" y="88955"/>
                </a:lnTo>
                <a:lnTo>
                  <a:pt x="1949512" y="88735"/>
                </a:lnTo>
                <a:lnTo>
                  <a:pt x="1948881" y="88492"/>
                </a:lnTo>
                <a:lnTo>
                  <a:pt x="1948260" y="88226"/>
                </a:lnTo>
                <a:lnTo>
                  <a:pt x="1947650" y="87937"/>
                </a:lnTo>
                <a:lnTo>
                  <a:pt x="1947051" y="87624"/>
                </a:lnTo>
                <a:lnTo>
                  <a:pt x="1946462" y="87289"/>
                </a:lnTo>
                <a:lnTo>
                  <a:pt x="1945884" y="86930"/>
                </a:lnTo>
                <a:lnTo>
                  <a:pt x="1945316" y="86548"/>
                </a:lnTo>
                <a:lnTo>
                  <a:pt x="1944759" y="86143"/>
                </a:lnTo>
                <a:lnTo>
                  <a:pt x="1944213" y="85715"/>
                </a:lnTo>
                <a:lnTo>
                  <a:pt x="1943676" y="85264"/>
                </a:lnTo>
                <a:lnTo>
                  <a:pt x="1943151" y="84790"/>
                </a:lnTo>
                <a:lnTo>
                  <a:pt x="1942636" y="84292"/>
                </a:lnTo>
                <a:lnTo>
                  <a:pt x="1942131" y="83771"/>
                </a:lnTo>
                <a:lnTo>
                  <a:pt x="1941637" y="83228"/>
                </a:lnTo>
                <a:lnTo>
                  <a:pt x="1941158" y="82661"/>
                </a:lnTo>
                <a:lnTo>
                  <a:pt x="1940700" y="82070"/>
                </a:lnTo>
                <a:lnTo>
                  <a:pt x="1940262" y="81456"/>
                </a:lnTo>
                <a:lnTo>
                  <a:pt x="1939845" y="80819"/>
                </a:lnTo>
                <a:lnTo>
                  <a:pt x="1939448" y="80159"/>
                </a:lnTo>
                <a:lnTo>
                  <a:pt x="1939071" y="79475"/>
                </a:lnTo>
                <a:lnTo>
                  <a:pt x="1938715" y="78767"/>
                </a:lnTo>
                <a:lnTo>
                  <a:pt x="1938379" y="78037"/>
                </a:lnTo>
                <a:lnTo>
                  <a:pt x="1938063" y="77283"/>
                </a:lnTo>
                <a:lnTo>
                  <a:pt x="1937768" y="76505"/>
                </a:lnTo>
                <a:lnTo>
                  <a:pt x="1937493" y="75705"/>
                </a:lnTo>
                <a:lnTo>
                  <a:pt x="1937238" y="74881"/>
                </a:lnTo>
                <a:lnTo>
                  <a:pt x="1937004" y="74033"/>
                </a:lnTo>
                <a:lnTo>
                  <a:pt x="1936790" y="73162"/>
                </a:lnTo>
                <a:lnTo>
                  <a:pt x="1936596" y="72268"/>
                </a:lnTo>
                <a:lnTo>
                  <a:pt x="1936423" y="71350"/>
                </a:lnTo>
                <a:lnTo>
                  <a:pt x="1936271" y="70409"/>
                </a:lnTo>
                <a:lnTo>
                  <a:pt x="1936138" y="69445"/>
                </a:lnTo>
                <a:lnTo>
                  <a:pt x="1936026" y="68457"/>
                </a:lnTo>
                <a:lnTo>
                  <a:pt x="1935935" y="67446"/>
                </a:lnTo>
                <a:lnTo>
                  <a:pt x="1935863" y="66412"/>
                </a:lnTo>
                <a:lnTo>
                  <a:pt x="1935812" y="65354"/>
                </a:lnTo>
                <a:lnTo>
                  <a:pt x="1935782" y="64273"/>
                </a:lnTo>
                <a:lnTo>
                  <a:pt x="1935772" y="63168"/>
                </a:lnTo>
                <a:lnTo>
                  <a:pt x="1935782" y="62064"/>
                </a:lnTo>
                <a:lnTo>
                  <a:pt x="1935812" y="60983"/>
                </a:lnTo>
                <a:lnTo>
                  <a:pt x="1935863" y="59925"/>
                </a:lnTo>
                <a:lnTo>
                  <a:pt x="1935935" y="58891"/>
                </a:lnTo>
                <a:lnTo>
                  <a:pt x="1936026" y="57881"/>
                </a:lnTo>
                <a:close/>
                <a:moveTo>
                  <a:pt x="2156700" y="71546"/>
                </a:moveTo>
                <a:lnTo>
                  <a:pt x="2156904" y="72836"/>
                </a:lnTo>
                <a:lnTo>
                  <a:pt x="2157140" y="74097"/>
                </a:lnTo>
                <a:lnTo>
                  <a:pt x="2157407" y="75329"/>
                </a:lnTo>
                <a:lnTo>
                  <a:pt x="2157706" y="76533"/>
                </a:lnTo>
                <a:lnTo>
                  <a:pt x="2158037" y="77707"/>
                </a:lnTo>
                <a:lnTo>
                  <a:pt x="2158399" y="78853"/>
                </a:lnTo>
                <a:lnTo>
                  <a:pt x="2158792" y="79970"/>
                </a:lnTo>
                <a:lnTo>
                  <a:pt x="2159217" y="81058"/>
                </a:lnTo>
                <a:lnTo>
                  <a:pt x="2159673" y="82118"/>
                </a:lnTo>
                <a:lnTo>
                  <a:pt x="2160161" y="83148"/>
                </a:lnTo>
                <a:lnTo>
                  <a:pt x="2160680" y="84150"/>
                </a:lnTo>
                <a:lnTo>
                  <a:pt x="2161230" y="85122"/>
                </a:lnTo>
                <a:lnTo>
                  <a:pt x="2161812" y="86066"/>
                </a:lnTo>
                <a:lnTo>
                  <a:pt x="2162426" y="86981"/>
                </a:lnTo>
                <a:lnTo>
                  <a:pt x="2163071" y="87868"/>
                </a:lnTo>
                <a:lnTo>
                  <a:pt x="2163748" y="88725"/>
                </a:lnTo>
                <a:lnTo>
                  <a:pt x="2164455" y="89554"/>
                </a:lnTo>
                <a:lnTo>
                  <a:pt x="2165195" y="90353"/>
                </a:lnTo>
                <a:lnTo>
                  <a:pt x="2165960" y="91122"/>
                </a:lnTo>
                <a:lnTo>
                  <a:pt x="2166744" y="91859"/>
                </a:lnTo>
                <a:lnTo>
                  <a:pt x="2167548" y="92562"/>
                </a:lnTo>
                <a:lnTo>
                  <a:pt x="2168372" y="93233"/>
                </a:lnTo>
                <a:lnTo>
                  <a:pt x="2169215" y="93871"/>
                </a:lnTo>
                <a:lnTo>
                  <a:pt x="2170078" y="94476"/>
                </a:lnTo>
                <a:lnTo>
                  <a:pt x="2170960" y="95049"/>
                </a:lnTo>
                <a:lnTo>
                  <a:pt x="2171862" y="95589"/>
                </a:lnTo>
                <a:lnTo>
                  <a:pt x="2172784" y="96096"/>
                </a:lnTo>
                <a:lnTo>
                  <a:pt x="2173725" y="96571"/>
                </a:lnTo>
                <a:lnTo>
                  <a:pt x="2174685" y="97012"/>
                </a:lnTo>
                <a:lnTo>
                  <a:pt x="2175665" y="97421"/>
                </a:lnTo>
                <a:lnTo>
                  <a:pt x="2176665" y="97798"/>
                </a:lnTo>
                <a:lnTo>
                  <a:pt x="2177684" y="98141"/>
                </a:lnTo>
                <a:lnTo>
                  <a:pt x="2178723" y="98452"/>
                </a:lnTo>
                <a:lnTo>
                  <a:pt x="2179781" y="98730"/>
                </a:lnTo>
                <a:lnTo>
                  <a:pt x="2180859" y="98976"/>
                </a:lnTo>
                <a:lnTo>
                  <a:pt x="2181957" y="99189"/>
                </a:lnTo>
                <a:lnTo>
                  <a:pt x="2183074" y="99368"/>
                </a:lnTo>
                <a:lnTo>
                  <a:pt x="2184211" y="99516"/>
                </a:lnTo>
                <a:lnTo>
                  <a:pt x="2185367" y="99630"/>
                </a:lnTo>
                <a:lnTo>
                  <a:pt x="2186543" y="99712"/>
                </a:lnTo>
                <a:lnTo>
                  <a:pt x="2187738" y="99761"/>
                </a:lnTo>
                <a:lnTo>
                  <a:pt x="2188953" y="99778"/>
                </a:lnTo>
                <a:lnTo>
                  <a:pt x="2189714" y="99770"/>
                </a:lnTo>
                <a:lnTo>
                  <a:pt x="2190470" y="99748"/>
                </a:lnTo>
                <a:lnTo>
                  <a:pt x="2191221" y="99711"/>
                </a:lnTo>
                <a:lnTo>
                  <a:pt x="2191967" y="99659"/>
                </a:lnTo>
                <a:lnTo>
                  <a:pt x="2192708" y="99592"/>
                </a:lnTo>
                <a:lnTo>
                  <a:pt x="2193445" y="99510"/>
                </a:lnTo>
                <a:lnTo>
                  <a:pt x="2194176" y="99413"/>
                </a:lnTo>
                <a:lnTo>
                  <a:pt x="2194903" y="99302"/>
                </a:lnTo>
                <a:lnTo>
                  <a:pt x="2195624" y="99175"/>
                </a:lnTo>
                <a:lnTo>
                  <a:pt x="2196341" y="99034"/>
                </a:lnTo>
                <a:lnTo>
                  <a:pt x="2197053" y="98878"/>
                </a:lnTo>
                <a:lnTo>
                  <a:pt x="2197759" y="98707"/>
                </a:lnTo>
                <a:lnTo>
                  <a:pt x="2198461" y="98521"/>
                </a:lnTo>
                <a:lnTo>
                  <a:pt x="2199158" y="98320"/>
                </a:lnTo>
                <a:lnTo>
                  <a:pt x="2199850" y="98104"/>
                </a:lnTo>
                <a:lnTo>
                  <a:pt x="2200537" y="97874"/>
                </a:lnTo>
                <a:lnTo>
                  <a:pt x="2201220" y="97628"/>
                </a:lnTo>
                <a:lnTo>
                  <a:pt x="2201897" y="97368"/>
                </a:lnTo>
                <a:lnTo>
                  <a:pt x="2202569" y="97093"/>
                </a:lnTo>
                <a:lnTo>
                  <a:pt x="2203237" y="96803"/>
                </a:lnTo>
                <a:lnTo>
                  <a:pt x="2203899" y="96498"/>
                </a:lnTo>
                <a:lnTo>
                  <a:pt x="2204557" y="96178"/>
                </a:lnTo>
                <a:lnTo>
                  <a:pt x="2205209" y="95843"/>
                </a:lnTo>
                <a:lnTo>
                  <a:pt x="2205857" y="95494"/>
                </a:lnTo>
                <a:lnTo>
                  <a:pt x="2206496" y="95131"/>
                </a:lnTo>
                <a:lnTo>
                  <a:pt x="2207122" y="94756"/>
                </a:lnTo>
                <a:lnTo>
                  <a:pt x="2207735" y="94369"/>
                </a:lnTo>
                <a:lnTo>
                  <a:pt x="2208336" y="93970"/>
                </a:lnTo>
                <a:lnTo>
                  <a:pt x="2208924" y="93559"/>
                </a:lnTo>
                <a:lnTo>
                  <a:pt x="2209498" y="93136"/>
                </a:lnTo>
                <a:lnTo>
                  <a:pt x="2210060" y="92701"/>
                </a:lnTo>
                <a:lnTo>
                  <a:pt x="2210610" y="92254"/>
                </a:lnTo>
                <a:lnTo>
                  <a:pt x="2211146" y="91794"/>
                </a:lnTo>
                <a:lnTo>
                  <a:pt x="2211670" y="91323"/>
                </a:lnTo>
                <a:lnTo>
                  <a:pt x="2212180" y="90840"/>
                </a:lnTo>
                <a:lnTo>
                  <a:pt x="2212678" y="90345"/>
                </a:lnTo>
                <a:lnTo>
                  <a:pt x="2213163" y="89838"/>
                </a:lnTo>
                <a:lnTo>
                  <a:pt x="2213636" y="89319"/>
                </a:lnTo>
                <a:lnTo>
                  <a:pt x="2214095" y="88788"/>
                </a:lnTo>
                <a:lnTo>
                  <a:pt x="2214542" y="88244"/>
                </a:lnTo>
                <a:lnTo>
                  <a:pt x="2214976" y="87689"/>
                </a:lnTo>
                <a:lnTo>
                  <a:pt x="2215397" y="87122"/>
                </a:lnTo>
                <a:lnTo>
                  <a:pt x="2215805" y="86543"/>
                </a:lnTo>
                <a:lnTo>
                  <a:pt x="2216200" y="85952"/>
                </a:lnTo>
                <a:lnTo>
                  <a:pt x="2216583" y="85348"/>
                </a:lnTo>
                <a:lnTo>
                  <a:pt x="2216953" y="84733"/>
                </a:lnTo>
                <a:lnTo>
                  <a:pt x="2217310" y="84106"/>
                </a:lnTo>
                <a:lnTo>
                  <a:pt x="2217654" y="83466"/>
                </a:lnTo>
                <a:lnTo>
                  <a:pt x="2217985" y="82811"/>
                </a:lnTo>
                <a:lnTo>
                  <a:pt x="2218301" y="82136"/>
                </a:lnTo>
                <a:lnTo>
                  <a:pt x="2218604" y="81440"/>
                </a:lnTo>
                <a:lnTo>
                  <a:pt x="2218892" y="80725"/>
                </a:lnTo>
                <a:lnTo>
                  <a:pt x="2219167" y="79990"/>
                </a:lnTo>
                <a:lnTo>
                  <a:pt x="2219427" y="79234"/>
                </a:lnTo>
                <a:lnTo>
                  <a:pt x="2219673" y="78459"/>
                </a:lnTo>
                <a:lnTo>
                  <a:pt x="2219906" y="77663"/>
                </a:lnTo>
                <a:lnTo>
                  <a:pt x="2220124" y="76848"/>
                </a:lnTo>
                <a:lnTo>
                  <a:pt x="2220328" y="76012"/>
                </a:lnTo>
                <a:lnTo>
                  <a:pt x="2220518" y="75157"/>
                </a:lnTo>
                <a:lnTo>
                  <a:pt x="2220694" y="74281"/>
                </a:lnTo>
                <a:lnTo>
                  <a:pt x="2220856" y="73386"/>
                </a:lnTo>
                <a:lnTo>
                  <a:pt x="2221003" y="72470"/>
                </a:lnTo>
                <a:lnTo>
                  <a:pt x="2221137" y="71534"/>
                </a:lnTo>
                <a:lnTo>
                  <a:pt x="2221257" y="70579"/>
                </a:lnTo>
                <a:lnTo>
                  <a:pt x="2221362" y="69603"/>
                </a:lnTo>
                <a:lnTo>
                  <a:pt x="2221454" y="68607"/>
                </a:lnTo>
                <a:lnTo>
                  <a:pt x="2221531" y="67592"/>
                </a:lnTo>
                <a:lnTo>
                  <a:pt x="2221594" y="66556"/>
                </a:lnTo>
                <a:lnTo>
                  <a:pt x="2221644" y="65500"/>
                </a:lnTo>
                <a:lnTo>
                  <a:pt x="2221679" y="64424"/>
                </a:lnTo>
                <a:lnTo>
                  <a:pt x="2221700" y="63329"/>
                </a:lnTo>
                <a:lnTo>
                  <a:pt x="2221707" y="62213"/>
                </a:lnTo>
                <a:lnTo>
                  <a:pt x="2221691" y="60836"/>
                </a:lnTo>
                <a:lnTo>
                  <a:pt x="2221643" y="59484"/>
                </a:lnTo>
                <a:lnTo>
                  <a:pt x="2221564" y="58157"/>
                </a:lnTo>
                <a:lnTo>
                  <a:pt x="2221452" y="56855"/>
                </a:lnTo>
                <a:lnTo>
                  <a:pt x="2221309" y="55579"/>
                </a:lnTo>
                <a:lnTo>
                  <a:pt x="2221134" y="54327"/>
                </a:lnTo>
                <a:lnTo>
                  <a:pt x="2220928" y="53100"/>
                </a:lnTo>
                <a:lnTo>
                  <a:pt x="2220689" y="51899"/>
                </a:lnTo>
                <a:lnTo>
                  <a:pt x="2220419" y="50722"/>
                </a:lnTo>
                <a:lnTo>
                  <a:pt x="2220117" y="49571"/>
                </a:lnTo>
                <a:lnTo>
                  <a:pt x="2219783" y="48445"/>
                </a:lnTo>
                <a:lnTo>
                  <a:pt x="2219417" y="47343"/>
                </a:lnTo>
                <a:lnTo>
                  <a:pt x="2219019" y="46267"/>
                </a:lnTo>
                <a:lnTo>
                  <a:pt x="2218590" y="45216"/>
                </a:lnTo>
                <a:lnTo>
                  <a:pt x="2218129" y="44190"/>
                </a:lnTo>
                <a:lnTo>
                  <a:pt x="2217636" y="43189"/>
                </a:lnTo>
                <a:lnTo>
                  <a:pt x="2217111" y="42213"/>
                </a:lnTo>
                <a:lnTo>
                  <a:pt x="2216554" y="41262"/>
                </a:lnTo>
                <a:lnTo>
                  <a:pt x="2215966" y="40336"/>
                </a:lnTo>
                <a:lnTo>
                  <a:pt x="2215345" y="39435"/>
                </a:lnTo>
                <a:lnTo>
                  <a:pt x="2214693" y="38559"/>
                </a:lnTo>
                <a:lnTo>
                  <a:pt x="2214010" y="37708"/>
                </a:lnTo>
                <a:lnTo>
                  <a:pt x="2213294" y="36883"/>
                </a:lnTo>
                <a:lnTo>
                  <a:pt x="2212546" y="36082"/>
                </a:lnTo>
                <a:lnTo>
                  <a:pt x="2211774" y="35310"/>
                </a:lnTo>
                <a:lnTo>
                  <a:pt x="2210983" y="34572"/>
                </a:lnTo>
                <a:lnTo>
                  <a:pt x="2210174" y="33866"/>
                </a:lnTo>
                <a:lnTo>
                  <a:pt x="2209346" y="33192"/>
                </a:lnTo>
                <a:lnTo>
                  <a:pt x="2208501" y="32552"/>
                </a:lnTo>
                <a:lnTo>
                  <a:pt x="2207637" y="31945"/>
                </a:lnTo>
                <a:lnTo>
                  <a:pt x="2206754" y="31370"/>
                </a:lnTo>
                <a:lnTo>
                  <a:pt x="2205854" y="30828"/>
                </a:lnTo>
                <a:lnTo>
                  <a:pt x="2204935" y="30319"/>
                </a:lnTo>
                <a:lnTo>
                  <a:pt x="2203997" y="29843"/>
                </a:lnTo>
                <a:lnTo>
                  <a:pt x="2203042" y="29400"/>
                </a:lnTo>
                <a:lnTo>
                  <a:pt x="2202068" y="28989"/>
                </a:lnTo>
                <a:lnTo>
                  <a:pt x="2201076" y="28612"/>
                </a:lnTo>
                <a:lnTo>
                  <a:pt x="2200065" y="28267"/>
                </a:lnTo>
                <a:lnTo>
                  <a:pt x="2199036" y="27955"/>
                </a:lnTo>
                <a:lnTo>
                  <a:pt x="2197989" y="27676"/>
                </a:lnTo>
                <a:lnTo>
                  <a:pt x="2196924" y="27429"/>
                </a:lnTo>
                <a:lnTo>
                  <a:pt x="2195840" y="27216"/>
                </a:lnTo>
                <a:lnTo>
                  <a:pt x="2194738" y="27035"/>
                </a:lnTo>
                <a:lnTo>
                  <a:pt x="2193618" y="26888"/>
                </a:lnTo>
                <a:lnTo>
                  <a:pt x="2192479" y="26773"/>
                </a:lnTo>
                <a:lnTo>
                  <a:pt x="2191322" y="26691"/>
                </a:lnTo>
                <a:lnTo>
                  <a:pt x="2190147" y="26641"/>
                </a:lnTo>
                <a:lnTo>
                  <a:pt x="2188953" y="26625"/>
                </a:lnTo>
                <a:lnTo>
                  <a:pt x="2187878" y="26638"/>
                </a:lnTo>
                <a:lnTo>
                  <a:pt x="2186817" y="26679"/>
                </a:lnTo>
                <a:lnTo>
                  <a:pt x="2185769" y="26746"/>
                </a:lnTo>
                <a:lnTo>
                  <a:pt x="2184735" y="26841"/>
                </a:lnTo>
                <a:lnTo>
                  <a:pt x="2183715" y="26962"/>
                </a:lnTo>
                <a:lnTo>
                  <a:pt x="2182709" y="27111"/>
                </a:lnTo>
                <a:lnTo>
                  <a:pt x="2181716" y="27286"/>
                </a:lnTo>
                <a:lnTo>
                  <a:pt x="2180737" y="27489"/>
                </a:lnTo>
                <a:lnTo>
                  <a:pt x="2179772" y="27718"/>
                </a:lnTo>
                <a:lnTo>
                  <a:pt x="2178820" y="27975"/>
                </a:lnTo>
                <a:lnTo>
                  <a:pt x="2177883" y="28259"/>
                </a:lnTo>
                <a:lnTo>
                  <a:pt x="2176959" y="28569"/>
                </a:lnTo>
                <a:lnTo>
                  <a:pt x="2176048" y="28907"/>
                </a:lnTo>
                <a:lnTo>
                  <a:pt x="2175152" y="29271"/>
                </a:lnTo>
                <a:lnTo>
                  <a:pt x="2174269" y="29663"/>
                </a:lnTo>
                <a:lnTo>
                  <a:pt x="2173400" y="30081"/>
                </a:lnTo>
                <a:lnTo>
                  <a:pt x="2172544" y="30527"/>
                </a:lnTo>
                <a:lnTo>
                  <a:pt x="2171703" y="30999"/>
                </a:lnTo>
                <a:lnTo>
                  <a:pt x="2170875" y="31499"/>
                </a:lnTo>
                <a:lnTo>
                  <a:pt x="2170061" y="32025"/>
                </a:lnTo>
                <a:lnTo>
                  <a:pt x="2169260" y="32579"/>
                </a:lnTo>
                <a:lnTo>
                  <a:pt x="2168474" y="33159"/>
                </a:lnTo>
                <a:lnTo>
                  <a:pt x="2167701" y="33767"/>
                </a:lnTo>
                <a:lnTo>
                  <a:pt x="2166941" y="34402"/>
                </a:lnTo>
                <a:lnTo>
                  <a:pt x="2166059" y="35199"/>
                </a:lnTo>
                <a:lnTo>
                  <a:pt x="2165215" y="36031"/>
                </a:lnTo>
                <a:lnTo>
                  <a:pt x="2164408" y="36899"/>
                </a:lnTo>
                <a:lnTo>
                  <a:pt x="2163639" y="37801"/>
                </a:lnTo>
                <a:lnTo>
                  <a:pt x="2162907" y="38738"/>
                </a:lnTo>
                <a:lnTo>
                  <a:pt x="2162213" y="39711"/>
                </a:lnTo>
                <a:lnTo>
                  <a:pt x="2161556" y="40718"/>
                </a:lnTo>
                <a:lnTo>
                  <a:pt x="2160937" y="41761"/>
                </a:lnTo>
                <a:lnTo>
                  <a:pt x="2160355" y="42838"/>
                </a:lnTo>
                <a:lnTo>
                  <a:pt x="2159811" y="43951"/>
                </a:lnTo>
                <a:lnTo>
                  <a:pt x="2159304" y="45098"/>
                </a:lnTo>
                <a:lnTo>
                  <a:pt x="2158835" y="46281"/>
                </a:lnTo>
                <a:lnTo>
                  <a:pt x="2158404" y="47498"/>
                </a:lnTo>
                <a:lnTo>
                  <a:pt x="2158010" y="48751"/>
                </a:lnTo>
                <a:lnTo>
                  <a:pt x="2157653" y="50038"/>
                </a:lnTo>
                <a:lnTo>
                  <a:pt x="2157334" y="51361"/>
                </a:lnTo>
                <a:lnTo>
                  <a:pt x="2157053" y="52718"/>
                </a:lnTo>
                <a:lnTo>
                  <a:pt x="2156809" y="54111"/>
                </a:lnTo>
                <a:lnTo>
                  <a:pt x="2156602" y="55538"/>
                </a:lnTo>
                <a:lnTo>
                  <a:pt x="2156433" y="57001"/>
                </a:lnTo>
                <a:lnTo>
                  <a:pt x="2156302" y="58498"/>
                </a:lnTo>
                <a:lnTo>
                  <a:pt x="2156208" y="60031"/>
                </a:lnTo>
                <a:lnTo>
                  <a:pt x="2156152" y="61599"/>
                </a:lnTo>
                <a:lnTo>
                  <a:pt x="2156133" y="63201"/>
                </a:lnTo>
                <a:lnTo>
                  <a:pt x="2156149" y="64664"/>
                </a:lnTo>
                <a:lnTo>
                  <a:pt x="2156196" y="66098"/>
                </a:lnTo>
                <a:lnTo>
                  <a:pt x="2156275" y="67503"/>
                </a:lnTo>
                <a:lnTo>
                  <a:pt x="2156385" y="68880"/>
                </a:lnTo>
                <a:lnTo>
                  <a:pt x="2156526" y="70227"/>
                </a:lnTo>
                <a:lnTo>
                  <a:pt x="2156700" y="71546"/>
                </a:lnTo>
                <a:close/>
                <a:moveTo>
                  <a:pt x="2168692" y="56894"/>
                </a:moveTo>
                <a:lnTo>
                  <a:pt x="2168824" y="55930"/>
                </a:lnTo>
                <a:lnTo>
                  <a:pt x="2168977" y="54990"/>
                </a:lnTo>
                <a:lnTo>
                  <a:pt x="2169150" y="54073"/>
                </a:lnTo>
                <a:lnTo>
                  <a:pt x="2169344" y="53180"/>
                </a:lnTo>
                <a:lnTo>
                  <a:pt x="2169557" y="52310"/>
                </a:lnTo>
                <a:lnTo>
                  <a:pt x="2169792" y="51464"/>
                </a:lnTo>
                <a:lnTo>
                  <a:pt x="2170046" y="50642"/>
                </a:lnTo>
                <a:lnTo>
                  <a:pt x="2170321" y="49842"/>
                </a:lnTo>
                <a:lnTo>
                  <a:pt x="2170616" y="49067"/>
                </a:lnTo>
                <a:lnTo>
                  <a:pt x="2170932" y="48314"/>
                </a:lnTo>
                <a:lnTo>
                  <a:pt x="2171268" y="47586"/>
                </a:lnTo>
                <a:lnTo>
                  <a:pt x="2171625" y="46880"/>
                </a:lnTo>
                <a:lnTo>
                  <a:pt x="2172001" y="46199"/>
                </a:lnTo>
                <a:lnTo>
                  <a:pt x="2172398" y="45540"/>
                </a:lnTo>
                <a:lnTo>
                  <a:pt x="2172816" y="44905"/>
                </a:lnTo>
                <a:lnTo>
                  <a:pt x="2173254" y="44294"/>
                </a:lnTo>
                <a:lnTo>
                  <a:pt x="2173712" y="43706"/>
                </a:lnTo>
                <a:lnTo>
                  <a:pt x="2174191" y="43142"/>
                </a:lnTo>
                <a:lnTo>
                  <a:pt x="2174685" y="42601"/>
                </a:lnTo>
                <a:lnTo>
                  <a:pt x="2175189" y="42083"/>
                </a:lnTo>
                <a:lnTo>
                  <a:pt x="2175704" y="41588"/>
                </a:lnTo>
                <a:lnTo>
                  <a:pt x="2176230" y="41116"/>
                </a:lnTo>
                <a:lnTo>
                  <a:pt x="2176766" y="40667"/>
                </a:lnTo>
                <a:lnTo>
                  <a:pt x="2177313" y="40241"/>
                </a:lnTo>
                <a:lnTo>
                  <a:pt x="2177870" y="39838"/>
                </a:lnTo>
                <a:lnTo>
                  <a:pt x="2178438" y="39458"/>
                </a:lnTo>
                <a:lnTo>
                  <a:pt x="2179016" y="39101"/>
                </a:lnTo>
                <a:lnTo>
                  <a:pt x="2179605" y="38767"/>
                </a:lnTo>
                <a:lnTo>
                  <a:pt x="2180204" y="38456"/>
                </a:lnTo>
                <a:lnTo>
                  <a:pt x="2180814" y="38168"/>
                </a:lnTo>
                <a:lnTo>
                  <a:pt x="2181434" y="37903"/>
                </a:lnTo>
                <a:lnTo>
                  <a:pt x="2182065" y="37662"/>
                </a:lnTo>
                <a:lnTo>
                  <a:pt x="2182707" y="37443"/>
                </a:lnTo>
                <a:lnTo>
                  <a:pt x="2183359" y="37247"/>
                </a:lnTo>
                <a:lnTo>
                  <a:pt x="2184021" y="37075"/>
                </a:lnTo>
                <a:lnTo>
                  <a:pt x="2184694" y="36925"/>
                </a:lnTo>
                <a:lnTo>
                  <a:pt x="2185378" y="36798"/>
                </a:lnTo>
                <a:lnTo>
                  <a:pt x="2186072" y="36695"/>
                </a:lnTo>
                <a:lnTo>
                  <a:pt x="2186776" y="36614"/>
                </a:lnTo>
                <a:lnTo>
                  <a:pt x="2187491" y="36556"/>
                </a:lnTo>
                <a:lnTo>
                  <a:pt x="2188217" y="36522"/>
                </a:lnTo>
                <a:lnTo>
                  <a:pt x="2188953" y="36510"/>
                </a:lnTo>
                <a:lnTo>
                  <a:pt x="2189678" y="36522"/>
                </a:lnTo>
                <a:lnTo>
                  <a:pt x="2190394" y="36557"/>
                </a:lnTo>
                <a:lnTo>
                  <a:pt x="2191100" y="36615"/>
                </a:lnTo>
                <a:lnTo>
                  <a:pt x="2191795" y="36696"/>
                </a:lnTo>
                <a:lnTo>
                  <a:pt x="2192481" y="36800"/>
                </a:lnTo>
                <a:lnTo>
                  <a:pt x="2193156" y="36927"/>
                </a:lnTo>
                <a:lnTo>
                  <a:pt x="2193822" y="37077"/>
                </a:lnTo>
                <a:lnTo>
                  <a:pt x="2194478" y="37251"/>
                </a:lnTo>
                <a:lnTo>
                  <a:pt x="2195124" y="37448"/>
                </a:lnTo>
                <a:lnTo>
                  <a:pt x="2195760" y="37667"/>
                </a:lnTo>
                <a:lnTo>
                  <a:pt x="2196385" y="37910"/>
                </a:lnTo>
                <a:lnTo>
                  <a:pt x="2197001" y="38177"/>
                </a:lnTo>
                <a:lnTo>
                  <a:pt x="2197607" y="38466"/>
                </a:lnTo>
                <a:lnTo>
                  <a:pt x="2198204" y="38778"/>
                </a:lnTo>
                <a:lnTo>
                  <a:pt x="2198790" y="39114"/>
                </a:lnTo>
                <a:lnTo>
                  <a:pt x="2199366" y="39472"/>
                </a:lnTo>
                <a:lnTo>
                  <a:pt x="2199932" y="39854"/>
                </a:lnTo>
                <a:lnTo>
                  <a:pt x="2200488" y="40259"/>
                </a:lnTo>
                <a:lnTo>
                  <a:pt x="2201034" y="40687"/>
                </a:lnTo>
                <a:lnTo>
                  <a:pt x="2201571" y="41139"/>
                </a:lnTo>
                <a:lnTo>
                  <a:pt x="2202097" y="41613"/>
                </a:lnTo>
                <a:lnTo>
                  <a:pt x="2202614" y="42110"/>
                </a:lnTo>
                <a:lnTo>
                  <a:pt x="2203120" y="42631"/>
                </a:lnTo>
                <a:lnTo>
                  <a:pt x="2203616" y="43175"/>
                </a:lnTo>
                <a:lnTo>
                  <a:pt x="2204098" y="43741"/>
                </a:lnTo>
                <a:lnTo>
                  <a:pt x="2204559" y="44329"/>
                </a:lnTo>
                <a:lnTo>
                  <a:pt x="2204999" y="44939"/>
                </a:lnTo>
                <a:lnTo>
                  <a:pt x="2205419" y="45571"/>
                </a:lnTo>
                <a:lnTo>
                  <a:pt x="2205818" y="46224"/>
                </a:lnTo>
                <a:lnTo>
                  <a:pt x="2206197" y="46899"/>
                </a:lnTo>
                <a:lnTo>
                  <a:pt x="2206555" y="47596"/>
                </a:lnTo>
                <a:lnTo>
                  <a:pt x="2206893" y="48315"/>
                </a:lnTo>
                <a:lnTo>
                  <a:pt x="2207211" y="49055"/>
                </a:lnTo>
                <a:lnTo>
                  <a:pt x="2207508" y="49817"/>
                </a:lnTo>
                <a:lnTo>
                  <a:pt x="2207784" y="50601"/>
                </a:lnTo>
                <a:lnTo>
                  <a:pt x="2208040" y="51407"/>
                </a:lnTo>
                <a:lnTo>
                  <a:pt x="2208276" y="52235"/>
                </a:lnTo>
                <a:lnTo>
                  <a:pt x="2208491" y="53084"/>
                </a:lnTo>
                <a:lnTo>
                  <a:pt x="2208685" y="53955"/>
                </a:lnTo>
                <a:lnTo>
                  <a:pt x="2208859" y="54848"/>
                </a:lnTo>
                <a:lnTo>
                  <a:pt x="2209013" y="55763"/>
                </a:lnTo>
                <a:lnTo>
                  <a:pt x="2209146" y="56699"/>
                </a:lnTo>
                <a:lnTo>
                  <a:pt x="2209259" y="57657"/>
                </a:lnTo>
                <a:lnTo>
                  <a:pt x="2209351" y="58637"/>
                </a:lnTo>
                <a:lnTo>
                  <a:pt x="2209423" y="59639"/>
                </a:lnTo>
                <a:lnTo>
                  <a:pt x="2209474" y="60663"/>
                </a:lnTo>
                <a:lnTo>
                  <a:pt x="2209505" y="61708"/>
                </a:lnTo>
                <a:lnTo>
                  <a:pt x="2209515" y="62775"/>
                </a:lnTo>
                <a:lnTo>
                  <a:pt x="2209505" y="63906"/>
                </a:lnTo>
                <a:lnTo>
                  <a:pt x="2209474" y="65013"/>
                </a:lnTo>
                <a:lnTo>
                  <a:pt x="2209423" y="66096"/>
                </a:lnTo>
                <a:lnTo>
                  <a:pt x="2209352" y="67154"/>
                </a:lnTo>
                <a:lnTo>
                  <a:pt x="2209260" y="68188"/>
                </a:lnTo>
                <a:lnTo>
                  <a:pt x="2209148" y="69197"/>
                </a:lnTo>
                <a:lnTo>
                  <a:pt x="2209016" y="70182"/>
                </a:lnTo>
                <a:lnTo>
                  <a:pt x="2208863" y="71143"/>
                </a:lnTo>
                <a:lnTo>
                  <a:pt x="2208690" y="72079"/>
                </a:lnTo>
                <a:lnTo>
                  <a:pt x="2208497" y="72991"/>
                </a:lnTo>
                <a:lnTo>
                  <a:pt x="2208283" y="73878"/>
                </a:lnTo>
                <a:lnTo>
                  <a:pt x="2208048" y="74741"/>
                </a:lnTo>
                <a:lnTo>
                  <a:pt x="2207794" y="75580"/>
                </a:lnTo>
                <a:lnTo>
                  <a:pt x="2207519" y="76394"/>
                </a:lnTo>
                <a:lnTo>
                  <a:pt x="2207224" y="77184"/>
                </a:lnTo>
                <a:lnTo>
                  <a:pt x="2206908" y="77949"/>
                </a:lnTo>
                <a:lnTo>
                  <a:pt x="2206572" y="78690"/>
                </a:lnTo>
                <a:lnTo>
                  <a:pt x="2206216" y="79407"/>
                </a:lnTo>
                <a:lnTo>
                  <a:pt x="2205839" y="80099"/>
                </a:lnTo>
                <a:lnTo>
                  <a:pt x="2205442" y="80767"/>
                </a:lnTo>
                <a:lnTo>
                  <a:pt x="2205024" y="81411"/>
                </a:lnTo>
                <a:lnTo>
                  <a:pt x="2204586" y="82030"/>
                </a:lnTo>
                <a:lnTo>
                  <a:pt x="2204128" y="82624"/>
                </a:lnTo>
                <a:lnTo>
                  <a:pt x="2203649" y="83195"/>
                </a:lnTo>
                <a:lnTo>
                  <a:pt x="2203156" y="83741"/>
                </a:lnTo>
                <a:lnTo>
                  <a:pt x="2202651" y="84264"/>
                </a:lnTo>
                <a:lnTo>
                  <a:pt x="2202137" y="84764"/>
                </a:lnTo>
                <a:lnTo>
                  <a:pt x="2201612" y="85241"/>
                </a:lnTo>
                <a:lnTo>
                  <a:pt x="2201077" y="85695"/>
                </a:lnTo>
                <a:lnTo>
                  <a:pt x="2200531" y="86125"/>
                </a:lnTo>
                <a:lnTo>
                  <a:pt x="2199976" y="86532"/>
                </a:lnTo>
                <a:lnTo>
                  <a:pt x="2199410" y="86915"/>
                </a:lnTo>
                <a:lnTo>
                  <a:pt x="2198833" y="87276"/>
                </a:lnTo>
                <a:lnTo>
                  <a:pt x="2198247" y="87613"/>
                </a:lnTo>
                <a:lnTo>
                  <a:pt x="2197650" y="87927"/>
                </a:lnTo>
                <a:lnTo>
                  <a:pt x="2197043" y="88218"/>
                </a:lnTo>
                <a:lnTo>
                  <a:pt x="2196425" y="88485"/>
                </a:lnTo>
                <a:lnTo>
                  <a:pt x="2195797" y="88729"/>
                </a:lnTo>
                <a:lnTo>
                  <a:pt x="2195159" y="88950"/>
                </a:lnTo>
                <a:lnTo>
                  <a:pt x="2194511" y="89148"/>
                </a:lnTo>
                <a:lnTo>
                  <a:pt x="2193852" y="89322"/>
                </a:lnTo>
                <a:lnTo>
                  <a:pt x="2193183" y="89473"/>
                </a:lnTo>
                <a:lnTo>
                  <a:pt x="2192504" y="89601"/>
                </a:lnTo>
                <a:lnTo>
                  <a:pt x="2191814" y="89706"/>
                </a:lnTo>
                <a:lnTo>
                  <a:pt x="2191114" y="89787"/>
                </a:lnTo>
                <a:lnTo>
                  <a:pt x="2190404" y="89846"/>
                </a:lnTo>
                <a:lnTo>
                  <a:pt x="2189684" y="89880"/>
                </a:lnTo>
                <a:lnTo>
                  <a:pt x="2188953" y="89892"/>
                </a:lnTo>
                <a:lnTo>
                  <a:pt x="2188217" y="89880"/>
                </a:lnTo>
                <a:lnTo>
                  <a:pt x="2187491" y="89846"/>
                </a:lnTo>
                <a:lnTo>
                  <a:pt x="2186776" y="89788"/>
                </a:lnTo>
                <a:lnTo>
                  <a:pt x="2186072" y="89707"/>
                </a:lnTo>
                <a:lnTo>
                  <a:pt x="2185378" y="89603"/>
                </a:lnTo>
                <a:lnTo>
                  <a:pt x="2184694" y="89476"/>
                </a:lnTo>
                <a:lnTo>
                  <a:pt x="2184021" y="89325"/>
                </a:lnTo>
                <a:lnTo>
                  <a:pt x="2183359" y="89152"/>
                </a:lnTo>
                <a:lnTo>
                  <a:pt x="2182707" y="88955"/>
                </a:lnTo>
                <a:lnTo>
                  <a:pt x="2182065" y="88735"/>
                </a:lnTo>
                <a:lnTo>
                  <a:pt x="2181434" y="88492"/>
                </a:lnTo>
                <a:lnTo>
                  <a:pt x="2180814" y="88226"/>
                </a:lnTo>
                <a:lnTo>
                  <a:pt x="2180204" y="87937"/>
                </a:lnTo>
                <a:lnTo>
                  <a:pt x="2179605" y="87624"/>
                </a:lnTo>
                <a:lnTo>
                  <a:pt x="2179016" y="87289"/>
                </a:lnTo>
                <a:lnTo>
                  <a:pt x="2178438" y="86930"/>
                </a:lnTo>
                <a:lnTo>
                  <a:pt x="2177870" y="86548"/>
                </a:lnTo>
                <a:lnTo>
                  <a:pt x="2177313" y="86143"/>
                </a:lnTo>
                <a:lnTo>
                  <a:pt x="2176766" y="85715"/>
                </a:lnTo>
                <a:lnTo>
                  <a:pt x="2176230" y="85264"/>
                </a:lnTo>
                <a:lnTo>
                  <a:pt x="2175704" y="84790"/>
                </a:lnTo>
                <a:lnTo>
                  <a:pt x="2175189" y="84292"/>
                </a:lnTo>
                <a:lnTo>
                  <a:pt x="2174685" y="83771"/>
                </a:lnTo>
                <a:lnTo>
                  <a:pt x="2174191" y="83228"/>
                </a:lnTo>
                <a:lnTo>
                  <a:pt x="2173712" y="82661"/>
                </a:lnTo>
                <a:lnTo>
                  <a:pt x="2173254" y="82070"/>
                </a:lnTo>
                <a:lnTo>
                  <a:pt x="2172816" y="81456"/>
                </a:lnTo>
                <a:lnTo>
                  <a:pt x="2172398" y="80819"/>
                </a:lnTo>
                <a:lnTo>
                  <a:pt x="2172001" y="80159"/>
                </a:lnTo>
                <a:lnTo>
                  <a:pt x="2171625" y="79475"/>
                </a:lnTo>
                <a:lnTo>
                  <a:pt x="2171268" y="78767"/>
                </a:lnTo>
                <a:lnTo>
                  <a:pt x="2170932" y="78037"/>
                </a:lnTo>
                <a:lnTo>
                  <a:pt x="2170616" y="77283"/>
                </a:lnTo>
                <a:lnTo>
                  <a:pt x="2170321" y="76505"/>
                </a:lnTo>
                <a:lnTo>
                  <a:pt x="2170046" y="75705"/>
                </a:lnTo>
                <a:lnTo>
                  <a:pt x="2169792" y="74881"/>
                </a:lnTo>
                <a:lnTo>
                  <a:pt x="2169557" y="74033"/>
                </a:lnTo>
                <a:lnTo>
                  <a:pt x="2169344" y="73162"/>
                </a:lnTo>
                <a:lnTo>
                  <a:pt x="2169150" y="72268"/>
                </a:lnTo>
                <a:lnTo>
                  <a:pt x="2168977" y="71350"/>
                </a:lnTo>
                <a:lnTo>
                  <a:pt x="2168824" y="70409"/>
                </a:lnTo>
                <a:lnTo>
                  <a:pt x="2168692" y="69445"/>
                </a:lnTo>
                <a:lnTo>
                  <a:pt x="2168580" y="68457"/>
                </a:lnTo>
                <a:lnTo>
                  <a:pt x="2168488" y="67446"/>
                </a:lnTo>
                <a:lnTo>
                  <a:pt x="2168417" y="66412"/>
                </a:lnTo>
                <a:lnTo>
                  <a:pt x="2168366" y="65354"/>
                </a:lnTo>
                <a:lnTo>
                  <a:pt x="2168335" y="64273"/>
                </a:lnTo>
                <a:lnTo>
                  <a:pt x="2168325" y="63168"/>
                </a:lnTo>
                <a:lnTo>
                  <a:pt x="2168335" y="62064"/>
                </a:lnTo>
                <a:lnTo>
                  <a:pt x="2168366" y="60983"/>
                </a:lnTo>
                <a:lnTo>
                  <a:pt x="2168417" y="59925"/>
                </a:lnTo>
                <a:lnTo>
                  <a:pt x="2168488" y="58891"/>
                </a:lnTo>
                <a:lnTo>
                  <a:pt x="2168580" y="57881"/>
                </a:lnTo>
                <a:lnTo>
                  <a:pt x="2168692" y="56894"/>
                </a:lnTo>
                <a:close/>
                <a:moveTo>
                  <a:pt x="1787577" y="100562"/>
                </a:moveTo>
                <a:lnTo>
                  <a:pt x="1787531" y="101006"/>
                </a:lnTo>
                <a:lnTo>
                  <a:pt x="1787479" y="101440"/>
                </a:lnTo>
                <a:lnTo>
                  <a:pt x="1787421" y="101865"/>
                </a:lnTo>
                <a:lnTo>
                  <a:pt x="1787358" y="102280"/>
                </a:lnTo>
                <a:lnTo>
                  <a:pt x="1787289" y="102686"/>
                </a:lnTo>
                <a:lnTo>
                  <a:pt x="1787215" y="103082"/>
                </a:lnTo>
                <a:lnTo>
                  <a:pt x="1787135" y="103468"/>
                </a:lnTo>
                <a:lnTo>
                  <a:pt x="1787050" y="103844"/>
                </a:lnTo>
                <a:lnTo>
                  <a:pt x="1786960" y="104211"/>
                </a:lnTo>
                <a:lnTo>
                  <a:pt x="1786863" y="104568"/>
                </a:lnTo>
                <a:lnTo>
                  <a:pt x="1786762" y="104915"/>
                </a:lnTo>
                <a:lnTo>
                  <a:pt x="1786655" y="105253"/>
                </a:lnTo>
                <a:lnTo>
                  <a:pt x="1786542" y="105581"/>
                </a:lnTo>
                <a:lnTo>
                  <a:pt x="1786424" y="105899"/>
                </a:lnTo>
                <a:lnTo>
                  <a:pt x="1786301" y="106208"/>
                </a:lnTo>
                <a:lnTo>
                  <a:pt x="1786172" y="106507"/>
                </a:lnTo>
                <a:lnTo>
                  <a:pt x="1786037" y="106796"/>
                </a:lnTo>
                <a:lnTo>
                  <a:pt x="1785897" y="107076"/>
                </a:lnTo>
                <a:lnTo>
                  <a:pt x="1785751" y="107346"/>
                </a:lnTo>
                <a:lnTo>
                  <a:pt x="1785600" y="107609"/>
                </a:lnTo>
                <a:lnTo>
                  <a:pt x="1785441" y="107866"/>
                </a:lnTo>
                <a:lnTo>
                  <a:pt x="1785276" y="108117"/>
                </a:lnTo>
                <a:lnTo>
                  <a:pt x="1785103" y="108364"/>
                </a:lnTo>
                <a:lnTo>
                  <a:pt x="1784924" y="108605"/>
                </a:lnTo>
                <a:lnTo>
                  <a:pt x="1784738" y="108841"/>
                </a:lnTo>
                <a:lnTo>
                  <a:pt x="1784545" y="109071"/>
                </a:lnTo>
                <a:lnTo>
                  <a:pt x="1784345" y="109296"/>
                </a:lnTo>
                <a:lnTo>
                  <a:pt x="1784139" y="109516"/>
                </a:lnTo>
                <a:lnTo>
                  <a:pt x="1783925" y="109730"/>
                </a:lnTo>
                <a:lnTo>
                  <a:pt x="1783705" y="109939"/>
                </a:lnTo>
                <a:lnTo>
                  <a:pt x="1783478" y="110142"/>
                </a:lnTo>
                <a:lnTo>
                  <a:pt x="1783244" y="110341"/>
                </a:lnTo>
                <a:lnTo>
                  <a:pt x="1783003" y="110533"/>
                </a:lnTo>
                <a:lnTo>
                  <a:pt x="1782755" y="110721"/>
                </a:lnTo>
                <a:lnTo>
                  <a:pt x="1782500" y="110903"/>
                </a:lnTo>
                <a:lnTo>
                  <a:pt x="1782239" y="111080"/>
                </a:lnTo>
                <a:lnTo>
                  <a:pt x="1781970" y="111251"/>
                </a:lnTo>
                <a:lnTo>
                  <a:pt x="1781695" y="111417"/>
                </a:lnTo>
                <a:lnTo>
                  <a:pt x="1781413" y="111578"/>
                </a:lnTo>
                <a:lnTo>
                  <a:pt x="1781124" y="111733"/>
                </a:lnTo>
                <a:lnTo>
                  <a:pt x="1780828" y="111883"/>
                </a:lnTo>
                <a:lnTo>
                  <a:pt x="1780525" y="112028"/>
                </a:lnTo>
                <a:lnTo>
                  <a:pt x="1780216" y="112167"/>
                </a:lnTo>
                <a:lnTo>
                  <a:pt x="1783511" y="117308"/>
                </a:lnTo>
                <a:lnTo>
                  <a:pt x="1783983" y="117095"/>
                </a:lnTo>
                <a:lnTo>
                  <a:pt x="1784445" y="116875"/>
                </a:lnTo>
                <a:lnTo>
                  <a:pt x="1784896" y="116648"/>
                </a:lnTo>
                <a:lnTo>
                  <a:pt x="1785336" y="116414"/>
                </a:lnTo>
                <a:lnTo>
                  <a:pt x="1785765" y="116172"/>
                </a:lnTo>
                <a:lnTo>
                  <a:pt x="1786184" y="115923"/>
                </a:lnTo>
                <a:lnTo>
                  <a:pt x="1786592" y="115667"/>
                </a:lnTo>
                <a:lnTo>
                  <a:pt x="1786989" y="115404"/>
                </a:lnTo>
                <a:lnTo>
                  <a:pt x="1787375" y="115134"/>
                </a:lnTo>
                <a:lnTo>
                  <a:pt x="1787751" y="114856"/>
                </a:lnTo>
                <a:lnTo>
                  <a:pt x="1788116" y="114571"/>
                </a:lnTo>
                <a:lnTo>
                  <a:pt x="1788470" y="114279"/>
                </a:lnTo>
                <a:lnTo>
                  <a:pt x="1788813" y="113979"/>
                </a:lnTo>
                <a:lnTo>
                  <a:pt x="1789146" y="113673"/>
                </a:lnTo>
                <a:lnTo>
                  <a:pt x="1789468" y="113359"/>
                </a:lnTo>
                <a:lnTo>
                  <a:pt x="1789779" y="113038"/>
                </a:lnTo>
                <a:lnTo>
                  <a:pt x="1790079" y="112709"/>
                </a:lnTo>
                <a:lnTo>
                  <a:pt x="1790369" y="112374"/>
                </a:lnTo>
                <a:lnTo>
                  <a:pt x="1790648" y="112031"/>
                </a:lnTo>
                <a:lnTo>
                  <a:pt x="1790916" y="111681"/>
                </a:lnTo>
                <a:lnTo>
                  <a:pt x="1791173" y="111324"/>
                </a:lnTo>
                <a:lnTo>
                  <a:pt x="1791420" y="110959"/>
                </a:lnTo>
                <a:lnTo>
                  <a:pt x="1791655" y="110588"/>
                </a:lnTo>
                <a:lnTo>
                  <a:pt x="1791880" y="110209"/>
                </a:lnTo>
                <a:lnTo>
                  <a:pt x="1792095" y="109821"/>
                </a:lnTo>
                <a:lnTo>
                  <a:pt x="1792301" y="109424"/>
                </a:lnTo>
                <a:lnTo>
                  <a:pt x="1792498" y="109017"/>
                </a:lnTo>
                <a:lnTo>
                  <a:pt x="1792686" y="108599"/>
                </a:lnTo>
                <a:lnTo>
                  <a:pt x="1792864" y="108172"/>
                </a:lnTo>
                <a:lnTo>
                  <a:pt x="1793034" y="107735"/>
                </a:lnTo>
                <a:lnTo>
                  <a:pt x="1793194" y="107288"/>
                </a:lnTo>
                <a:lnTo>
                  <a:pt x="1793345" y="106830"/>
                </a:lnTo>
                <a:lnTo>
                  <a:pt x="1793487" y="106363"/>
                </a:lnTo>
                <a:lnTo>
                  <a:pt x="1793619" y="105886"/>
                </a:lnTo>
                <a:lnTo>
                  <a:pt x="1793743" y="105399"/>
                </a:lnTo>
                <a:lnTo>
                  <a:pt x="1793857" y="104902"/>
                </a:lnTo>
                <a:lnTo>
                  <a:pt x="1793963" y="104394"/>
                </a:lnTo>
                <a:lnTo>
                  <a:pt x="1794059" y="103877"/>
                </a:lnTo>
                <a:lnTo>
                  <a:pt x="1794146" y="103350"/>
                </a:lnTo>
                <a:lnTo>
                  <a:pt x="1794224" y="102813"/>
                </a:lnTo>
                <a:lnTo>
                  <a:pt x="1794292" y="102266"/>
                </a:lnTo>
                <a:lnTo>
                  <a:pt x="1794352" y="101709"/>
                </a:lnTo>
                <a:lnTo>
                  <a:pt x="1794402" y="101142"/>
                </a:lnTo>
                <a:lnTo>
                  <a:pt x="1794443" y="100565"/>
                </a:lnTo>
                <a:lnTo>
                  <a:pt x="1794475" y="99978"/>
                </a:lnTo>
                <a:lnTo>
                  <a:pt x="1794498" y="99381"/>
                </a:lnTo>
                <a:lnTo>
                  <a:pt x="1794512" y="98774"/>
                </a:lnTo>
                <a:lnTo>
                  <a:pt x="1794517" y="98157"/>
                </a:lnTo>
                <a:lnTo>
                  <a:pt x="1794517" y="84620"/>
                </a:lnTo>
                <a:lnTo>
                  <a:pt x="1781006" y="84620"/>
                </a:lnTo>
                <a:lnTo>
                  <a:pt x="1781006" y="98196"/>
                </a:lnTo>
                <a:lnTo>
                  <a:pt x="1787728" y="98196"/>
                </a:lnTo>
                <a:lnTo>
                  <a:pt x="1787709" y="98688"/>
                </a:lnTo>
                <a:lnTo>
                  <a:pt x="1787685" y="99171"/>
                </a:lnTo>
                <a:lnTo>
                  <a:pt x="1787654" y="99644"/>
                </a:lnTo>
                <a:lnTo>
                  <a:pt x="1787619" y="100108"/>
                </a:lnTo>
                <a:lnTo>
                  <a:pt x="1787577" y="1005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actionstakenbyprivateemployers.">
            <a:extLst xmlns:a="http://schemas.openxmlformats.org/drawingml/2006/main">
              <a:ext uri="{FF2B5EF4-FFF2-40B4-BE49-F238E27FC236}">
                <a16:creationId xmlns:a16="http://schemas.microsoft.com/office/drawing/2014/main" id="{D963E57C-D70C-40D6-8822-D8BE966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974" y="3848715"/>
            <a:ext cx="2098752" cy="125084"/>
          </a:xfrm>
          <a:custGeom xmlns:a="http://schemas.openxmlformats.org/drawingml/2006/main">
            <a:pathLst>
              <a:path w="2098752" h="125084">
                <a:moveTo>
                  <a:pt x="49691" y="87973"/>
                </a:moveTo>
                <a:cubicBezTo>
                  <a:pt x="45298" y="91710"/>
                  <a:pt x="41069" y="94348"/>
                  <a:pt x="37005" y="95887"/>
                </a:cubicBezTo>
                <a:cubicBezTo>
                  <a:pt x="32941" y="97426"/>
                  <a:pt x="28580" y="98196"/>
                  <a:pt x="23923" y="98196"/>
                </a:cubicBezTo>
                <a:cubicBezTo>
                  <a:pt x="16234" y="98196"/>
                  <a:pt x="10325" y="96316"/>
                  <a:pt x="6195" y="92557"/>
                </a:cubicBezTo>
                <a:cubicBezTo>
                  <a:pt x="2065" y="88798"/>
                  <a:pt x="0" y="83994"/>
                  <a:pt x="0" y="78147"/>
                </a:cubicBezTo>
                <a:cubicBezTo>
                  <a:pt x="0" y="74719"/>
                  <a:pt x="780" y="71587"/>
                  <a:pt x="2340" y="68752"/>
                </a:cubicBezTo>
                <a:cubicBezTo>
                  <a:pt x="3899" y="65915"/>
                  <a:pt x="5942" y="63639"/>
                  <a:pt x="8469" y="61924"/>
                </a:cubicBezTo>
                <a:cubicBezTo>
                  <a:pt x="10995" y="60209"/>
                  <a:pt x="13840" y="58913"/>
                  <a:pt x="17003" y="58034"/>
                </a:cubicBezTo>
                <a:cubicBezTo>
                  <a:pt x="19332" y="57418"/>
                  <a:pt x="22846" y="56824"/>
                  <a:pt x="27548" y="56253"/>
                </a:cubicBezTo>
                <a:cubicBezTo>
                  <a:pt x="37125" y="55118"/>
                  <a:pt x="44177" y="53766"/>
                  <a:pt x="48703" y="52195"/>
                </a:cubicBezTo>
                <a:cubicBezTo>
                  <a:pt x="48746" y="50577"/>
                  <a:pt x="48768" y="49548"/>
                  <a:pt x="48768" y="49110"/>
                </a:cubicBezTo>
                <a:cubicBezTo>
                  <a:pt x="48768" y="44295"/>
                  <a:pt x="47648" y="40903"/>
                  <a:pt x="45407" y="38934"/>
                </a:cubicBezTo>
                <a:cubicBezTo>
                  <a:pt x="42376" y="36264"/>
                  <a:pt x="37872" y="34929"/>
                  <a:pt x="31897" y="34929"/>
                </a:cubicBezTo>
                <a:cubicBezTo>
                  <a:pt x="26317" y="34929"/>
                  <a:pt x="22198" y="35906"/>
                  <a:pt x="19540" y="37861"/>
                </a:cubicBezTo>
                <a:cubicBezTo>
                  <a:pt x="16882" y="39817"/>
                  <a:pt x="14916" y="43276"/>
                  <a:pt x="13642" y="48241"/>
                </a:cubicBezTo>
                <a:lnTo>
                  <a:pt x="2043" y="46660"/>
                </a:lnTo>
                <a:cubicBezTo>
                  <a:pt x="3097" y="41680"/>
                  <a:pt x="4833" y="37658"/>
                  <a:pt x="7249" y="34595"/>
                </a:cubicBezTo>
                <a:cubicBezTo>
                  <a:pt x="9666" y="31532"/>
                  <a:pt x="13159" y="29175"/>
                  <a:pt x="17728" y="27523"/>
                </a:cubicBezTo>
                <a:cubicBezTo>
                  <a:pt x="22297" y="25870"/>
                  <a:pt x="27591" y="25043"/>
                  <a:pt x="33611" y="25043"/>
                </a:cubicBezTo>
                <a:cubicBezTo>
                  <a:pt x="39586" y="25043"/>
                  <a:pt x="44441" y="25746"/>
                  <a:pt x="48175" y="27152"/>
                </a:cubicBezTo>
                <a:cubicBezTo>
                  <a:pt x="51910" y="28558"/>
                  <a:pt x="54656" y="30326"/>
                  <a:pt x="56413" y="32457"/>
                </a:cubicBezTo>
                <a:cubicBezTo>
                  <a:pt x="58171" y="34588"/>
                  <a:pt x="59401" y="37279"/>
                  <a:pt x="60104" y="40531"/>
                </a:cubicBezTo>
                <a:cubicBezTo>
                  <a:pt x="60499" y="42552"/>
                  <a:pt x="60697" y="46198"/>
                  <a:pt x="60697" y="51470"/>
                </a:cubicBezTo>
                <a:lnTo>
                  <a:pt x="60697" y="67287"/>
                </a:lnTo>
                <a:cubicBezTo>
                  <a:pt x="60697" y="78315"/>
                  <a:pt x="60950" y="85290"/>
                  <a:pt x="61455" y="88212"/>
                </a:cubicBezTo>
                <a:cubicBezTo>
                  <a:pt x="61960" y="91133"/>
                  <a:pt x="62960" y="93934"/>
                  <a:pt x="64453" y="96614"/>
                </a:cubicBezTo>
                <a:lnTo>
                  <a:pt x="52064" y="96614"/>
                </a:lnTo>
                <a:cubicBezTo>
                  <a:pt x="50833" y="94151"/>
                  <a:pt x="50043" y="91271"/>
                  <a:pt x="49691" y="87973"/>
                </a:cubicBezTo>
                <a:moveTo>
                  <a:pt x="48703" y="61422"/>
                </a:moveTo>
                <a:cubicBezTo>
                  <a:pt x="44397" y="63194"/>
                  <a:pt x="37938" y="64701"/>
                  <a:pt x="29327" y="65940"/>
                </a:cubicBezTo>
                <a:cubicBezTo>
                  <a:pt x="24450" y="66646"/>
                  <a:pt x="21001" y="67440"/>
                  <a:pt x="18980" y="68323"/>
                </a:cubicBezTo>
                <a:cubicBezTo>
                  <a:pt x="16959" y="69205"/>
                  <a:pt x="15399" y="70495"/>
                  <a:pt x="14301" y="72195"/>
                </a:cubicBezTo>
                <a:cubicBezTo>
                  <a:pt x="13203" y="73893"/>
                  <a:pt x="12653" y="75779"/>
                  <a:pt x="12653" y="77852"/>
                </a:cubicBezTo>
                <a:cubicBezTo>
                  <a:pt x="12653" y="81028"/>
                  <a:pt x="13851" y="83675"/>
                  <a:pt x="16245" y="85794"/>
                </a:cubicBezTo>
                <a:cubicBezTo>
                  <a:pt x="18640" y="87911"/>
                  <a:pt x="22143" y="88969"/>
                  <a:pt x="26757" y="88969"/>
                </a:cubicBezTo>
                <a:cubicBezTo>
                  <a:pt x="31326" y="88969"/>
                  <a:pt x="35390" y="87965"/>
                  <a:pt x="38949" y="85956"/>
                </a:cubicBezTo>
                <a:cubicBezTo>
                  <a:pt x="42508" y="83948"/>
                  <a:pt x="45122" y="81200"/>
                  <a:pt x="46791" y="77712"/>
                </a:cubicBezTo>
                <a:cubicBezTo>
                  <a:pt x="48065" y="75018"/>
                  <a:pt x="48703" y="71045"/>
                  <a:pt x="48703" y="65792"/>
                </a:cubicBezTo>
                <a:lnTo>
                  <a:pt x="48703" y="61422"/>
                </a:lnTo>
                <a:close/>
                <a:moveTo>
                  <a:pt x="124734" y="70912"/>
                </a:moveTo>
                <a:lnTo>
                  <a:pt x="136399" y="72428"/>
                </a:lnTo>
                <a:cubicBezTo>
                  <a:pt x="135125" y="80488"/>
                  <a:pt x="131863" y="86799"/>
                  <a:pt x="126612" y="91358"/>
                </a:cubicBezTo>
                <a:cubicBezTo>
                  <a:pt x="121362" y="95917"/>
                  <a:pt x="114915" y="98196"/>
                  <a:pt x="107270" y="98196"/>
                </a:cubicBezTo>
                <a:cubicBezTo>
                  <a:pt x="97692" y="98196"/>
                  <a:pt x="89992" y="95065"/>
                  <a:pt x="84171" y="88805"/>
                </a:cubicBezTo>
                <a:cubicBezTo>
                  <a:pt x="78349" y="82544"/>
                  <a:pt x="75439" y="73570"/>
                  <a:pt x="75439" y="61883"/>
                </a:cubicBezTo>
                <a:cubicBezTo>
                  <a:pt x="75439" y="54326"/>
                  <a:pt x="76691" y="47714"/>
                  <a:pt x="79195" y="42046"/>
                </a:cubicBezTo>
                <a:cubicBezTo>
                  <a:pt x="81699" y="36379"/>
                  <a:pt x="85511" y="32128"/>
                  <a:pt x="90629" y="29294"/>
                </a:cubicBezTo>
                <a:cubicBezTo>
                  <a:pt x="95748" y="26460"/>
                  <a:pt x="101317" y="25043"/>
                  <a:pt x="107336" y="25043"/>
                </a:cubicBezTo>
                <a:cubicBezTo>
                  <a:pt x="114937" y="25043"/>
                  <a:pt x="121153" y="26972"/>
                  <a:pt x="125986" y="30828"/>
                </a:cubicBezTo>
                <a:cubicBezTo>
                  <a:pt x="130819" y="34684"/>
                  <a:pt x="133917" y="40158"/>
                  <a:pt x="135279" y="47253"/>
                </a:cubicBezTo>
                <a:lnTo>
                  <a:pt x="123746" y="49032"/>
                </a:lnTo>
                <a:cubicBezTo>
                  <a:pt x="122647" y="44353"/>
                  <a:pt x="120703" y="40833"/>
                  <a:pt x="117913" y="38471"/>
                </a:cubicBezTo>
                <a:cubicBezTo>
                  <a:pt x="115123" y="36109"/>
                  <a:pt x="111751" y="34929"/>
                  <a:pt x="107797" y="34929"/>
                </a:cubicBezTo>
                <a:cubicBezTo>
                  <a:pt x="101822" y="34929"/>
                  <a:pt x="96967" y="37060"/>
                  <a:pt x="93232" y="41323"/>
                </a:cubicBezTo>
                <a:cubicBezTo>
                  <a:pt x="89498" y="45585"/>
                  <a:pt x="87631" y="52329"/>
                  <a:pt x="87631" y="61554"/>
                </a:cubicBezTo>
                <a:cubicBezTo>
                  <a:pt x="87631" y="70911"/>
                  <a:pt x="89432" y="77710"/>
                  <a:pt x="93035" y="81951"/>
                </a:cubicBezTo>
                <a:cubicBezTo>
                  <a:pt x="96637" y="86190"/>
                  <a:pt x="101338" y="88310"/>
                  <a:pt x="107138" y="88310"/>
                </a:cubicBezTo>
                <a:cubicBezTo>
                  <a:pt x="111795" y="88310"/>
                  <a:pt x="115683" y="86888"/>
                  <a:pt x="118803" y="84043"/>
                </a:cubicBezTo>
                <a:cubicBezTo>
                  <a:pt x="121922" y="81198"/>
                  <a:pt x="123899" y="76821"/>
                  <a:pt x="124734" y="70912"/>
                </a:cubicBezTo>
                <a:close/>
                <a:moveTo>
                  <a:pt x="172448" y="86136"/>
                </a:moveTo>
                <a:lnTo>
                  <a:pt x="174162" y="96614"/>
                </a:lnTo>
                <a:cubicBezTo>
                  <a:pt x="170823" y="97229"/>
                  <a:pt x="167835" y="97537"/>
                  <a:pt x="165199" y="97537"/>
                </a:cubicBezTo>
                <a:cubicBezTo>
                  <a:pt x="160893" y="97537"/>
                  <a:pt x="157554" y="96856"/>
                  <a:pt x="155182" y="95494"/>
                </a:cubicBezTo>
                <a:cubicBezTo>
                  <a:pt x="152809" y="94132"/>
                  <a:pt x="151140" y="92341"/>
                  <a:pt x="150173" y="90123"/>
                </a:cubicBezTo>
                <a:cubicBezTo>
                  <a:pt x="149207" y="87904"/>
                  <a:pt x="148723" y="83236"/>
                  <a:pt x="148723" y="76118"/>
                </a:cubicBezTo>
                <a:lnTo>
                  <a:pt x="148723" y="35851"/>
                </a:lnTo>
                <a:lnTo>
                  <a:pt x="140024" y="35851"/>
                </a:lnTo>
                <a:lnTo>
                  <a:pt x="140024" y="26625"/>
                </a:lnTo>
                <a:lnTo>
                  <a:pt x="148723" y="26625"/>
                </a:lnTo>
                <a:lnTo>
                  <a:pt x="148723" y="9245"/>
                </a:lnTo>
                <a:lnTo>
                  <a:pt x="160520" y="2109"/>
                </a:lnTo>
                <a:lnTo>
                  <a:pt x="160520" y="26625"/>
                </a:lnTo>
                <a:lnTo>
                  <a:pt x="172448" y="26625"/>
                </a:lnTo>
                <a:lnTo>
                  <a:pt x="172448" y="35851"/>
                </a:lnTo>
                <a:lnTo>
                  <a:pt x="160520" y="35851"/>
                </a:lnTo>
                <a:lnTo>
                  <a:pt x="160520" y="76777"/>
                </a:lnTo>
                <a:cubicBezTo>
                  <a:pt x="160520" y="80160"/>
                  <a:pt x="160729" y="82335"/>
                  <a:pt x="161146" y="83302"/>
                </a:cubicBezTo>
                <a:cubicBezTo>
                  <a:pt x="161563" y="84268"/>
                  <a:pt x="162244" y="85037"/>
                  <a:pt x="163189" y="85608"/>
                </a:cubicBezTo>
                <a:cubicBezTo>
                  <a:pt x="164134" y="86179"/>
                  <a:pt x="165485" y="86465"/>
                  <a:pt x="167242" y="86465"/>
                </a:cubicBezTo>
                <a:cubicBezTo>
                  <a:pt x="168560" y="86465"/>
                  <a:pt x="170296" y="86355"/>
                  <a:pt x="172448" y="86136"/>
                </a:cubicBezTo>
                <a:close/>
                <a:moveTo>
                  <a:pt x="184136" y="13708"/>
                </a:moveTo>
                <a:lnTo>
                  <a:pt x="184136" y="0"/>
                </a:lnTo>
                <a:lnTo>
                  <a:pt x="195999" y="0"/>
                </a:lnTo>
                <a:lnTo>
                  <a:pt x="195999" y="13708"/>
                </a:lnTo>
                <a:lnTo>
                  <a:pt x="184136" y="13708"/>
                </a:lnTo>
                <a:moveTo>
                  <a:pt x="184136" y="96614"/>
                </a:moveTo>
                <a:lnTo>
                  <a:pt x="184136" y="26625"/>
                </a:lnTo>
                <a:lnTo>
                  <a:pt x="195999" y="26625"/>
                </a:lnTo>
                <a:lnTo>
                  <a:pt x="195999" y="96614"/>
                </a:lnTo>
                <a:lnTo>
                  <a:pt x="184136" y="96614"/>
                </a:lnTo>
                <a:close/>
                <a:moveTo>
                  <a:pt x="209618" y="61620"/>
                </a:moveTo>
                <a:cubicBezTo>
                  <a:pt x="209618" y="48659"/>
                  <a:pt x="213220" y="39059"/>
                  <a:pt x="220426" y="32820"/>
                </a:cubicBezTo>
                <a:cubicBezTo>
                  <a:pt x="226445" y="27635"/>
                  <a:pt x="233782" y="25043"/>
                  <a:pt x="242438" y="25043"/>
                </a:cubicBezTo>
                <a:cubicBezTo>
                  <a:pt x="252059" y="25043"/>
                  <a:pt x="259924" y="28196"/>
                  <a:pt x="266031" y="34500"/>
                </a:cubicBezTo>
                <a:cubicBezTo>
                  <a:pt x="272138" y="40805"/>
                  <a:pt x="275191" y="49515"/>
                  <a:pt x="275191" y="60631"/>
                </a:cubicBezTo>
                <a:cubicBezTo>
                  <a:pt x="275191" y="69638"/>
                  <a:pt x="273840" y="76722"/>
                  <a:pt x="271138" y="81885"/>
                </a:cubicBezTo>
                <a:cubicBezTo>
                  <a:pt x="268436" y="87047"/>
                  <a:pt x="264504" y="91056"/>
                  <a:pt x="259342" y="93912"/>
                </a:cubicBezTo>
                <a:cubicBezTo>
                  <a:pt x="254179" y="96768"/>
                  <a:pt x="248545" y="98196"/>
                  <a:pt x="242438" y="98196"/>
                </a:cubicBezTo>
                <a:cubicBezTo>
                  <a:pt x="232640" y="98196"/>
                  <a:pt x="224721" y="95054"/>
                  <a:pt x="218679" y="88772"/>
                </a:cubicBezTo>
                <a:cubicBezTo>
                  <a:pt x="212638" y="82489"/>
                  <a:pt x="209618" y="73438"/>
                  <a:pt x="209618" y="61620"/>
                </a:cubicBezTo>
                <a:moveTo>
                  <a:pt x="221810" y="61587"/>
                </a:moveTo>
                <a:cubicBezTo>
                  <a:pt x="221810" y="70516"/>
                  <a:pt x="223765" y="77203"/>
                  <a:pt x="227675" y="81646"/>
                </a:cubicBezTo>
                <a:cubicBezTo>
                  <a:pt x="231585" y="86089"/>
                  <a:pt x="236506" y="88310"/>
                  <a:pt x="242438" y="88310"/>
                </a:cubicBezTo>
                <a:cubicBezTo>
                  <a:pt x="248325" y="88310"/>
                  <a:pt x="253224" y="86078"/>
                  <a:pt x="257134" y="81613"/>
                </a:cubicBezTo>
                <a:cubicBezTo>
                  <a:pt x="261044" y="77148"/>
                  <a:pt x="262999" y="70341"/>
                  <a:pt x="262999" y="61193"/>
                </a:cubicBezTo>
                <a:cubicBezTo>
                  <a:pt x="262999" y="52570"/>
                  <a:pt x="261033" y="46036"/>
                  <a:pt x="257101" y="41593"/>
                </a:cubicBezTo>
                <a:cubicBezTo>
                  <a:pt x="253169" y="37150"/>
                  <a:pt x="248281" y="34929"/>
                  <a:pt x="242438" y="34929"/>
                </a:cubicBezTo>
                <a:cubicBezTo>
                  <a:pt x="236506" y="34929"/>
                  <a:pt x="231585" y="37139"/>
                  <a:pt x="227675" y="41560"/>
                </a:cubicBezTo>
                <a:cubicBezTo>
                  <a:pt x="223765" y="45981"/>
                  <a:pt x="221810" y="52657"/>
                  <a:pt x="221810" y="61587"/>
                </a:cubicBezTo>
                <a:close/>
                <a:moveTo>
                  <a:pt x="289077" y="96614"/>
                </a:moveTo>
                <a:lnTo>
                  <a:pt x="289077" y="26625"/>
                </a:lnTo>
                <a:lnTo>
                  <a:pt x="299753" y="26625"/>
                </a:lnTo>
                <a:lnTo>
                  <a:pt x="299753" y="36510"/>
                </a:lnTo>
                <a:cubicBezTo>
                  <a:pt x="304893" y="28866"/>
                  <a:pt x="312318" y="25043"/>
                  <a:pt x="322028" y="25043"/>
                </a:cubicBezTo>
                <a:cubicBezTo>
                  <a:pt x="326246" y="25043"/>
                  <a:pt x="330123" y="25801"/>
                  <a:pt x="333660" y="27317"/>
                </a:cubicBezTo>
                <a:cubicBezTo>
                  <a:pt x="337197" y="28833"/>
                  <a:pt x="339844" y="30821"/>
                  <a:pt x="341601" y="33281"/>
                </a:cubicBezTo>
                <a:cubicBezTo>
                  <a:pt x="343359" y="35742"/>
                  <a:pt x="344589" y="38663"/>
                  <a:pt x="345292" y="42046"/>
                </a:cubicBezTo>
                <a:cubicBezTo>
                  <a:pt x="345731" y="44243"/>
                  <a:pt x="345951" y="48087"/>
                  <a:pt x="345951" y="53579"/>
                </a:cubicBezTo>
                <a:lnTo>
                  <a:pt x="345951" y="96614"/>
                </a:lnTo>
                <a:lnTo>
                  <a:pt x="334089" y="96614"/>
                </a:lnTo>
                <a:lnTo>
                  <a:pt x="334089" y="53995"/>
                </a:lnTo>
                <a:cubicBezTo>
                  <a:pt x="334089" y="49157"/>
                  <a:pt x="333627" y="45539"/>
                  <a:pt x="332705" y="43142"/>
                </a:cubicBezTo>
                <a:cubicBezTo>
                  <a:pt x="331782" y="40745"/>
                  <a:pt x="330145" y="38831"/>
                  <a:pt x="327795" y="37402"/>
                </a:cubicBezTo>
                <a:cubicBezTo>
                  <a:pt x="325444" y="35973"/>
                  <a:pt x="322687" y="35258"/>
                  <a:pt x="319524" y="35258"/>
                </a:cubicBezTo>
                <a:cubicBezTo>
                  <a:pt x="314471" y="35258"/>
                  <a:pt x="310111" y="36864"/>
                  <a:pt x="306442" y="40075"/>
                </a:cubicBezTo>
                <a:cubicBezTo>
                  <a:pt x="302773" y="43285"/>
                  <a:pt x="300939" y="49377"/>
                  <a:pt x="300939" y="58349"/>
                </a:cubicBezTo>
                <a:lnTo>
                  <a:pt x="300939" y="96614"/>
                </a:lnTo>
                <a:lnTo>
                  <a:pt x="289077" y="96614"/>
                </a:lnTo>
                <a:close/>
                <a:moveTo>
                  <a:pt x="359375" y="75657"/>
                </a:moveTo>
                <a:lnTo>
                  <a:pt x="371106" y="73812"/>
                </a:lnTo>
                <a:cubicBezTo>
                  <a:pt x="371765" y="78492"/>
                  <a:pt x="373599" y="82079"/>
                  <a:pt x="376609" y="84572"/>
                </a:cubicBezTo>
                <a:cubicBezTo>
                  <a:pt x="379618" y="87064"/>
                  <a:pt x="383825" y="88310"/>
                  <a:pt x="389229" y="88310"/>
                </a:cubicBezTo>
                <a:cubicBezTo>
                  <a:pt x="394677" y="88310"/>
                  <a:pt x="398719" y="87210"/>
                  <a:pt x="401355" y="85009"/>
                </a:cubicBezTo>
                <a:cubicBezTo>
                  <a:pt x="403991" y="82807"/>
                  <a:pt x="405309" y="80224"/>
                  <a:pt x="405309" y="77261"/>
                </a:cubicBezTo>
                <a:cubicBezTo>
                  <a:pt x="405309" y="74602"/>
                  <a:pt x="404145" y="72509"/>
                  <a:pt x="401817" y="70984"/>
                </a:cubicBezTo>
                <a:cubicBezTo>
                  <a:pt x="400191" y="69938"/>
                  <a:pt x="396149" y="68608"/>
                  <a:pt x="389690" y="66995"/>
                </a:cubicBezTo>
                <a:cubicBezTo>
                  <a:pt x="380991" y="64797"/>
                  <a:pt x="374961" y="62895"/>
                  <a:pt x="371600" y="61290"/>
                </a:cubicBezTo>
                <a:cubicBezTo>
                  <a:pt x="368239" y="59685"/>
                  <a:pt x="365691" y="57464"/>
                  <a:pt x="363955" y="54628"/>
                </a:cubicBezTo>
                <a:cubicBezTo>
                  <a:pt x="362220" y="51791"/>
                  <a:pt x="361352" y="48658"/>
                  <a:pt x="361352" y="45228"/>
                </a:cubicBezTo>
                <a:cubicBezTo>
                  <a:pt x="361352" y="42106"/>
                  <a:pt x="362066" y="39214"/>
                  <a:pt x="363494" y="36554"/>
                </a:cubicBezTo>
                <a:cubicBezTo>
                  <a:pt x="364922" y="33893"/>
                  <a:pt x="366866" y="31683"/>
                  <a:pt x="369326" y="29924"/>
                </a:cubicBezTo>
                <a:cubicBezTo>
                  <a:pt x="371172" y="28561"/>
                  <a:pt x="373687" y="27407"/>
                  <a:pt x="376872" y="26462"/>
                </a:cubicBezTo>
                <a:cubicBezTo>
                  <a:pt x="380058" y="25516"/>
                  <a:pt x="383474" y="25043"/>
                  <a:pt x="387120" y="25043"/>
                </a:cubicBezTo>
                <a:cubicBezTo>
                  <a:pt x="392612" y="25043"/>
                  <a:pt x="397434" y="25840"/>
                  <a:pt x="401586" y="27432"/>
                </a:cubicBezTo>
                <a:cubicBezTo>
                  <a:pt x="405738" y="29024"/>
                  <a:pt x="408802" y="31180"/>
                  <a:pt x="410779" y="33901"/>
                </a:cubicBezTo>
                <a:cubicBezTo>
                  <a:pt x="412757" y="36621"/>
                  <a:pt x="414119" y="40259"/>
                  <a:pt x="414865" y="44814"/>
                </a:cubicBezTo>
                <a:lnTo>
                  <a:pt x="403266" y="46396"/>
                </a:lnTo>
                <a:cubicBezTo>
                  <a:pt x="402739" y="42793"/>
                  <a:pt x="401213" y="39981"/>
                  <a:pt x="398686" y="37960"/>
                </a:cubicBezTo>
                <a:cubicBezTo>
                  <a:pt x="396160" y="35939"/>
                  <a:pt x="392590" y="34929"/>
                  <a:pt x="387977" y="34929"/>
                </a:cubicBezTo>
                <a:cubicBezTo>
                  <a:pt x="382529" y="34929"/>
                  <a:pt x="378641" y="35825"/>
                  <a:pt x="376312" y="37618"/>
                </a:cubicBezTo>
                <a:cubicBezTo>
                  <a:pt x="373983" y="39410"/>
                  <a:pt x="372819" y="41509"/>
                  <a:pt x="372819" y="43914"/>
                </a:cubicBezTo>
                <a:cubicBezTo>
                  <a:pt x="372819" y="45444"/>
                  <a:pt x="373302" y="46821"/>
                  <a:pt x="374269" y="48046"/>
                </a:cubicBezTo>
                <a:cubicBezTo>
                  <a:pt x="375236" y="49313"/>
                  <a:pt x="376751" y="50362"/>
                  <a:pt x="378816" y="51192"/>
                </a:cubicBezTo>
                <a:cubicBezTo>
                  <a:pt x="380003" y="51630"/>
                  <a:pt x="383496" y="52636"/>
                  <a:pt x="389295" y="54210"/>
                </a:cubicBezTo>
                <a:cubicBezTo>
                  <a:pt x="397687" y="56449"/>
                  <a:pt x="403541" y="58282"/>
                  <a:pt x="406858" y="59708"/>
                </a:cubicBezTo>
                <a:cubicBezTo>
                  <a:pt x="410175" y="61135"/>
                  <a:pt x="412779" y="63209"/>
                  <a:pt x="414668" y="65932"/>
                </a:cubicBezTo>
                <a:cubicBezTo>
                  <a:pt x="416557" y="68653"/>
                  <a:pt x="417502" y="72033"/>
                  <a:pt x="417502" y="76071"/>
                </a:cubicBezTo>
                <a:cubicBezTo>
                  <a:pt x="417502" y="80022"/>
                  <a:pt x="416348" y="83743"/>
                  <a:pt x="414042" y="87233"/>
                </a:cubicBezTo>
                <a:cubicBezTo>
                  <a:pt x="411735" y="90722"/>
                  <a:pt x="408407" y="93421"/>
                  <a:pt x="404057" y="95331"/>
                </a:cubicBezTo>
                <a:cubicBezTo>
                  <a:pt x="399708" y="97241"/>
                  <a:pt x="394787" y="98196"/>
                  <a:pt x="389295" y="98196"/>
                </a:cubicBezTo>
                <a:cubicBezTo>
                  <a:pt x="380200" y="98196"/>
                  <a:pt x="373270" y="96301"/>
                  <a:pt x="368503" y="92512"/>
                </a:cubicBezTo>
                <a:cubicBezTo>
                  <a:pt x="363736" y="88722"/>
                  <a:pt x="360693" y="83104"/>
                  <a:pt x="359375" y="75657"/>
                </a:cubicBezTo>
                <a:close/>
                <a:moveTo>
                  <a:pt x="495027" y="86136"/>
                </a:moveTo>
                <a:lnTo>
                  <a:pt x="496740" y="96614"/>
                </a:lnTo>
                <a:cubicBezTo>
                  <a:pt x="493401" y="97229"/>
                  <a:pt x="490414" y="97537"/>
                  <a:pt x="487777" y="97537"/>
                </a:cubicBezTo>
                <a:cubicBezTo>
                  <a:pt x="483472" y="97537"/>
                  <a:pt x="480133" y="96856"/>
                  <a:pt x="477760" y="95494"/>
                </a:cubicBezTo>
                <a:cubicBezTo>
                  <a:pt x="475388" y="94132"/>
                  <a:pt x="473718" y="92341"/>
                  <a:pt x="472751" y="90123"/>
                </a:cubicBezTo>
                <a:cubicBezTo>
                  <a:pt x="471785" y="87904"/>
                  <a:pt x="471302" y="83236"/>
                  <a:pt x="471302" y="76118"/>
                </a:cubicBezTo>
                <a:lnTo>
                  <a:pt x="471302" y="35851"/>
                </a:lnTo>
                <a:lnTo>
                  <a:pt x="462602" y="35851"/>
                </a:lnTo>
                <a:lnTo>
                  <a:pt x="462602" y="26625"/>
                </a:lnTo>
                <a:lnTo>
                  <a:pt x="471302" y="26625"/>
                </a:lnTo>
                <a:lnTo>
                  <a:pt x="471302" y="9245"/>
                </a:lnTo>
                <a:lnTo>
                  <a:pt x="483098" y="2109"/>
                </a:lnTo>
                <a:lnTo>
                  <a:pt x="483098" y="26625"/>
                </a:lnTo>
                <a:lnTo>
                  <a:pt x="495027" y="26625"/>
                </a:lnTo>
                <a:lnTo>
                  <a:pt x="495027" y="35851"/>
                </a:lnTo>
                <a:lnTo>
                  <a:pt x="483098" y="35851"/>
                </a:lnTo>
                <a:lnTo>
                  <a:pt x="483098" y="76777"/>
                </a:lnTo>
                <a:cubicBezTo>
                  <a:pt x="483098" y="80160"/>
                  <a:pt x="483307" y="82335"/>
                  <a:pt x="483724" y="83302"/>
                </a:cubicBezTo>
                <a:cubicBezTo>
                  <a:pt x="484142" y="84268"/>
                  <a:pt x="484823" y="85037"/>
                  <a:pt x="485767" y="85608"/>
                </a:cubicBezTo>
                <a:cubicBezTo>
                  <a:pt x="486712" y="86179"/>
                  <a:pt x="488063" y="86465"/>
                  <a:pt x="489820" y="86465"/>
                </a:cubicBezTo>
                <a:cubicBezTo>
                  <a:pt x="491138" y="86465"/>
                  <a:pt x="492874" y="86355"/>
                  <a:pt x="495027" y="86136"/>
                </a:cubicBezTo>
                <a:close/>
                <a:moveTo>
                  <a:pt x="552318" y="87973"/>
                </a:moveTo>
                <a:cubicBezTo>
                  <a:pt x="547925" y="91710"/>
                  <a:pt x="543696" y="94348"/>
                  <a:pt x="539632" y="95887"/>
                </a:cubicBezTo>
                <a:cubicBezTo>
                  <a:pt x="535568" y="97426"/>
                  <a:pt x="531207" y="98196"/>
                  <a:pt x="526550" y="98196"/>
                </a:cubicBezTo>
                <a:cubicBezTo>
                  <a:pt x="518862" y="98196"/>
                  <a:pt x="512952" y="96316"/>
                  <a:pt x="508822" y="92557"/>
                </a:cubicBezTo>
                <a:cubicBezTo>
                  <a:pt x="504692" y="88798"/>
                  <a:pt x="502627" y="83994"/>
                  <a:pt x="502627" y="78147"/>
                </a:cubicBezTo>
                <a:cubicBezTo>
                  <a:pt x="502627" y="74719"/>
                  <a:pt x="503407" y="71587"/>
                  <a:pt x="504967" y="68752"/>
                </a:cubicBezTo>
                <a:cubicBezTo>
                  <a:pt x="506527" y="65915"/>
                  <a:pt x="508570" y="63639"/>
                  <a:pt x="511096" y="61924"/>
                </a:cubicBezTo>
                <a:cubicBezTo>
                  <a:pt x="513622" y="60209"/>
                  <a:pt x="516467" y="58913"/>
                  <a:pt x="519630" y="58034"/>
                </a:cubicBezTo>
                <a:cubicBezTo>
                  <a:pt x="521959" y="57418"/>
                  <a:pt x="525474" y="56824"/>
                  <a:pt x="530175" y="56253"/>
                </a:cubicBezTo>
                <a:cubicBezTo>
                  <a:pt x="539753" y="55118"/>
                  <a:pt x="546805" y="53766"/>
                  <a:pt x="551330" y="52195"/>
                </a:cubicBezTo>
                <a:cubicBezTo>
                  <a:pt x="551374" y="50577"/>
                  <a:pt x="551396" y="49548"/>
                  <a:pt x="551396" y="49110"/>
                </a:cubicBezTo>
                <a:cubicBezTo>
                  <a:pt x="551396" y="44295"/>
                  <a:pt x="550275" y="40903"/>
                  <a:pt x="548035" y="38934"/>
                </a:cubicBezTo>
                <a:cubicBezTo>
                  <a:pt x="545003" y="36264"/>
                  <a:pt x="540500" y="34929"/>
                  <a:pt x="534525" y="34929"/>
                </a:cubicBezTo>
                <a:cubicBezTo>
                  <a:pt x="528945" y="34929"/>
                  <a:pt x="524826" y="35906"/>
                  <a:pt x="522168" y="37861"/>
                </a:cubicBezTo>
                <a:cubicBezTo>
                  <a:pt x="519510" y="39817"/>
                  <a:pt x="517543" y="43276"/>
                  <a:pt x="516269" y="48241"/>
                </a:cubicBezTo>
                <a:lnTo>
                  <a:pt x="504670" y="46660"/>
                </a:lnTo>
                <a:cubicBezTo>
                  <a:pt x="505725" y="41680"/>
                  <a:pt x="507460" y="37658"/>
                  <a:pt x="509877" y="34595"/>
                </a:cubicBezTo>
                <a:cubicBezTo>
                  <a:pt x="512293" y="31532"/>
                  <a:pt x="515786" y="29175"/>
                  <a:pt x="520355" y="27523"/>
                </a:cubicBezTo>
                <a:cubicBezTo>
                  <a:pt x="524925" y="25870"/>
                  <a:pt x="530219" y="25043"/>
                  <a:pt x="536238" y="25043"/>
                </a:cubicBezTo>
                <a:cubicBezTo>
                  <a:pt x="542213" y="25043"/>
                  <a:pt x="547068" y="25746"/>
                  <a:pt x="550803" y="27152"/>
                </a:cubicBezTo>
                <a:cubicBezTo>
                  <a:pt x="554537" y="28558"/>
                  <a:pt x="557283" y="30326"/>
                  <a:pt x="559041" y="32457"/>
                </a:cubicBezTo>
                <a:cubicBezTo>
                  <a:pt x="560798" y="34588"/>
                  <a:pt x="562028" y="37279"/>
                  <a:pt x="562731" y="40531"/>
                </a:cubicBezTo>
                <a:cubicBezTo>
                  <a:pt x="563127" y="42552"/>
                  <a:pt x="563324" y="46198"/>
                  <a:pt x="563324" y="51470"/>
                </a:cubicBezTo>
                <a:lnTo>
                  <a:pt x="563324" y="67287"/>
                </a:lnTo>
                <a:cubicBezTo>
                  <a:pt x="563324" y="78315"/>
                  <a:pt x="563577" y="85290"/>
                  <a:pt x="564082" y="88212"/>
                </a:cubicBezTo>
                <a:cubicBezTo>
                  <a:pt x="564587" y="91133"/>
                  <a:pt x="565587" y="93934"/>
                  <a:pt x="567081" y="96614"/>
                </a:cubicBezTo>
                <a:lnTo>
                  <a:pt x="554691" y="96614"/>
                </a:lnTo>
                <a:cubicBezTo>
                  <a:pt x="553461" y="94151"/>
                  <a:pt x="552670" y="91271"/>
                  <a:pt x="552318" y="87973"/>
                </a:cubicBezTo>
                <a:moveTo>
                  <a:pt x="551330" y="61422"/>
                </a:moveTo>
                <a:cubicBezTo>
                  <a:pt x="547024" y="63194"/>
                  <a:pt x="540566" y="64701"/>
                  <a:pt x="531954" y="65940"/>
                </a:cubicBezTo>
                <a:cubicBezTo>
                  <a:pt x="527078" y="66646"/>
                  <a:pt x="523629" y="67440"/>
                  <a:pt x="521608" y="68323"/>
                </a:cubicBezTo>
                <a:cubicBezTo>
                  <a:pt x="519586" y="69205"/>
                  <a:pt x="518027" y="70495"/>
                  <a:pt x="516928" y="72195"/>
                </a:cubicBezTo>
                <a:cubicBezTo>
                  <a:pt x="515830" y="73893"/>
                  <a:pt x="515281" y="75779"/>
                  <a:pt x="515281" y="77852"/>
                </a:cubicBezTo>
                <a:cubicBezTo>
                  <a:pt x="515281" y="81028"/>
                  <a:pt x="516478" y="83675"/>
                  <a:pt x="518873" y="85794"/>
                </a:cubicBezTo>
                <a:cubicBezTo>
                  <a:pt x="521267" y="87911"/>
                  <a:pt x="524771" y="88969"/>
                  <a:pt x="529384" y="88969"/>
                </a:cubicBezTo>
                <a:cubicBezTo>
                  <a:pt x="533953" y="88969"/>
                  <a:pt x="538017" y="87965"/>
                  <a:pt x="541576" y="85956"/>
                </a:cubicBezTo>
                <a:cubicBezTo>
                  <a:pt x="545135" y="83948"/>
                  <a:pt x="547749" y="81200"/>
                  <a:pt x="549419" y="77712"/>
                </a:cubicBezTo>
                <a:cubicBezTo>
                  <a:pt x="550693" y="75018"/>
                  <a:pt x="551330" y="71045"/>
                  <a:pt x="551330" y="65792"/>
                </a:cubicBezTo>
                <a:lnTo>
                  <a:pt x="551330" y="61422"/>
                </a:lnTo>
                <a:close/>
                <a:moveTo>
                  <a:pt x="581757" y="96614"/>
                </a:moveTo>
                <a:lnTo>
                  <a:pt x="581757" y="0"/>
                </a:lnTo>
                <a:lnTo>
                  <a:pt x="593620" y="0"/>
                </a:lnTo>
                <a:lnTo>
                  <a:pt x="593620" y="55095"/>
                </a:lnTo>
                <a:lnTo>
                  <a:pt x="621694" y="26625"/>
                </a:lnTo>
                <a:lnTo>
                  <a:pt x="637050" y="26625"/>
                </a:lnTo>
                <a:lnTo>
                  <a:pt x="610293" y="52591"/>
                </a:lnTo>
                <a:lnTo>
                  <a:pt x="639752" y="96614"/>
                </a:lnTo>
                <a:lnTo>
                  <a:pt x="625121" y="96614"/>
                </a:lnTo>
                <a:lnTo>
                  <a:pt x="601989" y="60829"/>
                </a:lnTo>
                <a:lnTo>
                  <a:pt x="593620" y="68869"/>
                </a:lnTo>
                <a:lnTo>
                  <a:pt x="593620" y="96614"/>
                </a:lnTo>
                <a:lnTo>
                  <a:pt x="581757" y="96614"/>
                </a:lnTo>
                <a:close/>
                <a:moveTo>
                  <a:pt x="697088" y="74075"/>
                </a:moveTo>
                <a:lnTo>
                  <a:pt x="709346" y="75591"/>
                </a:lnTo>
                <a:cubicBezTo>
                  <a:pt x="707412" y="82753"/>
                  <a:pt x="703832" y="88310"/>
                  <a:pt x="698603" y="92265"/>
                </a:cubicBezTo>
                <a:cubicBezTo>
                  <a:pt x="693375" y="96219"/>
                  <a:pt x="686697" y="98196"/>
                  <a:pt x="678569" y="98196"/>
                </a:cubicBezTo>
                <a:cubicBezTo>
                  <a:pt x="668332" y="98196"/>
                  <a:pt x="660215" y="95043"/>
                  <a:pt x="654217" y="88739"/>
                </a:cubicBezTo>
                <a:cubicBezTo>
                  <a:pt x="648220" y="82434"/>
                  <a:pt x="645222" y="73592"/>
                  <a:pt x="645222" y="62213"/>
                </a:cubicBezTo>
                <a:cubicBezTo>
                  <a:pt x="645222" y="50438"/>
                  <a:pt x="648253" y="41299"/>
                  <a:pt x="654316" y="34797"/>
                </a:cubicBezTo>
                <a:cubicBezTo>
                  <a:pt x="660379" y="28294"/>
                  <a:pt x="668244" y="25043"/>
                  <a:pt x="677910" y="25043"/>
                </a:cubicBezTo>
                <a:cubicBezTo>
                  <a:pt x="687268" y="25043"/>
                  <a:pt x="694913" y="28224"/>
                  <a:pt x="700844" y="34585"/>
                </a:cubicBezTo>
                <a:cubicBezTo>
                  <a:pt x="706775" y="40944"/>
                  <a:pt x="709741" y="49892"/>
                  <a:pt x="709741" y="61428"/>
                </a:cubicBezTo>
                <a:cubicBezTo>
                  <a:pt x="709741" y="62130"/>
                  <a:pt x="709719" y="63182"/>
                  <a:pt x="709675" y="64585"/>
                </a:cubicBezTo>
                <a:lnTo>
                  <a:pt x="657480" y="64585"/>
                </a:lnTo>
                <a:cubicBezTo>
                  <a:pt x="657919" y="72252"/>
                  <a:pt x="660094" y="78123"/>
                  <a:pt x="664004" y="82198"/>
                </a:cubicBezTo>
                <a:cubicBezTo>
                  <a:pt x="667914" y="86273"/>
                  <a:pt x="672791" y="88310"/>
                  <a:pt x="678635" y="88310"/>
                </a:cubicBezTo>
                <a:cubicBezTo>
                  <a:pt x="682984" y="88310"/>
                  <a:pt x="686697" y="87179"/>
                  <a:pt x="689772" y="84916"/>
                </a:cubicBezTo>
                <a:cubicBezTo>
                  <a:pt x="692848" y="82652"/>
                  <a:pt x="695286" y="79039"/>
                  <a:pt x="697088" y="74075"/>
                </a:cubicBezTo>
                <a:moveTo>
                  <a:pt x="658139" y="54700"/>
                </a:moveTo>
                <a:lnTo>
                  <a:pt x="697219" y="54700"/>
                </a:lnTo>
                <a:cubicBezTo>
                  <a:pt x="696692" y="48908"/>
                  <a:pt x="695198" y="44565"/>
                  <a:pt x="692738" y="41669"/>
                </a:cubicBezTo>
                <a:cubicBezTo>
                  <a:pt x="688959" y="37176"/>
                  <a:pt x="684061" y="34929"/>
                  <a:pt x="678042" y="34929"/>
                </a:cubicBezTo>
                <a:cubicBezTo>
                  <a:pt x="672594" y="34929"/>
                  <a:pt x="668013" y="36723"/>
                  <a:pt x="664301" y="40310"/>
                </a:cubicBezTo>
                <a:cubicBezTo>
                  <a:pt x="660588" y="43896"/>
                  <a:pt x="658534" y="48693"/>
                  <a:pt x="658139" y="54700"/>
                </a:cubicBezTo>
                <a:close/>
                <a:moveTo>
                  <a:pt x="724219" y="96614"/>
                </a:moveTo>
                <a:lnTo>
                  <a:pt x="724219" y="26625"/>
                </a:lnTo>
                <a:lnTo>
                  <a:pt x="734896" y="26625"/>
                </a:lnTo>
                <a:lnTo>
                  <a:pt x="734896" y="36510"/>
                </a:lnTo>
                <a:cubicBezTo>
                  <a:pt x="740036" y="28866"/>
                  <a:pt x="747461" y="25043"/>
                  <a:pt x="757171" y="25043"/>
                </a:cubicBezTo>
                <a:cubicBezTo>
                  <a:pt x="761389" y="25043"/>
                  <a:pt x="765266" y="25801"/>
                  <a:pt x="768803" y="27317"/>
                </a:cubicBezTo>
                <a:cubicBezTo>
                  <a:pt x="772340" y="28833"/>
                  <a:pt x="774987" y="30821"/>
                  <a:pt x="776744" y="33281"/>
                </a:cubicBezTo>
                <a:cubicBezTo>
                  <a:pt x="778502" y="35742"/>
                  <a:pt x="779732" y="38663"/>
                  <a:pt x="780435" y="42046"/>
                </a:cubicBezTo>
                <a:cubicBezTo>
                  <a:pt x="780874" y="44243"/>
                  <a:pt x="781094" y="48087"/>
                  <a:pt x="781094" y="53579"/>
                </a:cubicBezTo>
                <a:lnTo>
                  <a:pt x="781094" y="96614"/>
                </a:lnTo>
                <a:lnTo>
                  <a:pt x="769231" y="96614"/>
                </a:lnTo>
                <a:lnTo>
                  <a:pt x="769231" y="53995"/>
                </a:lnTo>
                <a:cubicBezTo>
                  <a:pt x="769231" y="49157"/>
                  <a:pt x="768770" y="45539"/>
                  <a:pt x="767847" y="43142"/>
                </a:cubicBezTo>
                <a:cubicBezTo>
                  <a:pt x="766925" y="40745"/>
                  <a:pt x="765288" y="38831"/>
                  <a:pt x="762937" y="37402"/>
                </a:cubicBezTo>
                <a:cubicBezTo>
                  <a:pt x="760587" y="35973"/>
                  <a:pt x="757830" y="35258"/>
                  <a:pt x="754667" y="35258"/>
                </a:cubicBezTo>
                <a:cubicBezTo>
                  <a:pt x="749614" y="35258"/>
                  <a:pt x="745253" y="36864"/>
                  <a:pt x="741585" y="40075"/>
                </a:cubicBezTo>
                <a:cubicBezTo>
                  <a:pt x="737916" y="43285"/>
                  <a:pt x="736082" y="49377"/>
                  <a:pt x="736082" y="58349"/>
                </a:cubicBezTo>
                <a:lnTo>
                  <a:pt x="736082" y="96614"/>
                </a:lnTo>
                <a:lnTo>
                  <a:pt x="724219" y="96614"/>
                </a:lnTo>
                <a:close/>
                <a:moveTo>
                  <a:pt x="847724" y="96614"/>
                </a:moveTo>
                <a:lnTo>
                  <a:pt x="836718" y="96614"/>
                </a:lnTo>
                <a:lnTo>
                  <a:pt x="836718" y="0"/>
                </a:lnTo>
                <a:lnTo>
                  <a:pt x="848581" y="0"/>
                </a:lnTo>
                <a:lnTo>
                  <a:pt x="848581" y="34595"/>
                </a:lnTo>
                <a:cubicBezTo>
                  <a:pt x="853589" y="28227"/>
                  <a:pt x="859982" y="25043"/>
                  <a:pt x="867758" y="25043"/>
                </a:cubicBezTo>
                <a:cubicBezTo>
                  <a:pt x="872064" y="25043"/>
                  <a:pt x="876139" y="25911"/>
                  <a:pt x="879983" y="27646"/>
                </a:cubicBezTo>
                <a:cubicBezTo>
                  <a:pt x="883828" y="29382"/>
                  <a:pt x="886991" y="31820"/>
                  <a:pt x="889474" y="34962"/>
                </a:cubicBezTo>
                <a:cubicBezTo>
                  <a:pt x="891956" y="38103"/>
                  <a:pt x="893900" y="41893"/>
                  <a:pt x="895306" y="46330"/>
                </a:cubicBezTo>
                <a:cubicBezTo>
                  <a:pt x="896712" y="50767"/>
                  <a:pt x="897415" y="55513"/>
                  <a:pt x="897415" y="60565"/>
                </a:cubicBezTo>
                <a:cubicBezTo>
                  <a:pt x="897415" y="72559"/>
                  <a:pt x="894449" y="81830"/>
                  <a:pt x="888518" y="88376"/>
                </a:cubicBezTo>
                <a:cubicBezTo>
                  <a:pt x="882587" y="94923"/>
                  <a:pt x="875469" y="98196"/>
                  <a:pt x="867165" y="98196"/>
                </a:cubicBezTo>
                <a:cubicBezTo>
                  <a:pt x="858905" y="98196"/>
                  <a:pt x="852425" y="94703"/>
                  <a:pt x="847724" y="87717"/>
                </a:cubicBezTo>
                <a:lnTo>
                  <a:pt x="847724" y="96614"/>
                </a:lnTo>
                <a:moveTo>
                  <a:pt x="847592" y="61094"/>
                </a:moveTo>
                <a:cubicBezTo>
                  <a:pt x="847592" y="69445"/>
                  <a:pt x="848734" y="75478"/>
                  <a:pt x="851019" y="79195"/>
                </a:cubicBezTo>
                <a:cubicBezTo>
                  <a:pt x="854754" y="85272"/>
                  <a:pt x="859806" y="88310"/>
                  <a:pt x="866177" y="88310"/>
                </a:cubicBezTo>
                <a:cubicBezTo>
                  <a:pt x="871361" y="88310"/>
                  <a:pt x="875843" y="86070"/>
                  <a:pt x="879621" y="81588"/>
                </a:cubicBezTo>
                <a:cubicBezTo>
                  <a:pt x="883399" y="77107"/>
                  <a:pt x="885289" y="70429"/>
                  <a:pt x="885289" y="61554"/>
                </a:cubicBezTo>
                <a:cubicBezTo>
                  <a:pt x="885289" y="52460"/>
                  <a:pt x="883476" y="45750"/>
                  <a:pt x="879852" y="41422"/>
                </a:cubicBezTo>
                <a:cubicBezTo>
                  <a:pt x="876227" y="37093"/>
                  <a:pt x="871844" y="34929"/>
                  <a:pt x="866704" y="34929"/>
                </a:cubicBezTo>
                <a:cubicBezTo>
                  <a:pt x="861520" y="34929"/>
                  <a:pt x="857038" y="37169"/>
                  <a:pt x="853260" y="41651"/>
                </a:cubicBezTo>
                <a:cubicBezTo>
                  <a:pt x="849481" y="46132"/>
                  <a:pt x="847592" y="52613"/>
                  <a:pt x="847592" y="61094"/>
                </a:cubicBezTo>
                <a:close/>
                <a:moveTo>
                  <a:pt x="911299" y="123635"/>
                </a:moveTo>
                <a:lnTo>
                  <a:pt x="909981" y="112497"/>
                </a:lnTo>
                <a:cubicBezTo>
                  <a:pt x="912574" y="113200"/>
                  <a:pt x="914836" y="113551"/>
                  <a:pt x="916769" y="113551"/>
                </a:cubicBezTo>
                <a:cubicBezTo>
                  <a:pt x="919406" y="113551"/>
                  <a:pt x="921514" y="113106"/>
                  <a:pt x="923096" y="112217"/>
                </a:cubicBezTo>
                <a:cubicBezTo>
                  <a:pt x="924678" y="111328"/>
                  <a:pt x="925974" y="110084"/>
                  <a:pt x="926984" y="108483"/>
                </a:cubicBezTo>
                <a:cubicBezTo>
                  <a:pt x="927731" y="107283"/>
                  <a:pt x="928940" y="104305"/>
                  <a:pt x="930609" y="99549"/>
                </a:cubicBezTo>
                <a:cubicBezTo>
                  <a:pt x="930829" y="98882"/>
                  <a:pt x="931180" y="97903"/>
                  <a:pt x="931664" y="96614"/>
                </a:cubicBezTo>
                <a:lnTo>
                  <a:pt x="905105" y="26625"/>
                </a:lnTo>
                <a:lnTo>
                  <a:pt x="917890" y="26625"/>
                </a:lnTo>
                <a:lnTo>
                  <a:pt x="932454" y="67061"/>
                </a:lnTo>
                <a:cubicBezTo>
                  <a:pt x="934344" y="72190"/>
                  <a:pt x="936035" y="77582"/>
                  <a:pt x="937529" y="83236"/>
                </a:cubicBezTo>
                <a:cubicBezTo>
                  <a:pt x="938891" y="77800"/>
                  <a:pt x="940517" y="72496"/>
                  <a:pt x="942406" y="67324"/>
                </a:cubicBezTo>
                <a:lnTo>
                  <a:pt x="957366" y="26625"/>
                </a:lnTo>
                <a:lnTo>
                  <a:pt x="969228" y="26625"/>
                </a:lnTo>
                <a:lnTo>
                  <a:pt x="942604" y="97848"/>
                </a:lnTo>
                <a:cubicBezTo>
                  <a:pt x="939748" y="105542"/>
                  <a:pt x="937529" y="110840"/>
                  <a:pt x="935947" y="113741"/>
                </a:cubicBezTo>
                <a:cubicBezTo>
                  <a:pt x="933838" y="117654"/>
                  <a:pt x="931422" y="120523"/>
                  <a:pt x="928698" y="122347"/>
                </a:cubicBezTo>
                <a:cubicBezTo>
                  <a:pt x="925974" y="124172"/>
                  <a:pt x="922723" y="125084"/>
                  <a:pt x="918944" y="125084"/>
                </a:cubicBezTo>
                <a:cubicBezTo>
                  <a:pt x="916660" y="125084"/>
                  <a:pt x="914111" y="124601"/>
                  <a:pt x="911299" y="123635"/>
                </a:cubicBezTo>
                <a:close/>
                <a:moveTo>
                  <a:pt x="1016834" y="123503"/>
                </a:moveTo>
                <a:lnTo>
                  <a:pt x="1016834" y="26625"/>
                </a:lnTo>
                <a:lnTo>
                  <a:pt x="1027642" y="26625"/>
                </a:lnTo>
                <a:lnTo>
                  <a:pt x="1027642" y="35654"/>
                </a:lnTo>
                <a:cubicBezTo>
                  <a:pt x="1030191" y="32117"/>
                  <a:pt x="1033068" y="29464"/>
                  <a:pt x="1036276" y="27696"/>
                </a:cubicBezTo>
                <a:cubicBezTo>
                  <a:pt x="1039483" y="25927"/>
                  <a:pt x="1043371" y="25043"/>
                  <a:pt x="1047940" y="25043"/>
                </a:cubicBezTo>
                <a:cubicBezTo>
                  <a:pt x="1053916" y="25043"/>
                  <a:pt x="1059188" y="26581"/>
                  <a:pt x="1063757" y="29656"/>
                </a:cubicBezTo>
                <a:cubicBezTo>
                  <a:pt x="1068327" y="32732"/>
                  <a:pt x="1071775" y="37071"/>
                  <a:pt x="1074104" y="42672"/>
                </a:cubicBezTo>
                <a:cubicBezTo>
                  <a:pt x="1076433" y="48274"/>
                  <a:pt x="1077597" y="54414"/>
                  <a:pt x="1077597" y="61092"/>
                </a:cubicBezTo>
                <a:cubicBezTo>
                  <a:pt x="1077597" y="68254"/>
                  <a:pt x="1076312" y="74701"/>
                  <a:pt x="1073742" y="80435"/>
                </a:cubicBezTo>
                <a:cubicBezTo>
                  <a:pt x="1071171" y="86169"/>
                  <a:pt x="1067437" y="90562"/>
                  <a:pt x="1062538" y="93616"/>
                </a:cubicBezTo>
                <a:cubicBezTo>
                  <a:pt x="1057639" y="96669"/>
                  <a:pt x="1052488" y="98196"/>
                  <a:pt x="1047084" y="98196"/>
                </a:cubicBezTo>
                <a:cubicBezTo>
                  <a:pt x="1043130" y="98196"/>
                  <a:pt x="1039582" y="97350"/>
                  <a:pt x="1036440" y="95659"/>
                </a:cubicBezTo>
                <a:cubicBezTo>
                  <a:pt x="1033299" y="93966"/>
                  <a:pt x="1030718" y="91828"/>
                  <a:pt x="1028697" y="89245"/>
                </a:cubicBezTo>
                <a:lnTo>
                  <a:pt x="1028697" y="123503"/>
                </a:lnTo>
                <a:lnTo>
                  <a:pt x="1016834" y="123503"/>
                </a:lnTo>
                <a:moveTo>
                  <a:pt x="1027576" y="61916"/>
                </a:moveTo>
                <a:cubicBezTo>
                  <a:pt x="1027576" y="70912"/>
                  <a:pt x="1029400" y="77560"/>
                  <a:pt x="1033046" y="81860"/>
                </a:cubicBezTo>
                <a:cubicBezTo>
                  <a:pt x="1036693" y="86160"/>
                  <a:pt x="1041108" y="88310"/>
                  <a:pt x="1046293" y="88310"/>
                </a:cubicBezTo>
                <a:cubicBezTo>
                  <a:pt x="1051565" y="88310"/>
                  <a:pt x="1056080" y="86083"/>
                  <a:pt x="1059836" y="81629"/>
                </a:cubicBezTo>
                <a:cubicBezTo>
                  <a:pt x="1063592" y="77175"/>
                  <a:pt x="1065471" y="70275"/>
                  <a:pt x="1065471" y="60928"/>
                </a:cubicBezTo>
                <a:cubicBezTo>
                  <a:pt x="1065471" y="52020"/>
                  <a:pt x="1063636" y="45350"/>
                  <a:pt x="1059968" y="40918"/>
                </a:cubicBezTo>
                <a:cubicBezTo>
                  <a:pt x="1056299" y="36486"/>
                  <a:pt x="1051917" y="34270"/>
                  <a:pt x="1046820" y="34270"/>
                </a:cubicBezTo>
                <a:cubicBezTo>
                  <a:pt x="1041768" y="34270"/>
                  <a:pt x="1037297" y="36628"/>
                  <a:pt x="1033409" y="41346"/>
                </a:cubicBezTo>
                <a:cubicBezTo>
                  <a:pt x="1029520" y="46064"/>
                  <a:pt x="1027576" y="52920"/>
                  <a:pt x="1027576" y="61916"/>
                </a:cubicBezTo>
                <a:close/>
                <a:moveTo>
                  <a:pt x="1091746" y="96614"/>
                </a:moveTo>
                <a:lnTo>
                  <a:pt x="1091746" y="26625"/>
                </a:lnTo>
                <a:lnTo>
                  <a:pt x="1102422" y="26625"/>
                </a:lnTo>
                <a:lnTo>
                  <a:pt x="1102422" y="37169"/>
                </a:lnTo>
                <a:cubicBezTo>
                  <a:pt x="1105146" y="32232"/>
                  <a:pt x="1107661" y="28977"/>
                  <a:pt x="1109968" y="27403"/>
                </a:cubicBezTo>
                <a:cubicBezTo>
                  <a:pt x="1112275" y="25830"/>
                  <a:pt x="1114812" y="25043"/>
                  <a:pt x="1117580" y="25043"/>
                </a:cubicBezTo>
                <a:cubicBezTo>
                  <a:pt x="1121578" y="25043"/>
                  <a:pt x="1125642" y="26312"/>
                  <a:pt x="1129772" y="28849"/>
                </a:cubicBezTo>
                <a:lnTo>
                  <a:pt x="1125686" y="39806"/>
                </a:lnTo>
                <a:cubicBezTo>
                  <a:pt x="1122786" y="38092"/>
                  <a:pt x="1119886" y="37235"/>
                  <a:pt x="1116987" y="37235"/>
                </a:cubicBezTo>
                <a:cubicBezTo>
                  <a:pt x="1114394" y="37235"/>
                  <a:pt x="1112066" y="38017"/>
                  <a:pt x="1110001" y="39579"/>
                </a:cubicBezTo>
                <a:cubicBezTo>
                  <a:pt x="1107936" y="41140"/>
                  <a:pt x="1106464" y="43306"/>
                  <a:pt x="1105585" y="46077"/>
                </a:cubicBezTo>
                <a:cubicBezTo>
                  <a:pt x="1104267" y="50299"/>
                  <a:pt x="1103608" y="54917"/>
                  <a:pt x="1103608" y="59931"/>
                </a:cubicBezTo>
                <a:lnTo>
                  <a:pt x="1103608" y="96614"/>
                </a:lnTo>
                <a:lnTo>
                  <a:pt x="1091746" y="96614"/>
                </a:lnTo>
                <a:close/>
                <a:moveTo>
                  <a:pt x="1136888" y="13708"/>
                </a:moveTo>
                <a:lnTo>
                  <a:pt x="1136888" y="0"/>
                </a:lnTo>
                <a:lnTo>
                  <a:pt x="1148751" y="0"/>
                </a:lnTo>
                <a:lnTo>
                  <a:pt x="1148751" y="13708"/>
                </a:lnTo>
                <a:lnTo>
                  <a:pt x="1136888" y="13708"/>
                </a:lnTo>
                <a:moveTo>
                  <a:pt x="1136888" y="96614"/>
                </a:moveTo>
                <a:lnTo>
                  <a:pt x="1136888" y="26625"/>
                </a:lnTo>
                <a:lnTo>
                  <a:pt x="1148751" y="26625"/>
                </a:lnTo>
                <a:lnTo>
                  <a:pt x="1148751" y="96614"/>
                </a:lnTo>
                <a:lnTo>
                  <a:pt x="1136888" y="96614"/>
                </a:lnTo>
                <a:close/>
                <a:moveTo>
                  <a:pt x="1186227" y="96614"/>
                </a:moveTo>
                <a:lnTo>
                  <a:pt x="1159602" y="26625"/>
                </a:lnTo>
                <a:lnTo>
                  <a:pt x="1172124" y="26625"/>
                </a:lnTo>
                <a:lnTo>
                  <a:pt x="1187150" y="68539"/>
                </a:lnTo>
                <a:cubicBezTo>
                  <a:pt x="1188775" y="73065"/>
                  <a:pt x="1190269" y="77766"/>
                  <a:pt x="1191631" y="82643"/>
                </a:cubicBezTo>
                <a:cubicBezTo>
                  <a:pt x="1192686" y="78952"/>
                  <a:pt x="1194158" y="74515"/>
                  <a:pt x="1196047" y="69330"/>
                </a:cubicBezTo>
                <a:lnTo>
                  <a:pt x="1211600" y="26625"/>
                </a:lnTo>
                <a:lnTo>
                  <a:pt x="1223792" y="26625"/>
                </a:lnTo>
                <a:lnTo>
                  <a:pt x="1197299" y="96614"/>
                </a:lnTo>
                <a:lnTo>
                  <a:pt x="1186227" y="96614"/>
                </a:lnTo>
                <a:close/>
                <a:moveTo>
                  <a:pt x="1279941" y="87973"/>
                </a:moveTo>
                <a:cubicBezTo>
                  <a:pt x="1275547" y="91710"/>
                  <a:pt x="1271318" y="94348"/>
                  <a:pt x="1267254" y="95887"/>
                </a:cubicBezTo>
                <a:cubicBezTo>
                  <a:pt x="1263190" y="97426"/>
                  <a:pt x="1258830" y="98196"/>
                  <a:pt x="1254173" y="98196"/>
                </a:cubicBezTo>
                <a:cubicBezTo>
                  <a:pt x="1246484" y="98196"/>
                  <a:pt x="1240575" y="96316"/>
                  <a:pt x="1236445" y="92557"/>
                </a:cubicBezTo>
                <a:cubicBezTo>
                  <a:pt x="1232315" y="88798"/>
                  <a:pt x="1230250" y="83994"/>
                  <a:pt x="1230250" y="78147"/>
                </a:cubicBezTo>
                <a:cubicBezTo>
                  <a:pt x="1230250" y="74719"/>
                  <a:pt x="1231030" y="71587"/>
                  <a:pt x="1232589" y="68752"/>
                </a:cubicBezTo>
                <a:cubicBezTo>
                  <a:pt x="1234149" y="65915"/>
                  <a:pt x="1236192" y="63639"/>
                  <a:pt x="1238718" y="61924"/>
                </a:cubicBezTo>
                <a:cubicBezTo>
                  <a:pt x="1241245" y="60209"/>
                  <a:pt x="1244089" y="58913"/>
                  <a:pt x="1247253" y="58034"/>
                </a:cubicBezTo>
                <a:cubicBezTo>
                  <a:pt x="1249581" y="57418"/>
                  <a:pt x="1253096" y="56824"/>
                  <a:pt x="1257797" y="56253"/>
                </a:cubicBezTo>
                <a:cubicBezTo>
                  <a:pt x="1267375" y="55118"/>
                  <a:pt x="1274427" y="53766"/>
                  <a:pt x="1278952" y="52195"/>
                </a:cubicBezTo>
                <a:cubicBezTo>
                  <a:pt x="1278996" y="50577"/>
                  <a:pt x="1279018" y="49548"/>
                  <a:pt x="1279018" y="49110"/>
                </a:cubicBezTo>
                <a:cubicBezTo>
                  <a:pt x="1279018" y="44295"/>
                  <a:pt x="1277898" y="40903"/>
                  <a:pt x="1275657" y="38934"/>
                </a:cubicBezTo>
                <a:cubicBezTo>
                  <a:pt x="1272626" y="36264"/>
                  <a:pt x="1268122" y="34929"/>
                  <a:pt x="1262147" y="34929"/>
                </a:cubicBezTo>
                <a:cubicBezTo>
                  <a:pt x="1256567" y="34929"/>
                  <a:pt x="1252448" y="35906"/>
                  <a:pt x="1249790" y="37861"/>
                </a:cubicBezTo>
                <a:cubicBezTo>
                  <a:pt x="1247132" y="39817"/>
                  <a:pt x="1245166" y="43276"/>
                  <a:pt x="1243892" y="48241"/>
                </a:cubicBezTo>
                <a:lnTo>
                  <a:pt x="1232293" y="46660"/>
                </a:lnTo>
                <a:cubicBezTo>
                  <a:pt x="1233347" y="41680"/>
                  <a:pt x="1235083" y="37658"/>
                  <a:pt x="1237499" y="34595"/>
                </a:cubicBezTo>
                <a:cubicBezTo>
                  <a:pt x="1239916" y="31532"/>
                  <a:pt x="1243408" y="29175"/>
                  <a:pt x="1247978" y="27523"/>
                </a:cubicBezTo>
                <a:cubicBezTo>
                  <a:pt x="1252547" y="25870"/>
                  <a:pt x="1257841" y="25043"/>
                  <a:pt x="1263860" y="25043"/>
                </a:cubicBezTo>
                <a:cubicBezTo>
                  <a:pt x="1269836" y="25043"/>
                  <a:pt x="1274691" y="25746"/>
                  <a:pt x="1278425" y="27152"/>
                </a:cubicBezTo>
                <a:cubicBezTo>
                  <a:pt x="1282160" y="28558"/>
                  <a:pt x="1284906" y="30326"/>
                  <a:pt x="1286663" y="32457"/>
                </a:cubicBezTo>
                <a:cubicBezTo>
                  <a:pt x="1288420" y="34588"/>
                  <a:pt x="1289651" y="37279"/>
                  <a:pt x="1290354" y="40531"/>
                </a:cubicBezTo>
                <a:cubicBezTo>
                  <a:pt x="1290749" y="42552"/>
                  <a:pt x="1290947" y="46198"/>
                  <a:pt x="1290947" y="51470"/>
                </a:cubicBezTo>
                <a:lnTo>
                  <a:pt x="1290947" y="67287"/>
                </a:lnTo>
                <a:cubicBezTo>
                  <a:pt x="1290947" y="78315"/>
                  <a:pt x="1291199" y="85290"/>
                  <a:pt x="1291705" y="88212"/>
                </a:cubicBezTo>
                <a:cubicBezTo>
                  <a:pt x="1292210" y="91133"/>
                  <a:pt x="1293209" y="93934"/>
                  <a:pt x="1294703" y="96614"/>
                </a:cubicBezTo>
                <a:lnTo>
                  <a:pt x="1282313" y="96614"/>
                </a:lnTo>
                <a:cubicBezTo>
                  <a:pt x="1281083" y="94151"/>
                  <a:pt x="1280292" y="91271"/>
                  <a:pt x="1279941" y="87973"/>
                </a:cubicBezTo>
                <a:moveTo>
                  <a:pt x="1278952" y="61422"/>
                </a:moveTo>
                <a:cubicBezTo>
                  <a:pt x="1274647" y="63194"/>
                  <a:pt x="1268188" y="64701"/>
                  <a:pt x="1259577" y="65940"/>
                </a:cubicBezTo>
                <a:cubicBezTo>
                  <a:pt x="1254700" y="66646"/>
                  <a:pt x="1251251" y="67440"/>
                  <a:pt x="1249230" y="68323"/>
                </a:cubicBezTo>
                <a:cubicBezTo>
                  <a:pt x="1247209" y="69205"/>
                  <a:pt x="1245649" y="70495"/>
                  <a:pt x="1244551" y="72195"/>
                </a:cubicBezTo>
                <a:cubicBezTo>
                  <a:pt x="1243452" y="73893"/>
                  <a:pt x="1242903" y="75779"/>
                  <a:pt x="1242903" y="77852"/>
                </a:cubicBezTo>
                <a:cubicBezTo>
                  <a:pt x="1242903" y="81028"/>
                  <a:pt x="1244100" y="83675"/>
                  <a:pt x="1246495" y="85794"/>
                </a:cubicBezTo>
                <a:cubicBezTo>
                  <a:pt x="1248889" y="87911"/>
                  <a:pt x="1252393" y="88969"/>
                  <a:pt x="1257006" y="88969"/>
                </a:cubicBezTo>
                <a:cubicBezTo>
                  <a:pt x="1261576" y="88969"/>
                  <a:pt x="1265640" y="87965"/>
                  <a:pt x="1269199" y="85956"/>
                </a:cubicBezTo>
                <a:cubicBezTo>
                  <a:pt x="1272757" y="83948"/>
                  <a:pt x="1275372" y="81200"/>
                  <a:pt x="1277041" y="77712"/>
                </a:cubicBezTo>
                <a:cubicBezTo>
                  <a:pt x="1278315" y="75018"/>
                  <a:pt x="1278952" y="71045"/>
                  <a:pt x="1278952" y="65792"/>
                </a:cubicBezTo>
                <a:lnTo>
                  <a:pt x="1278952" y="61422"/>
                </a:lnTo>
                <a:close/>
                <a:moveTo>
                  <a:pt x="1335214" y="86136"/>
                </a:moveTo>
                <a:lnTo>
                  <a:pt x="1336927" y="96614"/>
                </a:lnTo>
                <a:cubicBezTo>
                  <a:pt x="1333588" y="97229"/>
                  <a:pt x="1330600" y="97537"/>
                  <a:pt x="1327964" y="97537"/>
                </a:cubicBezTo>
                <a:cubicBezTo>
                  <a:pt x="1323658" y="97537"/>
                  <a:pt x="1320319" y="96856"/>
                  <a:pt x="1317947" y="95494"/>
                </a:cubicBezTo>
                <a:cubicBezTo>
                  <a:pt x="1315574" y="94132"/>
                  <a:pt x="1313905" y="92341"/>
                  <a:pt x="1312938" y="90123"/>
                </a:cubicBezTo>
                <a:cubicBezTo>
                  <a:pt x="1311972" y="87904"/>
                  <a:pt x="1311488" y="83236"/>
                  <a:pt x="1311488" y="76118"/>
                </a:cubicBezTo>
                <a:lnTo>
                  <a:pt x="1311488" y="35851"/>
                </a:lnTo>
                <a:lnTo>
                  <a:pt x="1302789" y="35851"/>
                </a:lnTo>
                <a:lnTo>
                  <a:pt x="1302789" y="26625"/>
                </a:lnTo>
                <a:lnTo>
                  <a:pt x="1311488" y="26625"/>
                </a:lnTo>
                <a:lnTo>
                  <a:pt x="1311488" y="9245"/>
                </a:lnTo>
                <a:lnTo>
                  <a:pt x="1323285" y="2109"/>
                </a:lnTo>
                <a:lnTo>
                  <a:pt x="1323285" y="26625"/>
                </a:lnTo>
                <a:lnTo>
                  <a:pt x="1335214" y="26625"/>
                </a:lnTo>
                <a:lnTo>
                  <a:pt x="1335214" y="35851"/>
                </a:lnTo>
                <a:lnTo>
                  <a:pt x="1323285" y="35851"/>
                </a:lnTo>
                <a:lnTo>
                  <a:pt x="1323285" y="76777"/>
                </a:lnTo>
                <a:cubicBezTo>
                  <a:pt x="1323285" y="80160"/>
                  <a:pt x="1323494" y="82335"/>
                  <a:pt x="1323911" y="83302"/>
                </a:cubicBezTo>
                <a:cubicBezTo>
                  <a:pt x="1324328" y="84268"/>
                  <a:pt x="1325009" y="85037"/>
                  <a:pt x="1325954" y="85608"/>
                </a:cubicBezTo>
                <a:cubicBezTo>
                  <a:pt x="1326899" y="86179"/>
                  <a:pt x="1328250" y="86465"/>
                  <a:pt x="1330007" y="86465"/>
                </a:cubicBezTo>
                <a:cubicBezTo>
                  <a:pt x="1331325" y="86465"/>
                  <a:pt x="1333061" y="86355"/>
                  <a:pt x="1335214" y="86136"/>
                </a:cubicBezTo>
                <a:close/>
                <a:moveTo>
                  <a:pt x="1394746" y="74075"/>
                </a:moveTo>
                <a:lnTo>
                  <a:pt x="1407004" y="75591"/>
                </a:lnTo>
                <a:cubicBezTo>
                  <a:pt x="1405071" y="82753"/>
                  <a:pt x="1401491" y="88310"/>
                  <a:pt x="1396262" y="92265"/>
                </a:cubicBezTo>
                <a:cubicBezTo>
                  <a:pt x="1391034" y="96219"/>
                  <a:pt x="1384356" y="98196"/>
                  <a:pt x="1376228" y="98196"/>
                </a:cubicBezTo>
                <a:cubicBezTo>
                  <a:pt x="1365991" y="98196"/>
                  <a:pt x="1357874" y="95043"/>
                  <a:pt x="1351876" y="88739"/>
                </a:cubicBezTo>
                <a:cubicBezTo>
                  <a:pt x="1345879" y="82434"/>
                  <a:pt x="1342881" y="73592"/>
                  <a:pt x="1342881" y="62213"/>
                </a:cubicBezTo>
                <a:cubicBezTo>
                  <a:pt x="1342881" y="50438"/>
                  <a:pt x="1345912" y="41299"/>
                  <a:pt x="1351975" y="34797"/>
                </a:cubicBezTo>
                <a:cubicBezTo>
                  <a:pt x="1358038" y="28294"/>
                  <a:pt x="1365903" y="25043"/>
                  <a:pt x="1375569" y="25043"/>
                </a:cubicBezTo>
                <a:cubicBezTo>
                  <a:pt x="1384927" y="25043"/>
                  <a:pt x="1392572" y="28224"/>
                  <a:pt x="1398503" y="34585"/>
                </a:cubicBezTo>
                <a:cubicBezTo>
                  <a:pt x="1404434" y="40944"/>
                  <a:pt x="1407400" y="49892"/>
                  <a:pt x="1407400" y="61428"/>
                </a:cubicBezTo>
                <a:cubicBezTo>
                  <a:pt x="1407400" y="62130"/>
                  <a:pt x="1407378" y="63182"/>
                  <a:pt x="1407334" y="64585"/>
                </a:cubicBezTo>
                <a:lnTo>
                  <a:pt x="1355139" y="64585"/>
                </a:lnTo>
                <a:cubicBezTo>
                  <a:pt x="1355578" y="72252"/>
                  <a:pt x="1357753" y="78123"/>
                  <a:pt x="1361663" y="82198"/>
                </a:cubicBezTo>
                <a:cubicBezTo>
                  <a:pt x="1365573" y="86273"/>
                  <a:pt x="1370450" y="88310"/>
                  <a:pt x="1376294" y="88310"/>
                </a:cubicBezTo>
                <a:cubicBezTo>
                  <a:pt x="1380643" y="88310"/>
                  <a:pt x="1384356" y="87179"/>
                  <a:pt x="1387431" y="84916"/>
                </a:cubicBezTo>
                <a:cubicBezTo>
                  <a:pt x="1390507" y="82652"/>
                  <a:pt x="1392945" y="79039"/>
                  <a:pt x="1394746" y="74075"/>
                </a:cubicBezTo>
                <a:moveTo>
                  <a:pt x="1355798" y="54700"/>
                </a:moveTo>
                <a:lnTo>
                  <a:pt x="1394878" y="54700"/>
                </a:lnTo>
                <a:cubicBezTo>
                  <a:pt x="1394351" y="48908"/>
                  <a:pt x="1392857" y="44565"/>
                  <a:pt x="1390397" y="41669"/>
                </a:cubicBezTo>
                <a:cubicBezTo>
                  <a:pt x="1386618" y="37176"/>
                  <a:pt x="1381720" y="34929"/>
                  <a:pt x="1375700" y="34929"/>
                </a:cubicBezTo>
                <a:cubicBezTo>
                  <a:pt x="1370252" y="34929"/>
                  <a:pt x="1365672" y="36723"/>
                  <a:pt x="1361960" y="40310"/>
                </a:cubicBezTo>
                <a:cubicBezTo>
                  <a:pt x="1358247" y="43896"/>
                  <a:pt x="1356193" y="48693"/>
                  <a:pt x="1355798" y="54700"/>
                </a:cubicBezTo>
                <a:close/>
                <a:moveTo>
                  <a:pt x="1507312" y="74075"/>
                </a:moveTo>
                <a:lnTo>
                  <a:pt x="1519570" y="75591"/>
                </a:lnTo>
                <a:cubicBezTo>
                  <a:pt x="1517637" y="82753"/>
                  <a:pt x="1514056" y="88310"/>
                  <a:pt x="1508828" y="92265"/>
                </a:cubicBezTo>
                <a:cubicBezTo>
                  <a:pt x="1503599" y="96219"/>
                  <a:pt x="1496921" y="98196"/>
                  <a:pt x="1488793" y="98196"/>
                </a:cubicBezTo>
                <a:cubicBezTo>
                  <a:pt x="1478556" y="98196"/>
                  <a:pt x="1470439" y="95043"/>
                  <a:pt x="1464442" y="88739"/>
                </a:cubicBezTo>
                <a:cubicBezTo>
                  <a:pt x="1458445" y="82434"/>
                  <a:pt x="1455446" y="73592"/>
                  <a:pt x="1455446" y="62213"/>
                </a:cubicBezTo>
                <a:cubicBezTo>
                  <a:pt x="1455446" y="50438"/>
                  <a:pt x="1458478" y="41299"/>
                  <a:pt x="1464541" y="34797"/>
                </a:cubicBezTo>
                <a:cubicBezTo>
                  <a:pt x="1470604" y="28294"/>
                  <a:pt x="1478468" y="25043"/>
                  <a:pt x="1488134" y="25043"/>
                </a:cubicBezTo>
                <a:cubicBezTo>
                  <a:pt x="1497492" y="25043"/>
                  <a:pt x="1505137" y="28224"/>
                  <a:pt x="1511068" y="34585"/>
                </a:cubicBezTo>
                <a:cubicBezTo>
                  <a:pt x="1517000" y="40944"/>
                  <a:pt x="1519965" y="49892"/>
                  <a:pt x="1519965" y="61428"/>
                </a:cubicBezTo>
                <a:cubicBezTo>
                  <a:pt x="1519965" y="62130"/>
                  <a:pt x="1519943" y="63182"/>
                  <a:pt x="1519899" y="64585"/>
                </a:cubicBezTo>
                <a:lnTo>
                  <a:pt x="1467704" y="64585"/>
                </a:lnTo>
                <a:cubicBezTo>
                  <a:pt x="1468143" y="72252"/>
                  <a:pt x="1470318" y="78123"/>
                  <a:pt x="1474229" y="82198"/>
                </a:cubicBezTo>
                <a:cubicBezTo>
                  <a:pt x="1478139" y="86273"/>
                  <a:pt x="1483016" y="88310"/>
                  <a:pt x="1488859" y="88310"/>
                </a:cubicBezTo>
                <a:cubicBezTo>
                  <a:pt x="1493209" y="88310"/>
                  <a:pt x="1496921" y="87179"/>
                  <a:pt x="1499997" y="84916"/>
                </a:cubicBezTo>
                <a:cubicBezTo>
                  <a:pt x="1503072" y="82652"/>
                  <a:pt x="1505511" y="79039"/>
                  <a:pt x="1507312" y="74075"/>
                </a:cubicBezTo>
                <a:moveTo>
                  <a:pt x="1468363" y="54700"/>
                </a:moveTo>
                <a:lnTo>
                  <a:pt x="1507444" y="54700"/>
                </a:lnTo>
                <a:cubicBezTo>
                  <a:pt x="1506917" y="48908"/>
                  <a:pt x="1505423" y="44565"/>
                  <a:pt x="1502962" y="41669"/>
                </a:cubicBezTo>
                <a:cubicBezTo>
                  <a:pt x="1499184" y="37176"/>
                  <a:pt x="1494285" y="34929"/>
                  <a:pt x="1488266" y="34929"/>
                </a:cubicBezTo>
                <a:cubicBezTo>
                  <a:pt x="1482818" y="34929"/>
                  <a:pt x="1478238" y="36723"/>
                  <a:pt x="1474525" y="40310"/>
                </a:cubicBezTo>
                <a:cubicBezTo>
                  <a:pt x="1470813" y="43896"/>
                  <a:pt x="1468759" y="48693"/>
                  <a:pt x="1468363" y="54700"/>
                </a:cubicBezTo>
                <a:close/>
                <a:moveTo>
                  <a:pt x="1534443" y="96614"/>
                </a:moveTo>
                <a:lnTo>
                  <a:pt x="1534443" y="26625"/>
                </a:lnTo>
                <a:lnTo>
                  <a:pt x="1545053" y="26625"/>
                </a:lnTo>
                <a:lnTo>
                  <a:pt x="1545053" y="36379"/>
                </a:lnTo>
                <a:cubicBezTo>
                  <a:pt x="1547250" y="32971"/>
                  <a:pt x="1550172" y="30230"/>
                  <a:pt x="1553818" y="28155"/>
                </a:cubicBezTo>
                <a:cubicBezTo>
                  <a:pt x="1557465" y="26081"/>
                  <a:pt x="1561617" y="25043"/>
                  <a:pt x="1566274" y="25043"/>
                </a:cubicBezTo>
                <a:cubicBezTo>
                  <a:pt x="1571458" y="25043"/>
                  <a:pt x="1575709" y="26114"/>
                  <a:pt x="1579026" y="28256"/>
                </a:cubicBezTo>
                <a:cubicBezTo>
                  <a:pt x="1582343" y="30397"/>
                  <a:pt x="1584683" y="33390"/>
                  <a:pt x="1586045" y="37235"/>
                </a:cubicBezTo>
                <a:cubicBezTo>
                  <a:pt x="1591581" y="29107"/>
                  <a:pt x="1598786" y="25043"/>
                  <a:pt x="1607661" y="25043"/>
                </a:cubicBezTo>
                <a:cubicBezTo>
                  <a:pt x="1614603" y="25043"/>
                  <a:pt x="1619941" y="26965"/>
                  <a:pt x="1623676" y="30810"/>
                </a:cubicBezTo>
                <a:cubicBezTo>
                  <a:pt x="1627410" y="34654"/>
                  <a:pt x="1629278" y="40574"/>
                  <a:pt x="1629278" y="48571"/>
                </a:cubicBezTo>
                <a:lnTo>
                  <a:pt x="1629278" y="96614"/>
                </a:lnTo>
                <a:lnTo>
                  <a:pt x="1617481" y="96614"/>
                </a:lnTo>
                <a:lnTo>
                  <a:pt x="1617481" y="52478"/>
                </a:lnTo>
                <a:cubicBezTo>
                  <a:pt x="1617481" y="47727"/>
                  <a:pt x="1617096" y="44308"/>
                  <a:pt x="1616328" y="42219"/>
                </a:cubicBezTo>
                <a:cubicBezTo>
                  <a:pt x="1615559" y="40130"/>
                  <a:pt x="1614164" y="38447"/>
                  <a:pt x="1612143" y="37171"/>
                </a:cubicBezTo>
                <a:cubicBezTo>
                  <a:pt x="1610122" y="35896"/>
                  <a:pt x="1607749" y="35258"/>
                  <a:pt x="1605025" y="35258"/>
                </a:cubicBezTo>
                <a:cubicBezTo>
                  <a:pt x="1600104" y="35258"/>
                  <a:pt x="1596018" y="36897"/>
                  <a:pt x="1592767" y="40174"/>
                </a:cubicBezTo>
                <a:cubicBezTo>
                  <a:pt x="1589516" y="43450"/>
                  <a:pt x="1587890" y="48695"/>
                  <a:pt x="1587890" y="55909"/>
                </a:cubicBezTo>
                <a:lnTo>
                  <a:pt x="1587890" y="96614"/>
                </a:lnTo>
                <a:lnTo>
                  <a:pt x="1576028" y="96614"/>
                </a:lnTo>
                <a:lnTo>
                  <a:pt x="1576028" y="51091"/>
                </a:lnTo>
                <a:cubicBezTo>
                  <a:pt x="1576028" y="45814"/>
                  <a:pt x="1575061" y="41855"/>
                  <a:pt x="1573128" y="39217"/>
                </a:cubicBezTo>
                <a:cubicBezTo>
                  <a:pt x="1571195" y="36578"/>
                  <a:pt x="1568032" y="35258"/>
                  <a:pt x="1563638" y="35258"/>
                </a:cubicBezTo>
                <a:cubicBezTo>
                  <a:pt x="1560299" y="35258"/>
                  <a:pt x="1557212" y="36138"/>
                  <a:pt x="1554379" y="37898"/>
                </a:cubicBezTo>
                <a:cubicBezTo>
                  <a:pt x="1551545" y="39657"/>
                  <a:pt x="1549491" y="42230"/>
                  <a:pt x="1548217" y="45617"/>
                </a:cubicBezTo>
                <a:cubicBezTo>
                  <a:pt x="1546942" y="49003"/>
                  <a:pt x="1546305" y="53885"/>
                  <a:pt x="1546305" y="60262"/>
                </a:cubicBezTo>
                <a:lnTo>
                  <a:pt x="1546305" y="96614"/>
                </a:lnTo>
                <a:lnTo>
                  <a:pt x="1534443" y="96614"/>
                </a:lnTo>
                <a:close/>
                <a:moveTo>
                  <a:pt x="1646873" y="123503"/>
                </a:moveTo>
                <a:lnTo>
                  <a:pt x="1646873" y="26625"/>
                </a:lnTo>
                <a:lnTo>
                  <a:pt x="1657681" y="26625"/>
                </a:lnTo>
                <a:lnTo>
                  <a:pt x="1657681" y="35654"/>
                </a:lnTo>
                <a:cubicBezTo>
                  <a:pt x="1660229" y="32117"/>
                  <a:pt x="1663107" y="29464"/>
                  <a:pt x="1666314" y="27696"/>
                </a:cubicBezTo>
                <a:cubicBezTo>
                  <a:pt x="1669522" y="25927"/>
                  <a:pt x="1673410" y="25043"/>
                  <a:pt x="1677979" y="25043"/>
                </a:cubicBezTo>
                <a:cubicBezTo>
                  <a:pt x="1683954" y="25043"/>
                  <a:pt x="1689227" y="26581"/>
                  <a:pt x="1693796" y="29656"/>
                </a:cubicBezTo>
                <a:cubicBezTo>
                  <a:pt x="1698365" y="32732"/>
                  <a:pt x="1701814" y="37071"/>
                  <a:pt x="1704143" y="42672"/>
                </a:cubicBezTo>
                <a:cubicBezTo>
                  <a:pt x="1706471" y="48274"/>
                  <a:pt x="1707636" y="54414"/>
                  <a:pt x="1707636" y="61092"/>
                </a:cubicBezTo>
                <a:cubicBezTo>
                  <a:pt x="1707636" y="68254"/>
                  <a:pt x="1706351" y="74701"/>
                  <a:pt x="1703780" y="80435"/>
                </a:cubicBezTo>
                <a:cubicBezTo>
                  <a:pt x="1701210" y="86169"/>
                  <a:pt x="1697476" y="90562"/>
                  <a:pt x="1692577" y="93616"/>
                </a:cubicBezTo>
                <a:cubicBezTo>
                  <a:pt x="1687678" y="96669"/>
                  <a:pt x="1682527" y="98196"/>
                  <a:pt x="1677122" y="98196"/>
                </a:cubicBezTo>
                <a:cubicBezTo>
                  <a:pt x="1673168" y="98196"/>
                  <a:pt x="1669620" y="97350"/>
                  <a:pt x="1666479" y="95659"/>
                </a:cubicBezTo>
                <a:cubicBezTo>
                  <a:pt x="1663338" y="93966"/>
                  <a:pt x="1660756" y="91828"/>
                  <a:pt x="1658735" y="89245"/>
                </a:cubicBezTo>
                <a:lnTo>
                  <a:pt x="1658735" y="123503"/>
                </a:lnTo>
                <a:lnTo>
                  <a:pt x="1646873" y="123503"/>
                </a:lnTo>
                <a:moveTo>
                  <a:pt x="1657615" y="61916"/>
                </a:moveTo>
                <a:cubicBezTo>
                  <a:pt x="1657615" y="70912"/>
                  <a:pt x="1659438" y="77560"/>
                  <a:pt x="1663085" y="81860"/>
                </a:cubicBezTo>
                <a:cubicBezTo>
                  <a:pt x="1666732" y="86160"/>
                  <a:pt x="1671147" y="88310"/>
                  <a:pt x="1676332" y="88310"/>
                </a:cubicBezTo>
                <a:cubicBezTo>
                  <a:pt x="1681604" y="88310"/>
                  <a:pt x="1686118" y="86083"/>
                  <a:pt x="1689875" y="81629"/>
                </a:cubicBezTo>
                <a:cubicBezTo>
                  <a:pt x="1693631" y="77175"/>
                  <a:pt x="1695509" y="70275"/>
                  <a:pt x="1695509" y="60928"/>
                </a:cubicBezTo>
                <a:cubicBezTo>
                  <a:pt x="1695509" y="52020"/>
                  <a:pt x="1693675" y="45350"/>
                  <a:pt x="1690007" y="40918"/>
                </a:cubicBezTo>
                <a:cubicBezTo>
                  <a:pt x="1686338" y="36486"/>
                  <a:pt x="1681955" y="34270"/>
                  <a:pt x="1676859" y="34270"/>
                </a:cubicBezTo>
                <a:cubicBezTo>
                  <a:pt x="1671806" y="34270"/>
                  <a:pt x="1667336" y="36628"/>
                  <a:pt x="1663448" y="41346"/>
                </a:cubicBezTo>
                <a:cubicBezTo>
                  <a:pt x="1659559" y="46064"/>
                  <a:pt x="1657615" y="52920"/>
                  <a:pt x="1657615" y="61916"/>
                </a:cubicBezTo>
                <a:close/>
                <a:moveTo>
                  <a:pt x="1721653" y="96614"/>
                </a:moveTo>
                <a:lnTo>
                  <a:pt x="1721653" y="0"/>
                </a:lnTo>
                <a:lnTo>
                  <a:pt x="1733515" y="0"/>
                </a:lnTo>
                <a:lnTo>
                  <a:pt x="1733515" y="96614"/>
                </a:lnTo>
                <a:lnTo>
                  <a:pt x="1721653" y="96614"/>
                </a:lnTo>
                <a:close/>
                <a:moveTo>
                  <a:pt x="1747464" y="61620"/>
                </a:moveTo>
                <a:cubicBezTo>
                  <a:pt x="1747464" y="48659"/>
                  <a:pt x="1751067" y="39059"/>
                  <a:pt x="1758272" y="32820"/>
                </a:cubicBezTo>
                <a:cubicBezTo>
                  <a:pt x="1764291" y="27635"/>
                  <a:pt x="1771629" y="25043"/>
                  <a:pt x="1780284" y="25043"/>
                </a:cubicBezTo>
                <a:cubicBezTo>
                  <a:pt x="1789906" y="25043"/>
                  <a:pt x="1797770" y="28196"/>
                  <a:pt x="1803877" y="34500"/>
                </a:cubicBezTo>
                <a:cubicBezTo>
                  <a:pt x="1809984" y="40805"/>
                  <a:pt x="1813038" y="49515"/>
                  <a:pt x="1813038" y="60631"/>
                </a:cubicBezTo>
                <a:cubicBezTo>
                  <a:pt x="1813038" y="69638"/>
                  <a:pt x="1811687" y="76722"/>
                  <a:pt x="1808985" y="81885"/>
                </a:cubicBezTo>
                <a:cubicBezTo>
                  <a:pt x="1806283" y="87047"/>
                  <a:pt x="1802351" y="91056"/>
                  <a:pt x="1797188" y="93912"/>
                </a:cubicBezTo>
                <a:cubicBezTo>
                  <a:pt x="1792026" y="96768"/>
                  <a:pt x="1786391" y="98196"/>
                  <a:pt x="1780284" y="98196"/>
                </a:cubicBezTo>
                <a:cubicBezTo>
                  <a:pt x="1770486" y="98196"/>
                  <a:pt x="1762567" y="95054"/>
                  <a:pt x="1756526" y="88772"/>
                </a:cubicBezTo>
                <a:cubicBezTo>
                  <a:pt x="1750485" y="82489"/>
                  <a:pt x="1747464" y="73438"/>
                  <a:pt x="1747464" y="61620"/>
                </a:cubicBezTo>
                <a:moveTo>
                  <a:pt x="1759656" y="61587"/>
                </a:moveTo>
                <a:cubicBezTo>
                  <a:pt x="1759656" y="70516"/>
                  <a:pt x="1761611" y="77203"/>
                  <a:pt x="1765522" y="81646"/>
                </a:cubicBezTo>
                <a:cubicBezTo>
                  <a:pt x="1769432" y="86089"/>
                  <a:pt x="1774353" y="88310"/>
                  <a:pt x="1780284" y="88310"/>
                </a:cubicBezTo>
                <a:cubicBezTo>
                  <a:pt x="1786171" y="88310"/>
                  <a:pt x="1791070" y="86078"/>
                  <a:pt x="1794980" y="81613"/>
                </a:cubicBezTo>
                <a:cubicBezTo>
                  <a:pt x="1798891" y="77148"/>
                  <a:pt x="1800846" y="70341"/>
                  <a:pt x="1800846" y="61193"/>
                </a:cubicBezTo>
                <a:cubicBezTo>
                  <a:pt x="1800846" y="52570"/>
                  <a:pt x="1798880" y="46036"/>
                  <a:pt x="1794947" y="41593"/>
                </a:cubicBezTo>
                <a:cubicBezTo>
                  <a:pt x="1791015" y="37150"/>
                  <a:pt x="1786127" y="34929"/>
                  <a:pt x="1780284" y="34929"/>
                </a:cubicBezTo>
                <a:cubicBezTo>
                  <a:pt x="1774353" y="34929"/>
                  <a:pt x="1769432" y="37139"/>
                  <a:pt x="1765522" y="41560"/>
                </a:cubicBezTo>
                <a:cubicBezTo>
                  <a:pt x="1761611" y="45981"/>
                  <a:pt x="1759656" y="52657"/>
                  <a:pt x="1759656" y="61587"/>
                </a:cubicBezTo>
                <a:close/>
                <a:moveTo>
                  <a:pt x="1826396" y="123635"/>
                </a:moveTo>
                <a:lnTo>
                  <a:pt x="1825078" y="112497"/>
                </a:lnTo>
                <a:cubicBezTo>
                  <a:pt x="1827670" y="113200"/>
                  <a:pt x="1829933" y="113551"/>
                  <a:pt x="1831866" y="113551"/>
                </a:cubicBezTo>
                <a:cubicBezTo>
                  <a:pt x="1834502" y="113551"/>
                  <a:pt x="1836611" y="113106"/>
                  <a:pt x="1838193" y="112217"/>
                </a:cubicBezTo>
                <a:cubicBezTo>
                  <a:pt x="1839774" y="111328"/>
                  <a:pt x="1841070" y="110084"/>
                  <a:pt x="1842081" y="108483"/>
                </a:cubicBezTo>
                <a:cubicBezTo>
                  <a:pt x="1842828" y="107283"/>
                  <a:pt x="1844036" y="104305"/>
                  <a:pt x="1845706" y="99549"/>
                </a:cubicBezTo>
                <a:cubicBezTo>
                  <a:pt x="1845925" y="98882"/>
                  <a:pt x="1846277" y="97903"/>
                  <a:pt x="1846760" y="96614"/>
                </a:cubicBezTo>
                <a:lnTo>
                  <a:pt x="1820201" y="26625"/>
                </a:lnTo>
                <a:lnTo>
                  <a:pt x="1832986" y="26625"/>
                </a:lnTo>
                <a:lnTo>
                  <a:pt x="1847551" y="67061"/>
                </a:lnTo>
                <a:cubicBezTo>
                  <a:pt x="1849440" y="72190"/>
                  <a:pt x="1851132" y="77582"/>
                  <a:pt x="1852625" y="83236"/>
                </a:cubicBezTo>
                <a:cubicBezTo>
                  <a:pt x="1853987" y="77800"/>
                  <a:pt x="1855613" y="72496"/>
                  <a:pt x="1857502" y="67324"/>
                </a:cubicBezTo>
                <a:lnTo>
                  <a:pt x="1872462" y="26625"/>
                </a:lnTo>
                <a:lnTo>
                  <a:pt x="1884325" y="26625"/>
                </a:lnTo>
                <a:lnTo>
                  <a:pt x="1857700" y="97848"/>
                </a:lnTo>
                <a:cubicBezTo>
                  <a:pt x="1854844" y="105542"/>
                  <a:pt x="1852625" y="110840"/>
                  <a:pt x="1851044" y="113741"/>
                </a:cubicBezTo>
                <a:cubicBezTo>
                  <a:pt x="1848935" y="117654"/>
                  <a:pt x="1846518" y="120523"/>
                  <a:pt x="1843794" y="122347"/>
                </a:cubicBezTo>
                <a:cubicBezTo>
                  <a:pt x="1841070" y="124172"/>
                  <a:pt x="1837819" y="125084"/>
                  <a:pt x="1834041" y="125084"/>
                </a:cubicBezTo>
                <a:cubicBezTo>
                  <a:pt x="1831756" y="125084"/>
                  <a:pt x="1829208" y="124601"/>
                  <a:pt x="1826396" y="123635"/>
                </a:cubicBezTo>
                <a:close/>
                <a:moveTo>
                  <a:pt x="1942319" y="74075"/>
                </a:moveTo>
                <a:lnTo>
                  <a:pt x="1954577" y="75591"/>
                </a:lnTo>
                <a:cubicBezTo>
                  <a:pt x="1952644" y="82753"/>
                  <a:pt x="1949064" y="88310"/>
                  <a:pt x="1943835" y="92265"/>
                </a:cubicBezTo>
                <a:cubicBezTo>
                  <a:pt x="1938607" y="96219"/>
                  <a:pt x="1931929" y="98196"/>
                  <a:pt x="1923801" y="98196"/>
                </a:cubicBezTo>
                <a:cubicBezTo>
                  <a:pt x="1913564" y="98196"/>
                  <a:pt x="1905447" y="95043"/>
                  <a:pt x="1899449" y="88739"/>
                </a:cubicBezTo>
                <a:cubicBezTo>
                  <a:pt x="1893452" y="82434"/>
                  <a:pt x="1890454" y="73592"/>
                  <a:pt x="1890454" y="62213"/>
                </a:cubicBezTo>
                <a:cubicBezTo>
                  <a:pt x="1890454" y="50438"/>
                  <a:pt x="1893485" y="41299"/>
                  <a:pt x="1899548" y="34797"/>
                </a:cubicBezTo>
                <a:cubicBezTo>
                  <a:pt x="1905611" y="28294"/>
                  <a:pt x="1913476" y="25043"/>
                  <a:pt x="1923142" y="25043"/>
                </a:cubicBezTo>
                <a:cubicBezTo>
                  <a:pt x="1932500" y="25043"/>
                  <a:pt x="1940145" y="28224"/>
                  <a:pt x="1946076" y="34585"/>
                </a:cubicBezTo>
                <a:cubicBezTo>
                  <a:pt x="1952007" y="40944"/>
                  <a:pt x="1954973" y="49892"/>
                  <a:pt x="1954973" y="61428"/>
                </a:cubicBezTo>
                <a:cubicBezTo>
                  <a:pt x="1954973" y="62130"/>
                  <a:pt x="1954951" y="63182"/>
                  <a:pt x="1954907" y="64585"/>
                </a:cubicBezTo>
                <a:lnTo>
                  <a:pt x="1902712" y="64585"/>
                </a:lnTo>
                <a:cubicBezTo>
                  <a:pt x="1903151" y="72252"/>
                  <a:pt x="1905326" y="78123"/>
                  <a:pt x="1909236" y="82198"/>
                </a:cubicBezTo>
                <a:cubicBezTo>
                  <a:pt x="1913146" y="86273"/>
                  <a:pt x="1918023" y="88310"/>
                  <a:pt x="1923867" y="88310"/>
                </a:cubicBezTo>
                <a:cubicBezTo>
                  <a:pt x="1928216" y="88310"/>
                  <a:pt x="1931929" y="87179"/>
                  <a:pt x="1935004" y="84916"/>
                </a:cubicBezTo>
                <a:cubicBezTo>
                  <a:pt x="1938080" y="82652"/>
                  <a:pt x="1940518" y="79039"/>
                  <a:pt x="1942319" y="74075"/>
                </a:cubicBezTo>
                <a:moveTo>
                  <a:pt x="1903371" y="54700"/>
                </a:moveTo>
                <a:lnTo>
                  <a:pt x="1942451" y="54700"/>
                </a:lnTo>
                <a:cubicBezTo>
                  <a:pt x="1941924" y="48908"/>
                  <a:pt x="1940430" y="44565"/>
                  <a:pt x="1937970" y="41669"/>
                </a:cubicBezTo>
                <a:cubicBezTo>
                  <a:pt x="1934191" y="37176"/>
                  <a:pt x="1929293" y="34929"/>
                  <a:pt x="1923273" y="34929"/>
                </a:cubicBezTo>
                <a:cubicBezTo>
                  <a:pt x="1917825" y="34929"/>
                  <a:pt x="1913245" y="36723"/>
                  <a:pt x="1909533" y="40310"/>
                </a:cubicBezTo>
                <a:cubicBezTo>
                  <a:pt x="1905820" y="43896"/>
                  <a:pt x="1903766" y="48693"/>
                  <a:pt x="1903371" y="54700"/>
                </a:cubicBezTo>
                <a:close/>
                <a:moveTo>
                  <a:pt x="1969319" y="96614"/>
                </a:moveTo>
                <a:lnTo>
                  <a:pt x="1969319" y="26625"/>
                </a:lnTo>
                <a:lnTo>
                  <a:pt x="1979996" y="26625"/>
                </a:lnTo>
                <a:lnTo>
                  <a:pt x="1979996" y="37169"/>
                </a:lnTo>
                <a:cubicBezTo>
                  <a:pt x="1982720" y="32232"/>
                  <a:pt x="1985235" y="28977"/>
                  <a:pt x="1987542" y="27403"/>
                </a:cubicBezTo>
                <a:cubicBezTo>
                  <a:pt x="1989848" y="25830"/>
                  <a:pt x="1992386" y="25043"/>
                  <a:pt x="1995153" y="25043"/>
                </a:cubicBezTo>
                <a:cubicBezTo>
                  <a:pt x="1999152" y="25043"/>
                  <a:pt x="2003216" y="26312"/>
                  <a:pt x="2007346" y="28849"/>
                </a:cubicBezTo>
                <a:lnTo>
                  <a:pt x="2003260" y="39806"/>
                </a:lnTo>
                <a:cubicBezTo>
                  <a:pt x="2000360" y="38092"/>
                  <a:pt x="1997460" y="37235"/>
                  <a:pt x="1994560" y="37235"/>
                </a:cubicBezTo>
                <a:cubicBezTo>
                  <a:pt x="1991968" y="37235"/>
                  <a:pt x="1989640" y="38017"/>
                  <a:pt x="1987575" y="39579"/>
                </a:cubicBezTo>
                <a:cubicBezTo>
                  <a:pt x="1985510" y="41140"/>
                  <a:pt x="1984038" y="43306"/>
                  <a:pt x="1983159" y="46077"/>
                </a:cubicBezTo>
                <a:cubicBezTo>
                  <a:pt x="1981841" y="50299"/>
                  <a:pt x="1981182" y="54917"/>
                  <a:pt x="1981182" y="59931"/>
                </a:cubicBezTo>
                <a:lnTo>
                  <a:pt x="1981182" y="96614"/>
                </a:lnTo>
                <a:lnTo>
                  <a:pt x="1969319" y="96614"/>
                </a:lnTo>
                <a:close/>
                <a:moveTo>
                  <a:pt x="2009651" y="75657"/>
                </a:moveTo>
                <a:lnTo>
                  <a:pt x="2021382" y="73812"/>
                </a:lnTo>
                <a:cubicBezTo>
                  <a:pt x="2022041" y="78492"/>
                  <a:pt x="2023875" y="82079"/>
                  <a:pt x="2026885" y="84572"/>
                </a:cubicBezTo>
                <a:cubicBezTo>
                  <a:pt x="2029894" y="87064"/>
                  <a:pt x="2034101" y="88310"/>
                  <a:pt x="2039505" y="88310"/>
                </a:cubicBezTo>
                <a:cubicBezTo>
                  <a:pt x="2044953" y="88310"/>
                  <a:pt x="2048995" y="87210"/>
                  <a:pt x="2051631" y="85009"/>
                </a:cubicBezTo>
                <a:cubicBezTo>
                  <a:pt x="2054267" y="82807"/>
                  <a:pt x="2055585" y="80224"/>
                  <a:pt x="2055585" y="77261"/>
                </a:cubicBezTo>
                <a:cubicBezTo>
                  <a:pt x="2055585" y="74602"/>
                  <a:pt x="2054421" y="72509"/>
                  <a:pt x="2052093" y="70984"/>
                </a:cubicBezTo>
                <a:cubicBezTo>
                  <a:pt x="2050467" y="69938"/>
                  <a:pt x="2046425" y="68608"/>
                  <a:pt x="2039966" y="66995"/>
                </a:cubicBezTo>
                <a:cubicBezTo>
                  <a:pt x="2031267" y="64797"/>
                  <a:pt x="2025237" y="62895"/>
                  <a:pt x="2021876" y="61290"/>
                </a:cubicBezTo>
                <a:cubicBezTo>
                  <a:pt x="2018515" y="59685"/>
                  <a:pt x="2015967" y="57464"/>
                  <a:pt x="2014231" y="54628"/>
                </a:cubicBezTo>
                <a:cubicBezTo>
                  <a:pt x="2012496" y="51791"/>
                  <a:pt x="2011628" y="48658"/>
                  <a:pt x="2011628" y="45228"/>
                </a:cubicBezTo>
                <a:cubicBezTo>
                  <a:pt x="2011628" y="42106"/>
                  <a:pt x="2012342" y="39214"/>
                  <a:pt x="2013770" y="36554"/>
                </a:cubicBezTo>
                <a:cubicBezTo>
                  <a:pt x="2015198" y="33893"/>
                  <a:pt x="2017142" y="31683"/>
                  <a:pt x="2019602" y="29924"/>
                </a:cubicBezTo>
                <a:cubicBezTo>
                  <a:pt x="2021448" y="28561"/>
                  <a:pt x="2023963" y="27407"/>
                  <a:pt x="2027148" y="26462"/>
                </a:cubicBezTo>
                <a:cubicBezTo>
                  <a:pt x="2030334" y="25516"/>
                  <a:pt x="2033750" y="25043"/>
                  <a:pt x="2037396" y="25043"/>
                </a:cubicBezTo>
                <a:cubicBezTo>
                  <a:pt x="2042888" y="25043"/>
                  <a:pt x="2047710" y="25840"/>
                  <a:pt x="2051862" y="27432"/>
                </a:cubicBezTo>
                <a:cubicBezTo>
                  <a:pt x="2056014" y="29024"/>
                  <a:pt x="2059078" y="31180"/>
                  <a:pt x="2061055" y="33901"/>
                </a:cubicBezTo>
                <a:cubicBezTo>
                  <a:pt x="2063033" y="36621"/>
                  <a:pt x="2064395" y="40259"/>
                  <a:pt x="2065141" y="44814"/>
                </a:cubicBezTo>
                <a:lnTo>
                  <a:pt x="2053542" y="46396"/>
                </a:lnTo>
                <a:cubicBezTo>
                  <a:pt x="2053015" y="42793"/>
                  <a:pt x="2051488" y="39981"/>
                  <a:pt x="2048962" y="37960"/>
                </a:cubicBezTo>
                <a:cubicBezTo>
                  <a:pt x="2046436" y="35939"/>
                  <a:pt x="2042866" y="34929"/>
                  <a:pt x="2038253" y="34929"/>
                </a:cubicBezTo>
                <a:cubicBezTo>
                  <a:pt x="2032805" y="34929"/>
                  <a:pt x="2028917" y="35825"/>
                  <a:pt x="2026588" y="37618"/>
                </a:cubicBezTo>
                <a:cubicBezTo>
                  <a:pt x="2024259" y="39410"/>
                  <a:pt x="2023095" y="41509"/>
                  <a:pt x="2023095" y="43914"/>
                </a:cubicBezTo>
                <a:cubicBezTo>
                  <a:pt x="2023095" y="45444"/>
                  <a:pt x="2023578" y="46821"/>
                  <a:pt x="2024545" y="48046"/>
                </a:cubicBezTo>
                <a:cubicBezTo>
                  <a:pt x="2025512" y="49313"/>
                  <a:pt x="2027027" y="50362"/>
                  <a:pt x="2029092" y="51192"/>
                </a:cubicBezTo>
                <a:cubicBezTo>
                  <a:pt x="2030279" y="51630"/>
                  <a:pt x="2033771" y="52636"/>
                  <a:pt x="2039571" y="54210"/>
                </a:cubicBezTo>
                <a:cubicBezTo>
                  <a:pt x="2047963" y="56449"/>
                  <a:pt x="2053817" y="58282"/>
                  <a:pt x="2057134" y="59708"/>
                </a:cubicBezTo>
                <a:cubicBezTo>
                  <a:pt x="2060451" y="61135"/>
                  <a:pt x="2063055" y="63209"/>
                  <a:pt x="2064944" y="65932"/>
                </a:cubicBezTo>
                <a:cubicBezTo>
                  <a:pt x="2066833" y="68653"/>
                  <a:pt x="2067778" y="72033"/>
                  <a:pt x="2067778" y="76071"/>
                </a:cubicBezTo>
                <a:cubicBezTo>
                  <a:pt x="2067778" y="80022"/>
                  <a:pt x="2066624" y="83743"/>
                  <a:pt x="2064318" y="87233"/>
                </a:cubicBezTo>
                <a:cubicBezTo>
                  <a:pt x="2062011" y="90722"/>
                  <a:pt x="2058683" y="93421"/>
                  <a:pt x="2054333" y="95331"/>
                </a:cubicBezTo>
                <a:cubicBezTo>
                  <a:pt x="2049984" y="97241"/>
                  <a:pt x="2045063" y="98196"/>
                  <a:pt x="2039571" y="98196"/>
                </a:cubicBezTo>
                <a:cubicBezTo>
                  <a:pt x="2030476" y="98196"/>
                  <a:pt x="2023546" y="96301"/>
                  <a:pt x="2018779" y="92512"/>
                </a:cubicBezTo>
                <a:cubicBezTo>
                  <a:pt x="2014012" y="88722"/>
                  <a:pt x="2010969" y="83104"/>
                  <a:pt x="2009651" y="75657"/>
                </a:cubicBezTo>
                <a:close/>
                <a:moveTo>
                  <a:pt x="2085242" y="96614"/>
                </a:moveTo>
                <a:lnTo>
                  <a:pt x="2085242" y="83038"/>
                </a:lnTo>
                <a:lnTo>
                  <a:pt x="2098752" y="83038"/>
                </a:lnTo>
                <a:lnTo>
                  <a:pt x="2098752" y="96614"/>
                </a:lnTo>
                <a:lnTo>
                  <a:pt x="208524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1FB95-8EA2-4040-BBE5-981777E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487" y="4970256"/>
            <a:ext cx="489266" cy="717027"/>
          </a:xfrm>
          <a:custGeom xmlns:a="http://schemas.openxmlformats.org/drawingml/2006/main">
            <a:pathLst>
              <a:path w="489266" h="717027">
                <a:moveTo>
                  <a:pt x="0" y="523008"/>
                </a:moveTo>
                <a:lnTo>
                  <a:pt x="0" y="194019"/>
                </a:lnTo>
                <a:lnTo>
                  <a:pt x="244633" y="194019"/>
                </a:lnTo>
                <a:lnTo>
                  <a:pt x="244633" y="0"/>
                </a:lnTo>
                <a:lnTo>
                  <a:pt x="489266" y="358514"/>
                </a:lnTo>
                <a:lnTo>
                  <a:pt x="244633" y="717027"/>
                </a:lnTo>
                <a:lnTo>
                  <a:pt x="244633" y="523008"/>
                </a:lnTo>
                <a:lnTo>
                  <a:pt x="0" y="523008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F03EF-DE77-488C-9417-8DACE3CB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487" y="4970256"/>
            <a:ext cx="489266" cy="717027"/>
          </a:xfrm>
          <a:custGeom xmlns:a="http://schemas.openxmlformats.org/drawingml/2006/main">
            <a:pathLst>
              <a:path w="489266" h="717027" fill="none">
                <a:moveTo>
                  <a:pt x="0" y="523008"/>
                </a:moveTo>
                <a:lnTo>
                  <a:pt x="0" y="194019"/>
                </a:lnTo>
                <a:lnTo>
                  <a:pt x="244633" y="194019"/>
                </a:lnTo>
                <a:lnTo>
                  <a:pt x="244633" y="0"/>
                </a:lnTo>
                <a:lnTo>
                  <a:pt x="489266" y="358514"/>
                </a:lnTo>
                <a:lnTo>
                  <a:pt x="244633" y="717027"/>
                </a:lnTo>
                <a:lnTo>
                  <a:pt x="244633" y="523008"/>
                </a:lnTo>
                <a:lnTo>
                  <a:pt x="0" y="5230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36393D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02DA9-C91D-4444-8A08-797C326F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221" y="1846885"/>
            <a:ext cx="490531" cy="716943"/>
          </a:xfrm>
          <a:custGeom xmlns:a="http://schemas.openxmlformats.org/drawingml/2006/main">
            <a:pathLst>
              <a:path w="490531" h="716943">
                <a:moveTo>
                  <a:pt x="2531" y="524864"/>
                </a:moveTo>
                <a:lnTo>
                  <a:pt x="0" y="195875"/>
                </a:lnTo>
                <a:lnTo>
                  <a:pt x="244633" y="194019"/>
                </a:lnTo>
                <a:lnTo>
                  <a:pt x="243114" y="0"/>
                </a:lnTo>
                <a:lnTo>
                  <a:pt x="490531" y="356574"/>
                </a:lnTo>
                <a:lnTo>
                  <a:pt x="248682" y="716943"/>
                </a:lnTo>
                <a:lnTo>
                  <a:pt x="247164" y="522924"/>
                </a:lnTo>
                <a:lnTo>
                  <a:pt x="2531" y="524864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E64F4-11BE-4526-880E-E34F8099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221" y="1846885"/>
            <a:ext cx="490531" cy="716943"/>
          </a:xfrm>
          <a:custGeom xmlns:a="http://schemas.openxmlformats.org/drawingml/2006/main">
            <a:pathLst>
              <a:path w="490531" h="716943" fill="none">
                <a:moveTo>
                  <a:pt x="2531" y="524864"/>
                </a:moveTo>
                <a:lnTo>
                  <a:pt x="0" y="195875"/>
                </a:lnTo>
                <a:lnTo>
                  <a:pt x="244633" y="194019"/>
                </a:lnTo>
                <a:lnTo>
                  <a:pt x="243114" y="0"/>
                </a:lnTo>
                <a:lnTo>
                  <a:pt x="490531" y="356574"/>
                </a:lnTo>
                <a:lnTo>
                  <a:pt x="248682" y="716943"/>
                </a:lnTo>
                <a:lnTo>
                  <a:pt x="247164" y="522924"/>
                </a:lnTo>
                <a:lnTo>
                  <a:pt x="2531" y="5248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36393D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1577A-29C0-46AD-9989-2D87F95C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155" y="4915424"/>
            <a:ext cx="261504" cy="328989"/>
          </a:xfrm>
          <a:custGeom xmlns:a="http://schemas.openxmlformats.org/drawingml/2006/main">
            <a:pathLst>
              <a:path w="261504" h="328989" fill="none">
                <a:moveTo>
                  <a:pt x="88574" y="0"/>
                </a:moveTo>
                <a:lnTo>
                  <a:pt x="172930" y="0"/>
                </a:lnTo>
                <a:lnTo>
                  <a:pt x="172930" y="168712"/>
                </a:lnTo>
                <a:lnTo>
                  <a:pt x="261504" y="168712"/>
                </a:lnTo>
                <a:lnTo>
                  <a:pt x="130752" y="328989"/>
                </a:lnTo>
                <a:lnTo>
                  <a:pt x="0" y="168712"/>
                </a:lnTo>
                <a:lnTo>
                  <a:pt x="88574" y="168712"/>
                </a:lnTo>
                <a:lnTo>
                  <a:pt x="8857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000000"/>
            </a:solidFill>
            <a:miter/>
          </a:ln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27e179530410c"/>
          <a:stretch xmlns:a="http://schemas.openxmlformats.org/drawingml/2006/main"/>
        </p:blipFill>
        <p:spPr>
          <a:xfrm xmlns:a="http://schemas.openxmlformats.org/drawingml/2006/main">
            <a:off x="9851623" y="2313037"/>
            <a:ext cx="295247" cy="295247"/>
          </a:xfrm>
          <a:prstGeom xmlns:a="http://schemas.openxmlformats.org/drawingml/2006/main" prst="rect">
            <a:avLst/>
          </a:prstGeom>
        </p:spPr>
      </p:pic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73389de1f4084"/>
          <a:stretch xmlns:a="http://schemas.openxmlformats.org/drawingml/2006/main"/>
        </p:blipFill>
        <p:spPr>
          <a:xfrm xmlns:a="http://schemas.openxmlformats.org/drawingml/2006/main">
            <a:off x="9843187" y="5607146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480A2-7CF2-46B3-800D-3C9976AF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315" y="883453"/>
            <a:ext cx="717027" cy="493231"/>
          </a:xfrm>
          <a:custGeom xmlns:a="http://schemas.openxmlformats.org/drawingml/2006/main">
            <a:pathLst>
              <a:path w="717027" h="493231">
                <a:moveTo>
                  <a:pt x="523008" y="493231"/>
                </a:moveTo>
                <a:lnTo>
                  <a:pt x="194019" y="493231"/>
                </a:lnTo>
                <a:lnTo>
                  <a:pt x="194019" y="244633"/>
                </a:lnTo>
                <a:lnTo>
                  <a:pt x="0" y="244633"/>
                </a:lnTo>
                <a:lnTo>
                  <a:pt x="358514" y="0"/>
                </a:lnTo>
                <a:lnTo>
                  <a:pt x="717027" y="244633"/>
                </a:lnTo>
                <a:lnTo>
                  <a:pt x="523008" y="244633"/>
                </a:lnTo>
                <a:lnTo>
                  <a:pt x="523008" y="493231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CAE01-E611-45A0-AB5C-C1C4C53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315" y="883453"/>
            <a:ext cx="717027" cy="493231"/>
          </a:xfrm>
          <a:custGeom xmlns:a="http://schemas.openxmlformats.org/drawingml/2006/main">
            <a:pathLst>
              <a:path w="717027" h="493231" fill="none">
                <a:moveTo>
                  <a:pt x="523008" y="493231"/>
                </a:moveTo>
                <a:lnTo>
                  <a:pt x="194019" y="493231"/>
                </a:lnTo>
                <a:lnTo>
                  <a:pt x="194019" y="244633"/>
                </a:lnTo>
                <a:lnTo>
                  <a:pt x="0" y="244633"/>
                </a:lnTo>
                <a:lnTo>
                  <a:pt x="358514" y="0"/>
                </a:lnTo>
                <a:lnTo>
                  <a:pt x="717027" y="244633"/>
                </a:lnTo>
                <a:lnTo>
                  <a:pt x="523008" y="244633"/>
                </a:lnTo>
                <a:lnTo>
                  <a:pt x="523008" y="4932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36393D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618EA-C7AB-4B1F-BCF2-67732C71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614" y="457201"/>
            <a:ext cx="2209120" cy="337425"/>
          </a:xfrm>
          <a:custGeom xmlns:a="http://schemas.openxmlformats.org/drawingml/2006/main">
            <a:pathLst>
              <a:path w="2209120" h="337425">
                <a:moveTo>
                  <a:pt x="50614" y="0"/>
                </a:moveTo>
                <a:lnTo>
                  <a:pt x="2158506" y="0"/>
                </a:lnTo>
                <a:cubicBezTo>
                  <a:pt x="2161829" y="0"/>
                  <a:pt x="2165120" y="325"/>
                  <a:pt x="2168380" y="973"/>
                </a:cubicBezTo>
                <a:cubicBezTo>
                  <a:pt x="2171639" y="1621"/>
                  <a:pt x="2174804" y="2581"/>
                  <a:pt x="2177874" y="3853"/>
                </a:cubicBezTo>
                <a:cubicBezTo>
                  <a:pt x="2180944" y="5125"/>
                  <a:pt x="2183861" y="6684"/>
                  <a:pt x="2186625" y="8531"/>
                </a:cubicBezTo>
                <a:cubicBezTo>
                  <a:pt x="2189389" y="10377"/>
                  <a:pt x="2191946" y="12476"/>
                  <a:pt x="2194295" y="14825"/>
                </a:cubicBezTo>
                <a:cubicBezTo>
                  <a:pt x="2196644" y="17176"/>
                  <a:pt x="2198743" y="19733"/>
                  <a:pt x="2200590" y="22495"/>
                </a:cubicBezTo>
                <a:cubicBezTo>
                  <a:pt x="2202436" y="25259"/>
                  <a:pt x="2203995" y="28176"/>
                  <a:pt x="2205266" y="31246"/>
                </a:cubicBezTo>
                <a:cubicBezTo>
                  <a:pt x="2206538" y="34316"/>
                  <a:pt x="2207498" y="37481"/>
                  <a:pt x="2208147" y="40740"/>
                </a:cubicBezTo>
                <a:cubicBezTo>
                  <a:pt x="2208796" y="44000"/>
                  <a:pt x="2209120" y="47291"/>
                  <a:pt x="2209120" y="50614"/>
                </a:cubicBezTo>
                <a:lnTo>
                  <a:pt x="2209120" y="286811"/>
                </a:lnTo>
                <a:cubicBezTo>
                  <a:pt x="2209120" y="290135"/>
                  <a:pt x="2208796" y="293426"/>
                  <a:pt x="2208147" y="296686"/>
                </a:cubicBezTo>
                <a:cubicBezTo>
                  <a:pt x="2207498" y="299945"/>
                  <a:pt x="2206538" y="303110"/>
                  <a:pt x="2205266" y="306181"/>
                </a:cubicBezTo>
                <a:cubicBezTo>
                  <a:pt x="2203995" y="309251"/>
                  <a:pt x="2202434" y="312168"/>
                  <a:pt x="2200589" y="314931"/>
                </a:cubicBezTo>
                <a:cubicBezTo>
                  <a:pt x="2198742" y="317695"/>
                  <a:pt x="2196644" y="320251"/>
                  <a:pt x="2194295" y="322601"/>
                </a:cubicBezTo>
                <a:cubicBezTo>
                  <a:pt x="2191946" y="324951"/>
                  <a:pt x="2189389" y="327049"/>
                  <a:pt x="2186625" y="328896"/>
                </a:cubicBezTo>
                <a:cubicBezTo>
                  <a:pt x="2183861" y="330741"/>
                  <a:pt x="2180944" y="332301"/>
                  <a:pt x="2177874" y="333572"/>
                </a:cubicBezTo>
                <a:cubicBezTo>
                  <a:pt x="2174804" y="334844"/>
                  <a:pt x="2171639" y="335804"/>
                  <a:pt x="2168380" y="336452"/>
                </a:cubicBezTo>
                <a:cubicBezTo>
                  <a:pt x="2165120" y="337101"/>
                  <a:pt x="2161829" y="337425"/>
                  <a:pt x="2158506" y="337425"/>
                </a:cubicBezTo>
                <a:lnTo>
                  <a:pt x="50614" y="337425"/>
                </a:lnTo>
                <a:cubicBezTo>
                  <a:pt x="47290" y="337425"/>
                  <a:pt x="43999" y="337101"/>
                  <a:pt x="40739" y="336452"/>
                </a:cubicBezTo>
                <a:cubicBezTo>
                  <a:pt x="37480" y="335804"/>
                  <a:pt x="34315" y="334844"/>
                  <a:pt x="31244" y="333572"/>
                </a:cubicBezTo>
                <a:cubicBezTo>
                  <a:pt x="28174" y="332301"/>
                  <a:pt x="25257" y="330741"/>
                  <a:pt x="22494" y="328895"/>
                </a:cubicBezTo>
                <a:cubicBezTo>
                  <a:pt x="19730" y="327049"/>
                  <a:pt x="17174" y="324951"/>
                  <a:pt x="14824" y="322601"/>
                </a:cubicBezTo>
                <a:cubicBezTo>
                  <a:pt x="12474" y="320251"/>
                  <a:pt x="10376" y="317695"/>
                  <a:pt x="8529" y="314931"/>
                </a:cubicBezTo>
                <a:cubicBezTo>
                  <a:pt x="6684" y="312168"/>
                  <a:pt x="5124" y="309251"/>
                  <a:pt x="3853" y="306181"/>
                </a:cubicBezTo>
                <a:cubicBezTo>
                  <a:pt x="2581" y="303110"/>
                  <a:pt x="1621" y="299945"/>
                  <a:pt x="972" y="296686"/>
                </a:cubicBezTo>
                <a:cubicBezTo>
                  <a:pt x="324" y="293426"/>
                  <a:pt x="0" y="290135"/>
                  <a:pt x="0" y="286811"/>
                </a:cubicBezTo>
                <a:lnTo>
                  <a:pt x="0" y="50614"/>
                </a:lnTo>
                <a:cubicBezTo>
                  <a:pt x="0" y="47291"/>
                  <a:pt x="324" y="44000"/>
                  <a:pt x="972" y="40741"/>
                </a:cubicBezTo>
                <a:cubicBezTo>
                  <a:pt x="1621" y="37481"/>
                  <a:pt x="2581" y="34316"/>
                  <a:pt x="3853" y="31246"/>
                </a:cubicBezTo>
                <a:cubicBezTo>
                  <a:pt x="5124" y="28176"/>
                  <a:pt x="6684" y="25259"/>
                  <a:pt x="8529" y="22495"/>
                </a:cubicBezTo>
                <a:cubicBezTo>
                  <a:pt x="10376" y="19733"/>
                  <a:pt x="12474" y="17176"/>
                  <a:pt x="14824" y="14825"/>
                </a:cubicBezTo>
                <a:cubicBezTo>
                  <a:pt x="17174" y="12476"/>
                  <a:pt x="19730" y="10377"/>
                  <a:pt x="22494" y="8531"/>
                </a:cubicBezTo>
                <a:cubicBezTo>
                  <a:pt x="25257" y="6684"/>
                  <a:pt x="28174" y="5125"/>
                  <a:pt x="31244" y="3853"/>
                </a:cubicBezTo>
                <a:cubicBezTo>
                  <a:pt x="34315" y="2581"/>
                  <a:pt x="37480" y="1621"/>
                  <a:pt x="40739" y="973"/>
                </a:cubicBezTo>
                <a:cubicBezTo>
                  <a:pt x="43999" y="325"/>
                  <a:pt x="47290" y="0"/>
                  <a:pt x="50614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1186D-6FCB-4407-8BBA-1B0E75F5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614" y="457201"/>
            <a:ext cx="2209120" cy="337425"/>
          </a:xfrm>
          <a:custGeom xmlns:a="http://schemas.openxmlformats.org/drawingml/2006/main">
            <a:pathLst>
              <a:path w="2209120" h="337425" fill="none">
                <a:moveTo>
                  <a:pt x="50614" y="0"/>
                </a:moveTo>
                <a:lnTo>
                  <a:pt x="2158506" y="0"/>
                </a:lnTo>
                <a:cubicBezTo>
                  <a:pt x="2161829" y="0"/>
                  <a:pt x="2165120" y="325"/>
                  <a:pt x="2168380" y="973"/>
                </a:cubicBezTo>
                <a:cubicBezTo>
                  <a:pt x="2171639" y="1621"/>
                  <a:pt x="2174804" y="2581"/>
                  <a:pt x="2177874" y="3853"/>
                </a:cubicBezTo>
                <a:cubicBezTo>
                  <a:pt x="2180944" y="5125"/>
                  <a:pt x="2183861" y="6684"/>
                  <a:pt x="2186625" y="8531"/>
                </a:cubicBezTo>
                <a:cubicBezTo>
                  <a:pt x="2189389" y="10377"/>
                  <a:pt x="2191946" y="12476"/>
                  <a:pt x="2194295" y="14825"/>
                </a:cubicBezTo>
                <a:cubicBezTo>
                  <a:pt x="2196644" y="17176"/>
                  <a:pt x="2198743" y="19733"/>
                  <a:pt x="2200590" y="22495"/>
                </a:cubicBezTo>
                <a:cubicBezTo>
                  <a:pt x="2202436" y="25259"/>
                  <a:pt x="2203995" y="28176"/>
                  <a:pt x="2205266" y="31246"/>
                </a:cubicBezTo>
                <a:cubicBezTo>
                  <a:pt x="2206538" y="34316"/>
                  <a:pt x="2207498" y="37481"/>
                  <a:pt x="2208147" y="40740"/>
                </a:cubicBezTo>
                <a:cubicBezTo>
                  <a:pt x="2208796" y="44000"/>
                  <a:pt x="2209120" y="47291"/>
                  <a:pt x="2209120" y="50614"/>
                </a:cubicBezTo>
                <a:lnTo>
                  <a:pt x="2209120" y="286811"/>
                </a:lnTo>
                <a:cubicBezTo>
                  <a:pt x="2209120" y="290135"/>
                  <a:pt x="2208796" y="293426"/>
                  <a:pt x="2208147" y="296686"/>
                </a:cubicBezTo>
                <a:cubicBezTo>
                  <a:pt x="2207498" y="299945"/>
                  <a:pt x="2206538" y="303110"/>
                  <a:pt x="2205266" y="306181"/>
                </a:cubicBezTo>
                <a:cubicBezTo>
                  <a:pt x="2203995" y="309251"/>
                  <a:pt x="2202434" y="312168"/>
                  <a:pt x="2200589" y="314931"/>
                </a:cubicBezTo>
                <a:cubicBezTo>
                  <a:pt x="2198742" y="317695"/>
                  <a:pt x="2196644" y="320251"/>
                  <a:pt x="2194295" y="322601"/>
                </a:cubicBezTo>
                <a:cubicBezTo>
                  <a:pt x="2191946" y="324951"/>
                  <a:pt x="2189389" y="327049"/>
                  <a:pt x="2186625" y="328896"/>
                </a:cubicBezTo>
                <a:cubicBezTo>
                  <a:pt x="2183861" y="330741"/>
                  <a:pt x="2180944" y="332301"/>
                  <a:pt x="2177874" y="333572"/>
                </a:cubicBezTo>
                <a:cubicBezTo>
                  <a:pt x="2174804" y="334844"/>
                  <a:pt x="2171639" y="335804"/>
                  <a:pt x="2168380" y="336452"/>
                </a:cubicBezTo>
                <a:cubicBezTo>
                  <a:pt x="2165120" y="337101"/>
                  <a:pt x="2161829" y="337425"/>
                  <a:pt x="2158506" y="337425"/>
                </a:cubicBezTo>
                <a:lnTo>
                  <a:pt x="50614" y="337425"/>
                </a:lnTo>
                <a:cubicBezTo>
                  <a:pt x="47290" y="337425"/>
                  <a:pt x="43999" y="337101"/>
                  <a:pt x="40739" y="336452"/>
                </a:cubicBezTo>
                <a:cubicBezTo>
                  <a:pt x="37480" y="335804"/>
                  <a:pt x="34315" y="334844"/>
                  <a:pt x="31244" y="333572"/>
                </a:cubicBezTo>
                <a:cubicBezTo>
                  <a:pt x="28174" y="332301"/>
                  <a:pt x="25257" y="330741"/>
                  <a:pt x="22494" y="328895"/>
                </a:cubicBezTo>
                <a:cubicBezTo>
                  <a:pt x="19730" y="327049"/>
                  <a:pt x="17174" y="324951"/>
                  <a:pt x="14824" y="322601"/>
                </a:cubicBezTo>
                <a:cubicBezTo>
                  <a:pt x="12474" y="320251"/>
                  <a:pt x="10376" y="317695"/>
                  <a:pt x="8529" y="314931"/>
                </a:cubicBezTo>
                <a:cubicBezTo>
                  <a:pt x="6684" y="312168"/>
                  <a:pt x="5124" y="309251"/>
                  <a:pt x="3853" y="306181"/>
                </a:cubicBezTo>
                <a:cubicBezTo>
                  <a:pt x="2581" y="303110"/>
                  <a:pt x="1621" y="299945"/>
                  <a:pt x="972" y="296686"/>
                </a:cubicBezTo>
                <a:cubicBezTo>
                  <a:pt x="324" y="293426"/>
                  <a:pt x="0" y="290135"/>
                  <a:pt x="0" y="286811"/>
                </a:cubicBezTo>
                <a:lnTo>
                  <a:pt x="0" y="50614"/>
                </a:lnTo>
                <a:cubicBezTo>
                  <a:pt x="0" y="47291"/>
                  <a:pt x="324" y="44000"/>
                  <a:pt x="972" y="40741"/>
                </a:cubicBezTo>
                <a:cubicBezTo>
                  <a:pt x="1621" y="37481"/>
                  <a:pt x="2581" y="34316"/>
                  <a:pt x="3853" y="31246"/>
                </a:cubicBezTo>
                <a:cubicBezTo>
                  <a:pt x="5124" y="28176"/>
                  <a:pt x="6684" y="25259"/>
                  <a:pt x="8529" y="22495"/>
                </a:cubicBezTo>
                <a:cubicBezTo>
                  <a:pt x="10376" y="19733"/>
                  <a:pt x="12474" y="17176"/>
                  <a:pt x="14824" y="14825"/>
                </a:cubicBezTo>
                <a:cubicBezTo>
                  <a:pt x="17174" y="12476"/>
                  <a:pt x="19730" y="10377"/>
                  <a:pt x="22494" y="8531"/>
                </a:cubicBezTo>
                <a:cubicBezTo>
                  <a:pt x="25257" y="6684"/>
                  <a:pt x="28174" y="5125"/>
                  <a:pt x="31244" y="3853"/>
                </a:cubicBezTo>
                <a:cubicBezTo>
                  <a:pt x="34315" y="2581"/>
                  <a:pt x="37480" y="1621"/>
                  <a:pt x="40739" y="973"/>
                </a:cubicBezTo>
                <a:cubicBezTo>
                  <a:pt x="43999" y="325"/>
                  <a:pt x="47290" y="0"/>
                  <a:pt x="506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6C8EBF"/>
            </a:solidFill>
            <a:miter/>
          </a:ln>
        </p:spPr>
      </p:sp>
      <p:sp>
        <p:nvSpPr>
          <p:cNvPr id="147" name="Text HallucinationScore=1.0">
            <a:extLst xmlns:a="http://schemas.openxmlformats.org/drawingml/2006/main">
              <a:ext uri="{FF2B5EF4-FFF2-40B4-BE49-F238E27FC236}">
                <a16:creationId xmlns:a16="http://schemas.microsoft.com/office/drawing/2014/main" id="{D5869196-6534-4DEB-ACC1-56E226C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085" y="566271"/>
            <a:ext cx="1981290" cy="125216"/>
          </a:xfrm>
          <a:custGeom xmlns:a="http://schemas.openxmlformats.org/drawingml/2006/main">
            <a:pathLst>
              <a:path w="1981290" h="125216">
                <a:moveTo>
                  <a:pt x="0" y="122910"/>
                </a:moveTo>
                <a:lnTo>
                  <a:pt x="0" y="2142"/>
                </a:lnTo>
                <a:lnTo>
                  <a:pt x="24384" y="2142"/>
                </a:lnTo>
                <a:lnTo>
                  <a:pt x="24384" y="49592"/>
                </a:lnTo>
                <a:lnTo>
                  <a:pt x="72164" y="49592"/>
                </a:lnTo>
                <a:lnTo>
                  <a:pt x="72164" y="2142"/>
                </a:lnTo>
                <a:lnTo>
                  <a:pt x="96548" y="2142"/>
                </a:lnTo>
                <a:lnTo>
                  <a:pt x="96548" y="122910"/>
                </a:lnTo>
                <a:lnTo>
                  <a:pt x="72164" y="122910"/>
                </a:lnTo>
                <a:lnTo>
                  <a:pt x="72164" y="70022"/>
                </a:lnTo>
                <a:lnTo>
                  <a:pt x="24384" y="70022"/>
                </a:lnTo>
                <a:lnTo>
                  <a:pt x="24384" y="122910"/>
                </a:lnTo>
                <a:lnTo>
                  <a:pt x="0" y="122910"/>
                </a:lnTo>
                <a:close/>
                <a:moveTo>
                  <a:pt x="138863" y="62443"/>
                </a:moveTo>
                <a:lnTo>
                  <a:pt x="117856" y="58654"/>
                </a:lnTo>
                <a:cubicBezTo>
                  <a:pt x="120218" y="50085"/>
                  <a:pt x="124282" y="43742"/>
                  <a:pt x="130049" y="39624"/>
                </a:cubicBezTo>
                <a:cubicBezTo>
                  <a:pt x="135815" y="35505"/>
                  <a:pt x="144383" y="33446"/>
                  <a:pt x="155751" y="33446"/>
                </a:cubicBezTo>
                <a:cubicBezTo>
                  <a:pt x="166076" y="33446"/>
                  <a:pt x="173764" y="34668"/>
                  <a:pt x="178817" y="37112"/>
                </a:cubicBezTo>
                <a:cubicBezTo>
                  <a:pt x="183870" y="39556"/>
                  <a:pt x="187426" y="42659"/>
                  <a:pt x="189485" y="46421"/>
                </a:cubicBezTo>
                <a:cubicBezTo>
                  <a:pt x="191545" y="50183"/>
                  <a:pt x="192574" y="57089"/>
                  <a:pt x="192574" y="67139"/>
                </a:cubicBezTo>
                <a:lnTo>
                  <a:pt x="192327" y="94159"/>
                </a:lnTo>
                <a:cubicBezTo>
                  <a:pt x="192327" y="101848"/>
                  <a:pt x="192698" y="107518"/>
                  <a:pt x="193439" y="111171"/>
                </a:cubicBezTo>
                <a:cubicBezTo>
                  <a:pt x="194181" y="114823"/>
                  <a:pt x="195567" y="118736"/>
                  <a:pt x="197599" y="122910"/>
                </a:cubicBezTo>
                <a:lnTo>
                  <a:pt x="174698" y="122910"/>
                </a:lnTo>
                <a:cubicBezTo>
                  <a:pt x="174094" y="121372"/>
                  <a:pt x="173352" y="119093"/>
                  <a:pt x="172474" y="116072"/>
                </a:cubicBezTo>
                <a:cubicBezTo>
                  <a:pt x="172089" y="114699"/>
                  <a:pt x="171815" y="113793"/>
                  <a:pt x="171650" y="113354"/>
                </a:cubicBezTo>
                <a:cubicBezTo>
                  <a:pt x="167696" y="117198"/>
                  <a:pt x="163467" y="120081"/>
                  <a:pt x="158964" y="122003"/>
                </a:cubicBezTo>
                <a:cubicBezTo>
                  <a:pt x="154460" y="123926"/>
                  <a:pt x="149655" y="124887"/>
                  <a:pt x="144547" y="124887"/>
                </a:cubicBezTo>
                <a:cubicBezTo>
                  <a:pt x="135540" y="124887"/>
                  <a:pt x="128442" y="122453"/>
                  <a:pt x="123252" y="117586"/>
                </a:cubicBezTo>
                <a:cubicBezTo>
                  <a:pt x="118062" y="112719"/>
                  <a:pt x="115467" y="106566"/>
                  <a:pt x="115467" y="99128"/>
                </a:cubicBezTo>
                <a:cubicBezTo>
                  <a:pt x="115467" y="94206"/>
                  <a:pt x="116648" y="89817"/>
                  <a:pt x="119010" y="85963"/>
                </a:cubicBezTo>
                <a:cubicBezTo>
                  <a:pt x="121371" y="82106"/>
                  <a:pt x="124680" y="79153"/>
                  <a:pt x="128936" y="77102"/>
                </a:cubicBezTo>
                <a:cubicBezTo>
                  <a:pt x="133193" y="75051"/>
                  <a:pt x="139330" y="73260"/>
                  <a:pt x="147348" y="71729"/>
                </a:cubicBezTo>
                <a:cubicBezTo>
                  <a:pt x="158167" y="69706"/>
                  <a:pt x="165664" y="67819"/>
                  <a:pt x="169838" y="66068"/>
                </a:cubicBezTo>
                <a:lnTo>
                  <a:pt x="169838" y="63736"/>
                </a:lnTo>
                <a:cubicBezTo>
                  <a:pt x="169838" y="59237"/>
                  <a:pt x="168739" y="56031"/>
                  <a:pt x="166542" y="54115"/>
                </a:cubicBezTo>
                <a:cubicBezTo>
                  <a:pt x="164346" y="52198"/>
                  <a:pt x="160199" y="51240"/>
                  <a:pt x="154103" y="51240"/>
                </a:cubicBezTo>
                <a:cubicBezTo>
                  <a:pt x="149984" y="51240"/>
                  <a:pt x="146772" y="52069"/>
                  <a:pt x="144465" y="53727"/>
                </a:cubicBezTo>
                <a:cubicBezTo>
                  <a:pt x="142158" y="55383"/>
                  <a:pt x="140291" y="58288"/>
                  <a:pt x="138863" y="62443"/>
                </a:cubicBezTo>
                <a:moveTo>
                  <a:pt x="169838" y="81226"/>
                </a:moveTo>
                <a:cubicBezTo>
                  <a:pt x="166872" y="82202"/>
                  <a:pt x="162176" y="83369"/>
                  <a:pt x="155751" y="84727"/>
                </a:cubicBezTo>
                <a:cubicBezTo>
                  <a:pt x="149325" y="86083"/>
                  <a:pt x="145124" y="87412"/>
                  <a:pt x="143147" y="88715"/>
                </a:cubicBezTo>
                <a:cubicBezTo>
                  <a:pt x="140126" y="90831"/>
                  <a:pt x="138616" y="93517"/>
                  <a:pt x="138616" y="96772"/>
                </a:cubicBezTo>
                <a:cubicBezTo>
                  <a:pt x="138616" y="99975"/>
                  <a:pt x="139824" y="102743"/>
                  <a:pt x="142241" y="105077"/>
                </a:cubicBezTo>
                <a:cubicBezTo>
                  <a:pt x="144657" y="107409"/>
                  <a:pt x="147733" y="108576"/>
                  <a:pt x="151467" y="108576"/>
                </a:cubicBezTo>
                <a:cubicBezTo>
                  <a:pt x="155641" y="108576"/>
                  <a:pt x="159623" y="107219"/>
                  <a:pt x="163412" y="104506"/>
                </a:cubicBezTo>
                <a:cubicBezTo>
                  <a:pt x="166213" y="102444"/>
                  <a:pt x="168053" y="99921"/>
                  <a:pt x="168931" y="96934"/>
                </a:cubicBezTo>
                <a:cubicBezTo>
                  <a:pt x="169536" y="94981"/>
                  <a:pt x="169838" y="91265"/>
                  <a:pt x="169838" y="85785"/>
                </a:cubicBezTo>
                <a:lnTo>
                  <a:pt x="169838" y="81226"/>
                </a:lnTo>
                <a:close/>
                <a:moveTo>
                  <a:pt x="215367" y="122910"/>
                </a:moveTo>
                <a:lnTo>
                  <a:pt x="215367" y="2142"/>
                </a:lnTo>
                <a:lnTo>
                  <a:pt x="238516" y="2142"/>
                </a:lnTo>
                <a:lnTo>
                  <a:pt x="238516" y="122910"/>
                </a:lnTo>
                <a:lnTo>
                  <a:pt x="215367" y="122910"/>
                </a:lnTo>
                <a:close/>
                <a:moveTo>
                  <a:pt x="262269" y="122910"/>
                </a:moveTo>
                <a:lnTo>
                  <a:pt x="262269" y="2142"/>
                </a:lnTo>
                <a:lnTo>
                  <a:pt x="285418" y="2142"/>
                </a:lnTo>
                <a:lnTo>
                  <a:pt x="285418" y="122910"/>
                </a:lnTo>
                <a:lnTo>
                  <a:pt x="262269" y="122910"/>
                </a:lnTo>
                <a:close/>
                <a:moveTo>
                  <a:pt x="366755" y="122910"/>
                </a:moveTo>
                <a:lnTo>
                  <a:pt x="366755" y="109811"/>
                </a:lnTo>
                <a:cubicBezTo>
                  <a:pt x="363569" y="114479"/>
                  <a:pt x="359382" y="118159"/>
                  <a:pt x="354192" y="120850"/>
                </a:cubicBezTo>
                <a:cubicBezTo>
                  <a:pt x="349002" y="123541"/>
                  <a:pt x="343524" y="124887"/>
                  <a:pt x="337757" y="124887"/>
                </a:cubicBezTo>
                <a:cubicBezTo>
                  <a:pt x="331881" y="124887"/>
                  <a:pt x="326608" y="123596"/>
                  <a:pt x="321940" y="121015"/>
                </a:cubicBezTo>
                <a:cubicBezTo>
                  <a:pt x="317272" y="118434"/>
                  <a:pt x="313895" y="114809"/>
                  <a:pt x="311808" y="110141"/>
                </a:cubicBezTo>
                <a:cubicBezTo>
                  <a:pt x="309721" y="105473"/>
                  <a:pt x="308677" y="99020"/>
                  <a:pt x="308677" y="90782"/>
                </a:cubicBezTo>
                <a:lnTo>
                  <a:pt x="308677" y="35423"/>
                </a:lnTo>
                <a:lnTo>
                  <a:pt x="331826" y="35423"/>
                </a:lnTo>
                <a:lnTo>
                  <a:pt x="331826" y="75531"/>
                </a:lnTo>
                <a:cubicBezTo>
                  <a:pt x="331826" y="87806"/>
                  <a:pt x="332251" y="95326"/>
                  <a:pt x="333103" y="98093"/>
                </a:cubicBezTo>
                <a:cubicBezTo>
                  <a:pt x="333954" y="100859"/>
                  <a:pt x="335505" y="103051"/>
                  <a:pt x="337757" y="104668"/>
                </a:cubicBezTo>
                <a:cubicBezTo>
                  <a:pt x="340009" y="106284"/>
                  <a:pt x="342865" y="107093"/>
                  <a:pt x="346324" y="107093"/>
                </a:cubicBezTo>
                <a:cubicBezTo>
                  <a:pt x="350279" y="107093"/>
                  <a:pt x="353821" y="106011"/>
                  <a:pt x="356951" y="103847"/>
                </a:cubicBezTo>
                <a:cubicBezTo>
                  <a:pt x="360082" y="101682"/>
                  <a:pt x="362224" y="98997"/>
                  <a:pt x="363377" y="95791"/>
                </a:cubicBezTo>
                <a:cubicBezTo>
                  <a:pt x="364530" y="92585"/>
                  <a:pt x="365107" y="84736"/>
                  <a:pt x="365107" y="72244"/>
                </a:cubicBezTo>
                <a:lnTo>
                  <a:pt x="365107" y="35423"/>
                </a:lnTo>
                <a:lnTo>
                  <a:pt x="388255" y="35423"/>
                </a:lnTo>
                <a:lnTo>
                  <a:pt x="388255" y="122910"/>
                </a:lnTo>
                <a:lnTo>
                  <a:pt x="366755" y="122910"/>
                </a:lnTo>
                <a:close/>
                <a:moveTo>
                  <a:pt x="488538" y="61290"/>
                </a:moveTo>
                <a:lnTo>
                  <a:pt x="465719" y="65409"/>
                </a:lnTo>
                <a:cubicBezTo>
                  <a:pt x="464950" y="60878"/>
                  <a:pt x="463206" y="57466"/>
                  <a:pt x="460488" y="55173"/>
                </a:cubicBezTo>
                <a:cubicBezTo>
                  <a:pt x="457769" y="52880"/>
                  <a:pt x="454241" y="51734"/>
                  <a:pt x="449902" y="51734"/>
                </a:cubicBezTo>
                <a:cubicBezTo>
                  <a:pt x="444135" y="51734"/>
                  <a:pt x="439536" y="53719"/>
                  <a:pt x="436103" y="57689"/>
                </a:cubicBezTo>
                <a:cubicBezTo>
                  <a:pt x="432671" y="61658"/>
                  <a:pt x="430955" y="68297"/>
                  <a:pt x="430955" y="77604"/>
                </a:cubicBezTo>
                <a:cubicBezTo>
                  <a:pt x="430955" y="87953"/>
                  <a:pt x="432698" y="95263"/>
                  <a:pt x="436186" y="99535"/>
                </a:cubicBezTo>
                <a:cubicBezTo>
                  <a:pt x="439673" y="103804"/>
                  <a:pt x="444355" y="105939"/>
                  <a:pt x="450231" y="105939"/>
                </a:cubicBezTo>
                <a:cubicBezTo>
                  <a:pt x="454625" y="105939"/>
                  <a:pt x="458222" y="104690"/>
                  <a:pt x="461023" y="102191"/>
                </a:cubicBezTo>
                <a:cubicBezTo>
                  <a:pt x="463824" y="99692"/>
                  <a:pt x="465801" y="95395"/>
                  <a:pt x="466954" y="89299"/>
                </a:cubicBezTo>
                <a:lnTo>
                  <a:pt x="489691" y="93253"/>
                </a:lnTo>
                <a:cubicBezTo>
                  <a:pt x="487330" y="103688"/>
                  <a:pt x="482799" y="111569"/>
                  <a:pt x="476098" y="116896"/>
                </a:cubicBezTo>
                <a:cubicBezTo>
                  <a:pt x="469398" y="122223"/>
                  <a:pt x="460419" y="124887"/>
                  <a:pt x="449161" y="124887"/>
                </a:cubicBezTo>
                <a:cubicBezTo>
                  <a:pt x="436364" y="124887"/>
                  <a:pt x="426163" y="120850"/>
                  <a:pt x="418557" y="112777"/>
                </a:cubicBezTo>
                <a:cubicBezTo>
                  <a:pt x="410950" y="104704"/>
                  <a:pt x="407147" y="93528"/>
                  <a:pt x="407147" y="79249"/>
                </a:cubicBezTo>
                <a:cubicBezTo>
                  <a:pt x="407147" y="64805"/>
                  <a:pt x="410964" y="53560"/>
                  <a:pt x="418598" y="45514"/>
                </a:cubicBezTo>
                <a:cubicBezTo>
                  <a:pt x="426232" y="37469"/>
                  <a:pt x="436557" y="33446"/>
                  <a:pt x="449572" y="33446"/>
                </a:cubicBezTo>
                <a:cubicBezTo>
                  <a:pt x="460227" y="33446"/>
                  <a:pt x="468698" y="35739"/>
                  <a:pt x="474986" y="40325"/>
                </a:cubicBezTo>
                <a:cubicBezTo>
                  <a:pt x="481275" y="44910"/>
                  <a:pt x="485792" y="51899"/>
                  <a:pt x="488538" y="61290"/>
                </a:cubicBezTo>
                <a:close/>
                <a:moveTo>
                  <a:pt x="506058" y="23560"/>
                </a:moveTo>
                <a:lnTo>
                  <a:pt x="506058" y="2142"/>
                </a:lnTo>
                <a:lnTo>
                  <a:pt x="529206" y="2142"/>
                </a:lnTo>
                <a:lnTo>
                  <a:pt x="529206" y="23560"/>
                </a:lnTo>
                <a:lnTo>
                  <a:pt x="506058" y="23560"/>
                </a:lnTo>
                <a:moveTo>
                  <a:pt x="506058" y="122910"/>
                </a:moveTo>
                <a:lnTo>
                  <a:pt x="506058" y="35423"/>
                </a:lnTo>
                <a:lnTo>
                  <a:pt x="529206" y="35423"/>
                </a:lnTo>
                <a:lnTo>
                  <a:pt x="529206" y="122910"/>
                </a:lnTo>
                <a:lnTo>
                  <a:pt x="506058" y="122910"/>
                </a:lnTo>
                <a:close/>
                <a:moveTo>
                  <a:pt x="632538" y="122910"/>
                </a:moveTo>
                <a:lnTo>
                  <a:pt x="609390" y="122910"/>
                </a:lnTo>
                <a:lnTo>
                  <a:pt x="609390" y="78312"/>
                </a:lnTo>
                <a:cubicBezTo>
                  <a:pt x="609390" y="68876"/>
                  <a:pt x="608895" y="62773"/>
                  <a:pt x="607907" y="60003"/>
                </a:cubicBezTo>
                <a:cubicBezTo>
                  <a:pt x="606918" y="57233"/>
                  <a:pt x="605312" y="55080"/>
                  <a:pt x="603088" y="53544"/>
                </a:cubicBezTo>
                <a:cubicBezTo>
                  <a:pt x="600863" y="52008"/>
                  <a:pt x="598186" y="51240"/>
                  <a:pt x="595056" y="51240"/>
                </a:cubicBezTo>
                <a:cubicBezTo>
                  <a:pt x="591047" y="51240"/>
                  <a:pt x="587449" y="52337"/>
                  <a:pt x="584264" y="54532"/>
                </a:cubicBezTo>
                <a:cubicBezTo>
                  <a:pt x="581079" y="56726"/>
                  <a:pt x="578896" y="59633"/>
                  <a:pt x="577715" y="63254"/>
                </a:cubicBezTo>
                <a:cubicBezTo>
                  <a:pt x="576534" y="66874"/>
                  <a:pt x="575944" y="73566"/>
                  <a:pt x="575944" y="83332"/>
                </a:cubicBezTo>
                <a:lnTo>
                  <a:pt x="575944" y="122910"/>
                </a:lnTo>
                <a:lnTo>
                  <a:pt x="552795" y="122910"/>
                </a:lnTo>
                <a:lnTo>
                  <a:pt x="552795" y="35423"/>
                </a:lnTo>
                <a:lnTo>
                  <a:pt x="574296" y="35423"/>
                </a:lnTo>
                <a:lnTo>
                  <a:pt x="574296" y="48274"/>
                </a:lnTo>
                <a:cubicBezTo>
                  <a:pt x="581930" y="38389"/>
                  <a:pt x="591541" y="33446"/>
                  <a:pt x="603129" y="33446"/>
                </a:cubicBezTo>
                <a:cubicBezTo>
                  <a:pt x="608236" y="33446"/>
                  <a:pt x="612905" y="34366"/>
                  <a:pt x="617133" y="36206"/>
                </a:cubicBezTo>
                <a:cubicBezTo>
                  <a:pt x="621362" y="38045"/>
                  <a:pt x="624561" y="40393"/>
                  <a:pt x="626730" y="43249"/>
                </a:cubicBezTo>
                <a:cubicBezTo>
                  <a:pt x="628900" y="46105"/>
                  <a:pt x="630410" y="49345"/>
                  <a:pt x="631261" y="52970"/>
                </a:cubicBezTo>
                <a:cubicBezTo>
                  <a:pt x="632113" y="56594"/>
                  <a:pt x="632538" y="61784"/>
                  <a:pt x="632538" y="68539"/>
                </a:cubicBezTo>
                <a:lnTo>
                  <a:pt x="632538" y="122910"/>
                </a:lnTo>
                <a:close/>
                <a:moveTo>
                  <a:pt x="673342" y="62443"/>
                </a:moveTo>
                <a:lnTo>
                  <a:pt x="652335" y="58654"/>
                </a:lnTo>
                <a:cubicBezTo>
                  <a:pt x="654697" y="50085"/>
                  <a:pt x="658761" y="43742"/>
                  <a:pt x="664527" y="39624"/>
                </a:cubicBezTo>
                <a:cubicBezTo>
                  <a:pt x="670294" y="35505"/>
                  <a:pt x="678861" y="33446"/>
                  <a:pt x="690230" y="33446"/>
                </a:cubicBezTo>
                <a:cubicBezTo>
                  <a:pt x="700554" y="33446"/>
                  <a:pt x="708243" y="34668"/>
                  <a:pt x="713296" y="37112"/>
                </a:cubicBezTo>
                <a:cubicBezTo>
                  <a:pt x="718348" y="39556"/>
                  <a:pt x="721904" y="42659"/>
                  <a:pt x="723964" y="46421"/>
                </a:cubicBezTo>
                <a:cubicBezTo>
                  <a:pt x="726023" y="50183"/>
                  <a:pt x="727053" y="57089"/>
                  <a:pt x="727053" y="67139"/>
                </a:cubicBezTo>
                <a:lnTo>
                  <a:pt x="726806" y="94159"/>
                </a:lnTo>
                <a:cubicBezTo>
                  <a:pt x="726806" y="101848"/>
                  <a:pt x="727177" y="107518"/>
                  <a:pt x="727918" y="111171"/>
                </a:cubicBezTo>
                <a:cubicBezTo>
                  <a:pt x="728659" y="114823"/>
                  <a:pt x="730046" y="118736"/>
                  <a:pt x="732078" y="122910"/>
                </a:cubicBezTo>
                <a:lnTo>
                  <a:pt x="709177" y="122910"/>
                </a:lnTo>
                <a:cubicBezTo>
                  <a:pt x="708573" y="121372"/>
                  <a:pt x="707831" y="119093"/>
                  <a:pt x="706953" y="116072"/>
                </a:cubicBezTo>
                <a:cubicBezTo>
                  <a:pt x="706568" y="114699"/>
                  <a:pt x="706294" y="113793"/>
                  <a:pt x="706129" y="113354"/>
                </a:cubicBezTo>
                <a:cubicBezTo>
                  <a:pt x="702175" y="117198"/>
                  <a:pt x="697946" y="120081"/>
                  <a:pt x="693442" y="122003"/>
                </a:cubicBezTo>
                <a:cubicBezTo>
                  <a:pt x="688939" y="123926"/>
                  <a:pt x="684134" y="124887"/>
                  <a:pt x="679026" y="124887"/>
                </a:cubicBezTo>
                <a:cubicBezTo>
                  <a:pt x="670019" y="124887"/>
                  <a:pt x="662921" y="122453"/>
                  <a:pt x="657731" y="117586"/>
                </a:cubicBezTo>
                <a:cubicBezTo>
                  <a:pt x="652541" y="112719"/>
                  <a:pt x="649946" y="106566"/>
                  <a:pt x="649946" y="99128"/>
                </a:cubicBezTo>
                <a:cubicBezTo>
                  <a:pt x="649946" y="94206"/>
                  <a:pt x="651127" y="89817"/>
                  <a:pt x="653489" y="85963"/>
                </a:cubicBezTo>
                <a:cubicBezTo>
                  <a:pt x="655850" y="82106"/>
                  <a:pt x="659159" y="79153"/>
                  <a:pt x="663415" y="77102"/>
                </a:cubicBezTo>
                <a:cubicBezTo>
                  <a:pt x="667671" y="75051"/>
                  <a:pt x="673809" y="73260"/>
                  <a:pt x="681827" y="71729"/>
                </a:cubicBezTo>
                <a:cubicBezTo>
                  <a:pt x="692646" y="69706"/>
                  <a:pt x="700143" y="67819"/>
                  <a:pt x="704316" y="66068"/>
                </a:cubicBezTo>
                <a:lnTo>
                  <a:pt x="704316" y="63736"/>
                </a:lnTo>
                <a:cubicBezTo>
                  <a:pt x="704316" y="59237"/>
                  <a:pt x="703218" y="56031"/>
                  <a:pt x="701021" y="54115"/>
                </a:cubicBezTo>
                <a:cubicBezTo>
                  <a:pt x="698825" y="52198"/>
                  <a:pt x="694678" y="51240"/>
                  <a:pt x="688582" y="51240"/>
                </a:cubicBezTo>
                <a:cubicBezTo>
                  <a:pt x="684463" y="51240"/>
                  <a:pt x="681250" y="52069"/>
                  <a:pt x="678944" y="53727"/>
                </a:cubicBezTo>
                <a:cubicBezTo>
                  <a:pt x="676637" y="55383"/>
                  <a:pt x="674770" y="58288"/>
                  <a:pt x="673342" y="62443"/>
                </a:cubicBezTo>
                <a:moveTo>
                  <a:pt x="704316" y="81226"/>
                </a:moveTo>
                <a:cubicBezTo>
                  <a:pt x="701351" y="82202"/>
                  <a:pt x="696655" y="83369"/>
                  <a:pt x="690230" y="84727"/>
                </a:cubicBezTo>
                <a:cubicBezTo>
                  <a:pt x="683804" y="86083"/>
                  <a:pt x="679603" y="87412"/>
                  <a:pt x="677626" y="88715"/>
                </a:cubicBezTo>
                <a:cubicBezTo>
                  <a:pt x="674605" y="90831"/>
                  <a:pt x="673095" y="93517"/>
                  <a:pt x="673095" y="96772"/>
                </a:cubicBezTo>
                <a:cubicBezTo>
                  <a:pt x="673095" y="99975"/>
                  <a:pt x="674303" y="102743"/>
                  <a:pt x="676719" y="105077"/>
                </a:cubicBezTo>
                <a:cubicBezTo>
                  <a:pt x="679136" y="107409"/>
                  <a:pt x="682211" y="108576"/>
                  <a:pt x="685946" y="108576"/>
                </a:cubicBezTo>
                <a:cubicBezTo>
                  <a:pt x="690120" y="108576"/>
                  <a:pt x="694101" y="107219"/>
                  <a:pt x="697891" y="104506"/>
                </a:cubicBezTo>
                <a:cubicBezTo>
                  <a:pt x="700692" y="102444"/>
                  <a:pt x="702532" y="99921"/>
                  <a:pt x="703410" y="96934"/>
                </a:cubicBezTo>
                <a:cubicBezTo>
                  <a:pt x="704014" y="94981"/>
                  <a:pt x="704316" y="91265"/>
                  <a:pt x="704316" y="85785"/>
                </a:cubicBezTo>
                <a:lnTo>
                  <a:pt x="704316" y="81226"/>
                </a:lnTo>
                <a:close/>
                <a:moveTo>
                  <a:pt x="789966" y="35423"/>
                </a:moveTo>
                <a:lnTo>
                  <a:pt x="789966" y="53876"/>
                </a:lnTo>
                <a:lnTo>
                  <a:pt x="774149" y="53876"/>
                </a:lnTo>
                <a:lnTo>
                  <a:pt x="774149" y="89078"/>
                </a:lnTo>
                <a:cubicBezTo>
                  <a:pt x="774149" y="96207"/>
                  <a:pt x="774300" y="100361"/>
                  <a:pt x="774602" y="101540"/>
                </a:cubicBezTo>
                <a:cubicBezTo>
                  <a:pt x="774904" y="102717"/>
                  <a:pt x="775591" y="103690"/>
                  <a:pt x="776662" y="104459"/>
                </a:cubicBezTo>
                <a:cubicBezTo>
                  <a:pt x="777733" y="105226"/>
                  <a:pt x="779037" y="105610"/>
                  <a:pt x="780575" y="105610"/>
                </a:cubicBezTo>
                <a:cubicBezTo>
                  <a:pt x="782717" y="105610"/>
                  <a:pt x="785820" y="104869"/>
                  <a:pt x="789884" y="103386"/>
                </a:cubicBezTo>
                <a:lnTo>
                  <a:pt x="791861" y="121411"/>
                </a:lnTo>
                <a:cubicBezTo>
                  <a:pt x="786479" y="123728"/>
                  <a:pt x="780383" y="124887"/>
                  <a:pt x="773573" y="124887"/>
                </a:cubicBezTo>
                <a:cubicBezTo>
                  <a:pt x="769399" y="124887"/>
                  <a:pt x="765637" y="124186"/>
                  <a:pt x="762287" y="122786"/>
                </a:cubicBezTo>
                <a:cubicBezTo>
                  <a:pt x="758937" y="121386"/>
                  <a:pt x="756479" y="119573"/>
                  <a:pt x="754914" y="117349"/>
                </a:cubicBezTo>
                <a:cubicBezTo>
                  <a:pt x="753349" y="115125"/>
                  <a:pt x="752264" y="112118"/>
                  <a:pt x="751660" y="108328"/>
                </a:cubicBezTo>
                <a:cubicBezTo>
                  <a:pt x="751166" y="105637"/>
                  <a:pt x="750918" y="100200"/>
                  <a:pt x="750918" y="92017"/>
                </a:cubicBezTo>
                <a:lnTo>
                  <a:pt x="750918" y="53876"/>
                </a:lnTo>
                <a:lnTo>
                  <a:pt x="740291" y="53876"/>
                </a:lnTo>
                <a:lnTo>
                  <a:pt x="740291" y="35423"/>
                </a:lnTo>
                <a:lnTo>
                  <a:pt x="750918" y="35423"/>
                </a:lnTo>
                <a:lnTo>
                  <a:pt x="750918" y="17959"/>
                </a:lnTo>
                <a:lnTo>
                  <a:pt x="774149" y="4284"/>
                </a:lnTo>
                <a:lnTo>
                  <a:pt x="774149" y="35423"/>
                </a:lnTo>
                <a:lnTo>
                  <a:pt x="789966" y="35423"/>
                </a:lnTo>
                <a:close/>
                <a:moveTo>
                  <a:pt x="806028" y="23560"/>
                </a:moveTo>
                <a:lnTo>
                  <a:pt x="806028" y="2142"/>
                </a:lnTo>
                <a:lnTo>
                  <a:pt x="829177" y="2142"/>
                </a:lnTo>
                <a:lnTo>
                  <a:pt x="829177" y="23560"/>
                </a:lnTo>
                <a:lnTo>
                  <a:pt x="806028" y="23560"/>
                </a:lnTo>
                <a:moveTo>
                  <a:pt x="806028" y="122910"/>
                </a:moveTo>
                <a:lnTo>
                  <a:pt x="806028" y="35423"/>
                </a:lnTo>
                <a:lnTo>
                  <a:pt x="829177" y="35423"/>
                </a:lnTo>
                <a:lnTo>
                  <a:pt x="829177" y="122910"/>
                </a:lnTo>
                <a:lnTo>
                  <a:pt x="806028" y="122910"/>
                </a:lnTo>
                <a:close/>
                <a:moveTo>
                  <a:pt x="847575" y="77931"/>
                </a:moveTo>
                <a:cubicBezTo>
                  <a:pt x="847575" y="70242"/>
                  <a:pt x="849470" y="62800"/>
                  <a:pt x="853259" y="55606"/>
                </a:cubicBezTo>
                <a:cubicBezTo>
                  <a:pt x="857049" y="48411"/>
                  <a:pt x="862417" y="42919"/>
                  <a:pt x="869364" y="39130"/>
                </a:cubicBezTo>
                <a:cubicBezTo>
                  <a:pt x="876312" y="35341"/>
                  <a:pt x="884069" y="33446"/>
                  <a:pt x="892636" y="33446"/>
                </a:cubicBezTo>
                <a:cubicBezTo>
                  <a:pt x="905872" y="33446"/>
                  <a:pt x="916719" y="37743"/>
                  <a:pt x="925176" y="46338"/>
                </a:cubicBezTo>
                <a:cubicBezTo>
                  <a:pt x="933634" y="54933"/>
                  <a:pt x="937863" y="65793"/>
                  <a:pt x="937863" y="78919"/>
                </a:cubicBezTo>
                <a:cubicBezTo>
                  <a:pt x="937863" y="92155"/>
                  <a:pt x="933593" y="103125"/>
                  <a:pt x="925053" y="111830"/>
                </a:cubicBezTo>
                <a:cubicBezTo>
                  <a:pt x="916513" y="120534"/>
                  <a:pt x="905762" y="124887"/>
                  <a:pt x="892801" y="124887"/>
                </a:cubicBezTo>
                <a:cubicBezTo>
                  <a:pt x="884783" y="124887"/>
                  <a:pt x="877135" y="123074"/>
                  <a:pt x="869859" y="119450"/>
                </a:cubicBezTo>
                <a:cubicBezTo>
                  <a:pt x="862582" y="115825"/>
                  <a:pt x="857049" y="110512"/>
                  <a:pt x="853259" y="103509"/>
                </a:cubicBezTo>
                <a:cubicBezTo>
                  <a:pt x="849470" y="96507"/>
                  <a:pt x="847575" y="87981"/>
                  <a:pt x="847575" y="77931"/>
                </a:cubicBezTo>
                <a:moveTo>
                  <a:pt x="871300" y="79166"/>
                </a:moveTo>
                <a:cubicBezTo>
                  <a:pt x="871300" y="87816"/>
                  <a:pt x="873360" y="94441"/>
                  <a:pt x="877479" y="99040"/>
                </a:cubicBezTo>
                <a:cubicBezTo>
                  <a:pt x="881598" y="103640"/>
                  <a:pt x="886678" y="105939"/>
                  <a:pt x="892719" y="105939"/>
                </a:cubicBezTo>
                <a:cubicBezTo>
                  <a:pt x="898760" y="105939"/>
                  <a:pt x="903826" y="103640"/>
                  <a:pt x="907918" y="99040"/>
                </a:cubicBezTo>
                <a:cubicBezTo>
                  <a:pt x="912009" y="94441"/>
                  <a:pt x="914055" y="87761"/>
                  <a:pt x="914055" y="79002"/>
                </a:cubicBezTo>
                <a:cubicBezTo>
                  <a:pt x="914055" y="70462"/>
                  <a:pt x="912009" y="63892"/>
                  <a:pt x="907918" y="59292"/>
                </a:cubicBezTo>
                <a:cubicBezTo>
                  <a:pt x="903826" y="54693"/>
                  <a:pt x="898760" y="52393"/>
                  <a:pt x="892719" y="52393"/>
                </a:cubicBezTo>
                <a:cubicBezTo>
                  <a:pt x="886678" y="52393"/>
                  <a:pt x="881598" y="54693"/>
                  <a:pt x="877479" y="59292"/>
                </a:cubicBezTo>
                <a:cubicBezTo>
                  <a:pt x="873360" y="63892"/>
                  <a:pt x="871300" y="70516"/>
                  <a:pt x="871300" y="79166"/>
                </a:cubicBezTo>
                <a:close/>
                <a:moveTo>
                  <a:pt x="1035591" y="122910"/>
                </a:moveTo>
                <a:lnTo>
                  <a:pt x="1012443" y="122910"/>
                </a:lnTo>
                <a:lnTo>
                  <a:pt x="1012443" y="78312"/>
                </a:lnTo>
                <a:cubicBezTo>
                  <a:pt x="1012443" y="68876"/>
                  <a:pt x="1011949" y="62773"/>
                  <a:pt x="1010960" y="60003"/>
                </a:cubicBezTo>
                <a:cubicBezTo>
                  <a:pt x="1009972" y="57233"/>
                  <a:pt x="1008365" y="55080"/>
                  <a:pt x="1006141" y="53544"/>
                </a:cubicBezTo>
                <a:cubicBezTo>
                  <a:pt x="1003917" y="52008"/>
                  <a:pt x="1001239" y="51240"/>
                  <a:pt x="998109" y="51240"/>
                </a:cubicBezTo>
                <a:cubicBezTo>
                  <a:pt x="994100" y="51240"/>
                  <a:pt x="990503" y="52337"/>
                  <a:pt x="987317" y="54532"/>
                </a:cubicBezTo>
                <a:cubicBezTo>
                  <a:pt x="984132" y="56726"/>
                  <a:pt x="981949" y="59633"/>
                  <a:pt x="980768" y="63254"/>
                </a:cubicBezTo>
                <a:cubicBezTo>
                  <a:pt x="979587" y="66874"/>
                  <a:pt x="978997" y="73566"/>
                  <a:pt x="978997" y="83332"/>
                </a:cubicBezTo>
                <a:lnTo>
                  <a:pt x="978997" y="122910"/>
                </a:lnTo>
                <a:lnTo>
                  <a:pt x="955848" y="122910"/>
                </a:lnTo>
                <a:lnTo>
                  <a:pt x="955848" y="35423"/>
                </a:lnTo>
                <a:lnTo>
                  <a:pt x="977349" y="35423"/>
                </a:lnTo>
                <a:lnTo>
                  <a:pt x="977349" y="48274"/>
                </a:lnTo>
                <a:cubicBezTo>
                  <a:pt x="984983" y="38389"/>
                  <a:pt x="994594" y="33446"/>
                  <a:pt x="1006182" y="33446"/>
                </a:cubicBezTo>
                <a:cubicBezTo>
                  <a:pt x="1011290" y="33446"/>
                  <a:pt x="1015958" y="34366"/>
                  <a:pt x="1020187" y="36206"/>
                </a:cubicBezTo>
                <a:cubicBezTo>
                  <a:pt x="1024415" y="38045"/>
                  <a:pt x="1027614" y="40393"/>
                  <a:pt x="1029784" y="43249"/>
                </a:cubicBezTo>
                <a:cubicBezTo>
                  <a:pt x="1031953" y="46105"/>
                  <a:pt x="1033463" y="49345"/>
                  <a:pt x="1034315" y="52970"/>
                </a:cubicBezTo>
                <a:cubicBezTo>
                  <a:pt x="1035166" y="56594"/>
                  <a:pt x="1035591" y="61784"/>
                  <a:pt x="1035591" y="68539"/>
                </a:cubicBezTo>
                <a:lnTo>
                  <a:pt x="1035591" y="122910"/>
                </a:lnTo>
                <a:close/>
                <a:moveTo>
                  <a:pt x="1099985" y="83697"/>
                </a:moveTo>
                <a:lnTo>
                  <a:pt x="1123710" y="81391"/>
                </a:lnTo>
                <a:cubicBezTo>
                  <a:pt x="1125138" y="89383"/>
                  <a:pt x="1128035" y="95253"/>
                  <a:pt x="1132401" y="99002"/>
                </a:cubicBezTo>
                <a:cubicBezTo>
                  <a:pt x="1136767" y="102748"/>
                  <a:pt x="1142657" y="104621"/>
                  <a:pt x="1150071" y="104621"/>
                </a:cubicBezTo>
                <a:cubicBezTo>
                  <a:pt x="1157925" y="104621"/>
                  <a:pt x="1163842" y="102955"/>
                  <a:pt x="1167824" y="99622"/>
                </a:cubicBezTo>
                <a:cubicBezTo>
                  <a:pt x="1171806" y="96289"/>
                  <a:pt x="1173797" y="92391"/>
                  <a:pt x="1173797" y="87927"/>
                </a:cubicBezTo>
                <a:cubicBezTo>
                  <a:pt x="1173797" y="85062"/>
                  <a:pt x="1172959" y="82625"/>
                  <a:pt x="1171284" y="80616"/>
                </a:cubicBezTo>
                <a:cubicBezTo>
                  <a:pt x="1169609" y="78604"/>
                  <a:pt x="1166684" y="76855"/>
                  <a:pt x="1162511" y="75367"/>
                </a:cubicBezTo>
                <a:cubicBezTo>
                  <a:pt x="1159655" y="74376"/>
                  <a:pt x="1153147" y="72615"/>
                  <a:pt x="1142987" y="70084"/>
                </a:cubicBezTo>
                <a:cubicBezTo>
                  <a:pt x="1129916" y="66837"/>
                  <a:pt x="1120744" y="62847"/>
                  <a:pt x="1115472" y="58113"/>
                </a:cubicBezTo>
                <a:cubicBezTo>
                  <a:pt x="1108058" y="51454"/>
                  <a:pt x="1104351" y="43337"/>
                  <a:pt x="1104351" y="33763"/>
                </a:cubicBezTo>
                <a:cubicBezTo>
                  <a:pt x="1104351" y="27600"/>
                  <a:pt x="1106095" y="21836"/>
                  <a:pt x="1109582" y="16471"/>
                </a:cubicBezTo>
                <a:cubicBezTo>
                  <a:pt x="1113069" y="11104"/>
                  <a:pt x="1118095" y="7018"/>
                  <a:pt x="1124657" y="4212"/>
                </a:cubicBezTo>
                <a:cubicBezTo>
                  <a:pt x="1131220" y="1404"/>
                  <a:pt x="1139142" y="0"/>
                  <a:pt x="1148424" y="0"/>
                </a:cubicBezTo>
                <a:cubicBezTo>
                  <a:pt x="1163582" y="0"/>
                  <a:pt x="1174991" y="3338"/>
                  <a:pt x="1182652" y="10014"/>
                </a:cubicBezTo>
                <a:cubicBezTo>
                  <a:pt x="1190314" y="16689"/>
                  <a:pt x="1194336" y="25598"/>
                  <a:pt x="1194721" y="36741"/>
                </a:cubicBezTo>
                <a:lnTo>
                  <a:pt x="1170337" y="37730"/>
                </a:lnTo>
                <a:cubicBezTo>
                  <a:pt x="1169293" y="31524"/>
                  <a:pt x="1167055" y="27062"/>
                  <a:pt x="1163623" y="24343"/>
                </a:cubicBezTo>
                <a:cubicBezTo>
                  <a:pt x="1160190" y="21625"/>
                  <a:pt x="1155042" y="20265"/>
                  <a:pt x="1148177" y="20265"/>
                </a:cubicBezTo>
                <a:cubicBezTo>
                  <a:pt x="1141092" y="20265"/>
                  <a:pt x="1135545" y="21721"/>
                  <a:pt x="1131536" y="24634"/>
                </a:cubicBezTo>
                <a:cubicBezTo>
                  <a:pt x="1128955" y="26501"/>
                  <a:pt x="1127664" y="29001"/>
                  <a:pt x="1127664" y="32133"/>
                </a:cubicBezTo>
                <a:cubicBezTo>
                  <a:pt x="1127664" y="34991"/>
                  <a:pt x="1128872" y="37435"/>
                  <a:pt x="1131289" y="39467"/>
                </a:cubicBezTo>
                <a:cubicBezTo>
                  <a:pt x="1134364" y="42050"/>
                  <a:pt x="1141833" y="44745"/>
                  <a:pt x="1153696" y="47551"/>
                </a:cubicBezTo>
                <a:cubicBezTo>
                  <a:pt x="1165559" y="50357"/>
                  <a:pt x="1174332" y="53260"/>
                  <a:pt x="1180016" y="56260"/>
                </a:cubicBezTo>
                <a:cubicBezTo>
                  <a:pt x="1185700" y="59258"/>
                  <a:pt x="1190149" y="63357"/>
                  <a:pt x="1193362" y="68557"/>
                </a:cubicBezTo>
                <a:cubicBezTo>
                  <a:pt x="1196574" y="73756"/>
                  <a:pt x="1198181" y="80180"/>
                  <a:pt x="1198181" y="87829"/>
                </a:cubicBezTo>
                <a:cubicBezTo>
                  <a:pt x="1198181" y="94761"/>
                  <a:pt x="1196259" y="101253"/>
                  <a:pt x="1192414" y="107306"/>
                </a:cubicBezTo>
                <a:cubicBezTo>
                  <a:pt x="1188570" y="113360"/>
                  <a:pt x="1183133" y="117858"/>
                  <a:pt x="1176103" y="120801"/>
                </a:cubicBezTo>
                <a:cubicBezTo>
                  <a:pt x="1169073" y="123745"/>
                  <a:pt x="1160314" y="125216"/>
                  <a:pt x="1149824" y="125216"/>
                </a:cubicBezTo>
                <a:cubicBezTo>
                  <a:pt x="1134557" y="125216"/>
                  <a:pt x="1122831" y="121681"/>
                  <a:pt x="1114648" y="114610"/>
                </a:cubicBezTo>
                <a:cubicBezTo>
                  <a:pt x="1106465" y="107539"/>
                  <a:pt x="1101578" y="97235"/>
                  <a:pt x="1099985" y="83697"/>
                </a:cubicBezTo>
                <a:close/>
                <a:moveTo>
                  <a:pt x="1294812" y="61290"/>
                </a:moveTo>
                <a:lnTo>
                  <a:pt x="1271993" y="65409"/>
                </a:lnTo>
                <a:cubicBezTo>
                  <a:pt x="1271225" y="60878"/>
                  <a:pt x="1269481" y="57466"/>
                  <a:pt x="1266762" y="55173"/>
                </a:cubicBezTo>
                <a:cubicBezTo>
                  <a:pt x="1264044" y="52880"/>
                  <a:pt x="1260515" y="51734"/>
                  <a:pt x="1256177" y="51734"/>
                </a:cubicBezTo>
                <a:cubicBezTo>
                  <a:pt x="1250410" y="51734"/>
                  <a:pt x="1245811" y="53719"/>
                  <a:pt x="1242378" y="57689"/>
                </a:cubicBezTo>
                <a:cubicBezTo>
                  <a:pt x="1238946" y="61658"/>
                  <a:pt x="1237230" y="68297"/>
                  <a:pt x="1237230" y="77604"/>
                </a:cubicBezTo>
                <a:cubicBezTo>
                  <a:pt x="1237230" y="87953"/>
                  <a:pt x="1238973" y="95263"/>
                  <a:pt x="1242461" y="99535"/>
                </a:cubicBezTo>
                <a:cubicBezTo>
                  <a:pt x="1245948" y="103804"/>
                  <a:pt x="1250630" y="105939"/>
                  <a:pt x="1256506" y="105939"/>
                </a:cubicBezTo>
                <a:cubicBezTo>
                  <a:pt x="1260900" y="105939"/>
                  <a:pt x="1264497" y="104690"/>
                  <a:pt x="1267298" y="102191"/>
                </a:cubicBezTo>
                <a:cubicBezTo>
                  <a:pt x="1270099" y="99692"/>
                  <a:pt x="1272076" y="95395"/>
                  <a:pt x="1273229" y="89299"/>
                </a:cubicBezTo>
                <a:lnTo>
                  <a:pt x="1295966" y="93253"/>
                </a:lnTo>
                <a:cubicBezTo>
                  <a:pt x="1293604" y="103688"/>
                  <a:pt x="1289073" y="111569"/>
                  <a:pt x="1282373" y="116896"/>
                </a:cubicBezTo>
                <a:cubicBezTo>
                  <a:pt x="1275673" y="122223"/>
                  <a:pt x="1266694" y="124887"/>
                  <a:pt x="1255435" y="124887"/>
                </a:cubicBezTo>
                <a:cubicBezTo>
                  <a:pt x="1242639" y="124887"/>
                  <a:pt x="1232438" y="120850"/>
                  <a:pt x="1224831" y="112777"/>
                </a:cubicBezTo>
                <a:cubicBezTo>
                  <a:pt x="1217225" y="104704"/>
                  <a:pt x="1213422" y="93528"/>
                  <a:pt x="1213422" y="79249"/>
                </a:cubicBezTo>
                <a:cubicBezTo>
                  <a:pt x="1213422" y="64805"/>
                  <a:pt x="1217239" y="53560"/>
                  <a:pt x="1224873" y="45514"/>
                </a:cubicBezTo>
                <a:cubicBezTo>
                  <a:pt x="1232506" y="37469"/>
                  <a:pt x="1242831" y="33446"/>
                  <a:pt x="1255847" y="33446"/>
                </a:cubicBezTo>
                <a:cubicBezTo>
                  <a:pt x="1266502" y="33446"/>
                  <a:pt x="1274973" y="35739"/>
                  <a:pt x="1281261" y="40325"/>
                </a:cubicBezTo>
                <a:cubicBezTo>
                  <a:pt x="1287549" y="44910"/>
                  <a:pt x="1292067" y="51899"/>
                  <a:pt x="1294812" y="61290"/>
                </a:cubicBezTo>
                <a:close/>
                <a:moveTo>
                  <a:pt x="1306979" y="77931"/>
                </a:moveTo>
                <a:cubicBezTo>
                  <a:pt x="1306979" y="70242"/>
                  <a:pt x="1308874" y="62800"/>
                  <a:pt x="1312664" y="55606"/>
                </a:cubicBezTo>
                <a:cubicBezTo>
                  <a:pt x="1316453" y="48411"/>
                  <a:pt x="1321821" y="42919"/>
                  <a:pt x="1328769" y="39130"/>
                </a:cubicBezTo>
                <a:cubicBezTo>
                  <a:pt x="1335716" y="35341"/>
                  <a:pt x="1343473" y="33446"/>
                  <a:pt x="1352041" y="33446"/>
                </a:cubicBezTo>
                <a:cubicBezTo>
                  <a:pt x="1365276" y="33446"/>
                  <a:pt x="1376123" y="37743"/>
                  <a:pt x="1384581" y="46338"/>
                </a:cubicBezTo>
                <a:cubicBezTo>
                  <a:pt x="1393038" y="54933"/>
                  <a:pt x="1397267" y="65793"/>
                  <a:pt x="1397267" y="78919"/>
                </a:cubicBezTo>
                <a:cubicBezTo>
                  <a:pt x="1397267" y="92155"/>
                  <a:pt x="1392997" y="103125"/>
                  <a:pt x="1384457" y="111830"/>
                </a:cubicBezTo>
                <a:cubicBezTo>
                  <a:pt x="1375917" y="120534"/>
                  <a:pt x="1365167" y="124887"/>
                  <a:pt x="1352206" y="124887"/>
                </a:cubicBezTo>
                <a:cubicBezTo>
                  <a:pt x="1344187" y="124887"/>
                  <a:pt x="1336540" y="123074"/>
                  <a:pt x="1329263" y="119450"/>
                </a:cubicBezTo>
                <a:cubicBezTo>
                  <a:pt x="1321986" y="115825"/>
                  <a:pt x="1316453" y="110512"/>
                  <a:pt x="1312664" y="103509"/>
                </a:cubicBezTo>
                <a:cubicBezTo>
                  <a:pt x="1308874" y="96507"/>
                  <a:pt x="1306979" y="87981"/>
                  <a:pt x="1306979" y="77931"/>
                </a:cubicBezTo>
                <a:moveTo>
                  <a:pt x="1330705" y="79166"/>
                </a:moveTo>
                <a:cubicBezTo>
                  <a:pt x="1330705" y="87816"/>
                  <a:pt x="1332764" y="94441"/>
                  <a:pt x="1336883" y="99040"/>
                </a:cubicBezTo>
                <a:cubicBezTo>
                  <a:pt x="1341002" y="103640"/>
                  <a:pt x="1346082" y="105939"/>
                  <a:pt x="1352123" y="105939"/>
                </a:cubicBezTo>
                <a:cubicBezTo>
                  <a:pt x="1358164" y="105939"/>
                  <a:pt x="1363231" y="103640"/>
                  <a:pt x="1367322" y="99040"/>
                </a:cubicBezTo>
                <a:cubicBezTo>
                  <a:pt x="1371414" y="94441"/>
                  <a:pt x="1373459" y="87761"/>
                  <a:pt x="1373459" y="79002"/>
                </a:cubicBezTo>
                <a:cubicBezTo>
                  <a:pt x="1373459" y="70462"/>
                  <a:pt x="1371414" y="63892"/>
                  <a:pt x="1367322" y="59292"/>
                </a:cubicBezTo>
                <a:cubicBezTo>
                  <a:pt x="1363231" y="54693"/>
                  <a:pt x="1358164" y="52393"/>
                  <a:pt x="1352123" y="52393"/>
                </a:cubicBezTo>
                <a:cubicBezTo>
                  <a:pt x="1346082" y="52393"/>
                  <a:pt x="1341002" y="54693"/>
                  <a:pt x="1336883" y="59292"/>
                </a:cubicBezTo>
                <a:cubicBezTo>
                  <a:pt x="1332764" y="63892"/>
                  <a:pt x="1330705" y="70516"/>
                  <a:pt x="1330705" y="79166"/>
                </a:cubicBezTo>
                <a:close/>
                <a:moveTo>
                  <a:pt x="1437577" y="122910"/>
                </a:moveTo>
                <a:lnTo>
                  <a:pt x="1414428" y="122910"/>
                </a:lnTo>
                <a:lnTo>
                  <a:pt x="1414428" y="35423"/>
                </a:lnTo>
                <a:lnTo>
                  <a:pt x="1435929" y="35423"/>
                </a:lnTo>
                <a:lnTo>
                  <a:pt x="1435929" y="47862"/>
                </a:lnTo>
                <a:cubicBezTo>
                  <a:pt x="1439609" y="41986"/>
                  <a:pt x="1442918" y="38114"/>
                  <a:pt x="1445856" y="36247"/>
                </a:cubicBezTo>
                <a:cubicBezTo>
                  <a:pt x="1448794" y="34380"/>
                  <a:pt x="1452131" y="33446"/>
                  <a:pt x="1455865" y="33446"/>
                </a:cubicBezTo>
                <a:cubicBezTo>
                  <a:pt x="1461137" y="33446"/>
                  <a:pt x="1466217" y="34901"/>
                  <a:pt x="1471105" y="37812"/>
                </a:cubicBezTo>
                <a:lnTo>
                  <a:pt x="1463938" y="57995"/>
                </a:lnTo>
                <a:cubicBezTo>
                  <a:pt x="1460039" y="55469"/>
                  <a:pt x="1456414" y="54205"/>
                  <a:pt x="1453064" y="54205"/>
                </a:cubicBezTo>
                <a:cubicBezTo>
                  <a:pt x="1449824" y="54205"/>
                  <a:pt x="1447078" y="55098"/>
                  <a:pt x="1444826" y="56883"/>
                </a:cubicBezTo>
                <a:cubicBezTo>
                  <a:pt x="1442575" y="58668"/>
                  <a:pt x="1440803" y="61894"/>
                  <a:pt x="1439513" y="66562"/>
                </a:cubicBezTo>
                <a:cubicBezTo>
                  <a:pt x="1438222" y="71230"/>
                  <a:pt x="1437577" y="81006"/>
                  <a:pt x="1437577" y="95889"/>
                </a:cubicBezTo>
                <a:lnTo>
                  <a:pt x="1437577" y="122910"/>
                </a:lnTo>
                <a:close/>
                <a:moveTo>
                  <a:pt x="1531709" y="95065"/>
                </a:moveTo>
                <a:lnTo>
                  <a:pt x="1554775" y="99020"/>
                </a:lnTo>
                <a:cubicBezTo>
                  <a:pt x="1551809" y="107450"/>
                  <a:pt x="1547127" y="113868"/>
                  <a:pt x="1540729" y="118276"/>
                </a:cubicBezTo>
                <a:cubicBezTo>
                  <a:pt x="1534331" y="122683"/>
                  <a:pt x="1526326" y="124887"/>
                  <a:pt x="1516716" y="124887"/>
                </a:cubicBezTo>
                <a:cubicBezTo>
                  <a:pt x="1501503" y="124887"/>
                  <a:pt x="1490244" y="119916"/>
                  <a:pt x="1482940" y="109976"/>
                </a:cubicBezTo>
                <a:cubicBezTo>
                  <a:pt x="1477174" y="102013"/>
                  <a:pt x="1474290" y="91962"/>
                  <a:pt x="1474290" y="79825"/>
                </a:cubicBezTo>
                <a:cubicBezTo>
                  <a:pt x="1474290" y="65327"/>
                  <a:pt x="1478080" y="53972"/>
                  <a:pt x="1485659" y="45762"/>
                </a:cubicBezTo>
                <a:cubicBezTo>
                  <a:pt x="1493238" y="37551"/>
                  <a:pt x="1502821" y="33446"/>
                  <a:pt x="1514409" y="33446"/>
                </a:cubicBezTo>
                <a:cubicBezTo>
                  <a:pt x="1527425" y="33446"/>
                  <a:pt x="1537695" y="37743"/>
                  <a:pt x="1545219" y="46338"/>
                </a:cubicBezTo>
                <a:cubicBezTo>
                  <a:pt x="1552743" y="54933"/>
                  <a:pt x="1556340" y="68100"/>
                  <a:pt x="1556010" y="85839"/>
                </a:cubicBezTo>
                <a:lnTo>
                  <a:pt x="1498016" y="85839"/>
                </a:lnTo>
                <a:cubicBezTo>
                  <a:pt x="1498180" y="92704"/>
                  <a:pt x="1500048" y="98045"/>
                  <a:pt x="1503617" y="101862"/>
                </a:cubicBezTo>
                <a:cubicBezTo>
                  <a:pt x="1507187" y="105679"/>
                  <a:pt x="1511636" y="107587"/>
                  <a:pt x="1516963" y="107587"/>
                </a:cubicBezTo>
                <a:cubicBezTo>
                  <a:pt x="1520587" y="107587"/>
                  <a:pt x="1523635" y="106599"/>
                  <a:pt x="1526107" y="104621"/>
                </a:cubicBezTo>
                <a:cubicBezTo>
                  <a:pt x="1528578" y="102644"/>
                  <a:pt x="1530445" y="99459"/>
                  <a:pt x="1531709" y="95065"/>
                </a:cubicBezTo>
                <a:moveTo>
                  <a:pt x="1533027" y="71670"/>
                </a:moveTo>
                <a:cubicBezTo>
                  <a:pt x="1532862" y="64997"/>
                  <a:pt x="1531132" y="59924"/>
                  <a:pt x="1527837" y="56450"/>
                </a:cubicBezTo>
                <a:cubicBezTo>
                  <a:pt x="1524542" y="52977"/>
                  <a:pt x="1520532" y="51240"/>
                  <a:pt x="1515809" y="51240"/>
                </a:cubicBezTo>
                <a:cubicBezTo>
                  <a:pt x="1510757" y="51240"/>
                  <a:pt x="1506583" y="53072"/>
                  <a:pt x="1503288" y="56736"/>
                </a:cubicBezTo>
                <a:cubicBezTo>
                  <a:pt x="1499993" y="60402"/>
                  <a:pt x="1498372" y="65380"/>
                  <a:pt x="1498427" y="71670"/>
                </a:cubicBezTo>
                <a:lnTo>
                  <a:pt x="1533027" y="71670"/>
                </a:lnTo>
                <a:close/>
                <a:moveTo>
                  <a:pt x="1616644" y="55853"/>
                </a:moveTo>
                <a:lnTo>
                  <a:pt x="1616644" y="34434"/>
                </a:lnTo>
                <a:lnTo>
                  <a:pt x="1701083" y="34434"/>
                </a:lnTo>
                <a:lnTo>
                  <a:pt x="1701083" y="55853"/>
                </a:lnTo>
                <a:lnTo>
                  <a:pt x="1616644" y="55853"/>
                </a:lnTo>
                <a:moveTo>
                  <a:pt x="1616644" y="92594"/>
                </a:moveTo>
                <a:lnTo>
                  <a:pt x="1616644" y="71176"/>
                </a:lnTo>
                <a:lnTo>
                  <a:pt x="1701083" y="71176"/>
                </a:lnTo>
                <a:lnTo>
                  <a:pt x="1701083" y="92594"/>
                </a:lnTo>
                <a:lnTo>
                  <a:pt x="1616644" y="92594"/>
                </a:lnTo>
                <a:close/>
                <a:moveTo>
                  <a:pt x="1821472" y="122910"/>
                </a:moveTo>
                <a:lnTo>
                  <a:pt x="1798323" y="122910"/>
                </a:lnTo>
                <a:lnTo>
                  <a:pt x="1798323" y="35765"/>
                </a:lnTo>
                <a:cubicBezTo>
                  <a:pt x="1789865" y="43705"/>
                  <a:pt x="1779898" y="49577"/>
                  <a:pt x="1768419" y="53382"/>
                </a:cubicBezTo>
                <a:lnTo>
                  <a:pt x="1768419" y="32293"/>
                </a:lnTo>
                <a:cubicBezTo>
                  <a:pt x="1774461" y="30310"/>
                  <a:pt x="1781023" y="26553"/>
                  <a:pt x="1788108" y="21020"/>
                </a:cubicBezTo>
                <a:cubicBezTo>
                  <a:pt x="1795193" y="15485"/>
                  <a:pt x="1800053" y="9027"/>
                  <a:pt x="1802689" y="1648"/>
                </a:cubicBezTo>
                <a:lnTo>
                  <a:pt x="1821472" y="1648"/>
                </a:lnTo>
                <a:lnTo>
                  <a:pt x="1821472" y="122910"/>
                </a:lnTo>
                <a:close/>
                <a:moveTo>
                  <a:pt x="1860987" y="122910"/>
                </a:moveTo>
                <a:lnTo>
                  <a:pt x="1860987" y="99679"/>
                </a:lnTo>
                <a:lnTo>
                  <a:pt x="1884136" y="99679"/>
                </a:lnTo>
                <a:lnTo>
                  <a:pt x="1884136" y="122910"/>
                </a:lnTo>
                <a:lnTo>
                  <a:pt x="1860987" y="122910"/>
                </a:lnTo>
                <a:close/>
                <a:moveTo>
                  <a:pt x="1942077" y="1648"/>
                </a:moveTo>
                <a:cubicBezTo>
                  <a:pt x="1953775" y="1648"/>
                  <a:pt x="1962919" y="5824"/>
                  <a:pt x="1969509" y="14177"/>
                </a:cubicBezTo>
                <a:cubicBezTo>
                  <a:pt x="1977363" y="24069"/>
                  <a:pt x="1981290" y="40474"/>
                  <a:pt x="1981290" y="63391"/>
                </a:cubicBezTo>
                <a:cubicBezTo>
                  <a:pt x="1981290" y="86253"/>
                  <a:pt x="1977335" y="102685"/>
                  <a:pt x="1969427" y="112687"/>
                </a:cubicBezTo>
                <a:cubicBezTo>
                  <a:pt x="1962892" y="120930"/>
                  <a:pt x="1953775" y="125051"/>
                  <a:pt x="1942077" y="125051"/>
                </a:cubicBezTo>
                <a:cubicBezTo>
                  <a:pt x="1930324" y="125051"/>
                  <a:pt x="1920851" y="120532"/>
                  <a:pt x="1913656" y="111492"/>
                </a:cubicBezTo>
                <a:cubicBezTo>
                  <a:pt x="1906462" y="102451"/>
                  <a:pt x="1902865" y="86335"/>
                  <a:pt x="1902865" y="63144"/>
                </a:cubicBezTo>
                <a:cubicBezTo>
                  <a:pt x="1902865" y="40391"/>
                  <a:pt x="1906819" y="24014"/>
                  <a:pt x="1914727" y="14012"/>
                </a:cubicBezTo>
                <a:cubicBezTo>
                  <a:pt x="1921263" y="5769"/>
                  <a:pt x="1930379" y="1648"/>
                  <a:pt x="1942077" y="1648"/>
                </a:cubicBezTo>
                <a:moveTo>
                  <a:pt x="1942077" y="20924"/>
                </a:moveTo>
                <a:cubicBezTo>
                  <a:pt x="1939276" y="20924"/>
                  <a:pt x="1936778" y="21816"/>
                  <a:pt x="1934581" y="23599"/>
                </a:cubicBezTo>
                <a:cubicBezTo>
                  <a:pt x="1932384" y="25382"/>
                  <a:pt x="1930681" y="28578"/>
                  <a:pt x="1929473" y="33186"/>
                </a:cubicBezTo>
                <a:cubicBezTo>
                  <a:pt x="1927881" y="39167"/>
                  <a:pt x="1927084" y="49235"/>
                  <a:pt x="1927084" y="63391"/>
                </a:cubicBezTo>
                <a:cubicBezTo>
                  <a:pt x="1927084" y="77546"/>
                  <a:pt x="1927798" y="87271"/>
                  <a:pt x="1929226" y="92566"/>
                </a:cubicBezTo>
                <a:cubicBezTo>
                  <a:pt x="1930654" y="97860"/>
                  <a:pt x="1932453" y="101385"/>
                  <a:pt x="1934622" y="103141"/>
                </a:cubicBezTo>
                <a:cubicBezTo>
                  <a:pt x="1936791" y="104897"/>
                  <a:pt x="1939276" y="105775"/>
                  <a:pt x="1942077" y="105775"/>
                </a:cubicBezTo>
                <a:cubicBezTo>
                  <a:pt x="1944878" y="105775"/>
                  <a:pt x="1947377" y="104883"/>
                  <a:pt x="1949574" y="103100"/>
                </a:cubicBezTo>
                <a:cubicBezTo>
                  <a:pt x="1951771" y="101317"/>
                  <a:pt x="1953473" y="98121"/>
                  <a:pt x="1954681" y="93513"/>
                </a:cubicBezTo>
                <a:cubicBezTo>
                  <a:pt x="1956274" y="87587"/>
                  <a:pt x="1957070" y="77546"/>
                  <a:pt x="1957070" y="63391"/>
                </a:cubicBezTo>
                <a:cubicBezTo>
                  <a:pt x="1957070" y="49235"/>
                  <a:pt x="1956356" y="39510"/>
                  <a:pt x="1954928" y="34216"/>
                </a:cubicBezTo>
                <a:cubicBezTo>
                  <a:pt x="1953500" y="28921"/>
                  <a:pt x="1951702" y="25382"/>
                  <a:pt x="1949533" y="23599"/>
                </a:cubicBezTo>
                <a:cubicBezTo>
                  <a:pt x="1947363" y="21816"/>
                  <a:pt x="1944878" y="20924"/>
                  <a:pt x="1942077" y="209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f2fd3c55648d4"/>
          <a:stretch xmlns:a="http://schemas.openxmlformats.org/drawingml/2006/main"/>
        </p:blipFill>
        <p:spPr>
          <a:xfrm xmlns:a="http://schemas.openxmlformats.org/drawingml/2006/main">
            <a:off x="1626897" y="878982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F10BB-BAE1-422A-92B0-B38BBD66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7" y="6315737"/>
            <a:ext cx="590493" cy="253069"/>
          </a:xfrm>
          <a:custGeom xmlns:a="http://schemas.openxmlformats.org/drawingml/2006/main">
            <a:pathLst>
              <a:path w="590493" h="253069">
                <a:moveTo>
                  <a:pt x="0" y="0"/>
                </a:moveTo>
                <a:lnTo>
                  <a:pt x="590493" y="0"/>
                </a:lnTo>
                <a:lnTo>
                  <a:pt x="590493" y="253069"/>
                </a:lnTo>
                <a:lnTo>
                  <a:pt x="0" y="2530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957CF-42B8-4821-A43E-10B92A4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07" y="6315737"/>
            <a:ext cx="590493" cy="253069"/>
          </a:xfrm>
          <a:custGeom xmlns:a="http://schemas.openxmlformats.org/drawingml/2006/main">
            <a:pathLst>
              <a:path w="590493" h="253069" fill="none">
                <a:moveTo>
                  <a:pt x="0" y="0"/>
                </a:moveTo>
                <a:lnTo>
                  <a:pt x="590493" y="0"/>
                </a:lnTo>
                <a:lnTo>
                  <a:pt x="590493" y="253069"/>
                </a:lnTo>
                <a:lnTo>
                  <a:pt x="0" y="2530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B85450"/>
            </a:solidFill>
            <a:miter/>
          </a:ln>
        </p:spPr>
      </p:sp>
      <p:sp>
        <p:nvSpPr>
          <p:cNvPr id="151" name="Text Y">
            <a:extLst xmlns:a="http://schemas.openxmlformats.org/drawingml/2006/main">
              <a:ext uri="{FF2B5EF4-FFF2-40B4-BE49-F238E27FC236}">
                <a16:creationId xmlns:a16="http://schemas.microsoft.com/office/drawing/2014/main" id="{7F21366B-A905-410B-8456-722836C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82" y="6384194"/>
            <a:ext cx="99646" cy="108691"/>
          </a:xfrm>
          <a:custGeom xmlns:a="http://schemas.openxmlformats.org/drawingml/2006/main">
            <a:pathLst>
              <a:path w="99646" h="108691">
                <a:moveTo>
                  <a:pt x="41890" y="108691"/>
                </a:moveTo>
                <a:lnTo>
                  <a:pt x="41890" y="62575"/>
                </a:lnTo>
                <a:lnTo>
                  <a:pt x="0" y="0"/>
                </a:lnTo>
                <a:lnTo>
                  <a:pt x="17497" y="0"/>
                </a:lnTo>
                <a:lnTo>
                  <a:pt x="38924" y="32724"/>
                </a:lnTo>
                <a:cubicBezTo>
                  <a:pt x="42878" y="38844"/>
                  <a:pt x="46561" y="44964"/>
                  <a:pt x="49971" y="51083"/>
                </a:cubicBezTo>
                <a:cubicBezTo>
                  <a:pt x="53233" y="45407"/>
                  <a:pt x="57188" y="39015"/>
                  <a:pt x="61834" y="31908"/>
                </a:cubicBezTo>
                <a:lnTo>
                  <a:pt x="82890" y="0"/>
                </a:lnTo>
                <a:lnTo>
                  <a:pt x="99646" y="0"/>
                </a:lnTo>
                <a:lnTo>
                  <a:pt x="56273" y="62575"/>
                </a:lnTo>
                <a:lnTo>
                  <a:pt x="56273" y="108691"/>
                </a:lnTo>
                <a:lnTo>
                  <a:pt x="41890" y="10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es">
            <a:extLst xmlns:a="http://schemas.openxmlformats.org/drawingml/2006/main">
              <a:ext uri="{FF2B5EF4-FFF2-40B4-BE49-F238E27FC236}">
                <a16:creationId xmlns:a16="http://schemas.microsoft.com/office/drawing/2014/main" id="{A0C7E1AB-5893-4872-BEB4-49C07699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36" y="6412368"/>
            <a:ext cx="148927" cy="82297"/>
          </a:xfrm>
          <a:custGeom xmlns:a="http://schemas.openxmlformats.org/drawingml/2006/main">
            <a:pathLst>
              <a:path w="148927" h="82297">
                <a:moveTo>
                  <a:pt x="58349" y="55161"/>
                </a:moveTo>
                <a:lnTo>
                  <a:pt x="72139" y="56866"/>
                </a:lnTo>
                <a:cubicBezTo>
                  <a:pt x="69965" y="64923"/>
                  <a:pt x="65936" y="71176"/>
                  <a:pt x="60054" y="75624"/>
                </a:cubicBezTo>
                <a:cubicBezTo>
                  <a:pt x="54172" y="80072"/>
                  <a:pt x="46660" y="82297"/>
                  <a:pt x="37515" y="82297"/>
                </a:cubicBezTo>
                <a:cubicBezTo>
                  <a:pt x="25999" y="82297"/>
                  <a:pt x="16867" y="78750"/>
                  <a:pt x="10120" y="71657"/>
                </a:cubicBezTo>
                <a:cubicBezTo>
                  <a:pt x="3373" y="64565"/>
                  <a:pt x="0" y="54617"/>
                  <a:pt x="0" y="41816"/>
                </a:cubicBezTo>
                <a:cubicBezTo>
                  <a:pt x="0" y="28569"/>
                  <a:pt x="3410" y="18288"/>
                  <a:pt x="10231" y="10973"/>
                </a:cubicBezTo>
                <a:cubicBezTo>
                  <a:pt x="17052" y="3658"/>
                  <a:pt x="25900" y="0"/>
                  <a:pt x="36774" y="0"/>
                </a:cubicBezTo>
                <a:cubicBezTo>
                  <a:pt x="47302" y="0"/>
                  <a:pt x="55902" y="3578"/>
                  <a:pt x="62575" y="10734"/>
                </a:cubicBezTo>
                <a:cubicBezTo>
                  <a:pt x="69248" y="17889"/>
                  <a:pt x="72584" y="27955"/>
                  <a:pt x="72584" y="40933"/>
                </a:cubicBezTo>
                <a:cubicBezTo>
                  <a:pt x="72584" y="41722"/>
                  <a:pt x="72559" y="42906"/>
                  <a:pt x="72510" y="44485"/>
                </a:cubicBezTo>
                <a:lnTo>
                  <a:pt x="13790" y="44485"/>
                </a:lnTo>
                <a:cubicBezTo>
                  <a:pt x="14285" y="53110"/>
                  <a:pt x="16731" y="59715"/>
                  <a:pt x="21130" y="64299"/>
                </a:cubicBezTo>
                <a:cubicBezTo>
                  <a:pt x="25529" y="68883"/>
                  <a:pt x="31016" y="71176"/>
                  <a:pt x="37590" y="71176"/>
                </a:cubicBezTo>
                <a:cubicBezTo>
                  <a:pt x="42483" y="71176"/>
                  <a:pt x="46660" y="69903"/>
                  <a:pt x="50119" y="67357"/>
                </a:cubicBezTo>
                <a:cubicBezTo>
                  <a:pt x="53579" y="64810"/>
                  <a:pt x="56323" y="60745"/>
                  <a:pt x="58349" y="55161"/>
                </a:cubicBezTo>
                <a:moveTo>
                  <a:pt x="14532" y="33364"/>
                </a:moveTo>
                <a:lnTo>
                  <a:pt x="58497" y="33364"/>
                </a:lnTo>
                <a:cubicBezTo>
                  <a:pt x="57904" y="26848"/>
                  <a:pt x="56224" y="21962"/>
                  <a:pt x="53456" y="18704"/>
                </a:cubicBezTo>
                <a:cubicBezTo>
                  <a:pt x="49205" y="13649"/>
                  <a:pt x="43694" y="11121"/>
                  <a:pt x="36922" y="11121"/>
                </a:cubicBezTo>
                <a:cubicBezTo>
                  <a:pt x="30793" y="11121"/>
                  <a:pt x="25640" y="13139"/>
                  <a:pt x="21464" y="17175"/>
                </a:cubicBezTo>
                <a:cubicBezTo>
                  <a:pt x="17287" y="21210"/>
                  <a:pt x="14977" y="26606"/>
                  <a:pt x="14532" y="33364"/>
                </a:cubicBezTo>
                <a:close/>
                <a:moveTo>
                  <a:pt x="83534" y="56940"/>
                </a:moveTo>
                <a:lnTo>
                  <a:pt x="96731" y="54864"/>
                </a:lnTo>
                <a:cubicBezTo>
                  <a:pt x="97473" y="60130"/>
                  <a:pt x="99536" y="64165"/>
                  <a:pt x="102922" y="66970"/>
                </a:cubicBezTo>
                <a:cubicBezTo>
                  <a:pt x="106308" y="69774"/>
                  <a:pt x="111040" y="71176"/>
                  <a:pt x="117120" y="71176"/>
                </a:cubicBezTo>
                <a:cubicBezTo>
                  <a:pt x="123249" y="71176"/>
                  <a:pt x="127796" y="69938"/>
                  <a:pt x="130762" y="67462"/>
                </a:cubicBezTo>
                <a:cubicBezTo>
                  <a:pt x="133728" y="64984"/>
                  <a:pt x="135210" y="62079"/>
                  <a:pt x="135210" y="58745"/>
                </a:cubicBezTo>
                <a:cubicBezTo>
                  <a:pt x="135210" y="55753"/>
                  <a:pt x="133901" y="53399"/>
                  <a:pt x="131281" y="51683"/>
                </a:cubicBezTo>
                <a:cubicBezTo>
                  <a:pt x="129452" y="50506"/>
                  <a:pt x="124905" y="49010"/>
                  <a:pt x="117639" y="47195"/>
                </a:cubicBezTo>
                <a:cubicBezTo>
                  <a:pt x="107852" y="44723"/>
                  <a:pt x="101068" y="42583"/>
                  <a:pt x="97287" y="40778"/>
                </a:cubicBezTo>
                <a:cubicBezTo>
                  <a:pt x="93506" y="38972"/>
                  <a:pt x="90639" y="36474"/>
                  <a:pt x="88687" y="33282"/>
                </a:cubicBezTo>
                <a:cubicBezTo>
                  <a:pt x="86734" y="30091"/>
                  <a:pt x="85758" y="26566"/>
                  <a:pt x="85758" y="22708"/>
                </a:cubicBezTo>
                <a:cubicBezTo>
                  <a:pt x="85758" y="19196"/>
                  <a:pt x="86561" y="15943"/>
                  <a:pt x="88168" y="12949"/>
                </a:cubicBezTo>
                <a:cubicBezTo>
                  <a:pt x="89774" y="9956"/>
                  <a:pt x="91961" y="7470"/>
                  <a:pt x="94729" y="5491"/>
                </a:cubicBezTo>
                <a:cubicBezTo>
                  <a:pt x="96805" y="3957"/>
                  <a:pt x="99635" y="2659"/>
                  <a:pt x="103218" y="1596"/>
                </a:cubicBezTo>
                <a:cubicBezTo>
                  <a:pt x="106802" y="532"/>
                  <a:pt x="110645" y="0"/>
                  <a:pt x="114747" y="0"/>
                </a:cubicBezTo>
                <a:cubicBezTo>
                  <a:pt x="120926" y="0"/>
                  <a:pt x="126351" y="896"/>
                  <a:pt x="131021" y="2688"/>
                </a:cubicBezTo>
                <a:cubicBezTo>
                  <a:pt x="135692" y="4478"/>
                  <a:pt x="139140" y="6904"/>
                  <a:pt x="141364" y="9965"/>
                </a:cubicBezTo>
                <a:cubicBezTo>
                  <a:pt x="143588" y="13025"/>
                  <a:pt x="145121" y="17117"/>
                  <a:pt x="145961" y="22242"/>
                </a:cubicBezTo>
                <a:lnTo>
                  <a:pt x="132912" y="24022"/>
                </a:lnTo>
                <a:cubicBezTo>
                  <a:pt x="132319" y="19969"/>
                  <a:pt x="130601" y="16805"/>
                  <a:pt x="127759" y="14532"/>
                </a:cubicBezTo>
                <a:cubicBezTo>
                  <a:pt x="124917" y="12258"/>
                  <a:pt x="120901" y="11121"/>
                  <a:pt x="115711" y="11121"/>
                </a:cubicBezTo>
                <a:cubicBezTo>
                  <a:pt x="109582" y="11121"/>
                  <a:pt x="105208" y="12130"/>
                  <a:pt x="102588" y="14147"/>
                </a:cubicBezTo>
                <a:cubicBezTo>
                  <a:pt x="99969" y="16163"/>
                  <a:pt x="98659" y="18524"/>
                  <a:pt x="98659" y="21230"/>
                </a:cubicBezTo>
                <a:cubicBezTo>
                  <a:pt x="98659" y="22951"/>
                  <a:pt x="99202" y="24500"/>
                  <a:pt x="100290" y="25878"/>
                </a:cubicBezTo>
                <a:cubicBezTo>
                  <a:pt x="101377" y="27303"/>
                  <a:pt x="103083" y="28483"/>
                  <a:pt x="105406" y="29418"/>
                </a:cubicBezTo>
                <a:cubicBezTo>
                  <a:pt x="106740" y="29911"/>
                  <a:pt x="110670" y="31042"/>
                  <a:pt x="117194" y="32812"/>
                </a:cubicBezTo>
                <a:cubicBezTo>
                  <a:pt x="126635" y="35331"/>
                  <a:pt x="133221" y="37393"/>
                  <a:pt x="136953" y="38998"/>
                </a:cubicBezTo>
                <a:cubicBezTo>
                  <a:pt x="140684" y="40603"/>
                  <a:pt x="143613" y="42937"/>
                  <a:pt x="145738" y="46000"/>
                </a:cubicBezTo>
                <a:cubicBezTo>
                  <a:pt x="147864" y="49061"/>
                  <a:pt x="148927" y="52863"/>
                  <a:pt x="148927" y="57406"/>
                </a:cubicBezTo>
                <a:cubicBezTo>
                  <a:pt x="148927" y="61851"/>
                  <a:pt x="147629" y="66037"/>
                  <a:pt x="145034" y="69964"/>
                </a:cubicBezTo>
                <a:cubicBezTo>
                  <a:pt x="142439" y="73889"/>
                  <a:pt x="138695" y="76925"/>
                  <a:pt x="133802" y="79074"/>
                </a:cubicBezTo>
                <a:cubicBezTo>
                  <a:pt x="128908" y="81222"/>
                  <a:pt x="123373" y="82297"/>
                  <a:pt x="117194" y="82297"/>
                </a:cubicBezTo>
                <a:cubicBezTo>
                  <a:pt x="106963" y="82297"/>
                  <a:pt x="99165" y="80165"/>
                  <a:pt x="93803" y="75902"/>
                </a:cubicBezTo>
                <a:cubicBezTo>
                  <a:pt x="88440" y="71639"/>
                  <a:pt x="85017" y="65318"/>
                  <a:pt x="83534" y="569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EC1C3-BE4F-44DF-BC35-613E5F3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365" y="1827989"/>
            <a:ext cx="2684466" cy="759206"/>
          </a:xfrm>
          <a:custGeom xmlns:a="http://schemas.openxmlformats.org/drawingml/2006/main">
            <a:pathLst>
              <a:path w="2684466" h="759206">
                <a:moveTo>
                  <a:pt x="113881" y="0"/>
                </a:moveTo>
                <a:lnTo>
                  <a:pt x="2570586" y="0"/>
                </a:lnTo>
                <a:cubicBezTo>
                  <a:pt x="2578063" y="0"/>
                  <a:pt x="2585468" y="730"/>
                  <a:pt x="2592802" y="2188"/>
                </a:cubicBezTo>
                <a:cubicBezTo>
                  <a:pt x="2600136" y="3648"/>
                  <a:pt x="2607257" y="5808"/>
                  <a:pt x="2614165" y="8669"/>
                </a:cubicBezTo>
                <a:cubicBezTo>
                  <a:pt x="2621074" y="11531"/>
                  <a:pt x="2627636" y="15039"/>
                  <a:pt x="2633853" y="19193"/>
                </a:cubicBezTo>
                <a:cubicBezTo>
                  <a:pt x="2640071" y="23348"/>
                  <a:pt x="2645823" y="28068"/>
                  <a:pt x="2651110" y="33355"/>
                </a:cubicBezTo>
                <a:cubicBezTo>
                  <a:pt x="2656398" y="38643"/>
                  <a:pt x="2661118" y="44396"/>
                  <a:pt x="2665273" y="50613"/>
                </a:cubicBezTo>
                <a:cubicBezTo>
                  <a:pt x="2669427" y="56830"/>
                  <a:pt x="2672935" y="63393"/>
                  <a:pt x="2675797" y="70301"/>
                </a:cubicBezTo>
                <a:cubicBezTo>
                  <a:pt x="2678658" y="77210"/>
                  <a:pt x="2680819" y="84331"/>
                  <a:pt x="2682277" y="91665"/>
                </a:cubicBezTo>
                <a:cubicBezTo>
                  <a:pt x="2683736" y="98998"/>
                  <a:pt x="2684466" y="106403"/>
                  <a:pt x="2684466" y="113881"/>
                </a:cubicBezTo>
                <a:lnTo>
                  <a:pt x="2684466" y="645325"/>
                </a:lnTo>
                <a:cubicBezTo>
                  <a:pt x="2684466" y="652802"/>
                  <a:pt x="2683737" y="660208"/>
                  <a:pt x="2682278" y="667542"/>
                </a:cubicBezTo>
                <a:cubicBezTo>
                  <a:pt x="2680819" y="674876"/>
                  <a:pt x="2678658" y="681997"/>
                  <a:pt x="2675796" y="688905"/>
                </a:cubicBezTo>
                <a:cubicBezTo>
                  <a:pt x="2672935" y="695814"/>
                  <a:pt x="2669427" y="702377"/>
                  <a:pt x="2665273" y="708594"/>
                </a:cubicBezTo>
                <a:cubicBezTo>
                  <a:pt x="2661118" y="714812"/>
                  <a:pt x="2656398" y="720564"/>
                  <a:pt x="2651110" y="725851"/>
                </a:cubicBezTo>
                <a:cubicBezTo>
                  <a:pt x="2645823" y="731139"/>
                  <a:pt x="2640071" y="735860"/>
                  <a:pt x="2633854" y="740014"/>
                </a:cubicBezTo>
                <a:cubicBezTo>
                  <a:pt x="2627636" y="744168"/>
                  <a:pt x="2621074" y="747676"/>
                  <a:pt x="2614165" y="750537"/>
                </a:cubicBezTo>
                <a:cubicBezTo>
                  <a:pt x="2607257" y="753398"/>
                  <a:pt x="2600136" y="755559"/>
                  <a:pt x="2592802" y="757017"/>
                </a:cubicBezTo>
                <a:cubicBezTo>
                  <a:pt x="2585468" y="758476"/>
                  <a:pt x="2578063" y="759206"/>
                  <a:pt x="2570586" y="759206"/>
                </a:cubicBezTo>
                <a:lnTo>
                  <a:pt x="113881" y="759206"/>
                </a:lnTo>
                <a:cubicBezTo>
                  <a:pt x="106403" y="759206"/>
                  <a:pt x="98998" y="758476"/>
                  <a:pt x="91664" y="757017"/>
                </a:cubicBezTo>
                <a:cubicBezTo>
                  <a:pt x="84330" y="755559"/>
                  <a:pt x="77208" y="753398"/>
                  <a:pt x="70300" y="750537"/>
                </a:cubicBezTo>
                <a:cubicBezTo>
                  <a:pt x="63392" y="747676"/>
                  <a:pt x="56829" y="744168"/>
                  <a:pt x="50612" y="740014"/>
                </a:cubicBezTo>
                <a:cubicBezTo>
                  <a:pt x="44394" y="735860"/>
                  <a:pt x="38642" y="731139"/>
                  <a:pt x="33354" y="725851"/>
                </a:cubicBezTo>
                <a:cubicBezTo>
                  <a:pt x="28067" y="720564"/>
                  <a:pt x="23346" y="714812"/>
                  <a:pt x="19192" y="708595"/>
                </a:cubicBezTo>
                <a:cubicBezTo>
                  <a:pt x="15038" y="702378"/>
                  <a:pt x="11530" y="695815"/>
                  <a:pt x="8668" y="688906"/>
                </a:cubicBezTo>
                <a:cubicBezTo>
                  <a:pt x="5807" y="681997"/>
                  <a:pt x="3647" y="674876"/>
                  <a:pt x="2188" y="667542"/>
                </a:cubicBezTo>
                <a:cubicBezTo>
                  <a:pt x="729" y="660208"/>
                  <a:pt x="0" y="652802"/>
                  <a:pt x="0" y="645325"/>
                </a:cubicBezTo>
                <a:lnTo>
                  <a:pt x="0" y="113881"/>
                </a:lnTo>
                <a:cubicBezTo>
                  <a:pt x="0" y="106403"/>
                  <a:pt x="729" y="98998"/>
                  <a:pt x="2188" y="91665"/>
                </a:cubicBezTo>
                <a:cubicBezTo>
                  <a:pt x="3647" y="84331"/>
                  <a:pt x="5807" y="77210"/>
                  <a:pt x="8668" y="70301"/>
                </a:cubicBezTo>
                <a:cubicBezTo>
                  <a:pt x="11530" y="63393"/>
                  <a:pt x="15038" y="56830"/>
                  <a:pt x="19192" y="50613"/>
                </a:cubicBezTo>
                <a:cubicBezTo>
                  <a:pt x="23346" y="44396"/>
                  <a:pt x="28067" y="38643"/>
                  <a:pt x="33355" y="33355"/>
                </a:cubicBezTo>
                <a:cubicBezTo>
                  <a:pt x="38642" y="28068"/>
                  <a:pt x="44394" y="23348"/>
                  <a:pt x="50612" y="19194"/>
                </a:cubicBezTo>
                <a:cubicBezTo>
                  <a:pt x="56829" y="15039"/>
                  <a:pt x="63392" y="11531"/>
                  <a:pt x="70300" y="8669"/>
                </a:cubicBezTo>
                <a:cubicBezTo>
                  <a:pt x="77209" y="5808"/>
                  <a:pt x="84330" y="3648"/>
                  <a:pt x="91664" y="2188"/>
                </a:cubicBezTo>
                <a:cubicBezTo>
                  <a:pt x="98998" y="730"/>
                  <a:pt x="106403" y="0"/>
                  <a:pt x="113881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DA61C-3079-494F-8DF7-ED98093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365" y="1827989"/>
            <a:ext cx="2684466" cy="759206"/>
          </a:xfrm>
          <a:custGeom xmlns:a="http://schemas.openxmlformats.org/drawingml/2006/main">
            <a:pathLst>
              <a:path w="2684466" h="759206" fill="none">
                <a:moveTo>
                  <a:pt x="113881" y="0"/>
                </a:moveTo>
                <a:lnTo>
                  <a:pt x="2570586" y="0"/>
                </a:lnTo>
                <a:cubicBezTo>
                  <a:pt x="2578063" y="0"/>
                  <a:pt x="2585468" y="730"/>
                  <a:pt x="2592802" y="2188"/>
                </a:cubicBezTo>
                <a:cubicBezTo>
                  <a:pt x="2600136" y="3648"/>
                  <a:pt x="2607257" y="5808"/>
                  <a:pt x="2614165" y="8669"/>
                </a:cubicBezTo>
                <a:cubicBezTo>
                  <a:pt x="2621074" y="11531"/>
                  <a:pt x="2627636" y="15039"/>
                  <a:pt x="2633853" y="19193"/>
                </a:cubicBezTo>
                <a:cubicBezTo>
                  <a:pt x="2640071" y="23348"/>
                  <a:pt x="2645823" y="28068"/>
                  <a:pt x="2651110" y="33355"/>
                </a:cubicBezTo>
                <a:cubicBezTo>
                  <a:pt x="2656398" y="38643"/>
                  <a:pt x="2661118" y="44396"/>
                  <a:pt x="2665273" y="50613"/>
                </a:cubicBezTo>
                <a:cubicBezTo>
                  <a:pt x="2669427" y="56830"/>
                  <a:pt x="2672935" y="63393"/>
                  <a:pt x="2675797" y="70301"/>
                </a:cubicBezTo>
                <a:cubicBezTo>
                  <a:pt x="2678658" y="77210"/>
                  <a:pt x="2680819" y="84331"/>
                  <a:pt x="2682277" y="91665"/>
                </a:cubicBezTo>
                <a:cubicBezTo>
                  <a:pt x="2683736" y="98998"/>
                  <a:pt x="2684466" y="106403"/>
                  <a:pt x="2684466" y="113881"/>
                </a:cubicBezTo>
                <a:lnTo>
                  <a:pt x="2684466" y="645325"/>
                </a:lnTo>
                <a:cubicBezTo>
                  <a:pt x="2684466" y="652802"/>
                  <a:pt x="2683737" y="660208"/>
                  <a:pt x="2682278" y="667542"/>
                </a:cubicBezTo>
                <a:cubicBezTo>
                  <a:pt x="2680819" y="674876"/>
                  <a:pt x="2678658" y="681997"/>
                  <a:pt x="2675796" y="688905"/>
                </a:cubicBezTo>
                <a:cubicBezTo>
                  <a:pt x="2672935" y="695814"/>
                  <a:pt x="2669427" y="702377"/>
                  <a:pt x="2665273" y="708594"/>
                </a:cubicBezTo>
                <a:cubicBezTo>
                  <a:pt x="2661118" y="714812"/>
                  <a:pt x="2656398" y="720564"/>
                  <a:pt x="2651110" y="725851"/>
                </a:cubicBezTo>
                <a:cubicBezTo>
                  <a:pt x="2645823" y="731139"/>
                  <a:pt x="2640071" y="735860"/>
                  <a:pt x="2633854" y="740014"/>
                </a:cubicBezTo>
                <a:cubicBezTo>
                  <a:pt x="2627636" y="744168"/>
                  <a:pt x="2621074" y="747676"/>
                  <a:pt x="2614165" y="750537"/>
                </a:cubicBezTo>
                <a:cubicBezTo>
                  <a:pt x="2607257" y="753398"/>
                  <a:pt x="2600136" y="755559"/>
                  <a:pt x="2592802" y="757017"/>
                </a:cubicBezTo>
                <a:cubicBezTo>
                  <a:pt x="2585468" y="758476"/>
                  <a:pt x="2578063" y="759206"/>
                  <a:pt x="2570586" y="759206"/>
                </a:cubicBezTo>
                <a:lnTo>
                  <a:pt x="113881" y="759206"/>
                </a:lnTo>
                <a:cubicBezTo>
                  <a:pt x="106403" y="759206"/>
                  <a:pt x="98998" y="758476"/>
                  <a:pt x="91664" y="757017"/>
                </a:cubicBezTo>
                <a:cubicBezTo>
                  <a:pt x="84330" y="755559"/>
                  <a:pt x="77208" y="753398"/>
                  <a:pt x="70300" y="750537"/>
                </a:cubicBezTo>
                <a:cubicBezTo>
                  <a:pt x="63392" y="747676"/>
                  <a:pt x="56829" y="744168"/>
                  <a:pt x="50612" y="740014"/>
                </a:cubicBezTo>
                <a:cubicBezTo>
                  <a:pt x="44394" y="735860"/>
                  <a:pt x="38642" y="731139"/>
                  <a:pt x="33354" y="725851"/>
                </a:cubicBezTo>
                <a:cubicBezTo>
                  <a:pt x="28067" y="720564"/>
                  <a:pt x="23346" y="714812"/>
                  <a:pt x="19192" y="708595"/>
                </a:cubicBezTo>
                <a:cubicBezTo>
                  <a:pt x="15038" y="702378"/>
                  <a:pt x="11530" y="695815"/>
                  <a:pt x="8668" y="688906"/>
                </a:cubicBezTo>
                <a:cubicBezTo>
                  <a:pt x="5807" y="681997"/>
                  <a:pt x="3647" y="674876"/>
                  <a:pt x="2188" y="667542"/>
                </a:cubicBezTo>
                <a:cubicBezTo>
                  <a:pt x="729" y="660208"/>
                  <a:pt x="0" y="652802"/>
                  <a:pt x="0" y="645325"/>
                </a:cubicBezTo>
                <a:lnTo>
                  <a:pt x="0" y="113881"/>
                </a:lnTo>
                <a:cubicBezTo>
                  <a:pt x="0" y="106403"/>
                  <a:pt x="729" y="98998"/>
                  <a:pt x="2188" y="91665"/>
                </a:cubicBezTo>
                <a:cubicBezTo>
                  <a:pt x="3647" y="84331"/>
                  <a:pt x="5807" y="77210"/>
                  <a:pt x="8668" y="70301"/>
                </a:cubicBezTo>
                <a:cubicBezTo>
                  <a:pt x="11530" y="63393"/>
                  <a:pt x="15038" y="56830"/>
                  <a:pt x="19192" y="50613"/>
                </a:cubicBezTo>
                <a:cubicBezTo>
                  <a:pt x="23346" y="44396"/>
                  <a:pt x="28067" y="38643"/>
                  <a:pt x="33355" y="33355"/>
                </a:cubicBezTo>
                <a:cubicBezTo>
                  <a:pt x="38642" y="28068"/>
                  <a:pt x="44394" y="23348"/>
                  <a:pt x="50612" y="19194"/>
                </a:cubicBezTo>
                <a:cubicBezTo>
                  <a:pt x="56829" y="15039"/>
                  <a:pt x="63392" y="11531"/>
                  <a:pt x="70300" y="8669"/>
                </a:cubicBezTo>
                <a:cubicBezTo>
                  <a:pt x="77209" y="5808"/>
                  <a:pt x="84330" y="3648"/>
                  <a:pt x="91664" y="2188"/>
                </a:cubicBezTo>
                <a:cubicBezTo>
                  <a:pt x="98998" y="730"/>
                  <a:pt x="106403" y="0"/>
                  <a:pt x="11388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666666"/>
            </a:solidFill>
            <a:miter/>
          </a:ln>
        </p:spPr>
      </p:sp>
      <p:sp>
        <p:nvSpPr>
          <p:cNvPr id="155" name="Text Thinking:Whatifweverifythefactualityof">
            <a:extLst xmlns:a="http://schemas.openxmlformats.org/drawingml/2006/main">
              <a:ext uri="{FF2B5EF4-FFF2-40B4-BE49-F238E27FC236}">
                <a16:creationId xmlns:a16="http://schemas.microsoft.com/office/drawing/2014/main" id="{C0820B61-827F-446F-BD72-3842E3CF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17" y="1915377"/>
            <a:ext cx="2581886" cy="126666"/>
          </a:xfrm>
          <a:custGeom xmlns:a="http://schemas.openxmlformats.org/drawingml/2006/main">
            <a:pathLst>
              <a:path w="2581886" h="126666">
                <a:moveTo>
                  <a:pt x="28668" y="98196"/>
                </a:moveTo>
                <a:lnTo>
                  <a:pt x="28668" y="17926"/>
                </a:lnTo>
                <a:lnTo>
                  <a:pt x="0" y="17926"/>
                </a:lnTo>
                <a:lnTo>
                  <a:pt x="0" y="1582"/>
                </a:lnTo>
                <a:lnTo>
                  <a:pt x="76777" y="1582"/>
                </a:lnTo>
                <a:lnTo>
                  <a:pt x="76777" y="17926"/>
                </a:lnTo>
                <a:lnTo>
                  <a:pt x="48175" y="17926"/>
                </a:lnTo>
                <a:lnTo>
                  <a:pt x="48175" y="98196"/>
                </a:lnTo>
                <a:lnTo>
                  <a:pt x="28668" y="98196"/>
                </a:lnTo>
                <a:close/>
                <a:moveTo>
                  <a:pt x="107708" y="1582"/>
                </a:moveTo>
                <a:lnTo>
                  <a:pt x="107708" y="37153"/>
                </a:lnTo>
                <a:cubicBezTo>
                  <a:pt x="113683" y="30134"/>
                  <a:pt x="120822" y="26625"/>
                  <a:pt x="129126" y="26625"/>
                </a:cubicBezTo>
                <a:cubicBezTo>
                  <a:pt x="133388" y="26625"/>
                  <a:pt x="137232" y="27416"/>
                  <a:pt x="140659" y="28997"/>
                </a:cubicBezTo>
                <a:cubicBezTo>
                  <a:pt x="144086" y="30579"/>
                  <a:pt x="146667" y="32600"/>
                  <a:pt x="148403" y="35061"/>
                </a:cubicBezTo>
                <a:cubicBezTo>
                  <a:pt x="150138" y="37521"/>
                  <a:pt x="151325" y="40245"/>
                  <a:pt x="151962" y="43233"/>
                </a:cubicBezTo>
                <a:cubicBezTo>
                  <a:pt x="152599" y="46220"/>
                  <a:pt x="152917" y="50855"/>
                  <a:pt x="152917" y="57138"/>
                </a:cubicBezTo>
                <a:lnTo>
                  <a:pt x="152917" y="98196"/>
                </a:lnTo>
                <a:lnTo>
                  <a:pt x="134398" y="98196"/>
                </a:lnTo>
                <a:lnTo>
                  <a:pt x="134398" y="61267"/>
                </a:lnTo>
                <a:cubicBezTo>
                  <a:pt x="134398" y="53938"/>
                  <a:pt x="134047" y="49287"/>
                  <a:pt x="133344" y="47312"/>
                </a:cubicBezTo>
                <a:cubicBezTo>
                  <a:pt x="132641" y="45337"/>
                  <a:pt x="131400" y="43767"/>
                  <a:pt x="129620" y="42604"/>
                </a:cubicBezTo>
                <a:cubicBezTo>
                  <a:pt x="127841" y="41441"/>
                  <a:pt x="125611" y="40860"/>
                  <a:pt x="122931" y="40860"/>
                </a:cubicBezTo>
                <a:cubicBezTo>
                  <a:pt x="119856" y="40860"/>
                  <a:pt x="117110" y="41606"/>
                  <a:pt x="114693" y="43099"/>
                </a:cubicBezTo>
                <a:cubicBezTo>
                  <a:pt x="112277" y="44591"/>
                  <a:pt x="110508" y="46840"/>
                  <a:pt x="109388" y="49846"/>
                </a:cubicBezTo>
                <a:cubicBezTo>
                  <a:pt x="108268" y="52851"/>
                  <a:pt x="107708" y="57295"/>
                  <a:pt x="107708" y="63177"/>
                </a:cubicBezTo>
                <a:lnTo>
                  <a:pt x="107708" y="98196"/>
                </a:lnTo>
                <a:lnTo>
                  <a:pt x="89189" y="98196"/>
                </a:lnTo>
                <a:lnTo>
                  <a:pt x="89189" y="1582"/>
                </a:lnTo>
                <a:lnTo>
                  <a:pt x="107708" y="1582"/>
                </a:lnTo>
                <a:close/>
                <a:moveTo>
                  <a:pt x="171721" y="18717"/>
                </a:moveTo>
                <a:lnTo>
                  <a:pt x="171721" y="1582"/>
                </a:lnTo>
                <a:lnTo>
                  <a:pt x="190240" y="1582"/>
                </a:lnTo>
                <a:lnTo>
                  <a:pt x="190240" y="18717"/>
                </a:lnTo>
                <a:lnTo>
                  <a:pt x="171721" y="18717"/>
                </a:lnTo>
                <a:moveTo>
                  <a:pt x="171721" y="98196"/>
                </a:moveTo>
                <a:lnTo>
                  <a:pt x="171721" y="28207"/>
                </a:lnTo>
                <a:lnTo>
                  <a:pt x="190240" y="28207"/>
                </a:lnTo>
                <a:lnTo>
                  <a:pt x="190240" y="98196"/>
                </a:lnTo>
                <a:lnTo>
                  <a:pt x="171721" y="98196"/>
                </a:lnTo>
                <a:close/>
                <a:moveTo>
                  <a:pt x="272905" y="98196"/>
                </a:moveTo>
                <a:lnTo>
                  <a:pt x="254387" y="98196"/>
                </a:lnTo>
                <a:lnTo>
                  <a:pt x="254387" y="62517"/>
                </a:lnTo>
                <a:cubicBezTo>
                  <a:pt x="254387" y="54969"/>
                  <a:pt x="253991" y="50086"/>
                  <a:pt x="253200" y="47870"/>
                </a:cubicBezTo>
                <a:cubicBezTo>
                  <a:pt x="252409" y="45654"/>
                  <a:pt x="251124" y="43932"/>
                  <a:pt x="249345" y="42703"/>
                </a:cubicBezTo>
                <a:cubicBezTo>
                  <a:pt x="247566" y="41474"/>
                  <a:pt x="245424" y="40860"/>
                  <a:pt x="242919" y="40860"/>
                </a:cubicBezTo>
                <a:cubicBezTo>
                  <a:pt x="239712" y="40860"/>
                  <a:pt x="236834" y="41738"/>
                  <a:pt x="234286" y="43494"/>
                </a:cubicBezTo>
                <a:cubicBezTo>
                  <a:pt x="231738" y="45249"/>
                  <a:pt x="229991" y="47575"/>
                  <a:pt x="229047" y="50472"/>
                </a:cubicBezTo>
                <a:cubicBezTo>
                  <a:pt x="228102" y="53367"/>
                  <a:pt x="227630" y="58721"/>
                  <a:pt x="227630" y="66533"/>
                </a:cubicBezTo>
                <a:lnTo>
                  <a:pt x="227630" y="98196"/>
                </a:lnTo>
                <a:lnTo>
                  <a:pt x="209111" y="98196"/>
                </a:lnTo>
                <a:lnTo>
                  <a:pt x="209111" y="28207"/>
                </a:lnTo>
                <a:lnTo>
                  <a:pt x="226312" y="28207"/>
                </a:lnTo>
                <a:lnTo>
                  <a:pt x="226312" y="38488"/>
                </a:lnTo>
                <a:cubicBezTo>
                  <a:pt x="232419" y="30579"/>
                  <a:pt x="240107" y="26625"/>
                  <a:pt x="249378" y="26625"/>
                </a:cubicBezTo>
                <a:cubicBezTo>
                  <a:pt x="253464" y="26625"/>
                  <a:pt x="257198" y="27361"/>
                  <a:pt x="260581" y="28833"/>
                </a:cubicBezTo>
                <a:cubicBezTo>
                  <a:pt x="263964" y="30305"/>
                  <a:pt x="266524" y="32183"/>
                  <a:pt x="268259" y="34467"/>
                </a:cubicBezTo>
                <a:cubicBezTo>
                  <a:pt x="269995" y="36752"/>
                  <a:pt x="271203" y="39344"/>
                  <a:pt x="271884" y="42244"/>
                </a:cubicBezTo>
                <a:cubicBezTo>
                  <a:pt x="272565" y="45144"/>
                  <a:pt x="272905" y="49296"/>
                  <a:pt x="272905" y="54700"/>
                </a:cubicBezTo>
                <a:lnTo>
                  <a:pt x="272905" y="98196"/>
                </a:lnTo>
                <a:close/>
                <a:moveTo>
                  <a:pt x="291050" y="98196"/>
                </a:moveTo>
                <a:lnTo>
                  <a:pt x="291050" y="1582"/>
                </a:lnTo>
                <a:lnTo>
                  <a:pt x="309569" y="1582"/>
                </a:lnTo>
                <a:lnTo>
                  <a:pt x="309569" y="52854"/>
                </a:lnTo>
                <a:lnTo>
                  <a:pt x="331251" y="28207"/>
                </a:lnTo>
                <a:lnTo>
                  <a:pt x="354054" y="28207"/>
                </a:lnTo>
                <a:lnTo>
                  <a:pt x="330131" y="53787"/>
                </a:lnTo>
                <a:lnTo>
                  <a:pt x="355767" y="98196"/>
                </a:lnTo>
                <a:lnTo>
                  <a:pt x="335799" y="98196"/>
                </a:lnTo>
                <a:lnTo>
                  <a:pt x="318202" y="66752"/>
                </a:lnTo>
                <a:lnTo>
                  <a:pt x="309569" y="75789"/>
                </a:lnTo>
                <a:lnTo>
                  <a:pt x="309569" y="98196"/>
                </a:lnTo>
                <a:lnTo>
                  <a:pt x="291050" y="98196"/>
                </a:lnTo>
                <a:close/>
                <a:moveTo>
                  <a:pt x="366752" y="18717"/>
                </a:moveTo>
                <a:lnTo>
                  <a:pt x="366752" y="1582"/>
                </a:lnTo>
                <a:lnTo>
                  <a:pt x="385271" y="1582"/>
                </a:lnTo>
                <a:lnTo>
                  <a:pt x="385271" y="18717"/>
                </a:lnTo>
                <a:lnTo>
                  <a:pt x="366752" y="18717"/>
                </a:lnTo>
                <a:moveTo>
                  <a:pt x="366752" y="98196"/>
                </a:moveTo>
                <a:lnTo>
                  <a:pt x="366752" y="28207"/>
                </a:lnTo>
                <a:lnTo>
                  <a:pt x="385271" y="28207"/>
                </a:lnTo>
                <a:lnTo>
                  <a:pt x="385271" y="98196"/>
                </a:lnTo>
                <a:lnTo>
                  <a:pt x="366752" y="98196"/>
                </a:lnTo>
                <a:close/>
                <a:moveTo>
                  <a:pt x="467937" y="98196"/>
                </a:moveTo>
                <a:lnTo>
                  <a:pt x="449418" y="98196"/>
                </a:lnTo>
                <a:lnTo>
                  <a:pt x="449418" y="62517"/>
                </a:lnTo>
                <a:cubicBezTo>
                  <a:pt x="449418" y="54969"/>
                  <a:pt x="449022" y="50086"/>
                  <a:pt x="448232" y="47870"/>
                </a:cubicBezTo>
                <a:cubicBezTo>
                  <a:pt x="447441" y="45654"/>
                  <a:pt x="446156" y="43932"/>
                  <a:pt x="444376" y="42703"/>
                </a:cubicBezTo>
                <a:cubicBezTo>
                  <a:pt x="442597" y="41474"/>
                  <a:pt x="440455" y="40860"/>
                  <a:pt x="437951" y="40860"/>
                </a:cubicBezTo>
                <a:cubicBezTo>
                  <a:pt x="434743" y="40860"/>
                  <a:pt x="431866" y="41738"/>
                  <a:pt x="429317" y="43494"/>
                </a:cubicBezTo>
                <a:cubicBezTo>
                  <a:pt x="426769" y="45249"/>
                  <a:pt x="425023" y="47575"/>
                  <a:pt x="424078" y="50472"/>
                </a:cubicBezTo>
                <a:cubicBezTo>
                  <a:pt x="423133" y="53367"/>
                  <a:pt x="422661" y="58721"/>
                  <a:pt x="422661" y="66533"/>
                </a:cubicBezTo>
                <a:lnTo>
                  <a:pt x="422661" y="98196"/>
                </a:lnTo>
                <a:lnTo>
                  <a:pt x="404142" y="98196"/>
                </a:lnTo>
                <a:lnTo>
                  <a:pt x="404142" y="28207"/>
                </a:lnTo>
                <a:lnTo>
                  <a:pt x="421343" y="28207"/>
                </a:lnTo>
                <a:lnTo>
                  <a:pt x="421343" y="38488"/>
                </a:lnTo>
                <a:cubicBezTo>
                  <a:pt x="427450" y="30579"/>
                  <a:pt x="435139" y="26625"/>
                  <a:pt x="444409" y="26625"/>
                </a:cubicBezTo>
                <a:cubicBezTo>
                  <a:pt x="448495" y="26625"/>
                  <a:pt x="452230" y="27361"/>
                  <a:pt x="455613" y="28833"/>
                </a:cubicBezTo>
                <a:cubicBezTo>
                  <a:pt x="458996" y="30305"/>
                  <a:pt x="461555" y="32183"/>
                  <a:pt x="463290" y="34467"/>
                </a:cubicBezTo>
                <a:cubicBezTo>
                  <a:pt x="465026" y="36752"/>
                  <a:pt x="466234" y="39344"/>
                  <a:pt x="466915" y="42244"/>
                </a:cubicBezTo>
                <a:cubicBezTo>
                  <a:pt x="467596" y="45144"/>
                  <a:pt x="467937" y="49296"/>
                  <a:pt x="467937" y="54700"/>
                </a:cubicBezTo>
                <a:lnTo>
                  <a:pt x="467937" y="98196"/>
                </a:lnTo>
                <a:close/>
                <a:moveTo>
                  <a:pt x="485027" y="102677"/>
                </a:moveTo>
                <a:lnTo>
                  <a:pt x="506182" y="105313"/>
                </a:lnTo>
                <a:cubicBezTo>
                  <a:pt x="506534" y="107797"/>
                  <a:pt x="507346" y="109504"/>
                  <a:pt x="508621" y="110435"/>
                </a:cubicBezTo>
                <a:cubicBezTo>
                  <a:pt x="510378" y="111766"/>
                  <a:pt x="513146" y="112431"/>
                  <a:pt x="516924" y="112431"/>
                </a:cubicBezTo>
                <a:cubicBezTo>
                  <a:pt x="521757" y="112431"/>
                  <a:pt x="525382" y="111701"/>
                  <a:pt x="527798" y="110240"/>
                </a:cubicBezTo>
                <a:cubicBezTo>
                  <a:pt x="529424" y="109266"/>
                  <a:pt x="530654" y="107696"/>
                  <a:pt x="531489" y="105528"/>
                </a:cubicBezTo>
                <a:cubicBezTo>
                  <a:pt x="532060" y="103979"/>
                  <a:pt x="532346" y="101125"/>
                  <a:pt x="532346" y="96966"/>
                </a:cubicBezTo>
                <a:lnTo>
                  <a:pt x="532346" y="86677"/>
                </a:lnTo>
                <a:cubicBezTo>
                  <a:pt x="526810" y="94356"/>
                  <a:pt x="519824" y="98196"/>
                  <a:pt x="511388" y="98196"/>
                </a:cubicBezTo>
                <a:cubicBezTo>
                  <a:pt x="501986" y="98196"/>
                  <a:pt x="494539" y="94220"/>
                  <a:pt x="489047" y="86267"/>
                </a:cubicBezTo>
                <a:cubicBezTo>
                  <a:pt x="484742" y="79985"/>
                  <a:pt x="482589" y="72164"/>
                  <a:pt x="482589" y="62806"/>
                </a:cubicBezTo>
                <a:cubicBezTo>
                  <a:pt x="482589" y="51075"/>
                  <a:pt x="485412" y="42112"/>
                  <a:pt x="491057" y="35917"/>
                </a:cubicBezTo>
                <a:cubicBezTo>
                  <a:pt x="496703" y="29722"/>
                  <a:pt x="503722" y="26625"/>
                  <a:pt x="512113" y="26625"/>
                </a:cubicBezTo>
                <a:cubicBezTo>
                  <a:pt x="520769" y="26625"/>
                  <a:pt x="527908" y="30443"/>
                  <a:pt x="533532" y="38080"/>
                </a:cubicBezTo>
                <a:lnTo>
                  <a:pt x="533532" y="28207"/>
                </a:lnTo>
                <a:lnTo>
                  <a:pt x="550864" y="28207"/>
                </a:lnTo>
                <a:lnTo>
                  <a:pt x="550864" y="91054"/>
                </a:lnTo>
                <a:cubicBezTo>
                  <a:pt x="550864" y="99319"/>
                  <a:pt x="550183" y="105496"/>
                  <a:pt x="548821" y="109585"/>
                </a:cubicBezTo>
                <a:cubicBezTo>
                  <a:pt x="547459" y="113674"/>
                  <a:pt x="545548" y="116883"/>
                  <a:pt x="543088" y="119213"/>
                </a:cubicBezTo>
                <a:cubicBezTo>
                  <a:pt x="540628" y="121544"/>
                  <a:pt x="537343" y="123369"/>
                  <a:pt x="533235" y="124687"/>
                </a:cubicBezTo>
                <a:cubicBezTo>
                  <a:pt x="529127" y="126006"/>
                  <a:pt x="523932" y="126666"/>
                  <a:pt x="517649" y="126666"/>
                </a:cubicBezTo>
                <a:cubicBezTo>
                  <a:pt x="505787" y="126666"/>
                  <a:pt x="497373" y="124617"/>
                  <a:pt x="492408" y="120519"/>
                </a:cubicBezTo>
                <a:cubicBezTo>
                  <a:pt x="487444" y="116422"/>
                  <a:pt x="484961" y="111228"/>
                  <a:pt x="484961" y="104937"/>
                </a:cubicBezTo>
                <a:cubicBezTo>
                  <a:pt x="484961" y="104316"/>
                  <a:pt x="484983" y="103563"/>
                  <a:pt x="485027" y="102677"/>
                </a:cubicBezTo>
                <a:moveTo>
                  <a:pt x="501569" y="61751"/>
                </a:moveTo>
                <a:cubicBezTo>
                  <a:pt x="501569" y="69154"/>
                  <a:pt x="503008" y="74575"/>
                  <a:pt x="505886" y="78013"/>
                </a:cubicBezTo>
                <a:cubicBezTo>
                  <a:pt x="508763" y="81451"/>
                  <a:pt x="512311" y="83170"/>
                  <a:pt x="516529" y="83170"/>
                </a:cubicBezTo>
                <a:cubicBezTo>
                  <a:pt x="521054" y="83170"/>
                  <a:pt x="524877" y="81407"/>
                  <a:pt x="527996" y="77881"/>
                </a:cubicBezTo>
                <a:cubicBezTo>
                  <a:pt x="531115" y="74355"/>
                  <a:pt x="532675" y="69133"/>
                  <a:pt x="532675" y="62213"/>
                </a:cubicBezTo>
                <a:cubicBezTo>
                  <a:pt x="532675" y="54985"/>
                  <a:pt x="531181" y="49620"/>
                  <a:pt x="528194" y="46116"/>
                </a:cubicBezTo>
                <a:cubicBezTo>
                  <a:pt x="525206" y="42612"/>
                  <a:pt x="521428" y="40860"/>
                  <a:pt x="516858" y="40860"/>
                </a:cubicBezTo>
                <a:cubicBezTo>
                  <a:pt x="512421" y="40860"/>
                  <a:pt x="508763" y="42579"/>
                  <a:pt x="505886" y="46017"/>
                </a:cubicBezTo>
                <a:cubicBezTo>
                  <a:pt x="503008" y="49455"/>
                  <a:pt x="501569" y="54700"/>
                  <a:pt x="501569" y="61751"/>
                </a:cubicBezTo>
                <a:close/>
                <a:moveTo>
                  <a:pt x="572766" y="46791"/>
                </a:moveTo>
                <a:lnTo>
                  <a:pt x="572766" y="28207"/>
                </a:lnTo>
                <a:lnTo>
                  <a:pt x="591285" y="28207"/>
                </a:lnTo>
                <a:lnTo>
                  <a:pt x="591285" y="46791"/>
                </a:lnTo>
                <a:lnTo>
                  <a:pt x="572766" y="46791"/>
                </a:lnTo>
                <a:moveTo>
                  <a:pt x="572766" y="98196"/>
                </a:moveTo>
                <a:lnTo>
                  <a:pt x="572766" y="79611"/>
                </a:lnTo>
                <a:lnTo>
                  <a:pt x="591285" y="79611"/>
                </a:lnTo>
                <a:lnTo>
                  <a:pt x="591285" y="98196"/>
                </a:lnTo>
                <a:lnTo>
                  <a:pt x="572766" y="98196"/>
                </a:lnTo>
                <a:close/>
                <a:moveTo>
                  <a:pt x="669181" y="98196"/>
                </a:moveTo>
                <a:lnTo>
                  <a:pt x="643545" y="1582"/>
                </a:lnTo>
                <a:lnTo>
                  <a:pt x="656660" y="1582"/>
                </a:lnTo>
                <a:lnTo>
                  <a:pt x="671356" y="64915"/>
                </a:lnTo>
                <a:cubicBezTo>
                  <a:pt x="672938" y="71549"/>
                  <a:pt x="674300" y="78139"/>
                  <a:pt x="675442" y="84686"/>
                </a:cubicBezTo>
                <a:cubicBezTo>
                  <a:pt x="677903" y="74361"/>
                  <a:pt x="679352" y="68408"/>
                  <a:pt x="679792" y="66826"/>
                </a:cubicBezTo>
                <a:lnTo>
                  <a:pt x="698179" y="1582"/>
                </a:lnTo>
                <a:lnTo>
                  <a:pt x="713600" y="1582"/>
                </a:lnTo>
                <a:lnTo>
                  <a:pt x="727440" y="50482"/>
                </a:lnTo>
                <a:cubicBezTo>
                  <a:pt x="730911" y="62608"/>
                  <a:pt x="733415" y="74009"/>
                  <a:pt x="734953" y="84686"/>
                </a:cubicBezTo>
                <a:cubicBezTo>
                  <a:pt x="736183" y="78579"/>
                  <a:pt x="737787" y="71571"/>
                  <a:pt x="739764" y="63663"/>
                </a:cubicBezTo>
                <a:lnTo>
                  <a:pt x="754922" y="1582"/>
                </a:lnTo>
                <a:lnTo>
                  <a:pt x="767773" y="1582"/>
                </a:lnTo>
                <a:lnTo>
                  <a:pt x="741280" y="98196"/>
                </a:lnTo>
                <a:lnTo>
                  <a:pt x="728956" y="98196"/>
                </a:lnTo>
                <a:lnTo>
                  <a:pt x="708592" y="24582"/>
                </a:lnTo>
                <a:cubicBezTo>
                  <a:pt x="706878" y="18431"/>
                  <a:pt x="705868" y="14652"/>
                  <a:pt x="705560" y="13247"/>
                </a:cubicBezTo>
                <a:cubicBezTo>
                  <a:pt x="704549" y="17684"/>
                  <a:pt x="703605" y="21462"/>
                  <a:pt x="702726" y="24582"/>
                </a:cubicBezTo>
                <a:lnTo>
                  <a:pt x="682230" y="98196"/>
                </a:lnTo>
                <a:lnTo>
                  <a:pt x="669181" y="98196"/>
                </a:lnTo>
                <a:close/>
                <a:moveTo>
                  <a:pt x="778206" y="98196"/>
                </a:moveTo>
                <a:lnTo>
                  <a:pt x="778206" y="1582"/>
                </a:lnTo>
                <a:lnTo>
                  <a:pt x="790069" y="1582"/>
                </a:lnTo>
                <a:lnTo>
                  <a:pt x="790069" y="36247"/>
                </a:lnTo>
                <a:cubicBezTo>
                  <a:pt x="795604" y="29832"/>
                  <a:pt x="802590" y="26625"/>
                  <a:pt x="811026" y="26625"/>
                </a:cubicBezTo>
                <a:cubicBezTo>
                  <a:pt x="816210" y="26625"/>
                  <a:pt x="820714" y="27646"/>
                  <a:pt x="824536" y="29689"/>
                </a:cubicBezTo>
                <a:cubicBezTo>
                  <a:pt x="828358" y="31732"/>
                  <a:pt x="831093" y="34555"/>
                  <a:pt x="832741" y="38158"/>
                </a:cubicBezTo>
                <a:cubicBezTo>
                  <a:pt x="834389" y="41761"/>
                  <a:pt x="835212" y="46989"/>
                  <a:pt x="835212" y="53843"/>
                </a:cubicBezTo>
                <a:lnTo>
                  <a:pt x="835212" y="98196"/>
                </a:lnTo>
                <a:lnTo>
                  <a:pt x="823350" y="98196"/>
                </a:lnTo>
                <a:lnTo>
                  <a:pt x="823350" y="53843"/>
                </a:lnTo>
                <a:cubicBezTo>
                  <a:pt x="823350" y="47912"/>
                  <a:pt x="822065" y="43595"/>
                  <a:pt x="819494" y="40893"/>
                </a:cubicBezTo>
                <a:cubicBezTo>
                  <a:pt x="816924" y="38191"/>
                  <a:pt x="813289" y="36840"/>
                  <a:pt x="808587" y="36840"/>
                </a:cubicBezTo>
                <a:cubicBezTo>
                  <a:pt x="805073" y="36840"/>
                  <a:pt x="801766" y="37752"/>
                  <a:pt x="798669" y="39575"/>
                </a:cubicBezTo>
                <a:cubicBezTo>
                  <a:pt x="795572" y="41398"/>
                  <a:pt x="793364" y="43870"/>
                  <a:pt x="792046" y="46989"/>
                </a:cubicBezTo>
                <a:cubicBezTo>
                  <a:pt x="790728" y="50108"/>
                  <a:pt x="790069" y="54414"/>
                  <a:pt x="790069" y="59906"/>
                </a:cubicBezTo>
                <a:lnTo>
                  <a:pt x="790069" y="98196"/>
                </a:lnTo>
                <a:lnTo>
                  <a:pt x="778206" y="98196"/>
                </a:lnTo>
                <a:close/>
                <a:moveTo>
                  <a:pt x="898920" y="89554"/>
                </a:moveTo>
                <a:cubicBezTo>
                  <a:pt x="894527" y="93292"/>
                  <a:pt x="890298" y="95930"/>
                  <a:pt x="886234" y="97469"/>
                </a:cubicBezTo>
                <a:cubicBezTo>
                  <a:pt x="882170" y="99008"/>
                  <a:pt x="877809" y="99778"/>
                  <a:pt x="873152" y="99778"/>
                </a:cubicBezTo>
                <a:cubicBezTo>
                  <a:pt x="865463" y="99778"/>
                  <a:pt x="859554" y="97898"/>
                  <a:pt x="855424" y="94139"/>
                </a:cubicBezTo>
                <a:cubicBezTo>
                  <a:pt x="851294" y="90379"/>
                  <a:pt x="849229" y="85576"/>
                  <a:pt x="849229" y="79729"/>
                </a:cubicBezTo>
                <a:cubicBezTo>
                  <a:pt x="849229" y="76300"/>
                  <a:pt x="850009" y="73168"/>
                  <a:pt x="851569" y="70333"/>
                </a:cubicBezTo>
                <a:cubicBezTo>
                  <a:pt x="853128" y="67497"/>
                  <a:pt x="855171" y="65221"/>
                  <a:pt x="857698" y="63506"/>
                </a:cubicBezTo>
                <a:cubicBezTo>
                  <a:pt x="860224" y="61791"/>
                  <a:pt x="863069" y="60494"/>
                  <a:pt x="866232" y="59616"/>
                </a:cubicBezTo>
                <a:cubicBezTo>
                  <a:pt x="868561" y="58999"/>
                  <a:pt x="872075" y="58405"/>
                  <a:pt x="876777" y="57834"/>
                </a:cubicBezTo>
                <a:cubicBezTo>
                  <a:pt x="886355" y="56700"/>
                  <a:pt x="893406" y="55348"/>
                  <a:pt x="897932" y="53777"/>
                </a:cubicBezTo>
                <a:cubicBezTo>
                  <a:pt x="897975" y="52158"/>
                  <a:pt x="897997" y="51130"/>
                  <a:pt x="897997" y="50692"/>
                </a:cubicBezTo>
                <a:cubicBezTo>
                  <a:pt x="897997" y="45877"/>
                  <a:pt x="896877" y="42485"/>
                  <a:pt x="894636" y="40516"/>
                </a:cubicBezTo>
                <a:cubicBezTo>
                  <a:pt x="891605" y="37846"/>
                  <a:pt x="887101" y="36510"/>
                  <a:pt x="881126" y="36510"/>
                </a:cubicBezTo>
                <a:cubicBezTo>
                  <a:pt x="875546" y="36510"/>
                  <a:pt x="871427" y="37488"/>
                  <a:pt x="868769" y="39443"/>
                </a:cubicBezTo>
                <a:cubicBezTo>
                  <a:pt x="866111" y="41398"/>
                  <a:pt x="864145" y="44858"/>
                  <a:pt x="862871" y="49823"/>
                </a:cubicBezTo>
                <a:lnTo>
                  <a:pt x="851272" y="48241"/>
                </a:lnTo>
                <a:cubicBezTo>
                  <a:pt x="852326" y="43261"/>
                  <a:pt x="854062" y="39240"/>
                  <a:pt x="856478" y="36177"/>
                </a:cubicBezTo>
                <a:cubicBezTo>
                  <a:pt x="858895" y="33114"/>
                  <a:pt x="862388" y="30756"/>
                  <a:pt x="866957" y="29105"/>
                </a:cubicBezTo>
                <a:cubicBezTo>
                  <a:pt x="871526" y="27451"/>
                  <a:pt x="876821" y="26625"/>
                  <a:pt x="882840" y="26625"/>
                </a:cubicBezTo>
                <a:cubicBezTo>
                  <a:pt x="888815" y="26625"/>
                  <a:pt x="893670" y="27328"/>
                  <a:pt x="897404" y="28734"/>
                </a:cubicBezTo>
                <a:cubicBezTo>
                  <a:pt x="901139" y="30140"/>
                  <a:pt x="903885" y="31908"/>
                  <a:pt x="905642" y="34039"/>
                </a:cubicBezTo>
                <a:cubicBezTo>
                  <a:pt x="907400" y="36170"/>
                  <a:pt x="908630" y="38861"/>
                  <a:pt x="909333" y="42112"/>
                </a:cubicBezTo>
                <a:cubicBezTo>
                  <a:pt x="909728" y="44133"/>
                  <a:pt x="909926" y="47780"/>
                  <a:pt x="909926" y="53052"/>
                </a:cubicBezTo>
                <a:lnTo>
                  <a:pt x="909926" y="68869"/>
                </a:lnTo>
                <a:cubicBezTo>
                  <a:pt x="909926" y="79897"/>
                  <a:pt x="910179" y="86871"/>
                  <a:pt x="910684" y="89793"/>
                </a:cubicBezTo>
                <a:cubicBezTo>
                  <a:pt x="911189" y="92715"/>
                  <a:pt x="912189" y="95516"/>
                  <a:pt x="913682" y="98196"/>
                </a:cubicBezTo>
                <a:lnTo>
                  <a:pt x="901293" y="98196"/>
                </a:lnTo>
                <a:cubicBezTo>
                  <a:pt x="900062" y="95733"/>
                  <a:pt x="899272" y="92852"/>
                  <a:pt x="898920" y="89554"/>
                </a:cubicBezTo>
                <a:moveTo>
                  <a:pt x="897932" y="63004"/>
                </a:moveTo>
                <a:cubicBezTo>
                  <a:pt x="893626" y="64776"/>
                  <a:pt x="887167" y="66282"/>
                  <a:pt x="878556" y="67522"/>
                </a:cubicBezTo>
                <a:cubicBezTo>
                  <a:pt x="873679" y="68228"/>
                  <a:pt x="870230" y="69022"/>
                  <a:pt x="868209" y="69905"/>
                </a:cubicBezTo>
                <a:cubicBezTo>
                  <a:pt x="866188" y="70786"/>
                  <a:pt x="864628" y="72077"/>
                  <a:pt x="863530" y="73777"/>
                </a:cubicBezTo>
                <a:cubicBezTo>
                  <a:pt x="862432" y="75475"/>
                  <a:pt x="861882" y="77361"/>
                  <a:pt x="861882" y="79434"/>
                </a:cubicBezTo>
                <a:cubicBezTo>
                  <a:pt x="861882" y="82610"/>
                  <a:pt x="863080" y="85257"/>
                  <a:pt x="865474" y="87375"/>
                </a:cubicBezTo>
                <a:cubicBezTo>
                  <a:pt x="867869" y="89493"/>
                  <a:pt x="871373" y="90551"/>
                  <a:pt x="875986" y="90551"/>
                </a:cubicBezTo>
                <a:cubicBezTo>
                  <a:pt x="880555" y="90551"/>
                  <a:pt x="884619" y="89547"/>
                  <a:pt x="888178" y="87538"/>
                </a:cubicBezTo>
                <a:cubicBezTo>
                  <a:pt x="891737" y="85529"/>
                  <a:pt x="894351" y="82781"/>
                  <a:pt x="896020" y="79294"/>
                </a:cubicBezTo>
                <a:cubicBezTo>
                  <a:pt x="897294" y="76600"/>
                  <a:pt x="897932" y="72627"/>
                  <a:pt x="897932" y="67374"/>
                </a:cubicBezTo>
                <a:lnTo>
                  <a:pt x="897932" y="63004"/>
                </a:lnTo>
                <a:close/>
                <a:moveTo>
                  <a:pt x="954192" y="87717"/>
                </a:moveTo>
                <a:lnTo>
                  <a:pt x="955906" y="98196"/>
                </a:lnTo>
                <a:cubicBezTo>
                  <a:pt x="952567" y="98811"/>
                  <a:pt x="949579" y="99119"/>
                  <a:pt x="946943" y="99119"/>
                </a:cubicBezTo>
                <a:cubicBezTo>
                  <a:pt x="942637" y="99119"/>
                  <a:pt x="939298" y="98438"/>
                  <a:pt x="936926" y="97076"/>
                </a:cubicBezTo>
                <a:cubicBezTo>
                  <a:pt x="934553" y="95713"/>
                  <a:pt x="932884" y="93923"/>
                  <a:pt x="931917" y="91704"/>
                </a:cubicBezTo>
                <a:cubicBezTo>
                  <a:pt x="930951" y="89486"/>
                  <a:pt x="930467" y="84817"/>
                  <a:pt x="930467" y="77700"/>
                </a:cubicBezTo>
                <a:lnTo>
                  <a:pt x="930467" y="37433"/>
                </a:lnTo>
                <a:lnTo>
                  <a:pt x="921768" y="37433"/>
                </a:lnTo>
                <a:lnTo>
                  <a:pt x="921768" y="28207"/>
                </a:lnTo>
                <a:lnTo>
                  <a:pt x="930467" y="28207"/>
                </a:lnTo>
                <a:lnTo>
                  <a:pt x="930467" y="10827"/>
                </a:lnTo>
                <a:lnTo>
                  <a:pt x="942264" y="3691"/>
                </a:lnTo>
                <a:lnTo>
                  <a:pt x="942264" y="28207"/>
                </a:lnTo>
                <a:lnTo>
                  <a:pt x="954192" y="28207"/>
                </a:lnTo>
                <a:lnTo>
                  <a:pt x="954192" y="37433"/>
                </a:lnTo>
                <a:lnTo>
                  <a:pt x="942264" y="37433"/>
                </a:lnTo>
                <a:lnTo>
                  <a:pt x="942264" y="78359"/>
                </a:lnTo>
                <a:cubicBezTo>
                  <a:pt x="942264" y="81742"/>
                  <a:pt x="942473" y="83917"/>
                  <a:pt x="942890" y="84883"/>
                </a:cubicBezTo>
                <a:cubicBezTo>
                  <a:pt x="943307" y="85850"/>
                  <a:pt x="943988" y="86619"/>
                  <a:pt x="944933" y="87190"/>
                </a:cubicBezTo>
                <a:cubicBezTo>
                  <a:pt x="945878" y="87761"/>
                  <a:pt x="947229" y="88047"/>
                  <a:pt x="948986" y="88047"/>
                </a:cubicBezTo>
                <a:cubicBezTo>
                  <a:pt x="950304" y="88047"/>
                  <a:pt x="952040" y="87937"/>
                  <a:pt x="954192" y="87717"/>
                </a:cubicBezTo>
                <a:close/>
                <a:moveTo>
                  <a:pt x="1003402" y="15290"/>
                </a:moveTo>
                <a:lnTo>
                  <a:pt x="1003402" y="1582"/>
                </a:lnTo>
                <a:lnTo>
                  <a:pt x="1015264" y="1582"/>
                </a:lnTo>
                <a:lnTo>
                  <a:pt x="1015264" y="15290"/>
                </a:lnTo>
                <a:lnTo>
                  <a:pt x="1003402" y="15290"/>
                </a:lnTo>
                <a:moveTo>
                  <a:pt x="1003402" y="98196"/>
                </a:moveTo>
                <a:lnTo>
                  <a:pt x="1003402" y="28207"/>
                </a:lnTo>
                <a:lnTo>
                  <a:pt x="1015264" y="28207"/>
                </a:lnTo>
                <a:lnTo>
                  <a:pt x="1015264" y="98196"/>
                </a:lnTo>
                <a:lnTo>
                  <a:pt x="1003402" y="98196"/>
                </a:lnTo>
                <a:close/>
                <a:moveTo>
                  <a:pt x="1036133" y="98196"/>
                </a:moveTo>
                <a:lnTo>
                  <a:pt x="1036133" y="37433"/>
                </a:lnTo>
                <a:lnTo>
                  <a:pt x="1025654" y="37433"/>
                </a:lnTo>
                <a:lnTo>
                  <a:pt x="1025654" y="28207"/>
                </a:lnTo>
                <a:lnTo>
                  <a:pt x="1036133" y="28207"/>
                </a:lnTo>
                <a:lnTo>
                  <a:pt x="1036133" y="20776"/>
                </a:lnTo>
                <a:cubicBezTo>
                  <a:pt x="1036133" y="16086"/>
                  <a:pt x="1036550" y="12601"/>
                  <a:pt x="1037385" y="10322"/>
                </a:cubicBezTo>
                <a:cubicBezTo>
                  <a:pt x="1038527" y="7255"/>
                  <a:pt x="1040537" y="4768"/>
                  <a:pt x="1043415" y="2861"/>
                </a:cubicBezTo>
                <a:cubicBezTo>
                  <a:pt x="1046293" y="954"/>
                  <a:pt x="1050324" y="0"/>
                  <a:pt x="1055508" y="0"/>
                </a:cubicBezTo>
                <a:cubicBezTo>
                  <a:pt x="1058848" y="0"/>
                  <a:pt x="1062538" y="395"/>
                  <a:pt x="1066580" y="1186"/>
                </a:cubicBezTo>
                <a:lnTo>
                  <a:pt x="1064801" y="11533"/>
                </a:lnTo>
                <a:cubicBezTo>
                  <a:pt x="1062340" y="11094"/>
                  <a:pt x="1060012" y="10874"/>
                  <a:pt x="1057815" y="10874"/>
                </a:cubicBezTo>
                <a:cubicBezTo>
                  <a:pt x="1054212" y="10874"/>
                  <a:pt x="1051664" y="11640"/>
                  <a:pt x="1050170" y="13172"/>
                </a:cubicBezTo>
                <a:cubicBezTo>
                  <a:pt x="1048676" y="14705"/>
                  <a:pt x="1047930" y="17571"/>
                  <a:pt x="1047930" y="21773"/>
                </a:cubicBezTo>
                <a:lnTo>
                  <a:pt x="1047930" y="28207"/>
                </a:lnTo>
                <a:lnTo>
                  <a:pt x="1061572" y="28207"/>
                </a:lnTo>
                <a:lnTo>
                  <a:pt x="1061572" y="37433"/>
                </a:lnTo>
                <a:lnTo>
                  <a:pt x="1047930" y="37433"/>
                </a:lnTo>
                <a:lnTo>
                  <a:pt x="1047930" y="98196"/>
                </a:lnTo>
                <a:lnTo>
                  <a:pt x="1036133" y="98196"/>
                </a:lnTo>
                <a:close/>
                <a:moveTo>
                  <a:pt x="1121259" y="98196"/>
                </a:moveTo>
                <a:lnTo>
                  <a:pt x="1099841" y="28207"/>
                </a:lnTo>
                <a:lnTo>
                  <a:pt x="1112099" y="28207"/>
                </a:lnTo>
                <a:lnTo>
                  <a:pt x="1123236" y="68599"/>
                </a:lnTo>
                <a:lnTo>
                  <a:pt x="1127388" y="83631"/>
                </a:lnTo>
                <a:cubicBezTo>
                  <a:pt x="1127564" y="82886"/>
                  <a:pt x="1128772" y="78080"/>
                  <a:pt x="1131013" y="69213"/>
                </a:cubicBezTo>
                <a:lnTo>
                  <a:pt x="1142151" y="28207"/>
                </a:lnTo>
                <a:lnTo>
                  <a:pt x="1154343" y="28207"/>
                </a:lnTo>
                <a:lnTo>
                  <a:pt x="1164821" y="68795"/>
                </a:lnTo>
                <a:lnTo>
                  <a:pt x="1168314" y="82181"/>
                </a:lnTo>
                <a:lnTo>
                  <a:pt x="1172334" y="68669"/>
                </a:lnTo>
                <a:lnTo>
                  <a:pt x="1184329" y="28207"/>
                </a:lnTo>
                <a:lnTo>
                  <a:pt x="1195862" y="28207"/>
                </a:lnTo>
                <a:lnTo>
                  <a:pt x="1173982" y="98196"/>
                </a:lnTo>
                <a:lnTo>
                  <a:pt x="1161658" y="98196"/>
                </a:lnTo>
                <a:lnTo>
                  <a:pt x="1150520" y="56259"/>
                </a:lnTo>
                <a:lnTo>
                  <a:pt x="1147818" y="44353"/>
                </a:lnTo>
                <a:lnTo>
                  <a:pt x="1133649" y="98196"/>
                </a:lnTo>
                <a:lnTo>
                  <a:pt x="1121259" y="98196"/>
                </a:lnTo>
                <a:close/>
                <a:moveTo>
                  <a:pt x="1253702" y="75657"/>
                </a:moveTo>
                <a:lnTo>
                  <a:pt x="1265960" y="77173"/>
                </a:lnTo>
                <a:cubicBezTo>
                  <a:pt x="1264027" y="84334"/>
                  <a:pt x="1260446" y="89892"/>
                  <a:pt x="1255218" y="93846"/>
                </a:cubicBezTo>
                <a:cubicBezTo>
                  <a:pt x="1249989" y="97800"/>
                  <a:pt x="1243311" y="99778"/>
                  <a:pt x="1235183" y="99778"/>
                </a:cubicBezTo>
                <a:cubicBezTo>
                  <a:pt x="1224946" y="99778"/>
                  <a:pt x="1216829" y="96625"/>
                  <a:pt x="1210832" y="90320"/>
                </a:cubicBezTo>
                <a:cubicBezTo>
                  <a:pt x="1204835" y="84016"/>
                  <a:pt x="1201836" y="75174"/>
                  <a:pt x="1201836" y="63794"/>
                </a:cubicBezTo>
                <a:cubicBezTo>
                  <a:pt x="1201836" y="52020"/>
                  <a:pt x="1204868" y="42881"/>
                  <a:pt x="1210931" y="36379"/>
                </a:cubicBezTo>
                <a:cubicBezTo>
                  <a:pt x="1216994" y="29876"/>
                  <a:pt x="1224858" y="26625"/>
                  <a:pt x="1234524" y="26625"/>
                </a:cubicBezTo>
                <a:cubicBezTo>
                  <a:pt x="1243882" y="26625"/>
                  <a:pt x="1251527" y="29805"/>
                  <a:pt x="1257458" y="36166"/>
                </a:cubicBezTo>
                <a:cubicBezTo>
                  <a:pt x="1263390" y="42526"/>
                  <a:pt x="1266355" y="51474"/>
                  <a:pt x="1266355" y="63010"/>
                </a:cubicBezTo>
                <a:cubicBezTo>
                  <a:pt x="1266355" y="63711"/>
                  <a:pt x="1266333" y="64764"/>
                  <a:pt x="1266290" y="66167"/>
                </a:cubicBezTo>
                <a:lnTo>
                  <a:pt x="1214094" y="66167"/>
                </a:lnTo>
                <a:cubicBezTo>
                  <a:pt x="1214533" y="73834"/>
                  <a:pt x="1216708" y="79704"/>
                  <a:pt x="1220619" y="83780"/>
                </a:cubicBezTo>
                <a:cubicBezTo>
                  <a:pt x="1224529" y="87855"/>
                  <a:pt x="1229406" y="89892"/>
                  <a:pt x="1235249" y="89892"/>
                </a:cubicBezTo>
                <a:cubicBezTo>
                  <a:pt x="1239599" y="89892"/>
                  <a:pt x="1243311" y="88761"/>
                  <a:pt x="1246387" y="86498"/>
                </a:cubicBezTo>
                <a:cubicBezTo>
                  <a:pt x="1249462" y="84234"/>
                  <a:pt x="1251901" y="80620"/>
                  <a:pt x="1253702" y="75657"/>
                </a:cubicBezTo>
                <a:moveTo>
                  <a:pt x="1214753" y="56281"/>
                </a:moveTo>
                <a:lnTo>
                  <a:pt x="1253834" y="56281"/>
                </a:lnTo>
                <a:cubicBezTo>
                  <a:pt x="1253307" y="50490"/>
                  <a:pt x="1251813" y="46147"/>
                  <a:pt x="1249352" y="43251"/>
                </a:cubicBezTo>
                <a:cubicBezTo>
                  <a:pt x="1245574" y="38757"/>
                  <a:pt x="1240675" y="36510"/>
                  <a:pt x="1234656" y="36510"/>
                </a:cubicBezTo>
                <a:cubicBezTo>
                  <a:pt x="1229208" y="36510"/>
                  <a:pt x="1224628" y="38304"/>
                  <a:pt x="1220915" y="41892"/>
                </a:cubicBezTo>
                <a:cubicBezTo>
                  <a:pt x="1217203" y="45478"/>
                  <a:pt x="1215149" y="50275"/>
                  <a:pt x="1214753" y="56281"/>
                </a:cubicBezTo>
                <a:close/>
                <a:moveTo>
                  <a:pt x="1337797" y="98196"/>
                </a:moveTo>
                <a:lnTo>
                  <a:pt x="1311172" y="28207"/>
                </a:lnTo>
                <a:lnTo>
                  <a:pt x="1323693" y="28207"/>
                </a:lnTo>
                <a:lnTo>
                  <a:pt x="1338719" y="70121"/>
                </a:lnTo>
                <a:cubicBezTo>
                  <a:pt x="1340345" y="74646"/>
                  <a:pt x="1341839" y="79348"/>
                  <a:pt x="1343201" y="84224"/>
                </a:cubicBezTo>
                <a:cubicBezTo>
                  <a:pt x="1344255" y="80534"/>
                  <a:pt x="1345727" y="76096"/>
                  <a:pt x="1347616" y="70912"/>
                </a:cubicBezTo>
                <a:lnTo>
                  <a:pt x="1363169" y="28207"/>
                </a:lnTo>
                <a:lnTo>
                  <a:pt x="1375362" y="28207"/>
                </a:lnTo>
                <a:lnTo>
                  <a:pt x="1348868" y="98196"/>
                </a:lnTo>
                <a:lnTo>
                  <a:pt x="1337797" y="98196"/>
                </a:lnTo>
                <a:close/>
                <a:moveTo>
                  <a:pt x="1433752" y="75657"/>
                </a:moveTo>
                <a:lnTo>
                  <a:pt x="1446010" y="77173"/>
                </a:lnTo>
                <a:cubicBezTo>
                  <a:pt x="1444077" y="84334"/>
                  <a:pt x="1440496" y="89892"/>
                  <a:pt x="1435268" y="93846"/>
                </a:cubicBezTo>
                <a:cubicBezTo>
                  <a:pt x="1430039" y="97800"/>
                  <a:pt x="1423361" y="99778"/>
                  <a:pt x="1415233" y="99778"/>
                </a:cubicBezTo>
                <a:cubicBezTo>
                  <a:pt x="1404996" y="99778"/>
                  <a:pt x="1396879" y="96625"/>
                  <a:pt x="1390882" y="90320"/>
                </a:cubicBezTo>
                <a:cubicBezTo>
                  <a:pt x="1384885" y="84016"/>
                  <a:pt x="1381886" y="75174"/>
                  <a:pt x="1381886" y="63794"/>
                </a:cubicBezTo>
                <a:cubicBezTo>
                  <a:pt x="1381886" y="52020"/>
                  <a:pt x="1384918" y="42881"/>
                  <a:pt x="1390981" y="36379"/>
                </a:cubicBezTo>
                <a:cubicBezTo>
                  <a:pt x="1397044" y="29876"/>
                  <a:pt x="1404908" y="26625"/>
                  <a:pt x="1414574" y="26625"/>
                </a:cubicBezTo>
                <a:cubicBezTo>
                  <a:pt x="1423932" y="26625"/>
                  <a:pt x="1431577" y="29805"/>
                  <a:pt x="1437508" y="36166"/>
                </a:cubicBezTo>
                <a:cubicBezTo>
                  <a:pt x="1443440" y="42526"/>
                  <a:pt x="1446405" y="51474"/>
                  <a:pt x="1446405" y="63010"/>
                </a:cubicBezTo>
                <a:cubicBezTo>
                  <a:pt x="1446405" y="63711"/>
                  <a:pt x="1446383" y="64764"/>
                  <a:pt x="1446339" y="66167"/>
                </a:cubicBezTo>
                <a:lnTo>
                  <a:pt x="1394144" y="66167"/>
                </a:lnTo>
                <a:cubicBezTo>
                  <a:pt x="1394583" y="73834"/>
                  <a:pt x="1396758" y="79704"/>
                  <a:pt x="1400668" y="83780"/>
                </a:cubicBezTo>
                <a:cubicBezTo>
                  <a:pt x="1404579" y="87855"/>
                  <a:pt x="1409456" y="89892"/>
                  <a:pt x="1415299" y="89892"/>
                </a:cubicBezTo>
                <a:cubicBezTo>
                  <a:pt x="1419649" y="89892"/>
                  <a:pt x="1423361" y="88761"/>
                  <a:pt x="1426437" y="86498"/>
                </a:cubicBezTo>
                <a:cubicBezTo>
                  <a:pt x="1429512" y="84234"/>
                  <a:pt x="1431951" y="80620"/>
                  <a:pt x="1433752" y="75657"/>
                </a:cubicBezTo>
                <a:moveTo>
                  <a:pt x="1394803" y="56281"/>
                </a:moveTo>
                <a:lnTo>
                  <a:pt x="1433884" y="56281"/>
                </a:lnTo>
                <a:cubicBezTo>
                  <a:pt x="1433357" y="50490"/>
                  <a:pt x="1431863" y="46147"/>
                  <a:pt x="1429402" y="43251"/>
                </a:cubicBezTo>
                <a:cubicBezTo>
                  <a:pt x="1425624" y="38757"/>
                  <a:pt x="1420725" y="36510"/>
                  <a:pt x="1414706" y="36510"/>
                </a:cubicBezTo>
                <a:cubicBezTo>
                  <a:pt x="1409258" y="36510"/>
                  <a:pt x="1404678" y="38304"/>
                  <a:pt x="1400965" y="41892"/>
                </a:cubicBezTo>
                <a:cubicBezTo>
                  <a:pt x="1397253" y="45478"/>
                  <a:pt x="1395199" y="50275"/>
                  <a:pt x="1394803" y="56281"/>
                </a:cubicBezTo>
                <a:close/>
                <a:moveTo>
                  <a:pt x="1460752" y="98196"/>
                </a:moveTo>
                <a:lnTo>
                  <a:pt x="1460752" y="28207"/>
                </a:lnTo>
                <a:lnTo>
                  <a:pt x="1471428" y="28207"/>
                </a:lnTo>
                <a:lnTo>
                  <a:pt x="1471428" y="38751"/>
                </a:lnTo>
                <a:cubicBezTo>
                  <a:pt x="1474152" y="33814"/>
                  <a:pt x="1476667" y="30559"/>
                  <a:pt x="1478974" y="28985"/>
                </a:cubicBezTo>
                <a:cubicBezTo>
                  <a:pt x="1481280" y="27412"/>
                  <a:pt x="1483818" y="26625"/>
                  <a:pt x="1486586" y="26625"/>
                </a:cubicBezTo>
                <a:cubicBezTo>
                  <a:pt x="1490584" y="26625"/>
                  <a:pt x="1494648" y="27894"/>
                  <a:pt x="1498778" y="30431"/>
                </a:cubicBezTo>
                <a:lnTo>
                  <a:pt x="1494692" y="41387"/>
                </a:lnTo>
                <a:cubicBezTo>
                  <a:pt x="1491792" y="39674"/>
                  <a:pt x="1488892" y="38817"/>
                  <a:pt x="1485992" y="38817"/>
                </a:cubicBezTo>
                <a:cubicBezTo>
                  <a:pt x="1483400" y="38817"/>
                  <a:pt x="1481072" y="39598"/>
                  <a:pt x="1479007" y="41161"/>
                </a:cubicBezTo>
                <a:cubicBezTo>
                  <a:pt x="1476942" y="42722"/>
                  <a:pt x="1475470" y="44888"/>
                  <a:pt x="1474591" y="47658"/>
                </a:cubicBezTo>
                <a:cubicBezTo>
                  <a:pt x="1473273" y="51880"/>
                  <a:pt x="1472614" y="56498"/>
                  <a:pt x="1472614" y="61512"/>
                </a:cubicBezTo>
                <a:lnTo>
                  <a:pt x="1472614" y="98196"/>
                </a:lnTo>
                <a:lnTo>
                  <a:pt x="1460752" y="98196"/>
                </a:lnTo>
                <a:close/>
                <a:moveTo>
                  <a:pt x="1505894" y="15290"/>
                </a:moveTo>
                <a:lnTo>
                  <a:pt x="1505894" y="1582"/>
                </a:lnTo>
                <a:lnTo>
                  <a:pt x="1517757" y="1582"/>
                </a:lnTo>
                <a:lnTo>
                  <a:pt x="1517757" y="15290"/>
                </a:lnTo>
                <a:lnTo>
                  <a:pt x="1505894" y="15290"/>
                </a:lnTo>
                <a:moveTo>
                  <a:pt x="1505894" y="98196"/>
                </a:moveTo>
                <a:lnTo>
                  <a:pt x="1505894" y="28207"/>
                </a:lnTo>
                <a:lnTo>
                  <a:pt x="1517757" y="28207"/>
                </a:lnTo>
                <a:lnTo>
                  <a:pt x="1517757" y="98196"/>
                </a:lnTo>
                <a:lnTo>
                  <a:pt x="1505894" y="98196"/>
                </a:lnTo>
                <a:close/>
                <a:moveTo>
                  <a:pt x="1538625" y="98196"/>
                </a:moveTo>
                <a:lnTo>
                  <a:pt x="1538625" y="37433"/>
                </a:lnTo>
                <a:lnTo>
                  <a:pt x="1528147" y="37433"/>
                </a:lnTo>
                <a:lnTo>
                  <a:pt x="1528147" y="28207"/>
                </a:lnTo>
                <a:lnTo>
                  <a:pt x="1538625" y="28207"/>
                </a:lnTo>
                <a:lnTo>
                  <a:pt x="1538625" y="20776"/>
                </a:lnTo>
                <a:cubicBezTo>
                  <a:pt x="1538625" y="16086"/>
                  <a:pt x="1539043" y="12601"/>
                  <a:pt x="1539878" y="10322"/>
                </a:cubicBezTo>
                <a:cubicBezTo>
                  <a:pt x="1541020" y="7255"/>
                  <a:pt x="1543030" y="4768"/>
                  <a:pt x="1545908" y="2861"/>
                </a:cubicBezTo>
                <a:cubicBezTo>
                  <a:pt x="1548785" y="954"/>
                  <a:pt x="1552817" y="0"/>
                  <a:pt x="1558001" y="0"/>
                </a:cubicBezTo>
                <a:cubicBezTo>
                  <a:pt x="1561340" y="0"/>
                  <a:pt x="1565031" y="395"/>
                  <a:pt x="1569073" y="1186"/>
                </a:cubicBezTo>
                <a:lnTo>
                  <a:pt x="1567293" y="11533"/>
                </a:lnTo>
                <a:cubicBezTo>
                  <a:pt x="1564833" y="11094"/>
                  <a:pt x="1562504" y="10874"/>
                  <a:pt x="1560308" y="10874"/>
                </a:cubicBezTo>
                <a:cubicBezTo>
                  <a:pt x="1556705" y="10874"/>
                  <a:pt x="1554157" y="11640"/>
                  <a:pt x="1552663" y="13172"/>
                </a:cubicBezTo>
                <a:cubicBezTo>
                  <a:pt x="1551169" y="14705"/>
                  <a:pt x="1550422" y="17571"/>
                  <a:pt x="1550422" y="21773"/>
                </a:cubicBezTo>
                <a:lnTo>
                  <a:pt x="1550422" y="28207"/>
                </a:lnTo>
                <a:lnTo>
                  <a:pt x="1564064" y="28207"/>
                </a:lnTo>
                <a:lnTo>
                  <a:pt x="1564064" y="37433"/>
                </a:lnTo>
                <a:lnTo>
                  <a:pt x="1550422" y="37433"/>
                </a:lnTo>
                <a:lnTo>
                  <a:pt x="1550422" y="98196"/>
                </a:lnTo>
                <a:lnTo>
                  <a:pt x="1538625" y="98196"/>
                </a:lnTo>
                <a:close/>
                <a:moveTo>
                  <a:pt x="1572786" y="125216"/>
                </a:moveTo>
                <a:lnTo>
                  <a:pt x="1571468" y="114079"/>
                </a:lnTo>
                <a:cubicBezTo>
                  <a:pt x="1574060" y="114782"/>
                  <a:pt x="1576323" y="115133"/>
                  <a:pt x="1578256" y="115133"/>
                </a:cubicBezTo>
                <a:cubicBezTo>
                  <a:pt x="1580892" y="115133"/>
                  <a:pt x="1583001" y="114688"/>
                  <a:pt x="1584583" y="113798"/>
                </a:cubicBezTo>
                <a:cubicBezTo>
                  <a:pt x="1586164" y="112910"/>
                  <a:pt x="1587460" y="111666"/>
                  <a:pt x="1588471" y="110065"/>
                </a:cubicBezTo>
                <a:cubicBezTo>
                  <a:pt x="1589218" y="108865"/>
                  <a:pt x="1590426" y="105887"/>
                  <a:pt x="1592096" y="101131"/>
                </a:cubicBezTo>
                <a:cubicBezTo>
                  <a:pt x="1592315" y="100463"/>
                  <a:pt x="1592667" y="99485"/>
                  <a:pt x="1593150" y="98196"/>
                </a:cubicBezTo>
                <a:lnTo>
                  <a:pt x="1566591" y="28207"/>
                </a:lnTo>
                <a:lnTo>
                  <a:pt x="1579376" y="28207"/>
                </a:lnTo>
                <a:lnTo>
                  <a:pt x="1593941" y="68642"/>
                </a:lnTo>
                <a:cubicBezTo>
                  <a:pt x="1595830" y="73772"/>
                  <a:pt x="1597522" y="79164"/>
                  <a:pt x="1599015" y="84817"/>
                </a:cubicBezTo>
                <a:cubicBezTo>
                  <a:pt x="1600377" y="79382"/>
                  <a:pt x="1602003" y="74078"/>
                  <a:pt x="1603892" y="68906"/>
                </a:cubicBezTo>
                <a:lnTo>
                  <a:pt x="1618852" y="28207"/>
                </a:lnTo>
                <a:lnTo>
                  <a:pt x="1630715" y="28207"/>
                </a:lnTo>
                <a:lnTo>
                  <a:pt x="1604090" y="99429"/>
                </a:lnTo>
                <a:cubicBezTo>
                  <a:pt x="1601234" y="107124"/>
                  <a:pt x="1599015" y="112421"/>
                  <a:pt x="1597434" y="115322"/>
                </a:cubicBezTo>
                <a:cubicBezTo>
                  <a:pt x="1595325" y="119235"/>
                  <a:pt x="1592908" y="122104"/>
                  <a:pt x="1590184" y="123929"/>
                </a:cubicBezTo>
                <a:cubicBezTo>
                  <a:pt x="1587460" y="125754"/>
                  <a:pt x="1584209" y="126666"/>
                  <a:pt x="1580431" y="126666"/>
                </a:cubicBezTo>
                <a:cubicBezTo>
                  <a:pt x="1578146" y="126666"/>
                  <a:pt x="1575598" y="126183"/>
                  <a:pt x="1572786" y="125216"/>
                </a:cubicBezTo>
                <a:close/>
                <a:moveTo>
                  <a:pt x="1704220" y="87717"/>
                </a:moveTo>
                <a:lnTo>
                  <a:pt x="1705933" y="98196"/>
                </a:lnTo>
                <a:cubicBezTo>
                  <a:pt x="1702594" y="98811"/>
                  <a:pt x="1699606" y="99119"/>
                  <a:pt x="1696970" y="99119"/>
                </a:cubicBezTo>
                <a:cubicBezTo>
                  <a:pt x="1692665" y="99119"/>
                  <a:pt x="1689326" y="98438"/>
                  <a:pt x="1686953" y="97076"/>
                </a:cubicBezTo>
                <a:cubicBezTo>
                  <a:pt x="1684580" y="95713"/>
                  <a:pt x="1682911" y="93923"/>
                  <a:pt x="1681944" y="91704"/>
                </a:cubicBezTo>
                <a:cubicBezTo>
                  <a:pt x="1680978" y="89486"/>
                  <a:pt x="1680494" y="84817"/>
                  <a:pt x="1680494" y="77700"/>
                </a:cubicBezTo>
                <a:lnTo>
                  <a:pt x="1680494" y="37433"/>
                </a:lnTo>
                <a:lnTo>
                  <a:pt x="1671795" y="37433"/>
                </a:lnTo>
                <a:lnTo>
                  <a:pt x="1671795" y="28207"/>
                </a:lnTo>
                <a:lnTo>
                  <a:pt x="1680494" y="28207"/>
                </a:lnTo>
                <a:lnTo>
                  <a:pt x="1680494" y="10827"/>
                </a:lnTo>
                <a:lnTo>
                  <a:pt x="1692291" y="3691"/>
                </a:lnTo>
                <a:lnTo>
                  <a:pt x="1692291" y="28207"/>
                </a:lnTo>
                <a:lnTo>
                  <a:pt x="1704220" y="28207"/>
                </a:lnTo>
                <a:lnTo>
                  <a:pt x="1704220" y="37433"/>
                </a:lnTo>
                <a:lnTo>
                  <a:pt x="1692291" y="37433"/>
                </a:lnTo>
                <a:lnTo>
                  <a:pt x="1692291" y="78359"/>
                </a:lnTo>
                <a:cubicBezTo>
                  <a:pt x="1692291" y="81742"/>
                  <a:pt x="1692500" y="83917"/>
                  <a:pt x="1692917" y="84883"/>
                </a:cubicBezTo>
                <a:cubicBezTo>
                  <a:pt x="1693335" y="85850"/>
                  <a:pt x="1694016" y="86619"/>
                  <a:pt x="1694960" y="87190"/>
                </a:cubicBezTo>
                <a:cubicBezTo>
                  <a:pt x="1695905" y="87761"/>
                  <a:pt x="1697256" y="88047"/>
                  <a:pt x="1699013" y="88047"/>
                </a:cubicBezTo>
                <a:cubicBezTo>
                  <a:pt x="1700331" y="88047"/>
                  <a:pt x="1702067" y="87937"/>
                  <a:pt x="1704220" y="87717"/>
                </a:cubicBezTo>
                <a:close/>
                <a:moveTo>
                  <a:pt x="1715842" y="98196"/>
                </a:moveTo>
                <a:lnTo>
                  <a:pt x="1715842" y="1582"/>
                </a:lnTo>
                <a:lnTo>
                  <a:pt x="1727704" y="1582"/>
                </a:lnTo>
                <a:lnTo>
                  <a:pt x="1727704" y="36247"/>
                </a:lnTo>
                <a:cubicBezTo>
                  <a:pt x="1733240" y="29832"/>
                  <a:pt x="1740226" y="26625"/>
                  <a:pt x="1748661" y="26625"/>
                </a:cubicBezTo>
                <a:cubicBezTo>
                  <a:pt x="1753846" y="26625"/>
                  <a:pt x="1758349" y="27646"/>
                  <a:pt x="1762171" y="29689"/>
                </a:cubicBezTo>
                <a:cubicBezTo>
                  <a:pt x="1765994" y="31732"/>
                  <a:pt x="1768729" y="34555"/>
                  <a:pt x="1770376" y="38158"/>
                </a:cubicBezTo>
                <a:cubicBezTo>
                  <a:pt x="1772024" y="41761"/>
                  <a:pt x="1772848" y="46989"/>
                  <a:pt x="1772848" y="53843"/>
                </a:cubicBezTo>
                <a:lnTo>
                  <a:pt x="1772848" y="98196"/>
                </a:lnTo>
                <a:lnTo>
                  <a:pt x="1760985" y="98196"/>
                </a:lnTo>
                <a:lnTo>
                  <a:pt x="1760985" y="53843"/>
                </a:lnTo>
                <a:cubicBezTo>
                  <a:pt x="1760985" y="47912"/>
                  <a:pt x="1759700" y="43595"/>
                  <a:pt x="1757130" y="40893"/>
                </a:cubicBezTo>
                <a:cubicBezTo>
                  <a:pt x="1754560" y="38191"/>
                  <a:pt x="1750924" y="36840"/>
                  <a:pt x="1746223" y="36840"/>
                </a:cubicBezTo>
                <a:cubicBezTo>
                  <a:pt x="1742708" y="36840"/>
                  <a:pt x="1739402" y="37752"/>
                  <a:pt x="1736304" y="39575"/>
                </a:cubicBezTo>
                <a:cubicBezTo>
                  <a:pt x="1733207" y="41398"/>
                  <a:pt x="1730999" y="43870"/>
                  <a:pt x="1729681" y="46989"/>
                </a:cubicBezTo>
                <a:cubicBezTo>
                  <a:pt x="1728363" y="50108"/>
                  <a:pt x="1727704" y="54414"/>
                  <a:pt x="1727704" y="59906"/>
                </a:cubicBezTo>
                <a:lnTo>
                  <a:pt x="1727704" y="98196"/>
                </a:lnTo>
                <a:lnTo>
                  <a:pt x="1715842" y="98196"/>
                </a:lnTo>
                <a:close/>
                <a:moveTo>
                  <a:pt x="1838796" y="75657"/>
                </a:moveTo>
                <a:lnTo>
                  <a:pt x="1851054" y="77173"/>
                </a:lnTo>
                <a:cubicBezTo>
                  <a:pt x="1849121" y="84334"/>
                  <a:pt x="1845540" y="89892"/>
                  <a:pt x="1840312" y="93846"/>
                </a:cubicBezTo>
                <a:cubicBezTo>
                  <a:pt x="1835084" y="97800"/>
                  <a:pt x="1828406" y="99778"/>
                  <a:pt x="1820277" y="99778"/>
                </a:cubicBezTo>
                <a:cubicBezTo>
                  <a:pt x="1810040" y="99778"/>
                  <a:pt x="1801923" y="96625"/>
                  <a:pt x="1795926" y="90320"/>
                </a:cubicBezTo>
                <a:cubicBezTo>
                  <a:pt x="1789929" y="84016"/>
                  <a:pt x="1786930" y="75174"/>
                  <a:pt x="1786930" y="63794"/>
                </a:cubicBezTo>
                <a:cubicBezTo>
                  <a:pt x="1786930" y="52020"/>
                  <a:pt x="1789962" y="42881"/>
                  <a:pt x="1796025" y="36379"/>
                </a:cubicBezTo>
                <a:cubicBezTo>
                  <a:pt x="1802088" y="29876"/>
                  <a:pt x="1809953" y="26625"/>
                  <a:pt x="1819618" y="26625"/>
                </a:cubicBezTo>
                <a:cubicBezTo>
                  <a:pt x="1828977" y="26625"/>
                  <a:pt x="1836621" y="29805"/>
                  <a:pt x="1842553" y="36166"/>
                </a:cubicBezTo>
                <a:cubicBezTo>
                  <a:pt x="1848484" y="42526"/>
                  <a:pt x="1851450" y="51474"/>
                  <a:pt x="1851450" y="63010"/>
                </a:cubicBezTo>
                <a:cubicBezTo>
                  <a:pt x="1851450" y="63711"/>
                  <a:pt x="1851428" y="64764"/>
                  <a:pt x="1851384" y="66167"/>
                </a:cubicBezTo>
                <a:lnTo>
                  <a:pt x="1799188" y="66167"/>
                </a:lnTo>
                <a:cubicBezTo>
                  <a:pt x="1799628" y="73834"/>
                  <a:pt x="1801803" y="79704"/>
                  <a:pt x="1805713" y="83780"/>
                </a:cubicBezTo>
                <a:cubicBezTo>
                  <a:pt x="1809623" y="87855"/>
                  <a:pt x="1814500" y="89892"/>
                  <a:pt x="1820343" y="89892"/>
                </a:cubicBezTo>
                <a:cubicBezTo>
                  <a:pt x="1824693" y="89892"/>
                  <a:pt x="1828406" y="88761"/>
                  <a:pt x="1831481" y="86498"/>
                </a:cubicBezTo>
                <a:cubicBezTo>
                  <a:pt x="1834556" y="84234"/>
                  <a:pt x="1836995" y="80620"/>
                  <a:pt x="1838796" y="75657"/>
                </a:cubicBezTo>
                <a:moveTo>
                  <a:pt x="1799847" y="56281"/>
                </a:moveTo>
                <a:lnTo>
                  <a:pt x="1838928" y="56281"/>
                </a:lnTo>
                <a:cubicBezTo>
                  <a:pt x="1838401" y="50490"/>
                  <a:pt x="1836907" y="46147"/>
                  <a:pt x="1834447" y="43251"/>
                </a:cubicBezTo>
                <a:cubicBezTo>
                  <a:pt x="1830668" y="38757"/>
                  <a:pt x="1825769" y="36510"/>
                  <a:pt x="1819750" y="36510"/>
                </a:cubicBezTo>
                <a:cubicBezTo>
                  <a:pt x="1814302" y="36510"/>
                  <a:pt x="1809722" y="38304"/>
                  <a:pt x="1806009" y="41892"/>
                </a:cubicBezTo>
                <a:cubicBezTo>
                  <a:pt x="1802297" y="45478"/>
                  <a:pt x="1800243" y="50275"/>
                  <a:pt x="1799847" y="56281"/>
                </a:cubicBezTo>
                <a:close/>
                <a:moveTo>
                  <a:pt x="1906283" y="98196"/>
                </a:moveTo>
                <a:lnTo>
                  <a:pt x="1906283" y="37433"/>
                </a:lnTo>
                <a:lnTo>
                  <a:pt x="1895805" y="37433"/>
                </a:lnTo>
                <a:lnTo>
                  <a:pt x="1895805" y="28207"/>
                </a:lnTo>
                <a:lnTo>
                  <a:pt x="1906283" y="28207"/>
                </a:lnTo>
                <a:lnTo>
                  <a:pt x="1906283" y="20776"/>
                </a:lnTo>
                <a:cubicBezTo>
                  <a:pt x="1906283" y="16086"/>
                  <a:pt x="1906701" y="12601"/>
                  <a:pt x="1907536" y="10322"/>
                </a:cubicBezTo>
                <a:cubicBezTo>
                  <a:pt x="1908678" y="7255"/>
                  <a:pt x="1910688" y="4768"/>
                  <a:pt x="1913566" y="2861"/>
                </a:cubicBezTo>
                <a:cubicBezTo>
                  <a:pt x="1916443" y="954"/>
                  <a:pt x="1920475" y="0"/>
                  <a:pt x="1925659" y="0"/>
                </a:cubicBezTo>
                <a:cubicBezTo>
                  <a:pt x="1928998" y="0"/>
                  <a:pt x="1932689" y="395"/>
                  <a:pt x="1936731" y="1186"/>
                </a:cubicBezTo>
                <a:lnTo>
                  <a:pt x="1934951" y="11533"/>
                </a:lnTo>
                <a:cubicBezTo>
                  <a:pt x="1932491" y="11094"/>
                  <a:pt x="1930162" y="10874"/>
                  <a:pt x="1927966" y="10874"/>
                </a:cubicBezTo>
                <a:cubicBezTo>
                  <a:pt x="1924363" y="10874"/>
                  <a:pt x="1921815" y="11640"/>
                  <a:pt x="1920321" y="13172"/>
                </a:cubicBezTo>
                <a:cubicBezTo>
                  <a:pt x="1918827" y="14705"/>
                  <a:pt x="1918080" y="17571"/>
                  <a:pt x="1918080" y="21773"/>
                </a:cubicBezTo>
                <a:lnTo>
                  <a:pt x="1918080" y="28207"/>
                </a:lnTo>
                <a:lnTo>
                  <a:pt x="1931722" y="28207"/>
                </a:lnTo>
                <a:lnTo>
                  <a:pt x="1931722" y="37433"/>
                </a:lnTo>
                <a:lnTo>
                  <a:pt x="1918080" y="37433"/>
                </a:lnTo>
                <a:lnTo>
                  <a:pt x="1918080" y="98196"/>
                </a:lnTo>
                <a:lnTo>
                  <a:pt x="1906283" y="98196"/>
                </a:lnTo>
                <a:close/>
                <a:moveTo>
                  <a:pt x="1986642" y="89554"/>
                </a:moveTo>
                <a:cubicBezTo>
                  <a:pt x="1982249" y="93292"/>
                  <a:pt x="1978020" y="95930"/>
                  <a:pt x="1973956" y="97469"/>
                </a:cubicBezTo>
                <a:cubicBezTo>
                  <a:pt x="1969892" y="99008"/>
                  <a:pt x="1965531" y="99778"/>
                  <a:pt x="1960874" y="99778"/>
                </a:cubicBezTo>
                <a:cubicBezTo>
                  <a:pt x="1953185" y="99778"/>
                  <a:pt x="1947276" y="97898"/>
                  <a:pt x="1943146" y="94139"/>
                </a:cubicBezTo>
                <a:cubicBezTo>
                  <a:pt x="1939016" y="90379"/>
                  <a:pt x="1936951" y="85576"/>
                  <a:pt x="1936951" y="79729"/>
                </a:cubicBezTo>
                <a:cubicBezTo>
                  <a:pt x="1936951" y="76300"/>
                  <a:pt x="1937731" y="73168"/>
                  <a:pt x="1939291" y="70333"/>
                </a:cubicBezTo>
                <a:cubicBezTo>
                  <a:pt x="1940851" y="67497"/>
                  <a:pt x="1942894" y="65221"/>
                  <a:pt x="1945420" y="63506"/>
                </a:cubicBezTo>
                <a:cubicBezTo>
                  <a:pt x="1947946" y="61791"/>
                  <a:pt x="1950791" y="60494"/>
                  <a:pt x="1953954" y="59616"/>
                </a:cubicBezTo>
                <a:cubicBezTo>
                  <a:pt x="1956283" y="58999"/>
                  <a:pt x="1959798" y="58405"/>
                  <a:pt x="1964499" y="57834"/>
                </a:cubicBezTo>
                <a:cubicBezTo>
                  <a:pt x="1974077" y="56700"/>
                  <a:pt x="1981128" y="55348"/>
                  <a:pt x="1985654" y="53777"/>
                </a:cubicBezTo>
                <a:cubicBezTo>
                  <a:pt x="1985698" y="52158"/>
                  <a:pt x="1985720" y="51130"/>
                  <a:pt x="1985720" y="50692"/>
                </a:cubicBezTo>
                <a:cubicBezTo>
                  <a:pt x="1985720" y="45877"/>
                  <a:pt x="1984599" y="42485"/>
                  <a:pt x="1982359" y="40516"/>
                </a:cubicBezTo>
                <a:cubicBezTo>
                  <a:pt x="1979327" y="37846"/>
                  <a:pt x="1974824" y="36510"/>
                  <a:pt x="1968848" y="36510"/>
                </a:cubicBezTo>
                <a:cubicBezTo>
                  <a:pt x="1963269" y="36510"/>
                  <a:pt x="1959150" y="37488"/>
                  <a:pt x="1956492" y="39443"/>
                </a:cubicBezTo>
                <a:cubicBezTo>
                  <a:pt x="1953833" y="41398"/>
                  <a:pt x="1951867" y="44858"/>
                  <a:pt x="1950593" y="49823"/>
                </a:cubicBezTo>
                <a:lnTo>
                  <a:pt x="1938994" y="48241"/>
                </a:lnTo>
                <a:cubicBezTo>
                  <a:pt x="1940049" y="43261"/>
                  <a:pt x="1941784" y="39240"/>
                  <a:pt x="1944201" y="36177"/>
                </a:cubicBezTo>
                <a:cubicBezTo>
                  <a:pt x="1946617" y="33114"/>
                  <a:pt x="1950110" y="30756"/>
                  <a:pt x="1954679" y="29105"/>
                </a:cubicBezTo>
                <a:cubicBezTo>
                  <a:pt x="1959249" y="27451"/>
                  <a:pt x="1964543" y="26625"/>
                  <a:pt x="1970562" y="26625"/>
                </a:cubicBezTo>
                <a:cubicBezTo>
                  <a:pt x="1976537" y="26625"/>
                  <a:pt x="1981392" y="27328"/>
                  <a:pt x="1985127" y="28734"/>
                </a:cubicBezTo>
                <a:cubicBezTo>
                  <a:pt x="1988861" y="30140"/>
                  <a:pt x="1991607" y="31908"/>
                  <a:pt x="1993364" y="34039"/>
                </a:cubicBezTo>
                <a:cubicBezTo>
                  <a:pt x="1995122" y="36170"/>
                  <a:pt x="1996352" y="38861"/>
                  <a:pt x="1997055" y="42112"/>
                </a:cubicBezTo>
                <a:cubicBezTo>
                  <a:pt x="1997450" y="44133"/>
                  <a:pt x="1997648" y="47780"/>
                  <a:pt x="1997648" y="53052"/>
                </a:cubicBezTo>
                <a:lnTo>
                  <a:pt x="1997648" y="68869"/>
                </a:lnTo>
                <a:cubicBezTo>
                  <a:pt x="1997648" y="79897"/>
                  <a:pt x="1997901" y="86871"/>
                  <a:pt x="1998406" y="89793"/>
                </a:cubicBezTo>
                <a:cubicBezTo>
                  <a:pt x="1998911" y="92715"/>
                  <a:pt x="1999911" y="95516"/>
                  <a:pt x="2001405" y="98196"/>
                </a:cubicBezTo>
                <a:lnTo>
                  <a:pt x="1989015" y="98196"/>
                </a:lnTo>
                <a:cubicBezTo>
                  <a:pt x="1987785" y="95733"/>
                  <a:pt x="1986994" y="92852"/>
                  <a:pt x="1986642" y="89554"/>
                </a:cubicBezTo>
                <a:moveTo>
                  <a:pt x="1985654" y="63004"/>
                </a:moveTo>
                <a:cubicBezTo>
                  <a:pt x="1981348" y="64776"/>
                  <a:pt x="1974890" y="66282"/>
                  <a:pt x="1966278" y="67522"/>
                </a:cubicBezTo>
                <a:cubicBezTo>
                  <a:pt x="1961401" y="68228"/>
                  <a:pt x="1957952" y="69022"/>
                  <a:pt x="1955931" y="69905"/>
                </a:cubicBezTo>
                <a:cubicBezTo>
                  <a:pt x="1953910" y="70786"/>
                  <a:pt x="1952351" y="72077"/>
                  <a:pt x="1951252" y="73777"/>
                </a:cubicBezTo>
                <a:cubicBezTo>
                  <a:pt x="1950154" y="75475"/>
                  <a:pt x="1949605" y="77361"/>
                  <a:pt x="1949605" y="79434"/>
                </a:cubicBezTo>
                <a:cubicBezTo>
                  <a:pt x="1949605" y="82610"/>
                  <a:pt x="1950802" y="85257"/>
                  <a:pt x="1953196" y="87375"/>
                </a:cubicBezTo>
                <a:cubicBezTo>
                  <a:pt x="1955591" y="89493"/>
                  <a:pt x="1959095" y="90551"/>
                  <a:pt x="1963708" y="90551"/>
                </a:cubicBezTo>
                <a:cubicBezTo>
                  <a:pt x="1968277" y="90551"/>
                  <a:pt x="1972341" y="89547"/>
                  <a:pt x="1975900" y="87538"/>
                </a:cubicBezTo>
                <a:cubicBezTo>
                  <a:pt x="1979459" y="85529"/>
                  <a:pt x="1982073" y="82781"/>
                  <a:pt x="1983743" y="79294"/>
                </a:cubicBezTo>
                <a:cubicBezTo>
                  <a:pt x="1985017" y="76600"/>
                  <a:pt x="1985654" y="72627"/>
                  <a:pt x="1985654" y="67374"/>
                </a:cubicBezTo>
                <a:lnTo>
                  <a:pt x="1985654" y="63004"/>
                </a:lnTo>
                <a:close/>
                <a:moveTo>
                  <a:pt x="2061685" y="72494"/>
                </a:moveTo>
                <a:lnTo>
                  <a:pt x="2073350" y="74009"/>
                </a:lnTo>
                <a:cubicBezTo>
                  <a:pt x="2072076" y="82070"/>
                  <a:pt x="2068814" y="88380"/>
                  <a:pt x="2063563" y="92940"/>
                </a:cubicBezTo>
                <a:cubicBezTo>
                  <a:pt x="2058313" y="97498"/>
                  <a:pt x="2051866" y="99778"/>
                  <a:pt x="2044221" y="99778"/>
                </a:cubicBezTo>
                <a:cubicBezTo>
                  <a:pt x="2034643" y="99778"/>
                  <a:pt x="2026943" y="96647"/>
                  <a:pt x="2021122" y="90386"/>
                </a:cubicBezTo>
                <a:cubicBezTo>
                  <a:pt x="2015300" y="84126"/>
                  <a:pt x="2012389" y="75152"/>
                  <a:pt x="2012389" y="63465"/>
                </a:cubicBezTo>
                <a:cubicBezTo>
                  <a:pt x="2012389" y="55908"/>
                  <a:pt x="2013642" y="49296"/>
                  <a:pt x="2016146" y="43628"/>
                </a:cubicBezTo>
                <a:cubicBezTo>
                  <a:pt x="2018650" y="37960"/>
                  <a:pt x="2022462" y="33710"/>
                  <a:pt x="2027580" y="30876"/>
                </a:cubicBezTo>
                <a:cubicBezTo>
                  <a:pt x="2032699" y="28042"/>
                  <a:pt x="2038267" y="26625"/>
                  <a:pt x="2044287" y="26625"/>
                </a:cubicBezTo>
                <a:cubicBezTo>
                  <a:pt x="2051887" y="26625"/>
                  <a:pt x="2058104" y="28553"/>
                  <a:pt x="2062937" y="32410"/>
                </a:cubicBezTo>
                <a:cubicBezTo>
                  <a:pt x="2067770" y="36265"/>
                  <a:pt x="2070868" y="41740"/>
                  <a:pt x="2072230" y="48834"/>
                </a:cubicBezTo>
                <a:lnTo>
                  <a:pt x="2060697" y="50614"/>
                </a:lnTo>
                <a:cubicBezTo>
                  <a:pt x="2059598" y="45935"/>
                  <a:pt x="2057654" y="42414"/>
                  <a:pt x="2054864" y="40053"/>
                </a:cubicBezTo>
                <a:cubicBezTo>
                  <a:pt x="2052074" y="37691"/>
                  <a:pt x="2048702" y="36510"/>
                  <a:pt x="2044748" y="36510"/>
                </a:cubicBezTo>
                <a:cubicBezTo>
                  <a:pt x="2038773" y="36510"/>
                  <a:pt x="2033918" y="38642"/>
                  <a:pt x="2030183" y="42905"/>
                </a:cubicBezTo>
                <a:cubicBezTo>
                  <a:pt x="2026449" y="47167"/>
                  <a:pt x="2024582" y="53910"/>
                  <a:pt x="2024582" y="63135"/>
                </a:cubicBezTo>
                <a:cubicBezTo>
                  <a:pt x="2024582" y="72492"/>
                  <a:pt x="2026383" y="79291"/>
                  <a:pt x="2029986" y="83532"/>
                </a:cubicBezTo>
                <a:cubicBezTo>
                  <a:pt x="2033588" y="87772"/>
                  <a:pt x="2038289" y="89892"/>
                  <a:pt x="2044089" y="89892"/>
                </a:cubicBezTo>
                <a:cubicBezTo>
                  <a:pt x="2048746" y="89892"/>
                  <a:pt x="2052634" y="88470"/>
                  <a:pt x="2055754" y="85625"/>
                </a:cubicBezTo>
                <a:cubicBezTo>
                  <a:pt x="2058873" y="82780"/>
                  <a:pt x="2060850" y="78403"/>
                  <a:pt x="2061685" y="72494"/>
                </a:cubicBezTo>
                <a:close/>
                <a:moveTo>
                  <a:pt x="2109399" y="87717"/>
                </a:moveTo>
                <a:lnTo>
                  <a:pt x="2111113" y="98196"/>
                </a:lnTo>
                <a:cubicBezTo>
                  <a:pt x="2107774" y="98811"/>
                  <a:pt x="2104786" y="99119"/>
                  <a:pt x="2102150" y="99119"/>
                </a:cubicBezTo>
                <a:cubicBezTo>
                  <a:pt x="2097844" y="99119"/>
                  <a:pt x="2094505" y="98438"/>
                  <a:pt x="2092132" y="97076"/>
                </a:cubicBezTo>
                <a:cubicBezTo>
                  <a:pt x="2089760" y="95713"/>
                  <a:pt x="2088090" y="93923"/>
                  <a:pt x="2087124" y="91704"/>
                </a:cubicBezTo>
                <a:cubicBezTo>
                  <a:pt x="2086157" y="89486"/>
                  <a:pt x="2085674" y="84817"/>
                  <a:pt x="2085674" y="77700"/>
                </a:cubicBezTo>
                <a:lnTo>
                  <a:pt x="2085674" y="37433"/>
                </a:lnTo>
                <a:lnTo>
                  <a:pt x="2076975" y="37433"/>
                </a:lnTo>
                <a:lnTo>
                  <a:pt x="2076975" y="28207"/>
                </a:lnTo>
                <a:lnTo>
                  <a:pt x="2085674" y="28207"/>
                </a:lnTo>
                <a:lnTo>
                  <a:pt x="2085674" y="10827"/>
                </a:lnTo>
                <a:lnTo>
                  <a:pt x="2097471" y="3691"/>
                </a:lnTo>
                <a:lnTo>
                  <a:pt x="2097471" y="28207"/>
                </a:lnTo>
                <a:lnTo>
                  <a:pt x="2109399" y="28207"/>
                </a:lnTo>
                <a:lnTo>
                  <a:pt x="2109399" y="37433"/>
                </a:lnTo>
                <a:lnTo>
                  <a:pt x="2097471" y="37433"/>
                </a:lnTo>
                <a:lnTo>
                  <a:pt x="2097471" y="78359"/>
                </a:lnTo>
                <a:cubicBezTo>
                  <a:pt x="2097471" y="81742"/>
                  <a:pt x="2097679" y="83917"/>
                  <a:pt x="2098097" y="84883"/>
                </a:cubicBezTo>
                <a:cubicBezTo>
                  <a:pt x="2098514" y="85850"/>
                  <a:pt x="2099195" y="86619"/>
                  <a:pt x="2100140" y="87190"/>
                </a:cubicBezTo>
                <a:cubicBezTo>
                  <a:pt x="2101084" y="87761"/>
                  <a:pt x="2102435" y="88047"/>
                  <a:pt x="2104193" y="88047"/>
                </a:cubicBezTo>
                <a:cubicBezTo>
                  <a:pt x="2105511" y="88047"/>
                  <a:pt x="2107246" y="87937"/>
                  <a:pt x="2109399" y="87717"/>
                </a:cubicBezTo>
                <a:close/>
                <a:moveTo>
                  <a:pt x="2166889" y="98196"/>
                </a:moveTo>
                <a:lnTo>
                  <a:pt x="2166889" y="87915"/>
                </a:lnTo>
                <a:cubicBezTo>
                  <a:pt x="2161441" y="95823"/>
                  <a:pt x="2154038" y="99778"/>
                  <a:pt x="2144680" y="99778"/>
                </a:cubicBezTo>
                <a:cubicBezTo>
                  <a:pt x="2140550" y="99778"/>
                  <a:pt x="2136695" y="98987"/>
                  <a:pt x="2133114" y="97405"/>
                </a:cubicBezTo>
                <a:cubicBezTo>
                  <a:pt x="2129533" y="95823"/>
                  <a:pt x="2126875" y="93835"/>
                  <a:pt x="2125140" y="91441"/>
                </a:cubicBezTo>
                <a:cubicBezTo>
                  <a:pt x="2123404" y="89046"/>
                  <a:pt x="2122185" y="86114"/>
                  <a:pt x="2121482" y="82643"/>
                </a:cubicBezTo>
                <a:cubicBezTo>
                  <a:pt x="2120999" y="80314"/>
                  <a:pt x="2120757" y="76624"/>
                  <a:pt x="2120757" y="71571"/>
                </a:cubicBezTo>
                <a:lnTo>
                  <a:pt x="2120757" y="28207"/>
                </a:lnTo>
                <a:lnTo>
                  <a:pt x="2132620" y="28207"/>
                </a:lnTo>
                <a:lnTo>
                  <a:pt x="2132620" y="67024"/>
                </a:lnTo>
                <a:cubicBezTo>
                  <a:pt x="2132620" y="73219"/>
                  <a:pt x="2132861" y="77392"/>
                  <a:pt x="2133345" y="79545"/>
                </a:cubicBezTo>
                <a:cubicBezTo>
                  <a:pt x="2134092" y="82665"/>
                  <a:pt x="2135673" y="85114"/>
                  <a:pt x="2138090" y="86893"/>
                </a:cubicBezTo>
                <a:cubicBezTo>
                  <a:pt x="2140506" y="88673"/>
                  <a:pt x="2143494" y="89563"/>
                  <a:pt x="2147052" y="89563"/>
                </a:cubicBezTo>
                <a:cubicBezTo>
                  <a:pt x="2150611" y="89563"/>
                  <a:pt x="2153950" y="88651"/>
                  <a:pt x="2157070" y="86828"/>
                </a:cubicBezTo>
                <a:cubicBezTo>
                  <a:pt x="2160189" y="85004"/>
                  <a:pt x="2162397" y="82522"/>
                  <a:pt x="2163693" y="79380"/>
                </a:cubicBezTo>
                <a:cubicBezTo>
                  <a:pt x="2164989" y="76239"/>
                  <a:pt x="2165637" y="71681"/>
                  <a:pt x="2165637" y="65706"/>
                </a:cubicBezTo>
                <a:lnTo>
                  <a:pt x="2165637" y="28207"/>
                </a:lnTo>
                <a:lnTo>
                  <a:pt x="2177500" y="28207"/>
                </a:lnTo>
                <a:lnTo>
                  <a:pt x="2177500" y="98196"/>
                </a:lnTo>
                <a:lnTo>
                  <a:pt x="2166889" y="98196"/>
                </a:lnTo>
                <a:close/>
                <a:moveTo>
                  <a:pt x="2241735" y="89554"/>
                </a:moveTo>
                <a:cubicBezTo>
                  <a:pt x="2237341" y="93292"/>
                  <a:pt x="2233112" y="95930"/>
                  <a:pt x="2229048" y="97469"/>
                </a:cubicBezTo>
                <a:cubicBezTo>
                  <a:pt x="2224984" y="99008"/>
                  <a:pt x="2220624" y="99778"/>
                  <a:pt x="2215967" y="99778"/>
                </a:cubicBezTo>
                <a:cubicBezTo>
                  <a:pt x="2208278" y="99778"/>
                  <a:pt x="2202369" y="97898"/>
                  <a:pt x="2198239" y="94139"/>
                </a:cubicBezTo>
                <a:cubicBezTo>
                  <a:pt x="2194109" y="90379"/>
                  <a:pt x="2192044" y="85576"/>
                  <a:pt x="2192044" y="79729"/>
                </a:cubicBezTo>
                <a:cubicBezTo>
                  <a:pt x="2192044" y="76300"/>
                  <a:pt x="2192824" y="73168"/>
                  <a:pt x="2194383" y="70333"/>
                </a:cubicBezTo>
                <a:cubicBezTo>
                  <a:pt x="2195943" y="67497"/>
                  <a:pt x="2197986" y="65221"/>
                  <a:pt x="2200512" y="63506"/>
                </a:cubicBezTo>
                <a:cubicBezTo>
                  <a:pt x="2203039" y="61791"/>
                  <a:pt x="2205883" y="60494"/>
                  <a:pt x="2209047" y="59616"/>
                </a:cubicBezTo>
                <a:cubicBezTo>
                  <a:pt x="2211375" y="58999"/>
                  <a:pt x="2214890" y="58405"/>
                  <a:pt x="2219591" y="57834"/>
                </a:cubicBezTo>
                <a:cubicBezTo>
                  <a:pt x="2229169" y="56700"/>
                  <a:pt x="2236221" y="55348"/>
                  <a:pt x="2240746" y="53777"/>
                </a:cubicBezTo>
                <a:cubicBezTo>
                  <a:pt x="2240790" y="52158"/>
                  <a:pt x="2240812" y="51130"/>
                  <a:pt x="2240812" y="50692"/>
                </a:cubicBezTo>
                <a:cubicBezTo>
                  <a:pt x="2240812" y="45877"/>
                  <a:pt x="2239692" y="42485"/>
                  <a:pt x="2237451" y="40516"/>
                </a:cubicBezTo>
                <a:cubicBezTo>
                  <a:pt x="2234420" y="37846"/>
                  <a:pt x="2229916" y="36510"/>
                  <a:pt x="2223941" y="36510"/>
                </a:cubicBezTo>
                <a:cubicBezTo>
                  <a:pt x="2218361" y="36510"/>
                  <a:pt x="2214242" y="37488"/>
                  <a:pt x="2211584" y="39443"/>
                </a:cubicBezTo>
                <a:cubicBezTo>
                  <a:pt x="2208926" y="41398"/>
                  <a:pt x="2206960" y="44858"/>
                  <a:pt x="2205686" y="49823"/>
                </a:cubicBezTo>
                <a:lnTo>
                  <a:pt x="2194087" y="48241"/>
                </a:lnTo>
                <a:cubicBezTo>
                  <a:pt x="2195141" y="43261"/>
                  <a:pt x="2196877" y="39240"/>
                  <a:pt x="2199293" y="36177"/>
                </a:cubicBezTo>
                <a:cubicBezTo>
                  <a:pt x="2201710" y="33114"/>
                  <a:pt x="2205202" y="30756"/>
                  <a:pt x="2209772" y="29105"/>
                </a:cubicBezTo>
                <a:cubicBezTo>
                  <a:pt x="2214341" y="27451"/>
                  <a:pt x="2219635" y="26625"/>
                  <a:pt x="2225654" y="26625"/>
                </a:cubicBezTo>
                <a:cubicBezTo>
                  <a:pt x="2231630" y="26625"/>
                  <a:pt x="2236484" y="27328"/>
                  <a:pt x="2240219" y="28734"/>
                </a:cubicBezTo>
                <a:cubicBezTo>
                  <a:pt x="2243954" y="30140"/>
                  <a:pt x="2246699" y="31908"/>
                  <a:pt x="2248457" y="34039"/>
                </a:cubicBezTo>
                <a:cubicBezTo>
                  <a:pt x="2250214" y="36170"/>
                  <a:pt x="2251445" y="38861"/>
                  <a:pt x="2252147" y="42112"/>
                </a:cubicBezTo>
                <a:cubicBezTo>
                  <a:pt x="2252543" y="44133"/>
                  <a:pt x="2252741" y="47780"/>
                  <a:pt x="2252741" y="53052"/>
                </a:cubicBezTo>
                <a:lnTo>
                  <a:pt x="2252741" y="68869"/>
                </a:lnTo>
                <a:cubicBezTo>
                  <a:pt x="2252741" y="79897"/>
                  <a:pt x="2252993" y="86871"/>
                  <a:pt x="2253498" y="89793"/>
                </a:cubicBezTo>
                <a:cubicBezTo>
                  <a:pt x="2254004" y="92715"/>
                  <a:pt x="2255003" y="95516"/>
                  <a:pt x="2256497" y="98196"/>
                </a:cubicBezTo>
                <a:lnTo>
                  <a:pt x="2244107" y="98196"/>
                </a:lnTo>
                <a:cubicBezTo>
                  <a:pt x="2242877" y="95733"/>
                  <a:pt x="2242086" y="92852"/>
                  <a:pt x="2241735" y="89554"/>
                </a:cubicBezTo>
                <a:moveTo>
                  <a:pt x="2240746" y="63004"/>
                </a:moveTo>
                <a:cubicBezTo>
                  <a:pt x="2236441" y="64776"/>
                  <a:pt x="2229982" y="66282"/>
                  <a:pt x="2221371" y="67522"/>
                </a:cubicBezTo>
                <a:cubicBezTo>
                  <a:pt x="2216494" y="68228"/>
                  <a:pt x="2213045" y="69022"/>
                  <a:pt x="2211024" y="69905"/>
                </a:cubicBezTo>
                <a:cubicBezTo>
                  <a:pt x="2209003" y="70786"/>
                  <a:pt x="2207443" y="72077"/>
                  <a:pt x="2206345" y="73777"/>
                </a:cubicBezTo>
                <a:cubicBezTo>
                  <a:pt x="2205246" y="75475"/>
                  <a:pt x="2204697" y="77361"/>
                  <a:pt x="2204697" y="79434"/>
                </a:cubicBezTo>
                <a:cubicBezTo>
                  <a:pt x="2204697" y="82610"/>
                  <a:pt x="2205894" y="85257"/>
                  <a:pt x="2208289" y="87375"/>
                </a:cubicBezTo>
                <a:cubicBezTo>
                  <a:pt x="2210683" y="89493"/>
                  <a:pt x="2214187" y="90551"/>
                  <a:pt x="2218800" y="90551"/>
                </a:cubicBezTo>
                <a:cubicBezTo>
                  <a:pt x="2223370" y="90551"/>
                  <a:pt x="2227434" y="89547"/>
                  <a:pt x="2230993" y="87538"/>
                </a:cubicBezTo>
                <a:cubicBezTo>
                  <a:pt x="2234551" y="85529"/>
                  <a:pt x="2237165" y="82781"/>
                  <a:pt x="2238835" y="79294"/>
                </a:cubicBezTo>
                <a:cubicBezTo>
                  <a:pt x="2240109" y="76600"/>
                  <a:pt x="2240746" y="72627"/>
                  <a:pt x="2240746" y="67374"/>
                </a:cubicBezTo>
                <a:lnTo>
                  <a:pt x="2240746" y="63004"/>
                </a:lnTo>
                <a:close/>
                <a:moveTo>
                  <a:pt x="2270844" y="98196"/>
                </a:moveTo>
                <a:lnTo>
                  <a:pt x="2270844" y="1582"/>
                </a:lnTo>
                <a:lnTo>
                  <a:pt x="2282706" y="1582"/>
                </a:lnTo>
                <a:lnTo>
                  <a:pt x="2282706" y="98196"/>
                </a:lnTo>
                <a:lnTo>
                  <a:pt x="2270844" y="98196"/>
                </a:lnTo>
                <a:close/>
                <a:moveTo>
                  <a:pt x="2301137" y="15290"/>
                </a:moveTo>
                <a:lnTo>
                  <a:pt x="2301137" y="1582"/>
                </a:lnTo>
                <a:lnTo>
                  <a:pt x="2312999" y="1582"/>
                </a:lnTo>
                <a:lnTo>
                  <a:pt x="2312999" y="15290"/>
                </a:lnTo>
                <a:lnTo>
                  <a:pt x="2301137" y="15290"/>
                </a:lnTo>
                <a:moveTo>
                  <a:pt x="2301137" y="98196"/>
                </a:moveTo>
                <a:lnTo>
                  <a:pt x="2301137" y="28207"/>
                </a:lnTo>
                <a:lnTo>
                  <a:pt x="2312999" y="28207"/>
                </a:lnTo>
                <a:lnTo>
                  <a:pt x="2312999" y="98196"/>
                </a:lnTo>
                <a:lnTo>
                  <a:pt x="2301137" y="98196"/>
                </a:lnTo>
                <a:close/>
                <a:moveTo>
                  <a:pt x="2356934" y="87717"/>
                </a:moveTo>
                <a:lnTo>
                  <a:pt x="2358647" y="98196"/>
                </a:lnTo>
                <a:cubicBezTo>
                  <a:pt x="2355308" y="98811"/>
                  <a:pt x="2352321" y="99119"/>
                  <a:pt x="2349684" y="99119"/>
                </a:cubicBezTo>
                <a:cubicBezTo>
                  <a:pt x="2345379" y="99119"/>
                  <a:pt x="2342040" y="98438"/>
                  <a:pt x="2339667" y="97076"/>
                </a:cubicBezTo>
                <a:cubicBezTo>
                  <a:pt x="2337295" y="95713"/>
                  <a:pt x="2335625" y="93923"/>
                  <a:pt x="2334658" y="91704"/>
                </a:cubicBezTo>
                <a:cubicBezTo>
                  <a:pt x="2333692" y="89486"/>
                  <a:pt x="2333209" y="84817"/>
                  <a:pt x="2333209" y="77700"/>
                </a:cubicBezTo>
                <a:lnTo>
                  <a:pt x="2333209" y="37433"/>
                </a:lnTo>
                <a:lnTo>
                  <a:pt x="2324509" y="37433"/>
                </a:lnTo>
                <a:lnTo>
                  <a:pt x="2324509" y="28207"/>
                </a:lnTo>
                <a:lnTo>
                  <a:pt x="2333209" y="28207"/>
                </a:lnTo>
                <a:lnTo>
                  <a:pt x="2333209" y="10827"/>
                </a:lnTo>
                <a:lnTo>
                  <a:pt x="2345005" y="3691"/>
                </a:lnTo>
                <a:lnTo>
                  <a:pt x="2345005" y="28207"/>
                </a:lnTo>
                <a:lnTo>
                  <a:pt x="2356934" y="28207"/>
                </a:lnTo>
                <a:lnTo>
                  <a:pt x="2356934" y="37433"/>
                </a:lnTo>
                <a:lnTo>
                  <a:pt x="2345005" y="37433"/>
                </a:lnTo>
                <a:lnTo>
                  <a:pt x="2345005" y="78359"/>
                </a:lnTo>
                <a:cubicBezTo>
                  <a:pt x="2345005" y="81742"/>
                  <a:pt x="2345214" y="83917"/>
                  <a:pt x="2345631" y="84883"/>
                </a:cubicBezTo>
                <a:cubicBezTo>
                  <a:pt x="2346049" y="85850"/>
                  <a:pt x="2346730" y="86619"/>
                  <a:pt x="2347674" y="87190"/>
                </a:cubicBezTo>
                <a:cubicBezTo>
                  <a:pt x="2348619" y="87761"/>
                  <a:pt x="2349970" y="88047"/>
                  <a:pt x="2351727" y="88047"/>
                </a:cubicBezTo>
                <a:cubicBezTo>
                  <a:pt x="2353046" y="88047"/>
                  <a:pt x="2354781" y="87937"/>
                  <a:pt x="2356934" y="87717"/>
                </a:cubicBezTo>
                <a:close/>
                <a:moveTo>
                  <a:pt x="2368028" y="125216"/>
                </a:moveTo>
                <a:lnTo>
                  <a:pt x="2366710" y="114079"/>
                </a:lnTo>
                <a:cubicBezTo>
                  <a:pt x="2369302" y="114782"/>
                  <a:pt x="2371565" y="115133"/>
                  <a:pt x="2373498" y="115133"/>
                </a:cubicBezTo>
                <a:cubicBezTo>
                  <a:pt x="2376134" y="115133"/>
                  <a:pt x="2378243" y="114688"/>
                  <a:pt x="2379825" y="113798"/>
                </a:cubicBezTo>
                <a:cubicBezTo>
                  <a:pt x="2381406" y="112910"/>
                  <a:pt x="2382703" y="111666"/>
                  <a:pt x="2383713" y="110065"/>
                </a:cubicBezTo>
                <a:cubicBezTo>
                  <a:pt x="2384460" y="108865"/>
                  <a:pt x="2385668" y="105887"/>
                  <a:pt x="2387338" y="101131"/>
                </a:cubicBezTo>
                <a:cubicBezTo>
                  <a:pt x="2387557" y="100463"/>
                  <a:pt x="2387909" y="99485"/>
                  <a:pt x="2388392" y="98196"/>
                </a:cubicBezTo>
                <a:lnTo>
                  <a:pt x="2361833" y="28207"/>
                </a:lnTo>
                <a:lnTo>
                  <a:pt x="2374618" y="28207"/>
                </a:lnTo>
                <a:lnTo>
                  <a:pt x="2389183" y="68642"/>
                </a:lnTo>
                <a:cubicBezTo>
                  <a:pt x="2391072" y="73772"/>
                  <a:pt x="2392764" y="79164"/>
                  <a:pt x="2394258" y="84817"/>
                </a:cubicBezTo>
                <a:cubicBezTo>
                  <a:pt x="2395620" y="79382"/>
                  <a:pt x="2397245" y="74078"/>
                  <a:pt x="2399134" y="68906"/>
                </a:cubicBezTo>
                <a:lnTo>
                  <a:pt x="2414095" y="28207"/>
                </a:lnTo>
                <a:lnTo>
                  <a:pt x="2425957" y="28207"/>
                </a:lnTo>
                <a:lnTo>
                  <a:pt x="2399332" y="99429"/>
                </a:lnTo>
                <a:cubicBezTo>
                  <a:pt x="2396476" y="107124"/>
                  <a:pt x="2394258" y="112421"/>
                  <a:pt x="2392676" y="115322"/>
                </a:cubicBezTo>
                <a:cubicBezTo>
                  <a:pt x="2390567" y="119235"/>
                  <a:pt x="2388151" y="122104"/>
                  <a:pt x="2385427" y="123929"/>
                </a:cubicBezTo>
                <a:cubicBezTo>
                  <a:pt x="2382703" y="125754"/>
                  <a:pt x="2379451" y="126666"/>
                  <a:pt x="2375673" y="126666"/>
                </a:cubicBezTo>
                <a:cubicBezTo>
                  <a:pt x="2373388" y="126666"/>
                  <a:pt x="2370840" y="126183"/>
                  <a:pt x="2368028" y="125216"/>
                </a:cubicBezTo>
                <a:close/>
                <a:moveTo>
                  <a:pt x="2469146" y="63201"/>
                </a:moveTo>
                <a:cubicBezTo>
                  <a:pt x="2469146" y="50240"/>
                  <a:pt x="2472749" y="40640"/>
                  <a:pt x="2479955" y="34402"/>
                </a:cubicBezTo>
                <a:cubicBezTo>
                  <a:pt x="2485974" y="29217"/>
                  <a:pt x="2493311" y="26625"/>
                  <a:pt x="2501966" y="26625"/>
                </a:cubicBezTo>
                <a:cubicBezTo>
                  <a:pt x="2511588" y="26625"/>
                  <a:pt x="2519453" y="29777"/>
                  <a:pt x="2525560" y="36082"/>
                </a:cubicBezTo>
                <a:cubicBezTo>
                  <a:pt x="2531667" y="42387"/>
                  <a:pt x="2534720" y="51097"/>
                  <a:pt x="2534720" y="62213"/>
                </a:cubicBezTo>
                <a:cubicBezTo>
                  <a:pt x="2534720" y="71219"/>
                  <a:pt x="2533369" y="78304"/>
                  <a:pt x="2530667" y="83466"/>
                </a:cubicBezTo>
                <a:cubicBezTo>
                  <a:pt x="2527965" y="88629"/>
                  <a:pt x="2524033" y="92638"/>
                  <a:pt x="2518870" y="95494"/>
                </a:cubicBezTo>
                <a:cubicBezTo>
                  <a:pt x="2513708" y="98350"/>
                  <a:pt x="2508073" y="99778"/>
                  <a:pt x="2501966" y="99778"/>
                </a:cubicBezTo>
                <a:cubicBezTo>
                  <a:pt x="2492169" y="99778"/>
                  <a:pt x="2484249" y="96636"/>
                  <a:pt x="2478208" y="90353"/>
                </a:cubicBezTo>
                <a:cubicBezTo>
                  <a:pt x="2472167" y="84071"/>
                  <a:pt x="2469146" y="75020"/>
                  <a:pt x="2469146" y="63201"/>
                </a:cubicBezTo>
                <a:moveTo>
                  <a:pt x="2481339" y="63168"/>
                </a:moveTo>
                <a:cubicBezTo>
                  <a:pt x="2481339" y="72098"/>
                  <a:pt x="2483294" y="78785"/>
                  <a:pt x="2487204" y="83228"/>
                </a:cubicBezTo>
                <a:cubicBezTo>
                  <a:pt x="2491114" y="87671"/>
                  <a:pt x="2496035" y="89892"/>
                  <a:pt x="2501966" y="89892"/>
                </a:cubicBezTo>
                <a:cubicBezTo>
                  <a:pt x="2507854" y="89892"/>
                  <a:pt x="2512752" y="87660"/>
                  <a:pt x="2516663" y="83195"/>
                </a:cubicBezTo>
                <a:cubicBezTo>
                  <a:pt x="2520573" y="78730"/>
                  <a:pt x="2522528" y="71923"/>
                  <a:pt x="2522528" y="62775"/>
                </a:cubicBezTo>
                <a:cubicBezTo>
                  <a:pt x="2522528" y="54151"/>
                  <a:pt x="2520562" y="47618"/>
                  <a:pt x="2516630" y="43175"/>
                </a:cubicBezTo>
                <a:cubicBezTo>
                  <a:pt x="2512697" y="38732"/>
                  <a:pt x="2507810" y="36510"/>
                  <a:pt x="2501966" y="36510"/>
                </a:cubicBezTo>
                <a:cubicBezTo>
                  <a:pt x="2496035" y="36510"/>
                  <a:pt x="2491114" y="38721"/>
                  <a:pt x="2487204" y="43142"/>
                </a:cubicBezTo>
                <a:cubicBezTo>
                  <a:pt x="2483294" y="47563"/>
                  <a:pt x="2481339" y="54238"/>
                  <a:pt x="2481339" y="63168"/>
                </a:cubicBezTo>
                <a:close/>
                <a:moveTo>
                  <a:pt x="2551439" y="98196"/>
                </a:moveTo>
                <a:lnTo>
                  <a:pt x="2551439" y="37433"/>
                </a:lnTo>
                <a:lnTo>
                  <a:pt x="2540960" y="37433"/>
                </a:lnTo>
                <a:lnTo>
                  <a:pt x="2540960" y="28207"/>
                </a:lnTo>
                <a:lnTo>
                  <a:pt x="2551439" y="28207"/>
                </a:lnTo>
                <a:lnTo>
                  <a:pt x="2551439" y="20776"/>
                </a:lnTo>
                <a:cubicBezTo>
                  <a:pt x="2551439" y="16086"/>
                  <a:pt x="2551856" y="12601"/>
                  <a:pt x="2552691" y="10322"/>
                </a:cubicBezTo>
                <a:cubicBezTo>
                  <a:pt x="2553833" y="7255"/>
                  <a:pt x="2555843" y="4768"/>
                  <a:pt x="2558721" y="2861"/>
                </a:cubicBezTo>
                <a:cubicBezTo>
                  <a:pt x="2561599" y="954"/>
                  <a:pt x="2565630" y="0"/>
                  <a:pt x="2570814" y="0"/>
                </a:cubicBezTo>
                <a:cubicBezTo>
                  <a:pt x="2574154" y="0"/>
                  <a:pt x="2577844" y="395"/>
                  <a:pt x="2581886" y="1186"/>
                </a:cubicBezTo>
                <a:lnTo>
                  <a:pt x="2580107" y="11533"/>
                </a:lnTo>
                <a:cubicBezTo>
                  <a:pt x="2577646" y="11094"/>
                  <a:pt x="2575318" y="10874"/>
                  <a:pt x="2573121" y="10874"/>
                </a:cubicBezTo>
                <a:cubicBezTo>
                  <a:pt x="2569518" y="10874"/>
                  <a:pt x="2566970" y="11640"/>
                  <a:pt x="2565476" y="13172"/>
                </a:cubicBezTo>
                <a:cubicBezTo>
                  <a:pt x="2563982" y="14705"/>
                  <a:pt x="2563236" y="17571"/>
                  <a:pt x="2563236" y="21773"/>
                </a:cubicBezTo>
                <a:lnTo>
                  <a:pt x="2563236" y="28207"/>
                </a:lnTo>
                <a:lnTo>
                  <a:pt x="2576878" y="28207"/>
                </a:lnTo>
                <a:lnTo>
                  <a:pt x="2576878" y="37433"/>
                </a:lnTo>
                <a:lnTo>
                  <a:pt x="2563236" y="37433"/>
                </a:lnTo>
                <a:lnTo>
                  <a:pt x="2563236" y="98196"/>
                </a:lnTo>
                <a:lnTo>
                  <a:pt x="2551439" y="9819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the">
            <a:extLst xmlns:a="http://schemas.openxmlformats.org/drawingml/2006/main">
              <a:ext uri="{FF2B5EF4-FFF2-40B4-BE49-F238E27FC236}">
                <a16:creationId xmlns:a16="http://schemas.microsoft.com/office/drawing/2014/main" id="{5ABB6DA8-777B-4FD4-A9F1-482355DD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58" y="2077235"/>
            <a:ext cx="179654" cy="98196"/>
          </a:xfrm>
          <a:custGeom xmlns:a="http://schemas.openxmlformats.org/drawingml/2006/main">
            <a:pathLst>
              <a:path w="179654" h="98196">
                <a:moveTo>
                  <a:pt x="32424" y="86136"/>
                </a:moveTo>
                <a:lnTo>
                  <a:pt x="34138" y="96614"/>
                </a:lnTo>
                <a:cubicBezTo>
                  <a:pt x="30799" y="97229"/>
                  <a:pt x="27811" y="97537"/>
                  <a:pt x="25175" y="97537"/>
                </a:cubicBezTo>
                <a:cubicBezTo>
                  <a:pt x="20869" y="97537"/>
                  <a:pt x="17530" y="96856"/>
                  <a:pt x="15158" y="95494"/>
                </a:cubicBezTo>
                <a:cubicBezTo>
                  <a:pt x="12785" y="94132"/>
                  <a:pt x="11116" y="92341"/>
                  <a:pt x="10149" y="90123"/>
                </a:cubicBezTo>
                <a:cubicBezTo>
                  <a:pt x="9183" y="87904"/>
                  <a:pt x="8699" y="83236"/>
                  <a:pt x="8699" y="76118"/>
                </a:cubicBezTo>
                <a:lnTo>
                  <a:pt x="8699" y="35851"/>
                </a:lnTo>
                <a:lnTo>
                  <a:pt x="0" y="35851"/>
                </a:lnTo>
                <a:lnTo>
                  <a:pt x="0" y="26625"/>
                </a:lnTo>
                <a:lnTo>
                  <a:pt x="8699" y="26625"/>
                </a:lnTo>
                <a:lnTo>
                  <a:pt x="8699" y="9245"/>
                </a:lnTo>
                <a:lnTo>
                  <a:pt x="20496" y="2109"/>
                </a:lnTo>
                <a:lnTo>
                  <a:pt x="20496" y="26625"/>
                </a:lnTo>
                <a:lnTo>
                  <a:pt x="32424" y="26625"/>
                </a:lnTo>
                <a:lnTo>
                  <a:pt x="32424" y="35851"/>
                </a:lnTo>
                <a:lnTo>
                  <a:pt x="20496" y="35851"/>
                </a:lnTo>
                <a:lnTo>
                  <a:pt x="20496" y="76777"/>
                </a:lnTo>
                <a:cubicBezTo>
                  <a:pt x="20496" y="80160"/>
                  <a:pt x="20705" y="82335"/>
                  <a:pt x="21122" y="83302"/>
                </a:cubicBezTo>
                <a:cubicBezTo>
                  <a:pt x="21539" y="84268"/>
                  <a:pt x="22220" y="85037"/>
                  <a:pt x="23165" y="85608"/>
                </a:cubicBezTo>
                <a:cubicBezTo>
                  <a:pt x="24110" y="86179"/>
                  <a:pt x="25461" y="86465"/>
                  <a:pt x="27218" y="86465"/>
                </a:cubicBezTo>
                <a:cubicBezTo>
                  <a:pt x="28536" y="86465"/>
                  <a:pt x="30272" y="86355"/>
                  <a:pt x="32424" y="86136"/>
                </a:cubicBezTo>
                <a:close/>
                <a:moveTo>
                  <a:pt x="44046" y="96614"/>
                </a:moveTo>
                <a:lnTo>
                  <a:pt x="44046" y="0"/>
                </a:lnTo>
                <a:lnTo>
                  <a:pt x="55908" y="0"/>
                </a:lnTo>
                <a:lnTo>
                  <a:pt x="55908" y="34665"/>
                </a:lnTo>
                <a:cubicBezTo>
                  <a:pt x="61444" y="28251"/>
                  <a:pt x="68430" y="25043"/>
                  <a:pt x="76866" y="25043"/>
                </a:cubicBezTo>
                <a:cubicBezTo>
                  <a:pt x="82050" y="25043"/>
                  <a:pt x="86554" y="26065"/>
                  <a:pt x="90376" y="28108"/>
                </a:cubicBezTo>
                <a:cubicBezTo>
                  <a:pt x="94198" y="30151"/>
                  <a:pt x="96933" y="32974"/>
                  <a:pt x="98581" y="36576"/>
                </a:cubicBezTo>
                <a:cubicBezTo>
                  <a:pt x="100228" y="40179"/>
                  <a:pt x="101052" y="45407"/>
                  <a:pt x="101052" y="52261"/>
                </a:cubicBezTo>
                <a:lnTo>
                  <a:pt x="101052" y="96614"/>
                </a:lnTo>
                <a:lnTo>
                  <a:pt x="89190" y="96614"/>
                </a:lnTo>
                <a:lnTo>
                  <a:pt x="89190" y="52261"/>
                </a:lnTo>
                <a:cubicBezTo>
                  <a:pt x="89190" y="46330"/>
                  <a:pt x="87905" y="42013"/>
                  <a:pt x="85334" y="39311"/>
                </a:cubicBezTo>
                <a:cubicBezTo>
                  <a:pt x="82764" y="36609"/>
                  <a:pt x="79128" y="35258"/>
                  <a:pt x="74427" y="35258"/>
                </a:cubicBezTo>
                <a:cubicBezTo>
                  <a:pt x="70912" y="35258"/>
                  <a:pt x="67606" y="36170"/>
                  <a:pt x="64509" y="37993"/>
                </a:cubicBezTo>
                <a:cubicBezTo>
                  <a:pt x="61411" y="39817"/>
                  <a:pt x="59204" y="42288"/>
                  <a:pt x="57886" y="45407"/>
                </a:cubicBezTo>
                <a:cubicBezTo>
                  <a:pt x="56568" y="48527"/>
                  <a:pt x="55908" y="52832"/>
                  <a:pt x="55908" y="58324"/>
                </a:cubicBezTo>
                <a:lnTo>
                  <a:pt x="55908" y="96614"/>
                </a:lnTo>
                <a:lnTo>
                  <a:pt x="44046" y="96614"/>
                </a:lnTo>
                <a:close/>
                <a:moveTo>
                  <a:pt x="167001" y="74075"/>
                </a:moveTo>
                <a:lnTo>
                  <a:pt x="179259" y="75591"/>
                </a:lnTo>
                <a:cubicBezTo>
                  <a:pt x="177326" y="82753"/>
                  <a:pt x="173745" y="88310"/>
                  <a:pt x="168517" y="92265"/>
                </a:cubicBezTo>
                <a:cubicBezTo>
                  <a:pt x="163288" y="96219"/>
                  <a:pt x="156610" y="98196"/>
                  <a:pt x="148482" y="98196"/>
                </a:cubicBezTo>
                <a:cubicBezTo>
                  <a:pt x="138245" y="98196"/>
                  <a:pt x="130128" y="95043"/>
                  <a:pt x="124131" y="88739"/>
                </a:cubicBezTo>
                <a:cubicBezTo>
                  <a:pt x="118133" y="82434"/>
                  <a:pt x="115135" y="73592"/>
                  <a:pt x="115135" y="62213"/>
                </a:cubicBezTo>
                <a:cubicBezTo>
                  <a:pt x="115135" y="50438"/>
                  <a:pt x="118166" y="41299"/>
                  <a:pt x="124230" y="34797"/>
                </a:cubicBezTo>
                <a:cubicBezTo>
                  <a:pt x="130293" y="28294"/>
                  <a:pt x="138157" y="25043"/>
                  <a:pt x="147823" y="25043"/>
                </a:cubicBezTo>
                <a:cubicBezTo>
                  <a:pt x="157181" y="25043"/>
                  <a:pt x="164826" y="28224"/>
                  <a:pt x="170757" y="34585"/>
                </a:cubicBezTo>
                <a:cubicBezTo>
                  <a:pt x="176689" y="40944"/>
                  <a:pt x="179654" y="49892"/>
                  <a:pt x="179654" y="61428"/>
                </a:cubicBezTo>
                <a:cubicBezTo>
                  <a:pt x="179654" y="62130"/>
                  <a:pt x="179632" y="63182"/>
                  <a:pt x="179588" y="64585"/>
                </a:cubicBezTo>
                <a:lnTo>
                  <a:pt x="127393" y="64585"/>
                </a:lnTo>
                <a:cubicBezTo>
                  <a:pt x="127832" y="72252"/>
                  <a:pt x="130007" y="78123"/>
                  <a:pt x="133917" y="82198"/>
                </a:cubicBezTo>
                <a:cubicBezTo>
                  <a:pt x="137828" y="86273"/>
                  <a:pt x="142704" y="88310"/>
                  <a:pt x="148548" y="88310"/>
                </a:cubicBezTo>
                <a:cubicBezTo>
                  <a:pt x="152897" y="88310"/>
                  <a:pt x="156610" y="87179"/>
                  <a:pt x="159685" y="84916"/>
                </a:cubicBezTo>
                <a:cubicBezTo>
                  <a:pt x="162761" y="82652"/>
                  <a:pt x="165199" y="79039"/>
                  <a:pt x="167001" y="74075"/>
                </a:cubicBezTo>
                <a:moveTo>
                  <a:pt x="128052" y="54700"/>
                </a:moveTo>
                <a:lnTo>
                  <a:pt x="167133" y="54700"/>
                </a:lnTo>
                <a:cubicBezTo>
                  <a:pt x="166605" y="48908"/>
                  <a:pt x="165112" y="44565"/>
                  <a:pt x="162651" y="41669"/>
                </a:cubicBezTo>
                <a:cubicBezTo>
                  <a:pt x="158873" y="37176"/>
                  <a:pt x="153974" y="34929"/>
                  <a:pt x="147955" y="34929"/>
                </a:cubicBezTo>
                <a:cubicBezTo>
                  <a:pt x="142507" y="34929"/>
                  <a:pt x="137926" y="36723"/>
                  <a:pt x="134214" y="40310"/>
                </a:cubicBezTo>
                <a:cubicBezTo>
                  <a:pt x="130501" y="43896"/>
                  <a:pt x="128447" y="48693"/>
                  <a:pt x="128052" y="5470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synonymmutation">
            <a:extLst xmlns:a="http://schemas.openxmlformats.org/drawingml/2006/main">
              <a:ext uri="{FF2B5EF4-FFF2-40B4-BE49-F238E27FC236}">
                <a16:creationId xmlns:a16="http://schemas.microsoft.com/office/drawing/2014/main" id="{2B3D23CF-06CB-44FD-8A55-C4128D06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74" y="2077235"/>
            <a:ext cx="1187603" cy="125084"/>
          </a:xfrm>
          <a:custGeom xmlns:a="http://schemas.openxmlformats.org/drawingml/2006/main">
            <a:pathLst>
              <a:path w="1187603" h="125084">
                <a:moveTo>
                  <a:pt x="0" y="76711"/>
                </a:moveTo>
                <a:lnTo>
                  <a:pt x="18585" y="73812"/>
                </a:lnTo>
                <a:cubicBezTo>
                  <a:pt x="19376" y="77392"/>
                  <a:pt x="20979" y="80111"/>
                  <a:pt x="23396" y="81967"/>
                </a:cubicBezTo>
                <a:cubicBezTo>
                  <a:pt x="25812" y="83823"/>
                  <a:pt x="29195" y="84752"/>
                  <a:pt x="33545" y="84752"/>
                </a:cubicBezTo>
                <a:cubicBezTo>
                  <a:pt x="38334" y="84752"/>
                  <a:pt x="41936" y="83874"/>
                  <a:pt x="44353" y="82120"/>
                </a:cubicBezTo>
                <a:cubicBezTo>
                  <a:pt x="45979" y="80891"/>
                  <a:pt x="46791" y="79245"/>
                  <a:pt x="46791" y="77183"/>
                </a:cubicBezTo>
                <a:cubicBezTo>
                  <a:pt x="46791" y="75778"/>
                  <a:pt x="46352" y="74616"/>
                  <a:pt x="45473" y="73694"/>
                </a:cubicBezTo>
                <a:cubicBezTo>
                  <a:pt x="44551" y="72817"/>
                  <a:pt x="42486" y="72005"/>
                  <a:pt x="39278" y="71260"/>
                </a:cubicBezTo>
                <a:cubicBezTo>
                  <a:pt x="24340" y="67970"/>
                  <a:pt x="14872" y="64965"/>
                  <a:pt x="10874" y="62244"/>
                </a:cubicBezTo>
                <a:cubicBezTo>
                  <a:pt x="5338" y="58468"/>
                  <a:pt x="2570" y="53222"/>
                  <a:pt x="2570" y="46507"/>
                </a:cubicBezTo>
                <a:cubicBezTo>
                  <a:pt x="2570" y="40449"/>
                  <a:pt x="4965" y="35358"/>
                  <a:pt x="9754" y="31232"/>
                </a:cubicBezTo>
                <a:cubicBezTo>
                  <a:pt x="14543" y="27106"/>
                  <a:pt x="21968" y="25043"/>
                  <a:pt x="32029" y="25043"/>
                </a:cubicBezTo>
                <a:cubicBezTo>
                  <a:pt x="41607" y="25043"/>
                  <a:pt x="48724" y="26597"/>
                  <a:pt x="53382" y="29706"/>
                </a:cubicBezTo>
                <a:cubicBezTo>
                  <a:pt x="58039" y="32814"/>
                  <a:pt x="61246" y="37411"/>
                  <a:pt x="63004" y="43496"/>
                </a:cubicBezTo>
                <a:lnTo>
                  <a:pt x="45539" y="46791"/>
                </a:lnTo>
                <a:cubicBezTo>
                  <a:pt x="44792" y="44067"/>
                  <a:pt x="43375" y="41980"/>
                  <a:pt x="41288" y="40531"/>
                </a:cubicBezTo>
                <a:cubicBezTo>
                  <a:pt x="39201" y="39081"/>
                  <a:pt x="36225" y="38356"/>
                  <a:pt x="32358" y="38356"/>
                </a:cubicBezTo>
                <a:cubicBezTo>
                  <a:pt x="27482" y="38356"/>
                  <a:pt x="23989" y="39036"/>
                  <a:pt x="21880" y="40397"/>
                </a:cubicBezTo>
                <a:cubicBezTo>
                  <a:pt x="20474" y="41360"/>
                  <a:pt x="19771" y="42611"/>
                  <a:pt x="19771" y="44147"/>
                </a:cubicBezTo>
                <a:cubicBezTo>
                  <a:pt x="19771" y="45462"/>
                  <a:pt x="20386" y="46581"/>
                  <a:pt x="21616" y="47502"/>
                </a:cubicBezTo>
                <a:cubicBezTo>
                  <a:pt x="23286" y="48731"/>
                  <a:pt x="29052" y="50464"/>
                  <a:pt x="38916" y="52702"/>
                </a:cubicBezTo>
                <a:cubicBezTo>
                  <a:pt x="48779" y="54940"/>
                  <a:pt x="55666" y="57685"/>
                  <a:pt x="59577" y="60938"/>
                </a:cubicBezTo>
                <a:cubicBezTo>
                  <a:pt x="63443" y="64236"/>
                  <a:pt x="65376" y="68830"/>
                  <a:pt x="65376" y="74720"/>
                </a:cubicBezTo>
                <a:cubicBezTo>
                  <a:pt x="65376" y="81139"/>
                  <a:pt x="62696" y="86656"/>
                  <a:pt x="57336" y="91272"/>
                </a:cubicBezTo>
                <a:cubicBezTo>
                  <a:pt x="51976" y="95888"/>
                  <a:pt x="44045" y="98196"/>
                  <a:pt x="33545" y="98196"/>
                </a:cubicBezTo>
                <a:cubicBezTo>
                  <a:pt x="24011" y="98196"/>
                  <a:pt x="16465" y="96269"/>
                  <a:pt x="10907" y="92415"/>
                </a:cubicBezTo>
                <a:cubicBezTo>
                  <a:pt x="5349" y="88560"/>
                  <a:pt x="1713" y="83325"/>
                  <a:pt x="0" y="76711"/>
                </a:cubicBezTo>
                <a:close/>
                <a:moveTo>
                  <a:pt x="72803" y="26625"/>
                </a:moveTo>
                <a:lnTo>
                  <a:pt x="92508" y="26625"/>
                </a:lnTo>
                <a:lnTo>
                  <a:pt x="109247" y="76363"/>
                </a:lnTo>
                <a:lnTo>
                  <a:pt x="125591" y="26625"/>
                </a:lnTo>
                <a:lnTo>
                  <a:pt x="144769" y="26625"/>
                </a:lnTo>
                <a:lnTo>
                  <a:pt x="120055" y="94001"/>
                </a:lnTo>
                <a:lnTo>
                  <a:pt x="115640" y="106236"/>
                </a:lnTo>
                <a:cubicBezTo>
                  <a:pt x="114014" y="110322"/>
                  <a:pt x="112465" y="113441"/>
                  <a:pt x="110994" y="115594"/>
                </a:cubicBezTo>
                <a:cubicBezTo>
                  <a:pt x="109522" y="117747"/>
                  <a:pt x="107830" y="119494"/>
                  <a:pt x="105919" y="120834"/>
                </a:cubicBezTo>
                <a:cubicBezTo>
                  <a:pt x="104008" y="122174"/>
                  <a:pt x="101657" y="123217"/>
                  <a:pt x="98867" y="123964"/>
                </a:cubicBezTo>
                <a:cubicBezTo>
                  <a:pt x="96078" y="124711"/>
                  <a:pt x="92925" y="125084"/>
                  <a:pt x="89410" y="125084"/>
                </a:cubicBezTo>
                <a:cubicBezTo>
                  <a:pt x="85852" y="125084"/>
                  <a:pt x="82359" y="124711"/>
                  <a:pt x="78932" y="123964"/>
                </a:cubicBezTo>
                <a:lnTo>
                  <a:pt x="77284" y="109465"/>
                </a:lnTo>
                <a:cubicBezTo>
                  <a:pt x="80184" y="110036"/>
                  <a:pt x="82798" y="110322"/>
                  <a:pt x="85127" y="110322"/>
                </a:cubicBezTo>
                <a:cubicBezTo>
                  <a:pt x="89432" y="110322"/>
                  <a:pt x="92618" y="109059"/>
                  <a:pt x="94683" y="106533"/>
                </a:cubicBezTo>
                <a:cubicBezTo>
                  <a:pt x="96748" y="104006"/>
                  <a:pt x="98329" y="100788"/>
                  <a:pt x="99428" y="96878"/>
                </a:cubicBezTo>
                <a:lnTo>
                  <a:pt x="72803" y="26625"/>
                </a:lnTo>
                <a:close/>
                <a:moveTo>
                  <a:pt x="220273" y="96614"/>
                </a:moveTo>
                <a:lnTo>
                  <a:pt x="201755" y="96614"/>
                </a:lnTo>
                <a:lnTo>
                  <a:pt x="201755" y="60936"/>
                </a:lnTo>
                <a:cubicBezTo>
                  <a:pt x="201755" y="53387"/>
                  <a:pt x="201359" y="48505"/>
                  <a:pt x="200568" y="46289"/>
                </a:cubicBezTo>
                <a:cubicBezTo>
                  <a:pt x="199778" y="44073"/>
                  <a:pt x="198492" y="42350"/>
                  <a:pt x="196713" y="41122"/>
                </a:cubicBezTo>
                <a:cubicBezTo>
                  <a:pt x="194934" y="39893"/>
                  <a:pt x="192792" y="39278"/>
                  <a:pt x="190287" y="39278"/>
                </a:cubicBezTo>
                <a:cubicBezTo>
                  <a:pt x="187080" y="39278"/>
                  <a:pt x="184202" y="40156"/>
                  <a:pt x="181654" y="41912"/>
                </a:cubicBezTo>
                <a:cubicBezTo>
                  <a:pt x="179106" y="43667"/>
                  <a:pt x="177359" y="45993"/>
                  <a:pt x="176415" y="48890"/>
                </a:cubicBezTo>
                <a:cubicBezTo>
                  <a:pt x="175470" y="51786"/>
                  <a:pt x="174998" y="57139"/>
                  <a:pt x="174998" y="64952"/>
                </a:cubicBezTo>
                <a:lnTo>
                  <a:pt x="174998" y="96614"/>
                </a:lnTo>
                <a:lnTo>
                  <a:pt x="156479" y="96614"/>
                </a:lnTo>
                <a:lnTo>
                  <a:pt x="156479" y="26625"/>
                </a:lnTo>
                <a:lnTo>
                  <a:pt x="173680" y="26625"/>
                </a:lnTo>
                <a:lnTo>
                  <a:pt x="173680" y="36906"/>
                </a:lnTo>
                <a:cubicBezTo>
                  <a:pt x="179787" y="28997"/>
                  <a:pt x="187476" y="25043"/>
                  <a:pt x="196746" y="25043"/>
                </a:cubicBezTo>
                <a:cubicBezTo>
                  <a:pt x="200832" y="25043"/>
                  <a:pt x="204567" y="25779"/>
                  <a:pt x="207950" y="27251"/>
                </a:cubicBezTo>
                <a:cubicBezTo>
                  <a:pt x="211333" y="28723"/>
                  <a:pt x="213892" y="30601"/>
                  <a:pt x="215627" y="32886"/>
                </a:cubicBezTo>
                <a:cubicBezTo>
                  <a:pt x="217363" y="35170"/>
                  <a:pt x="218571" y="37763"/>
                  <a:pt x="219252" y="40662"/>
                </a:cubicBezTo>
                <a:cubicBezTo>
                  <a:pt x="219933" y="43562"/>
                  <a:pt x="220273" y="47714"/>
                  <a:pt x="220273" y="53118"/>
                </a:cubicBezTo>
                <a:lnTo>
                  <a:pt x="220273" y="96614"/>
                </a:lnTo>
                <a:close/>
                <a:moveTo>
                  <a:pt x="234794" y="60631"/>
                </a:moveTo>
                <a:cubicBezTo>
                  <a:pt x="234794" y="54480"/>
                  <a:pt x="236310" y="48527"/>
                  <a:pt x="239341" y="42771"/>
                </a:cubicBezTo>
                <a:cubicBezTo>
                  <a:pt x="242373" y="37016"/>
                  <a:pt x="246667" y="32622"/>
                  <a:pt x="252225" y="29591"/>
                </a:cubicBezTo>
                <a:cubicBezTo>
                  <a:pt x="257783" y="26559"/>
                  <a:pt x="263989" y="25043"/>
                  <a:pt x="270843" y="25043"/>
                </a:cubicBezTo>
                <a:cubicBezTo>
                  <a:pt x="281431" y="25043"/>
                  <a:pt x="290109" y="28481"/>
                  <a:pt x="296875" y="35357"/>
                </a:cubicBezTo>
                <a:cubicBezTo>
                  <a:pt x="303641" y="42233"/>
                  <a:pt x="307024" y="50921"/>
                  <a:pt x="307024" y="61422"/>
                </a:cubicBezTo>
                <a:cubicBezTo>
                  <a:pt x="307024" y="72010"/>
                  <a:pt x="303608" y="80786"/>
                  <a:pt x="296776" y="87750"/>
                </a:cubicBezTo>
                <a:cubicBezTo>
                  <a:pt x="289944" y="94714"/>
                  <a:pt x="281343" y="98196"/>
                  <a:pt x="270975" y="98196"/>
                </a:cubicBezTo>
                <a:cubicBezTo>
                  <a:pt x="264560" y="98196"/>
                  <a:pt x="258442" y="96746"/>
                  <a:pt x="252621" y="93846"/>
                </a:cubicBezTo>
                <a:cubicBezTo>
                  <a:pt x="246799" y="90946"/>
                  <a:pt x="242373" y="86696"/>
                  <a:pt x="239341" y="81094"/>
                </a:cubicBezTo>
                <a:cubicBezTo>
                  <a:pt x="236310" y="75492"/>
                  <a:pt x="234794" y="68671"/>
                  <a:pt x="234794" y="60631"/>
                </a:cubicBezTo>
                <a:moveTo>
                  <a:pt x="253774" y="61620"/>
                </a:moveTo>
                <a:cubicBezTo>
                  <a:pt x="253774" y="68539"/>
                  <a:pt x="255421" y="73839"/>
                  <a:pt x="258717" y="77519"/>
                </a:cubicBezTo>
                <a:cubicBezTo>
                  <a:pt x="262012" y="81198"/>
                  <a:pt x="266076" y="83038"/>
                  <a:pt x="270909" y="83038"/>
                </a:cubicBezTo>
                <a:cubicBezTo>
                  <a:pt x="275742" y="83038"/>
                  <a:pt x="279795" y="81198"/>
                  <a:pt x="283068" y="77519"/>
                </a:cubicBezTo>
                <a:cubicBezTo>
                  <a:pt x="286341" y="73839"/>
                  <a:pt x="287978" y="68495"/>
                  <a:pt x="287978" y="61488"/>
                </a:cubicBezTo>
                <a:cubicBezTo>
                  <a:pt x="287978" y="54656"/>
                  <a:pt x="286341" y="49400"/>
                  <a:pt x="283068" y="45720"/>
                </a:cubicBezTo>
                <a:cubicBezTo>
                  <a:pt x="279795" y="42041"/>
                  <a:pt x="275742" y="40201"/>
                  <a:pt x="270909" y="40201"/>
                </a:cubicBezTo>
                <a:cubicBezTo>
                  <a:pt x="266076" y="40201"/>
                  <a:pt x="262012" y="42041"/>
                  <a:pt x="258717" y="45720"/>
                </a:cubicBezTo>
                <a:cubicBezTo>
                  <a:pt x="255421" y="49400"/>
                  <a:pt x="253774" y="54700"/>
                  <a:pt x="253774" y="61620"/>
                </a:cubicBezTo>
                <a:close/>
                <a:moveTo>
                  <a:pt x="385207" y="96614"/>
                </a:moveTo>
                <a:lnTo>
                  <a:pt x="366688" y="96614"/>
                </a:lnTo>
                <a:lnTo>
                  <a:pt x="366688" y="60936"/>
                </a:lnTo>
                <a:cubicBezTo>
                  <a:pt x="366688" y="53387"/>
                  <a:pt x="366292" y="48505"/>
                  <a:pt x="365502" y="46289"/>
                </a:cubicBezTo>
                <a:cubicBezTo>
                  <a:pt x="364711" y="44073"/>
                  <a:pt x="363426" y="42350"/>
                  <a:pt x="361646" y="41122"/>
                </a:cubicBezTo>
                <a:cubicBezTo>
                  <a:pt x="359867" y="39893"/>
                  <a:pt x="357725" y="39278"/>
                  <a:pt x="355221" y="39278"/>
                </a:cubicBezTo>
                <a:cubicBezTo>
                  <a:pt x="352013" y="39278"/>
                  <a:pt x="349136" y="40156"/>
                  <a:pt x="346587" y="41912"/>
                </a:cubicBezTo>
                <a:cubicBezTo>
                  <a:pt x="344039" y="43667"/>
                  <a:pt x="342293" y="45993"/>
                  <a:pt x="341348" y="48890"/>
                </a:cubicBezTo>
                <a:cubicBezTo>
                  <a:pt x="340403" y="51786"/>
                  <a:pt x="339931" y="57139"/>
                  <a:pt x="339931" y="64952"/>
                </a:cubicBezTo>
                <a:lnTo>
                  <a:pt x="339931" y="96614"/>
                </a:lnTo>
                <a:lnTo>
                  <a:pt x="321412" y="96614"/>
                </a:lnTo>
                <a:lnTo>
                  <a:pt x="321412" y="26625"/>
                </a:lnTo>
                <a:lnTo>
                  <a:pt x="338613" y="26625"/>
                </a:lnTo>
                <a:lnTo>
                  <a:pt x="338613" y="36906"/>
                </a:lnTo>
                <a:cubicBezTo>
                  <a:pt x="344720" y="28997"/>
                  <a:pt x="352409" y="25043"/>
                  <a:pt x="361679" y="25043"/>
                </a:cubicBezTo>
                <a:cubicBezTo>
                  <a:pt x="365765" y="25043"/>
                  <a:pt x="369500" y="25779"/>
                  <a:pt x="372883" y="27251"/>
                </a:cubicBezTo>
                <a:cubicBezTo>
                  <a:pt x="376266" y="28723"/>
                  <a:pt x="378825" y="30601"/>
                  <a:pt x="380560" y="32886"/>
                </a:cubicBezTo>
                <a:cubicBezTo>
                  <a:pt x="382296" y="35170"/>
                  <a:pt x="383504" y="37763"/>
                  <a:pt x="384185" y="40662"/>
                </a:cubicBezTo>
                <a:cubicBezTo>
                  <a:pt x="384866" y="43562"/>
                  <a:pt x="385207" y="47714"/>
                  <a:pt x="385207" y="53118"/>
                </a:cubicBezTo>
                <a:lnTo>
                  <a:pt x="385207" y="96614"/>
                </a:lnTo>
                <a:close/>
                <a:moveTo>
                  <a:pt x="395246" y="26625"/>
                </a:moveTo>
                <a:lnTo>
                  <a:pt x="414951" y="26625"/>
                </a:lnTo>
                <a:lnTo>
                  <a:pt x="431690" y="76363"/>
                </a:lnTo>
                <a:lnTo>
                  <a:pt x="448034" y="26625"/>
                </a:lnTo>
                <a:lnTo>
                  <a:pt x="467212" y="26625"/>
                </a:lnTo>
                <a:lnTo>
                  <a:pt x="442498" y="94001"/>
                </a:lnTo>
                <a:lnTo>
                  <a:pt x="438083" y="106236"/>
                </a:lnTo>
                <a:cubicBezTo>
                  <a:pt x="436457" y="110322"/>
                  <a:pt x="434908" y="113441"/>
                  <a:pt x="433436" y="115594"/>
                </a:cubicBezTo>
                <a:cubicBezTo>
                  <a:pt x="431965" y="117747"/>
                  <a:pt x="430273" y="119494"/>
                  <a:pt x="428362" y="120834"/>
                </a:cubicBezTo>
                <a:cubicBezTo>
                  <a:pt x="426451" y="122174"/>
                  <a:pt x="424100" y="123217"/>
                  <a:pt x="421310" y="123964"/>
                </a:cubicBezTo>
                <a:cubicBezTo>
                  <a:pt x="418520" y="124711"/>
                  <a:pt x="415368" y="125084"/>
                  <a:pt x="411853" y="125084"/>
                </a:cubicBezTo>
                <a:cubicBezTo>
                  <a:pt x="408294" y="125084"/>
                  <a:pt x="404802" y="124711"/>
                  <a:pt x="401375" y="123964"/>
                </a:cubicBezTo>
                <a:lnTo>
                  <a:pt x="399727" y="109465"/>
                </a:lnTo>
                <a:cubicBezTo>
                  <a:pt x="402627" y="110036"/>
                  <a:pt x="405241" y="110322"/>
                  <a:pt x="407569" y="110322"/>
                </a:cubicBezTo>
                <a:cubicBezTo>
                  <a:pt x="411875" y="110322"/>
                  <a:pt x="415060" y="109059"/>
                  <a:pt x="417125" y="106533"/>
                </a:cubicBezTo>
                <a:cubicBezTo>
                  <a:pt x="419190" y="104006"/>
                  <a:pt x="420772" y="100788"/>
                  <a:pt x="421870" y="96878"/>
                </a:cubicBezTo>
                <a:lnTo>
                  <a:pt x="395246" y="26625"/>
                </a:lnTo>
                <a:close/>
                <a:moveTo>
                  <a:pt x="477670" y="26625"/>
                </a:moveTo>
                <a:lnTo>
                  <a:pt x="494739" y="26625"/>
                </a:lnTo>
                <a:lnTo>
                  <a:pt x="494739" y="36181"/>
                </a:lnTo>
                <a:cubicBezTo>
                  <a:pt x="500846" y="28756"/>
                  <a:pt x="508117" y="25043"/>
                  <a:pt x="516553" y="25043"/>
                </a:cubicBezTo>
                <a:cubicBezTo>
                  <a:pt x="521034" y="25043"/>
                  <a:pt x="524923" y="25970"/>
                  <a:pt x="528218" y="27824"/>
                </a:cubicBezTo>
                <a:cubicBezTo>
                  <a:pt x="531513" y="29677"/>
                  <a:pt x="534215" y="32480"/>
                  <a:pt x="536324" y="36232"/>
                </a:cubicBezTo>
                <a:cubicBezTo>
                  <a:pt x="539399" y="32480"/>
                  <a:pt x="542717" y="29677"/>
                  <a:pt x="546275" y="27824"/>
                </a:cubicBezTo>
                <a:cubicBezTo>
                  <a:pt x="549834" y="25970"/>
                  <a:pt x="553635" y="25043"/>
                  <a:pt x="557677" y="25043"/>
                </a:cubicBezTo>
                <a:cubicBezTo>
                  <a:pt x="562817" y="25043"/>
                  <a:pt x="567167" y="26087"/>
                  <a:pt x="570725" y="28174"/>
                </a:cubicBezTo>
                <a:cubicBezTo>
                  <a:pt x="574284" y="30261"/>
                  <a:pt x="576942" y="33325"/>
                  <a:pt x="578700" y="37367"/>
                </a:cubicBezTo>
                <a:cubicBezTo>
                  <a:pt x="579974" y="40355"/>
                  <a:pt x="580611" y="45188"/>
                  <a:pt x="580611" y="51866"/>
                </a:cubicBezTo>
                <a:lnTo>
                  <a:pt x="580611" y="96614"/>
                </a:lnTo>
                <a:lnTo>
                  <a:pt x="562092" y="96614"/>
                </a:lnTo>
                <a:lnTo>
                  <a:pt x="562092" y="56656"/>
                </a:lnTo>
                <a:cubicBezTo>
                  <a:pt x="562092" y="49723"/>
                  <a:pt x="561455" y="45247"/>
                  <a:pt x="560181" y="43228"/>
                </a:cubicBezTo>
                <a:cubicBezTo>
                  <a:pt x="558467" y="40595"/>
                  <a:pt x="555831" y="39278"/>
                  <a:pt x="552273" y="39278"/>
                </a:cubicBezTo>
                <a:cubicBezTo>
                  <a:pt x="549680" y="39278"/>
                  <a:pt x="547242" y="40068"/>
                  <a:pt x="544957" y="41649"/>
                </a:cubicBezTo>
                <a:cubicBezTo>
                  <a:pt x="542673" y="43228"/>
                  <a:pt x="541025" y="45543"/>
                  <a:pt x="540015" y="48593"/>
                </a:cubicBezTo>
                <a:cubicBezTo>
                  <a:pt x="539004" y="51643"/>
                  <a:pt x="538499" y="56459"/>
                  <a:pt x="538499" y="63043"/>
                </a:cubicBezTo>
                <a:lnTo>
                  <a:pt x="538499" y="96614"/>
                </a:lnTo>
                <a:lnTo>
                  <a:pt x="519980" y="96614"/>
                </a:lnTo>
                <a:lnTo>
                  <a:pt x="519980" y="58302"/>
                </a:lnTo>
                <a:cubicBezTo>
                  <a:pt x="519980" y="51500"/>
                  <a:pt x="519650" y="47112"/>
                  <a:pt x="518991" y="45138"/>
                </a:cubicBezTo>
                <a:cubicBezTo>
                  <a:pt x="518332" y="43162"/>
                  <a:pt x="517311" y="41691"/>
                  <a:pt x="515927" y="40726"/>
                </a:cubicBezTo>
                <a:cubicBezTo>
                  <a:pt x="514543" y="39761"/>
                  <a:pt x="512665" y="39278"/>
                  <a:pt x="510292" y="39278"/>
                </a:cubicBezTo>
                <a:cubicBezTo>
                  <a:pt x="507436" y="39278"/>
                  <a:pt x="504866" y="40047"/>
                  <a:pt x="502582" y="41583"/>
                </a:cubicBezTo>
                <a:cubicBezTo>
                  <a:pt x="500297" y="43118"/>
                  <a:pt x="498660" y="45334"/>
                  <a:pt x="497672" y="48231"/>
                </a:cubicBezTo>
                <a:cubicBezTo>
                  <a:pt x="496683" y="51128"/>
                  <a:pt x="496189" y="55933"/>
                  <a:pt x="496189" y="62647"/>
                </a:cubicBezTo>
                <a:lnTo>
                  <a:pt x="496189" y="96614"/>
                </a:lnTo>
                <a:lnTo>
                  <a:pt x="477670" y="96614"/>
                </a:lnTo>
                <a:lnTo>
                  <a:pt x="477670" y="26625"/>
                </a:lnTo>
                <a:close/>
                <a:moveTo>
                  <a:pt x="635180" y="26625"/>
                </a:moveTo>
                <a:lnTo>
                  <a:pt x="652249" y="26625"/>
                </a:lnTo>
                <a:lnTo>
                  <a:pt x="652249" y="36181"/>
                </a:lnTo>
                <a:cubicBezTo>
                  <a:pt x="658356" y="28756"/>
                  <a:pt x="665627" y="25043"/>
                  <a:pt x="674063" y="25043"/>
                </a:cubicBezTo>
                <a:cubicBezTo>
                  <a:pt x="678544" y="25043"/>
                  <a:pt x="682432" y="25970"/>
                  <a:pt x="685728" y="27824"/>
                </a:cubicBezTo>
                <a:cubicBezTo>
                  <a:pt x="689023" y="29677"/>
                  <a:pt x="691725" y="32480"/>
                  <a:pt x="693834" y="36232"/>
                </a:cubicBezTo>
                <a:cubicBezTo>
                  <a:pt x="696909" y="32480"/>
                  <a:pt x="700226" y="29677"/>
                  <a:pt x="703785" y="27824"/>
                </a:cubicBezTo>
                <a:cubicBezTo>
                  <a:pt x="707344" y="25970"/>
                  <a:pt x="711144" y="25043"/>
                  <a:pt x="715186" y="25043"/>
                </a:cubicBezTo>
                <a:cubicBezTo>
                  <a:pt x="720327" y="25043"/>
                  <a:pt x="724676" y="26087"/>
                  <a:pt x="728235" y="28174"/>
                </a:cubicBezTo>
                <a:cubicBezTo>
                  <a:pt x="731794" y="30261"/>
                  <a:pt x="734452" y="33325"/>
                  <a:pt x="736209" y="37367"/>
                </a:cubicBezTo>
                <a:cubicBezTo>
                  <a:pt x="737484" y="40355"/>
                  <a:pt x="738121" y="45188"/>
                  <a:pt x="738121" y="51866"/>
                </a:cubicBezTo>
                <a:lnTo>
                  <a:pt x="738121" y="96614"/>
                </a:lnTo>
                <a:lnTo>
                  <a:pt x="719602" y="96614"/>
                </a:lnTo>
                <a:lnTo>
                  <a:pt x="719602" y="56656"/>
                </a:lnTo>
                <a:cubicBezTo>
                  <a:pt x="719602" y="49723"/>
                  <a:pt x="718965" y="45247"/>
                  <a:pt x="717691" y="43228"/>
                </a:cubicBezTo>
                <a:cubicBezTo>
                  <a:pt x="715977" y="40595"/>
                  <a:pt x="713341" y="39278"/>
                  <a:pt x="709782" y="39278"/>
                </a:cubicBezTo>
                <a:cubicBezTo>
                  <a:pt x="707190" y="39278"/>
                  <a:pt x="704752" y="40068"/>
                  <a:pt x="702467" y="41649"/>
                </a:cubicBezTo>
                <a:cubicBezTo>
                  <a:pt x="700182" y="43228"/>
                  <a:pt x="698535" y="45543"/>
                  <a:pt x="697524" y="48593"/>
                </a:cubicBezTo>
                <a:cubicBezTo>
                  <a:pt x="696514" y="51643"/>
                  <a:pt x="696008" y="56459"/>
                  <a:pt x="696008" y="63043"/>
                </a:cubicBezTo>
                <a:lnTo>
                  <a:pt x="696008" y="96614"/>
                </a:lnTo>
                <a:lnTo>
                  <a:pt x="677490" y="96614"/>
                </a:lnTo>
                <a:lnTo>
                  <a:pt x="677490" y="58302"/>
                </a:lnTo>
                <a:cubicBezTo>
                  <a:pt x="677490" y="51500"/>
                  <a:pt x="677160" y="47112"/>
                  <a:pt x="676501" y="45138"/>
                </a:cubicBezTo>
                <a:cubicBezTo>
                  <a:pt x="675842" y="43162"/>
                  <a:pt x="674821" y="41691"/>
                  <a:pt x="673437" y="40726"/>
                </a:cubicBezTo>
                <a:cubicBezTo>
                  <a:pt x="672053" y="39761"/>
                  <a:pt x="670174" y="39278"/>
                  <a:pt x="667802" y="39278"/>
                </a:cubicBezTo>
                <a:cubicBezTo>
                  <a:pt x="664946" y="39278"/>
                  <a:pt x="662376" y="40047"/>
                  <a:pt x="660091" y="41583"/>
                </a:cubicBezTo>
                <a:cubicBezTo>
                  <a:pt x="657807" y="43118"/>
                  <a:pt x="656170" y="45334"/>
                  <a:pt x="655181" y="48231"/>
                </a:cubicBezTo>
                <a:cubicBezTo>
                  <a:pt x="654193" y="51128"/>
                  <a:pt x="653699" y="55933"/>
                  <a:pt x="653699" y="62647"/>
                </a:cubicBezTo>
                <a:lnTo>
                  <a:pt x="653699" y="96614"/>
                </a:lnTo>
                <a:lnTo>
                  <a:pt x="635180" y="96614"/>
                </a:lnTo>
                <a:lnTo>
                  <a:pt x="635180" y="26625"/>
                </a:lnTo>
                <a:close/>
                <a:moveTo>
                  <a:pt x="802619" y="96614"/>
                </a:moveTo>
                <a:lnTo>
                  <a:pt x="802619" y="86136"/>
                </a:lnTo>
                <a:cubicBezTo>
                  <a:pt x="800070" y="89870"/>
                  <a:pt x="796720" y="92814"/>
                  <a:pt x="792568" y="94967"/>
                </a:cubicBezTo>
                <a:cubicBezTo>
                  <a:pt x="788416" y="97119"/>
                  <a:pt x="784034" y="98196"/>
                  <a:pt x="779421" y="98196"/>
                </a:cubicBezTo>
                <a:cubicBezTo>
                  <a:pt x="774719" y="98196"/>
                  <a:pt x="770502" y="97163"/>
                  <a:pt x="766767" y="95098"/>
                </a:cubicBezTo>
                <a:cubicBezTo>
                  <a:pt x="763033" y="93033"/>
                  <a:pt x="760331" y="90134"/>
                  <a:pt x="758661" y="86399"/>
                </a:cubicBezTo>
                <a:cubicBezTo>
                  <a:pt x="756992" y="82665"/>
                  <a:pt x="756157" y="77502"/>
                  <a:pt x="756157" y="70912"/>
                </a:cubicBezTo>
                <a:lnTo>
                  <a:pt x="756157" y="26625"/>
                </a:lnTo>
                <a:lnTo>
                  <a:pt x="774676" y="26625"/>
                </a:lnTo>
                <a:lnTo>
                  <a:pt x="774676" y="58712"/>
                </a:lnTo>
                <a:cubicBezTo>
                  <a:pt x="774676" y="68531"/>
                  <a:pt x="775016" y="74548"/>
                  <a:pt x="775697" y="76761"/>
                </a:cubicBezTo>
                <a:cubicBezTo>
                  <a:pt x="776378" y="78974"/>
                  <a:pt x="777619" y="80727"/>
                  <a:pt x="779421" y="82021"/>
                </a:cubicBezTo>
                <a:cubicBezTo>
                  <a:pt x="781222" y="83314"/>
                  <a:pt x="783507" y="83961"/>
                  <a:pt x="786275" y="83961"/>
                </a:cubicBezTo>
                <a:cubicBezTo>
                  <a:pt x="789438" y="83961"/>
                  <a:pt x="792272" y="83095"/>
                  <a:pt x="794776" y="81364"/>
                </a:cubicBezTo>
                <a:cubicBezTo>
                  <a:pt x="797280" y="79632"/>
                  <a:pt x="798994" y="77484"/>
                  <a:pt x="799917" y="74920"/>
                </a:cubicBezTo>
                <a:cubicBezTo>
                  <a:pt x="800839" y="72355"/>
                  <a:pt x="801300" y="66076"/>
                  <a:pt x="801300" y="56082"/>
                </a:cubicBezTo>
                <a:lnTo>
                  <a:pt x="801300" y="26625"/>
                </a:lnTo>
                <a:lnTo>
                  <a:pt x="819819" y="26625"/>
                </a:lnTo>
                <a:lnTo>
                  <a:pt x="819819" y="96614"/>
                </a:lnTo>
                <a:lnTo>
                  <a:pt x="802619" y="96614"/>
                </a:lnTo>
                <a:close/>
                <a:moveTo>
                  <a:pt x="871114" y="26625"/>
                </a:moveTo>
                <a:lnTo>
                  <a:pt x="871114" y="41387"/>
                </a:lnTo>
                <a:lnTo>
                  <a:pt x="858460" y="41387"/>
                </a:lnTo>
                <a:lnTo>
                  <a:pt x="858460" y="69549"/>
                </a:lnTo>
                <a:cubicBezTo>
                  <a:pt x="858460" y="75252"/>
                  <a:pt x="858581" y="78575"/>
                  <a:pt x="858823" y="79518"/>
                </a:cubicBezTo>
                <a:cubicBezTo>
                  <a:pt x="859064" y="80460"/>
                  <a:pt x="859614" y="81239"/>
                  <a:pt x="860470" y="81854"/>
                </a:cubicBezTo>
                <a:cubicBezTo>
                  <a:pt x="861327" y="82468"/>
                  <a:pt x="862370" y="82774"/>
                  <a:pt x="863601" y="82774"/>
                </a:cubicBezTo>
                <a:cubicBezTo>
                  <a:pt x="865314" y="82774"/>
                  <a:pt x="867797" y="82181"/>
                  <a:pt x="871048" y="80995"/>
                </a:cubicBezTo>
                <a:lnTo>
                  <a:pt x="872629" y="95416"/>
                </a:lnTo>
                <a:cubicBezTo>
                  <a:pt x="868324" y="97269"/>
                  <a:pt x="863447" y="98196"/>
                  <a:pt x="857999" y="98196"/>
                </a:cubicBezTo>
                <a:cubicBezTo>
                  <a:pt x="854660" y="98196"/>
                  <a:pt x="851650" y="97636"/>
                  <a:pt x="848970" y="96515"/>
                </a:cubicBezTo>
                <a:cubicBezTo>
                  <a:pt x="846290" y="95395"/>
                  <a:pt x="844324" y="93945"/>
                  <a:pt x="843072" y="92166"/>
                </a:cubicBezTo>
                <a:cubicBezTo>
                  <a:pt x="841820" y="90386"/>
                  <a:pt x="840952" y="87981"/>
                  <a:pt x="840469" y="84949"/>
                </a:cubicBezTo>
                <a:cubicBezTo>
                  <a:pt x="840073" y="82796"/>
                  <a:pt x="839875" y="78447"/>
                  <a:pt x="839875" y="71900"/>
                </a:cubicBezTo>
                <a:lnTo>
                  <a:pt x="839875" y="41387"/>
                </a:lnTo>
                <a:lnTo>
                  <a:pt x="831374" y="41387"/>
                </a:lnTo>
                <a:lnTo>
                  <a:pt x="831374" y="26625"/>
                </a:lnTo>
                <a:lnTo>
                  <a:pt x="839875" y="26625"/>
                </a:lnTo>
                <a:lnTo>
                  <a:pt x="839875" y="12653"/>
                </a:lnTo>
                <a:lnTo>
                  <a:pt x="858460" y="1713"/>
                </a:lnTo>
                <a:lnTo>
                  <a:pt x="858460" y="26625"/>
                </a:lnTo>
                <a:lnTo>
                  <a:pt x="871114" y="26625"/>
                </a:lnTo>
                <a:close/>
                <a:moveTo>
                  <a:pt x="897803" y="48241"/>
                </a:moveTo>
                <a:lnTo>
                  <a:pt x="880998" y="45210"/>
                </a:lnTo>
                <a:cubicBezTo>
                  <a:pt x="882887" y="38354"/>
                  <a:pt x="886138" y="33280"/>
                  <a:pt x="890752" y="29986"/>
                </a:cubicBezTo>
                <a:cubicBezTo>
                  <a:pt x="895365" y="26691"/>
                  <a:pt x="902219" y="25043"/>
                  <a:pt x="911313" y="25043"/>
                </a:cubicBezTo>
                <a:cubicBezTo>
                  <a:pt x="919573" y="25043"/>
                  <a:pt x="925724" y="26021"/>
                  <a:pt x="929766" y="27976"/>
                </a:cubicBezTo>
                <a:cubicBezTo>
                  <a:pt x="933808" y="29931"/>
                  <a:pt x="936653" y="32413"/>
                  <a:pt x="938301" y="35423"/>
                </a:cubicBezTo>
                <a:cubicBezTo>
                  <a:pt x="939948" y="38433"/>
                  <a:pt x="940772" y="43957"/>
                  <a:pt x="940772" y="51998"/>
                </a:cubicBezTo>
                <a:lnTo>
                  <a:pt x="940574" y="73614"/>
                </a:lnTo>
                <a:cubicBezTo>
                  <a:pt x="940574" y="79765"/>
                  <a:pt x="940871" y="84301"/>
                  <a:pt x="941464" y="87223"/>
                </a:cubicBezTo>
                <a:cubicBezTo>
                  <a:pt x="942057" y="90145"/>
                  <a:pt x="943167" y="93275"/>
                  <a:pt x="944792" y="96614"/>
                </a:cubicBezTo>
                <a:lnTo>
                  <a:pt x="926471" y="96614"/>
                </a:lnTo>
                <a:cubicBezTo>
                  <a:pt x="925988" y="95384"/>
                  <a:pt x="925395" y="93561"/>
                  <a:pt x="924692" y="91144"/>
                </a:cubicBezTo>
                <a:cubicBezTo>
                  <a:pt x="924384" y="90046"/>
                  <a:pt x="924165" y="89321"/>
                  <a:pt x="924033" y="88969"/>
                </a:cubicBezTo>
                <a:cubicBezTo>
                  <a:pt x="920869" y="92045"/>
                  <a:pt x="917486" y="94351"/>
                  <a:pt x="913884" y="95889"/>
                </a:cubicBezTo>
                <a:cubicBezTo>
                  <a:pt x="910281" y="97427"/>
                  <a:pt x="906437" y="98196"/>
                  <a:pt x="902351" y="98196"/>
                </a:cubicBezTo>
                <a:cubicBezTo>
                  <a:pt x="895145" y="98196"/>
                  <a:pt x="889466" y="96249"/>
                  <a:pt x="885315" y="92355"/>
                </a:cubicBezTo>
                <a:cubicBezTo>
                  <a:pt x="881163" y="88461"/>
                  <a:pt x="879087" y="83539"/>
                  <a:pt x="879087" y="77589"/>
                </a:cubicBezTo>
                <a:cubicBezTo>
                  <a:pt x="879087" y="73651"/>
                  <a:pt x="880031" y="70140"/>
                  <a:pt x="881921" y="67057"/>
                </a:cubicBezTo>
                <a:cubicBezTo>
                  <a:pt x="883810" y="63971"/>
                  <a:pt x="886457" y="61609"/>
                  <a:pt x="889862" y="59968"/>
                </a:cubicBezTo>
                <a:cubicBezTo>
                  <a:pt x="893267" y="58327"/>
                  <a:pt x="898177" y="56894"/>
                  <a:pt x="904591" y="55670"/>
                </a:cubicBezTo>
                <a:cubicBezTo>
                  <a:pt x="913247" y="54051"/>
                  <a:pt x="919244" y="52541"/>
                  <a:pt x="922583" y="51141"/>
                </a:cubicBezTo>
                <a:lnTo>
                  <a:pt x="922583" y="49275"/>
                </a:lnTo>
                <a:cubicBezTo>
                  <a:pt x="922583" y="45676"/>
                  <a:pt x="921704" y="43111"/>
                  <a:pt x="919947" y="41579"/>
                </a:cubicBezTo>
                <a:cubicBezTo>
                  <a:pt x="918189" y="40045"/>
                  <a:pt x="914872" y="39278"/>
                  <a:pt x="909995" y="39278"/>
                </a:cubicBezTo>
                <a:cubicBezTo>
                  <a:pt x="906700" y="39278"/>
                  <a:pt x="904130" y="39941"/>
                  <a:pt x="902285" y="41268"/>
                </a:cubicBezTo>
                <a:cubicBezTo>
                  <a:pt x="900439" y="42593"/>
                  <a:pt x="898946" y="44917"/>
                  <a:pt x="897803" y="48241"/>
                </a:cubicBezTo>
                <a:moveTo>
                  <a:pt x="922583" y="63267"/>
                </a:moveTo>
                <a:cubicBezTo>
                  <a:pt x="920210" y="64048"/>
                  <a:pt x="916454" y="64982"/>
                  <a:pt x="911313" y="66068"/>
                </a:cubicBezTo>
                <a:cubicBezTo>
                  <a:pt x="906173" y="67153"/>
                  <a:pt x="902812" y="68216"/>
                  <a:pt x="901230" y="69258"/>
                </a:cubicBezTo>
                <a:cubicBezTo>
                  <a:pt x="898814" y="70951"/>
                  <a:pt x="897605" y="73100"/>
                  <a:pt x="897605" y="75704"/>
                </a:cubicBezTo>
                <a:cubicBezTo>
                  <a:pt x="897605" y="78266"/>
                  <a:pt x="898572" y="80481"/>
                  <a:pt x="900505" y="82348"/>
                </a:cubicBezTo>
                <a:cubicBezTo>
                  <a:pt x="902438" y="84214"/>
                  <a:pt x="904899" y="85147"/>
                  <a:pt x="907886" y="85147"/>
                </a:cubicBezTo>
                <a:cubicBezTo>
                  <a:pt x="911226" y="85147"/>
                  <a:pt x="914411" y="84062"/>
                  <a:pt x="917442" y="81891"/>
                </a:cubicBezTo>
                <a:cubicBezTo>
                  <a:pt x="919683" y="80242"/>
                  <a:pt x="921155" y="78223"/>
                  <a:pt x="921858" y="75834"/>
                </a:cubicBezTo>
                <a:cubicBezTo>
                  <a:pt x="922341" y="74272"/>
                  <a:pt x="922583" y="71298"/>
                  <a:pt x="922583" y="66914"/>
                </a:cubicBezTo>
                <a:lnTo>
                  <a:pt x="922583" y="63267"/>
                </a:lnTo>
                <a:close/>
                <a:moveTo>
                  <a:pt x="991102" y="26625"/>
                </a:moveTo>
                <a:lnTo>
                  <a:pt x="991102" y="41387"/>
                </a:lnTo>
                <a:lnTo>
                  <a:pt x="978448" y="41387"/>
                </a:lnTo>
                <a:lnTo>
                  <a:pt x="978448" y="69549"/>
                </a:lnTo>
                <a:cubicBezTo>
                  <a:pt x="978448" y="75252"/>
                  <a:pt x="978569" y="78575"/>
                  <a:pt x="978811" y="79518"/>
                </a:cubicBezTo>
                <a:cubicBezTo>
                  <a:pt x="979052" y="80460"/>
                  <a:pt x="979602" y="81239"/>
                  <a:pt x="980458" y="81854"/>
                </a:cubicBezTo>
                <a:cubicBezTo>
                  <a:pt x="981315" y="82468"/>
                  <a:pt x="982359" y="82774"/>
                  <a:pt x="983589" y="82774"/>
                </a:cubicBezTo>
                <a:cubicBezTo>
                  <a:pt x="985302" y="82774"/>
                  <a:pt x="987785" y="82181"/>
                  <a:pt x="991036" y="80995"/>
                </a:cubicBezTo>
                <a:lnTo>
                  <a:pt x="992618" y="95416"/>
                </a:lnTo>
                <a:cubicBezTo>
                  <a:pt x="988312" y="97269"/>
                  <a:pt x="983435" y="98196"/>
                  <a:pt x="977987" y="98196"/>
                </a:cubicBezTo>
                <a:cubicBezTo>
                  <a:pt x="974648" y="98196"/>
                  <a:pt x="971638" y="97636"/>
                  <a:pt x="968958" y="96515"/>
                </a:cubicBezTo>
                <a:cubicBezTo>
                  <a:pt x="966278" y="95395"/>
                  <a:pt x="964312" y="93945"/>
                  <a:pt x="963060" y="92166"/>
                </a:cubicBezTo>
                <a:cubicBezTo>
                  <a:pt x="961808" y="90386"/>
                  <a:pt x="960940" y="87981"/>
                  <a:pt x="960457" y="84949"/>
                </a:cubicBezTo>
                <a:cubicBezTo>
                  <a:pt x="960061" y="82796"/>
                  <a:pt x="959864" y="78447"/>
                  <a:pt x="959864" y="71900"/>
                </a:cubicBezTo>
                <a:lnTo>
                  <a:pt x="959864" y="41387"/>
                </a:lnTo>
                <a:lnTo>
                  <a:pt x="951362" y="41387"/>
                </a:lnTo>
                <a:lnTo>
                  <a:pt x="951362" y="26625"/>
                </a:lnTo>
                <a:lnTo>
                  <a:pt x="959864" y="26625"/>
                </a:lnTo>
                <a:lnTo>
                  <a:pt x="959864" y="12653"/>
                </a:lnTo>
                <a:lnTo>
                  <a:pt x="978448" y="1713"/>
                </a:lnTo>
                <a:lnTo>
                  <a:pt x="978448" y="26625"/>
                </a:lnTo>
                <a:lnTo>
                  <a:pt x="991102" y="26625"/>
                </a:lnTo>
                <a:close/>
                <a:moveTo>
                  <a:pt x="1003952" y="17135"/>
                </a:moveTo>
                <a:lnTo>
                  <a:pt x="1003952" y="0"/>
                </a:lnTo>
                <a:lnTo>
                  <a:pt x="1022470" y="0"/>
                </a:lnTo>
                <a:lnTo>
                  <a:pt x="1022470" y="17135"/>
                </a:lnTo>
                <a:lnTo>
                  <a:pt x="1003952" y="17135"/>
                </a:lnTo>
                <a:moveTo>
                  <a:pt x="1003952" y="96614"/>
                </a:moveTo>
                <a:lnTo>
                  <a:pt x="1003952" y="26625"/>
                </a:lnTo>
                <a:lnTo>
                  <a:pt x="1022470" y="26625"/>
                </a:lnTo>
                <a:lnTo>
                  <a:pt x="1022470" y="96614"/>
                </a:lnTo>
                <a:lnTo>
                  <a:pt x="1003952" y="96614"/>
                </a:lnTo>
                <a:close/>
                <a:moveTo>
                  <a:pt x="1037190" y="60631"/>
                </a:moveTo>
                <a:cubicBezTo>
                  <a:pt x="1037190" y="54480"/>
                  <a:pt x="1038706" y="48527"/>
                  <a:pt x="1041737" y="42771"/>
                </a:cubicBezTo>
                <a:cubicBezTo>
                  <a:pt x="1044769" y="37016"/>
                  <a:pt x="1049063" y="32622"/>
                  <a:pt x="1054621" y="29591"/>
                </a:cubicBezTo>
                <a:cubicBezTo>
                  <a:pt x="1060179" y="26559"/>
                  <a:pt x="1066385" y="25043"/>
                  <a:pt x="1073239" y="25043"/>
                </a:cubicBezTo>
                <a:cubicBezTo>
                  <a:pt x="1083827" y="25043"/>
                  <a:pt x="1092505" y="28481"/>
                  <a:pt x="1099271" y="35357"/>
                </a:cubicBezTo>
                <a:cubicBezTo>
                  <a:pt x="1106037" y="42233"/>
                  <a:pt x="1109420" y="50921"/>
                  <a:pt x="1109420" y="61422"/>
                </a:cubicBezTo>
                <a:cubicBezTo>
                  <a:pt x="1109420" y="72010"/>
                  <a:pt x="1106004" y="80786"/>
                  <a:pt x="1099172" y="87750"/>
                </a:cubicBezTo>
                <a:cubicBezTo>
                  <a:pt x="1092340" y="94714"/>
                  <a:pt x="1083739" y="98196"/>
                  <a:pt x="1073371" y="98196"/>
                </a:cubicBezTo>
                <a:cubicBezTo>
                  <a:pt x="1066956" y="98196"/>
                  <a:pt x="1060838" y="96746"/>
                  <a:pt x="1055017" y="93846"/>
                </a:cubicBezTo>
                <a:cubicBezTo>
                  <a:pt x="1049195" y="90946"/>
                  <a:pt x="1044769" y="86696"/>
                  <a:pt x="1041737" y="81094"/>
                </a:cubicBezTo>
                <a:cubicBezTo>
                  <a:pt x="1038706" y="75492"/>
                  <a:pt x="1037190" y="68671"/>
                  <a:pt x="1037190" y="60631"/>
                </a:cubicBezTo>
                <a:moveTo>
                  <a:pt x="1056170" y="61620"/>
                </a:moveTo>
                <a:cubicBezTo>
                  <a:pt x="1056170" y="68539"/>
                  <a:pt x="1057817" y="73839"/>
                  <a:pt x="1061113" y="77519"/>
                </a:cubicBezTo>
                <a:cubicBezTo>
                  <a:pt x="1064408" y="81198"/>
                  <a:pt x="1068472" y="83038"/>
                  <a:pt x="1073305" y="83038"/>
                </a:cubicBezTo>
                <a:cubicBezTo>
                  <a:pt x="1078138" y="83038"/>
                  <a:pt x="1082191" y="81198"/>
                  <a:pt x="1085464" y="77519"/>
                </a:cubicBezTo>
                <a:cubicBezTo>
                  <a:pt x="1088737" y="73839"/>
                  <a:pt x="1090374" y="68495"/>
                  <a:pt x="1090374" y="61488"/>
                </a:cubicBezTo>
                <a:cubicBezTo>
                  <a:pt x="1090374" y="54656"/>
                  <a:pt x="1088737" y="49400"/>
                  <a:pt x="1085464" y="45720"/>
                </a:cubicBezTo>
                <a:cubicBezTo>
                  <a:pt x="1082191" y="42041"/>
                  <a:pt x="1078138" y="40201"/>
                  <a:pt x="1073305" y="40201"/>
                </a:cubicBezTo>
                <a:cubicBezTo>
                  <a:pt x="1068472" y="40201"/>
                  <a:pt x="1064408" y="42041"/>
                  <a:pt x="1061113" y="45720"/>
                </a:cubicBezTo>
                <a:cubicBezTo>
                  <a:pt x="1057817" y="49400"/>
                  <a:pt x="1056170" y="54700"/>
                  <a:pt x="1056170" y="61620"/>
                </a:cubicBezTo>
                <a:close/>
                <a:moveTo>
                  <a:pt x="1187603" y="96614"/>
                </a:moveTo>
                <a:lnTo>
                  <a:pt x="1169084" y="96614"/>
                </a:lnTo>
                <a:lnTo>
                  <a:pt x="1169084" y="60936"/>
                </a:lnTo>
                <a:cubicBezTo>
                  <a:pt x="1169084" y="53387"/>
                  <a:pt x="1168688" y="48505"/>
                  <a:pt x="1167898" y="46289"/>
                </a:cubicBezTo>
                <a:cubicBezTo>
                  <a:pt x="1167107" y="44073"/>
                  <a:pt x="1165822" y="42350"/>
                  <a:pt x="1164042" y="41122"/>
                </a:cubicBezTo>
                <a:cubicBezTo>
                  <a:pt x="1162263" y="39893"/>
                  <a:pt x="1160121" y="39278"/>
                  <a:pt x="1157617" y="39278"/>
                </a:cubicBezTo>
                <a:cubicBezTo>
                  <a:pt x="1154409" y="39278"/>
                  <a:pt x="1151532" y="40156"/>
                  <a:pt x="1148983" y="41912"/>
                </a:cubicBezTo>
                <a:cubicBezTo>
                  <a:pt x="1146435" y="43667"/>
                  <a:pt x="1144689" y="45993"/>
                  <a:pt x="1143744" y="48890"/>
                </a:cubicBezTo>
                <a:cubicBezTo>
                  <a:pt x="1142799" y="51786"/>
                  <a:pt x="1142327" y="57139"/>
                  <a:pt x="1142327" y="64952"/>
                </a:cubicBezTo>
                <a:lnTo>
                  <a:pt x="1142327" y="96614"/>
                </a:lnTo>
                <a:lnTo>
                  <a:pt x="1123808" y="96614"/>
                </a:lnTo>
                <a:lnTo>
                  <a:pt x="1123808" y="26625"/>
                </a:lnTo>
                <a:lnTo>
                  <a:pt x="1141009" y="26625"/>
                </a:lnTo>
                <a:lnTo>
                  <a:pt x="1141009" y="36906"/>
                </a:lnTo>
                <a:cubicBezTo>
                  <a:pt x="1147116" y="28997"/>
                  <a:pt x="1154805" y="25043"/>
                  <a:pt x="1164075" y="25043"/>
                </a:cubicBezTo>
                <a:cubicBezTo>
                  <a:pt x="1168161" y="25043"/>
                  <a:pt x="1171896" y="25779"/>
                  <a:pt x="1175279" y="27251"/>
                </a:cubicBezTo>
                <a:cubicBezTo>
                  <a:pt x="1178662" y="28723"/>
                  <a:pt x="1181221" y="30601"/>
                  <a:pt x="1182956" y="32886"/>
                </a:cubicBezTo>
                <a:cubicBezTo>
                  <a:pt x="1184692" y="35170"/>
                  <a:pt x="1185900" y="37763"/>
                  <a:pt x="1186581" y="40662"/>
                </a:cubicBezTo>
                <a:cubicBezTo>
                  <a:pt x="1187262" y="43562"/>
                  <a:pt x="1187603" y="47714"/>
                  <a:pt x="1187603" y="53118"/>
                </a:cubicBezTo>
                <a:lnTo>
                  <a:pt x="1187603" y="96614"/>
                </a:lnTo>
                <a:close/>
              </a:path>
            </a:pathLst>
          </a:custGeom>
          <a:solidFill xmlns:a="http://schemas.openxmlformats.org/drawingml/2006/main">
            <a:srgbClr val="11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oftheresponse?If">
            <a:extLst xmlns:a="http://schemas.openxmlformats.org/drawingml/2006/main">
              <a:ext uri="{FF2B5EF4-FFF2-40B4-BE49-F238E27FC236}">
                <a16:creationId xmlns:a16="http://schemas.microsoft.com/office/drawing/2014/main" id="{3CD36BBF-A40E-4383-85AD-B68AC09A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349" y="2075654"/>
            <a:ext cx="1118130" cy="125084"/>
          </a:xfrm>
          <a:custGeom xmlns:a="http://schemas.openxmlformats.org/drawingml/2006/main">
            <a:pathLst>
              <a:path w="1118130" h="125084">
                <a:moveTo>
                  <a:pt x="0" y="63201"/>
                </a:moveTo>
                <a:cubicBezTo>
                  <a:pt x="0" y="50240"/>
                  <a:pt x="3603" y="40640"/>
                  <a:pt x="10808" y="34402"/>
                </a:cubicBezTo>
                <a:cubicBezTo>
                  <a:pt x="16827" y="29217"/>
                  <a:pt x="24165" y="26625"/>
                  <a:pt x="32820" y="26625"/>
                </a:cubicBezTo>
                <a:cubicBezTo>
                  <a:pt x="42442" y="26625"/>
                  <a:pt x="50306" y="29777"/>
                  <a:pt x="56413" y="36082"/>
                </a:cubicBezTo>
                <a:cubicBezTo>
                  <a:pt x="62520" y="42387"/>
                  <a:pt x="65574" y="51097"/>
                  <a:pt x="65574" y="62213"/>
                </a:cubicBezTo>
                <a:cubicBezTo>
                  <a:pt x="65574" y="71219"/>
                  <a:pt x="64223" y="78304"/>
                  <a:pt x="61521" y="83466"/>
                </a:cubicBezTo>
                <a:cubicBezTo>
                  <a:pt x="58819" y="88629"/>
                  <a:pt x="54886" y="92638"/>
                  <a:pt x="49724" y="95494"/>
                </a:cubicBezTo>
                <a:cubicBezTo>
                  <a:pt x="44562" y="98350"/>
                  <a:pt x="38927" y="99778"/>
                  <a:pt x="32820" y="99778"/>
                </a:cubicBezTo>
                <a:cubicBezTo>
                  <a:pt x="23022" y="99778"/>
                  <a:pt x="15103" y="96636"/>
                  <a:pt x="9062" y="90353"/>
                </a:cubicBezTo>
                <a:cubicBezTo>
                  <a:pt x="3021" y="84071"/>
                  <a:pt x="0" y="75020"/>
                  <a:pt x="0" y="63201"/>
                </a:cubicBezTo>
                <a:moveTo>
                  <a:pt x="12192" y="63168"/>
                </a:moveTo>
                <a:cubicBezTo>
                  <a:pt x="12192" y="72098"/>
                  <a:pt x="14147" y="78785"/>
                  <a:pt x="18057" y="83228"/>
                </a:cubicBezTo>
                <a:cubicBezTo>
                  <a:pt x="21968" y="87671"/>
                  <a:pt x="26889" y="89892"/>
                  <a:pt x="32820" y="89892"/>
                </a:cubicBezTo>
                <a:cubicBezTo>
                  <a:pt x="38707" y="89892"/>
                  <a:pt x="43606" y="87660"/>
                  <a:pt x="47516" y="83195"/>
                </a:cubicBezTo>
                <a:cubicBezTo>
                  <a:pt x="51427" y="78730"/>
                  <a:pt x="53382" y="71923"/>
                  <a:pt x="53382" y="62775"/>
                </a:cubicBezTo>
                <a:cubicBezTo>
                  <a:pt x="53382" y="54151"/>
                  <a:pt x="51416" y="47618"/>
                  <a:pt x="47483" y="43175"/>
                </a:cubicBezTo>
                <a:cubicBezTo>
                  <a:pt x="43551" y="38732"/>
                  <a:pt x="38663" y="36510"/>
                  <a:pt x="32820" y="36510"/>
                </a:cubicBezTo>
                <a:cubicBezTo>
                  <a:pt x="26889" y="36510"/>
                  <a:pt x="21968" y="38721"/>
                  <a:pt x="18057" y="43142"/>
                </a:cubicBezTo>
                <a:cubicBezTo>
                  <a:pt x="14147" y="47563"/>
                  <a:pt x="12192" y="54238"/>
                  <a:pt x="12192" y="63168"/>
                </a:cubicBezTo>
                <a:close/>
                <a:moveTo>
                  <a:pt x="82292" y="98196"/>
                </a:moveTo>
                <a:lnTo>
                  <a:pt x="82292" y="37433"/>
                </a:lnTo>
                <a:lnTo>
                  <a:pt x="71814" y="37433"/>
                </a:lnTo>
                <a:lnTo>
                  <a:pt x="71814" y="28207"/>
                </a:lnTo>
                <a:lnTo>
                  <a:pt x="82292" y="28207"/>
                </a:lnTo>
                <a:lnTo>
                  <a:pt x="82292" y="20776"/>
                </a:lnTo>
                <a:cubicBezTo>
                  <a:pt x="82292" y="16086"/>
                  <a:pt x="82710" y="12601"/>
                  <a:pt x="83544" y="10322"/>
                </a:cubicBezTo>
                <a:cubicBezTo>
                  <a:pt x="84687" y="7255"/>
                  <a:pt x="86697" y="4768"/>
                  <a:pt x="89574" y="2861"/>
                </a:cubicBezTo>
                <a:cubicBezTo>
                  <a:pt x="92452" y="954"/>
                  <a:pt x="96483" y="0"/>
                  <a:pt x="101668" y="0"/>
                </a:cubicBezTo>
                <a:cubicBezTo>
                  <a:pt x="105007" y="0"/>
                  <a:pt x="108697" y="395"/>
                  <a:pt x="112739" y="1186"/>
                </a:cubicBezTo>
                <a:lnTo>
                  <a:pt x="110960" y="11533"/>
                </a:lnTo>
                <a:cubicBezTo>
                  <a:pt x="108500" y="11094"/>
                  <a:pt x="106171" y="10874"/>
                  <a:pt x="103974" y="10874"/>
                </a:cubicBezTo>
                <a:cubicBezTo>
                  <a:pt x="100372" y="10874"/>
                  <a:pt x="97823" y="11640"/>
                  <a:pt x="96330" y="13172"/>
                </a:cubicBezTo>
                <a:cubicBezTo>
                  <a:pt x="94836" y="14705"/>
                  <a:pt x="94089" y="17571"/>
                  <a:pt x="94089" y="21773"/>
                </a:cubicBezTo>
                <a:lnTo>
                  <a:pt x="94089" y="28207"/>
                </a:lnTo>
                <a:lnTo>
                  <a:pt x="107731" y="28207"/>
                </a:lnTo>
                <a:lnTo>
                  <a:pt x="107731" y="37433"/>
                </a:lnTo>
                <a:lnTo>
                  <a:pt x="94089" y="37433"/>
                </a:lnTo>
                <a:lnTo>
                  <a:pt x="94089" y="98196"/>
                </a:lnTo>
                <a:lnTo>
                  <a:pt x="82292" y="98196"/>
                </a:lnTo>
                <a:close/>
                <a:moveTo>
                  <a:pt x="180402" y="87717"/>
                </a:moveTo>
                <a:lnTo>
                  <a:pt x="182115" y="98196"/>
                </a:lnTo>
                <a:cubicBezTo>
                  <a:pt x="178776" y="98811"/>
                  <a:pt x="175788" y="99119"/>
                  <a:pt x="173152" y="99119"/>
                </a:cubicBezTo>
                <a:cubicBezTo>
                  <a:pt x="168847" y="99119"/>
                  <a:pt x="165508" y="98438"/>
                  <a:pt x="163135" y="97076"/>
                </a:cubicBezTo>
                <a:cubicBezTo>
                  <a:pt x="160763" y="95713"/>
                  <a:pt x="159093" y="93923"/>
                  <a:pt x="158126" y="91704"/>
                </a:cubicBezTo>
                <a:cubicBezTo>
                  <a:pt x="157160" y="89486"/>
                  <a:pt x="156677" y="84817"/>
                  <a:pt x="156677" y="77700"/>
                </a:cubicBezTo>
                <a:lnTo>
                  <a:pt x="156677" y="37433"/>
                </a:lnTo>
                <a:lnTo>
                  <a:pt x="147977" y="37433"/>
                </a:lnTo>
                <a:lnTo>
                  <a:pt x="147977" y="28207"/>
                </a:lnTo>
                <a:lnTo>
                  <a:pt x="156677" y="28207"/>
                </a:lnTo>
                <a:lnTo>
                  <a:pt x="156677" y="10827"/>
                </a:lnTo>
                <a:lnTo>
                  <a:pt x="168473" y="3691"/>
                </a:lnTo>
                <a:lnTo>
                  <a:pt x="168473" y="28207"/>
                </a:lnTo>
                <a:lnTo>
                  <a:pt x="180402" y="28207"/>
                </a:lnTo>
                <a:lnTo>
                  <a:pt x="180402" y="37433"/>
                </a:lnTo>
                <a:lnTo>
                  <a:pt x="168473" y="37433"/>
                </a:lnTo>
                <a:lnTo>
                  <a:pt x="168473" y="78359"/>
                </a:lnTo>
                <a:cubicBezTo>
                  <a:pt x="168473" y="81742"/>
                  <a:pt x="168682" y="83917"/>
                  <a:pt x="169099" y="84883"/>
                </a:cubicBezTo>
                <a:cubicBezTo>
                  <a:pt x="169517" y="85850"/>
                  <a:pt x="170198" y="86619"/>
                  <a:pt x="171142" y="87190"/>
                </a:cubicBezTo>
                <a:cubicBezTo>
                  <a:pt x="172087" y="87761"/>
                  <a:pt x="173438" y="88047"/>
                  <a:pt x="175195" y="88047"/>
                </a:cubicBezTo>
                <a:cubicBezTo>
                  <a:pt x="176513" y="88047"/>
                  <a:pt x="178249" y="87937"/>
                  <a:pt x="180402" y="87717"/>
                </a:cubicBezTo>
                <a:close/>
                <a:moveTo>
                  <a:pt x="192024" y="98196"/>
                </a:moveTo>
                <a:lnTo>
                  <a:pt x="192024" y="1582"/>
                </a:lnTo>
                <a:lnTo>
                  <a:pt x="203886" y="1582"/>
                </a:lnTo>
                <a:lnTo>
                  <a:pt x="203886" y="36247"/>
                </a:lnTo>
                <a:cubicBezTo>
                  <a:pt x="209422" y="29832"/>
                  <a:pt x="216408" y="26625"/>
                  <a:pt x="224843" y="26625"/>
                </a:cubicBezTo>
                <a:cubicBezTo>
                  <a:pt x="230028" y="26625"/>
                  <a:pt x="234531" y="27646"/>
                  <a:pt x="238354" y="29689"/>
                </a:cubicBezTo>
                <a:cubicBezTo>
                  <a:pt x="242176" y="31732"/>
                  <a:pt x="244911" y="34555"/>
                  <a:pt x="246558" y="38158"/>
                </a:cubicBezTo>
                <a:cubicBezTo>
                  <a:pt x="248206" y="41761"/>
                  <a:pt x="249030" y="46989"/>
                  <a:pt x="249030" y="53843"/>
                </a:cubicBezTo>
                <a:lnTo>
                  <a:pt x="249030" y="98196"/>
                </a:lnTo>
                <a:lnTo>
                  <a:pt x="237167" y="98196"/>
                </a:lnTo>
                <a:lnTo>
                  <a:pt x="237167" y="53843"/>
                </a:lnTo>
                <a:cubicBezTo>
                  <a:pt x="237167" y="47912"/>
                  <a:pt x="235882" y="43595"/>
                  <a:pt x="233312" y="40893"/>
                </a:cubicBezTo>
                <a:cubicBezTo>
                  <a:pt x="230742" y="38191"/>
                  <a:pt x="227106" y="36840"/>
                  <a:pt x="222405" y="36840"/>
                </a:cubicBezTo>
                <a:cubicBezTo>
                  <a:pt x="218890" y="36840"/>
                  <a:pt x="215584" y="37752"/>
                  <a:pt x="212486" y="39575"/>
                </a:cubicBezTo>
                <a:cubicBezTo>
                  <a:pt x="209389" y="41398"/>
                  <a:pt x="207181" y="43870"/>
                  <a:pt x="205863" y="46989"/>
                </a:cubicBezTo>
                <a:cubicBezTo>
                  <a:pt x="204545" y="50108"/>
                  <a:pt x="203886" y="54414"/>
                  <a:pt x="203886" y="59906"/>
                </a:cubicBezTo>
                <a:lnTo>
                  <a:pt x="203886" y="98196"/>
                </a:lnTo>
                <a:lnTo>
                  <a:pt x="192024" y="98196"/>
                </a:lnTo>
                <a:close/>
                <a:moveTo>
                  <a:pt x="314978" y="75657"/>
                </a:moveTo>
                <a:lnTo>
                  <a:pt x="327236" y="77173"/>
                </a:lnTo>
                <a:cubicBezTo>
                  <a:pt x="325303" y="84334"/>
                  <a:pt x="321722" y="89892"/>
                  <a:pt x="316494" y="93846"/>
                </a:cubicBezTo>
                <a:cubicBezTo>
                  <a:pt x="311265" y="97800"/>
                  <a:pt x="304587" y="99778"/>
                  <a:pt x="296459" y="99778"/>
                </a:cubicBezTo>
                <a:cubicBezTo>
                  <a:pt x="286222" y="99778"/>
                  <a:pt x="278105" y="96625"/>
                  <a:pt x="272108" y="90320"/>
                </a:cubicBezTo>
                <a:cubicBezTo>
                  <a:pt x="266111" y="84016"/>
                  <a:pt x="263112" y="75174"/>
                  <a:pt x="263112" y="63794"/>
                </a:cubicBezTo>
                <a:cubicBezTo>
                  <a:pt x="263112" y="52020"/>
                  <a:pt x="266144" y="42881"/>
                  <a:pt x="272207" y="36379"/>
                </a:cubicBezTo>
                <a:cubicBezTo>
                  <a:pt x="278270" y="29876"/>
                  <a:pt x="286134" y="26625"/>
                  <a:pt x="295800" y="26625"/>
                </a:cubicBezTo>
                <a:cubicBezTo>
                  <a:pt x="305158" y="26625"/>
                  <a:pt x="312803" y="29805"/>
                  <a:pt x="318734" y="36166"/>
                </a:cubicBezTo>
                <a:cubicBezTo>
                  <a:pt x="324666" y="42526"/>
                  <a:pt x="327631" y="51474"/>
                  <a:pt x="327631" y="63010"/>
                </a:cubicBezTo>
                <a:cubicBezTo>
                  <a:pt x="327631" y="63711"/>
                  <a:pt x="327609" y="64764"/>
                  <a:pt x="327566" y="66167"/>
                </a:cubicBezTo>
                <a:lnTo>
                  <a:pt x="275370" y="66167"/>
                </a:lnTo>
                <a:cubicBezTo>
                  <a:pt x="275810" y="73834"/>
                  <a:pt x="277984" y="79704"/>
                  <a:pt x="281895" y="83780"/>
                </a:cubicBezTo>
                <a:cubicBezTo>
                  <a:pt x="285805" y="87855"/>
                  <a:pt x="290682" y="89892"/>
                  <a:pt x="296525" y="89892"/>
                </a:cubicBezTo>
                <a:cubicBezTo>
                  <a:pt x="300875" y="89892"/>
                  <a:pt x="304587" y="88761"/>
                  <a:pt x="307663" y="86498"/>
                </a:cubicBezTo>
                <a:cubicBezTo>
                  <a:pt x="310738" y="84234"/>
                  <a:pt x="313177" y="80620"/>
                  <a:pt x="314978" y="75657"/>
                </a:cubicBezTo>
                <a:moveTo>
                  <a:pt x="276029" y="56281"/>
                </a:moveTo>
                <a:lnTo>
                  <a:pt x="315110" y="56281"/>
                </a:lnTo>
                <a:cubicBezTo>
                  <a:pt x="314583" y="50490"/>
                  <a:pt x="313089" y="46147"/>
                  <a:pt x="310628" y="43251"/>
                </a:cubicBezTo>
                <a:cubicBezTo>
                  <a:pt x="306850" y="38757"/>
                  <a:pt x="301951" y="36510"/>
                  <a:pt x="295932" y="36510"/>
                </a:cubicBezTo>
                <a:cubicBezTo>
                  <a:pt x="290484" y="36510"/>
                  <a:pt x="285904" y="38304"/>
                  <a:pt x="282191" y="41892"/>
                </a:cubicBezTo>
                <a:cubicBezTo>
                  <a:pt x="278479" y="45478"/>
                  <a:pt x="276425" y="50275"/>
                  <a:pt x="276029" y="56281"/>
                </a:cubicBezTo>
                <a:close/>
                <a:moveTo>
                  <a:pt x="379500" y="98196"/>
                </a:moveTo>
                <a:lnTo>
                  <a:pt x="379500" y="28207"/>
                </a:lnTo>
                <a:lnTo>
                  <a:pt x="390176" y="28207"/>
                </a:lnTo>
                <a:lnTo>
                  <a:pt x="390176" y="38751"/>
                </a:lnTo>
                <a:cubicBezTo>
                  <a:pt x="392900" y="33814"/>
                  <a:pt x="395415" y="30559"/>
                  <a:pt x="397722" y="28985"/>
                </a:cubicBezTo>
                <a:cubicBezTo>
                  <a:pt x="400029" y="27412"/>
                  <a:pt x="402566" y="26625"/>
                  <a:pt x="405334" y="26625"/>
                </a:cubicBezTo>
                <a:cubicBezTo>
                  <a:pt x="409332" y="26625"/>
                  <a:pt x="413396" y="27894"/>
                  <a:pt x="417526" y="30431"/>
                </a:cubicBezTo>
                <a:lnTo>
                  <a:pt x="413440" y="41387"/>
                </a:lnTo>
                <a:cubicBezTo>
                  <a:pt x="410540" y="39674"/>
                  <a:pt x="407640" y="38817"/>
                  <a:pt x="404741" y="38817"/>
                </a:cubicBezTo>
                <a:cubicBezTo>
                  <a:pt x="402149" y="38817"/>
                  <a:pt x="399820" y="39598"/>
                  <a:pt x="397755" y="41161"/>
                </a:cubicBezTo>
                <a:cubicBezTo>
                  <a:pt x="395690" y="42722"/>
                  <a:pt x="394218" y="44888"/>
                  <a:pt x="393339" y="47658"/>
                </a:cubicBezTo>
                <a:cubicBezTo>
                  <a:pt x="392021" y="51880"/>
                  <a:pt x="391362" y="56498"/>
                  <a:pt x="391362" y="61512"/>
                </a:cubicBezTo>
                <a:lnTo>
                  <a:pt x="391362" y="98196"/>
                </a:lnTo>
                <a:lnTo>
                  <a:pt x="379500" y="98196"/>
                </a:lnTo>
                <a:close/>
                <a:moveTo>
                  <a:pt x="472488" y="75657"/>
                </a:moveTo>
                <a:lnTo>
                  <a:pt x="484746" y="77173"/>
                </a:lnTo>
                <a:cubicBezTo>
                  <a:pt x="482813" y="84334"/>
                  <a:pt x="479232" y="89892"/>
                  <a:pt x="474004" y="93846"/>
                </a:cubicBezTo>
                <a:cubicBezTo>
                  <a:pt x="468775" y="97800"/>
                  <a:pt x="462097" y="99778"/>
                  <a:pt x="453969" y="99778"/>
                </a:cubicBezTo>
                <a:cubicBezTo>
                  <a:pt x="443732" y="99778"/>
                  <a:pt x="435615" y="96625"/>
                  <a:pt x="429618" y="90320"/>
                </a:cubicBezTo>
                <a:cubicBezTo>
                  <a:pt x="423621" y="84016"/>
                  <a:pt x="420622" y="75174"/>
                  <a:pt x="420622" y="63794"/>
                </a:cubicBezTo>
                <a:cubicBezTo>
                  <a:pt x="420622" y="52020"/>
                  <a:pt x="423654" y="42881"/>
                  <a:pt x="429717" y="36379"/>
                </a:cubicBezTo>
                <a:cubicBezTo>
                  <a:pt x="435780" y="29876"/>
                  <a:pt x="443644" y="26625"/>
                  <a:pt x="453310" y="26625"/>
                </a:cubicBezTo>
                <a:cubicBezTo>
                  <a:pt x="462668" y="26625"/>
                  <a:pt x="470313" y="29805"/>
                  <a:pt x="476244" y="36166"/>
                </a:cubicBezTo>
                <a:cubicBezTo>
                  <a:pt x="482176" y="42526"/>
                  <a:pt x="485141" y="51474"/>
                  <a:pt x="485141" y="63010"/>
                </a:cubicBezTo>
                <a:cubicBezTo>
                  <a:pt x="485141" y="63711"/>
                  <a:pt x="485119" y="64764"/>
                  <a:pt x="485076" y="66167"/>
                </a:cubicBezTo>
                <a:lnTo>
                  <a:pt x="432880" y="66167"/>
                </a:lnTo>
                <a:cubicBezTo>
                  <a:pt x="433319" y="73834"/>
                  <a:pt x="435494" y="79704"/>
                  <a:pt x="439405" y="83780"/>
                </a:cubicBezTo>
                <a:cubicBezTo>
                  <a:pt x="443315" y="87855"/>
                  <a:pt x="448192" y="89892"/>
                  <a:pt x="454035" y="89892"/>
                </a:cubicBezTo>
                <a:cubicBezTo>
                  <a:pt x="458385" y="89892"/>
                  <a:pt x="462097" y="88761"/>
                  <a:pt x="465173" y="86498"/>
                </a:cubicBezTo>
                <a:cubicBezTo>
                  <a:pt x="468248" y="84234"/>
                  <a:pt x="470687" y="80620"/>
                  <a:pt x="472488" y="75657"/>
                </a:cubicBezTo>
                <a:moveTo>
                  <a:pt x="433539" y="56281"/>
                </a:moveTo>
                <a:lnTo>
                  <a:pt x="472620" y="56281"/>
                </a:lnTo>
                <a:cubicBezTo>
                  <a:pt x="472093" y="50490"/>
                  <a:pt x="470599" y="46147"/>
                  <a:pt x="468138" y="43251"/>
                </a:cubicBezTo>
                <a:cubicBezTo>
                  <a:pt x="464360" y="38757"/>
                  <a:pt x="459461" y="36510"/>
                  <a:pt x="453442" y="36510"/>
                </a:cubicBezTo>
                <a:cubicBezTo>
                  <a:pt x="447994" y="36510"/>
                  <a:pt x="443414" y="38304"/>
                  <a:pt x="439701" y="41892"/>
                </a:cubicBezTo>
                <a:cubicBezTo>
                  <a:pt x="435989" y="45478"/>
                  <a:pt x="433935" y="50275"/>
                  <a:pt x="433539" y="56281"/>
                </a:cubicBezTo>
                <a:close/>
                <a:moveTo>
                  <a:pt x="494874" y="77239"/>
                </a:moveTo>
                <a:lnTo>
                  <a:pt x="506605" y="75393"/>
                </a:lnTo>
                <a:cubicBezTo>
                  <a:pt x="507264" y="80074"/>
                  <a:pt x="509098" y="83661"/>
                  <a:pt x="512108" y="86154"/>
                </a:cubicBezTo>
                <a:cubicBezTo>
                  <a:pt x="515118" y="88646"/>
                  <a:pt x="519324" y="89892"/>
                  <a:pt x="524729" y="89892"/>
                </a:cubicBezTo>
                <a:cubicBezTo>
                  <a:pt x="530177" y="89892"/>
                  <a:pt x="534219" y="88792"/>
                  <a:pt x="536855" y="86591"/>
                </a:cubicBezTo>
                <a:cubicBezTo>
                  <a:pt x="539491" y="84388"/>
                  <a:pt x="540809" y="81806"/>
                  <a:pt x="540809" y="78843"/>
                </a:cubicBezTo>
                <a:cubicBezTo>
                  <a:pt x="540809" y="76183"/>
                  <a:pt x="539645" y="74091"/>
                  <a:pt x="537316" y="72566"/>
                </a:cubicBezTo>
                <a:cubicBezTo>
                  <a:pt x="535690" y="71519"/>
                  <a:pt x="531648" y="70190"/>
                  <a:pt x="525190" y="68576"/>
                </a:cubicBezTo>
                <a:cubicBezTo>
                  <a:pt x="516491" y="66378"/>
                  <a:pt x="510460" y="64477"/>
                  <a:pt x="507099" y="62872"/>
                </a:cubicBezTo>
                <a:cubicBezTo>
                  <a:pt x="503738" y="61267"/>
                  <a:pt x="501190" y="59046"/>
                  <a:pt x="499455" y="56209"/>
                </a:cubicBezTo>
                <a:cubicBezTo>
                  <a:pt x="497719" y="53373"/>
                  <a:pt x="496851" y="50240"/>
                  <a:pt x="496851" y="46810"/>
                </a:cubicBezTo>
                <a:cubicBezTo>
                  <a:pt x="496851" y="43688"/>
                  <a:pt x="497565" y="40796"/>
                  <a:pt x="498993" y="38135"/>
                </a:cubicBezTo>
                <a:cubicBezTo>
                  <a:pt x="500421" y="35474"/>
                  <a:pt x="502365" y="33265"/>
                  <a:pt x="504826" y="31506"/>
                </a:cubicBezTo>
                <a:cubicBezTo>
                  <a:pt x="506671" y="30143"/>
                  <a:pt x="509186" y="28989"/>
                  <a:pt x="512372" y="28044"/>
                </a:cubicBezTo>
                <a:cubicBezTo>
                  <a:pt x="515557" y="27098"/>
                  <a:pt x="518973" y="26625"/>
                  <a:pt x="522620" y="26625"/>
                </a:cubicBezTo>
                <a:cubicBezTo>
                  <a:pt x="528112" y="26625"/>
                  <a:pt x="532934" y="27421"/>
                  <a:pt x="537085" y="29014"/>
                </a:cubicBezTo>
                <a:cubicBezTo>
                  <a:pt x="541237" y="30605"/>
                  <a:pt x="544302" y="32761"/>
                  <a:pt x="546279" y="35483"/>
                </a:cubicBezTo>
                <a:cubicBezTo>
                  <a:pt x="548256" y="38203"/>
                  <a:pt x="549618" y="41840"/>
                  <a:pt x="550365" y="46396"/>
                </a:cubicBezTo>
                <a:lnTo>
                  <a:pt x="538766" y="47978"/>
                </a:lnTo>
                <a:cubicBezTo>
                  <a:pt x="538239" y="44375"/>
                  <a:pt x="536712" y="41563"/>
                  <a:pt x="534186" y="39542"/>
                </a:cubicBezTo>
                <a:cubicBezTo>
                  <a:pt x="531659" y="37521"/>
                  <a:pt x="528090" y="36510"/>
                  <a:pt x="523476" y="36510"/>
                </a:cubicBezTo>
                <a:cubicBezTo>
                  <a:pt x="518028" y="36510"/>
                  <a:pt x="514140" y="37407"/>
                  <a:pt x="511812" y="39200"/>
                </a:cubicBezTo>
                <a:cubicBezTo>
                  <a:pt x="509483" y="40992"/>
                  <a:pt x="508319" y="43090"/>
                  <a:pt x="508319" y="45496"/>
                </a:cubicBezTo>
                <a:cubicBezTo>
                  <a:pt x="508319" y="47025"/>
                  <a:pt x="508802" y="48403"/>
                  <a:pt x="509769" y="49627"/>
                </a:cubicBezTo>
                <a:cubicBezTo>
                  <a:pt x="510735" y="50894"/>
                  <a:pt x="512251" y="51943"/>
                  <a:pt x="514316" y="52774"/>
                </a:cubicBezTo>
                <a:cubicBezTo>
                  <a:pt x="515502" y="53212"/>
                  <a:pt x="518995" y="54218"/>
                  <a:pt x="524794" y="55791"/>
                </a:cubicBezTo>
                <a:cubicBezTo>
                  <a:pt x="533186" y="58031"/>
                  <a:pt x="539041" y="59864"/>
                  <a:pt x="542358" y="61290"/>
                </a:cubicBezTo>
                <a:cubicBezTo>
                  <a:pt x="545675" y="62717"/>
                  <a:pt x="548278" y="64791"/>
                  <a:pt x="550167" y="67514"/>
                </a:cubicBezTo>
                <a:cubicBezTo>
                  <a:pt x="552056" y="70235"/>
                  <a:pt x="553001" y="73615"/>
                  <a:pt x="553001" y="77653"/>
                </a:cubicBezTo>
                <a:cubicBezTo>
                  <a:pt x="553001" y="81604"/>
                  <a:pt x="551848" y="85325"/>
                  <a:pt x="549541" y="88815"/>
                </a:cubicBezTo>
                <a:cubicBezTo>
                  <a:pt x="547235" y="92304"/>
                  <a:pt x="543906" y="95003"/>
                  <a:pt x="539557" y="96913"/>
                </a:cubicBezTo>
                <a:cubicBezTo>
                  <a:pt x="535207" y="98823"/>
                  <a:pt x="530286" y="99778"/>
                  <a:pt x="524794" y="99778"/>
                </a:cubicBezTo>
                <a:cubicBezTo>
                  <a:pt x="515700" y="99778"/>
                  <a:pt x="508769" y="97883"/>
                  <a:pt x="504002" y="94093"/>
                </a:cubicBezTo>
                <a:cubicBezTo>
                  <a:pt x="499235" y="90304"/>
                  <a:pt x="496192" y="84686"/>
                  <a:pt x="494874" y="77239"/>
                </a:cubicBezTo>
                <a:close/>
                <a:moveTo>
                  <a:pt x="567104" y="125084"/>
                </a:moveTo>
                <a:lnTo>
                  <a:pt x="567104" y="28207"/>
                </a:lnTo>
                <a:lnTo>
                  <a:pt x="577913" y="28207"/>
                </a:lnTo>
                <a:lnTo>
                  <a:pt x="577913" y="37235"/>
                </a:lnTo>
                <a:cubicBezTo>
                  <a:pt x="580461" y="33699"/>
                  <a:pt x="583339" y="31046"/>
                  <a:pt x="586546" y="29278"/>
                </a:cubicBezTo>
                <a:cubicBezTo>
                  <a:pt x="589753" y="27509"/>
                  <a:pt x="593641" y="26625"/>
                  <a:pt x="598211" y="26625"/>
                </a:cubicBezTo>
                <a:cubicBezTo>
                  <a:pt x="604186" y="26625"/>
                  <a:pt x="609458" y="28163"/>
                  <a:pt x="614028" y="31238"/>
                </a:cubicBezTo>
                <a:cubicBezTo>
                  <a:pt x="618597" y="34314"/>
                  <a:pt x="622046" y="38652"/>
                  <a:pt x="624374" y="44254"/>
                </a:cubicBezTo>
                <a:cubicBezTo>
                  <a:pt x="626703" y="49856"/>
                  <a:pt x="627867" y="55996"/>
                  <a:pt x="627867" y="62674"/>
                </a:cubicBezTo>
                <a:cubicBezTo>
                  <a:pt x="627867" y="69835"/>
                  <a:pt x="626582" y="76283"/>
                  <a:pt x="624012" y="82017"/>
                </a:cubicBezTo>
                <a:cubicBezTo>
                  <a:pt x="621442" y="87750"/>
                  <a:pt x="617707" y="92144"/>
                  <a:pt x="612808" y="95197"/>
                </a:cubicBezTo>
                <a:cubicBezTo>
                  <a:pt x="607910" y="98251"/>
                  <a:pt x="602758" y="99778"/>
                  <a:pt x="597354" y="99778"/>
                </a:cubicBezTo>
                <a:cubicBezTo>
                  <a:pt x="593400" y="99778"/>
                  <a:pt x="589852" y="98932"/>
                  <a:pt x="586711" y="97240"/>
                </a:cubicBezTo>
                <a:cubicBezTo>
                  <a:pt x="583569" y="95547"/>
                  <a:pt x="580988" y="93410"/>
                  <a:pt x="578967" y="90827"/>
                </a:cubicBezTo>
                <a:lnTo>
                  <a:pt x="578967" y="125084"/>
                </a:lnTo>
                <a:lnTo>
                  <a:pt x="567104" y="125084"/>
                </a:lnTo>
                <a:moveTo>
                  <a:pt x="577847" y="63498"/>
                </a:moveTo>
                <a:cubicBezTo>
                  <a:pt x="577847" y="72494"/>
                  <a:pt x="579670" y="79142"/>
                  <a:pt x="583317" y="83442"/>
                </a:cubicBezTo>
                <a:cubicBezTo>
                  <a:pt x="586963" y="87742"/>
                  <a:pt x="591379" y="89892"/>
                  <a:pt x="596563" y="89892"/>
                </a:cubicBezTo>
                <a:cubicBezTo>
                  <a:pt x="601835" y="89892"/>
                  <a:pt x="606350" y="87665"/>
                  <a:pt x="610106" y="83211"/>
                </a:cubicBezTo>
                <a:cubicBezTo>
                  <a:pt x="613863" y="78757"/>
                  <a:pt x="615741" y="71857"/>
                  <a:pt x="615741" y="62509"/>
                </a:cubicBezTo>
                <a:cubicBezTo>
                  <a:pt x="615741" y="53601"/>
                  <a:pt x="613907" y="46931"/>
                  <a:pt x="610238" y="42499"/>
                </a:cubicBezTo>
                <a:cubicBezTo>
                  <a:pt x="606569" y="38067"/>
                  <a:pt x="602187" y="35851"/>
                  <a:pt x="597090" y="35851"/>
                </a:cubicBezTo>
                <a:cubicBezTo>
                  <a:pt x="592038" y="35851"/>
                  <a:pt x="587567" y="38210"/>
                  <a:pt x="583679" y="42928"/>
                </a:cubicBezTo>
                <a:cubicBezTo>
                  <a:pt x="579791" y="47645"/>
                  <a:pt x="577847" y="54502"/>
                  <a:pt x="577847" y="63498"/>
                </a:cubicBezTo>
                <a:close/>
                <a:moveTo>
                  <a:pt x="637732" y="63201"/>
                </a:moveTo>
                <a:cubicBezTo>
                  <a:pt x="637732" y="50240"/>
                  <a:pt x="641335" y="40640"/>
                  <a:pt x="648540" y="34402"/>
                </a:cubicBezTo>
                <a:cubicBezTo>
                  <a:pt x="654560" y="29217"/>
                  <a:pt x="661897" y="26625"/>
                  <a:pt x="670552" y="26625"/>
                </a:cubicBezTo>
                <a:cubicBezTo>
                  <a:pt x="680174" y="26625"/>
                  <a:pt x="688038" y="29777"/>
                  <a:pt x="694145" y="36082"/>
                </a:cubicBezTo>
                <a:cubicBezTo>
                  <a:pt x="700253" y="42387"/>
                  <a:pt x="703306" y="51097"/>
                  <a:pt x="703306" y="62213"/>
                </a:cubicBezTo>
                <a:cubicBezTo>
                  <a:pt x="703306" y="71219"/>
                  <a:pt x="701955" y="78304"/>
                  <a:pt x="699253" y="83466"/>
                </a:cubicBezTo>
                <a:cubicBezTo>
                  <a:pt x="696551" y="88629"/>
                  <a:pt x="692619" y="92638"/>
                  <a:pt x="687456" y="95494"/>
                </a:cubicBezTo>
                <a:cubicBezTo>
                  <a:pt x="682294" y="98350"/>
                  <a:pt x="676659" y="99778"/>
                  <a:pt x="670552" y="99778"/>
                </a:cubicBezTo>
                <a:cubicBezTo>
                  <a:pt x="660754" y="99778"/>
                  <a:pt x="652835" y="96636"/>
                  <a:pt x="646794" y="90353"/>
                </a:cubicBezTo>
                <a:cubicBezTo>
                  <a:pt x="640753" y="84071"/>
                  <a:pt x="637732" y="75020"/>
                  <a:pt x="637732" y="63201"/>
                </a:cubicBezTo>
                <a:moveTo>
                  <a:pt x="649924" y="63168"/>
                </a:moveTo>
                <a:cubicBezTo>
                  <a:pt x="649924" y="72098"/>
                  <a:pt x="651880" y="78785"/>
                  <a:pt x="655790" y="83228"/>
                </a:cubicBezTo>
                <a:cubicBezTo>
                  <a:pt x="659700" y="87671"/>
                  <a:pt x="664621" y="89892"/>
                  <a:pt x="670552" y="89892"/>
                </a:cubicBezTo>
                <a:cubicBezTo>
                  <a:pt x="676439" y="89892"/>
                  <a:pt x="681338" y="87660"/>
                  <a:pt x="685249" y="83195"/>
                </a:cubicBezTo>
                <a:cubicBezTo>
                  <a:pt x="689159" y="78730"/>
                  <a:pt x="691114" y="71923"/>
                  <a:pt x="691114" y="62775"/>
                </a:cubicBezTo>
                <a:cubicBezTo>
                  <a:pt x="691114" y="54151"/>
                  <a:pt x="689148" y="47618"/>
                  <a:pt x="685216" y="43175"/>
                </a:cubicBezTo>
                <a:cubicBezTo>
                  <a:pt x="681283" y="38732"/>
                  <a:pt x="676396" y="36510"/>
                  <a:pt x="670552" y="36510"/>
                </a:cubicBezTo>
                <a:cubicBezTo>
                  <a:pt x="664621" y="36510"/>
                  <a:pt x="659700" y="38721"/>
                  <a:pt x="655790" y="43142"/>
                </a:cubicBezTo>
                <a:cubicBezTo>
                  <a:pt x="651880" y="47563"/>
                  <a:pt x="649924" y="54238"/>
                  <a:pt x="649924" y="63168"/>
                </a:cubicBezTo>
                <a:close/>
                <a:moveTo>
                  <a:pt x="717191" y="98196"/>
                </a:moveTo>
                <a:lnTo>
                  <a:pt x="717191" y="28207"/>
                </a:lnTo>
                <a:lnTo>
                  <a:pt x="727867" y="28207"/>
                </a:lnTo>
                <a:lnTo>
                  <a:pt x="727867" y="38092"/>
                </a:lnTo>
                <a:cubicBezTo>
                  <a:pt x="733008" y="30447"/>
                  <a:pt x="740433" y="26625"/>
                  <a:pt x="750143" y="26625"/>
                </a:cubicBezTo>
                <a:cubicBezTo>
                  <a:pt x="754360" y="26625"/>
                  <a:pt x="758238" y="27383"/>
                  <a:pt x="761774" y="28899"/>
                </a:cubicBezTo>
                <a:cubicBezTo>
                  <a:pt x="765311" y="30414"/>
                  <a:pt x="767958" y="32402"/>
                  <a:pt x="769716" y="34863"/>
                </a:cubicBezTo>
                <a:cubicBezTo>
                  <a:pt x="771473" y="37323"/>
                  <a:pt x="772703" y="40245"/>
                  <a:pt x="773406" y="43628"/>
                </a:cubicBezTo>
                <a:cubicBezTo>
                  <a:pt x="773846" y="45825"/>
                  <a:pt x="774065" y="49669"/>
                  <a:pt x="774065" y="55161"/>
                </a:cubicBezTo>
                <a:lnTo>
                  <a:pt x="774065" y="98196"/>
                </a:lnTo>
                <a:lnTo>
                  <a:pt x="762203" y="98196"/>
                </a:lnTo>
                <a:lnTo>
                  <a:pt x="762203" y="55577"/>
                </a:lnTo>
                <a:cubicBezTo>
                  <a:pt x="762203" y="50739"/>
                  <a:pt x="761741" y="47121"/>
                  <a:pt x="760819" y="44724"/>
                </a:cubicBezTo>
                <a:cubicBezTo>
                  <a:pt x="759896" y="42326"/>
                  <a:pt x="758260" y="40413"/>
                  <a:pt x="755909" y="38984"/>
                </a:cubicBezTo>
                <a:cubicBezTo>
                  <a:pt x="753559" y="37555"/>
                  <a:pt x="750802" y="36840"/>
                  <a:pt x="747638" y="36840"/>
                </a:cubicBezTo>
                <a:cubicBezTo>
                  <a:pt x="742586" y="36840"/>
                  <a:pt x="738225" y="38446"/>
                  <a:pt x="734556" y="41657"/>
                </a:cubicBezTo>
                <a:cubicBezTo>
                  <a:pt x="730888" y="44867"/>
                  <a:pt x="729053" y="50958"/>
                  <a:pt x="729053" y="59931"/>
                </a:cubicBezTo>
                <a:lnTo>
                  <a:pt x="729053" y="98196"/>
                </a:lnTo>
                <a:lnTo>
                  <a:pt x="717191" y="98196"/>
                </a:lnTo>
                <a:close/>
                <a:moveTo>
                  <a:pt x="787489" y="77239"/>
                </a:moveTo>
                <a:lnTo>
                  <a:pt x="799220" y="75393"/>
                </a:lnTo>
                <a:cubicBezTo>
                  <a:pt x="799879" y="80074"/>
                  <a:pt x="801713" y="83661"/>
                  <a:pt x="804723" y="86154"/>
                </a:cubicBezTo>
                <a:cubicBezTo>
                  <a:pt x="807732" y="88646"/>
                  <a:pt x="811939" y="89892"/>
                  <a:pt x="817343" y="89892"/>
                </a:cubicBezTo>
                <a:cubicBezTo>
                  <a:pt x="822791" y="89892"/>
                  <a:pt x="826833" y="88792"/>
                  <a:pt x="829469" y="86591"/>
                </a:cubicBezTo>
                <a:cubicBezTo>
                  <a:pt x="832105" y="84388"/>
                  <a:pt x="833424" y="81806"/>
                  <a:pt x="833424" y="78843"/>
                </a:cubicBezTo>
                <a:cubicBezTo>
                  <a:pt x="833424" y="76183"/>
                  <a:pt x="832259" y="74091"/>
                  <a:pt x="829931" y="72566"/>
                </a:cubicBezTo>
                <a:cubicBezTo>
                  <a:pt x="828305" y="71519"/>
                  <a:pt x="824263" y="70190"/>
                  <a:pt x="817804" y="68576"/>
                </a:cubicBezTo>
                <a:cubicBezTo>
                  <a:pt x="809105" y="66378"/>
                  <a:pt x="803075" y="64477"/>
                  <a:pt x="799714" y="62872"/>
                </a:cubicBezTo>
                <a:cubicBezTo>
                  <a:pt x="796353" y="61267"/>
                  <a:pt x="793805" y="59046"/>
                  <a:pt x="792069" y="56209"/>
                </a:cubicBezTo>
                <a:cubicBezTo>
                  <a:pt x="790334" y="53373"/>
                  <a:pt x="789466" y="50240"/>
                  <a:pt x="789466" y="46810"/>
                </a:cubicBezTo>
                <a:cubicBezTo>
                  <a:pt x="789466" y="43688"/>
                  <a:pt x="790180" y="40796"/>
                  <a:pt x="791608" y="38135"/>
                </a:cubicBezTo>
                <a:cubicBezTo>
                  <a:pt x="793036" y="35474"/>
                  <a:pt x="794980" y="33265"/>
                  <a:pt x="797440" y="31506"/>
                </a:cubicBezTo>
                <a:cubicBezTo>
                  <a:pt x="799286" y="30143"/>
                  <a:pt x="801801" y="28989"/>
                  <a:pt x="804986" y="28044"/>
                </a:cubicBezTo>
                <a:cubicBezTo>
                  <a:pt x="808172" y="27098"/>
                  <a:pt x="811588" y="26625"/>
                  <a:pt x="815234" y="26625"/>
                </a:cubicBezTo>
                <a:cubicBezTo>
                  <a:pt x="820726" y="26625"/>
                  <a:pt x="825548" y="27421"/>
                  <a:pt x="829700" y="29014"/>
                </a:cubicBezTo>
                <a:cubicBezTo>
                  <a:pt x="833852" y="30605"/>
                  <a:pt x="836916" y="32761"/>
                  <a:pt x="838893" y="35483"/>
                </a:cubicBezTo>
                <a:cubicBezTo>
                  <a:pt x="840871" y="38203"/>
                  <a:pt x="842233" y="41840"/>
                  <a:pt x="842979" y="46396"/>
                </a:cubicBezTo>
                <a:lnTo>
                  <a:pt x="831381" y="47978"/>
                </a:lnTo>
                <a:cubicBezTo>
                  <a:pt x="830853" y="44375"/>
                  <a:pt x="829327" y="41563"/>
                  <a:pt x="826800" y="39542"/>
                </a:cubicBezTo>
                <a:cubicBezTo>
                  <a:pt x="824274" y="37521"/>
                  <a:pt x="820704" y="36510"/>
                  <a:pt x="816091" y="36510"/>
                </a:cubicBezTo>
                <a:cubicBezTo>
                  <a:pt x="810643" y="36510"/>
                  <a:pt x="806755" y="37407"/>
                  <a:pt x="804426" y="39200"/>
                </a:cubicBezTo>
                <a:cubicBezTo>
                  <a:pt x="802098" y="40992"/>
                  <a:pt x="800933" y="43090"/>
                  <a:pt x="800933" y="45496"/>
                </a:cubicBezTo>
                <a:cubicBezTo>
                  <a:pt x="800933" y="47025"/>
                  <a:pt x="801417" y="48403"/>
                  <a:pt x="802383" y="49627"/>
                </a:cubicBezTo>
                <a:cubicBezTo>
                  <a:pt x="803350" y="50894"/>
                  <a:pt x="804865" y="51943"/>
                  <a:pt x="806930" y="52774"/>
                </a:cubicBezTo>
                <a:cubicBezTo>
                  <a:pt x="808117" y="53212"/>
                  <a:pt x="811610" y="54218"/>
                  <a:pt x="817409" y="55791"/>
                </a:cubicBezTo>
                <a:cubicBezTo>
                  <a:pt x="825801" y="58031"/>
                  <a:pt x="831655" y="59864"/>
                  <a:pt x="834972" y="61290"/>
                </a:cubicBezTo>
                <a:cubicBezTo>
                  <a:pt x="838289" y="62717"/>
                  <a:pt x="840893" y="64791"/>
                  <a:pt x="842782" y="67514"/>
                </a:cubicBezTo>
                <a:cubicBezTo>
                  <a:pt x="844671" y="70235"/>
                  <a:pt x="845616" y="73615"/>
                  <a:pt x="845616" y="77653"/>
                </a:cubicBezTo>
                <a:cubicBezTo>
                  <a:pt x="845616" y="81604"/>
                  <a:pt x="844462" y="85325"/>
                  <a:pt x="842156" y="88815"/>
                </a:cubicBezTo>
                <a:cubicBezTo>
                  <a:pt x="839849" y="92304"/>
                  <a:pt x="836521" y="95003"/>
                  <a:pt x="832171" y="96913"/>
                </a:cubicBezTo>
                <a:cubicBezTo>
                  <a:pt x="827822" y="98823"/>
                  <a:pt x="822901" y="99778"/>
                  <a:pt x="817409" y="99778"/>
                </a:cubicBezTo>
                <a:cubicBezTo>
                  <a:pt x="808314" y="99778"/>
                  <a:pt x="801384" y="97883"/>
                  <a:pt x="796617" y="94093"/>
                </a:cubicBezTo>
                <a:cubicBezTo>
                  <a:pt x="791850" y="90304"/>
                  <a:pt x="788807" y="84686"/>
                  <a:pt x="787489" y="77239"/>
                </a:cubicBezTo>
                <a:close/>
                <a:moveTo>
                  <a:pt x="907631" y="75657"/>
                </a:moveTo>
                <a:lnTo>
                  <a:pt x="919889" y="77173"/>
                </a:lnTo>
                <a:cubicBezTo>
                  <a:pt x="917956" y="84334"/>
                  <a:pt x="914375" y="89892"/>
                  <a:pt x="909146" y="93846"/>
                </a:cubicBezTo>
                <a:cubicBezTo>
                  <a:pt x="903918" y="97800"/>
                  <a:pt x="897240" y="99778"/>
                  <a:pt x="889112" y="99778"/>
                </a:cubicBezTo>
                <a:cubicBezTo>
                  <a:pt x="878875" y="99778"/>
                  <a:pt x="870758" y="96625"/>
                  <a:pt x="864761" y="90320"/>
                </a:cubicBezTo>
                <a:cubicBezTo>
                  <a:pt x="858763" y="84016"/>
                  <a:pt x="855765" y="75174"/>
                  <a:pt x="855765" y="63794"/>
                </a:cubicBezTo>
                <a:cubicBezTo>
                  <a:pt x="855765" y="52020"/>
                  <a:pt x="858796" y="42881"/>
                  <a:pt x="864859" y="36379"/>
                </a:cubicBezTo>
                <a:cubicBezTo>
                  <a:pt x="870923" y="29876"/>
                  <a:pt x="878787" y="26625"/>
                  <a:pt x="888453" y="26625"/>
                </a:cubicBezTo>
                <a:cubicBezTo>
                  <a:pt x="897811" y="26625"/>
                  <a:pt x="905456" y="29805"/>
                  <a:pt x="911387" y="36166"/>
                </a:cubicBezTo>
                <a:cubicBezTo>
                  <a:pt x="917318" y="42526"/>
                  <a:pt x="920284" y="51474"/>
                  <a:pt x="920284" y="63010"/>
                </a:cubicBezTo>
                <a:cubicBezTo>
                  <a:pt x="920284" y="63711"/>
                  <a:pt x="920262" y="64764"/>
                  <a:pt x="920218" y="66167"/>
                </a:cubicBezTo>
                <a:lnTo>
                  <a:pt x="868023" y="66167"/>
                </a:lnTo>
                <a:cubicBezTo>
                  <a:pt x="868462" y="73834"/>
                  <a:pt x="870637" y="79704"/>
                  <a:pt x="874547" y="83780"/>
                </a:cubicBezTo>
                <a:cubicBezTo>
                  <a:pt x="878457" y="87855"/>
                  <a:pt x="883334" y="89892"/>
                  <a:pt x="889178" y="89892"/>
                </a:cubicBezTo>
                <a:cubicBezTo>
                  <a:pt x="893527" y="89892"/>
                  <a:pt x="897240" y="88761"/>
                  <a:pt x="900315" y="86498"/>
                </a:cubicBezTo>
                <a:cubicBezTo>
                  <a:pt x="903391" y="84234"/>
                  <a:pt x="905829" y="80620"/>
                  <a:pt x="907631" y="75657"/>
                </a:cubicBezTo>
                <a:moveTo>
                  <a:pt x="868682" y="56281"/>
                </a:moveTo>
                <a:lnTo>
                  <a:pt x="907762" y="56281"/>
                </a:lnTo>
                <a:cubicBezTo>
                  <a:pt x="907235" y="50490"/>
                  <a:pt x="905741" y="46147"/>
                  <a:pt x="903281" y="43251"/>
                </a:cubicBezTo>
                <a:cubicBezTo>
                  <a:pt x="899503" y="38757"/>
                  <a:pt x="894604" y="36510"/>
                  <a:pt x="888585" y="36510"/>
                </a:cubicBezTo>
                <a:cubicBezTo>
                  <a:pt x="883137" y="36510"/>
                  <a:pt x="878556" y="38304"/>
                  <a:pt x="874844" y="41892"/>
                </a:cubicBezTo>
                <a:cubicBezTo>
                  <a:pt x="871131" y="45478"/>
                  <a:pt x="869077" y="50275"/>
                  <a:pt x="868682" y="56281"/>
                </a:cubicBezTo>
                <a:close/>
                <a:moveTo>
                  <a:pt x="956972" y="74339"/>
                </a:moveTo>
                <a:cubicBezTo>
                  <a:pt x="956928" y="72764"/>
                  <a:pt x="956906" y="71583"/>
                  <a:pt x="956906" y="70795"/>
                </a:cubicBezTo>
                <a:cubicBezTo>
                  <a:pt x="956906" y="66157"/>
                  <a:pt x="957565" y="62153"/>
                  <a:pt x="958883" y="58784"/>
                </a:cubicBezTo>
                <a:cubicBezTo>
                  <a:pt x="959850" y="56245"/>
                  <a:pt x="961409" y="53685"/>
                  <a:pt x="963562" y="51104"/>
                </a:cubicBezTo>
                <a:cubicBezTo>
                  <a:pt x="965144" y="49223"/>
                  <a:pt x="967989" y="46478"/>
                  <a:pt x="972097" y="42868"/>
                </a:cubicBezTo>
                <a:cubicBezTo>
                  <a:pt x="976205" y="39257"/>
                  <a:pt x="978874" y="36380"/>
                  <a:pt x="980104" y="34237"/>
                </a:cubicBezTo>
                <a:cubicBezTo>
                  <a:pt x="981334" y="32092"/>
                  <a:pt x="981949" y="29751"/>
                  <a:pt x="981949" y="27214"/>
                </a:cubicBezTo>
                <a:cubicBezTo>
                  <a:pt x="981949" y="22619"/>
                  <a:pt x="980148" y="18582"/>
                  <a:pt x="976545" y="15104"/>
                </a:cubicBezTo>
                <a:cubicBezTo>
                  <a:pt x="972942" y="11625"/>
                  <a:pt x="968527" y="9885"/>
                  <a:pt x="963298" y="9885"/>
                </a:cubicBezTo>
                <a:cubicBezTo>
                  <a:pt x="958246" y="9885"/>
                  <a:pt x="954028" y="11462"/>
                  <a:pt x="950645" y="14614"/>
                </a:cubicBezTo>
                <a:cubicBezTo>
                  <a:pt x="947262" y="17766"/>
                  <a:pt x="945043" y="22693"/>
                  <a:pt x="943989" y="29393"/>
                </a:cubicBezTo>
                <a:lnTo>
                  <a:pt x="931797" y="27943"/>
                </a:lnTo>
                <a:cubicBezTo>
                  <a:pt x="932895" y="18914"/>
                  <a:pt x="936157" y="12000"/>
                  <a:pt x="941583" y="7200"/>
                </a:cubicBezTo>
                <a:cubicBezTo>
                  <a:pt x="947009" y="2400"/>
                  <a:pt x="954182" y="0"/>
                  <a:pt x="963101" y="0"/>
                </a:cubicBezTo>
                <a:cubicBezTo>
                  <a:pt x="972547" y="0"/>
                  <a:pt x="980082" y="2566"/>
                  <a:pt x="985706" y="7698"/>
                </a:cubicBezTo>
                <a:cubicBezTo>
                  <a:pt x="991329" y="12829"/>
                  <a:pt x="994141" y="19034"/>
                  <a:pt x="994141" y="26314"/>
                </a:cubicBezTo>
                <a:cubicBezTo>
                  <a:pt x="994141" y="30525"/>
                  <a:pt x="993153" y="34407"/>
                  <a:pt x="991176" y="37960"/>
                </a:cubicBezTo>
                <a:cubicBezTo>
                  <a:pt x="989198" y="41512"/>
                  <a:pt x="985332" y="45832"/>
                  <a:pt x="979577" y="50919"/>
                </a:cubicBezTo>
                <a:cubicBezTo>
                  <a:pt x="975710" y="54340"/>
                  <a:pt x="973184" y="56862"/>
                  <a:pt x="971998" y="58485"/>
                </a:cubicBezTo>
                <a:cubicBezTo>
                  <a:pt x="970811" y="60108"/>
                  <a:pt x="969933" y="61972"/>
                  <a:pt x="969362" y="64077"/>
                </a:cubicBezTo>
                <a:cubicBezTo>
                  <a:pt x="968790" y="66181"/>
                  <a:pt x="968461" y="69602"/>
                  <a:pt x="968373" y="74339"/>
                </a:cubicBezTo>
                <a:lnTo>
                  <a:pt x="956972" y="74339"/>
                </a:lnTo>
                <a:moveTo>
                  <a:pt x="956247" y="98196"/>
                </a:moveTo>
                <a:lnTo>
                  <a:pt x="956247" y="84620"/>
                </a:lnTo>
                <a:lnTo>
                  <a:pt x="969757" y="84620"/>
                </a:lnTo>
                <a:lnTo>
                  <a:pt x="969757" y="98196"/>
                </a:lnTo>
                <a:lnTo>
                  <a:pt x="956247" y="98196"/>
                </a:lnTo>
                <a:close/>
                <a:moveTo>
                  <a:pt x="1051018" y="98196"/>
                </a:moveTo>
                <a:lnTo>
                  <a:pt x="1051018" y="1582"/>
                </a:lnTo>
                <a:lnTo>
                  <a:pt x="1063803" y="1582"/>
                </a:lnTo>
                <a:lnTo>
                  <a:pt x="1063803" y="98196"/>
                </a:lnTo>
                <a:lnTo>
                  <a:pt x="1051018" y="98196"/>
                </a:lnTo>
                <a:close/>
                <a:moveTo>
                  <a:pt x="1087683" y="98196"/>
                </a:moveTo>
                <a:lnTo>
                  <a:pt x="1087683" y="37433"/>
                </a:lnTo>
                <a:lnTo>
                  <a:pt x="1077204" y="37433"/>
                </a:lnTo>
                <a:lnTo>
                  <a:pt x="1077204" y="28207"/>
                </a:lnTo>
                <a:lnTo>
                  <a:pt x="1087683" y="28207"/>
                </a:lnTo>
                <a:lnTo>
                  <a:pt x="1087683" y="20776"/>
                </a:lnTo>
                <a:cubicBezTo>
                  <a:pt x="1087683" y="16086"/>
                  <a:pt x="1088100" y="12601"/>
                  <a:pt x="1088935" y="10322"/>
                </a:cubicBezTo>
                <a:cubicBezTo>
                  <a:pt x="1090077" y="7255"/>
                  <a:pt x="1092087" y="4768"/>
                  <a:pt x="1094965" y="2861"/>
                </a:cubicBezTo>
                <a:cubicBezTo>
                  <a:pt x="1097843" y="954"/>
                  <a:pt x="1101874" y="0"/>
                  <a:pt x="1107058" y="0"/>
                </a:cubicBezTo>
                <a:cubicBezTo>
                  <a:pt x="1110397" y="0"/>
                  <a:pt x="1114088" y="395"/>
                  <a:pt x="1118130" y="1186"/>
                </a:cubicBezTo>
                <a:lnTo>
                  <a:pt x="1116351" y="11533"/>
                </a:lnTo>
                <a:cubicBezTo>
                  <a:pt x="1113890" y="11094"/>
                  <a:pt x="1111562" y="10874"/>
                  <a:pt x="1109365" y="10874"/>
                </a:cubicBezTo>
                <a:cubicBezTo>
                  <a:pt x="1105762" y="10874"/>
                  <a:pt x="1103214" y="11640"/>
                  <a:pt x="1101720" y="13172"/>
                </a:cubicBezTo>
                <a:cubicBezTo>
                  <a:pt x="1100226" y="14705"/>
                  <a:pt x="1099479" y="17571"/>
                  <a:pt x="1099479" y="21773"/>
                </a:cubicBezTo>
                <a:lnTo>
                  <a:pt x="1099479" y="28207"/>
                </a:lnTo>
                <a:lnTo>
                  <a:pt x="1113121" y="28207"/>
                </a:lnTo>
                <a:lnTo>
                  <a:pt x="1113121" y="37433"/>
                </a:lnTo>
                <a:lnTo>
                  <a:pt x="1099479" y="37433"/>
                </a:lnTo>
                <a:lnTo>
                  <a:pt x="1099479" y="98196"/>
                </a:lnTo>
                <a:lnTo>
                  <a:pt x="1087683" y="9819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thesynonymmutationisfactual,theoriginal">
            <a:extLst xmlns:a="http://schemas.openxmlformats.org/drawingml/2006/main">
              <a:ext uri="{FF2B5EF4-FFF2-40B4-BE49-F238E27FC236}">
                <a16:creationId xmlns:a16="http://schemas.microsoft.com/office/drawing/2014/main" id="{7FB8DBAB-E382-4CF9-82FB-DFB1F55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88" y="2244366"/>
            <a:ext cx="2613728" cy="126666"/>
          </a:xfrm>
          <a:custGeom xmlns:a="http://schemas.openxmlformats.org/drawingml/2006/main">
            <a:pathLst>
              <a:path w="2613728" h="126666">
                <a:moveTo>
                  <a:pt x="32424" y="87717"/>
                </a:moveTo>
                <a:lnTo>
                  <a:pt x="34138" y="98196"/>
                </a:lnTo>
                <a:cubicBezTo>
                  <a:pt x="30799" y="98811"/>
                  <a:pt x="27811" y="99119"/>
                  <a:pt x="25175" y="99119"/>
                </a:cubicBezTo>
                <a:cubicBezTo>
                  <a:pt x="20869" y="99119"/>
                  <a:pt x="17530" y="98438"/>
                  <a:pt x="15158" y="97076"/>
                </a:cubicBezTo>
                <a:cubicBezTo>
                  <a:pt x="12785" y="95713"/>
                  <a:pt x="11116" y="93923"/>
                  <a:pt x="10149" y="91704"/>
                </a:cubicBezTo>
                <a:cubicBezTo>
                  <a:pt x="9183" y="89486"/>
                  <a:pt x="8699" y="84817"/>
                  <a:pt x="8699" y="77700"/>
                </a:cubicBezTo>
                <a:lnTo>
                  <a:pt x="8699" y="37433"/>
                </a:lnTo>
                <a:lnTo>
                  <a:pt x="0" y="37433"/>
                </a:lnTo>
                <a:lnTo>
                  <a:pt x="0" y="28207"/>
                </a:lnTo>
                <a:lnTo>
                  <a:pt x="8699" y="28207"/>
                </a:lnTo>
                <a:lnTo>
                  <a:pt x="8699" y="10827"/>
                </a:lnTo>
                <a:lnTo>
                  <a:pt x="20496" y="3691"/>
                </a:lnTo>
                <a:lnTo>
                  <a:pt x="20496" y="28207"/>
                </a:lnTo>
                <a:lnTo>
                  <a:pt x="32424" y="28207"/>
                </a:lnTo>
                <a:lnTo>
                  <a:pt x="32424" y="37433"/>
                </a:lnTo>
                <a:lnTo>
                  <a:pt x="20496" y="37433"/>
                </a:lnTo>
                <a:lnTo>
                  <a:pt x="20496" y="78359"/>
                </a:lnTo>
                <a:cubicBezTo>
                  <a:pt x="20496" y="81742"/>
                  <a:pt x="20705" y="83917"/>
                  <a:pt x="21122" y="84883"/>
                </a:cubicBezTo>
                <a:cubicBezTo>
                  <a:pt x="21539" y="85850"/>
                  <a:pt x="22220" y="86619"/>
                  <a:pt x="23165" y="87190"/>
                </a:cubicBezTo>
                <a:cubicBezTo>
                  <a:pt x="24110" y="87761"/>
                  <a:pt x="25461" y="88047"/>
                  <a:pt x="27218" y="88047"/>
                </a:cubicBezTo>
                <a:cubicBezTo>
                  <a:pt x="28536" y="88047"/>
                  <a:pt x="30272" y="87937"/>
                  <a:pt x="32424" y="87717"/>
                </a:cubicBezTo>
                <a:close/>
                <a:moveTo>
                  <a:pt x="44046" y="98196"/>
                </a:moveTo>
                <a:lnTo>
                  <a:pt x="44046" y="1582"/>
                </a:lnTo>
                <a:lnTo>
                  <a:pt x="55909" y="1582"/>
                </a:lnTo>
                <a:lnTo>
                  <a:pt x="55909" y="36247"/>
                </a:lnTo>
                <a:cubicBezTo>
                  <a:pt x="61444" y="29832"/>
                  <a:pt x="68430" y="26625"/>
                  <a:pt x="76866" y="26625"/>
                </a:cubicBezTo>
                <a:cubicBezTo>
                  <a:pt x="82050" y="26625"/>
                  <a:pt x="86554" y="27646"/>
                  <a:pt x="90376" y="29689"/>
                </a:cubicBezTo>
                <a:cubicBezTo>
                  <a:pt x="94198" y="31732"/>
                  <a:pt x="96933" y="34555"/>
                  <a:pt x="98581" y="38158"/>
                </a:cubicBezTo>
                <a:cubicBezTo>
                  <a:pt x="100228" y="41761"/>
                  <a:pt x="101052" y="46989"/>
                  <a:pt x="101052" y="53843"/>
                </a:cubicBezTo>
                <a:lnTo>
                  <a:pt x="101052" y="98196"/>
                </a:lnTo>
                <a:lnTo>
                  <a:pt x="89190" y="98196"/>
                </a:lnTo>
                <a:lnTo>
                  <a:pt x="89190" y="53843"/>
                </a:lnTo>
                <a:cubicBezTo>
                  <a:pt x="89190" y="47912"/>
                  <a:pt x="87905" y="43595"/>
                  <a:pt x="85334" y="40893"/>
                </a:cubicBezTo>
                <a:cubicBezTo>
                  <a:pt x="82764" y="38191"/>
                  <a:pt x="79128" y="36840"/>
                  <a:pt x="74427" y="36840"/>
                </a:cubicBezTo>
                <a:cubicBezTo>
                  <a:pt x="70913" y="36840"/>
                  <a:pt x="67606" y="37752"/>
                  <a:pt x="64509" y="39575"/>
                </a:cubicBezTo>
                <a:cubicBezTo>
                  <a:pt x="61411" y="41398"/>
                  <a:pt x="59204" y="43870"/>
                  <a:pt x="57886" y="46989"/>
                </a:cubicBezTo>
                <a:cubicBezTo>
                  <a:pt x="56568" y="50108"/>
                  <a:pt x="55909" y="54414"/>
                  <a:pt x="55909" y="59906"/>
                </a:cubicBezTo>
                <a:lnTo>
                  <a:pt x="55909" y="98196"/>
                </a:lnTo>
                <a:lnTo>
                  <a:pt x="44046" y="98196"/>
                </a:lnTo>
                <a:close/>
                <a:moveTo>
                  <a:pt x="167001" y="75657"/>
                </a:moveTo>
                <a:lnTo>
                  <a:pt x="179259" y="77173"/>
                </a:lnTo>
                <a:cubicBezTo>
                  <a:pt x="177326" y="84334"/>
                  <a:pt x="173745" y="89892"/>
                  <a:pt x="168517" y="93846"/>
                </a:cubicBezTo>
                <a:cubicBezTo>
                  <a:pt x="163288" y="97800"/>
                  <a:pt x="156610" y="99778"/>
                  <a:pt x="148482" y="99778"/>
                </a:cubicBezTo>
                <a:cubicBezTo>
                  <a:pt x="138245" y="99778"/>
                  <a:pt x="130128" y="96625"/>
                  <a:pt x="124131" y="90320"/>
                </a:cubicBezTo>
                <a:cubicBezTo>
                  <a:pt x="118134" y="84016"/>
                  <a:pt x="115135" y="75174"/>
                  <a:pt x="115135" y="63794"/>
                </a:cubicBezTo>
                <a:cubicBezTo>
                  <a:pt x="115135" y="52020"/>
                  <a:pt x="118167" y="42881"/>
                  <a:pt x="124230" y="36379"/>
                </a:cubicBezTo>
                <a:cubicBezTo>
                  <a:pt x="130293" y="29876"/>
                  <a:pt x="138157" y="26625"/>
                  <a:pt x="147823" y="26625"/>
                </a:cubicBezTo>
                <a:cubicBezTo>
                  <a:pt x="157181" y="26625"/>
                  <a:pt x="164826" y="29805"/>
                  <a:pt x="170758" y="36166"/>
                </a:cubicBezTo>
                <a:cubicBezTo>
                  <a:pt x="176689" y="42526"/>
                  <a:pt x="179654" y="51474"/>
                  <a:pt x="179654" y="63010"/>
                </a:cubicBezTo>
                <a:cubicBezTo>
                  <a:pt x="179654" y="63711"/>
                  <a:pt x="179632" y="64764"/>
                  <a:pt x="179589" y="66167"/>
                </a:cubicBezTo>
                <a:lnTo>
                  <a:pt x="127393" y="66167"/>
                </a:lnTo>
                <a:cubicBezTo>
                  <a:pt x="127833" y="73834"/>
                  <a:pt x="130007" y="79704"/>
                  <a:pt x="133918" y="83780"/>
                </a:cubicBezTo>
                <a:cubicBezTo>
                  <a:pt x="137828" y="87855"/>
                  <a:pt x="142705" y="89892"/>
                  <a:pt x="148548" y="89892"/>
                </a:cubicBezTo>
                <a:cubicBezTo>
                  <a:pt x="152898" y="89892"/>
                  <a:pt x="156610" y="88761"/>
                  <a:pt x="159686" y="86498"/>
                </a:cubicBezTo>
                <a:cubicBezTo>
                  <a:pt x="162761" y="84234"/>
                  <a:pt x="165200" y="80620"/>
                  <a:pt x="167001" y="75657"/>
                </a:cubicBezTo>
                <a:moveTo>
                  <a:pt x="128052" y="56281"/>
                </a:moveTo>
                <a:lnTo>
                  <a:pt x="167133" y="56281"/>
                </a:lnTo>
                <a:cubicBezTo>
                  <a:pt x="166606" y="50490"/>
                  <a:pt x="165112" y="46147"/>
                  <a:pt x="162651" y="43251"/>
                </a:cubicBezTo>
                <a:cubicBezTo>
                  <a:pt x="158873" y="38757"/>
                  <a:pt x="153974" y="36510"/>
                  <a:pt x="147955" y="36510"/>
                </a:cubicBezTo>
                <a:cubicBezTo>
                  <a:pt x="142507" y="36510"/>
                  <a:pt x="137927" y="38304"/>
                  <a:pt x="134214" y="41892"/>
                </a:cubicBezTo>
                <a:cubicBezTo>
                  <a:pt x="130502" y="45478"/>
                  <a:pt x="128448" y="50275"/>
                  <a:pt x="128052" y="56281"/>
                </a:cubicBezTo>
                <a:close/>
                <a:moveTo>
                  <a:pt x="226909" y="77239"/>
                </a:moveTo>
                <a:lnTo>
                  <a:pt x="238640" y="75393"/>
                </a:lnTo>
                <a:cubicBezTo>
                  <a:pt x="239299" y="80074"/>
                  <a:pt x="241133" y="83661"/>
                  <a:pt x="244143" y="86154"/>
                </a:cubicBezTo>
                <a:cubicBezTo>
                  <a:pt x="247152" y="88646"/>
                  <a:pt x="251359" y="89892"/>
                  <a:pt x="256763" y="89892"/>
                </a:cubicBezTo>
                <a:cubicBezTo>
                  <a:pt x="262211" y="89892"/>
                  <a:pt x="266253" y="88792"/>
                  <a:pt x="268889" y="86591"/>
                </a:cubicBezTo>
                <a:cubicBezTo>
                  <a:pt x="271525" y="84388"/>
                  <a:pt x="272844" y="81806"/>
                  <a:pt x="272844" y="78843"/>
                </a:cubicBezTo>
                <a:cubicBezTo>
                  <a:pt x="272844" y="76183"/>
                  <a:pt x="271679" y="74091"/>
                  <a:pt x="269351" y="72566"/>
                </a:cubicBezTo>
                <a:cubicBezTo>
                  <a:pt x="267725" y="71519"/>
                  <a:pt x="263683" y="70190"/>
                  <a:pt x="257224" y="68576"/>
                </a:cubicBezTo>
                <a:cubicBezTo>
                  <a:pt x="248525" y="66378"/>
                  <a:pt x="242495" y="64477"/>
                  <a:pt x="239134" y="62872"/>
                </a:cubicBezTo>
                <a:cubicBezTo>
                  <a:pt x="235773" y="61267"/>
                  <a:pt x="233225" y="59046"/>
                  <a:pt x="231489" y="56209"/>
                </a:cubicBezTo>
                <a:cubicBezTo>
                  <a:pt x="229754" y="53373"/>
                  <a:pt x="228886" y="50240"/>
                  <a:pt x="228886" y="46810"/>
                </a:cubicBezTo>
                <a:cubicBezTo>
                  <a:pt x="228886" y="43688"/>
                  <a:pt x="229600" y="40796"/>
                  <a:pt x="231028" y="38135"/>
                </a:cubicBezTo>
                <a:cubicBezTo>
                  <a:pt x="232456" y="35474"/>
                  <a:pt x="234400" y="33265"/>
                  <a:pt x="236860" y="31506"/>
                </a:cubicBezTo>
                <a:cubicBezTo>
                  <a:pt x="238706" y="30143"/>
                  <a:pt x="241221" y="28989"/>
                  <a:pt x="244406" y="28044"/>
                </a:cubicBezTo>
                <a:cubicBezTo>
                  <a:pt x="247592" y="27098"/>
                  <a:pt x="251008" y="26625"/>
                  <a:pt x="254654" y="26625"/>
                </a:cubicBezTo>
                <a:cubicBezTo>
                  <a:pt x="260146" y="26625"/>
                  <a:pt x="264968" y="27421"/>
                  <a:pt x="269120" y="29014"/>
                </a:cubicBezTo>
                <a:cubicBezTo>
                  <a:pt x="273272" y="30605"/>
                  <a:pt x="276336" y="32761"/>
                  <a:pt x="278313" y="35483"/>
                </a:cubicBezTo>
                <a:cubicBezTo>
                  <a:pt x="280291" y="38203"/>
                  <a:pt x="281653" y="41840"/>
                  <a:pt x="282399" y="46396"/>
                </a:cubicBezTo>
                <a:lnTo>
                  <a:pt x="270801" y="47978"/>
                </a:lnTo>
                <a:cubicBezTo>
                  <a:pt x="270273" y="44375"/>
                  <a:pt x="268747" y="41563"/>
                  <a:pt x="266220" y="39542"/>
                </a:cubicBezTo>
                <a:cubicBezTo>
                  <a:pt x="263694" y="37521"/>
                  <a:pt x="260124" y="36510"/>
                  <a:pt x="255511" y="36510"/>
                </a:cubicBezTo>
                <a:cubicBezTo>
                  <a:pt x="250063" y="36510"/>
                  <a:pt x="246175" y="37407"/>
                  <a:pt x="243846" y="39200"/>
                </a:cubicBezTo>
                <a:cubicBezTo>
                  <a:pt x="241518" y="40992"/>
                  <a:pt x="240353" y="43090"/>
                  <a:pt x="240353" y="45496"/>
                </a:cubicBezTo>
                <a:cubicBezTo>
                  <a:pt x="240353" y="47025"/>
                  <a:pt x="240837" y="48403"/>
                  <a:pt x="241803" y="49627"/>
                </a:cubicBezTo>
                <a:cubicBezTo>
                  <a:pt x="242770" y="50894"/>
                  <a:pt x="244285" y="51943"/>
                  <a:pt x="246350" y="52774"/>
                </a:cubicBezTo>
                <a:cubicBezTo>
                  <a:pt x="247537" y="53212"/>
                  <a:pt x="251030" y="54218"/>
                  <a:pt x="256829" y="55791"/>
                </a:cubicBezTo>
                <a:cubicBezTo>
                  <a:pt x="265221" y="58031"/>
                  <a:pt x="271075" y="59864"/>
                  <a:pt x="274392" y="61290"/>
                </a:cubicBezTo>
                <a:cubicBezTo>
                  <a:pt x="277709" y="62717"/>
                  <a:pt x="280313" y="64791"/>
                  <a:pt x="282202" y="67514"/>
                </a:cubicBezTo>
                <a:cubicBezTo>
                  <a:pt x="284091" y="70235"/>
                  <a:pt x="285036" y="73615"/>
                  <a:pt x="285036" y="77653"/>
                </a:cubicBezTo>
                <a:cubicBezTo>
                  <a:pt x="285036" y="81604"/>
                  <a:pt x="283882" y="85325"/>
                  <a:pt x="281576" y="88815"/>
                </a:cubicBezTo>
                <a:cubicBezTo>
                  <a:pt x="279269" y="92304"/>
                  <a:pt x="275941" y="95003"/>
                  <a:pt x="271591" y="96913"/>
                </a:cubicBezTo>
                <a:cubicBezTo>
                  <a:pt x="267242" y="98823"/>
                  <a:pt x="262321" y="99778"/>
                  <a:pt x="256829" y="99778"/>
                </a:cubicBezTo>
                <a:cubicBezTo>
                  <a:pt x="247734" y="99778"/>
                  <a:pt x="240804" y="97883"/>
                  <a:pt x="236037" y="94093"/>
                </a:cubicBezTo>
                <a:cubicBezTo>
                  <a:pt x="231270" y="90304"/>
                  <a:pt x="228227" y="84686"/>
                  <a:pt x="226909" y="77239"/>
                </a:cubicBezTo>
                <a:close/>
                <a:moveTo>
                  <a:pt x="298612" y="125216"/>
                </a:moveTo>
                <a:lnTo>
                  <a:pt x="297294" y="114079"/>
                </a:lnTo>
                <a:cubicBezTo>
                  <a:pt x="299886" y="114782"/>
                  <a:pt x="302149" y="115133"/>
                  <a:pt x="304082" y="115133"/>
                </a:cubicBezTo>
                <a:cubicBezTo>
                  <a:pt x="306718" y="115133"/>
                  <a:pt x="308827" y="114688"/>
                  <a:pt x="310408" y="113798"/>
                </a:cubicBezTo>
                <a:cubicBezTo>
                  <a:pt x="311990" y="112910"/>
                  <a:pt x="313286" y="111666"/>
                  <a:pt x="314297" y="110065"/>
                </a:cubicBezTo>
                <a:cubicBezTo>
                  <a:pt x="315044" y="108865"/>
                  <a:pt x="316252" y="105887"/>
                  <a:pt x="317921" y="101131"/>
                </a:cubicBezTo>
                <a:cubicBezTo>
                  <a:pt x="318141" y="100463"/>
                  <a:pt x="318493" y="99485"/>
                  <a:pt x="318976" y="98196"/>
                </a:cubicBezTo>
                <a:lnTo>
                  <a:pt x="292417" y="28207"/>
                </a:lnTo>
                <a:lnTo>
                  <a:pt x="305202" y="28207"/>
                </a:lnTo>
                <a:lnTo>
                  <a:pt x="319767" y="68642"/>
                </a:lnTo>
                <a:cubicBezTo>
                  <a:pt x="321656" y="73772"/>
                  <a:pt x="323347" y="79164"/>
                  <a:pt x="324841" y="84817"/>
                </a:cubicBezTo>
                <a:cubicBezTo>
                  <a:pt x="326203" y="79382"/>
                  <a:pt x="327829" y="74078"/>
                  <a:pt x="329718" y="68906"/>
                </a:cubicBezTo>
                <a:lnTo>
                  <a:pt x="344678" y="28207"/>
                </a:lnTo>
                <a:lnTo>
                  <a:pt x="356541" y="28207"/>
                </a:lnTo>
                <a:lnTo>
                  <a:pt x="329916" y="99429"/>
                </a:lnTo>
                <a:cubicBezTo>
                  <a:pt x="327060" y="107124"/>
                  <a:pt x="324841" y="112421"/>
                  <a:pt x="323260" y="115322"/>
                </a:cubicBezTo>
                <a:cubicBezTo>
                  <a:pt x="321151" y="119235"/>
                  <a:pt x="318734" y="122104"/>
                  <a:pt x="316010" y="123929"/>
                </a:cubicBezTo>
                <a:cubicBezTo>
                  <a:pt x="313286" y="125754"/>
                  <a:pt x="310035" y="126666"/>
                  <a:pt x="306257" y="126666"/>
                </a:cubicBezTo>
                <a:cubicBezTo>
                  <a:pt x="303972" y="126666"/>
                  <a:pt x="301424" y="126183"/>
                  <a:pt x="298612" y="125216"/>
                </a:cubicBezTo>
                <a:close/>
                <a:moveTo>
                  <a:pt x="366624" y="98196"/>
                </a:moveTo>
                <a:lnTo>
                  <a:pt x="366624" y="28207"/>
                </a:lnTo>
                <a:lnTo>
                  <a:pt x="377300" y="28207"/>
                </a:lnTo>
                <a:lnTo>
                  <a:pt x="377300" y="38092"/>
                </a:lnTo>
                <a:cubicBezTo>
                  <a:pt x="382440" y="30447"/>
                  <a:pt x="389866" y="26625"/>
                  <a:pt x="399575" y="26625"/>
                </a:cubicBezTo>
                <a:cubicBezTo>
                  <a:pt x="403793" y="26625"/>
                  <a:pt x="407670" y="27383"/>
                  <a:pt x="411207" y="28899"/>
                </a:cubicBezTo>
                <a:cubicBezTo>
                  <a:pt x="414744" y="30414"/>
                  <a:pt x="417391" y="32402"/>
                  <a:pt x="419149" y="34863"/>
                </a:cubicBezTo>
                <a:cubicBezTo>
                  <a:pt x="420906" y="37323"/>
                  <a:pt x="422136" y="40245"/>
                  <a:pt x="422839" y="43628"/>
                </a:cubicBezTo>
                <a:cubicBezTo>
                  <a:pt x="423279" y="45825"/>
                  <a:pt x="423498" y="49669"/>
                  <a:pt x="423498" y="55161"/>
                </a:cubicBezTo>
                <a:lnTo>
                  <a:pt x="423498" y="98196"/>
                </a:lnTo>
                <a:lnTo>
                  <a:pt x="411636" y="98196"/>
                </a:lnTo>
                <a:lnTo>
                  <a:pt x="411636" y="55577"/>
                </a:lnTo>
                <a:cubicBezTo>
                  <a:pt x="411636" y="50739"/>
                  <a:pt x="411174" y="47121"/>
                  <a:pt x="410252" y="44724"/>
                </a:cubicBezTo>
                <a:cubicBezTo>
                  <a:pt x="409329" y="42326"/>
                  <a:pt x="407692" y="40413"/>
                  <a:pt x="405342" y="38984"/>
                </a:cubicBezTo>
                <a:cubicBezTo>
                  <a:pt x="402991" y="37555"/>
                  <a:pt x="400234" y="36840"/>
                  <a:pt x="397071" y="36840"/>
                </a:cubicBezTo>
                <a:cubicBezTo>
                  <a:pt x="392018" y="36840"/>
                  <a:pt x="387658" y="38446"/>
                  <a:pt x="383989" y="41657"/>
                </a:cubicBezTo>
                <a:cubicBezTo>
                  <a:pt x="380321" y="44867"/>
                  <a:pt x="378486" y="50958"/>
                  <a:pt x="378486" y="59931"/>
                </a:cubicBezTo>
                <a:lnTo>
                  <a:pt x="378486" y="98196"/>
                </a:lnTo>
                <a:lnTo>
                  <a:pt x="366624" y="98196"/>
                </a:lnTo>
                <a:close/>
                <a:moveTo>
                  <a:pt x="437251" y="63201"/>
                </a:moveTo>
                <a:cubicBezTo>
                  <a:pt x="437251" y="50240"/>
                  <a:pt x="440854" y="40640"/>
                  <a:pt x="448059" y="34402"/>
                </a:cubicBezTo>
                <a:cubicBezTo>
                  <a:pt x="454079" y="29217"/>
                  <a:pt x="461416" y="26625"/>
                  <a:pt x="470071" y="26625"/>
                </a:cubicBezTo>
                <a:cubicBezTo>
                  <a:pt x="479693" y="26625"/>
                  <a:pt x="487557" y="29777"/>
                  <a:pt x="493664" y="36082"/>
                </a:cubicBezTo>
                <a:cubicBezTo>
                  <a:pt x="499772" y="42387"/>
                  <a:pt x="502825" y="51097"/>
                  <a:pt x="502825" y="62213"/>
                </a:cubicBezTo>
                <a:cubicBezTo>
                  <a:pt x="502825" y="71219"/>
                  <a:pt x="501474" y="78304"/>
                  <a:pt x="498772" y="83466"/>
                </a:cubicBezTo>
                <a:cubicBezTo>
                  <a:pt x="496070" y="88629"/>
                  <a:pt x="492138" y="92638"/>
                  <a:pt x="486975" y="95494"/>
                </a:cubicBezTo>
                <a:cubicBezTo>
                  <a:pt x="481813" y="98350"/>
                  <a:pt x="476178" y="99778"/>
                  <a:pt x="470071" y="99778"/>
                </a:cubicBezTo>
                <a:cubicBezTo>
                  <a:pt x="460273" y="99778"/>
                  <a:pt x="452354" y="96636"/>
                  <a:pt x="446313" y="90353"/>
                </a:cubicBezTo>
                <a:cubicBezTo>
                  <a:pt x="440272" y="84071"/>
                  <a:pt x="437251" y="75020"/>
                  <a:pt x="437251" y="63201"/>
                </a:cubicBezTo>
                <a:moveTo>
                  <a:pt x="449443" y="63168"/>
                </a:moveTo>
                <a:cubicBezTo>
                  <a:pt x="449443" y="72098"/>
                  <a:pt x="451399" y="78785"/>
                  <a:pt x="455309" y="83228"/>
                </a:cubicBezTo>
                <a:cubicBezTo>
                  <a:pt x="459219" y="87671"/>
                  <a:pt x="464140" y="89892"/>
                  <a:pt x="470071" y="89892"/>
                </a:cubicBezTo>
                <a:cubicBezTo>
                  <a:pt x="475958" y="89892"/>
                  <a:pt x="480857" y="87660"/>
                  <a:pt x="484768" y="83195"/>
                </a:cubicBezTo>
                <a:cubicBezTo>
                  <a:pt x="488678" y="78730"/>
                  <a:pt x="490633" y="71923"/>
                  <a:pt x="490633" y="62775"/>
                </a:cubicBezTo>
                <a:cubicBezTo>
                  <a:pt x="490633" y="54151"/>
                  <a:pt x="488667" y="47618"/>
                  <a:pt x="484735" y="43175"/>
                </a:cubicBezTo>
                <a:cubicBezTo>
                  <a:pt x="480802" y="38732"/>
                  <a:pt x="475915" y="36510"/>
                  <a:pt x="470071" y="36510"/>
                </a:cubicBezTo>
                <a:cubicBezTo>
                  <a:pt x="464140" y="36510"/>
                  <a:pt x="459219" y="38721"/>
                  <a:pt x="455309" y="43142"/>
                </a:cubicBezTo>
                <a:cubicBezTo>
                  <a:pt x="451399" y="47563"/>
                  <a:pt x="449443" y="54238"/>
                  <a:pt x="449443" y="63168"/>
                </a:cubicBezTo>
                <a:close/>
                <a:moveTo>
                  <a:pt x="516710" y="98196"/>
                </a:moveTo>
                <a:lnTo>
                  <a:pt x="516710" y="28207"/>
                </a:lnTo>
                <a:lnTo>
                  <a:pt x="527386" y="28207"/>
                </a:lnTo>
                <a:lnTo>
                  <a:pt x="527386" y="38092"/>
                </a:lnTo>
                <a:cubicBezTo>
                  <a:pt x="532527" y="30447"/>
                  <a:pt x="539952" y="26625"/>
                  <a:pt x="549662" y="26625"/>
                </a:cubicBezTo>
                <a:cubicBezTo>
                  <a:pt x="553879" y="26625"/>
                  <a:pt x="557757" y="27383"/>
                  <a:pt x="561293" y="28899"/>
                </a:cubicBezTo>
                <a:cubicBezTo>
                  <a:pt x="564830" y="30414"/>
                  <a:pt x="567477" y="32402"/>
                  <a:pt x="569235" y="34863"/>
                </a:cubicBezTo>
                <a:cubicBezTo>
                  <a:pt x="570992" y="37323"/>
                  <a:pt x="572222" y="40245"/>
                  <a:pt x="572925" y="43628"/>
                </a:cubicBezTo>
                <a:cubicBezTo>
                  <a:pt x="573365" y="45825"/>
                  <a:pt x="573584" y="49669"/>
                  <a:pt x="573584" y="55161"/>
                </a:cubicBezTo>
                <a:lnTo>
                  <a:pt x="573584" y="98196"/>
                </a:lnTo>
                <a:lnTo>
                  <a:pt x="561722" y="98196"/>
                </a:lnTo>
                <a:lnTo>
                  <a:pt x="561722" y="55577"/>
                </a:lnTo>
                <a:cubicBezTo>
                  <a:pt x="561722" y="50739"/>
                  <a:pt x="561261" y="47121"/>
                  <a:pt x="560338" y="44724"/>
                </a:cubicBezTo>
                <a:cubicBezTo>
                  <a:pt x="559415" y="42326"/>
                  <a:pt x="557779" y="40413"/>
                  <a:pt x="555428" y="38984"/>
                </a:cubicBezTo>
                <a:cubicBezTo>
                  <a:pt x="553078" y="37555"/>
                  <a:pt x="550321" y="36840"/>
                  <a:pt x="547157" y="36840"/>
                </a:cubicBezTo>
                <a:cubicBezTo>
                  <a:pt x="542105" y="36840"/>
                  <a:pt x="537744" y="38446"/>
                  <a:pt x="534075" y="41657"/>
                </a:cubicBezTo>
                <a:cubicBezTo>
                  <a:pt x="530407" y="44867"/>
                  <a:pt x="528572" y="50958"/>
                  <a:pt x="528572" y="59931"/>
                </a:cubicBezTo>
                <a:lnTo>
                  <a:pt x="528572" y="98196"/>
                </a:lnTo>
                <a:lnTo>
                  <a:pt x="516710" y="98196"/>
                </a:lnTo>
                <a:close/>
                <a:moveTo>
                  <a:pt x="591226" y="125216"/>
                </a:moveTo>
                <a:lnTo>
                  <a:pt x="589908" y="114079"/>
                </a:lnTo>
                <a:cubicBezTo>
                  <a:pt x="592500" y="114782"/>
                  <a:pt x="594763" y="115133"/>
                  <a:pt x="596696" y="115133"/>
                </a:cubicBezTo>
                <a:cubicBezTo>
                  <a:pt x="599332" y="115133"/>
                  <a:pt x="601441" y="114688"/>
                  <a:pt x="603023" y="113798"/>
                </a:cubicBezTo>
                <a:cubicBezTo>
                  <a:pt x="604605" y="112910"/>
                  <a:pt x="605901" y="111666"/>
                  <a:pt x="606911" y="110065"/>
                </a:cubicBezTo>
                <a:cubicBezTo>
                  <a:pt x="607658" y="108865"/>
                  <a:pt x="608866" y="105887"/>
                  <a:pt x="610536" y="101131"/>
                </a:cubicBezTo>
                <a:cubicBezTo>
                  <a:pt x="610756" y="100463"/>
                  <a:pt x="611107" y="99485"/>
                  <a:pt x="611590" y="98196"/>
                </a:cubicBezTo>
                <a:lnTo>
                  <a:pt x="585031" y="28207"/>
                </a:lnTo>
                <a:lnTo>
                  <a:pt x="597817" y="28207"/>
                </a:lnTo>
                <a:lnTo>
                  <a:pt x="612381" y="68642"/>
                </a:lnTo>
                <a:cubicBezTo>
                  <a:pt x="614271" y="73772"/>
                  <a:pt x="615962" y="79164"/>
                  <a:pt x="617456" y="84817"/>
                </a:cubicBezTo>
                <a:cubicBezTo>
                  <a:pt x="618818" y="79382"/>
                  <a:pt x="620443" y="74078"/>
                  <a:pt x="622333" y="68906"/>
                </a:cubicBezTo>
                <a:lnTo>
                  <a:pt x="637293" y="28207"/>
                </a:lnTo>
                <a:lnTo>
                  <a:pt x="649155" y="28207"/>
                </a:lnTo>
                <a:lnTo>
                  <a:pt x="622530" y="99429"/>
                </a:lnTo>
                <a:cubicBezTo>
                  <a:pt x="619675" y="107124"/>
                  <a:pt x="617456" y="112421"/>
                  <a:pt x="615874" y="115322"/>
                </a:cubicBezTo>
                <a:cubicBezTo>
                  <a:pt x="613765" y="119235"/>
                  <a:pt x="611349" y="122104"/>
                  <a:pt x="608625" y="123929"/>
                </a:cubicBezTo>
                <a:cubicBezTo>
                  <a:pt x="605901" y="125754"/>
                  <a:pt x="602650" y="126666"/>
                  <a:pt x="598871" y="126666"/>
                </a:cubicBezTo>
                <a:cubicBezTo>
                  <a:pt x="596586" y="126666"/>
                  <a:pt x="594038" y="126183"/>
                  <a:pt x="591226" y="125216"/>
                </a:cubicBezTo>
                <a:close/>
                <a:moveTo>
                  <a:pt x="659238" y="98196"/>
                </a:moveTo>
                <a:lnTo>
                  <a:pt x="659238" y="28207"/>
                </a:lnTo>
                <a:lnTo>
                  <a:pt x="669848" y="28207"/>
                </a:lnTo>
                <a:lnTo>
                  <a:pt x="669848" y="37960"/>
                </a:lnTo>
                <a:cubicBezTo>
                  <a:pt x="672045" y="34553"/>
                  <a:pt x="674967" y="31811"/>
                  <a:pt x="678614" y="29737"/>
                </a:cubicBezTo>
                <a:cubicBezTo>
                  <a:pt x="682260" y="27662"/>
                  <a:pt x="686412" y="26625"/>
                  <a:pt x="691069" y="26625"/>
                </a:cubicBezTo>
                <a:cubicBezTo>
                  <a:pt x="696254" y="26625"/>
                  <a:pt x="700504" y="27696"/>
                  <a:pt x="703822" y="29838"/>
                </a:cubicBezTo>
                <a:cubicBezTo>
                  <a:pt x="707139" y="31978"/>
                  <a:pt x="709478" y="34971"/>
                  <a:pt x="710840" y="38817"/>
                </a:cubicBezTo>
                <a:cubicBezTo>
                  <a:pt x="716376" y="30689"/>
                  <a:pt x="723582" y="26625"/>
                  <a:pt x="732457" y="26625"/>
                </a:cubicBezTo>
                <a:cubicBezTo>
                  <a:pt x="739398" y="26625"/>
                  <a:pt x="744736" y="28547"/>
                  <a:pt x="748471" y="32391"/>
                </a:cubicBezTo>
                <a:cubicBezTo>
                  <a:pt x="752206" y="36236"/>
                  <a:pt x="754073" y="42156"/>
                  <a:pt x="754073" y="50152"/>
                </a:cubicBezTo>
                <a:lnTo>
                  <a:pt x="754073" y="98196"/>
                </a:lnTo>
                <a:lnTo>
                  <a:pt x="742276" y="98196"/>
                </a:lnTo>
                <a:lnTo>
                  <a:pt x="742276" y="54059"/>
                </a:lnTo>
                <a:cubicBezTo>
                  <a:pt x="742276" y="49309"/>
                  <a:pt x="741892" y="45889"/>
                  <a:pt x="741123" y="43801"/>
                </a:cubicBezTo>
                <a:cubicBezTo>
                  <a:pt x="740354" y="41711"/>
                  <a:pt x="738959" y="40029"/>
                  <a:pt x="736938" y="38753"/>
                </a:cubicBezTo>
                <a:cubicBezTo>
                  <a:pt x="734917" y="37478"/>
                  <a:pt x="732544" y="36840"/>
                  <a:pt x="729820" y="36840"/>
                </a:cubicBezTo>
                <a:cubicBezTo>
                  <a:pt x="724900" y="36840"/>
                  <a:pt x="720814" y="38479"/>
                  <a:pt x="717562" y="41756"/>
                </a:cubicBezTo>
                <a:cubicBezTo>
                  <a:pt x="714311" y="45032"/>
                  <a:pt x="712686" y="50277"/>
                  <a:pt x="712686" y="57490"/>
                </a:cubicBezTo>
                <a:lnTo>
                  <a:pt x="712686" y="98196"/>
                </a:lnTo>
                <a:lnTo>
                  <a:pt x="700823" y="98196"/>
                </a:lnTo>
                <a:lnTo>
                  <a:pt x="700823" y="52673"/>
                </a:lnTo>
                <a:cubicBezTo>
                  <a:pt x="700823" y="47395"/>
                  <a:pt x="699856" y="43437"/>
                  <a:pt x="697923" y="40798"/>
                </a:cubicBezTo>
                <a:cubicBezTo>
                  <a:pt x="695990" y="38159"/>
                  <a:pt x="692827" y="36840"/>
                  <a:pt x="688433" y="36840"/>
                </a:cubicBezTo>
                <a:cubicBezTo>
                  <a:pt x="685094" y="36840"/>
                  <a:pt x="682008" y="37720"/>
                  <a:pt x="679174" y="39480"/>
                </a:cubicBezTo>
                <a:cubicBezTo>
                  <a:pt x="676340" y="41239"/>
                  <a:pt x="674286" y="43812"/>
                  <a:pt x="673012" y="47199"/>
                </a:cubicBezTo>
                <a:cubicBezTo>
                  <a:pt x="671738" y="50585"/>
                  <a:pt x="671101" y="55467"/>
                  <a:pt x="671101" y="61844"/>
                </a:cubicBezTo>
                <a:lnTo>
                  <a:pt x="671101" y="98196"/>
                </a:lnTo>
                <a:lnTo>
                  <a:pt x="659238" y="98196"/>
                </a:lnTo>
                <a:close/>
                <a:moveTo>
                  <a:pt x="809190" y="98196"/>
                </a:moveTo>
                <a:lnTo>
                  <a:pt x="809190" y="28207"/>
                </a:lnTo>
                <a:lnTo>
                  <a:pt x="819800" y="28207"/>
                </a:lnTo>
                <a:lnTo>
                  <a:pt x="819800" y="37960"/>
                </a:lnTo>
                <a:cubicBezTo>
                  <a:pt x="821997" y="34553"/>
                  <a:pt x="824919" y="31811"/>
                  <a:pt x="828565" y="29737"/>
                </a:cubicBezTo>
                <a:cubicBezTo>
                  <a:pt x="832212" y="27662"/>
                  <a:pt x="836364" y="26625"/>
                  <a:pt x="841021" y="26625"/>
                </a:cubicBezTo>
                <a:cubicBezTo>
                  <a:pt x="846205" y="26625"/>
                  <a:pt x="850456" y="27696"/>
                  <a:pt x="853773" y="29838"/>
                </a:cubicBezTo>
                <a:cubicBezTo>
                  <a:pt x="857090" y="31978"/>
                  <a:pt x="859430" y="34971"/>
                  <a:pt x="860792" y="38817"/>
                </a:cubicBezTo>
                <a:cubicBezTo>
                  <a:pt x="866328" y="30689"/>
                  <a:pt x="873533" y="26625"/>
                  <a:pt x="882408" y="26625"/>
                </a:cubicBezTo>
                <a:cubicBezTo>
                  <a:pt x="889350" y="26625"/>
                  <a:pt x="894688" y="28547"/>
                  <a:pt x="898423" y="32391"/>
                </a:cubicBezTo>
                <a:cubicBezTo>
                  <a:pt x="902157" y="36236"/>
                  <a:pt x="904024" y="42156"/>
                  <a:pt x="904024" y="50152"/>
                </a:cubicBezTo>
                <a:lnTo>
                  <a:pt x="904024" y="98196"/>
                </a:lnTo>
                <a:lnTo>
                  <a:pt x="892228" y="98196"/>
                </a:lnTo>
                <a:lnTo>
                  <a:pt x="892228" y="54059"/>
                </a:lnTo>
                <a:cubicBezTo>
                  <a:pt x="892228" y="49309"/>
                  <a:pt x="891843" y="45889"/>
                  <a:pt x="891074" y="43801"/>
                </a:cubicBezTo>
                <a:cubicBezTo>
                  <a:pt x="890306" y="41711"/>
                  <a:pt x="888911" y="40029"/>
                  <a:pt x="886890" y="38753"/>
                </a:cubicBezTo>
                <a:cubicBezTo>
                  <a:pt x="884869" y="37478"/>
                  <a:pt x="882496" y="36840"/>
                  <a:pt x="879772" y="36840"/>
                </a:cubicBezTo>
                <a:cubicBezTo>
                  <a:pt x="874851" y="36840"/>
                  <a:pt x="870765" y="38479"/>
                  <a:pt x="867514" y="41756"/>
                </a:cubicBezTo>
                <a:cubicBezTo>
                  <a:pt x="864263" y="45032"/>
                  <a:pt x="862637" y="50277"/>
                  <a:pt x="862637" y="57490"/>
                </a:cubicBezTo>
                <a:lnTo>
                  <a:pt x="862637" y="98196"/>
                </a:lnTo>
                <a:lnTo>
                  <a:pt x="850775" y="98196"/>
                </a:lnTo>
                <a:lnTo>
                  <a:pt x="850775" y="52673"/>
                </a:lnTo>
                <a:cubicBezTo>
                  <a:pt x="850775" y="47395"/>
                  <a:pt x="849808" y="43437"/>
                  <a:pt x="847875" y="40798"/>
                </a:cubicBezTo>
                <a:cubicBezTo>
                  <a:pt x="845942" y="38159"/>
                  <a:pt x="842778" y="36840"/>
                  <a:pt x="838385" y="36840"/>
                </a:cubicBezTo>
                <a:cubicBezTo>
                  <a:pt x="835046" y="36840"/>
                  <a:pt x="831959" y="37720"/>
                  <a:pt x="829125" y="39480"/>
                </a:cubicBezTo>
                <a:cubicBezTo>
                  <a:pt x="826291" y="41239"/>
                  <a:pt x="824238" y="43812"/>
                  <a:pt x="822963" y="47199"/>
                </a:cubicBezTo>
                <a:cubicBezTo>
                  <a:pt x="821689" y="50585"/>
                  <a:pt x="821052" y="55467"/>
                  <a:pt x="821052" y="61844"/>
                </a:cubicBezTo>
                <a:lnTo>
                  <a:pt x="821052" y="98196"/>
                </a:lnTo>
                <a:lnTo>
                  <a:pt x="809190" y="98196"/>
                </a:lnTo>
                <a:close/>
                <a:moveTo>
                  <a:pt x="967488" y="98196"/>
                </a:moveTo>
                <a:lnTo>
                  <a:pt x="967488" y="87915"/>
                </a:lnTo>
                <a:cubicBezTo>
                  <a:pt x="962040" y="95823"/>
                  <a:pt x="954637" y="99778"/>
                  <a:pt x="945279" y="99778"/>
                </a:cubicBezTo>
                <a:cubicBezTo>
                  <a:pt x="941149" y="99778"/>
                  <a:pt x="937294" y="98987"/>
                  <a:pt x="933713" y="97405"/>
                </a:cubicBezTo>
                <a:cubicBezTo>
                  <a:pt x="930132" y="95823"/>
                  <a:pt x="927474" y="93835"/>
                  <a:pt x="925739" y="91441"/>
                </a:cubicBezTo>
                <a:cubicBezTo>
                  <a:pt x="924003" y="89046"/>
                  <a:pt x="922784" y="86114"/>
                  <a:pt x="922081" y="82643"/>
                </a:cubicBezTo>
                <a:cubicBezTo>
                  <a:pt x="921598" y="80314"/>
                  <a:pt x="921356" y="76624"/>
                  <a:pt x="921356" y="71571"/>
                </a:cubicBezTo>
                <a:lnTo>
                  <a:pt x="921356" y="28207"/>
                </a:lnTo>
                <a:lnTo>
                  <a:pt x="933219" y="28207"/>
                </a:lnTo>
                <a:lnTo>
                  <a:pt x="933219" y="67024"/>
                </a:lnTo>
                <a:cubicBezTo>
                  <a:pt x="933219" y="73219"/>
                  <a:pt x="933460" y="77392"/>
                  <a:pt x="933944" y="79545"/>
                </a:cubicBezTo>
                <a:cubicBezTo>
                  <a:pt x="934690" y="82665"/>
                  <a:pt x="936272" y="85114"/>
                  <a:pt x="938689" y="86893"/>
                </a:cubicBezTo>
                <a:cubicBezTo>
                  <a:pt x="941105" y="88673"/>
                  <a:pt x="944093" y="89563"/>
                  <a:pt x="947651" y="89563"/>
                </a:cubicBezTo>
                <a:cubicBezTo>
                  <a:pt x="951210" y="89563"/>
                  <a:pt x="954549" y="88651"/>
                  <a:pt x="957669" y="86828"/>
                </a:cubicBezTo>
                <a:cubicBezTo>
                  <a:pt x="960788" y="85004"/>
                  <a:pt x="962996" y="82522"/>
                  <a:pt x="964292" y="79380"/>
                </a:cubicBezTo>
                <a:cubicBezTo>
                  <a:pt x="965588" y="76239"/>
                  <a:pt x="966236" y="71681"/>
                  <a:pt x="966236" y="65706"/>
                </a:cubicBezTo>
                <a:lnTo>
                  <a:pt x="966236" y="28207"/>
                </a:lnTo>
                <a:lnTo>
                  <a:pt x="978099" y="28207"/>
                </a:lnTo>
                <a:lnTo>
                  <a:pt x="978099" y="98196"/>
                </a:lnTo>
                <a:lnTo>
                  <a:pt x="967488" y="98196"/>
                </a:lnTo>
                <a:close/>
                <a:moveTo>
                  <a:pt x="1022563" y="87717"/>
                </a:moveTo>
                <a:lnTo>
                  <a:pt x="1024276" y="98196"/>
                </a:lnTo>
                <a:cubicBezTo>
                  <a:pt x="1020937" y="98811"/>
                  <a:pt x="1017950" y="99119"/>
                  <a:pt x="1015314" y="99119"/>
                </a:cubicBezTo>
                <a:cubicBezTo>
                  <a:pt x="1011008" y="99119"/>
                  <a:pt x="1007669" y="98438"/>
                  <a:pt x="1005296" y="97076"/>
                </a:cubicBezTo>
                <a:cubicBezTo>
                  <a:pt x="1002924" y="95713"/>
                  <a:pt x="1001254" y="93923"/>
                  <a:pt x="1000288" y="91704"/>
                </a:cubicBezTo>
                <a:cubicBezTo>
                  <a:pt x="999321" y="89486"/>
                  <a:pt x="998838" y="84817"/>
                  <a:pt x="998838" y="77700"/>
                </a:cubicBezTo>
                <a:lnTo>
                  <a:pt x="998838" y="37433"/>
                </a:lnTo>
                <a:lnTo>
                  <a:pt x="990139" y="37433"/>
                </a:lnTo>
                <a:lnTo>
                  <a:pt x="990139" y="28207"/>
                </a:lnTo>
                <a:lnTo>
                  <a:pt x="998838" y="28207"/>
                </a:lnTo>
                <a:lnTo>
                  <a:pt x="998838" y="10827"/>
                </a:lnTo>
                <a:lnTo>
                  <a:pt x="1010635" y="3691"/>
                </a:lnTo>
                <a:lnTo>
                  <a:pt x="1010635" y="28207"/>
                </a:lnTo>
                <a:lnTo>
                  <a:pt x="1022563" y="28207"/>
                </a:lnTo>
                <a:lnTo>
                  <a:pt x="1022563" y="37433"/>
                </a:lnTo>
                <a:lnTo>
                  <a:pt x="1010635" y="37433"/>
                </a:lnTo>
                <a:lnTo>
                  <a:pt x="1010635" y="78359"/>
                </a:lnTo>
                <a:cubicBezTo>
                  <a:pt x="1010635" y="81742"/>
                  <a:pt x="1010843" y="83917"/>
                  <a:pt x="1011261" y="84883"/>
                </a:cubicBezTo>
                <a:cubicBezTo>
                  <a:pt x="1011678" y="85850"/>
                  <a:pt x="1012359" y="86619"/>
                  <a:pt x="1013304" y="87190"/>
                </a:cubicBezTo>
                <a:cubicBezTo>
                  <a:pt x="1014248" y="87761"/>
                  <a:pt x="1015599" y="88047"/>
                  <a:pt x="1017357" y="88047"/>
                </a:cubicBezTo>
                <a:cubicBezTo>
                  <a:pt x="1018675" y="88047"/>
                  <a:pt x="1020410" y="87937"/>
                  <a:pt x="1022563" y="87717"/>
                </a:cubicBezTo>
                <a:close/>
                <a:moveTo>
                  <a:pt x="1079856" y="89554"/>
                </a:moveTo>
                <a:cubicBezTo>
                  <a:pt x="1075462" y="93292"/>
                  <a:pt x="1071233" y="95930"/>
                  <a:pt x="1067169" y="97469"/>
                </a:cubicBezTo>
                <a:cubicBezTo>
                  <a:pt x="1063105" y="99008"/>
                  <a:pt x="1058745" y="99778"/>
                  <a:pt x="1054087" y="99778"/>
                </a:cubicBezTo>
                <a:cubicBezTo>
                  <a:pt x="1046399" y="99778"/>
                  <a:pt x="1040489" y="97898"/>
                  <a:pt x="1036359" y="94139"/>
                </a:cubicBezTo>
                <a:cubicBezTo>
                  <a:pt x="1032229" y="90379"/>
                  <a:pt x="1030164" y="85576"/>
                  <a:pt x="1030164" y="79729"/>
                </a:cubicBezTo>
                <a:cubicBezTo>
                  <a:pt x="1030164" y="76300"/>
                  <a:pt x="1030944" y="73168"/>
                  <a:pt x="1032504" y="70333"/>
                </a:cubicBezTo>
                <a:cubicBezTo>
                  <a:pt x="1034064" y="67497"/>
                  <a:pt x="1036107" y="65221"/>
                  <a:pt x="1038633" y="63506"/>
                </a:cubicBezTo>
                <a:cubicBezTo>
                  <a:pt x="1041159" y="61791"/>
                  <a:pt x="1044004" y="60494"/>
                  <a:pt x="1047168" y="59616"/>
                </a:cubicBezTo>
                <a:cubicBezTo>
                  <a:pt x="1049496" y="58999"/>
                  <a:pt x="1053011" y="58405"/>
                  <a:pt x="1057712" y="57834"/>
                </a:cubicBezTo>
                <a:cubicBezTo>
                  <a:pt x="1067290" y="56700"/>
                  <a:pt x="1074342" y="55348"/>
                  <a:pt x="1078867" y="53777"/>
                </a:cubicBezTo>
                <a:cubicBezTo>
                  <a:pt x="1078911" y="52158"/>
                  <a:pt x="1078933" y="51130"/>
                  <a:pt x="1078933" y="50692"/>
                </a:cubicBezTo>
                <a:cubicBezTo>
                  <a:pt x="1078933" y="45877"/>
                  <a:pt x="1077813" y="42485"/>
                  <a:pt x="1075572" y="40516"/>
                </a:cubicBezTo>
                <a:cubicBezTo>
                  <a:pt x="1072540" y="37846"/>
                  <a:pt x="1068037" y="36510"/>
                  <a:pt x="1062062" y="36510"/>
                </a:cubicBezTo>
                <a:cubicBezTo>
                  <a:pt x="1056482" y="36510"/>
                  <a:pt x="1052363" y="37488"/>
                  <a:pt x="1049705" y="39443"/>
                </a:cubicBezTo>
                <a:cubicBezTo>
                  <a:pt x="1047047" y="41398"/>
                  <a:pt x="1045081" y="44858"/>
                  <a:pt x="1043806" y="49823"/>
                </a:cubicBezTo>
                <a:lnTo>
                  <a:pt x="1032207" y="48241"/>
                </a:lnTo>
                <a:cubicBezTo>
                  <a:pt x="1033262" y="43261"/>
                  <a:pt x="1034997" y="39240"/>
                  <a:pt x="1037414" y="36177"/>
                </a:cubicBezTo>
                <a:cubicBezTo>
                  <a:pt x="1039830" y="33114"/>
                  <a:pt x="1043323" y="30756"/>
                  <a:pt x="1047892" y="29105"/>
                </a:cubicBezTo>
                <a:cubicBezTo>
                  <a:pt x="1052462" y="27451"/>
                  <a:pt x="1057756" y="26625"/>
                  <a:pt x="1063775" y="26625"/>
                </a:cubicBezTo>
                <a:cubicBezTo>
                  <a:pt x="1069750" y="26625"/>
                  <a:pt x="1074605" y="27328"/>
                  <a:pt x="1078340" y="28734"/>
                </a:cubicBezTo>
                <a:cubicBezTo>
                  <a:pt x="1082074" y="30140"/>
                  <a:pt x="1084820" y="31908"/>
                  <a:pt x="1086578" y="34039"/>
                </a:cubicBezTo>
                <a:cubicBezTo>
                  <a:pt x="1088335" y="36170"/>
                  <a:pt x="1089565" y="38861"/>
                  <a:pt x="1090268" y="42112"/>
                </a:cubicBezTo>
                <a:cubicBezTo>
                  <a:pt x="1090664" y="44133"/>
                  <a:pt x="1090861" y="47780"/>
                  <a:pt x="1090861" y="53052"/>
                </a:cubicBezTo>
                <a:lnTo>
                  <a:pt x="1090861" y="68869"/>
                </a:lnTo>
                <a:cubicBezTo>
                  <a:pt x="1090861" y="79897"/>
                  <a:pt x="1091114" y="86871"/>
                  <a:pt x="1091619" y="89793"/>
                </a:cubicBezTo>
                <a:cubicBezTo>
                  <a:pt x="1092125" y="92715"/>
                  <a:pt x="1093124" y="95516"/>
                  <a:pt x="1094618" y="98196"/>
                </a:cubicBezTo>
                <a:lnTo>
                  <a:pt x="1082228" y="98196"/>
                </a:lnTo>
                <a:cubicBezTo>
                  <a:pt x="1080998" y="95733"/>
                  <a:pt x="1080207" y="92852"/>
                  <a:pt x="1079856" y="89554"/>
                </a:cubicBezTo>
                <a:moveTo>
                  <a:pt x="1078867" y="63004"/>
                </a:moveTo>
                <a:cubicBezTo>
                  <a:pt x="1074561" y="64776"/>
                  <a:pt x="1068103" y="66282"/>
                  <a:pt x="1059491" y="67522"/>
                </a:cubicBezTo>
                <a:cubicBezTo>
                  <a:pt x="1054615" y="68228"/>
                  <a:pt x="1051166" y="69022"/>
                  <a:pt x="1049145" y="69905"/>
                </a:cubicBezTo>
                <a:cubicBezTo>
                  <a:pt x="1047124" y="70786"/>
                  <a:pt x="1045564" y="72077"/>
                  <a:pt x="1044465" y="73777"/>
                </a:cubicBezTo>
                <a:cubicBezTo>
                  <a:pt x="1043367" y="75475"/>
                  <a:pt x="1042818" y="77361"/>
                  <a:pt x="1042818" y="79434"/>
                </a:cubicBezTo>
                <a:cubicBezTo>
                  <a:pt x="1042818" y="82610"/>
                  <a:pt x="1044015" y="85257"/>
                  <a:pt x="1046410" y="87375"/>
                </a:cubicBezTo>
                <a:cubicBezTo>
                  <a:pt x="1048804" y="89493"/>
                  <a:pt x="1052308" y="90551"/>
                  <a:pt x="1056921" y="90551"/>
                </a:cubicBezTo>
                <a:cubicBezTo>
                  <a:pt x="1061490" y="90551"/>
                  <a:pt x="1065555" y="89547"/>
                  <a:pt x="1069113" y="87538"/>
                </a:cubicBezTo>
                <a:cubicBezTo>
                  <a:pt x="1072672" y="85529"/>
                  <a:pt x="1075286" y="82781"/>
                  <a:pt x="1076956" y="79294"/>
                </a:cubicBezTo>
                <a:cubicBezTo>
                  <a:pt x="1078230" y="76600"/>
                  <a:pt x="1078867" y="72627"/>
                  <a:pt x="1078867" y="67374"/>
                </a:cubicBezTo>
                <a:lnTo>
                  <a:pt x="1078867" y="63004"/>
                </a:lnTo>
                <a:close/>
                <a:moveTo>
                  <a:pt x="1135128" y="87717"/>
                </a:moveTo>
                <a:lnTo>
                  <a:pt x="1136841" y="98196"/>
                </a:lnTo>
                <a:cubicBezTo>
                  <a:pt x="1133502" y="98811"/>
                  <a:pt x="1130514" y="99119"/>
                  <a:pt x="1127878" y="99119"/>
                </a:cubicBezTo>
                <a:cubicBezTo>
                  <a:pt x="1123573" y="99119"/>
                  <a:pt x="1120234" y="98438"/>
                  <a:pt x="1117861" y="97076"/>
                </a:cubicBezTo>
                <a:cubicBezTo>
                  <a:pt x="1115488" y="95713"/>
                  <a:pt x="1113819" y="93923"/>
                  <a:pt x="1112852" y="91704"/>
                </a:cubicBezTo>
                <a:cubicBezTo>
                  <a:pt x="1111886" y="89486"/>
                  <a:pt x="1111402" y="84817"/>
                  <a:pt x="1111402" y="77700"/>
                </a:cubicBezTo>
                <a:lnTo>
                  <a:pt x="1111402" y="37433"/>
                </a:lnTo>
                <a:lnTo>
                  <a:pt x="1102703" y="37433"/>
                </a:lnTo>
                <a:lnTo>
                  <a:pt x="1102703" y="28207"/>
                </a:lnTo>
                <a:lnTo>
                  <a:pt x="1111402" y="28207"/>
                </a:lnTo>
                <a:lnTo>
                  <a:pt x="1111402" y="10827"/>
                </a:lnTo>
                <a:lnTo>
                  <a:pt x="1123199" y="3691"/>
                </a:lnTo>
                <a:lnTo>
                  <a:pt x="1123199" y="28207"/>
                </a:lnTo>
                <a:lnTo>
                  <a:pt x="1135128" y="28207"/>
                </a:lnTo>
                <a:lnTo>
                  <a:pt x="1135128" y="37433"/>
                </a:lnTo>
                <a:lnTo>
                  <a:pt x="1123199" y="37433"/>
                </a:lnTo>
                <a:lnTo>
                  <a:pt x="1123199" y="78359"/>
                </a:lnTo>
                <a:cubicBezTo>
                  <a:pt x="1123199" y="81742"/>
                  <a:pt x="1123408" y="83917"/>
                  <a:pt x="1123825" y="84883"/>
                </a:cubicBezTo>
                <a:cubicBezTo>
                  <a:pt x="1124243" y="85850"/>
                  <a:pt x="1124924" y="86619"/>
                  <a:pt x="1125868" y="87190"/>
                </a:cubicBezTo>
                <a:cubicBezTo>
                  <a:pt x="1126813" y="87761"/>
                  <a:pt x="1128164" y="88047"/>
                  <a:pt x="1129921" y="88047"/>
                </a:cubicBezTo>
                <a:cubicBezTo>
                  <a:pt x="1131239" y="88047"/>
                  <a:pt x="1132975" y="87937"/>
                  <a:pt x="1135128" y="87717"/>
                </a:cubicBezTo>
                <a:close/>
                <a:moveTo>
                  <a:pt x="1146815" y="15290"/>
                </a:moveTo>
                <a:lnTo>
                  <a:pt x="1146815" y="1582"/>
                </a:lnTo>
                <a:lnTo>
                  <a:pt x="1158678" y="1582"/>
                </a:lnTo>
                <a:lnTo>
                  <a:pt x="1158678" y="15290"/>
                </a:lnTo>
                <a:lnTo>
                  <a:pt x="1146815" y="15290"/>
                </a:lnTo>
                <a:moveTo>
                  <a:pt x="1146815" y="98196"/>
                </a:moveTo>
                <a:lnTo>
                  <a:pt x="1146815" y="28207"/>
                </a:lnTo>
                <a:lnTo>
                  <a:pt x="1158678" y="28207"/>
                </a:lnTo>
                <a:lnTo>
                  <a:pt x="1158678" y="98196"/>
                </a:lnTo>
                <a:lnTo>
                  <a:pt x="1146815" y="98196"/>
                </a:lnTo>
                <a:close/>
                <a:moveTo>
                  <a:pt x="1172297" y="63201"/>
                </a:moveTo>
                <a:cubicBezTo>
                  <a:pt x="1172297" y="50240"/>
                  <a:pt x="1175900" y="40640"/>
                  <a:pt x="1183105" y="34402"/>
                </a:cubicBezTo>
                <a:cubicBezTo>
                  <a:pt x="1189124" y="29217"/>
                  <a:pt x="1196461" y="26625"/>
                  <a:pt x="1205117" y="26625"/>
                </a:cubicBezTo>
                <a:cubicBezTo>
                  <a:pt x="1214739" y="26625"/>
                  <a:pt x="1222603" y="29777"/>
                  <a:pt x="1228710" y="36082"/>
                </a:cubicBezTo>
                <a:cubicBezTo>
                  <a:pt x="1234817" y="42387"/>
                  <a:pt x="1237871" y="51097"/>
                  <a:pt x="1237871" y="62213"/>
                </a:cubicBezTo>
                <a:cubicBezTo>
                  <a:pt x="1237871" y="71219"/>
                  <a:pt x="1236520" y="78304"/>
                  <a:pt x="1233818" y="83466"/>
                </a:cubicBezTo>
                <a:cubicBezTo>
                  <a:pt x="1231116" y="88629"/>
                  <a:pt x="1227183" y="92638"/>
                  <a:pt x="1222021" y="95494"/>
                </a:cubicBezTo>
                <a:cubicBezTo>
                  <a:pt x="1216858" y="98350"/>
                  <a:pt x="1211224" y="99778"/>
                  <a:pt x="1205117" y="99778"/>
                </a:cubicBezTo>
                <a:cubicBezTo>
                  <a:pt x="1195319" y="99778"/>
                  <a:pt x="1187400" y="96636"/>
                  <a:pt x="1181359" y="90353"/>
                </a:cubicBezTo>
                <a:cubicBezTo>
                  <a:pt x="1175317" y="84071"/>
                  <a:pt x="1172297" y="75020"/>
                  <a:pt x="1172297" y="63201"/>
                </a:cubicBezTo>
                <a:moveTo>
                  <a:pt x="1184489" y="63168"/>
                </a:moveTo>
                <a:cubicBezTo>
                  <a:pt x="1184489" y="72098"/>
                  <a:pt x="1186444" y="78785"/>
                  <a:pt x="1190354" y="83228"/>
                </a:cubicBezTo>
                <a:cubicBezTo>
                  <a:pt x="1194265" y="87671"/>
                  <a:pt x="1199185" y="89892"/>
                  <a:pt x="1205117" y="89892"/>
                </a:cubicBezTo>
                <a:cubicBezTo>
                  <a:pt x="1211004" y="89892"/>
                  <a:pt x="1215903" y="87660"/>
                  <a:pt x="1219813" y="83195"/>
                </a:cubicBezTo>
                <a:cubicBezTo>
                  <a:pt x="1223723" y="78730"/>
                  <a:pt x="1225679" y="71923"/>
                  <a:pt x="1225679" y="62775"/>
                </a:cubicBezTo>
                <a:cubicBezTo>
                  <a:pt x="1225679" y="54151"/>
                  <a:pt x="1223712" y="47618"/>
                  <a:pt x="1219780" y="43175"/>
                </a:cubicBezTo>
                <a:cubicBezTo>
                  <a:pt x="1215848" y="38732"/>
                  <a:pt x="1210960" y="36510"/>
                  <a:pt x="1205117" y="36510"/>
                </a:cubicBezTo>
                <a:cubicBezTo>
                  <a:pt x="1199185" y="36510"/>
                  <a:pt x="1194265" y="38721"/>
                  <a:pt x="1190354" y="43142"/>
                </a:cubicBezTo>
                <a:cubicBezTo>
                  <a:pt x="1186444" y="47563"/>
                  <a:pt x="1184489" y="54238"/>
                  <a:pt x="1184489" y="63168"/>
                </a:cubicBezTo>
                <a:close/>
                <a:moveTo>
                  <a:pt x="1251756" y="98196"/>
                </a:moveTo>
                <a:lnTo>
                  <a:pt x="1251756" y="28207"/>
                </a:lnTo>
                <a:lnTo>
                  <a:pt x="1262432" y="28207"/>
                </a:lnTo>
                <a:lnTo>
                  <a:pt x="1262432" y="38092"/>
                </a:lnTo>
                <a:cubicBezTo>
                  <a:pt x="1267573" y="30447"/>
                  <a:pt x="1274998" y="26625"/>
                  <a:pt x="1284708" y="26625"/>
                </a:cubicBezTo>
                <a:cubicBezTo>
                  <a:pt x="1288925" y="26625"/>
                  <a:pt x="1292803" y="27383"/>
                  <a:pt x="1296340" y="28899"/>
                </a:cubicBezTo>
                <a:cubicBezTo>
                  <a:pt x="1299876" y="30414"/>
                  <a:pt x="1302524" y="32402"/>
                  <a:pt x="1304281" y="34863"/>
                </a:cubicBezTo>
                <a:cubicBezTo>
                  <a:pt x="1306038" y="37323"/>
                  <a:pt x="1307269" y="40245"/>
                  <a:pt x="1307972" y="43628"/>
                </a:cubicBezTo>
                <a:cubicBezTo>
                  <a:pt x="1308411" y="45825"/>
                  <a:pt x="1308631" y="49669"/>
                  <a:pt x="1308631" y="55161"/>
                </a:cubicBezTo>
                <a:lnTo>
                  <a:pt x="1308631" y="98196"/>
                </a:lnTo>
                <a:lnTo>
                  <a:pt x="1296768" y="98196"/>
                </a:lnTo>
                <a:lnTo>
                  <a:pt x="1296768" y="55577"/>
                </a:lnTo>
                <a:cubicBezTo>
                  <a:pt x="1296768" y="50739"/>
                  <a:pt x="1296307" y="47121"/>
                  <a:pt x="1295384" y="44724"/>
                </a:cubicBezTo>
                <a:cubicBezTo>
                  <a:pt x="1294461" y="42326"/>
                  <a:pt x="1292825" y="40413"/>
                  <a:pt x="1290474" y="38984"/>
                </a:cubicBezTo>
                <a:cubicBezTo>
                  <a:pt x="1288124" y="37555"/>
                  <a:pt x="1285367" y="36840"/>
                  <a:pt x="1282203" y="36840"/>
                </a:cubicBezTo>
                <a:cubicBezTo>
                  <a:pt x="1277151" y="36840"/>
                  <a:pt x="1272790" y="38446"/>
                  <a:pt x="1269122" y="41657"/>
                </a:cubicBezTo>
                <a:cubicBezTo>
                  <a:pt x="1265453" y="44867"/>
                  <a:pt x="1263619" y="50958"/>
                  <a:pt x="1263619" y="59931"/>
                </a:cubicBezTo>
                <a:lnTo>
                  <a:pt x="1263619" y="98196"/>
                </a:lnTo>
                <a:lnTo>
                  <a:pt x="1251756" y="98196"/>
                </a:lnTo>
                <a:close/>
                <a:moveTo>
                  <a:pt x="1364387" y="15290"/>
                </a:moveTo>
                <a:lnTo>
                  <a:pt x="1364387" y="1582"/>
                </a:lnTo>
                <a:lnTo>
                  <a:pt x="1376249" y="1582"/>
                </a:lnTo>
                <a:lnTo>
                  <a:pt x="1376249" y="15290"/>
                </a:lnTo>
                <a:lnTo>
                  <a:pt x="1364387" y="15290"/>
                </a:lnTo>
                <a:moveTo>
                  <a:pt x="1364387" y="98196"/>
                </a:moveTo>
                <a:lnTo>
                  <a:pt x="1364387" y="28207"/>
                </a:lnTo>
                <a:lnTo>
                  <a:pt x="1376249" y="28207"/>
                </a:lnTo>
                <a:lnTo>
                  <a:pt x="1376249" y="98196"/>
                </a:lnTo>
                <a:lnTo>
                  <a:pt x="1364387" y="98196"/>
                </a:lnTo>
                <a:close/>
                <a:moveTo>
                  <a:pt x="1389539" y="77239"/>
                </a:moveTo>
                <a:lnTo>
                  <a:pt x="1401270" y="75393"/>
                </a:lnTo>
                <a:cubicBezTo>
                  <a:pt x="1401929" y="80074"/>
                  <a:pt x="1403763" y="83661"/>
                  <a:pt x="1406773" y="86154"/>
                </a:cubicBezTo>
                <a:cubicBezTo>
                  <a:pt x="1409782" y="88646"/>
                  <a:pt x="1413989" y="89892"/>
                  <a:pt x="1419393" y="89892"/>
                </a:cubicBezTo>
                <a:cubicBezTo>
                  <a:pt x="1424841" y="89892"/>
                  <a:pt x="1428883" y="88792"/>
                  <a:pt x="1431519" y="86591"/>
                </a:cubicBezTo>
                <a:cubicBezTo>
                  <a:pt x="1434155" y="84388"/>
                  <a:pt x="1435473" y="81806"/>
                  <a:pt x="1435473" y="78843"/>
                </a:cubicBezTo>
                <a:cubicBezTo>
                  <a:pt x="1435473" y="76183"/>
                  <a:pt x="1434309" y="74091"/>
                  <a:pt x="1431981" y="72566"/>
                </a:cubicBezTo>
                <a:cubicBezTo>
                  <a:pt x="1430355" y="71519"/>
                  <a:pt x="1426313" y="70190"/>
                  <a:pt x="1419854" y="68576"/>
                </a:cubicBezTo>
                <a:cubicBezTo>
                  <a:pt x="1411155" y="66378"/>
                  <a:pt x="1405125" y="64477"/>
                  <a:pt x="1401764" y="62872"/>
                </a:cubicBezTo>
                <a:cubicBezTo>
                  <a:pt x="1398403" y="61267"/>
                  <a:pt x="1395855" y="59046"/>
                  <a:pt x="1394119" y="56209"/>
                </a:cubicBezTo>
                <a:cubicBezTo>
                  <a:pt x="1392384" y="53373"/>
                  <a:pt x="1391516" y="50240"/>
                  <a:pt x="1391516" y="46810"/>
                </a:cubicBezTo>
                <a:cubicBezTo>
                  <a:pt x="1391516" y="43688"/>
                  <a:pt x="1392230" y="40796"/>
                  <a:pt x="1393658" y="38135"/>
                </a:cubicBezTo>
                <a:cubicBezTo>
                  <a:pt x="1395086" y="35474"/>
                  <a:pt x="1397030" y="33265"/>
                  <a:pt x="1399490" y="31506"/>
                </a:cubicBezTo>
                <a:cubicBezTo>
                  <a:pt x="1401336" y="30143"/>
                  <a:pt x="1403851" y="28989"/>
                  <a:pt x="1407036" y="28044"/>
                </a:cubicBezTo>
                <a:cubicBezTo>
                  <a:pt x="1410221" y="27098"/>
                  <a:pt x="1413637" y="26625"/>
                  <a:pt x="1417284" y="26625"/>
                </a:cubicBezTo>
                <a:cubicBezTo>
                  <a:pt x="1422776" y="26625"/>
                  <a:pt x="1427598" y="27421"/>
                  <a:pt x="1431750" y="29014"/>
                </a:cubicBezTo>
                <a:cubicBezTo>
                  <a:pt x="1435902" y="30605"/>
                  <a:pt x="1438966" y="32761"/>
                  <a:pt x="1440943" y="35483"/>
                </a:cubicBezTo>
                <a:cubicBezTo>
                  <a:pt x="1442920" y="38203"/>
                  <a:pt x="1444282" y="41840"/>
                  <a:pt x="1445029" y="46396"/>
                </a:cubicBezTo>
                <a:lnTo>
                  <a:pt x="1433430" y="47978"/>
                </a:lnTo>
                <a:cubicBezTo>
                  <a:pt x="1432903" y="44375"/>
                  <a:pt x="1431376" y="41563"/>
                  <a:pt x="1428850" y="39542"/>
                </a:cubicBezTo>
                <a:cubicBezTo>
                  <a:pt x="1426324" y="37521"/>
                  <a:pt x="1422754" y="36510"/>
                  <a:pt x="1418141" y="36510"/>
                </a:cubicBezTo>
                <a:cubicBezTo>
                  <a:pt x="1412693" y="36510"/>
                  <a:pt x="1408805" y="37407"/>
                  <a:pt x="1406476" y="39200"/>
                </a:cubicBezTo>
                <a:cubicBezTo>
                  <a:pt x="1404147" y="40992"/>
                  <a:pt x="1402983" y="43090"/>
                  <a:pt x="1402983" y="45496"/>
                </a:cubicBezTo>
                <a:cubicBezTo>
                  <a:pt x="1402983" y="47025"/>
                  <a:pt x="1403466" y="48403"/>
                  <a:pt x="1404433" y="49627"/>
                </a:cubicBezTo>
                <a:cubicBezTo>
                  <a:pt x="1405400" y="50894"/>
                  <a:pt x="1406915" y="51943"/>
                  <a:pt x="1408980" y="52774"/>
                </a:cubicBezTo>
                <a:cubicBezTo>
                  <a:pt x="1410167" y="53212"/>
                  <a:pt x="1413659" y="54218"/>
                  <a:pt x="1419459" y="55791"/>
                </a:cubicBezTo>
                <a:cubicBezTo>
                  <a:pt x="1427851" y="58031"/>
                  <a:pt x="1433705" y="59864"/>
                  <a:pt x="1437022" y="61290"/>
                </a:cubicBezTo>
                <a:cubicBezTo>
                  <a:pt x="1440339" y="62717"/>
                  <a:pt x="1442942" y="64791"/>
                  <a:pt x="1444832" y="67514"/>
                </a:cubicBezTo>
                <a:cubicBezTo>
                  <a:pt x="1446721" y="70235"/>
                  <a:pt x="1447666" y="73615"/>
                  <a:pt x="1447666" y="77653"/>
                </a:cubicBezTo>
                <a:cubicBezTo>
                  <a:pt x="1447666" y="81604"/>
                  <a:pt x="1446512" y="85325"/>
                  <a:pt x="1444206" y="88815"/>
                </a:cubicBezTo>
                <a:cubicBezTo>
                  <a:pt x="1441899" y="92304"/>
                  <a:pt x="1438571" y="95003"/>
                  <a:pt x="1434221" y="96913"/>
                </a:cubicBezTo>
                <a:cubicBezTo>
                  <a:pt x="1429872" y="98823"/>
                  <a:pt x="1424951" y="99778"/>
                  <a:pt x="1419459" y="99778"/>
                </a:cubicBezTo>
                <a:cubicBezTo>
                  <a:pt x="1410364" y="99778"/>
                  <a:pt x="1403433" y="97883"/>
                  <a:pt x="1398666" y="94093"/>
                </a:cubicBezTo>
                <a:cubicBezTo>
                  <a:pt x="1393899" y="90304"/>
                  <a:pt x="1390857" y="84686"/>
                  <a:pt x="1389539" y="77239"/>
                </a:cubicBezTo>
                <a:close/>
                <a:moveTo>
                  <a:pt x="1502125" y="98196"/>
                </a:moveTo>
                <a:lnTo>
                  <a:pt x="1502125" y="37433"/>
                </a:lnTo>
                <a:lnTo>
                  <a:pt x="1491646" y="37433"/>
                </a:lnTo>
                <a:lnTo>
                  <a:pt x="1491646" y="28207"/>
                </a:lnTo>
                <a:lnTo>
                  <a:pt x="1502125" y="28207"/>
                </a:lnTo>
                <a:lnTo>
                  <a:pt x="1502125" y="20776"/>
                </a:lnTo>
                <a:cubicBezTo>
                  <a:pt x="1502125" y="16086"/>
                  <a:pt x="1502542" y="12601"/>
                  <a:pt x="1503377" y="10322"/>
                </a:cubicBezTo>
                <a:cubicBezTo>
                  <a:pt x="1504519" y="7255"/>
                  <a:pt x="1506529" y="4768"/>
                  <a:pt x="1509407" y="2861"/>
                </a:cubicBezTo>
                <a:cubicBezTo>
                  <a:pt x="1512285" y="954"/>
                  <a:pt x="1516316" y="0"/>
                  <a:pt x="1521500" y="0"/>
                </a:cubicBezTo>
                <a:cubicBezTo>
                  <a:pt x="1524839" y="0"/>
                  <a:pt x="1528530" y="395"/>
                  <a:pt x="1532572" y="1186"/>
                </a:cubicBezTo>
                <a:lnTo>
                  <a:pt x="1530792" y="11533"/>
                </a:lnTo>
                <a:cubicBezTo>
                  <a:pt x="1528332" y="11094"/>
                  <a:pt x="1526003" y="10874"/>
                  <a:pt x="1523807" y="10874"/>
                </a:cubicBezTo>
                <a:cubicBezTo>
                  <a:pt x="1520204" y="10874"/>
                  <a:pt x="1517656" y="11640"/>
                  <a:pt x="1516162" y="13172"/>
                </a:cubicBezTo>
                <a:cubicBezTo>
                  <a:pt x="1514668" y="14705"/>
                  <a:pt x="1513921" y="17571"/>
                  <a:pt x="1513921" y="21773"/>
                </a:cubicBezTo>
                <a:lnTo>
                  <a:pt x="1513921" y="28207"/>
                </a:lnTo>
                <a:lnTo>
                  <a:pt x="1527563" y="28207"/>
                </a:lnTo>
                <a:lnTo>
                  <a:pt x="1527563" y="37433"/>
                </a:lnTo>
                <a:lnTo>
                  <a:pt x="1513921" y="37433"/>
                </a:lnTo>
                <a:lnTo>
                  <a:pt x="1513921" y="98196"/>
                </a:lnTo>
                <a:lnTo>
                  <a:pt x="1502125" y="98196"/>
                </a:lnTo>
                <a:close/>
                <a:moveTo>
                  <a:pt x="1582483" y="89554"/>
                </a:moveTo>
                <a:cubicBezTo>
                  <a:pt x="1578090" y="93292"/>
                  <a:pt x="1573861" y="95930"/>
                  <a:pt x="1569797" y="97469"/>
                </a:cubicBezTo>
                <a:cubicBezTo>
                  <a:pt x="1565733" y="99008"/>
                  <a:pt x="1561372" y="99778"/>
                  <a:pt x="1556715" y="99778"/>
                </a:cubicBezTo>
                <a:cubicBezTo>
                  <a:pt x="1549026" y="99778"/>
                  <a:pt x="1543117" y="97898"/>
                  <a:pt x="1538987" y="94139"/>
                </a:cubicBezTo>
                <a:cubicBezTo>
                  <a:pt x="1534857" y="90379"/>
                  <a:pt x="1532792" y="85576"/>
                  <a:pt x="1532792" y="79729"/>
                </a:cubicBezTo>
                <a:cubicBezTo>
                  <a:pt x="1532792" y="76300"/>
                  <a:pt x="1533572" y="73168"/>
                  <a:pt x="1535132" y="70333"/>
                </a:cubicBezTo>
                <a:cubicBezTo>
                  <a:pt x="1536691" y="67497"/>
                  <a:pt x="1538734" y="65221"/>
                  <a:pt x="1541261" y="63506"/>
                </a:cubicBezTo>
                <a:cubicBezTo>
                  <a:pt x="1543787" y="61791"/>
                  <a:pt x="1546632" y="60494"/>
                  <a:pt x="1549795" y="59616"/>
                </a:cubicBezTo>
                <a:cubicBezTo>
                  <a:pt x="1552124" y="58999"/>
                  <a:pt x="1555639" y="58405"/>
                  <a:pt x="1560340" y="57834"/>
                </a:cubicBezTo>
                <a:cubicBezTo>
                  <a:pt x="1569918" y="56700"/>
                  <a:pt x="1576969" y="55348"/>
                  <a:pt x="1581495" y="53777"/>
                </a:cubicBezTo>
                <a:cubicBezTo>
                  <a:pt x="1581539" y="52158"/>
                  <a:pt x="1581561" y="51130"/>
                  <a:pt x="1581561" y="50692"/>
                </a:cubicBezTo>
                <a:cubicBezTo>
                  <a:pt x="1581561" y="45877"/>
                  <a:pt x="1580440" y="42485"/>
                  <a:pt x="1578200" y="40516"/>
                </a:cubicBezTo>
                <a:cubicBezTo>
                  <a:pt x="1575168" y="37846"/>
                  <a:pt x="1570665" y="36510"/>
                  <a:pt x="1564689" y="36510"/>
                </a:cubicBezTo>
                <a:cubicBezTo>
                  <a:pt x="1559110" y="36510"/>
                  <a:pt x="1554991" y="37488"/>
                  <a:pt x="1552332" y="39443"/>
                </a:cubicBezTo>
                <a:cubicBezTo>
                  <a:pt x="1549674" y="41398"/>
                  <a:pt x="1547708" y="44858"/>
                  <a:pt x="1546434" y="49823"/>
                </a:cubicBezTo>
                <a:lnTo>
                  <a:pt x="1534835" y="48241"/>
                </a:lnTo>
                <a:cubicBezTo>
                  <a:pt x="1535890" y="43261"/>
                  <a:pt x="1537625" y="39240"/>
                  <a:pt x="1540042" y="36177"/>
                </a:cubicBezTo>
                <a:cubicBezTo>
                  <a:pt x="1542458" y="33114"/>
                  <a:pt x="1545951" y="30756"/>
                  <a:pt x="1550520" y="29105"/>
                </a:cubicBezTo>
                <a:cubicBezTo>
                  <a:pt x="1555089" y="27451"/>
                  <a:pt x="1560384" y="26625"/>
                  <a:pt x="1566403" y="26625"/>
                </a:cubicBezTo>
                <a:cubicBezTo>
                  <a:pt x="1572378" y="26625"/>
                  <a:pt x="1577233" y="27328"/>
                  <a:pt x="1580967" y="28734"/>
                </a:cubicBezTo>
                <a:cubicBezTo>
                  <a:pt x="1584702" y="30140"/>
                  <a:pt x="1587448" y="31908"/>
                  <a:pt x="1589205" y="34039"/>
                </a:cubicBezTo>
                <a:cubicBezTo>
                  <a:pt x="1590963" y="36170"/>
                  <a:pt x="1592193" y="38861"/>
                  <a:pt x="1592896" y="42112"/>
                </a:cubicBezTo>
                <a:cubicBezTo>
                  <a:pt x="1593291" y="44133"/>
                  <a:pt x="1593489" y="47780"/>
                  <a:pt x="1593489" y="53052"/>
                </a:cubicBezTo>
                <a:lnTo>
                  <a:pt x="1593489" y="68869"/>
                </a:lnTo>
                <a:cubicBezTo>
                  <a:pt x="1593489" y="79897"/>
                  <a:pt x="1593742" y="86871"/>
                  <a:pt x="1594247" y="89793"/>
                </a:cubicBezTo>
                <a:cubicBezTo>
                  <a:pt x="1594752" y="92715"/>
                  <a:pt x="1595752" y="95516"/>
                  <a:pt x="1597246" y="98196"/>
                </a:cubicBezTo>
                <a:lnTo>
                  <a:pt x="1584856" y="98196"/>
                </a:lnTo>
                <a:cubicBezTo>
                  <a:pt x="1583626" y="95733"/>
                  <a:pt x="1582835" y="92852"/>
                  <a:pt x="1582483" y="89554"/>
                </a:cubicBezTo>
                <a:moveTo>
                  <a:pt x="1581495" y="63004"/>
                </a:moveTo>
                <a:cubicBezTo>
                  <a:pt x="1577189" y="64776"/>
                  <a:pt x="1570730" y="66282"/>
                  <a:pt x="1562119" y="67522"/>
                </a:cubicBezTo>
                <a:cubicBezTo>
                  <a:pt x="1557242" y="68228"/>
                  <a:pt x="1553793" y="69022"/>
                  <a:pt x="1551772" y="69905"/>
                </a:cubicBezTo>
                <a:cubicBezTo>
                  <a:pt x="1549751" y="70786"/>
                  <a:pt x="1548192" y="72077"/>
                  <a:pt x="1547093" y="73777"/>
                </a:cubicBezTo>
                <a:cubicBezTo>
                  <a:pt x="1545995" y="75475"/>
                  <a:pt x="1545446" y="77361"/>
                  <a:pt x="1545446" y="79434"/>
                </a:cubicBezTo>
                <a:cubicBezTo>
                  <a:pt x="1545446" y="82610"/>
                  <a:pt x="1546643" y="85257"/>
                  <a:pt x="1549037" y="87375"/>
                </a:cubicBezTo>
                <a:cubicBezTo>
                  <a:pt x="1551432" y="89493"/>
                  <a:pt x="1554936" y="90551"/>
                  <a:pt x="1559549" y="90551"/>
                </a:cubicBezTo>
                <a:cubicBezTo>
                  <a:pt x="1564118" y="90551"/>
                  <a:pt x="1568182" y="89547"/>
                  <a:pt x="1571741" y="87538"/>
                </a:cubicBezTo>
                <a:cubicBezTo>
                  <a:pt x="1575300" y="85529"/>
                  <a:pt x="1577914" y="82781"/>
                  <a:pt x="1579583" y="79294"/>
                </a:cubicBezTo>
                <a:cubicBezTo>
                  <a:pt x="1580858" y="76600"/>
                  <a:pt x="1581495" y="72627"/>
                  <a:pt x="1581495" y="67374"/>
                </a:cubicBezTo>
                <a:lnTo>
                  <a:pt x="1581495" y="63004"/>
                </a:lnTo>
                <a:close/>
                <a:moveTo>
                  <a:pt x="1657526" y="72494"/>
                </a:moveTo>
                <a:lnTo>
                  <a:pt x="1669191" y="74009"/>
                </a:lnTo>
                <a:cubicBezTo>
                  <a:pt x="1667917" y="82070"/>
                  <a:pt x="1664655" y="88380"/>
                  <a:pt x="1659405" y="92940"/>
                </a:cubicBezTo>
                <a:cubicBezTo>
                  <a:pt x="1654154" y="97498"/>
                  <a:pt x="1647707" y="99778"/>
                  <a:pt x="1640062" y="99778"/>
                </a:cubicBezTo>
                <a:cubicBezTo>
                  <a:pt x="1630484" y="99778"/>
                  <a:pt x="1622784" y="96647"/>
                  <a:pt x="1616963" y="90386"/>
                </a:cubicBezTo>
                <a:cubicBezTo>
                  <a:pt x="1611141" y="84126"/>
                  <a:pt x="1608231" y="75152"/>
                  <a:pt x="1608231" y="63465"/>
                </a:cubicBezTo>
                <a:cubicBezTo>
                  <a:pt x="1608231" y="55908"/>
                  <a:pt x="1609483" y="49296"/>
                  <a:pt x="1611987" y="43628"/>
                </a:cubicBezTo>
                <a:cubicBezTo>
                  <a:pt x="1614491" y="37960"/>
                  <a:pt x="1618303" y="33710"/>
                  <a:pt x="1623421" y="30876"/>
                </a:cubicBezTo>
                <a:cubicBezTo>
                  <a:pt x="1628540" y="28042"/>
                  <a:pt x="1634109" y="26625"/>
                  <a:pt x="1640128" y="26625"/>
                </a:cubicBezTo>
                <a:cubicBezTo>
                  <a:pt x="1647729" y="26625"/>
                  <a:pt x="1653946" y="28553"/>
                  <a:pt x="1658778" y="32410"/>
                </a:cubicBezTo>
                <a:cubicBezTo>
                  <a:pt x="1663611" y="36265"/>
                  <a:pt x="1666709" y="41740"/>
                  <a:pt x="1668071" y="48834"/>
                </a:cubicBezTo>
                <a:lnTo>
                  <a:pt x="1656538" y="50614"/>
                </a:lnTo>
                <a:cubicBezTo>
                  <a:pt x="1655439" y="45935"/>
                  <a:pt x="1653495" y="42414"/>
                  <a:pt x="1650705" y="40053"/>
                </a:cubicBezTo>
                <a:cubicBezTo>
                  <a:pt x="1647915" y="37691"/>
                  <a:pt x="1644543" y="36510"/>
                  <a:pt x="1640589" y="36510"/>
                </a:cubicBezTo>
                <a:cubicBezTo>
                  <a:pt x="1634614" y="36510"/>
                  <a:pt x="1629759" y="38642"/>
                  <a:pt x="1626025" y="42905"/>
                </a:cubicBezTo>
                <a:cubicBezTo>
                  <a:pt x="1622290" y="47167"/>
                  <a:pt x="1620423" y="53910"/>
                  <a:pt x="1620423" y="63135"/>
                </a:cubicBezTo>
                <a:cubicBezTo>
                  <a:pt x="1620423" y="72492"/>
                  <a:pt x="1622224" y="79291"/>
                  <a:pt x="1625827" y="83532"/>
                </a:cubicBezTo>
                <a:cubicBezTo>
                  <a:pt x="1629430" y="87772"/>
                  <a:pt x="1634131" y="89892"/>
                  <a:pt x="1639930" y="89892"/>
                </a:cubicBezTo>
                <a:cubicBezTo>
                  <a:pt x="1644587" y="89892"/>
                  <a:pt x="1648476" y="88470"/>
                  <a:pt x="1651595" y="85625"/>
                </a:cubicBezTo>
                <a:cubicBezTo>
                  <a:pt x="1654714" y="82780"/>
                  <a:pt x="1656692" y="78403"/>
                  <a:pt x="1657526" y="72494"/>
                </a:cubicBezTo>
                <a:close/>
                <a:moveTo>
                  <a:pt x="1705240" y="87717"/>
                </a:moveTo>
                <a:lnTo>
                  <a:pt x="1706954" y="98196"/>
                </a:lnTo>
                <a:cubicBezTo>
                  <a:pt x="1703615" y="98811"/>
                  <a:pt x="1700627" y="99119"/>
                  <a:pt x="1697991" y="99119"/>
                </a:cubicBezTo>
                <a:cubicBezTo>
                  <a:pt x="1693685" y="99119"/>
                  <a:pt x="1690346" y="98438"/>
                  <a:pt x="1687974" y="97076"/>
                </a:cubicBezTo>
                <a:cubicBezTo>
                  <a:pt x="1685601" y="95713"/>
                  <a:pt x="1683932" y="93923"/>
                  <a:pt x="1682965" y="91704"/>
                </a:cubicBezTo>
                <a:cubicBezTo>
                  <a:pt x="1681998" y="89486"/>
                  <a:pt x="1681515" y="84817"/>
                  <a:pt x="1681515" y="77700"/>
                </a:cubicBezTo>
                <a:lnTo>
                  <a:pt x="1681515" y="37433"/>
                </a:lnTo>
                <a:lnTo>
                  <a:pt x="1672816" y="37433"/>
                </a:lnTo>
                <a:lnTo>
                  <a:pt x="1672816" y="28207"/>
                </a:lnTo>
                <a:lnTo>
                  <a:pt x="1681515" y="28207"/>
                </a:lnTo>
                <a:lnTo>
                  <a:pt x="1681515" y="10827"/>
                </a:lnTo>
                <a:lnTo>
                  <a:pt x="1693312" y="3691"/>
                </a:lnTo>
                <a:lnTo>
                  <a:pt x="1693312" y="28207"/>
                </a:lnTo>
                <a:lnTo>
                  <a:pt x="1705240" y="28207"/>
                </a:lnTo>
                <a:lnTo>
                  <a:pt x="1705240" y="37433"/>
                </a:lnTo>
                <a:lnTo>
                  <a:pt x="1693312" y="37433"/>
                </a:lnTo>
                <a:lnTo>
                  <a:pt x="1693312" y="78359"/>
                </a:lnTo>
                <a:cubicBezTo>
                  <a:pt x="1693312" y="81742"/>
                  <a:pt x="1693521" y="83917"/>
                  <a:pt x="1693938" y="84883"/>
                </a:cubicBezTo>
                <a:cubicBezTo>
                  <a:pt x="1694355" y="85850"/>
                  <a:pt x="1695036" y="86619"/>
                  <a:pt x="1695981" y="87190"/>
                </a:cubicBezTo>
                <a:cubicBezTo>
                  <a:pt x="1696926" y="87761"/>
                  <a:pt x="1698277" y="88047"/>
                  <a:pt x="1700034" y="88047"/>
                </a:cubicBezTo>
                <a:cubicBezTo>
                  <a:pt x="1701352" y="88047"/>
                  <a:pt x="1703087" y="87937"/>
                  <a:pt x="1705240" y="87717"/>
                </a:cubicBezTo>
                <a:close/>
                <a:moveTo>
                  <a:pt x="1762731" y="98196"/>
                </a:moveTo>
                <a:lnTo>
                  <a:pt x="1762731" y="87915"/>
                </a:lnTo>
                <a:cubicBezTo>
                  <a:pt x="1757283" y="95823"/>
                  <a:pt x="1749879" y="99778"/>
                  <a:pt x="1740521" y="99778"/>
                </a:cubicBezTo>
                <a:cubicBezTo>
                  <a:pt x="1736391" y="99778"/>
                  <a:pt x="1732536" y="98987"/>
                  <a:pt x="1728955" y="97405"/>
                </a:cubicBezTo>
                <a:cubicBezTo>
                  <a:pt x="1725374" y="95823"/>
                  <a:pt x="1722716" y="93835"/>
                  <a:pt x="1720981" y="91441"/>
                </a:cubicBezTo>
                <a:cubicBezTo>
                  <a:pt x="1719245" y="89046"/>
                  <a:pt x="1718026" y="86114"/>
                  <a:pt x="1717323" y="82643"/>
                </a:cubicBezTo>
                <a:cubicBezTo>
                  <a:pt x="1716840" y="80314"/>
                  <a:pt x="1716598" y="76624"/>
                  <a:pt x="1716598" y="71571"/>
                </a:cubicBezTo>
                <a:lnTo>
                  <a:pt x="1716598" y="28207"/>
                </a:lnTo>
                <a:lnTo>
                  <a:pt x="1728461" y="28207"/>
                </a:lnTo>
                <a:lnTo>
                  <a:pt x="1728461" y="67024"/>
                </a:lnTo>
                <a:cubicBezTo>
                  <a:pt x="1728461" y="73219"/>
                  <a:pt x="1728703" y="77392"/>
                  <a:pt x="1729186" y="79545"/>
                </a:cubicBezTo>
                <a:cubicBezTo>
                  <a:pt x="1729933" y="82665"/>
                  <a:pt x="1731514" y="85114"/>
                  <a:pt x="1733931" y="86893"/>
                </a:cubicBezTo>
                <a:cubicBezTo>
                  <a:pt x="1736347" y="88673"/>
                  <a:pt x="1739335" y="89563"/>
                  <a:pt x="1742894" y="89563"/>
                </a:cubicBezTo>
                <a:cubicBezTo>
                  <a:pt x="1746452" y="89563"/>
                  <a:pt x="1749792" y="88651"/>
                  <a:pt x="1752911" y="86828"/>
                </a:cubicBezTo>
                <a:cubicBezTo>
                  <a:pt x="1756030" y="85004"/>
                  <a:pt x="1758238" y="82522"/>
                  <a:pt x="1759534" y="79380"/>
                </a:cubicBezTo>
                <a:cubicBezTo>
                  <a:pt x="1760830" y="76239"/>
                  <a:pt x="1761478" y="71681"/>
                  <a:pt x="1761478" y="65706"/>
                </a:cubicBezTo>
                <a:lnTo>
                  <a:pt x="1761478" y="28207"/>
                </a:lnTo>
                <a:lnTo>
                  <a:pt x="1773341" y="28207"/>
                </a:lnTo>
                <a:lnTo>
                  <a:pt x="1773341" y="98196"/>
                </a:lnTo>
                <a:lnTo>
                  <a:pt x="1762731" y="98196"/>
                </a:lnTo>
                <a:close/>
                <a:moveTo>
                  <a:pt x="1837576" y="89554"/>
                </a:moveTo>
                <a:cubicBezTo>
                  <a:pt x="1833183" y="93292"/>
                  <a:pt x="1828954" y="95930"/>
                  <a:pt x="1824890" y="97469"/>
                </a:cubicBezTo>
                <a:cubicBezTo>
                  <a:pt x="1820826" y="99008"/>
                  <a:pt x="1816465" y="99778"/>
                  <a:pt x="1811808" y="99778"/>
                </a:cubicBezTo>
                <a:cubicBezTo>
                  <a:pt x="1804119" y="99778"/>
                  <a:pt x="1798210" y="97898"/>
                  <a:pt x="1794080" y="94139"/>
                </a:cubicBezTo>
                <a:cubicBezTo>
                  <a:pt x="1789950" y="90379"/>
                  <a:pt x="1787885" y="85576"/>
                  <a:pt x="1787885" y="79729"/>
                </a:cubicBezTo>
                <a:cubicBezTo>
                  <a:pt x="1787885" y="76300"/>
                  <a:pt x="1788665" y="73168"/>
                  <a:pt x="1790225" y="70333"/>
                </a:cubicBezTo>
                <a:cubicBezTo>
                  <a:pt x="1791784" y="67497"/>
                  <a:pt x="1793827" y="65221"/>
                  <a:pt x="1796354" y="63506"/>
                </a:cubicBezTo>
                <a:cubicBezTo>
                  <a:pt x="1798880" y="61791"/>
                  <a:pt x="1801725" y="60494"/>
                  <a:pt x="1804888" y="59616"/>
                </a:cubicBezTo>
                <a:cubicBezTo>
                  <a:pt x="1807217" y="58999"/>
                  <a:pt x="1810732" y="58405"/>
                  <a:pt x="1815433" y="57834"/>
                </a:cubicBezTo>
                <a:cubicBezTo>
                  <a:pt x="1825011" y="56700"/>
                  <a:pt x="1832062" y="55348"/>
                  <a:pt x="1836588" y="53777"/>
                </a:cubicBezTo>
                <a:cubicBezTo>
                  <a:pt x="1836632" y="52158"/>
                  <a:pt x="1836654" y="51130"/>
                  <a:pt x="1836654" y="50692"/>
                </a:cubicBezTo>
                <a:cubicBezTo>
                  <a:pt x="1836654" y="45877"/>
                  <a:pt x="1835533" y="42485"/>
                  <a:pt x="1833293" y="40516"/>
                </a:cubicBezTo>
                <a:cubicBezTo>
                  <a:pt x="1830261" y="37846"/>
                  <a:pt x="1825758" y="36510"/>
                  <a:pt x="1819782" y="36510"/>
                </a:cubicBezTo>
                <a:cubicBezTo>
                  <a:pt x="1814203" y="36510"/>
                  <a:pt x="1810084" y="37488"/>
                  <a:pt x="1807425" y="39443"/>
                </a:cubicBezTo>
                <a:cubicBezTo>
                  <a:pt x="1804767" y="41398"/>
                  <a:pt x="1802801" y="44858"/>
                  <a:pt x="1801527" y="49823"/>
                </a:cubicBezTo>
                <a:lnTo>
                  <a:pt x="1789928" y="48241"/>
                </a:lnTo>
                <a:cubicBezTo>
                  <a:pt x="1790983" y="43261"/>
                  <a:pt x="1792718" y="39240"/>
                  <a:pt x="1795135" y="36177"/>
                </a:cubicBezTo>
                <a:cubicBezTo>
                  <a:pt x="1797551" y="33114"/>
                  <a:pt x="1801044" y="30756"/>
                  <a:pt x="1805613" y="29105"/>
                </a:cubicBezTo>
                <a:cubicBezTo>
                  <a:pt x="1810182" y="27451"/>
                  <a:pt x="1815477" y="26625"/>
                  <a:pt x="1821496" y="26625"/>
                </a:cubicBezTo>
                <a:cubicBezTo>
                  <a:pt x="1827471" y="26625"/>
                  <a:pt x="1832326" y="27328"/>
                  <a:pt x="1836060" y="28734"/>
                </a:cubicBezTo>
                <a:cubicBezTo>
                  <a:pt x="1839795" y="30140"/>
                  <a:pt x="1842541" y="31908"/>
                  <a:pt x="1844298" y="34039"/>
                </a:cubicBezTo>
                <a:cubicBezTo>
                  <a:pt x="1846056" y="36170"/>
                  <a:pt x="1847286" y="38861"/>
                  <a:pt x="1847989" y="42112"/>
                </a:cubicBezTo>
                <a:cubicBezTo>
                  <a:pt x="1848384" y="44133"/>
                  <a:pt x="1848582" y="47780"/>
                  <a:pt x="1848582" y="53052"/>
                </a:cubicBezTo>
                <a:lnTo>
                  <a:pt x="1848582" y="68869"/>
                </a:lnTo>
                <a:cubicBezTo>
                  <a:pt x="1848582" y="79897"/>
                  <a:pt x="1848835" y="86871"/>
                  <a:pt x="1849340" y="89793"/>
                </a:cubicBezTo>
                <a:cubicBezTo>
                  <a:pt x="1849845" y="92715"/>
                  <a:pt x="1850845" y="95516"/>
                  <a:pt x="1852339" y="98196"/>
                </a:cubicBezTo>
                <a:lnTo>
                  <a:pt x="1839949" y="98196"/>
                </a:lnTo>
                <a:cubicBezTo>
                  <a:pt x="1838719" y="95733"/>
                  <a:pt x="1837928" y="92852"/>
                  <a:pt x="1837576" y="89554"/>
                </a:cubicBezTo>
                <a:moveTo>
                  <a:pt x="1836588" y="63004"/>
                </a:moveTo>
                <a:cubicBezTo>
                  <a:pt x="1832282" y="64776"/>
                  <a:pt x="1825823" y="66282"/>
                  <a:pt x="1817212" y="67522"/>
                </a:cubicBezTo>
                <a:cubicBezTo>
                  <a:pt x="1812335" y="68228"/>
                  <a:pt x="1808886" y="69022"/>
                  <a:pt x="1806865" y="69905"/>
                </a:cubicBezTo>
                <a:cubicBezTo>
                  <a:pt x="1804844" y="70786"/>
                  <a:pt x="1803285" y="72077"/>
                  <a:pt x="1802186" y="73777"/>
                </a:cubicBezTo>
                <a:cubicBezTo>
                  <a:pt x="1801088" y="75475"/>
                  <a:pt x="1800539" y="77361"/>
                  <a:pt x="1800539" y="79434"/>
                </a:cubicBezTo>
                <a:cubicBezTo>
                  <a:pt x="1800539" y="82610"/>
                  <a:pt x="1801736" y="85257"/>
                  <a:pt x="1804130" y="87375"/>
                </a:cubicBezTo>
                <a:cubicBezTo>
                  <a:pt x="1806525" y="89493"/>
                  <a:pt x="1810029" y="90551"/>
                  <a:pt x="1814642" y="90551"/>
                </a:cubicBezTo>
                <a:cubicBezTo>
                  <a:pt x="1819211" y="90551"/>
                  <a:pt x="1823275" y="89547"/>
                  <a:pt x="1826834" y="87538"/>
                </a:cubicBezTo>
                <a:cubicBezTo>
                  <a:pt x="1830393" y="85529"/>
                  <a:pt x="1833007" y="82781"/>
                  <a:pt x="1834676" y="79294"/>
                </a:cubicBezTo>
                <a:cubicBezTo>
                  <a:pt x="1835951" y="76600"/>
                  <a:pt x="1836588" y="72627"/>
                  <a:pt x="1836588" y="67374"/>
                </a:cubicBezTo>
                <a:lnTo>
                  <a:pt x="1836588" y="63004"/>
                </a:lnTo>
                <a:close/>
                <a:moveTo>
                  <a:pt x="1866685" y="98196"/>
                </a:moveTo>
                <a:lnTo>
                  <a:pt x="1866685" y="1582"/>
                </a:lnTo>
                <a:lnTo>
                  <a:pt x="1878547" y="1582"/>
                </a:lnTo>
                <a:lnTo>
                  <a:pt x="1878547" y="98196"/>
                </a:lnTo>
                <a:lnTo>
                  <a:pt x="1866685" y="98196"/>
                </a:lnTo>
                <a:close/>
                <a:moveTo>
                  <a:pt x="1900009" y="98196"/>
                </a:moveTo>
                <a:lnTo>
                  <a:pt x="1900009" y="84620"/>
                </a:lnTo>
                <a:lnTo>
                  <a:pt x="1913519" y="84620"/>
                </a:lnTo>
                <a:lnTo>
                  <a:pt x="1913519" y="98157"/>
                </a:lnTo>
                <a:cubicBezTo>
                  <a:pt x="1913519" y="103132"/>
                  <a:pt x="1912640" y="107150"/>
                  <a:pt x="1910883" y="110209"/>
                </a:cubicBezTo>
                <a:cubicBezTo>
                  <a:pt x="1909126" y="113269"/>
                  <a:pt x="1906336" y="115636"/>
                  <a:pt x="1902513" y="117308"/>
                </a:cubicBezTo>
                <a:lnTo>
                  <a:pt x="1899218" y="112167"/>
                </a:lnTo>
                <a:cubicBezTo>
                  <a:pt x="1901722" y="111074"/>
                  <a:pt x="1903568" y="109467"/>
                  <a:pt x="1904754" y="107346"/>
                </a:cubicBezTo>
                <a:cubicBezTo>
                  <a:pt x="1905940" y="105225"/>
                  <a:pt x="1906599" y="102175"/>
                  <a:pt x="1906731" y="98196"/>
                </a:cubicBezTo>
                <a:lnTo>
                  <a:pt x="1900009" y="98196"/>
                </a:lnTo>
                <a:close/>
                <a:moveTo>
                  <a:pt x="1997855" y="87717"/>
                </a:moveTo>
                <a:lnTo>
                  <a:pt x="1999568" y="98196"/>
                </a:lnTo>
                <a:cubicBezTo>
                  <a:pt x="1996229" y="98811"/>
                  <a:pt x="1993241" y="99119"/>
                  <a:pt x="1990605" y="99119"/>
                </a:cubicBezTo>
                <a:cubicBezTo>
                  <a:pt x="1986300" y="99119"/>
                  <a:pt x="1982960" y="98438"/>
                  <a:pt x="1980588" y="97076"/>
                </a:cubicBezTo>
                <a:cubicBezTo>
                  <a:pt x="1978215" y="95713"/>
                  <a:pt x="1976546" y="93923"/>
                  <a:pt x="1975579" y="91704"/>
                </a:cubicBezTo>
                <a:cubicBezTo>
                  <a:pt x="1974613" y="89486"/>
                  <a:pt x="1974129" y="84817"/>
                  <a:pt x="1974129" y="77700"/>
                </a:cubicBezTo>
                <a:lnTo>
                  <a:pt x="1974129" y="37433"/>
                </a:lnTo>
                <a:lnTo>
                  <a:pt x="1965430" y="37433"/>
                </a:lnTo>
                <a:lnTo>
                  <a:pt x="1965430" y="28207"/>
                </a:lnTo>
                <a:lnTo>
                  <a:pt x="1974129" y="28207"/>
                </a:lnTo>
                <a:lnTo>
                  <a:pt x="1974129" y="10827"/>
                </a:lnTo>
                <a:lnTo>
                  <a:pt x="1985926" y="3691"/>
                </a:lnTo>
                <a:lnTo>
                  <a:pt x="1985926" y="28207"/>
                </a:lnTo>
                <a:lnTo>
                  <a:pt x="1997855" y="28207"/>
                </a:lnTo>
                <a:lnTo>
                  <a:pt x="1997855" y="37433"/>
                </a:lnTo>
                <a:lnTo>
                  <a:pt x="1985926" y="37433"/>
                </a:lnTo>
                <a:lnTo>
                  <a:pt x="1985926" y="78359"/>
                </a:lnTo>
                <a:cubicBezTo>
                  <a:pt x="1985926" y="81742"/>
                  <a:pt x="1986135" y="83917"/>
                  <a:pt x="1986552" y="84883"/>
                </a:cubicBezTo>
                <a:cubicBezTo>
                  <a:pt x="1986970" y="85850"/>
                  <a:pt x="1987651" y="86619"/>
                  <a:pt x="1988595" y="87190"/>
                </a:cubicBezTo>
                <a:cubicBezTo>
                  <a:pt x="1989540" y="87761"/>
                  <a:pt x="1990891" y="88047"/>
                  <a:pt x="1992648" y="88047"/>
                </a:cubicBezTo>
                <a:cubicBezTo>
                  <a:pt x="1993966" y="88047"/>
                  <a:pt x="1995702" y="87937"/>
                  <a:pt x="1997855" y="87717"/>
                </a:cubicBezTo>
                <a:close/>
                <a:moveTo>
                  <a:pt x="2009476" y="98196"/>
                </a:moveTo>
                <a:lnTo>
                  <a:pt x="2009476" y="1582"/>
                </a:lnTo>
                <a:lnTo>
                  <a:pt x="2021339" y="1582"/>
                </a:lnTo>
                <a:lnTo>
                  <a:pt x="2021339" y="36247"/>
                </a:lnTo>
                <a:cubicBezTo>
                  <a:pt x="2026875" y="29832"/>
                  <a:pt x="2033861" y="26625"/>
                  <a:pt x="2042296" y="26625"/>
                </a:cubicBezTo>
                <a:cubicBezTo>
                  <a:pt x="2047481" y="26625"/>
                  <a:pt x="2051984" y="27646"/>
                  <a:pt x="2055806" y="29689"/>
                </a:cubicBezTo>
                <a:cubicBezTo>
                  <a:pt x="2059629" y="31732"/>
                  <a:pt x="2062364" y="34555"/>
                  <a:pt x="2064011" y="38158"/>
                </a:cubicBezTo>
                <a:cubicBezTo>
                  <a:pt x="2065659" y="41761"/>
                  <a:pt x="2066483" y="46989"/>
                  <a:pt x="2066483" y="53843"/>
                </a:cubicBezTo>
                <a:lnTo>
                  <a:pt x="2066483" y="98196"/>
                </a:lnTo>
                <a:lnTo>
                  <a:pt x="2054620" y="98196"/>
                </a:lnTo>
                <a:lnTo>
                  <a:pt x="2054620" y="53843"/>
                </a:lnTo>
                <a:cubicBezTo>
                  <a:pt x="2054620" y="47912"/>
                  <a:pt x="2053335" y="43595"/>
                  <a:pt x="2050765" y="40893"/>
                </a:cubicBezTo>
                <a:cubicBezTo>
                  <a:pt x="2048195" y="38191"/>
                  <a:pt x="2044559" y="36840"/>
                  <a:pt x="2039858" y="36840"/>
                </a:cubicBezTo>
                <a:cubicBezTo>
                  <a:pt x="2036343" y="36840"/>
                  <a:pt x="2033037" y="37752"/>
                  <a:pt x="2029939" y="39575"/>
                </a:cubicBezTo>
                <a:cubicBezTo>
                  <a:pt x="2026842" y="41398"/>
                  <a:pt x="2024634" y="43870"/>
                  <a:pt x="2023316" y="46989"/>
                </a:cubicBezTo>
                <a:cubicBezTo>
                  <a:pt x="2021998" y="50108"/>
                  <a:pt x="2021339" y="54414"/>
                  <a:pt x="2021339" y="59906"/>
                </a:cubicBezTo>
                <a:lnTo>
                  <a:pt x="2021339" y="98196"/>
                </a:lnTo>
                <a:lnTo>
                  <a:pt x="2009476" y="98196"/>
                </a:lnTo>
                <a:close/>
                <a:moveTo>
                  <a:pt x="2132431" y="75657"/>
                </a:moveTo>
                <a:lnTo>
                  <a:pt x="2144689" y="77173"/>
                </a:lnTo>
                <a:cubicBezTo>
                  <a:pt x="2142756" y="84334"/>
                  <a:pt x="2139175" y="89892"/>
                  <a:pt x="2133947" y="93846"/>
                </a:cubicBezTo>
                <a:cubicBezTo>
                  <a:pt x="2128719" y="97800"/>
                  <a:pt x="2122040" y="99778"/>
                  <a:pt x="2113912" y="99778"/>
                </a:cubicBezTo>
                <a:cubicBezTo>
                  <a:pt x="2103675" y="99778"/>
                  <a:pt x="2095558" y="96625"/>
                  <a:pt x="2089561" y="90320"/>
                </a:cubicBezTo>
                <a:cubicBezTo>
                  <a:pt x="2083564" y="84016"/>
                  <a:pt x="2080565" y="75174"/>
                  <a:pt x="2080565" y="63794"/>
                </a:cubicBezTo>
                <a:cubicBezTo>
                  <a:pt x="2080565" y="52020"/>
                  <a:pt x="2083597" y="42881"/>
                  <a:pt x="2089660" y="36379"/>
                </a:cubicBezTo>
                <a:cubicBezTo>
                  <a:pt x="2095723" y="29876"/>
                  <a:pt x="2103588" y="26625"/>
                  <a:pt x="2113253" y="26625"/>
                </a:cubicBezTo>
                <a:cubicBezTo>
                  <a:pt x="2122612" y="26625"/>
                  <a:pt x="2130256" y="29805"/>
                  <a:pt x="2136188" y="36166"/>
                </a:cubicBezTo>
                <a:cubicBezTo>
                  <a:pt x="2142119" y="42526"/>
                  <a:pt x="2145085" y="51474"/>
                  <a:pt x="2145085" y="63010"/>
                </a:cubicBezTo>
                <a:cubicBezTo>
                  <a:pt x="2145085" y="63711"/>
                  <a:pt x="2145063" y="64764"/>
                  <a:pt x="2145019" y="66167"/>
                </a:cubicBezTo>
                <a:lnTo>
                  <a:pt x="2092823" y="66167"/>
                </a:lnTo>
                <a:cubicBezTo>
                  <a:pt x="2093263" y="73834"/>
                  <a:pt x="2095438" y="79704"/>
                  <a:pt x="2099348" y="83780"/>
                </a:cubicBezTo>
                <a:cubicBezTo>
                  <a:pt x="2103258" y="87855"/>
                  <a:pt x="2108135" y="89892"/>
                  <a:pt x="2113978" y="89892"/>
                </a:cubicBezTo>
                <a:cubicBezTo>
                  <a:pt x="2118328" y="89892"/>
                  <a:pt x="2122040" y="88761"/>
                  <a:pt x="2125116" y="86498"/>
                </a:cubicBezTo>
                <a:cubicBezTo>
                  <a:pt x="2128191" y="84234"/>
                  <a:pt x="2130630" y="80620"/>
                  <a:pt x="2132431" y="75657"/>
                </a:cubicBezTo>
                <a:moveTo>
                  <a:pt x="2093482" y="56281"/>
                </a:moveTo>
                <a:lnTo>
                  <a:pt x="2132563" y="56281"/>
                </a:lnTo>
                <a:cubicBezTo>
                  <a:pt x="2132036" y="50490"/>
                  <a:pt x="2130542" y="46147"/>
                  <a:pt x="2128082" y="43251"/>
                </a:cubicBezTo>
                <a:cubicBezTo>
                  <a:pt x="2124303" y="38757"/>
                  <a:pt x="2119404" y="36510"/>
                  <a:pt x="2113385" y="36510"/>
                </a:cubicBezTo>
                <a:cubicBezTo>
                  <a:pt x="2107937" y="36510"/>
                  <a:pt x="2103357" y="38304"/>
                  <a:pt x="2099644" y="41892"/>
                </a:cubicBezTo>
                <a:cubicBezTo>
                  <a:pt x="2095932" y="45478"/>
                  <a:pt x="2093878" y="50275"/>
                  <a:pt x="2093482" y="56281"/>
                </a:cubicBezTo>
                <a:close/>
                <a:moveTo>
                  <a:pt x="2192669" y="63201"/>
                </a:moveTo>
                <a:cubicBezTo>
                  <a:pt x="2192669" y="50240"/>
                  <a:pt x="2196272" y="40640"/>
                  <a:pt x="2203477" y="34402"/>
                </a:cubicBezTo>
                <a:cubicBezTo>
                  <a:pt x="2209497" y="29217"/>
                  <a:pt x="2216834" y="26625"/>
                  <a:pt x="2225489" y="26625"/>
                </a:cubicBezTo>
                <a:cubicBezTo>
                  <a:pt x="2235111" y="26625"/>
                  <a:pt x="2242975" y="29777"/>
                  <a:pt x="2249082" y="36082"/>
                </a:cubicBezTo>
                <a:cubicBezTo>
                  <a:pt x="2255189" y="42387"/>
                  <a:pt x="2258243" y="51097"/>
                  <a:pt x="2258243" y="62213"/>
                </a:cubicBezTo>
                <a:cubicBezTo>
                  <a:pt x="2258243" y="71219"/>
                  <a:pt x="2256892" y="78304"/>
                  <a:pt x="2254190" y="83466"/>
                </a:cubicBezTo>
                <a:cubicBezTo>
                  <a:pt x="2251488" y="88629"/>
                  <a:pt x="2247556" y="92638"/>
                  <a:pt x="2242393" y="95494"/>
                </a:cubicBezTo>
                <a:cubicBezTo>
                  <a:pt x="2237231" y="98350"/>
                  <a:pt x="2231596" y="99778"/>
                  <a:pt x="2225489" y="99778"/>
                </a:cubicBezTo>
                <a:cubicBezTo>
                  <a:pt x="2215691" y="99778"/>
                  <a:pt x="2207772" y="96636"/>
                  <a:pt x="2201731" y="90353"/>
                </a:cubicBezTo>
                <a:cubicBezTo>
                  <a:pt x="2195690" y="84071"/>
                  <a:pt x="2192669" y="75020"/>
                  <a:pt x="2192669" y="63201"/>
                </a:cubicBezTo>
                <a:moveTo>
                  <a:pt x="2204861" y="63168"/>
                </a:moveTo>
                <a:cubicBezTo>
                  <a:pt x="2204861" y="72098"/>
                  <a:pt x="2206816" y="78785"/>
                  <a:pt x="2210727" y="83228"/>
                </a:cubicBezTo>
                <a:cubicBezTo>
                  <a:pt x="2214637" y="87671"/>
                  <a:pt x="2219558" y="89892"/>
                  <a:pt x="2225489" y="89892"/>
                </a:cubicBezTo>
                <a:cubicBezTo>
                  <a:pt x="2231376" y="89892"/>
                  <a:pt x="2236275" y="87660"/>
                  <a:pt x="2240186" y="83195"/>
                </a:cubicBezTo>
                <a:cubicBezTo>
                  <a:pt x="2244096" y="78730"/>
                  <a:pt x="2246051" y="71923"/>
                  <a:pt x="2246051" y="62775"/>
                </a:cubicBezTo>
                <a:cubicBezTo>
                  <a:pt x="2246051" y="54151"/>
                  <a:pt x="2244085" y="47618"/>
                  <a:pt x="2240153" y="43175"/>
                </a:cubicBezTo>
                <a:cubicBezTo>
                  <a:pt x="2236220" y="38732"/>
                  <a:pt x="2231333" y="36510"/>
                  <a:pt x="2225489" y="36510"/>
                </a:cubicBezTo>
                <a:cubicBezTo>
                  <a:pt x="2219558" y="36510"/>
                  <a:pt x="2214637" y="38721"/>
                  <a:pt x="2210727" y="43142"/>
                </a:cubicBezTo>
                <a:cubicBezTo>
                  <a:pt x="2206816" y="47563"/>
                  <a:pt x="2204861" y="54238"/>
                  <a:pt x="2204861" y="63168"/>
                </a:cubicBezTo>
                <a:close/>
                <a:moveTo>
                  <a:pt x="2271996" y="98196"/>
                </a:moveTo>
                <a:lnTo>
                  <a:pt x="2271996" y="28207"/>
                </a:lnTo>
                <a:lnTo>
                  <a:pt x="2282672" y="28207"/>
                </a:lnTo>
                <a:lnTo>
                  <a:pt x="2282672" y="38751"/>
                </a:lnTo>
                <a:cubicBezTo>
                  <a:pt x="2285396" y="33814"/>
                  <a:pt x="2287911" y="30559"/>
                  <a:pt x="2290218" y="28985"/>
                </a:cubicBezTo>
                <a:cubicBezTo>
                  <a:pt x="2292525" y="27412"/>
                  <a:pt x="2295062" y="26625"/>
                  <a:pt x="2297830" y="26625"/>
                </a:cubicBezTo>
                <a:cubicBezTo>
                  <a:pt x="2301828" y="26625"/>
                  <a:pt x="2305892" y="27894"/>
                  <a:pt x="2310022" y="30431"/>
                </a:cubicBezTo>
                <a:lnTo>
                  <a:pt x="2305936" y="41387"/>
                </a:lnTo>
                <a:cubicBezTo>
                  <a:pt x="2303036" y="39674"/>
                  <a:pt x="2300136" y="38817"/>
                  <a:pt x="2297237" y="38817"/>
                </a:cubicBezTo>
                <a:cubicBezTo>
                  <a:pt x="2294645" y="38817"/>
                  <a:pt x="2292316" y="39598"/>
                  <a:pt x="2290251" y="41161"/>
                </a:cubicBezTo>
                <a:cubicBezTo>
                  <a:pt x="2288186" y="42722"/>
                  <a:pt x="2286714" y="44888"/>
                  <a:pt x="2285835" y="47658"/>
                </a:cubicBezTo>
                <a:cubicBezTo>
                  <a:pt x="2284517" y="51880"/>
                  <a:pt x="2283858" y="56498"/>
                  <a:pt x="2283858" y="61512"/>
                </a:cubicBezTo>
                <a:lnTo>
                  <a:pt x="2283858" y="98196"/>
                </a:lnTo>
                <a:lnTo>
                  <a:pt x="2271996" y="98196"/>
                </a:lnTo>
                <a:close/>
                <a:moveTo>
                  <a:pt x="2317139" y="15290"/>
                </a:moveTo>
                <a:lnTo>
                  <a:pt x="2317139" y="1582"/>
                </a:lnTo>
                <a:lnTo>
                  <a:pt x="2329001" y="1582"/>
                </a:lnTo>
                <a:lnTo>
                  <a:pt x="2329001" y="15290"/>
                </a:lnTo>
                <a:lnTo>
                  <a:pt x="2317139" y="15290"/>
                </a:lnTo>
                <a:moveTo>
                  <a:pt x="2317139" y="98196"/>
                </a:moveTo>
                <a:lnTo>
                  <a:pt x="2317139" y="28207"/>
                </a:lnTo>
                <a:lnTo>
                  <a:pt x="2329001" y="28207"/>
                </a:lnTo>
                <a:lnTo>
                  <a:pt x="2329001" y="98196"/>
                </a:lnTo>
                <a:lnTo>
                  <a:pt x="2317139" y="98196"/>
                </a:lnTo>
                <a:close/>
                <a:moveTo>
                  <a:pt x="2344862" y="103995"/>
                </a:moveTo>
                <a:lnTo>
                  <a:pt x="2356395" y="105709"/>
                </a:lnTo>
                <a:cubicBezTo>
                  <a:pt x="2356878" y="109268"/>
                  <a:pt x="2358218" y="111860"/>
                  <a:pt x="2360415" y="113485"/>
                </a:cubicBezTo>
                <a:cubicBezTo>
                  <a:pt x="2363358" y="115682"/>
                  <a:pt x="2367379" y="116781"/>
                  <a:pt x="2372475" y="116781"/>
                </a:cubicBezTo>
                <a:cubicBezTo>
                  <a:pt x="2377967" y="116781"/>
                  <a:pt x="2382207" y="115679"/>
                  <a:pt x="2385194" y="113477"/>
                </a:cubicBezTo>
                <a:cubicBezTo>
                  <a:pt x="2388182" y="111276"/>
                  <a:pt x="2390203" y="108194"/>
                  <a:pt x="2391257" y="104230"/>
                </a:cubicBezTo>
                <a:cubicBezTo>
                  <a:pt x="2391873" y="101810"/>
                  <a:pt x="2392158" y="96724"/>
                  <a:pt x="2392114" y="88974"/>
                </a:cubicBezTo>
                <a:cubicBezTo>
                  <a:pt x="2386930" y="95122"/>
                  <a:pt x="2380471" y="98196"/>
                  <a:pt x="2372739" y="98196"/>
                </a:cubicBezTo>
                <a:cubicBezTo>
                  <a:pt x="2363117" y="98196"/>
                  <a:pt x="2355670" y="94725"/>
                  <a:pt x="2350397" y="87783"/>
                </a:cubicBezTo>
                <a:cubicBezTo>
                  <a:pt x="2345125" y="80841"/>
                  <a:pt x="2342489" y="72516"/>
                  <a:pt x="2342489" y="62806"/>
                </a:cubicBezTo>
                <a:cubicBezTo>
                  <a:pt x="2342489" y="56128"/>
                  <a:pt x="2343697" y="49966"/>
                  <a:pt x="2346114" y="44320"/>
                </a:cubicBezTo>
                <a:cubicBezTo>
                  <a:pt x="2348530" y="38674"/>
                  <a:pt x="2352034" y="34314"/>
                  <a:pt x="2356625" y="31238"/>
                </a:cubicBezTo>
                <a:cubicBezTo>
                  <a:pt x="2361217" y="28163"/>
                  <a:pt x="2366610" y="26625"/>
                  <a:pt x="2372805" y="26625"/>
                </a:cubicBezTo>
                <a:cubicBezTo>
                  <a:pt x="2381064" y="26625"/>
                  <a:pt x="2387874" y="29986"/>
                  <a:pt x="2393235" y="36708"/>
                </a:cubicBezTo>
                <a:lnTo>
                  <a:pt x="2393235" y="28207"/>
                </a:lnTo>
                <a:lnTo>
                  <a:pt x="2404175" y="28207"/>
                </a:lnTo>
                <a:lnTo>
                  <a:pt x="2404175" y="88747"/>
                </a:lnTo>
                <a:cubicBezTo>
                  <a:pt x="2404175" y="99650"/>
                  <a:pt x="2403065" y="107376"/>
                  <a:pt x="2400846" y="111926"/>
                </a:cubicBezTo>
                <a:cubicBezTo>
                  <a:pt x="2398628" y="116476"/>
                  <a:pt x="2395113" y="120070"/>
                  <a:pt x="2390302" y="122708"/>
                </a:cubicBezTo>
                <a:cubicBezTo>
                  <a:pt x="2385491" y="125347"/>
                  <a:pt x="2379571" y="126666"/>
                  <a:pt x="2372541" y="126666"/>
                </a:cubicBezTo>
                <a:cubicBezTo>
                  <a:pt x="2364193" y="126666"/>
                  <a:pt x="2357449" y="124782"/>
                  <a:pt x="2352309" y="121015"/>
                </a:cubicBezTo>
                <a:cubicBezTo>
                  <a:pt x="2347168" y="117247"/>
                  <a:pt x="2344686" y="111574"/>
                  <a:pt x="2344862" y="103995"/>
                </a:cubicBezTo>
                <a:moveTo>
                  <a:pt x="2354681" y="61951"/>
                </a:moveTo>
                <a:cubicBezTo>
                  <a:pt x="2354681" y="71110"/>
                  <a:pt x="2356504" y="77793"/>
                  <a:pt x="2360151" y="82000"/>
                </a:cubicBezTo>
                <a:cubicBezTo>
                  <a:pt x="2363798" y="86207"/>
                  <a:pt x="2368367" y="88310"/>
                  <a:pt x="2373859" y="88310"/>
                </a:cubicBezTo>
                <a:cubicBezTo>
                  <a:pt x="2379307" y="88310"/>
                  <a:pt x="2383876" y="86218"/>
                  <a:pt x="2387567" y="82033"/>
                </a:cubicBezTo>
                <a:cubicBezTo>
                  <a:pt x="2391257" y="77848"/>
                  <a:pt x="2393103" y="71285"/>
                  <a:pt x="2393103" y="62344"/>
                </a:cubicBezTo>
                <a:cubicBezTo>
                  <a:pt x="2393103" y="53799"/>
                  <a:pt x="2391203" y="47357"/>
                  <a:pt x="2387402" y="43018"/>
                </a:cubicBezTo>
                <a:cubicBezTo>
                  <a:pt x="2383602" y="38680"/>
                  <a:pt x="2379021" y="36510"/>
                  <a:pt x="2373661" y="36510"/>
                </a:cubicBezTo>
                <a:cubicBezTo>
                  <a:pt x="2368389" y="36510"/>
                  <a:pt x="2363908" y="38647"/>
                  <a:pt x="2360217" y="42919"/>
                </a:cubicBezTo>
                <a:cubicBezTo>
                  <a:pt x="2356526" y="47192"/>
                  <a:pt x="2354681" y="53536"/>
                  <a:pt x="2354681" y="61951"/>
                </a:cubicBezTo>
                <a:close/>
                <a:moveTo>
                  <a:pt x="2422145" y="15290"/>
                </a:moveTo>
                <a:lnTo>
                  <a:pt x="2422145" y="1582"/>
                </a:lnTo>
                <a:lnTo>
                  <a:pt x="2434008" y="1582"/>
                </a:lnTo>
                <a:lnTo>
                  <a:pt x="2434008" y="15290"/>
                </a:lnTo>
                <a:lnTo>
                  <a:pt x="2422145" y="15290"/>
                </a:lnTo>
                <a:moveTo>
                  <a:pt x="2422145" y="98196"/>
                </a:moveTo>
                <a:lnTo>
                  <a:pt x="2422145" y="28207"/>
                </a:lnTo>
                <a:lnTo>
                  <a:pt x="2434008" y="28207"/>
                </a:lnTo>
                <a:lnTo>
                  <a:pt x="2434008" y="98196"/>
                </a:lnTo>
                <a:lnTo>
                  <a:pt x="2422145" y="98196"/>
                </a:lnTo>
                <a:close/>
                <a:moveTo>
                  <a:pt x="2452042" y="98196"/>
                </a:moveTo>
                <a:lnTo>
                  <a:pt x="2452042" y="28207"/>
                </a:lnTo>
                <a:lnTo>
                  <a:pt x="2462719" y="28207"/>
                </a:lnTo>
                <a:lnTo>
                  <a:pt x="2462719" y="38092"/>
                </a:lnTo>
                <a:cubicBezTo>
                  <a:pt x="2467859" y="30447"/>
                  <a:pt x="2475284" y="26625"/>
                  <a:pt x="2484994" y="26625"/>
                </a:cubicBezTo>
                <a:cubicBezTo>
                  <a:pt x="2489212" y="26625"/>
                  <a:pt x="2493089" y="27383"/>
                  <a:pt x="2496626" y="28899"/>
                </a:cubicBezTo>
                <a:cubicBezTo>
                  <a:pt x="2500163" y="30414"/>
                  <a:pt x="2502810" y="32402"/>
                  <a:pt x="2504567" y="34863"/>
                </a:cubicBezTo>
                <a:cubicBezTo>
                  <a:pt x="2506325" y="37323"/>
                  <a:pt x="2507555" y="40245"/>
                  <a:pt x="2508258" y="43628"/>
                </a:cubicBezTo>
                <a:cubicBezTo>
                  <a:pt x="2508697" y="45825"/>
                  <a:pt x="2508917" y="49669"/>
                  <a:pt x="2508917" y="55161"/>
                </a:cubicBezTo>
                <a:lnTo>
                  <a:pt x="2508917" y="98196"/>
                </a:lnTo>
                <a:lnTo>
                  <a:pt x="2497054" y="98196"/>
                </a:lnTo>
                <a:lnTo>
                  <a:pt x="2497054" y="55577"/>
                </a:lnTo>
                <a:cubicBezTo>
                  <a:pt x="2497054" y="50739"/>
                  <a:pt x="2496593" y="47121"/>
                  <a:pt x="2495670" y="44724"/>
                </a:cubicBezTo>
                <a:cubicBezTo>
                  <a:pt x="2494748" y="42326"/>
                  <a:pt x="2493111" y="40413"/>
                  <a:pt x="2490761" y="38984"/>
                </a:cubicBezTo>
                <a:cubicBezTo>
                  <a:pt x="2488410" y="37555"/>
                  <a:pt x="2485653" y="36840"/>
                  <a:pt x="2482490" y="36840"/>
                </a:cubicBezTo>
                <a:cubicBezTo>
                  <a:pt x="2477437" y="36840"/>
                  <a:pt x="2473076" y="38446"/>
                  <a:pt x="2469408" y="41657"/>
                </a:cubicBezTo>
                <a:cubicBezTo>
                  <a:pt x="2465739" y="44867"/>
                  <a:pt x="2463905" y="50958"/>
                  <a:pt x="2463905" y="59931"/>
                </a:cubicBezTo>
                <a:lnTo>
                  <a:pt x="2463905" y="98196"/>
                </a:lnTo>
                <a:lnTo>
                  <a:pt x="2452042" y="98196"/>
                </a:lnTo>
                <a:close/>
                <a:moveTo>
                  <a:pt x="2572757" y="89554"/>
                </a:moveTo>
                <a:cubicBezTo>
                  <a:pt x="2568363" y="93292"/>
                  <a:pt x="2564134" y="95930"/>
                  <a:pt x="2560070" y="97469"/>
                </a:cubicBezTo>
                <a:cubicBezTo>
                  <a:pt x="2556006" y="99008"/>
                  <a:pt x="2551646" y="99778"/>
                  <a:pt x="2546989" y="99778"/>
                </a:cubicBezTo>
                <a:cubicBezTo>
                  <a:pt x="2539300" y="99778"/>
                  <a:pt x="2533390" y="97898"/>
                  <a:pt x="2529261" y="94139"/>
                </a:cubicBezTo>
                <a:cubicBezTo>
                  <a:pt x="2525131" y="90379"/>
                  <a:pt x="2523066" y="85576"/>
                  <a:pt x="2523066" y="79729"/>
                </a:cubicBezTo>
                <a:cubicBezTo>
                  <a:pt x="2523066" y="76300"/>
                  <a:pt x="2523845" y="73168"/>
                  <a:pt x="2525405" y="70333"/>
                </a:cubicBezTo>
                <a:cubicBezTo>
                  <a:pt x="2526965" y="67497"/>
                  <a:pt x="2529008" y="65221"/>
                  <a:pt x="2531534" y="63506"/>
                </a:cubicBezTo>
                <a:cubicBezTo>
                  <a:pt x="2534061" y="61791"/>
                  <a:pt x="2536905" y="60494"/>
                  <a:pt x="2540069" y="59616"/>
                </a:cubicBezTo>
                <a:cubicBezTo>
                  <a:pt x="2542397" y="58999"/>
                  <a:pt x="2545912" y="58405"/>
                  <a:pt x="2550613" y="57834"/>
                </a:cubicBezTo>
                <a:cubicBezTo>
                  <a:pt x="2560191" y="56700"/>
                  <a:pt x="2567243" y="55348"/>
                  <a:pt x="2571768" y="53777"/>
                </a:cubicBezTo>
                <a:cubicBezTo>
                  <a:pt x="2571812" y="52158"/>
                  <a:pt x="2571834" y="51130"/>
                  <a:pt x="2571834" y="50692"/>
                </a:cubicBezTo>
                <a:cubicBezTo>
                  <a:pt x="2571834" y="45877"/>
                  <a:pt x="2570714" y="42485"/>
                  <a:pt x="2568473" y="40516"/>
                </a:cubicBezTo>
                <a:cubicBezTo>
                  <a:pt x="2565441" y="37846"/>
                  <a:pt x="2560938" y="36510"/>
                  <a:pt x="2554963" y="36510"/>
                </a:cubicBezTo>
                <a:cubicBezTo>
                  <a:pt x="2549383" y="36510"/>
                  <a:pt x="2545264" y="37488"/>
                  <a:pt x="2542606" y="39443"/>
                </a:cubicBezTo>
                <a:cubicBezTo>
                  <a:pt x="2539948" y="41398"/>
                  <a:pt x="2537982" y="44858"/>
                  <a:pt x="2536708" y="49823"/>
                </a:cubicBezTo>
                <a:lnTo>
                  <a:pt x="2525109" y="48241"/>
                </a:lnTo>
                <a:cubicBezTo>
                  <a:pt x="2526163" y="43261"/>
                  <a:pt x="2527899" y="39240"/>
                  <a:pt x="2530315" y="36177"/>
                </a:cubicBezTo>
                <a:cubicBezTo>
                  <a:pt x="2532731" y="33114"/>
                  <a:pt x="2536224" y="30756"/>
                  <a:pt x="2540794" y="29105"/>
                </a:cubicBezTo>
                <a:cubicBezTo>
                  <a:pt x="2545363" y="27451"/>
                  <a:pt x="2550657" y="26625"/>
                  <a:pt x="2556676" y="26625"/>
                </a:cubicBezTo>
                <a:cubicBezTo>
                  <a:pt x="2562652" y="26625"/>
                  <a:pt x="2567506" y="27328"/>
                  <a:pt x="2571241" y="28734"/>
                </a:cubicBezTo>
                <a:cubicBezTo>
                  <a:pt x="2574975" y="30140"/>
                  <a:pt x="2577721" y="31908"/>
                  <a:pt x="2579479" y="34039"/>
                </a:cubicBezTo>
                <a:cubicBezTo>
                  <a:pt x="2581236" y="36170"/>
                  <a:pt x="2582466" y="38861"/>
                  <a:pt x="2583169" y="42112"/>
                </a:cubicBezTo>
                <a:cubicBezTo>
                  <a:pt x="2583565" y="44133"/>
                  <a:pt x="2583763" y="47780"/>
                  <a:pt x="2583763" y="53052"/>
                </a:cubicBezTo>
                <a:lnTo>
                  <a:pt x="2583763" y="68869"/>
                </a:lnTo>
                <a:cubicBezTo>
                  <a:pt x="2583763" y="79897"/>
                  <a:pt x="2584015" y="86871"/>
                  <a:pt x="2584520" y="89793"/>
                </a:cubicBezTo>
                <a:cubicBezTo>
                  <a:pt x="2585026" y="92715"/>
                  <a:pt x="2586025" y="95516"/>
                  <a:pt x="2587519" y="98196"/>
                </a:cubicBezTo>
                <a:lnTo>
                  <a:pt x="2575129" y="98196"/>
                </a:lnTo>
                <a:cubicBezTo>
                  <a:pt x="2573899" y="95733"/>
                  <a:pt x="2573108" y="92852"/>
                  <a:pt x="2572757" y="89554"/>
                </a:cubicBezTo>
                <a:moveTo>
                  <a:pt x="2571768" y="63004"/>
                </a:moveTo>
                <a:cubicBezTo>
                  <a:pt x="2567462" y="64776"/>
                  <a:pt x="2561004" y="66282"/>
                  <a:pt x="2552393" y="67522"/>
                </a:cubicBezTo>
                <a:cubicBezTo>
                  <a:pt x="2547516" y="68228"/>
                  <a:pt x="2544067" y="69022"/>
                  <a:pt x="2542046" y="69905"/>
                </a:cubicBezTo>
                <a:cubicBezTo>
                  <a:pt x="2540025" y="70786"/>
                  <a:pt x="2538465" y="72077"/>
                  <a:pt x="2537367" y="73777"/>
                </a:cubicBezTo>
                <a:cubicBezTo>
                  <a:pt x="2536268" y="75475"/>
                  <a:pt x="2535719" y="77361"/>
                  <a:pt x="2535719" y="79434"/>
                </a:cubicBezTo>
                <a:cubicBezTo>
                  <a:pt x="2535719" y="82610"/>
                  <a:pt x="2536916" y="85257"/>
                  <a:pt x="2539311" y="87375"/>
                </a:cubicBezTo>
                <a:cubicBezTo>
                  <a:pt x="2541705" y="89493"/>
                  <a:pt x="2545209" y="90551"/>
                  <a:pt x="2549822" y="90551"/>
                </a:cubicBezTo>
                <a:cubicBezTo>
                  <a:pt x="2554392" y="90551"/>
                  <a:pt x="2558456" y="89547"/>
                  <a:pt x="2562014" y="87538"/>
                </a:cubicBezTo>
                <a:cubicBezTo>
                  <a:pt x="2565573" y="85529"/>
                  <a:pt x="2568187" y="82781"/>
                  <a:pt x="2569857" y="79294"/>
                </a:cubicBezTo>
                <a:cubicBezTo>
                  <a:pt x="2571131" y="76600"/>
                  <a:pt x="2571768" y="72627"/>
                  <a:pt x="2571768" y="67374"/>
                </a:cubicBezTo>
                <a:lnTo>
                  <a:pt x="2571768" y="63004"/>
                </a:lnTo>
                <a:close/>
                <a:moveTo>
                  <a:pt x="2601865" y="98196"/>
                </a:moveTo>
                <a:lnTo>
                  <a:pt x="2601865" y="1582"/>
                </a:lnTo>
                <a:lnTo>
                  <a:pt x="2613728" y="1582"/>
                </a:lnTo>
                <a:lnTo>
                  <a:pt x="2613728" y="98196"/>
                </a:lnTo>
                <a:lnTo>
                  <a:pt x="2601865" y="9819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responseshouldalsobe">
            <a:extLst xmlns:a="http://schemas.openxmlformats.org/drawingml/2006/main">
              <a:ext uri="{FF2B5EF4-FFF2-40B4-BE49-F238E27FC236}">
                <a16:creationId xmlns:a16="http://schemas.microsoft.com/office/drawing/2014/main" id="{A15FAD14-19AD-478F-9A98-59E88D4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18" y="2406224"/>
            <a:ext cx="1448592" cy="123503"/>
          </a:xfrm>
          <a:custGeom xmlns:a="http://schemas.openxmlformats.org/drawingml/2006/main">
            <a:pathLst>
              <a:path w="1448592" h="123503">
                <a:moveTo>
                  <a:pt x="0" y="96614"/>
                </a:moveTo>
                <a:lnTo>
                  <a:pt x="0" y="26625"/>
                </a:lnTo>
                <a:lnTo>
                  <a:pt x="10676" y="26625"/>
                </a:lnTo>
                <a:lnTo>
                  <a:pt x="10676" y="37169"/>
                </a:lnTo>
                <a:cubicBezTo>
                  <a:pt x="13400" y="32232"/>
                  <a:pt x="15916" y="28977"/>
                  <a:pt x="18222" y="27403"/>
                </a:cubicBezTo>
                <a:cubicBezTo>
                  <a:pt x="20529" y="25830"/>
                  <a:pt x="23066" y="25043"/>
                  <a:pt x="25834" y="25043"/>
                </a:cubicBezTo>
                <a:cubicBezTo>
                  <a:pt x="29832" y="25043"/>
                  <a:pt x="33896" y="26312"/>
                  <a:pt x="38026" y="28849"/>
                </a:cubicBezTo>
                <a:lnTo>
                  <a:pt x="33940" y="39806"/>
                </a:lnTo>
                <a:cubicBezTo>
                  <a:pt x="31040" y="38092"/>
                  <a:pt x="28141" y="37235"/>
                  <a:pt x="25241" y="37235"/>
                </a:cubicBezTo>
                <a:cubicBezTo>
                  <a:pt x="22649" y="37235"/>
                  <a:pt x="20320" y="38017"/>
                  <a:pt x="18255" y="39579"/>
                </a:cubicBezTo>
                <a:cubicBezTo>
                  <a:pt x="16190" y="41140"/>
                  <a:pt x="14718" y="43306"/>
                  <a:pt x="13840" y="46077"/>
                </a:cubicBezTo>
                <a:cubicBezTo>
                  <a:pt x="12522" y="50299"/>
                  <a:pt x="11863" y="54917"/>
                  <a:pt x="11863" y="59931"/>
                </a:cubicBezTo>
                <a:lnTo>
                  <a:pt x="11863" y="96614"/>
                </a:lnTo>
                <a:lnTo>
                  <a:pt x="0" y="96614"/>
                </a:lnTo>
                <a:close/>
                <a:moveTo>
                  <a:pt x="92989" y="74075"/>
                </a:moveTo>
                <a:lnTo>
                  <a:pt x="105247" y="75591"/>
                </a:lnTo>
                <a:cubicBezTo>
                  <a:pt x="103314" y="82753"/>
                  <a:pt x="99733" y="88310"/>
                  <a:pt x="94505" y="92265"/>
                </a:cubicBezTo>
                <a:cubicBezTo>
                  <a:pt x="89276" y="96219"/>
                  <a:pt x="82598" y="98196"/>
                  <a:pt x="74470" y="98196"/>
                </a:cubicBezTo>
                <a:cubicBezTo>
                  <a:pt x="64233" y="98196"/>
                  <a:pt x="56116" y="95043"/>
                  <a:pt x="50119" y="88739"/>
                </a:cubicBezTo>
                <a:cubicBezTo>
                  <a:pt x="44122" y="82434"/>
                  <a:pt x="41123" y="73592"/>
                  <a:pt x="41123" y="62213"/>
                </a:cubicBezTo>
                <a:cubicBezTo>
                  <a:pt x="41123" y="50438"/>
                  <a:pt x="44154" y="41299"/>
                  <a:pt x="50218" y="34797"/>
                </a:cubicBezTo>
                <a:cubicBezTo>
                  <a:pt x="56281" y="28294"/>
                  <a:pt x="64145" y="25043"/>
                  <a:pt x="73811" y="25043"/>
                </a:cubicBezTo>
                <a:cubicBezTo>
                  <a:pt x="83169" y="25043"/>
                  <a:pt x="90814" y="28224"/>
                  <a:pt x="96745" y="34585"/>
                </a:cubicBezTo>
                <a:cubicBezTo>
                  <a:pt x="102677" y="40944"/>
                  <a:pt x="105642" y="49892"/>
                  <a:pt x="105642" y="61428"/>
                </a:cubicBezTo>
                <a:cubicBezTo>
                  <a:pt x="105642" y="62130"/>
                  <a:pt x="105620" y="63182"/>
                  <a:pt x="105576" y="64585"/>
                </a:cubicBezTo>
                <a:lnTo>
                  <a:pt x="53381" y="64585"/>
                </a:lnTo>
                <a:cubicBezTo>
                  <a:pt x="53820" y="72252"/>
                  <a:pt x="55995" y="78123"/>
                  <a:pt x="59905" y="82198"/>
                </a:cubicBezTo>
                <a:cubicBezTo>
                  <a:pt x="63816" y="86273"/>
                  <a:pt x="68692" y="88310"/>
                  <a:pt x="74536" y="88310"/>
                </a:cubicBezTo>
                <a:cubicBezTo>
                  <a:pt x="78886" y="88310"/>
                  <a:pt x="82598" y="87179"/>
                  <a:pt x="85674" y="84916"/>
                </a:cubicBezTo>
                <a:cubicBezTo>
                  <a:pt x="88749" y="82652"/>
                  <a:pt x="91187" y="79039"/>
                  <a:pt x="92989" y="74075"/>
                </a:cubicBezTo>
                <a:moveTo>
                  <a:pt x="54040" y="54700"/>
                </a:moveTo>
                <a:lnTo>
                  <a:pt x="93121" y="54700"/>
                </a:lnTo>
                <a:cubicBezTo>
                  <a:pt x="92593" y="48908"/>
                  <a:pt x="91100" y="44565"/>
                  <a:pt x="88639" y="41669"/>
                </a:cubicBezTo>
                <a:cubicBezTo>
                  <a:pt x="84861" y="37176"/>
                  <a:pt x="79962" y="34929"/>
                  <a:pt x="73943" y="34929"/>
                </a:cubicBezTo>
                <a:cubicBezTo>
                  <a:pt x="68495" y="34929"/>
                  <a:pt x="63914" y="36723"/>
                  <a:pt x="60202" y="40310"/>
                </a:cubicBezTo>
                <a:cubicBezTo>
                  <a:pt x="56489" y="43896"/>
                  <a:pt x="54435" y="48693"/>
                  <a:pt x="54040" y="54700"/>
                </a:cubicBezTo>
                <a:close/>
                <a:moveTo>
                  <a:pt x="115375" y="75657"/>
                </a:moveTo>
                <a:lnTo>
                  <a:pt x="127106" y="73812"/>
                </a:lnTo>
                <a:cubicBezTo>
                  <a:pt x="127765" y="78492"/>
                  <a:pt x="129599" y="82079"/>
                  <a:pt x="132609" y="84572"/>
                </a:cubicBezTo>
                <a:cubicBezTo>
                  <a:pt x="135618" y="87064"/>
                  <a:pt x="139825" y="88310"/>
                  <a:pt x="145229" y="88310"/>
                </a:cubicBezTo>
                <a:cubicBezTo>
                  <a:pt x="150677" y="88310"/>
                  <a:pt x="154719" y="87210"/>
                  <a:pt x="157355" y="85009"/>
                </a:cubicBezTo>
                <a:cubicBezTo>
                  <a:pt x="159991" y="82807"/>
                  <a:pt x="161309" y="80224"/>
                  <a:pt x="161309" y="77261"/>
                </a:cubicBezTo>
                <a:cubicBezTo>
                  <a:pt x="161309" y="74602"/>
                  <a:pt x="160145" y="72509"/>
                  <a:pt x="157817" y="70984"/>
                </a:cubicBezTo>
                <a:cubicBezTo>
                  <a:pt x="156191" y="69938"/>
                  <a:pt x="152149" y="68608"/>
                  <a:pt x="145690" y="66995"/>
                </a:cubicBezTo>
                <a:cubicBezTo>
                  <a:pt x="136991" y="64797"/>
                  <a:pt x="130961" y="62895"/>
                  <a:pt x="127600" y="61290"/>
                </a:cubicBezTo>
                <a:cubicBezTo>
                  <a:pt x="124239" y="59685"/>
                  <a:pt x="121691" y="57464"/>
                  <a:pt x="119955" y="54628"/>
                </a:cubicBezTo>
                <a:cubicBezTo>
                  <a:pt x="118220" y="51791"/>
                  <a:pt x="117352" y="48658"/>
                  <a:pt x="117352" y="45228"/>
                </a:cubicBezTo>
                <a:cubicBezTo>
                  <a:pt x="117352" y="42106"/>
                  <a:pt x="118066" y="39214"/>
                  <a:pt x="119494" y="36554"/>
                </a:cubicBezTo>
                <a:cubicBezTo>
                  <a:pt x="120922" y="33893"/>
                  <a:pt x="122866" y="31683"/>
                  <a:pt x="125326" y="29924"/>
                </a:cubicBezTo>
                <a:cubicBezTo>
                  <a:pt x="127172" y="28561"/>
                  <a:pt x="129687" y="27407"/>
                  <a:pt x="132872" y="26462"/>
                </a:cubicBezTo>
                <a:cubicBezTo>
                  <a:pt x="136058" y="25516"/>
                  <a:pt x="139474" y="25043"/>
                  <a:pt x="143120" y="25043"/>
                </a:cubicBezTo>
                <a:cubicBezTo>
                  <a:pt x="148612" y="25043"/>
                  <a:pt x="153434" y="25840"/>
                  <a:pt x="157586" y="27432"/>
                </a:cubicBezTo>
                <a:cubicBezTo>
                  <a:pt x="161738" y="29024"/>
                  <a:pt x="164802" y="31180"/>
                  <a:pt x="166779" y="33901"/>
                </a:cubicBezTo>
                <a:cubicBezTo>
                  <a:pt x="168757" y="36621"/>
                  <a:pt x="170119" y="40259"/>
                  <a:pt x="170865" y="44814"/>
                </a:cubicBezTo>
                <a:lnTo>
                  <a:pt x="159266" y="46396"/>
                </a:lnTo>
                <a:cubicBezTo>
                  <a:pt x="158739" y="42793"/>
                  <a:pt x="157212" y="39981"/>
                  <a:pt x="154686" y="37960"/>
                </a:cubicBezTo>
                <a:cubicBezTo>
                  <a:pt x="152160" y="35939"/>
                  <a:pt x="148590" y="34929"/>
                  <a:pt x="143977" y="34929"/>
                </a:cubicBezTo>
                <a:cubicBezTo>
                  <a:pt x="138529" y="34929"/>
                  <a:pt x="134641" y="35825"/>
                  <a:pt x="132312" y="37618"/>
                </a:cubicBezTo>
                <a:cubicBezTo>
                  <a:pt x="129983" y="39410"/>
                  <a:pt x="128819" y="41509"/>
                  <a:pt x="128819" y="43914"/>
                </a:cubicBezTo>
                <a:cubicBezTo>
                  <a:pt x="128819" y="45444"/>
                  <a:pt x="129302" y="46821"/>
                  <a:pt x="130269" y="48046"/>
                </a:cubicBezTo>
                <a:cubicBezTo>
                  <a:pt x="131236" y="49313"/>
                  <a:pt x="132751" y="50362"/>
                  <a:pt x="134816" y="51192"/>
                </a:cubicBezTo>
                <a:cubicBezTo>
                  <a:pt x="136003" y="51630"/>
                  <a:pt x="139496" y="52636"/>
                  <a:pt x="145295" y="54210"/>
                </a:cubicBezTo>
                <a:cubicBezTo>
                  <a:pt x="153687" y="56449"/>
                  <a:pt x="159541" y="58282"/>
                  <a:pt x="162858" y="59708"/>
                </a:cubicBezTo>
                <a:cubicBezTo>
                  <a:pt x="166175" y="61135"/>
                  <a:pt x="168779" y="63209"/>
                  <a:pt x="170668" y="65932"/>
                </a:cubicBezTo>
                <a:cubicBezTo>
                  <a:pt x="172557" y="68653"/>
                  <a:pt x="173502" y="72033"/>
                  <a:pt x="173502" y="76071"/>
                </a:cubicBezTo>
                <a:cubicBezTo>
                  <a:pt x="173502" y="80022"/>
                  <a:pt x="172348" y="83743"/>
                  <a:pt x="170042" y="87233"/>
                </a:cubicBezTo>
                <a:cubicBezTo>
                  <a:pt x="167735" y="90722"/>
                  <a:pt x="164407" y="93421"/>
                  <a:pt x="160057" y="95331"/>
                </a:cubicBezTo>
                <a:cubicBezTo>
                  <a:pt x="155708" y="97241"/>
                  <a:pt x="150787" y="98196"/>
                  <a:pt x="145295" y="98196"/>
                </a:cubicBezTo>
                <a:cubicBezTo>
                  <a:pt x="136200" y="98196"/>
                  <a:pt x="129270" y="96301"/>
                  <a:pt x="124503" y="92512"/>
                </a:cubicBezTo>
                <a:cubicBezTo>
                  <a:pt x="119736" y="88722"/>
                  <a:pt x="116693" y="83104"/>
                  <a:pt x="115375" y="75657"/>
                </a:cubicBezTo>
                <a:close/>
                <a:moveTo>
                  <a:pt x="187605" y="123503"/>
                </a:moveTo>
                <a:lnTo>
                  <a:pt x="187605" y="26625"/>
                </a:lnTo>
                <a:lnTo>
                  <a:pt x="198413" y="26625"/>
                </a:lnTo>
                <a:lnTo>
                  <a:pt x="198413" y="35654"/>
                </a:lnTo>
                <a:cubicBezTo>
                  <a:pt x="200961" y="32117"/>
                  <a:pt x="203839" y="29464"/>
                  <a:pt x="207046" y="27696"/>
                </a:cubicBezTo>
                <a:cubicBezTo>
                  <a:pt x="210254" y="25927"/>
                  <a:pt x="214142" y="25043"/>
                  <a:pt x="218711" y="25043"/>
                </a:cubicBezTo>
                <a:cubicBezTo>
                  <a:pt x="224687" y="25043"/>
                  <a:pt x="229959" y="26581"/>
                  <a:pt x="234528" y="29656"/>
                </a:cubicBezTo>
                <a:cubicBezTo>
                  <a:pt x="239097" y="32732"/>
                  <a:pt x="242546" y="37071"/>
                  <a:pt x="244875" y="42672"/>
                </a:cubicBezTo>
                <a:cubicBezTo>
                  <a:pt x="247203" y="48274"/>
                  <a:pt x="248368" y="54414"/>
                  <a:pt x="248368" y="61092"/>
                </a:cubicBezTo>
                <a:cubicBezTo>
                  <a:pt x="248368" y="68254"/>
                  <a:pt x="247083" y="74701"/>
                  <a:pt x="244512" y="80435"/>
                </a:cubicBezTo>
                <a:cubicBezTo>
                  <a:pt x="241942" y="86169"/>
                  <a:pt x="238208" y="90562"/>
                  <a:pt x="233309" y="93616"/>
                </a:cubicBezTo>
                <a:cubicBezTo>
                  <a:pt x="228410" y="96669"/>
                  <a:pt x="223259" y="98196"/>
                  <a:pt x="217855" y="98196"/>
                </a:cubicBezTo>
                <a:cubicBezTo>
                  <a:pt x="213900" y="98196"/>
                  <a:pt x="210353" y="97350"/>
                  <a:pt x="207211" y="95659"/>
                </a:cubicBezTo>
                <a:cubicBezTo>
                  <a:pt x="204070" y="93966"/>
                  <a:pt x="201489" y="91828"/>
                  <a:pt x="199468" y="89245"/>
                </a:cubicBezTo>
                <a:lnTo>
                  <a:pt x="199468" y="123503"/>
                </a:lnTo>
                <a:lnTo>
                  <a:pt x="187605" y="123503"/>
                </a:lnTo>
                <a:moveTo>
                  <a:pt x="198347" y="61916"/>
                </a:moveTo>
                <a:cubicBezTo>
                  <a:pt x="198347" y="70912"/>
                  <a:pt x="200171" y="77560"/>
                  <a:pt x="203817" y="81860"/>
                </a:cubicBezTo>
                <a:cubicBezTo>
                  <a:pt x="207464" y="86160"/>
                  <a:pt x="211879" y="88310"/>
                  <a:pt x="217064" y="88310"/>
                </a:cubicBezTo>
                <a:cubicBezTo>
                  <a:pt x="222336" y="88310"/>
                  <a:pt x="226850" y="86083"/>
                  <a:pt x="230607" y="81629"/>
                </a:cubicBezTo>
                <a:cubicBezTo>
                  <a:pt x="234363" y="77175"/>
                  <a:pt x="236242" y="70275"/>
                  <a:pt x="236242" y="60928"/>
                </a:cubicBezTo>
                <a:cubicBezTo>
                  <a:pt x="236242" y="52020"/>
                  <a:pt x="234407" y="45350"/>
                  <a:pt x="230739" y="40918"/>
                </a:cubicBezTo>
                <a:cubicBezTo>
                  <a:pt x="227070" y="36486"/>
                  <a:pt x="222687" y="34270"/>
                  <a:pt x="217591" y="34270"/>
                </a:cubicBezTo>
                <a:cubicBezTo>
                  <a:pt x="212538" y="34270"/>
                  <a:pt x="208068" y="36628"/>
                  <a:pt x="204180" y="41346"/>
                </a:cubicBezTo>
                <a:cubicBezTo>
                  <a:pt x="200291" y="46064"/>
                  <a:pt x="198347" y="52920"/>
                  <a:pt x="198347" y="61916"/>
                </a:cubicBezTo>
                <a:close/>
                <a:moveTo>
                  <a:pt x="258233" y="61620"/>
                </a:moveTo>
                <a:cubicBezTo>
                  <a:pt x="258233" y="48659"/>
                  <a:pt x="261836" y="39059"/>
                  <a:pt x="269041" y="32820"/>
                </a:cubicBezTo>
                <a:cubicBezTo>
                  <a:pt x="275060" y="27635"/>
                  <a:pt x="282397" y="25043"/>
                  <a:pt x="291053" y="25043"/>
                </a:cubicBezTo>
                <a:cubicBezTo>
                  <a:pt x="300675" y="25043"/>
                  <a:pt x="308539" y="28196"/>
                  <a:pt x="314646" y="34500"/>
                </a:cubicBezTo>
                <a:cubicBezTo>
                  <a:pt x="320753" y="40805"/>
                  <a:pt x="323807" y="49515"/>
                  <a:pt x="323807" y="60631"/>
                </a:cubicBezTo>
                <a:cubicBezTo>
                  <a:pt x="323807" y="69638"/>
                  <a:pt x="322456" y="76722"/>
                  <a:pt x="319754" y="81885"/>
                </a:cubicBezTo>
                <a:cubicBezTo>
                  <a:pt x="317051" y="87047"/>
                  <a:pt x="313119" y="91056"/>
                  <a:pt x="307957" y="93912"/>
                </a:cubicBezTo>
                <a:cubicBezTo>
                  <a:pt x="302794" y="96768"/>
                  <a:pt x="297160" y="98196"/>
                  <a:pt x="291053" y="98196"/>
                </a:cubicBezTo>
                <a:cubicBezTo>
                  <a:pt x="281255" y="98196"/>
                  <a:pt x="273336" y="95054"/>
                  <a:pt x="267295" y="88772"/>
                </a:cubicBezTo>
                <a:cubicBezTo>
                  <a:pt x="261253" y="82489"/>
                  <a:pt x="258233" y="73438"/>
                  <a:pt x="258233" y="61620"/>
                </a:cubicBezTo>
                <a:moveTo>
                  <a:pt x="270425" y="61587"/>
                </a:moveTo>
                <a:cubicBezTo>
                  <a:pt x="270425" y="70516"/>
                  <a:pt x="272380" y="77203"/>
                  <a:pt x="276290" y="81646"/>
                </a:cubicBezTo>
                <a:cubicBezTo>
                  <a:pt x="280201" y="86089"/>
                  <a:pt x="285121" y="88310"/>
                  <a:pt x="291053" y="88310"/>
                </a:cubicBezTo>
                <a:cubicBezTo>
                  <a:pt x="296940" y="88310"/>
                  <a:pt x="301839" y="86078"/>
                  <a:pt x="305749" y="81613"/>
                </a:cubicBezTo>
                <a:cubicBezTo>
                  <a:pt x="309659" y="77148"/>
                  <a:pt x="311614" y="70341"/>
                  <a:pt x="311614" y="61193"/>
                </a:cubicBezTo>
                <a:cubicBezTo>
                  <a:pt x="311614" y="52570"/>
                  <a:pt x="309648" y="46036"/>
                  <a:pt x="305716" y="41593"/>
                </a:cubicBezTo>
                <a:cubicBezTo>
                  <a:pt x="301784" y="37150"/>
                  <a:pt x="296896" y="34929"/>
                  <a:pt x="291053" y="34929"/>
                </a:cubicBezTo>
                <a:cubicBezTo>
                  <a:pt x="285121" y="34929"/>
                  <a:pt x="280201" y="37139"/>
                  <a:pt x="276290" y="41560"/>
                </a:cubicBezTo>
                <a:cubicBezTo>
                  <a:pt x="272380" y="45981"/>
                  <a:pt x="270425" y="52657"/>
                  <a:pt x="270425" y="61587"/>
                </a:cubicBezTo>
                <a:close/>
                <a:moveTo>
                  <a:pt x="337691" y="96614"/>
                </a:moveTo>
                <a:lnTo>
                  <a:pt x="337691" y="26625"/>
                </a:lnTo>
                <a:lnTo>
                  <a:pt x="348368" y="26625"/>
                </a:lnTo>
                <a:lnTo>
                  <a:pt x="348368" y="36510"/>
                </a:lnTo>
                <a:cubicBezTo>
                  <a:pt x="353508" y="28866"/>
                  <a:pt x="360933" y="25043"/>
                  <a:pt x="370643" y="25043"/>
                </a:cubicBezTo>
                <a:cubicBezTo>
                  <a:pt x="374861" y="25043"/>
                  <a:pt x="378738" y="25801"/>
                  <a:pt x="382275" y="27317"/>
                </a:cubicBezTo>
                <a:cubicBezTo>
                  <a:pt x="385812" y="28833"/>
                  <a:pt x="388459" y="30821"/>
                  <a:pt x="390216" y="33281"/>
                </a:cubicBezTo>
                <a:cubicBezTo>
                  <a:pt x="391974" y="35742"/>
                  <a:pt x="393204" y="38663"/>
                  <a:pt x="393907" y="42046"/>
                </a:cubicBezTo>
                <a:cubicBezTo>
                  <a:pt x="394346" y="44243"/>
                  <a:pt x="394566" y="48087"/>
                  <a:pt x="394566" y="53579"/>
                </a:cubicBezTo>
                <a:lnTo>
                  <a:pt x="394566" y="96614"/>
                </a:lnTo>
                <a:lnTo>
                  <a:pt x="382703" y="96614"/>
                </a:lnTo>
                <a:lnTo>
                  <a:pt x="382703" y="53995"/>
                </a:lnTo>
                <a:cubicBezTo>
                  <a:pt x="382703" y="49157"/>
                  <a:pt x="382242" y="45539"/>
                  <a:pt x="381319" y="43142"/>
                </a:cubicBezTo>
                <a:cubicBezTo>
                  <a:pt x="380397" y="40745"/>
                  <a:pt x="378760" y="38831"/>
                  <a:pt x="376410" y="37402"/>
                </a:cubicBezTo>
                <a:cubicBezTo>
                  <a:pt x="374059" y="35973"/>
                  <a:pt x="371302" y="35258"/>
                  <a:pt x="368139" y="35258"/>
                </a:cubicBezTo>
                <a:cubicBezTo>
                  <a:pt x="363086" y="35258"/>
                  <a:pt x="358726" y="36864"/>
                  <a:pt x="355057" y="40075"/>
                </a:cubicBezTo>
                <a:cubicBezTo>
                  <a:pt x="351388" y="43285"/>
                  <a:pt x="349554" y="49377"/>
                  <a:pt x="349554" y="58349"/>
                </a:cubicBezTo>
                <a:lnTo>
                  <a:pt x="349554" y="96614"/>
                </a:lnTo>
                <a:lnTo>
                  <a:pt x="337691" y="96614"/>
                </a:lnTo>
                <a:close/>
                <a:moveTo>
                  <a:pt x="407990" y="75657"/>
                </a:moveTo>
                <a:lnTo>
                  <a:pt x="419721" y="73812"/>
                </a:lnTo>
                <a:cubicBezTo>
                  <a:pt x="420380" y="78492"/>
                  <a:pt x="422214" y="82079"/>
                  <a:pt x="425223" y="84572"/>
                </a:cubicBezTo>
                <a:cubicBezTo>
                  <a:pt x="428233" y="87064"/>
                  <a:pt x="432440" y="88310"/>
                  <a:pt x="437844" y="88310"/>
                </a:cubicBezTo>
                <a:cubicBezTo>
                  <a:pt x="443292" y="88310"/>
                  <a:pt x="447334" y="87210"/>
                  <a:pt x="449970" y="85009"/>
                </a:cubicBezTo>
                <a:cubicBezTo>
                  <a:pt x="452606" y="82807"/>
                  <a:pt x="453924" y="80224"/>
                  <a:pt x="453924" y="77261"/>
                </a:cubicBezTo>
                <a:cubicBezTo>
                  <a:pt x="453924" y="74602"/>
                  <a:pt x="452760" y="72509"/>
                  <a:pt x="450431" y="70984"/>
                </a:cubicBezTo>
                <a:cubicBezTo>
                  <a:pt x="448806" y="69938"/>
                  <a:pt x="444764" y="68608"/>
                  <a:pt x="438305" y="66995"/>
                </a:cubicBezTo>
                <a:cubicBezTo>
                  <a:pt x="429606" y="64797"/>
                  <a:pt x="423576" y="62895"/>
                  <a:pt x="420215" y="61290"/>
                </a:cubicBezTo>
                <a:cubicBezTo>
                  <a:pt x="416854" y="59685"/>
                  <a:pt x="414305" y="57464"/>
                  <a:pt x="412570" y="54628"/>
                </a:cubicBezTo>
                <a:cubicBezTo>
                  <a:pt x="410835" y="51791"/>
                  <a:pt x="409967" y="48658"/>
                  <a:pt x="409967" y="45228"/>
                </a:cubicBezTo>
                <a:cubicBezTo>
                  <a:pt x="409967" y="42106"/>
                  <a:pt x="410681" y="39214"/>
                  <a:pt x="412109" y="36554"/>
                </a:cubicBezTo>
                <a:cubicBezTo>
                  <a:pt x="413537" y="33893"/>
                  <a:pt x="415481" y="31683"/>
                  <a:pt x="417941" y="29924"/>
                </a:cubicBezTo>
                <a:cubicBezTo>
                  <a:pt x="419786" y="28561"/>
                  <a:pt x="422302" y="27407"/>
                  <a:pt x="425487" y="26462"/>
                </a:cubicBezTo>
                <a:cubicBezTo>
                  <a:pt x="428672" y="25516"/>
                  <a:pt x="432088" y="25043"/>
                  <a:pt x="435735" y="25043"/>
                </a:cubicBezTo>
                <a:cubicBezTo>
                  <a:pt x="441227" y="25043"/>
                  <a:pt x="446049" y="25840"/>
                  <a:pt x="450201" y="27432"/>
                </a:cubicBezTo>
                <a:cubicBezTo>
                  <a:pt x="454353" y="29024"/>
                  <a:pt x="457417" y="31180"/>
                  <a:pt x="459394" y="33901"/>
                </a:cubicBezTo>
                <a:cubicBezTo>
                  <a:pt x="461371" y="36621"/>
                  <a:pt x="462733" y="40259"/>
                  <a:pt x="463480" y="44814"/>
                </a:cubicBezTo>
                <a:lnTo>
                  <a:pt x="451881" y="46396"/>
                </a:lnTo>
                <a:cubicBezTo>
                  <a:pt x="451354" y="42793"/>
                  <a:pt x="449827" y="39981"/>
                  <a:pt x="447301" y="37960"/>
                </a:cubicBezTo>
                <a:cubicBezTo>
                  <a:pt x="444775" y="35939"/>
                  <a:pt x="441205" y="34929"/>
                  <a:pt x="436592" y="34929"/>
                </a:cubicBezTo>
                <a:cubicBezTo>
                  <a:pt x="431144" y="34929"/>
                  <a:pt x="427255" y="35825"/>
                  <a:pt x="424927" y="37618"/>
                </a:cubicBezTo>
                <a:cubicBezTo>
                  <a:pt x="422598" y="39410"/>
                  <a:pt x="421434" y="41509"/>
                  <a:pt x="421434" y="43914"/>
                </a:cubicBezTo>
                <a:cubicBezTo>
                  <a:pt x="421434" y="45444"/>
                  <a:pt x="421917" y="46821"/>
                  <a:pt x="422884" y="48046"/>
                </a:cubicBezTo>
                <a:cubicBezTo>
                  <a:pt x="423850" y="49313"/>
                  <a:pt x="425366" y="50362"/>
                  <a:pt x="427431" y="51192"/>
                </a:cubicBezTo>
                <a:cubicBezTo>
                  <a:pt x="428617" y="51630"/>
                  <a:pt x="432110" y="52636"/>
                  <a:pt x="437910" y="54210"/>
                </a:cubicBezTo>
                <a:cubicBezTo>
                  <a:pt x="446302" y="56449"/>
                  <a:pt x="452156" y="58282"/>
                  <a:pt x="455473" y="59708"/>
                </a:cubicBezTo>
                <a:cubicBezTo>
                  <a:pt x="458790" y="61135"/>
                  <a:pt x="461393" y="63209"/>
                  <a:pt x="463283" y="65932"/>
                </a:cubicBezTo>
                <a:cubicBezTo>
                  <a:pt x="465172" y="68653"/>
                  <a:pt x="466116" y="72033"/>
                  <a:pt x="466116" y="76071"/>
                </a:cubicBezTo>
                <a:cubicBezTo>
                  <a:pt x="466116" y="80022"/>
                  <a:pt x="464963" y="83743"/>
                  <a:pt x="462657" y="87233"/>
                </a:cubicBezTo>
                <a:cubicBezTo>
                  <a:pt x="460350" y="90722"/>
                  <a:pt x="457022" y="93421"/>
                  <a:pt x="452672" y="95331"/>
                </a:cubicBezTo>
                <a:cubicBezTo>
                  <a:pt x="448323" y="97241"/>
                  <a:pt x="443402" y="98196"/>
                  <a:pt x="437910" y="98196"/>
                </a:cubicBezTo>
                <a:cubicBezTo>
                  <a:pt x="428815" y="98196"/>
                  <a:pt x="421884" y="96301"/>
                  <a:pt x="417117" y="92512"/>
                </a:cubicBezTo>
                <a:cubicBezTo>
                  <a:pt x="412350" y="88722"/>
                  <a:pt x="409308" y="83104"/>
                  <a:pt x="407990" y="75657"/>
                </a:cubicBezTo>
                <a:close/>
                <a:moveTo>
                  <a:pt x="528131" y="74075"/>
                </a:moveTo>
                <a:lnTo>
                  <a:pt x="540389" y="75591"/>
                </a:lnTo>
                <a:cubicBezTo>
                  <a:pt x="538456" y="82753"/>
                  <a:pt x="534876" y="88310"/>
                  <a:pt x="529647" y="92265"/>
                </a:cubicBezTo>
                <a:cubicBezTo>
                  <a:pt x="524419" y="96219"/>
                  <a:pt x="517741" y="98196"/>
                  <a:pt x="509613" y="98196"/>
                </a:cubicBezTo>
                <a:cubicBezTo>
                  <a:pt x="499376" y="98196"/>
                  <a:pt x="491259" y="95043"/>
                  <a:pt x="485261" y="88739"/>
                </a:cubicBezTo>
                <a:cubicBezTo>
                  <a:pt x="479264" y="82434"/>
                  <a:pt x="476266" y="73592"/>
                  <a:pt x="476266" y="62213"/>
                </a:cubicBezTo>
                <a:cubicBezTo>
                  <a:pt x="476266" y="50438"/>
                  <a:pt x="479297" y="41299"/>
                  <a:pt x="485360" y="34797"/>
                </a:cubicBezTo>
                <a:cubicBezTo>
                  <a:pt x="491423" y="28294"/>
                  <a:pt x="499288" y="25043"/>
                  <a:pt x="508954" y="25043"/>
                </a:cubicBezTo>
                <a:cubicBezTo>
                  <a:pt x="518312" y="25043"/>
                  <a:pt x="525957" y="28224"/>
                  <a:pt x="531888" y="34585"/>
                </a:cubicBezTo>
                <a:cubicBezTo>
                  <a:pt x="537819" y="40944"/>
                  <a:pt x="540785" y="49892"/>
                  <a:pt x="540785" y="61428"/>
                </a:cubicBezTo>
                <a:cubicBezTo>
                  <a:pt x="540785" y="62130"/>
                  <a:pt x="540763" y="63182"/>
                  <a:pt x="540719" y="64585"/>
                </a:cubicBezTo>
                <a:lnTo>
                  <a:pt x="488524" y="64585"/>
                </a:lnTo>
                <a:cubicBezTo>
                  <a:pt x="488963" y="72252"/>
                  <a:pt x="491138" y="78123"/>
                  <a:pt x="495048" y="82198"/>
                </a:cubicBezTo>
                <a:cubicBezTo>
                  <a:pt x="498958" y="86273"/>
                  <a:pt x="503835" y="88310"/>
                  <a:pt x="509679" y="88310"/>
                </a:cubicBezTo>
                <a:cubicBezTo>
                  <a:pt x="514028" y="88310"/>
                  <a:pt x="517741" y="87179"/>
                  <a:pt x="520816" y="84916"/>
                </a:cubicBezTo>
                <a:cubicBezTo>
                  <a:pt x="523892" y="82652"/>
                  <a:pt x="526330" y="79039"/>
                  <a:pt x="528131" y="74075"/>
                </a:cubicBezTo>
                <a:moveTo>
                  <a:pt x="489183" y="54700"/>
                </a:moveTo>
                <a:lnTo>
                  <a:pt x="528263" y="54700"/>
                </a:lnTo>
                <a:cubicBezTo>
                  <a:pt x="527736" y="48908"/>
                  <a:pt x="526242" y="44565"/>
                  <a:pt x="523782" y="41669"/>
                </a:cubicBezTo>
                <a:cubicBezTo>
                  <a:pt x="520003" y="37176"/>
                  <a:pt x="515105" y="34929"/>
                  <a:pt x="509085" y="34929"/>
                </a:cubicBezTo>
                <a:cubicBezTo>
                  <a:pt x="503637" y="34929"/>
                  <a:pt x="499057" y="36723"/>
                  <a:pt x="495345" y="40310"/>
                </a:cubicBezTo>
                <a:cubicBezTo>
                  <a:pt x="491632" y="43896"/>
                  <a:pt x="489578" y="48693"/>
                  <a:pt x="489183" y="54700"/>
                </a:cubicBezTo>
                <a:close/>
                <a:moveTo>
                  <a:pt x="588039" y="75657"/>
                </a:moveTo>
                <a:lnTo>
                  <a:pt x="599770" y="73812"/>
                </a:lnTo>
                <a:cubicBezTo>
                  <a:pt x="600429" y="78492"/>
                  <a:pt x="602264" y="82079"/>
                  <a:pt x="605273" y="84572"/>
                </a:cubicBezTo>
                <a:cubicBezTo>
                  <a:pt x="608283" y="87064"/>
                  <a:pt x="612490" y="88310"/>
                  <a:pt x="617894" y="88310"/>
                </a:cubicBezTo>
                <a:cubicBezTo>
                  <a:pt x="623342" y="88310"/>
                  <a:pt x="627384" y="87210"/>
                  <a:pt x="630020" y="85009"/>
                </a:cubicBezTo>
                <a:cubicBezTo>
                  <a:pt x="632656" y="82807"/>
                  <a:pt x="633974" y="80224"/>
                  <a:pt x="633974" y="77261"/>
                </a:cubicBezTo>
                <a:cubicBezTo>
                  <a:pt x="633974" y="74602"/>
                  <a:pt x="632810" y="72509"/>
                  <a:pt x="630481" y="70984"/>
                </a:cubicBezTo>
                <a:cubicBezTo>
                  <a:pt x="628855" y="69938"/>
                  <a:pt x="624813" y="68608"/>
                  <a:pt x="618355" y="66995"/>
                </a:cubicBezTo>
                <a:cubicBezTo>
                  <a:pt x="609656" y="64797"/>
                  <a:pt x="603626" y="62895"/>
                  <a:pt x="600264" y="61290"/>
                </a:cubicBezTo>
                <a:cubicBezTo>
                  <a:pt x="596903" y="59685"/>
                  <a:pt x="594355" y="57464"/>
                  <a:pt x="592620" y="54628"/>
                </a:cubicBezTo>
                <a:cubicBezTo>
                  <a:pt x="590884" y="51791"/>
                  <a:pt x="590017" y="48658"/>
                  <a:pt x="590017" y="45228"/>
                </a:cubicBezTo>
                <a:cubicBezTo>
                  <a:pt x="590017" y="42106"/>
                  <a:pt x="590730" y="39214"/>
                  <a:pt x="592158" y="36554"/>
                </a:cubicBezTo>
                <a:cubicBezTo>
                  <a:pt x="593586" y="33893"/>
                  <a:pt x="595530" y="31683"/>
                  <a:pt x="597991" y="29924"/>
                </a:cubicBezTo>
                <a:cubicBezTo>
                  <a:pt x="599836" y="28561"/>
                  <a:pt x="602351" y="27407"/>
                  <a:pt x="605537" y="26462"/>
                </a:cubicBezTo>
                <a:cubicBezTo>
                  <a:pt x="608722" y="25516"/>
                  <a:pt x="612138" y="25043"/>
                  <a:pt x="615785" y="25043"/>
                </a:cubicBezTo>
                <a:cubicBezTo>
                  <a:pt x="621277" y="25043"/>
                  <a:pt x="626099" y="25840"/>
                  <a:pt x="630250" y="27432"/>
                </a:cubicBezTo>
                <a:cubicBezTo>
                  <a:pt x="634402" y="29024"/>
                  <a:pt x="637467" y="31180"/>
                  <a:pt x="639444" y="33901"/>
                </a:cubicBezTo>
                <a:cubicBezTo>
                  <a:pt x="641421" y="36621"/>
                  <a:pt x="642783" y="40259"/>
                  <a:pt x="643530" y="44814"/>
                </a:cubicBezTo>
                <a:lnTo>
                  <a:pt x="631931" y="46396"/>
                </a:lnTo>
                <a:cubicBezTo>
                  <a:pt x="631404" y="42793"/>
                  <a:pt x="629877" y="39981"/>
                  <a:pt x="627351" y="37960"/>
                </a:cubicBezTo>
                <a:cubicBezTo>
                  <a:pt x="624824" y="35939"/>
                  <a:pt x="621255" y="34929"/>
                  <a:pt x="616641" y="34929"/>
                </a:cubicBezTo>
                <a:cubicBezTo>
                  <a:pt x="611193" y="34929"/>
                  <a:pt x="607305" y="35825"/>
                  <a:pt x="604977" y="37618"/>
                </a:cubicBezTo>
                <a:cubicBezTo>
                  <a:pt x="602648" y="39410"/>
                  <a:pt x="601484" y="41509"/>
                  <a:pt x="601484" y="43914"/>
                </a:cubicBezTo>
                <a:cubicBezTo>
                  <a:pt x="601484" y="45444"/>
                  <a:pt x="601967" y="46821"/>
                  <a:pt x="602934" y="48046"/>
                </a:cubicBezTo>
                <a:cubicBezTo>
                  <a:pt x="603900" y="49313"/>
                  <a:pt x="605416" y="50362"/>
                  <a:pt x="607481" y="51192"/>
                </a:cubicBezTo>
                <a:cubicBezTo>
                  <a:pt x="608667" y="51630"/>
                  <a:pt x="612160" y="52636"/>
                  <a:pt x="617959" y="54210"/>
                </a:cubicBezTo>
                <a:cubicBezTo>
                  <a:pt x="626351" y="56449"/>
                  <a:pt x="632206" y="58282"/>
                  <a:pt x="635523" y="59708"/>
                </a:cubicBezTo>
                <a:cubicBezTo>
                  <a:pt x="638840" y="61135"/>
                  <a:pt x="641443" y="63209"/>
                  <a:pt x="643332" y="65932"/>
                </a:cubicBezTo>
                <a:cubicBezTo>
                  <a:pt x="645221" y="68653"/>
                  <a:pt x="646166" y="72033"/>
                  <a:pt x="646166" y="76071"/>
                </a:cubicBezTo>
                <a:cubicBezTo>
                  <a:pt x="646166" y="80022"/>
                  <a:pt x="645013" y="83743"/>
                  <a:pt x="642706" y="87233"/>
                </a:cubicBezTo>
                <a:cubicBezTo>
                  <a:pt x="640400" y="90722"/>
                  <a:pt x="637071" y="93421"/>
                  <a:pt x="632722" y="95331"/>
                </a:cubicBezTo>
                <a:cubicBezTo>
                  <a:pt x="628372" y="97241"/>
                  <a:pt x="623451" y="98196"/>
                  <a:pt x="617959" y="98196"/>
                </a:cubicBezTo>
                <a:cubicBezTo>
                  <a:pt x="608865" y="98196"/>
                  <a:pt x="601934" y="96301"/>
                  <a:pt x="597167" y="92512"/>
                </a:cubicBezTo>
                <a:cubicBezTo>
                  <a:pt x="592400" y="88722"/>
                  <a:pt x="589357" y="83104"/>
                  <a:pt x="588039" y="75657"/>
                </a:cubicBezTo>
                <a:close/>
                <a:moveTo>
                  <a:pt x="660269" y="96614"/>
                </a:moveTo>
                <a:lnTo>
                  <a:pt x="660269" y="0"/>
                </a:lnTo>
                <a:lnTo>
                  <a:pt x="672132" y="0"/>
                </a:lnTo>
                <a:lnTo>
                  <a:pt x="672132" y="34665"/>
                </a:lnTo>
                <a:cubicBezTo>
                  <a:pt x="677668" y="28251"/>
                  <a:pt x="684653" y="25043"/>
                  <a:pt x="693089" y="25043"/>
                </a:cubicBezTo>
                <a:cubicBezTo>
                  <a:pt x="698273" y="25043"/>
                  <a:pt x="702777" y="26065"/>
                  <a:pt x="706599" y="28108"/>
                </a:cubicBezTo>
                <a:cubicBezTo>
                  <a:pt x="710422" y="30151"/>
                  <a:pt x="713157" y="32974"/>
                  <a:pt x="714804" y="36576"/>
                </a:cubicBezTo>
                <a:cubicBezTo>
                  <a:pt x="716452" y="40179"/>
                  <a:pt x="717275" y="45407"/>
                  <a:pt x="717275" y="52261"/>
                </a:cubicBezTo>
                <a:lnTo>
                  <a:pt x="717275" y="96614"/>
                </a:lnTo>
                <a:lnTo>
                  <a:pt x="705413" y="96614"/>
                </a:lnTo>
                <a:lnTo>
                  <a:pt x="705413" y="52261"/>
                </a:lnTo>
                <a:cubicBezTo>
                  <a:pt x="705413" y="46330"/>
                  <a:pt x="704128" y="42013"/>
                  <a:pt x="701558" y="39311"/>
                </a:cubicBezTo>
                <a:cubicBezTo>
                  <a:pt x="698987" y="36609"/>
                  <a:pt x="695352" y="35258"/>
                  <a:pt x="690651" y="35258"/>
                </a:cubicBezTo>
                <a:cubicBezTo>
                  <a:pt x="687136" y="35258"/>
                  <a:pt x="683830" y="36170"/>
                  <a:pt x="680732" y="37993"/>
                </a:cubicBezTo>
                <a:cubicBezTo>
                  <a:pt x="677635" y="39817"/>
                  <a:pt x="675427" y="42288"/>
                  <a:pt x="674109" y="45407"/>
                </a:cubicBezTo>
                <a:cubicBezTo>
                  <a:pt x="672791" y="48527"/>
                  <a:pt x="672132" y="52832"/>
                  <a:pt x="672132" y="58324"/>
                </a:cubicBezTo>
                <a:lnTo>
                  <a:pt x="672132" y="96614"/>
                </a:lnTo>
                <a:lnTo>
                  <a:pt x="660269" y="96614"/>
                </a:lnTo>
                <a:close/>
                <a:moveTo>
                  <a:pt x="730897" y="61620"/>
                </a:moveTo>
                <a:cubicBezTo>
                  <a:pt x="730897" y="48659"/>
                  <a:pt x="734500" y="39059"/>
                  <a:pt x="741705" y="32820"/>
                </a:cubicBezTo>
                <a:cubicBezTo>
                  <a:pt x="747724" y="27635"/>
                  <a:pt x="755062" y="25043"/>
                  <a:pt x="763717" y="25043"/>
                </a:cubicBezTo>
                <a:cubicBezTo>
                  <a:pt x="773339" y="25043"/>
                  <a:pt x="781203" y="28196"/>
                  <a:pt x="787310" y="34500"/>
                </a:cubicBezTo>
                <a:cubicBezTo>
                  <a:pt x="793417" y="40805"/>
                  <a:pt x="796471" y="49515"/>
                  <a:pt x="796471" y="60631"/>
                </a:cubicBezTo>
                <a:cubicBezTo>
                  <a:pt x="796471" y="69638"/>
                  <a:pt x="795120" y="76722"/>
                  <a:pt x="792418" y="81885"/>
                </a:cubicBezTo>
                <a:cubicBezTo>
                  <a:pt x="789716" y="87047"/>
                  <a:pt x="785783" y="91056"/>
                  <a:pt x="780621" y="93912"/>
                </a:cubicBezTo>
                <a:cubicBezTo>
                  <a:pt x="775459" y="96768"/>
                  <a:pt x="769824" y="98196"/>
                  <a:pt x="763717" y="98196"/>
                </a:cubicBezTo>
                <a:cubicBezTo>
                  <a:pt x="753919" y="98196"/>
                  <a:pt x="746000" y="95054"/>
                  <a:pt x="739959" y="88772"/>
                </a:cubicBezTo>
                <a:cubicBezTo>
                  <a:pt x="733918" y="82489"/>
                  <a:pt x="730897" y="73438"/>
                  <a:pt x="730897" y="61620"/>
                </a:cubicBezTo>
                <a:moveTo>
                  <a:pt x="743089" y="61587"/>
                </a:moveTo>
                <a:cubicBezTo>
                  <a:pt x="743089" y="70516"/>
                  <a:pt x="745044" y="77203"/>
                  <a:pt x="748955" y="81646"/>
                </a:cubicBezTo>
                <a:cubicBezTo>
                  <a:pt x="752865" y="86089"/>
                  <a:pt x="757786" y="88310"/>
                  <a:pt x="763717" y="88310"/>
                </a:cubicBezTo>
                <a:cubicBezTo>
                  <a:pt x="769604" y="88310"/>
                  <a:pt x="774503" y="86078"/>
                  <a:pt x="778413" y="81613"/>
                </a:cubicBezTo>
                <a:cubicBezTo>
                  <a:pt x="782324" y="77148"/>
                  <a:pt x="784279" y="70341"/>
                  <a:pt x="784279" y="61193"/>
                </a:cubicBezTo>
                <a:cubicBezTo>
                  <a:pt x="784279" y="52570"/>
                  <a:pt x="782313" y="46036"/>
                  <a:pt x="778380" y="41593"/>
                </a:cubicBezTo>
                <a:cubicBezTo>
                  <a:pt x="774448" y="37150"/>
                  <a:pt x="769560" y="34929"/>
                  <a:pt x="763717" y="34929"/>
                </a:cubicBezTo>
                <a:cubicBezTo>
                  <a:pt x="757786" y="34929"/>
                  <a:pt x="752865" y="37139"/>
                  <a:pt x="748955" y="41560"/>
                </a:cubicBezTo>
                <a:cubicBezTo>
                  <a:pt x="745044" y="45981"/>
                  <a:pt x="743089" y="52657"/>
                  <a:pt x="743089" y="61587"/>
                </a:cubicBezTo>
                <a:close/>
                <a:moveTo>
                  <a:pt x="856224" y="96614"/>
                </a:moveTo>
                <a:lnTo>
                  <a:pt x="856224" y="86333"/>
                </a:lnTo>
                <a:cubicBezTo>
                  <a:pt x="850776" y="94242"/>
                  <a:pt x="843373" y="98196"/>
                  <a:pt x="834015" y="98196"/>
                </a:cubicBezTo>
                <a:cubicBezTo>
                  <a:pt x="829885" y="98196"/>
                  <a:pt x="826030" y="97405"/>
                  <a:pt x="822449" y="95823"/>
                </a:cubicBezTo>
                <a:cubicBezTo>
                  <a:pt x="818868" y="94242"/>
                  <a:pt x="816210" y="92254"/>
                  <a:pt x="814475" y="89859"/>
                </a:cubicBezTo>
                <a:cubicBezTo>
                  <a:pt x="812739" y="87465"/>
                  <a:pt x="811520" y="84532"/>
                  <a:pt x="810817" y="81061"/>
                </a:cubicBezTo>
                <a:cubicBezTo>
                  <a:pt x="810334" y="78732"/>
                  <a:pt x="810092" y="75042"/>
                  <a:pt x="810092" y="69989"/>
                </a:cubicBezTo>
                <a:lnTo>
                  <a:pt x="810092" y="26625"/>
                </a:lnTo>
                <a:lnTo>
                  <a:pt x="821955" y="26625"/>
                </a:lnTo>
                <a:lnTo>
                  <a:pt x="821955" y="65442"/>
                </a:lnTo>
                <a:cubicBezTo>
                  <a:pt x="821955" y="71637"/>
                  <a:pt x="822196" y="75811"/>
                  <a:pt x="822680" y="77964"/>
                </a:cubicBezTo>
                <a:cubicBezTo>
                  <a:pt x="823426" y="81083"/>
                  <a:pt x="825008" y="83532"/>
                  <a:pt x="827425" y="85312"/>
                </a:cubicBezTo>
                <a:cubicBezTo>
                  <a:pt x="829841" y="87091"/>
                  <a:pt x="832829" y="87981"/>
                  <a:pt x="836387" y="87981"/>
                </a:cubicBezTo>
                <a:cubicBezTo>
                  <a:pt x="839946" y="87981"/>
                  <a:pt x="843285" y="87069"/>
                  <a:pt x="846405" y="85246"/>
                </a:cubicBezTo>
                <a:cubicBezTo>
                  <a:pt x="849524" y="83423"/>
                  <a:pt x="851732" y="80940"/>
                  <a:pt x="853028" y="77799"/>
                </a:cubicBezTo>
                <a:cubicBezTo>
                  <a:pt x="854324" y="74657"/>
                  <a:pt x="854972" y="70099"/>
                  <a:pt x="854972" y="64124"/>
                </a:cubicBezTo>
                <a:lnTo>
                  <a:pt x="854972" y="26625"/>
                </a:lnTo>
                <a:lnTo>
                  <a:pt x="866835" y="26625"/>
                </a:lnTo>
                <a:lnTo>
                  <a:pt x="866835" y="96614"/>
                </a:lnTo>
                <a:lnTo>
                  <a:pt x="856224" y="96614"/>
                </a:lnTo>
                <a:close/>
                <a:moveTo>
                  <a:pt x="885135" y="96614"/>
                </a:moveTo>
                <a:lnTo>
                  <a:pt x="885135" y="0"/>
                </a:lnTo>
                <a:lnTo>
                  <a:pt x="896998" y="0"/>
                </a:lnTo>
                <a:lnTo>
                  <a:pt x="896998" y="96614"/>
                </a:lnTo>
                <a:lnTo>
                  <a:pt x="885135" y="96614"/>
                </a:lnTo>
                <a:close/>
                <a:moveTo>
                  <a:pt x="960770" y="96614"/>
                </a:moveTo>
                <a:lnTo>
                  <a:pt x="960770" y="87783"/>
                </a:lnTo>
                <a:cubicBezTo>
                  <a:pt x="956332" y="94725"/>
                  <a:pt x="949808" y="98196"/>
                  <a:pt x="941196" y="98196"/>
                </a:cubicBezTo>
                <a:cubicBezTo>
                  <a:pt x="935616" y="98196"/>
                  <a:pt x="930487" y="96658"/>
                  <a:pt x="925808" y="93583"/>
                </a:cubicBezTo>
                <a:cubicBezTo>
                  <a:pt x="921129" y="90507"/>
                  <a:pt x="917504" y="86212"/>
                  <a:pt x="914934" y="80699"/>
                </a:cubicBezTo>
                <a:cubicBezTo>
                  <a:pt x="912364" y="75185"/>
                  <a:pt x="911078" y="68847"/>
                  <a:pt x="911078" y="61685"/>
                </a:cubicBezTo>
                <a:cubicBezTo>
                  <a:pt x="911078" y="54700"/>
                  <a:pt x="912243" y="48362"/>
                  <a:pt x="914571" y="42672"/>
                </a:cubicBezTo>
                <a:cubicBezTo>
                  <a:pt x="916900" y="36983"/>
                  <a:pt x="920393" y="32622"/>
                  <a:pt x="925050" y="29591"/>
                </a:cubicBezTo>
                <a:cubicBezTo>
                  <a:pt x="929707" y="26559"/>
                  <a:pt x="934913" y="25043"/>
                  <a:pt x="940669" y="25043"/>
                </a:cubicBezTo>
                <a:cubicBezTo>
                  <a:pt x="944887" y="25043"/>
                  <a:pt x="948643" y="25933"/>
                  <a:pt x="951939" y="27712"/>
                </a:cubicBezTo>
                <a:cubicBezTo>
                  <a:pt x="955234" y="29492"/>
                  <a:pt x="957914" y="31809"/>
                  <a:pt x="959979" y="34665"/>
                </a:cubicBezTo>
                <a:lnTo>
                  <a:pt x="959979" y="0"/>
                </a:lnTo>
                <a:lnTo>
                  <a:pt x="971775" y="0"/>
                </a:lnTo>
                <a:lnTo>
                  <a:pt x="971775" y="96614"/>
                </a:lnTo>
                <a:lnTo>
                  <a:pt x="960770" y="96614"/>
                </a:lnTo>
                <a:moveTo>
                  <a:pt x="923271" y="61652"/>
                </a:moveTo>
                <a:cubicBezTo>
                  <a:pt x="923271" y="70582"/>
                  <a:pt x="925160" y="77258"/>
                  <a:pt x="928938" y="81679"/>
                </a:cubicBezTo>
                <a:cubicBezTo>
                  <a:pt x="932717" y="86100"/>
                  <a:pt x="937176" y="88310"/>
                  <a:pt x="942317" y="88310"/>
                </a:cubicBezTo>
                <a:cubicBezTo>
                  <a:pt x="947501" y="88310"/>
                  <a:pt x="951906" y="86199"/>
                  <a:pt x="955530" y="81975"/>
                </a:cubicBezTo>
                <a:cubicBezTo>
                  <a:pt x="959155" y="77751"/>
                  <a:pt x="960967" y="71305"/>
                  <a:pt x="960967" y="62637"/>
                </a:cubicBezTo>
                <a:cubicBezTo>
                  <a:pt x="960967" y="53095"/>
                  <a:pt x="959122" y="46091"/>
                  <a:pt x="955431" y="41626"/>
                </a:cubicBezTo>
                <a:cubicBezTo>
                  <a:pt x="951741" y="37161"/>
                  <a:pt x="947193" y="34929"/>
                  <a:pt x="941789" y="34929"/>
                </a:cubicBezTo>
                <a:cubicBezTo>
                  <a:pt x="936517" y="34929"/>
                  <a:pt x="932113" y="37074"/>
                  <a:pt x="928576" y="41365"/>
                </a:cubicBezTo>
                <a:cubicBezTo>
                  <a:pt x="925039" y="45654"/>
                  <a:pt x="923271" y="52416"/>
                  <a:pt x="923271" y="61652"/>
                </a:cubicBezTo>
                <a:close/>
                <a:moveTo>
                  <a:pt x="1073598" y="87973"/>
                </a:moveTo>
                <a:cubicBezTo>
                  <a:pt x="1069204" y="91710"/>
                  <a:pt x="1064975" y="94348"/>
                  <a:pt x="1060911" y="95887"/>
                </a:cubicBezTo>
                <a:cubicBezTo>
                  <a:pt x="1056847" y="97426"/>
                  <a:pt x="1052487" y="98196"/>
                  <a:pt x="1047830" y="98196"/>
                </a:cubicBezTo>
                <a:cubicBezTo>
                  <a:pt x="1040141" y="98196"/>
                  <a:pt x="1034232" y="96316"/>
                  <a:pt x="1030102" y="92557"/>
                </a:cubicBezTo>
                <a:cubicBezTo>
                  <a:pt x="1025972" y="88798"/>
                  <a:pt x="1023907" y="83994"/>
                  <a:pt x="1023907" y="78147"/>
                </a:cubicBezTo>
                <a:cubicBezTo>
                  <a:pt x="1023907" y="74719"/>
                  <a:pt x="1024687" y="71587"/>
                  <a:pt x="1026246" y="68752"/>
                </a:cubicBezTo>
                <a:cubicBezTo>
                  <a:pt x="1027806" y="65915"/>
                  <a:pt x="1029849" y="63639"/>
                  <a:pt x="1032375" y="61924"/>
                </a:cubicBezTo>
                <a:cubicBezTo>
                  <a:pt x="1034902" y="60209"/>
                  <a:pt x="1037746" y="58913"/>
                  <a:pt x="1040910" y="58034"/>
                </a:cubicBezTo>
                <a:cubicBezTo>
                  <a:pt x="1043238" y="57418"/>
                  <a:pt x="1046753" y="56824"/>
                  <a:pt x="1051454" y="56253"/>
                </a:cubicBezTo>
                <a:cubicBezTo>
                  <a:pt x="1061032" y="55118"/>
                  <a:pt x="1068084" y="53766"/>
                  <a:pt x="1072609" y="52195"/>
                </a:cubicBezTo>
                <a:cubicBezTo>
                  <a:pt x="1072653" y="50577"/>
                  <a:pt x="1072675" y="49548"/>
                  <a:pt x="1072675" y="49110"/>
                </a:cubicBezTo>
                <a:cubicBezTo>
                  <a:pt x="1072675" y="44295"/>
                  <a:pt x="1071555" y="40903"/>
                  <a:pt x="1069314" y="38934"/>
                </a:cubicBezTo>
                <a:cubicBezTo>
                  <a:pt x="1066283" y="36264"/>
                  <a:pt x="1061779" y="34929"/>
                  <a:pt x="1055804" y="34929"/>
                </a:cubicBezTo>
                <a:cubicBezTo>
                  <a:pt x="1050224" y="34929"/>
                  <a:pt x="1046105" y="35906"/>
                  <a:pt x="1043447" y="37861"/>
                </a:cubicBezTo>
                <a:cubicBezTo>
                  <a:pt x="1040789" y="39817"/>
                  <a:pt x="1038823" y="43276"/>
                  <a:pt x="1037549" y="48241"/>
                </a:cubicBezTo>
                <a:lnTo>
                  <a:pt x="1025950" y="46660"/>
                </a:lnTo>
                <a:cubicBezTo>
                  <a:pt x="1027004" y="41680"/>
                  <a:pt x="1028740" y="37658"/>
                  <a:pt x="1031156" y="34595"/>
                </a:cubicBezTo>
                <a:cubicBezTo>
                  <a:pt x="1033573" y="31532"/>
                  <a:pt x="1037065" y="29175"/>
                  <a:pt x="1041635" y="27523"/>
                </a:cubicBezTo>
                <a:cubicBezTo>
                  <a:pt x="1046204" y="25870"/>
                  <a:pt x="1051498" y="25043"/>
                  <a:pt x="1057517" y="25043"/>
                </a:cubicBezTo>
                <a:cubicBezTo>
                  <a:pt x="1063493" y="25043"/>
                  <a:pt x="1068348" y="25746"/>
                  <a:pt x="1072082" y="27152"/>
                </a:cubicBezTo>
                <a:cubicBezTo>
                  <a:pt x="1075817" y="28558"/>
                  <a:pt x="1078563" y="30326"/>
                  <a:pt x="1080320" y="32457"/>
                </a:cubicBezTo>
                <a:cubicBezTo>
                  <a:pt x="1082077" y="34588"/>
                  <a:pt x="1083308" y="37279"/>
                  <a:pt x="1084011" y="40531"/>
                </a:cubicBezTo>
                <a:cubicBezTo>
                  <a:pt x="1084406" y="42552"/>
                  <a:pt x="1084604" y="46198"/>
                  <a:pt x="1084604" y="51470"/>
                </a:cubicBezTo>
                <a:lnTo>
                  <a:pt x="1084604" y="67287"/>
                </a:lnTo>
                <a:cubicBezTo>
                  <a:pt x="1084604" y="78315"/>
                  <a:pt x="1084856" y="85290"/>
                  <a:pt x="1085362" y="88212"/>
                </a:cubicBezTo>
                <a:cubicBezTo>
                  <a:pt x="1085867" y="91133"/>
                  <a:pt x="1086866" y="93934"/>
                  <a:pt x="1088360" y="96614"/>
                </a:cubicBezTo>
                <a:lnTo>
                  <a:pt x="1075970" y="96614"/>
                </a:lnTo>
                <a:cubicBezTo>
                  <a:pt x="1074740" y="94151"/>
                  <a:pt x="1073949" y="91271"/>
                  <a:pt x="1073598" y="87973"/>
                </a:cubicBezTo>
                <a:moveTo>
                  <a:pt x="1072609" y="61422"/>
                </a:moveTo>
                <a:cubicBezTo>
                  <a:pt x="1068304" y="63194"/>
                  <a:pt x="1061845" y="64701"/>
                  <a:pt x="1053234" y="65940"/>
                </a:cubicBezTo>
                <a:cubicBezTo>
                  <a:pt x="1048357" y="66646"/>
                  <a:pt x="1044908" y="67440"/>
                  <a:pt x="1042887" y="68323"/>
                </a:cubicBezTo>
                <a:cubicBezTo>
                  <a:pt x="1040866" y="69205"/>
                  <a:pt x="1039306" y="70495"/>
                  <a:pt x="1038208" y="72195"/>
                </a:cubicBezTo>
                <a:cubicBezTo>
                  <a:pt x="1037109" y="73893"/>
                  <a:pt x="1036560" y="75779"/>
                  <a:pt x="1036560" y="77852"/>
                </a:cubicBezTo>
                <a:cubicBezTo>
                  <a:pt x="1036560" y="81028"/>
                  <a:pt x="1037757" y="83675"/>
                  <a:pt x="1040152" y="85794"/>
                </a:cubicBezTo>
                <a:cubicBezTo>
                  <a:pt x="1042546" y="87911"/>
                  <a:pt x="1046050" y="88969"/>
                  <a:pt x="1050663" y="88969"/>
                </a:cubicBezTo>
                <a:cubicBezTo>
                  <a:pt x="1055233" y="88969"/>
                  <a:pt x="1059297" y="87965"/>
                  <a:pt x="1062856" y="85956"/>
                </a:cubicBezTo>
                <a:cubicBezTo>
                  <a:pt x="1066414" y="83948"/>
                  <a:pt x="1069029" y="81200"/>
                  <a:pt x="1070698" y="77712"/>
                </a:cubicBezTo>
                <a:cubicBezTo>
                  <a:pt x="1071972" y="75018"/>
                  <a:pt x="1072609" y="71045"/>
                  <a:pt x="1072609" y="65792"/>
                </a:cubicBezTo>
                <a:lnTo>
                  <a:pt x="1072609" y="61422"/>
                </a:lnTo>
                <a:close/>
                <a:moveTo>
                  <a:pt x="1102707" y="96614"/>
                </a:moveTo>
                <a:lnTo>
                  <a:pt x="1102707" y="0"/>
                </a:lnTo>
                <a:lnTo>
                  <a:pt x="1114569" y="0"/>
                </a:lnTo>
                <a:lnTo>
                  <a:pt x="1114569" y="96614"/>
                </a:lnTo>
                <a:lnTo>
                  <a:pt x="1102707" y="96614"/>
                </a:lnTo>
                <a:close/>
                <a:moveTo>
                  <a:pt x="1128189" y="75657"/>
                </a:moveTo>
                <a:lnTo>
                  <a:pt x="1139919" y="73812"/>
                </a:lnTo>
                <a:cubicBezTo>
                  <a:pt x="1140578" y="78492"/>
                  <a:pt x="1142413" y="82079"/>
                  <a:pt x="1145422" y="84572"/>
                </a:cubicBezTo>
                <a:cubicBezTo>
                  <a:pt x="1148432" y="87064"/>
                  <a:pt x="1152639" y="88310"/>
                  <a:pt x="1158043" y="88310"/>
                </a:cubicBezTo>
                <a:cubicBezTo>
                  <a:pt x="1163491" y="88310"/>
                  <a:pt x="1167533" y="87210"/>
                  <a:pt x="1170169" y="85009"/>
                </a:cubicBezTo>
                <a:cubicBezTo>
                  <a:pt x="1172805" y="82807"/>
                  <a:pt x="1174123" y="80224"/>
                  <a:pt x="1174123" y="77261"/>
                </a:cubicBezTo>
                <a:cubicBezTo>
                  <a:pt x="1174123" y="74602"/>
                  <a:pt x="1172959" y="72509"/>
                  <a:pt x="1170630" y="70984"/>
                </a:cubicBezTo>
                <a:cubicBezTo>
                  <a:pt x="1169005" y="69938"/>
                  <a:pt x="1164963" y="68608"/>
                  <a:pt x="1158504" y="66995"/>
                </a:cubicBezTo>
                <a:cubicBezTo>
                  <a:pt x="1149805" y="64797"/>
                  <a:pt x="1143775" y="62895"/>
                  <a:pt x="1140414" y="61290"/>
                </a:cubicBezTo>
                <a:cubicBezTo>
                  <a:pt x="1137053" y="59685"/>
                  <a:pt x="1134504" y="57464"/>
                  <a:pt x="1132769" y="54628"/>
                </a:cubicBezTo>
                <a:cubicBezTo>
                  <a:pt x="1131033" y="51791"/>
                  <a:pt x="1130166" y="48658"/>
                  <a:pt x="1130166" y="45228"/>
                </a:cubicBezTo>
                <a:cubicBezTo>
                  <a:pt x="1130166" y="42106"/>
                  <a:pt x="1130880" y="39214"/>
                  <a:pt x="1132308" y="36554"/>
                </a:cubicBezTo>
                <a:cubicBezTo>
                  <a:pt x="1133735" y="33893"/>
                  <a:pt x="1135680" y="31683"/>
                  <a:pt x="1138140" y="29924"/>
                </a:cubicBezTo>
                <a:cubicBezTo>
                  <a:pt x="1139985" y="28561"/>
                  <a:pt x="1142501" y="27407"/>
                  <a:pt x="1145686" y="26462"/>
                </a:cubicBezTo>
                <a:cubicBezTo>
                  <a:pt x="1148871" y="25516"/>
                  <a:pt x="1152287" y="25043"/>
                  <a:pt x="1155934" y="25043"/>
                </a:cubicBezTo>
                <a:cubicBezTo>
                  <a:pt x="1161426" y="25043"/>
                  <a:pt x="1166248" y="25840"/>
                  <a:pt x="1170400" y="27432"/>
                </a:cubicBezTo>
                <a:cubicBezTo>
                  <a:pt x="1174552" y="29024"/>
                  <a:pt x="1177616" y="31180"/>
                  <a:pt x="1179593" y="33901"/>
                </a:cubicBezTo>
                <a:cubicBezTo>
                  <a:pt x="1181570" y="36621"/>
                  <a:pt x="1182932" y="40259"/>
                  <a:pt x="1183679" y="44814"/>
                </a:cubicBezTo>
                <a:lnTo>
                  <a:pt x="1172080" y="46396"/>
                </a:lnTo>
                <a:cubicBezTo>
                  <a:pt x="1171553" y="42793"/>
                  <a:pt x="1170026" y="39981"/>
                  <a:pt x="1167500" y="37960"/>
                </a:cubicBezTo>
                <a:cubicBezTo>
                  <a:pt x="1164974" y="35939"/>
                  <a:pt x="1161404" y="34929"/>
                  <a:pt x="1156791" y="34929"/>
                </a:cubicBezTo>
                <a:cubicBezTo>
                  <a:pt x="1151343" y="34929"/>
                  <a:pt x="1147454" y="35825"/>
                  <a:pt x="1145126" y="37618"/>
                </a:cubicBezTo>
                <a:cubicBezTo>
                  <a:pt x="1142797" y="39410"/>
                  <a:pt x="1141633" y="41509"/>
                  <a:pt x="1141633" y="43914"/>
                </a:cubicBezTo>
                <a:cubicBezTo>
                  <a:pt x="1141633" y="45444"/>
                  <a:pt x="1142116" y="46821"/>
                  <a:pt x="1143083" y="48046"/>
                </a:cubicBezTo>
                <a:cubicBezTo>
                  <a:pt x="1144049" y="49313"/>
                  <a:pt x="1145565" y="50362"/>
                  <a:pt x="1147630" y="51192"/>
                </a:cubicBezTo>
                <a:cubicBezTo>
                  <a:pt x="1148816" y="51630"/>
                  <a:pt x="1152309" y="52636"/>
                  <a:pt x="1158109" y="54210"/>
                </a:cubicBezTo>
                <a:cubicBezTo>
                  <a:pt x="1166500" y="56449"/>
                  <a:pt x="1172355" y="58282"/>
                  <a:pt x="1175672" y="59708"/>
                </a:cubicBezTo>
                <a:cubicBezTo>
                  <a:pt x="1178989" y="61135"/>
                  <a:pt x="1181592" y="63209"/>
                  <a:pt x="1183481" y="65932"/>
                </a:cubicBezTo>
                <a:cubicBezTo>
                  <a:pt x="1185371" y="68653"/>
                  <a:pt x="1186315" y="72033"/>
                  <a:pt x="1186315" y="76071"/>
                </a:cubicBezTo>
                <a:cubicBezTo>
                  <a:pt x="1186315" y="80022"/>
                  <a:pt x="1185162" y="83743"/>
                  <a:pt x="1182855" y="87233"/>
                </a:cubicBezTo>
                <a:cubicBezTo>
                  <a:pt x="1180549" y="90722"/>
                  <a:pt x="1177221" y="93421"/>
                  <a:pt x="1172871" y="95331"/>
                </a:cubicBezTo>
                <a:cubicBezTo>
                  <a:pt x="1168521" y="97241"/>
                  <a:pt x="1163601" y="98196"/>
                  <a:pt x="1158109" y="98196"/>
                </a:cubicBezTo>
                <a:cubicBezTo>
                  <a:pt x="1149014" y="98196"/>
                  <a:pt x="1142083" y="96301"/>
                  <a:pt x="1137316" y="92512"/>
                </a:cubicBezTo>
                <a:cubicBezTo>
                  <a:pt x="1132549" y="88722"/>
                  <a:pt x="1129507" y="83104"/>
                  <a:pt x="1128189" y="75657"/>
                </a:cubicBezTo>
                <a:close/>
                <a:moveTo>
                  <a:pt x="1196003" y="61620"/>
                </a:moveTo>
                <a:cubicBezTo>
                  <a:pt x="1196003" y="48659"/>
                  <a:pt x="1199606" y="39059"/>
                  <a:pt x="1206811" y="32820"/>
                </a:cubicBezTo>
                <a:cubicBezTo>
                  <a:pt x="1212830" y="27635"/>
                  <a:pt x="1220168" y="25043"/>
                  <a:pt x="1228823" y="25043"/>
                </a:cubicBezTo>
                <a:cubicBezTo>
                  <a:pt x="1238445" y="25043"/>
                  <a:pt x="1246309" y="28196"/>
                  <a:pt x="1252416" y="34500"/>
                </a:cubicBezTo>
                <a:cubicBezTo>
                  <a:pt x="1258523" y="40805"/>
                  <a:pt x="1261577" y="49515"/>
                  <a:pt x="1261577" y="60631"/>
                </a:cubicBezTo>
                <a:cubicBezTo>
                  <a:pt x="1261577" y="69638"/>
                  <a:pt x="1260226" y="76722"/>
                  <a:pt x="1257524" y="81885"/>
                </a:cubicBezTo>
                <a:cubicBezTo>
                  <a:pt x="1254822" y="87047"/>
                  <a:pt x="1250890" y="91056"/>
                  <a:pt x="1245727" y="93912"/>
                </a:cubicBezTo>
                <a:cubicBezTo>
                  <a:pt x="1240565" y="96768"/>
                  <a:pt x="1234930" y="98196"/>
                  <a:pt x="1228823" y="98196"/>
                </a:cubicBezTo>
                <a:cubicBezTo>
                  <a:pt x="1219025" y="98196"/>
                  <a:pt x="1211106" y="95054"/>
                  <a:pt x="1205065" y="88772"/>
                </a:cubicBezTo>
                <a:cubicBezTo>
                  <a:pt x="1199024" y="82489"/>
                  <a:pt x="1196003" y="73438"/>
                  <a:pt x="1196003" y="61620"/>
                </a:cubicBezTo>
                <a:moveTo>
                  <a:pt x="1208195" y="61587"/>
                </a:moveTo>
                <a:cubicBezTo>
                  <a:pt x="1208195" y="70516"/>
                  <a:pt x="1210150" y="77203"/>
                  <a:pt x="1214061" y="81646"/>
                </a:cubicBezTo>
                <a:cubicBezTo>
                  <a:pt x="1217971" y="86089"/>
                  <a:pt x="1222892" y="88310"/>
                  <a:pt x="1228823" y="88310"/>
                </a:cubicBezTo>
                <a:cubicBezTo>
                  <a:pt x="1234710" y="88310"/>
                  <a:pt x="1239609" y="86078"/>
                  <a:pt x="1243519" y="81613"/>
                </a:cubicBezTo>
                <a:cubicBezTo>
                  <a:pt x="1247430" y="77148"/>
                  <a:pt x="1249385" y="70341"/>
                  <a:pt x="1249385" y="61193"/>
                </a:cubicBezTo>
                <a:cubicBezTo>
                  <a:pt x="1249385" y="52570"/>
                  <a:pt x="1247419" y="46036"/>
                  <a:pt x="1243486" y="41593"/>
                </a:cubicBezTo>
                <a:cubicBezTo>
                  <a:pt x="1239554" y="37150"/>
                  <a:pt x="1234666" y="34929"/>
                  <a:pt x="1228823" y="34929"/>
                </a:cubicBezTo>
                <a:cubicBezTo>
                  <a:pt x="1222892" y="34929"/>
                  <a:pt x="1217971" y="37139"/>
                  <a:pt x="1214061" y="41560"/>
                </a:cubicBezTo>
                <a:cubicBezTo>
                  <a:pt x="1210150" y="45981"/>
                  <a:pt x="1208195" y="52657"/>
                  <a:pt x="1208195" y="61587"/>
                </a:cubicBezTo>
                <a:close/>
                <a:moveTo>
                  <a:pt x="1323923" y="96614"/>
                </a:moveTo>
                <a:lnTo>
                  <a:pt x="1312917" y="96614"/>
                </a:lnTo>
                <a:lnTo>
                  <a:pt x="1312917" y="0"/>
                </a:lnTo>
                <a:lnTo>
                  <a:pt x="1324780" y="0"/>
                </a:lnTo>
                <a:lnTo>
                  <a:pt x="1324780" y="34595"/>
                </a:lnTo>
                <a:cubicBezTo>
                  <a:pt x="1329789" y="28227"/>
                  <a:pt x="1336181" y="25043"/>
                  <a:pt x="1343958" y="25043"/>
                </a:cubicBezTo>
                <a:cubicBezTo>
                  <a:pt x="1348264" y="25043"/>
                  <a:pt x="1352339" y="25911"/>
                  <a:pt x="1356183" y="27646"/>
                </a:cubicBezTo>
                <a:cubicBezTo>
                  <a:pt x="1360027" y="29382"/>
                  <a:pt x="1363191" y="31820"/>
                  <a:pt x="1365673" y="34962"/>
                </a:cubicBezTo>
                <a:cubicBezTo>
                  <a:pt x="1368155" y="38103"/>
                  <a:pt x="1370099" y="41893"/>
                  <a:pt x="1371505" y="46330"/>
                </a:cubicBezTo>
                <a:cubicBezTo>
                  <a:pt x="1372911" y="50767"/>
                  <a:pt x="1373614" y="55513"/>
                  <a:pt x="1373614" y="60565"/>
                </a:cubicBezTo>
                <a:cubicBezTo>
                  <a:pt x="1373614" y="72559"/>
                  <a:pt x="1370649" y="81830"/>
                  <a:pt x="1364717" y="88376"/>
                </a:cubicBezTo>
                <a:cubicBezTo>
                  <a:pt x="1358786" y="94923"/>
                  <a:pt x="1351669" y="98196"/>
                  <a:pt x="1343365" y="98196"/>
                </a:cubicBezTo>
                <a:cubicBezTo>
                  <a:pt x="1335105" y="98196"/>
                  <a:pt x="1328624" y="94703"/>
                  <a:pt x="1323923" y="87717"/>
                </a:cubicBezTo>
                <a:lnTo>
                  <a:pt x="1323923" y="96614"/>
                </a:lnTo>
                <a:moveTo>
                  <a:pt x="1323791" y="61094"/>
                </a:moveTo>
                <a:cubicBezTo>
                  <a:pt x="1323791" y="69445"/>
                  <a:pt x="1324934" y="75478"/>
                  <a:pt x="1327218" y="79195"/>
                </a:cubicBezTo>
                <a:cubicBezTo>
                  <a:pt x="1330953" y="85272"/>
                  <a:pt x="1336006" y="88310"/>
                  <a:pt x="1342376" y="88310"/>
                </a:cubicBezTo>
                <a:cubicBezTo>
                  <a:pt x="1347561" y="88310"/>
                  <a:pt x="1352042" y="86070"/>
                  <a:pt x="1355820" y="81588"/>
                </a:cubicBezTo>
                <a:cubicBezTo>
                  <a:pt x="1359599" y="77107"/>
                  <a:pt x="1361488" y="70429"/>
                  <a:pt x="1361488" y="61554"/>
                </a:cubicBezTo>
                <a:cubicBezTo>
                  <a:pt x="1361488" y="52460"/>
                  <a:pt x="1359676" y="45750"/>
                  <a:pt x="1356051" y="41422"/>
                </a:cubicBezTo>
                <a:cubicBezTo>
                  <a:pt x="1352426" y="37093"/>
                  <a:pt x="1348044" y="34929"/>
                  <a:pt x="1342903" y="34929"/>
                </a:cubicBezTo>
                <a:cubicBezTo>
                  <a:pt x="1337719" y="34929"/>
                  <a:pt x="1333238" y="37169"/>
                  <a:pt x="1329459" y="41651"/>
                </a:cubicBezTo>
                <a:cubicBezTo>
                  <a:pt x="1325681" y="46132"/>
                  <a:pt x="1323791" y="52613"/>
                  <a:pt x="1323791" y="61094"/>
                </a:cubicBezTo>
                <a:close/>
                <a:moveTo>
                  <a:pt x="1435938" y="74075"/>
                </a:moveTo>
                <a:lnTo>
                  <a:pt x="1448196" y="75591"/>
                </a:lnTo>
                <a:cubicBezTo>
                  <a:pt x="1446263" y="82753"/>
                  <a:pt x="1442682" y="88310"/>
                  <a:pt x="1437454" y="92265"/>
                </a:cubicBezTo>
                <a:cubicBezTo>
                  <a:pt x="1432226" y="96219"/>
                  <a:pt x="1425548" y="98196"/>
                  <a:pt x="1417420" y="98196"/>
                </a:cubicBezTo>
                <a:cubicBezTo>
                  <a:pt x="1407183" y="98196"/>
                  <a:pt x="1399065" y="95043"/>
                  <a:pt x="1393068" y="88739"/>
                </a:cubicBezTo>
                <a:cubicBezTo>
                  <a:pt x="1387071" y="82434"/>
                  <a:pt x="1384073" y="73592"/>
                  <a:pt x="1384073" y="62213"/>
                </a:cubicBezTo>
                <a:cubicBezTo>
                  <a:pt x="1384073" y="50438"/>
                  <a:pt x="1387104" y="41299"/>
                  <a:pt x="1393167" y="34797"/>
                </a:cubicBezTo>
                <a:cubicBezTo>
                  <a:pt x="1399230" y="28294"/>
                  <a:pt x="1407095" y="25043"/>
                  <a:pt x="1416761" y="25043"/>
                </a:cubicBezTo>
                <a:cubicBezTo>
                  <a:pt x="1426119" y="25043"/>
                  <a:pt x="1433764" y="28224"/>
                  <a:pt x="1439695" y="34585"/>
                </a:cubicBezTo>
                <a:cubicBezTo>
                  <a:pt x="1445626" y="40944"/>
                  <a:pt x="1448592" y="49892"/>
                  <a:pt x="1448592" y="61428"/>
                </a:cubicBezTo>
                <a:cubicBezTo>
                  <a:pt x="1448592" y="62130"/>
                  <a:pt x="1448570" y="63182"/>
                  <a:pt x="1448526" y="64585"/>
                </a:cubicBezTo>
                <a:lnTo>
                  <a:pt x="1396331" y="64585"/>
                </a:lnTo>
                <a:cubicBezTo>
                  <a:pt x="1396770" y="72252"/>
                  <a:pt x="1398945" y="78123"/>
                  <a:pt x="1402855" y="82198"/>
                </a:cubicBezTo>
                <a:cubicBezTo>
                  <a:pt x="1406765" y="86273"/>
                  <a:pt x="1411642" y="88310"/>
                  <a:pt x="1417485" y="88310"/>
                </a:cubicBezTo>
                <a:cubicBezTo>
                  <a:pt x="1421835" y="88310"/>
                  <a:pt x="1425548" y="87179"/>
                  <a:pt x="1428623" y="84916"/>
                </a:cubicBezTo>
                <a:cubicBezTo>
                  <a:pt x="1431699" y="82652"/>
                  <a:pt x="1434137" y="79039"/>
                  <a:pt x="1435938" y="74075"/>
                </a:cubicBezTo>
                <a:moveTo>
                  <a:pt x="1396990" y="54700"/>
                </a:moveTo>
                <a:lnTo>
                  <a:pt x="1436070" y="54700"/>
                </a:lnTo>
                <a:cubicBezTo>
                  <a:pt x="1435543" y="48908"/>
                  <a:pt x="1434049" y="44565"/>
                  <a:pt x="1431589" y="41669"/>
                </a:cubicBezTo>
                <a:cubicBezTo>
                  <a:pt x="1427810" y="37176"/>
                  <a:pt x="1422911" y="34929"/>
                  <a:pt x="1416892" y="34929"/>
                </a:cubicBezTo>
                <a:cubicBezTo>
                  <a:pt x="1411444" y="34929"/>
                  <a:pt x="1406864" y="36723"/>
                  <a:pt x="1403151" y="40310"/>
                </a:cubicBezTo>
                <a:cubicBezTo>
                  <a:pt x="1399439" y="43896"/>
                  <a:pt x="1397385" y="48693"/>
                  <a:pt x="1396990" y="5470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factual">
            <a:extLst xmlns:a="http://schemas.openxmlformats.org/drawingml/2006/main">
              <a:ext uri="{FF2B5EF4-FFF2-40B4-BE49-F238E27FC236}">
                <a16:creationId xmlns:a16="http://schemas.microsoft.com/office/drawing/2014/main" id="{3D317E3D-15BF-4AD0-97EB-CE463B0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654" y="2404643"/>
            <a:ext cx="386901" cy="99778"/>
          </a:xfrm>
          <a:custGeom xmlns:a="http://schemas.openxmlformats.org/drawingml/2006/main">
            <a:pathLst>
              <a:path w="386901" h="99778">
                <a:moveTo>
                  <a:pt x="10479" y="98196"/>
                </a:moveTo>
                <a:lnTo>
                  <a:pt x="10479" y="37433"/>
                </a:lnTo>
                <a:lnTo>
                  <a:pt x="0" y="37433"/>
                </a:lnTo>
                <a:lnTo>
                  <a:pt x="0" y="28207"/>
                </a:lnTo>
                <a:lnTo>
                  <a:pt x="10479" y="28207"/>
                </a:lnTo>
                <a:lnTo>
                  <a:pt x="10479" y="20776"/>
                </a:lnTo>
                <a:cubicBezTo>
                  <a:pt x="10479" y="16086"/>
                  <a:pt x="10896" y="12601"/>
                  <a:pt x="11731" y="10322"/>
                </a:cubicBezTo>
                <a:cubicBezTo>
                  <a:pt x="12873" y="7255"/>
                  <a:pt x="14883" y="4768"/>
                  <a:pt x="17761" y="2861"/>
                </a:cubicBezTo>
                <a:cubicBezTo>
                  <a:pt x="20639" y="954"/>
                  <a:pt x="24670" y="0"/>
                  <a:pt x="29854" y="0"/>
                </a:cubicBezTo>
                <a:cubicBezTo>
                  <a:pt x="33193" y="0"/>
                  <a:pt x="36884" y="395"/>
                  <a:pt x="40926" y="1186"/>
                </a:cubicBezTo>
                <a:lnTo>
                  <a:pt x="39147" y="11533"/>
                </a:lnTo>
                <a:cubicBezTo>
                  <a:pt x="36686" y="11094"/>
                  <a:pt x="34358" y="10874"/>
                  <a:pt x="32161" y="10874"/>
                </a:cubicBezTo>
                <a:cubicBezTo>
                  <a:pt x="28558" y="10874"/>
                  <a:pt x="26010" y="11640"/>
                  <a:pt x="24516" y="13172"/>
                </a:cubicBezTo>
                <a:cubicBezTo>
                  <a:pt x="23022" y="14705"/>
                  <a:pt x="22275" y="17571"/>
                  <a:pt x="22275" y="21773"/>
                </a:cubicBezTo>
                <a:lnTo>
                  <a:pt x="22275" y="28207"/>
                </a:lnTo>
                <a:lnTo>
                  <a:pt x="35917" y="28207"/>
                </a:lnTo>
                <a:lnTo>
                  <a:pt x="35917" y="37433"/>
                </a:lnTo>
                <a:lnTo>
                  <a:pt x="22275" y="37433"/>
                </a:lnTo>
                <a:lnTo>
                  <a:pt x="22275" y="98196"/>
                </a:lnTo>
                <a:lnTo>
                  <a:pt x="10479" y="98196"/>
                </a:lnTo>
                <a:close/>
                <a:moveTo>
                  <a:pt x="90837" y="89554"/>
                </a:moveTo>
                <a:cubicBezTo>
                  <a:pt x="86444" y="93292"/>
                  <a:pt x="82215" y="95930"/>
                  <a:pt x="78151" y="97469"/>
                </a:cubicBezTo>
                <a:cubicBezTo>
                  <a:pt x="74087" y="99008"/>
                  <a:pt x="69726" y="99778"/>
                  <a:pt x="65069" y="99778"/>
                </a:cubicBezTo>
                <a:cubicBezTo>
                  <a:pt x="57380" y="99778"/>
                  <a:pt x="51471" y="97898"/>
                  <a:pt x="47341" y="94139"/>
                </a:cubicBezTo>
                <a:cubicBezTo>
                  <a:pt x="43211" y="90379"/>
                  <a:pt x="41146" y="85576"/>
                  <a:pt x="41146" y="79729"/>
                </a:cubicBezTo>
                <a:cubicBezTo>
                  <a:pt x="41146" y="76300"/>
                  <a:pt x="41926" y="73168"/>
                  <a:pt x="43486" y="70333"/>
                </a:cubicBezTo>
                <a:cubicBezTo>
                  <a:pt x="45046" y="67497"/>
                  <a:pt x="47089" y="65221"/>
                  <a:pt x="49615" y="63506"/>
                </a:cubicBezTo>
                <a:cubicBezTo>
                  <a:pt x="52141" y="61791"/>
                  <a:pt x="54986" y="60494"/>
                  <a:pt x="58149" y="59616"/>
                </a:cubicBezTo>
                <a:cubicBezTo>
                  <a:pt x="60478" y="58999"/>
                  <a:pt x="63993" y="58405"/>
                  <a:pt x="68694" y="57834"/>
                </a:cubicBezTo>
                <a:cubicBezTo>
                  <a:pt x="78272" y="56700"/>
                  <a:pt x="85323" y="55348"/>
                  <a:pt x="89849" y="53777"/>
                </a:cubicBezTo>
                <a:cubicBezTo>
                  <a:pt x="89893" y="52158"/>
                  <a:pt x="89915" y="51130"/>
                  <a:pt x="89915" y="50692"/>
                </a:cubicBezTo>
                <a:cubicBezTo>
                  <a:pt x="89915" y="45877"/>
                  <a:pt x="88794" y="42485"/>
                  <a:pt x="86554" y="40516"/>
                </a:cubicBezTo>
                <a:cubicBezTo>
                  <a:pt x="83522" y="37846"/>
                  <a:pt x="79019" y="36510"/>
                  <a:pt x="73043" y="36510"/>
                </a:cubicBezTo>
                <a:cubicBezTo>
                  <a:pt x="67464" y="36510"/>
                  <a:pt x="63345" y="37488"/>
                  <a:pt x="60687" y="39443"/>
                </a:cubicBezTo>
                <a:cubicBezTo>
                  <a:pt x="58028" y="41398"/>
                  <a:pt x="56062" y="44858"/>
                  <a:pt x="54788" y="49823"/>
                </a:cubicBezTo>
                <a:lnTo>
                  <a:pt x="43189" y="48241"/>
                </a:lnTo>
                <a:cubicBezTo>
                  <a:pt x="44244" y="43261"/>
                  <a:pt x="45979" y="39240"/>
                  <a:pt x="48396" y="36177"/>
                </a:cubicBezTo>
                <a:cubicBezTo>
                  <a:pt x="50812" y="33114"/>
                  <a:pt x="54305" y="30756"/>
                  <a:pt x="58874" y="29105"/>
                </a:cubicBezTo>
                <a:cubicBezTo>
                  <a:pt x="63443" y="27451"/>
                  <a:pt x="68738" y="26625"/>
                  <a:pt x="74757" y="26625"/>
                </a:cubicBezTo>
                <a:cubicBezTo>
                  <a:pt x="80732" y="26625"/>
                  <a:pt x="85587" y="27328"/>
                  <a:pt x="89322" y="28734"/>
                </a:cubicBezTo>
                <a:cubicBezTo>
                  <a:pt x="93056" y="30140"/>
                  <a:pt x="95802" y="31908"/>
                  <a:pt x="97559" y="34039"/>
                </a:cubicBezTo>
                <a:cubicBezTo>
                  <a:pt x="99317" y="36170"/>
                  <a:pt x="100547" y="38861"/>
                  <a:pt x="101250" y="42112"/>
                </a:cubicBezTo>
                <a:cubicBezTo>
                  <a:pt x="101645" y="44133"/>
                  <a:pt x="101843" y="47780"/>
                  <a:pt x="101843" y="53052"/>
                </a:cubicBezTo>
                <a:lnTo>
                  <a:pt x="101843" y="68869"/>
                </a:lnTo>
                <a:cubicBezTo>
                  <a:pt x="101843" y="79897"/>
                  <a:pt x="102096" y="86871"/>
                  <a:pt x="102601" y="89793"/>
                </a:cubicBezTo>
                <a:cubicBezTo>
                  <a:pt x="103106" y="92715"/>
                  <a:pt x="104106" y="95516"/>
                  <a:pt x="105600" y="98196"/>
                </a:cubicBezTo>
                <a:lnTo>
                  <a:pt x="93210" y="98196"/>
                </a:lnTo>
                <a:cubicBezTo>
                  <a:pt x="91980" y="95733"/>
                  <a:pt x="91189" y="92852"/>
                  <a:pt x="90837" y="89554"/>
                </a:cubicBezTo>
                <a:moveTo>
                  <a:pt x="89849" y="63004"/>
                </a:moveTo>
                <a:cubicBezTo>
                  <a:pt x="85543" y="64776"/>
                  <a:pt x="79085" y="66282"/>
                  <a:pt x="70473" y="67522"/>
                </a:cubicBezTo>
                <a:cubicBezTo>
                  <a:pt x="65596" y="68228"/>
                  <a:pt x="62147" y="69022"/>
                  <a:pt x="60126" y="69905"/>
                </a:cubicBezTo>
                <a:cubicBezTo>
                  <a:pt x="58105" y="70786"/>
                  <a:pt x="56546" y="72077"/>
                  <a:pt x="55447" y="73777"/>
                </a:cubicBezTo>
                <a:cubicBezTo>
                  <a:pt x="54349" y="75475"/>
                  <a:pt x="53800" y="77361"/>
                  <a:pt x="53800" y="79434"/>
                </a:cubicBezTo>
                <a:cubicBezTo>
                  <a:pt x="53800" y="82610"/>
                  <a:pt x="54997" y="85257"/>
                  <a:pt x="57391" y="87375"/>
                </a:cubicBezTo>
                <a:cubicBezTo>
                  <a:pt x="59786" y="89493"/>
                  <a:pt x="63290" y="90551"/>
                  <a:pt x="67903" y="90551"/>
                </a:cubicBezTo>
                <a:cubicBezTo>
                  <a:pt x="72472" y="90551"/>
                  <a:pt x="76536" y="89547"/>
                  <a:pt x="80095" y="87538"/>
                </a:cubicBezTo>
                <a:cubicBezTo>
                  <a:pt x="83654" y="85529"/>
                  <a:pt x="86268" y="82781"/>
                  <a:pt x="87938" y="79294"/>
                </a:cubicBezTo>
                <a:cubicBezTo>
                  <a:pt x="89212" y="76600"/>
                  <a:pt x="89849" y="72627"/>
                  <a:pt x="89849" y="67374"/>
                </a:cubicBezTo>
                <a:lnTo>
                  <a:pt x="89849" y="63004"/>
                </a:lnTo>
                <a:close/>
                <a:moveTo>
                  <a:pt x="165880" y="72494"/>
                </a:moveTo>
                <a:lnTo>
                  <a:pt x="177545" y="74009"/>
                </a:lnTo>
                <a:cubicBezTo>
                  <a:pt x="176271" y="82070"/>
                  <a:pt x="173009" y="88380"/>
                  <a:pt x="167759" y="92940"/>
                </a:cubicBezTo>
                <a:cubicBezTo>
                  <a:pt x="162508" y="97498"/>
                  <a:pt x="156061" y="99778"/>
                  <a:pt x="148416" y="99778"/>
                </a:cubicBezTo>
                <a:cubicBezTo>
                  <a:pt x="138838" y="99778"/>
                  <a:pt x="131138" y="96647"/>
                  <a:pt x="125317" y="90386"/>
                </a:cubicBezTo>
                <a:cubicBezTo>
                  <a:pt x="119495" y="84126"/>
                  <a:pt x="116585" y="75152"/>
                  <a:pt x="116585" y="63465"/>
                </a:cubicBezTo>
                <a:cubicBezTo>
                  <a:pt x="116585" y="55908"/>
                  <a:pt x="117837" y="49296"/>
                  <a:pt x="120341" y="43628"/>
                </a:cubicBezTo>
                <a:cubicBezTo>
                  <a:pt x="122846" y="37960"/>
                  <a:pt x="126657" y="33710"/>
                  <a:pt x="131775" y="30876"/>
                </a:cubicBezTo>
                <a:cubicBezTo>
                  <a:pt x="136894" y="28042"/>
                  <a:pt x="142463" y="26625"/>
                  <a:pt x="148482" y="26625"/>
                </a:cubicBezTo>
                <a:cubicBezTo>
                  <a:pt x="156083" y="26625"/>
                  <a:pt x="162300" y="28553"/>
                  <a:pt x="167133" y="32410"/>
                </a:cubicBezTo>
                <a:cubicBezTo>
                  <a:pt x="171965" y="36265"/>
                  <a:pt x="175063" y="41740"/>
                  <a:pt x="176425" y="48834"/>
                </a:cubicBezTo>
                <a:lnTo>
                  <a:pt x="164892" y="50614"/>
                </a:lnTo>
                <a:cubicBezTo>
                  <a:pt x="163793" y="45935"/>
                  <a:pt x="161849" y="42414"/>
                  <a:pt x="159059" y="40053"/>
                </a:cubicBezTo>
                <a:cubicBezTo>
                  <a:pt x="156269" y="37691"/>
                  <a:pt x="152897" y="36510"/>
                  <a:pt x="148943" y="36510"/>
                </a:cubicBezTo>
                <a:cubicBezTo>
                  <a:pt x="142968" y="36510"/>
                  <a:pt x="138113" y="38642"/>
                  <a:pt x="134379" y="42905"/>
                </a:cubicBezTo>
                <a:cubicBezTo>
                  <a:pt x="130644" y="47167"/>
                  <a:pt x="128777" y="53910"/>
                  <a:pt x="128777" y="63135"/>
                </a:cubicBezTo>
                <a:cubicBezTo>
                  <a:pt x="128777" y="72492"/>
                  <a:pt x="130578" y="79291"/>
                  <a:pt x="134181" y="83532"/>
                </a:cubicBezTo>
                <a:cubicBezTo>
                  <a:pt x="137784" y="87772"/>
                  <a:pt x="142485" y="89892"/>
                  <a:pt x="148284" y="89892"/>
                </a:cubicBezTo>
                <a:cubicBezTo>
                  <a:pt x="152941" y="89892"/>
                  <a:pt x="156830" y="88470"/>
                  <a:pt x="159949" y="85625"/>
                </a:cubicBezTo>
                <a:cubicBezTo>
                  <a:pt x="163069" y="82780"/>
                  <a:pt x="165046" y="78403"/>
                  <a:pt x="165880" y="72494"/>
                </a:cubicBezTo>
                <a:close/>
                <a:moveTo>
                  <a:pt x="213594" y="87717"/>
                </a:moveTo>
                <a:lnTo>
                  <a:pt x="215308" y="98196"/>
                </a:lnTo>
                <a:cubicBezTo>
                  <a:pt x="211969" y="98811"/>
                  <a:pt x="208981" y="99119"/>
                  <a:pt x="206345" y="99119"/>
                </a:cubicBezTo>
                <a:cubicBezTo>
                  <a:pt x="202039" y="99119"/>
                  <a:pt x="198700" y="98438"/>
                  <a:pt x="196328" y="97076"/>
                </a:cubicBezTo>
                <a:cubicBezTo>
                  <a:pt x="193955" y="95713"/>
                  <a:pt x="192286" y="93923"/>
                  <a:pt x="191319" y="91704"/>
                </a:cubicBezTo>
                <a:cubicBezTo>
                  <a:pt x="190353" y="89486"/>
                  <a:pt x="189869" y="84817"/>
                  <a:pt x="189869" y="77700"/>
                </a:cubicBezTo>
                <a:lnTo>
                  <a:pt x="189869" y="37433"/>
                </a:lnTo>
                <a:lnTo>
                  <a:pt x="181170" y="37433"/>
                </a:lnTo>
                <a:lnTo>
                  <a:pt x="181170" y="28207"/>
                </a:lnTo>
                <a:lnTo>
                  <a:pt x="189869" y="28207"/>
                </a:lnTo>
                <a:lnTo>
                  <a:pt x="189869" y="10827"/>
                </a:lnTo>
                <a:lnTo>
                  <a:pt x="201666" y="3691"/>
                </a:lnTo>
                <a:lnTo>
                  <a:pt x="201666" y="28207"/>
                </a:lnTo>
                <a:lnTo>
                  <a:pt x="213594" y="28207"/>
                </a:lnTo>
                <a:lnTo>
                  <a:pt x="213594" y="37433"/>
                </a:lnTo>
                <a:lnTo>
                  <a:pt x="201666" y="37433"/>
                </a:lnTo>
                <a:lnTo>
                  <a:pt x="201666" y="78359"/>
                </a:lnTo>
                <a:cubicBezTo>
                  <a:pt x="201666" y="81742"/>
                  <a:pt x="201875" y="83917"/>
                  <a:pt x="202292" y="84883"/>
                </a:cubicBezTo>
                <a:cubicBezTo>
                  <a:pt x="202709" y="85850"/>
                  <a:pt x="203390" y="86619"/>
                  <a:pt x="204335" y="87190"/>
                </a:cubicBezTo>
                <a:cubicBezTo>
                  <a:pt x="205280" y="87761"/>
                  <a:pt x="206631" y="88047"/>
                  <a:pt x="208388" y="88047"/>
                </a:cubicBezTo>
                <a:cubicBezTo>
                  <a:pt x="209706" y="88047"/>
                  <a:pt x="211442" y="87937"/>
                  <a:pt x="213594" y="87717"/>
                </a:cubicBezTo>
                <a:close/>
                <a:moveTo>
                  <a:pt x="271085" y="98196"/>
                </a:moveTo>
                <a:lnTo>
                  <a:pt x="271085" y="87915"/>
                </a:lnTo>
                <a:cubicBezTo>
                  <a:pt x="265637" y="95823"/>
                  <a:pt x="258234" y="99778"/>
                  <a:pt x="248875" y="99778"/>
                </a:cubicBezTo>
                <a:cubicBezTo>
                  <a:pt x="244745" y="99778"/>
                  <a:pt x="240890" y="98987"/>
                  <a:pt x="237309" y="97405"/>
                </a:cubicBezTo>
                <a:cubicBezTo>
                  <a:pt x="233728" y="95823"/>
                  <a:pt x="231070" y="93835"/>
                  <a:pt x="229335" y="91441"/>
                </a:cubicBezTo>
                <a:cubicBezTo>
                  <a:pt x="227599" y="89046"/>
                  <a:pt x="226380" y="86114"/>
                  <a:pt x="225677" y="82643"/>
                </a:cubicBezTo>
                <a:cubicBezTo>
                  <a:pt x="225194" y="80314"/>
                  <a:pt x="224952" y="76624"/>
                  <a:pt x="224952" y="71571"/>
                </a:cubicBezTo>
                <a:lnTo>
                  <a:pt x="224952" y="28207"/>
                </a:lnTo>
                <a:lnTo>
                  <a:pt x="236815" y="28207"/>
                </a:lnTo>
                <a:lnTo>
                  <a:pt x="236815" y="67024"/>
                </a:lnTo>
                <a:cubicBezTo>
                  <a:pt x="236815" y="73219"/>
                  <a:pt x="237057" y="77392"/>
                  <a:pt x="237540" y="79545"/>
                </a:cubicBezTo>
                <a:cubicBezTo>
                  <a:pt x="238287" y="82665"/>
                  <a:pt x="239868" y="85114"/>
                  <a:pt x="242285" y="86893"/>
                </a:cubicBezTo>
                <a:cubicBezTo>
                  <a:pt x="244701" y="88673"/>
                  <a:pt x="247689" y="89563"/>
                  <a:pt x="251248" y="89563"/>
                </a:cubicBezTo>
                <a:cubicBezTo>
                  <a:pt x="254807" y="89563"/>
                  <a:pt x="258146" y="88651"/>
                  <a:pt x="261265" y="86828"/>
                </a:cubicBezTo>
                <a:cubicBezTo>
                  <a:pt x="264384" y="85004"/>
                  <a:pt x="266592" y="82522"/>
                  <a:pt x="267888" y="79380"/>
                </a:cubicBezTo>
                <a:cubicBezTo>
                  <a:pt x="269184" y="76239"/>
                  <a:pt x="269832" y="71681"/>
                  <a:pt x="269832" y="65706"/>
                </a:cubicBezTo>
                <a:lnTo>
                  <a:pt x="269832" y="28207"/>
                </a:lnTo>
                <a:lnTo>
                  <a:pt x="281695" y="28207"/>
                </a:lnTo>
                <a:lnTo>
                  <a:pt x="281695" y="98196"/>
                </a:lnTo>
                <a:lnTo>
                  <a:pt x="271085" y="98196"/>
                </a:lnTo>
                <a:close/>
                <a:moveTo>
                  <a:pt x="345930" y="89554"/>
                </a:moveTo>
                <a:cubicBezTo>
                  <a:pt x="341537" y="93292"/>
                  <a:pt x="337308" y="95930"/>
                  <a:pt x="333244" y="97469"/>
                </a:cubicBezTo>
                <a:cubicBezTo>
                  <a:pt x="329180" y="99008"/>
                  <a:pt x="324819" y="99778"/>
                  <a:pt x="320162" y="99778"/>
                </a:cubicBezTo>
                <a:cubicBezTo>
                  <a:pt x="312473" y="99778"/>
                  <a:pt x="306564" y="97898"/>
                  <a:pt x="302434" y="94139"/>
                </a:cubicBezTo>
                <a:cubicBezTo>
                  <a:pt x="298304" y="90379"/>
                  <a:pt x="296239" y="85576"/>
                  <a:pt x="296239" y="79729"/>
                </a:cubicBezTo>
                <a:cubicBezTo>
                  <a:pt x="296239" y="76300"/>
                  <a:pt x="297019" y="73168"/>
                  <a:pt x="298579" y="70333"/>
                </a:cubicBezTo>
                <a:cubicBezTo>
                  <a:pt x="300139" y="67497"/>
                  <a:pt x="302182" y="65221"/>
                  <a:pt x="304708" y="63506"/>
                </a:cubicBezTo>
                <a:cubicBezTo>
                  <a:pt x="307234" y="61791"/>
                  <a:pt x="310079" y="60494"/>
                  <a:pt x="313242" y="59616"/>
                </a:cubicBezTo>
                <a:cubicBezTo>
                  <a:pt x="315571" y="58999"/>
                  <a:pt x="319086" y="58405"/>
                  <a:pt x="323787" y="57834"/>
                </a:cubicBezTo>
                <a:cubicBezTo>
                  <a:pt x="333365" y="56700"/>
                  <a:pt x="340416" y="55348"/>
                  <a:pt x="344942" y="53777"/>
                </a:cubicBezTo>
                <a:cubicBezTo>
                  <a:pt x="344986" y="52158"/>
                  <a:pt x="345008" y="51130"/>
                  <a:pt x="345008" y="50692"/>
                </a:cubicBezTo>
                <a:cubicBezTo>
                  <a:pt x="345008" y="45877"/>
                  <a:pt x="343887" y="42485"/>
                  <a:pt x="341647" y="40516"/>
                </a:cubicBezTo>
                <a:cubicBezTo>
                  <a:pt x="338615" y="37846"/>
                  <a:pt x="334112" y="36510"/>
                  <a:pt x="328136" y="36510"/>
                </a:cubicBezTo>
                <a:cubicBezTo>
                  <a:pt x="322557" y="36510"/>
                  <a:pt x="318438" y="37488"/>
                  <a:pt x="315780" y="39443"/>
                </a:cubicBezTo>
                <a:cubicBezTo>
                  <a:pt x="313121" y="41398"/>
                  <a:pt x="311155" y="44858"/>
                  <a:pt x="309881" y="49823"/>
                </a:cubicBezTo>
                <a:lnTo>
                  <a:pt x="298282" y="48241"/>
                </a:lnTo>
                <a:cubicBezTo>
                  <a:pt x="299337" y="43261"/>
                  <a:pt x="301072" y="39240"/>
                  <a:pt x="303489" y="36177"/>
                </a:cubicBezTo>
                <a:cubicBezTo>
                  <a:pt x="305905" y="33114"/>
                  <a:pt x="309398" y="30756"/>
                  <a:pt x="313967" y="29105"/>
                </a:cubicBezTo>
                <a:cubicBezTo>
                  <a:pt x="318537" y="27451"/>
                  <a:pt x="323831" y="26625"/>
                  <a:pt x="329850" y="26625"/>
                </a:cubicBezTo>
                <a:cubicBezTo>
                  <a:pt x="335825" y="26625"/>
                  <a:pt x="340680" y="27328"/>
                  <a:pt x="344415" y="28734"/>
                </a:cubicBezTo>
                <a:cubicBezTo>
                  <a:pt x="348149" y="30140"/>
                  <a:pt x="350895" y="31908"/>
                  <a:pt x="352652" y="34039"/>
                </a:cubicBezTo>
                <a:cubicBezTo>
                  <a:pt x="354410" y="36170"/>
                  <a:pt x="355640" y="38861"/>
                  <a:pt x="356343" y="42112"/>
                </a:cubicBezTo>
                <a:cubicBezTo>
                  <a:pt x="356738" y="44133"/>
                  <a:pt x="356936" y="47780"/>
                  <a:pt x="356936" y="53052"/>
                </a:cubicBezTo>
                <a:lnTo>
                  <a:pt x="356936" y="68869"/>
                </a:lnTo>
                <a:cubicBezTo>
                  <a:pt x="356936" y="79897"/>
                  <a:pt x="357189" y="86871"/>
                  <a:pt x="357694" y="89793"/>
                </a:cubicBezTo>
                <a:cubicBezTo>
                  <a:pt x="358199" y="92715"/>
                  <a:pt x="359199" y="95516"/>
                  <a:pt x="360693" y="98196"/>
                </a:cubicBezTo>
                <a:lnTo>
                  <a:pt x="348303" y="98196"/>
                </a:lnTo>
                <a:cubicBezTo>
                  <a:pt x="347073" y="95733"/>
                  <a:pt x="346282" y="92852"/>
                  <a:pt x="345930" y="89554"/>
                </a:cubicBezTo>
                <a:moveTo>
                  <a:pt x="344942" y="63004"/>
                </a:moveTo>
                <a:cubicBezTo>
                  <a:pt x="340636" y="64776"/>
                  <a:pt x="334178" y="66282"/>
                  <a:pt x="325566" y="67522"/>
                </a:cubicBezTo>
                <a:cubicBezTo>
                  <a:pt x="320689" y="68228"/>
                  <a:pt x="317240" y="69022"/>
                  <a:pt x="315219" y="69905"/>
                </a:cubicBezTo>
                <a:cubicBezTo>
                  <a:pt x="313198" y="70786"/>
                  <a:pt x="311639" y="72077"/>
                  <a:pt x="310540" y="73777"/>
                </a:cubicBezTo>
                <a:cubicBezTo>
                  <a:pt x="309442" y="75475"/>
                  <a:pt x="308893" y="77361"/>
                  <a:pt x="308893" y="79434"/>
                </a:cubicBezTo>
                <a:cubicBezTo>
                  <a:pt x="308893" y="82610"/>
                  <a:pt x="310090" y="85257"/>
                  <a:pt x="312484" y="87375"/>
                </a:cubicBezTo>
                <a:cubicBezTo>
                  <a:pt x="314879" y="89493"/>
                  <a:pt x="318383" y="90551"/>
                  <a:pt x="322996" y="90551"/>
                </a:cubicBezTo>
                <a:cubicBezTo>
                  <a:pt x="327565" y="90551"/>
                  <a:pt x="331629" y="89547"/>
                  <a:pt x="335188" y="87538"/>
                </a:cubicBezTo>
                <a:cubicBezTo>
                  <a:pt x="338747" y="85529"/>
                  <a:pt x="341361" y="82781"/>
                  <a:pt x="343031" y="79294"/>
                </a:cubicBezTo>
                <a:cubicBezTo>
                  <a:pt x="344305" y="76600"/>
                  <a:pt x="344942" y="72627"/>
                  <a:pt x="344942" y="67374"/>
                </a:cubicBezTo>
                <a:lnTo>
                  <a:pt x="344942" y="63004"/>
                </a:lnTo>
                <a:close/>
                <a:moveTo>
                  <a:pt x="375039" y="98196"/>
                </a:moveTo>
                <a:lnTo>
                  <a:pt x="375039" y="1582"/>
                </a:lnTo>
                <a:lnTo>
                  <a:pt x="386901" y="1582"/>
                </a:lnTo>
                <a:lnTo>
                  <a:pt x="386901" y="98196"/>
                </a:lnTo>
                <a:lnTo>
                  <a:pt x="375039" y="98196"/>
                </a:lnTo>
                <a:close/>
              </a:path>
            </a:pathLst>
          </a:custGeom>
          <a:solidFill xmlns:a="http://schemas.openxmlformats.org/drawingml/2006/main">
            <a:srgbClr val="11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.">
            <a:extLst xmlns:a="http://schemas.openxmlformats.org/drawingml/2006/main">
              <a:ext uri="{FF2B5EF4-FFF2-40B4-BE49-F238E27FC236}">
                <a16:creationId xmlns:a16="http://schemas.microsoft.com/office/drawing/2014/main" id="{1891DD46-2C6B-4BB1-983A-6ED95B92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320" y="2489262"/>
            <a:ext cx="13510" cy="13576"/>
          </a:xfrm>
          <a:custGeom xmlns:a="http://schemas.openxmlformats.org/drawingml/2006/main">
            <a:pathLst>
              <a:path w="13510" h="13576">
                <a:moveTo>
                  <a:pt x="0" y="13576"/>
                </a:moveTo>
                <a:lnTo>
                  <a:pt x="0" y="0"/>
                </a:lnTo>
                <a:lnTo>
                  <a:pt x="13510" y="0"/>
                </a:lnTo>
                <a:lnTo>
                  <a:pt x="13510" y="13576"/>
                </a:lnTo>
                <a:lnTo>
                  <a:pt x="0" y="1357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C4C69-91B3-4938-BE04-A3115D5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226" y="4869029"/>
            <a:ext cx="2657220" cy="337425"/>
          </a:xfrm>
          <a:custGeom xmlns:a="http://schemas.openxmlformats.org/drawingml/2006/main">
            <a:pathLst>
              <a:path w="2657220" h="337425">
                <a:moveTo>
                  <a:pt x="50614" y="0"/>
                </a:moveTo>
                <a:lnTo>
                  <a:pt x="2606606" y="0"/>
                </a:lnTo>
                <a:cubicBezTo>
                  <a:pt x="2609929" y="0"/>
                  <a:pt x="2613219" y="324"/>
                  <a:pt x="2616480" y="973"/>
                </a:cubicBezTo>
                <a:cubicBezTo>
                  <a:pt x="2619739" y="1621"/>
                  <a:pt x="2622904" y="2581"/>
                  <a:pt x="2625974" y="3853"/>
                </a:cubicBezTo>
                <a:cubicBezTo>
                  <a:pt x="2629044" y="5125"/>
                  <a:pt x="2631961" y="6684"/>
                  <a:pt x="2634725" y="8530"/>
                </a:cubicBezTo>
                <a:cubicBezTo>
                  <a:pt x="2637489" y="10376"/>
                  <a:pt x="2640046" y="12475"/>
                  <a:pt x="2642395" y="14824"/>
                </a:cubicBezTo>
                <a:cubicBezTo>
                  <a:pt x="2644746" y="17174"/>
                  <a:pt x="2646843" y="19731"/>
                  <a:pt x="2648689" y="22494"/>
                </a:cubicBezTo>
                <a:cubicBezTo>
                  <a:pt x="2650534" y="25258"/>
                  <a:pt x="2652093" y="28175"/>
                  <a:pt x="2653365" y="31245"/>
                </a:cubicBezTo>
                <a:cubicBezTo>
                  <a:pt x="2654638" y="34315"/>
                  <a:pt x="2655598" y="37480"/>
                  <a:pt x="2656247" y="40740"/>
                </a:cubicBezTo>
                <a:cubicBezTo>
                  <a:pt x="2656896" y="43999"/>
                  <a:pt x="2657220" y="47290"/>
                  <a:pt x="2657220" y="50614"/>
                </a:cubicBezTo>
                <a:lnTo>
                  <a:pt x="2657220" y="286811"/>
                </a:lnTo>
                <a:cubicBezTo>
                  <a:pt x="2657220" y="290134"/>
                  <a:pt x="2656896" y="293426"/>
                  <a:pt x="2656247" y="296685"/>
                </a:cubicBezTo>
                <a:cubicBezTo>
                  <a:pt x="2655598" y="299945"/>
                  <a:pt x="2654638" y="303110"/>
                  <a:pt x="2653365" y="306180"/>
                </a:cubicBezTo>
                <a:cubicBezTo>
                  <a:pt x="2652093" y="309251"/>
                  <a:pt x="2650534" y="312168"/>
                  <a:pt x="2648689" y="314931"/>
                </a:cubicBezTo>
                <a:cubicBezTo>
                  <a:pt x="2646843" y="317694"/>
                  <a:pt x="2644746" y="320251"/>
                  <a:pt x="2642395" y="322601"/>
                </a:cubicBezTo>
                <a:cubicBezTo>
                  <a:pt x="2640046" y="324951"/>
                  <a:pt x="2637489" y="327049"/>
                  <a:pt x="2634725" y="328895"/>
                </a:cubicBezTo>
                <a:cubicBezTo>
                  <a:pt x="2631961" y="330742"/>
                  <a:pt x="2629044" y="332301"/>
                  <a:pt x="2625974" y="333572"/>
                </a:cubicBezTo>
                <a:cubicBezTo>
                  <a:pt x="2622904" y="334844"/>
                  <a:pt x="2619739" y="335804"/>
                  <a:pt x="2616480" y="336452"/>
                </a:cubicBezTo>
                <a:cubicBezTo>
                  <a:pt x="2613219" y="337100"/>
                  <a:pt x="2609929" y="337425"/>
                  <a:pt x="2606606" y="337425"/>
                </a:cubicBezTo>
                <a:lnTo>
                  <a:pt x="50614" y="337425"/>
                </a:lnTo>
                <a:cubicBezTo>
                  <a:pt x="47290" y="337425"/>
                  <a:pt x="43999" y="337100"/>
                  <a:pt x="40739" y="336452"/>
                </a:cubicBezTo>
                <a:cubicBezTo>
                  <a:pt x="37480" y="335804"/>
                  <a:pt x="34314" y="334844"/>
                  <a:pt x="31244" y="333572"/>
                </a:cubicBezTo>
                <a:cubicBezTo>
                  <a:pt x="28174" y="332301"/>
                  <a:pt x="25257" y="330742"/>
                  <a:pt x="22494" y="328895"/>
                </a:cubicBezTo>
                <a:cubicBezTo>
                  <a:pt x="19730" y="327049"/>
                  <a:pt x="17174" y="324951"/>
                  <a:pt x="14824" y="322601"/>
                </a:cubicBezTo>
                <a:cubicBezTo>
                  <a:pt x="12474" y="320251"/>
                  <a:pt x="10376" y="317694"/>
                  <a:pt x="8529" y="314931"/>
                </a:cubicBezTo>
                <a:cubicBezTo>
                  <a:pt x="6683" y="312168"/>
                  <a:pt x="5124" y="309251"/>
                  <a:pt x="3852" y="306180"/>
                </a:cubicBezTo>
                <a:cubicBezTo>
                  <a:pt x="2580" y="303110"/>
                  <a:pt x="1620" y="299945"/>
                  <a:pt x="972" y="296685"/>
                </a:cubicBezTo>
                <a:cubicBezTo>
                  <a:pt x="323" y="293426"/>
                  <a:pt x="0" y="290134"/>
                  <a:pt x="0" y="286811"/>
                </a:cubicBezTo>
                <a:lnTo>
                  <a:pt x="0" y="50614"/>
                </a:lnTo>
                <a:cubicBezTo>
                  <a:pt x="0" y="47290"/>
                  <a:pt x="323" y="43999"/>
                  <a:pt x="972" y="40740"/>
                </a:cubicBezTo>
                <a:cubicBezTo>
                  <a:pt x="1620" y="37480"/>
                  <a:pt x="2580" y="34315"/>
                  <a:pt x="3852" y="31245"/>
                </a:cubicBezTo>
                <a:cubicBezTo>
                  <a:pt x="5124" y="28175"/>
                  <a:pt x="6683" y="25258"/>
                  <a:pt x="8530" y="22494"/>
                </a:cubicBezTo>
                <a:cubicBezTo>
                  <a:pt x="10376" y="19731"/>
                  <a:pt x="12474" y="17174"/>
                  <a:pt x="14824" y="14824"/>
                </a:cubicBezTo>
                <a:cubicBezTo>
                  <a:pt x="17174" y="12475"/>
                  <a:pt x="19730" y="10376"/>
                  <a:pt x="22494" y="8530"/>
                </a:cubicBezTo>
                <a:cubicBezTo>
                  <a:pt x="25257" y="6684"/>
                  <a:pt x="28174" y="5125"/>
                  <a:pt x="31244" y="3853"/>
                </a:cubicBezTo>
                <a:cubicBezTo>
                  <a:pt x="34314" y="2581"/>
                  <a:pt x="37480" y="1621"/>
                  <a:pt x="40739" y="973"/>
                </a:cubicBezTo>
                <a:cubicBezTo>
                  <a:pt x="43999" y="324"/>
                  <a:pt x="47290" y="0"/>
                  <a:pt x="50614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74819-909F-4579-8B8E-3879928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226" y="4869029"/>
            <a:ext cx="2657220" cy="337425"/>
          </a:xfrm>
          <a:custGeom xmlns:a="http://schemas.openxmlformats.org/drawingml/2006/main">
            <a:pathLst>
              <a:path w="2657220" h="337425" fill="none">
                <a:moveTo>
                  <a:pt x="50614" y="0"/>
                </a:moveTo>
                <a:lnTo>
                  <a:pt x="2606606" y="0"/>
                </a:lnTo>
                <a:cubicBezTo>
                  <a:pt x="2609929" y="0"/>
                  <a:pt x="2613219" y="324"/>
                  <a:pt x="2616480" y="973"/>
                </a:cubicBezTo>
                <a:cubicBezTo>
                  <a:pt x="2619739" y="1621"/>
                  <a:pt x="2622904" y="2581"/>
                  <a:pt x="2625974" y="3853"/>
                </a:cubicBezTo>
                <a:cubicBezTo>
                  <a:pt x="2629044" y="5125"/>
                  <a:pt x="2631961" y="6684"/>
                  <a:pt x="2634725" y="8530"/>
                </a:cubicBezTo>
                <a:cubicBezTo>
                  <a:pt x="2637489" y="10376"/>
                  <a:pt x="2640046" y="12475"/>
                  <a:pt x="2642395" y="14824"/>
                </a:cubicBezTo>
                <a:cubicBezTo>
                  <a:pt x="2644746" y="17174"/>
                  <a:pt x="2646843" y="19731"/>
                  <a:pt x="2648689" y="22494"/>
                </a:cubicBezTo>
                <a:cubicBezTo>
                  <a:pt x="2650534" y="25258"/>
                  <a:pt x="2652093" y="28175"/>
                  <a:pt x="2653365" y="31245"/>
                </a:cubicBezTo>
                <a:cubicBezTo>
                  <a:pt x="2654638" y="34315"/>
                  <a:pt x="2655598" y="37480"/>
                  <a:pt x="2656247" y="40740"/>
                </a:cubicBezTo>
                <a:cubicBezTo>
                  <a:pt x="2656896" y="43999"/>
                  <a:pt x="2657220" y="47290"/>
                  <a:pt x="2657220" y="50614"/>
                </a:cubicBezTo>
                <a:lnTo>
                  <a:pt x="2657220" y="286811"/>
                </a:lnTo>
                <a:cubicBezTo>
                  <a:pt x="2657220" y="290134"/>
                  <a:pt x="2656896" y="293426"/>
                  <a:pt x="2656247" y="296685"/>
                </a:cubicBezTo>
                <a:cubicBezTo>
                  <a:pt x="2655598" y="299945"/>
                  <a:pt x="2654638" y="303110"/>
                  <a:pt x="2653365" y="306180"/>
                </a:cubicBezTo>
                <a:cubicBezTo>
                  <a:pt x="2652093" y="309251"/>
                  <a:pt x="2650534" y="312168"/>
                  <a:pt x="2648689" y="314931"/>
                </a:cubicBezTo>
                <a:cubicBezTo>
                  <a:pt x="2646843" y="317694"/>
                  <a:pt x="2644746" y="320251"/>
                  <a:pt x="2642395" y="322601"/>
                </a:cubicBezTo>
                <a:cubicBezTo>
                  <a:pt x="2640046" y="324951"/>
                  <a:pt x="2637489" y="327049"/>
                  <a:pt x="2634725" y="328895"/>
                </a:cubicBezTo>
                <a:cubicBezTo>
                  <a:pt x="2631961" y="330742"/>
                  <a:pt x="2629044" y="332301"/>
                  <a:pt x="2625974" y="333572"/>
                </a:cubicBezTo>
                <a:cubicBezTo>
                  <a:pt x="2622904" y="334844"/>
                  <a:pt x="2619739" y="335804"/>
                  <a:pt x="2616480" y="336452"/>
                </a:cubicBezTo>
                <a:cubicBezTo>
                  <a:pt x="2613219" y="337100"/>
                  <a:pt x="2609929" y="337425"/>
                  <a:pt x="2606606" y="337425"/>
                </a:cubicBezTo>
                <a:lnTo>
                  <a:pt x="50614" y="337425"/>
                </a:lnTo>
                <a:cubicBezTo>
                  <a:pt x="47290" y="337425"/>
                  <a:pt x="43999" y="337100"/>
                  <a:pt x="40739" y="336452"/>
                </a:cubicBezTo>
                <a:cubicBezTo>
                  <a:pt x="37480" y="335804"/>
                  <a:pt x="34314" y="334844"/>
                  <a:pt x="31244" y="333572"/>
                </a:cubicBezTo>
                <a:cubicBezTo>
                  <a:pt x="28174" y="332301"/>
                  <a:pt x="25257" y="330742"/>
                  <a:pt x="22494" y="328895"/>
                </a:cubicBezTo>
                <a:cubicBezTo>
                  <a:pt x="19730" y="327049"/>
                  <a:pt x="17174" y="324951"/>
                  <a:pt x="14824" y="322601"/>
                </a:cubicBezTo>
                <a:cubicBezTo>
                  <a:pt x="12474" y="320251"/>
                  <a:pt x="10376" y="317694"/>
                  <a:pt x="8529" y="314931"/>
                </a:cubicBezTo>
                <a:cubicBezTo>
                  <a:pt x="6683" y="312168"/>
                  <a:pt x="5124" y="309251"/>
                  <a:pt x="3852" y="306180"/>
                </a:cubicBezTo>
                <a:cubicBezTo>
                  <a:pt x="2580" y="303110"/>
                  <a:pt x="1620" y="299945"/>
                  <a:pt x="972" y="296685"/>
                </a:cubicBezTo>
                <a:cubicBezTo>
                  <a:pt x="323" y="293426"/>
                  <a:pt x="0" y="290134"/>
                  <a:pt x="0" y="286811"/>
                </a:cubicBezTo>
                <a:lnTo>
                  <a:pt x="0" y="50614"/>
                </a:lnTo>
                <a:cubicBezTo>
                  <a:pt x="0" y="47290"/>
                  <a:pt x="323" y="43999"/>
                  <a:pt x="972" y="40740"/>
                </a:cubicBezTo>
                <a:cubicBezTo>
                  <a:pt x="1620" y="37480"/>
                  <a:pt x="2580" y="34315"/>
                  <a:pt x="3852" y="31245"/>
                </a:cubicBezTo>
                <a:cubicBezTo>
                  <a:pt x="5124" y="28175"/>
                  <a:pt x="6683" y="25258"/>
                  <a:pt x="8530" y="22494"/>
                </a:cubicBezTo>
                <a:cubicBezTo>
                  <a:pt x="10376" y="19731"/>
                  <a:pt x="12474" y="17174"/>
                  <a:pt x="14824" y="14824"/>
                </a:cubicBezTo>
                <a:cubicBezTo>
                  <a:pt x="17174" y="12475"/>
                  <a:pt x="19730" y="10376"/>
                  <a:pt x="22494" y="8530"/>
                </a:cubicBezTo>
                <a:cubicBezTo>
                  <a:pt x="25257" y="6684"/>
                  <a:pt x="28174" y="5125"/>
                  <a:pt x="31244" y="3853"/>
                </a:cubicBezTo>
                <a:cubicBezTo>
                  <a:pt x="34314" y="2581"/>
                  <a:pt x="37480" y="1621"/>
                  <a:pt x="40739" y="973"/>
                </a:cubicBezTo>
                <a:cubicBezTo>
                  <a:pt x="43999" y="324"/>
                  <a:pt x="47290" y="0"/>
                  <a:pt x="506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D6B656"/>
            </a:solidFill>
            <a:miter/>
          </a:ln>
        </p:spPr>
      </p:sp>
      <p:sp>
        <p:nvSpPr>
          <p:cNvPr id="165" name="Text [Mutation">
            <a:extLst xmlns:a="http://schemas.openxmlformats.org/drawingml/2006/main">
              <a:ext uri="{FF2B5EF4-FFF2-40B4-BE49-F238E27FC236}">
                <a16:creationId xmlns:a16="http://schemas.microsoft.com/office/drawing/2014/main" id="{7A5B50BA-D756-4329-9C69-4CE1DA28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109" y="4979087"/>
            <a:ext cx="588492" cy="123898"/>
          </a:xfrm>
          <a:custGeom xmlns:a="http://schemas.openxmlformats.org/drawingml/2006/main">
            <a:pathLst>
              <a:path w="588492" h="123898">
                <a:moveTo>
                  <a:pt x="0" y="123898"/>
                </a:moveTo>
                <a:lnTo>
                  <a:pt x="0" y="0"/>
                </a:lnTo>
                <a:lnTo>
                  <a:pt x="32820" y="0"/>
                </a:lnTo>
                <a:lnTo>
                  <a:pt x="32820" y="14631"/>
                </a:lnTo>
                <a:lnTo>
                  <a:pt x="17596" y="14631"/>
                </a:lnTo>
                <a:lnTo>
                  <a:pt x="17596" y="109268"/>
                </a:lnTo>
                <a:lnTo>
                  <a:pt x="32820" y="109268"/>
                </a:lnTo>
                <a:lnTo>
                  <a:pt x="32820" y="123898"/>
                </a:lnTo>
                <a:lnTo>
                  <a:pt x="0" y="123898"/>
                </a:lnTo>
                <a:close/>
                <a:moveTo>
                  <a:pt x="44879" y="96614"/>
                </a:moveTo>
                <a:lnTo>
                  <a:pt x="44879" y="0"/>
                </a:lnTo>
                <a:lnTo>
                  <a:pt x="74074" y="0"/>
                </a:lnTo>
                <a:lnTo>
                  <a:pt x="91605" y="65903"/>
                </a:lnTo>
                <a:lnTo>
                  <a:pt x="108937" y="0"/>
                </a:lnTo>
                <a:lnTo>
                  <a:pt x="138198" y="0"/>
                </a:lnTo>
                <a:lnTo>
                  <a:pt x="138198" y="96614"/>
                </a:lnTo>
                <a:lnTo>
                  <a:pt x="120075" y="96614"/>
                </a:lnTo>
                <a:lnTo>
                  <a:pt x="120075" y="20562"/>
                </a:lnTo>
                <a:lnTo>
                  <a:pt x="100897" y="96614"/>
                </a:lnTo>
                <a:lnTo>
                  <a:pt x="82114" y="96614"/>
                </a:lnTo>
                <a:lnTo>
                  <a:pt x="63003" y="20562"/>
                </a:lnTo>
                <a:lnTo>
                  <a:pt x="63003" y="96614"/>
                </a:lnTo>
                <a:lnTo>
                  <a:pt x="44879" y="96614"/>
                </a:lnTo>
                <a:close/>
                <a:moveTo>
                  <a:pt x="203507" y="96614"/>
                </a:moveTo>
                <a:lnTo>
                  <a:pt x="203507" y="86136"/>
                </a:lnTo>
                <a:cubicBezTo>
                  <a:pt x="200959" y="89870"/>
                  <a:pt x="197609" y="92814"/>
                  <a:pt x="193457" y="94967"/>
                </a:cubicBezTo>
                <a:cubicBezTo>
                  <a:pt x="189305" y="97119"/>
                  <a:pt x="184922" y="98196"/>
                  <a:pt x="180309" y="98196"/>
                </a:cubicBezTo>
                <a:cubicBezTo>
                  <a:pt x="175608" y="98196"/>
                  <a:pt x="171390" y="97163"/>
                  <a:pt x="167656" y="95098"/>
                </a:cubicBezTo>
                <a:cubicBezTo>
                  <a:pt x="163921" y="93033"/>
                  <a:pt x="161219" y="90134"/>
                  <a:pt x="159550" y="86399"/>
                </a:cubicBezTo>
                <a:cubicBezTo>
                  <a:pt x="157880" y="82665"/>
                  <a:pt x="157045" y="77502"/>
                  <a:pt x="157045" y="70912"/>
                </a:cubicBezTo>
                <a:lnTo>
                  <a:pt x="157045" y="26625"/>
                </a:lnTo>
                <a:lnTo>
                  <a:pt x="175564" y="26625"/>
                </a:lnTo>
                <a:lnTo>
                  <a:pt x="175564" y="58712"/>
                </a:lnTo>
                <a:cubicBezTo>
                  <a:pt x="175564" y="68531"/>
                  <a:pt x="175905" y="74548"/>
                  <a:pt x="176586" y="76761"/>
                </a:cubicBezTo>
                <a:cubicBezTo>
                  <a:pt x="177267" y="78974"/>
                  <a:pt x="178508" y="80727"/>
                  <a:pt x="180309" y="82021"/>
                </a:cubicBezTo>
                <a:cubicBezTo>
                  <a:pt x="182111" y="83314"/>
                  <a:pt x="184395" y="83961"/>
                  <a:pt x="187163" y="83961"/>
                </a:cubicBezTo>
                <a:cubicBezTo>
                  <a:pt x="190326" y="83961"/>
                  <a:pt x="193160" y="83095"/>
                  <a:pt x="195665" y="81364"/>
                </a:cubicBezTo>
                <a:cubicBezTo>
                  <a:pt x="198169" y="79632"/>
                  <a:pt x="199882" y="77484"/>
                  <a:pt x="200805" y="74920"/>
                </a:cubicBezTo>
                <a:cubicBezTo>
                  <a:pt x="201728" y="72355"/>
                  <a:pt x="202189" y="66076"/>
                  <a:pt x="202189" y="56082"/>
                </a:cubicBezTo>
                <a:lnTo>
                  <a:pt x="202189" y="26625"/>
                </a:lnTo>
                <a:lnTo>
                  <a:pt x="220708" y="26625"/>
                </a:lnTo>
                <a:lnTo>
                  <a:pt x="220708" y="96614"/>
                </a:lnTo>
                <a:lnTo>
                  <a:pt x="203507" y="96614"/>
                </a:lnTo>
                <a:close/>
                <a:moveTo>
                  <a:pt x="272002" y="26625"/>
                </a:moveTo>
                <a:lnTo>
                  <a:pt x="272002" y="41387"/>
                </a:lnTo>
                <a:lnTo>
                  <a:pt x="259349" y="41387"/>
                </a:lnTo>
                <a:lnTo>
                  <a:pt x="259349" y="69549"/>
                </a:lnTo>
                <a:cubicBezTo>
                  <a:pt x="259349" y="75252"/>
                  <a:pt x="259470" y="78575"/>
                  <a:pt x="259712" y="79518"/>
                </a:cubicBezTo>
                <a:cubicBezTo>
                  <a:pt x="259953" y="80460"/>
                  <a:pt x="260502" y="81239"/>
                  <a:pt x="261359" y="81854"/>
                </a:cubicBezTo>
                <a:cubicBezTo>
                  <a:pt x="262216" y="82468"/>
                  <a:pt x="263259" y="82774"/>
                  <a:pt x="264490" y="82774"/>
                </a:cubicBezTo>
                <a:cubicBezTo>
                  <a:pt x="266203" y="82774"/>
                  <a:pt x="268685" y="82181"/>
                  <a:pt x="271937" y="80995"/>
                </a:cubicBezTo>
                <a:lnTo>
                  <a:pt x="273518" y="95416"/>
                </a:lnTo>
                <a:cubicBezTo>
                  <a:pt x="269213" y="97269"/>
                  <a:pt x="264336" y="98196"/>
                  <a:pt x="258888" y="98196"/>
                </a:cubicBezTo>
                <a:cubicBezTo>
                  <a:pt x="255549" y="98196"/>
                  <a:pt x="252539" y="97636"/>
                  <a:pt x="249859" y="96515"/>
                </a:cubicBezTo>
                <a:cubicBezTo>
                  <a:pt x="247179" y="95395"/>
                  <a:pt x="245213" y="93945"/>
                  <a:pt x="243961" y="92166"/>
                </a:cubicBezTo>
                <a:cubicBezTo>
                  <a:pt x="242708" y="90386"/>
                  <a:pt x="241841" y="87981"/>
                  <a:pt x="241357" y="84949"/>
                </a:cubicBezTo>
                <a:cubicBezTo>
                  <a:pt x="240962" y="82796"/>
                  <a:pt x="240764" y="78447"/>
                  <a:pt x="240764" y="71900"/>
                </a:cubicBezTo>
                <a:lnTo>
                  <a:pt x="240764" y="41387"/>
                </a:lnTo>
                <a:lnTo>
                  <a:pt x="232263" y="41387"/>
                </a:lnTo>
                <a:lnTo>
                  <a:pt x="232263" y="26625"/>
                </a:lnTo>
                <a:lnTo>
                  <a:pt x="240764" y="26625"/>
                </a:lnTo>
                <a:lnTo>
                  <a:pt x="240764" y="12653"/>
                </a:lnTo>
                <a:lnTo>
                  <a:pt x="259349" y="1713"/>
                </a:lnTo>
                <a:lnTo>
                  <a:pt x="259349" y="26625"/>
                </a:lnTo>
                <a:lnTo>
                  <a:pt x="272002" y="26625"/>
                </a:lnTo>
                <a:close/>
                <a:moveTo>
                  <a:pt x="298692" y="48241"/>
                </a:moveTo>
                <a:lnTo>
                  <a:pt x="281887" y="45210"/>
                </a:lnTo>
                <a:cubicBezTo>
                  <a:pt x="283776" y="38354"/>
                  <a:pt x="287027" y="33280"/>
                  <a:pt x="291641" y="29986"/>
                </a:cubicBezTo>
                <a:cubicBezTo>
                  <a:pt x="296254" y="26691"/>
                  <a:pt x="303108" y="25043"/>
                  <a:pt x="312202" y="25043"/>
                </a:cubicBezTo>
                <a:cubicBezTo>
                  <a:pt x="320462" y="25043"/>
                  <a:pt x="326613" y="26021"/>
                  <a:pt x="330655" y="27976"/>
                </a:cubicBezTo>
                <a:cubicBezTo>
                  <a:pt x="334697" y="29931"/>
                  <a:pt x="337542" y="32413"/>
                  <a:pt x="339190" y="35423"/>
                </a:cubicBezTo>
                <a:cubicBezTo>
                  <a:pt x="340837" y="38433"/>
                  <a:pt x="341661" y="43957"/>
                  <a:pt x="341661" y="51998"/>
                </a:cubicBezTo>
                <a:lnTo>
                  <a:pt x="341464" y="73614"/>
                </a:lnTo>
                <a:cubicBezTo>
                  <a:pt x="341464" y="79765"/>
                  <a:pt x="341760" y="84301"/>
                  <a:pt x="342353" y="87223"/>
                </a:cubicBezTo>
                <a:cubicBezTo>
                  <a:pt x="342946" y="90145"/>
                  <a:pt x="344056" y="93275"/>
                  <a:pt x="345681" y="96614"/>
                </a:cubicBezTo>
                <a:lnTo>
                  <a:pt x="327360" y="96614"/>
                </a:lnTo>
                <a:cubicBezTo>
                  <a:pt x="326877" y="95384"/>
                  <a:pt x="326284" y="93561"/>
                  <a:pt x="325581" y="91144"/>
                </a:cubicBezTo>
                <a:cubicBezTo>
                  <a:pt x="325273" y="90046"/>
                  <a:pt x="325054" y="89321"/>
                  <a:pt x="324922" y="88969"/>
                </a:cubicBezTo>
                <a:cubicBezTo>
                  <a:pt x="321758" y="92045"/>
                  <a:pt x="318375" y="94351"/>
                  <a:pt x="314773" y="95889"/>
                </a:cubicBezTo>
                <a:cubicBezTo>
                  <a:pt x="311170" y="97427"/>
                  <a:pt x="307326" y="98196"/>
                  <a:pt x="303240" y="98196"/>
                </a:cubicBezTo>
                <a:cubicBezTo>
                  <a:pt x="296034" y="98196"/>
                  <a:pt x="290356" y="96249"/>
                  <a:pt x="286204" y="92355"/>
                </a:cubicBezTo>
                <a:cubicBezTo>
                  <a:pt x="282052" y="88461"/>
                  <a:pt x="279976" y="83539"/>
                  <a:pt x="279976" y="77589"/>
                </a:cubicBezTo>
                <a:cubicBezTo>
                  <a:pt x="279976" y="73651"/>
                  <a:pt x="280920" y="70140"/>
                  <a:pt x="282810" y="67057"/>
                </a:cubicBezTo>
                <a:cubicBezTo>
                  <a:pt x="284699" y="63971"/>
                  <a:pt x="287346" y="61609"/>
                  <a:pt x="290751" y="59968"/>
                </a:cubicBezTo>
                <a:cubicBezTo>
                  <a:pt x="294156" y="58327"/>
                  <a:pt x="299066" y="56894"/>
                  <a:pt x="305480" y="55670"/>
                </a:cubicBezTo>
                <a:cubicBezTo>
                  <a:pt x="314136" y="54051"/>
                  <a:pt x="320133" y="52541"/>
                  <a:pt x="323472" y="51141"/>
                </a:cubicBezTo>
                <a:lnTo>
                  <a:pt x="323472" y="49275"/>
                </a:lnTo>
                <a:cubicBezTo>
                  <a:pt x="323472" y="45676"/>
                  <a:pt x="322593" y="43111"/>
                  <a:pt x="320836" y="41579"/>
                </a:cubicBezTo>
                <a:cubicBezTo>
                  <a:pt x="319078" y="40045"/>
                  <a:pt x="315761" y="39278"/>
                  <a:pt x="310884" y="39278"/>
                </a:cubicBezTo>
                <a:cubicBezTo>
                  <a:pt x="307589" y="39278"/>
                  <a:pt x="305019" y="39941"/>
                  <a:pt x="303174" y="41268"/>
                </a:cubicBezTo>
                <a:cubicBezTo>
                  <a:pt x="301328" y="42593"/>
                  <a:pt x="299835" y="44917"/>
                  <a:pt x="298692" y="48241"/>
                </a:cubicBezTo>
                <a:moveTo>
                  <a:pt x="323472" y="63267"/>
                </a:moveTo>
                <a:cubicBezTo>
                  <a:pt x="321099" y="64048"/>
                  <a:pt x="317343" y="64982"/>
                  <a:pt x="312202" y="66068"/>
                </a:cubicBezTo>
                <a:cubicBezTo>
                  <a:pt x="307062" y="67153"/>
                  <a:pt x="303701" y="68216"/>
                  <a:pt x="302119" y="69258"/>
                </a:cubicBezTo>
                <a:cubicBezTo>
                  <a:pt x="299703" y="70951"/>
                  <a:pt x="298495" y="73100"/>
                  <a:pt x="298495" y="75704"/>
                </a:cubicBezTo>
                <a:cubicBezTo>
                  <a:pt x="298495" y="78266"/>
                  <a:pt x="299461" y="80481"/>
                  <a:pt x="301394" y="82348"/>
                </a:cubicBezTo>
                <a:cubicBezTo>
                  <a:pt x="303328" y="84214"/>
                  <a:pt x="305788" y="85147"/>
                  <a:pt x="308776" y="85147"/>
                </a:cubicBezTo>
                <a:cubicBezTo>
                  <a:pt x="312115" y="85147"/>
                  <a:pt x="315300" y="84062"/>
                  <a:pt x="318331" y="81891"/>
                </a:cubicBezTo>
                <a:cubicBezTo>
                  <a:pt x="320572" y="80242"/>
                  <a:pt x="322044" y="78223"/>
                  <a:pt x="322747" y="75834"/>
                </a:cubicBezTo>
                <a:cubicBezTo>
                  <a:pt x="323230" y="74272"/>
                  <a:pt x="323472" y="71298"/>
                  <a:pt x="323472" y="66914"/>
                </a:cubicBezTo>
                <a:lnTo>
                  <a:pt x="323472" y="63267"/>
                </a:lnTo>
                <a:close/>
                <a:moveTo>
                  <a:pt x="391991" y="26625"/>
                </a:moveTo>
                <a:lnTo>
                  <a:pt x="391991" y="41387"/>
                </a:lnTo>
                <a:lnTo>
                  <a:pt x="379337" y="41387"/>
                </a:lnTo>
                <a:lnTo>
                  <a:pt x="379337" y="69549"/>
                </a:lnTo>
                <a:cubicBezTo>
                  <a:pt x="379337" y="75252"/>
                  <a:pt x="379458" y="78575"/>
                  <a:pt x="379700" y="79518"/>
                </a:cubicBezTo>
                <a:cubicBezTo>
                  <a:pt x="379942" y="80460"/>
                  <a:pt x="380491" y="81239"/>
                  <a:pt x="381348" y="81854"/>
                </a:cubicBezTo>
                <a:cubicBezTo>
                  <a:pt x="382204" y="82468"/>
                  <a:pt x="383248" y="82774"/>
                  <a:pt x="384478" y="82774"/>
                </a:cubicBezTo>
                <a:cubicBezTo>
                  <a:pt x="386191" y="82774"/>
                  <a:pt x="388674" y="82181"/>
                  <a:pt x="391925" y="80995"/>
                </a:cubicBezTo>
                <a:lnTo>
                  <a:pt x="393507" y="95416"/>
                </a:lnTo>
                <a:cubicBezTo>
                  <a:pt x="389201" y="97269"/>
                  <a:pt x="384324" y="98196"/>
                  <a:pt x="378876" y="98196"/>
                </a:cubicBezTo>
                <a:cubicBezTo>
                  <a:pt x="375537" y="98196"/>
                  <a:pt x="372527" y="97636"/>
                  <a:pt x="369847" y="96515"/>
                </a:cubicBezTo>
                <a:cubicBezTo>
                  <a:pt x="367167" y="95395"/>
                  <a:pt x="365201" y="93945"/>
                  <a:pt x="363949" y="92166"/>
                </a:cubicBezTo>
                <a:cubicBezTo>
                  <a:pt x="362697" y="90386"/>
                  <a:pt x="361829" y="87981"/>
                  <a:pt x="361346" y="84949"/>
                </a:cubicBezTo>
                <a:cubicBezTo>
                  <a:pt x="360950" y="82796"/>
                  <a:pt x="360753" y="78447"/>
                  <a:pt x="360753" y="71900"/>
                </a:cubicBezTo>
                <a:lnTo>
                  <a:pt x="360753" y="41387"/>
                </a:lnTo>
                <a:lnTo>
                  <a:pt x="352251" y="41387"/>
                </a:lnTo>
                <a:lnTo>
                  <a:pt x="352251" y="26625"/>
                </a:lnTo>
                <a:lnTo>
                  <a:pt x="360753" y="26625"/>
                </a:lnTo>
                <a:lnTo>
                  <a:pt x="360753" y="12653"/>
                </a:lnTo>
                <a:lnTo>
                  <a:pt x="379337" y="1713"/>
                </a:lnTo>
                <a:lnTo>
                  <a:pt x="379337" y="26625"/>
                </a:lnTo>
                <a:lnTo>
                  <a:pt x="391991" y="26625"/>
                </a:lnTo>
                <a:close/>
                <a:moveTo>
                  <a:pt x="404841" y="17135"/>
                </a:moveTo>
                <a:lnTo>
                  <a:pt x="404841" y="0"/>
                </a:lnTo>
                <a:lnTo>
                  <a:pt x="423360" y="0"/>
                </a:lnTo>
                <a:lnTo>
                  <a:pt x="423360" y="17135"/>
                </a:lnTo>
                <a:lnTo>
                  <a:pt x="404841" y="17135"/>
                </a:lnTo>
                <a:moveTo>
                  <a:pt x="404841" y="96614"/>
                </a:moveTo>
                <a:lnTo>
                  <a:pt x="404841" y="26625"/>
                </a:lnTo>
                <a:lnTo>
                  <a:pt x="423360" y="26625"/>
                </a:lnTo>
                <a:lnTo>
                  <a:pt x="423360" y="96614"/>
                </a:lnTo>
                <a:lnTo>
                  <a:pt x="404841" y="96614"/>
                </a:lnTo>
                <a:close/>
                <a:moveTo>
                  <a:pt x="438078" y="60631"/>
                </a:moveTo>
                <a:cubicBezTo>
                  <a:pt x="438078" y="54480"/>
                  <a:pt x="439594" y="48527"/>
                  <a:pt x="442626" y="42771"/>
                </a:cubicBezTo>
                <a:cubicBezTo>
                  <a:pt x="445657" y="37016"/>
                  <a:pt x="449952" y="32622"/>
                  <a:pt x="455510" y="29591"/>
                </a:cubicBezTo>
                <a:cubicBezTo>
                  <a:pt x="461068" y="26559"/>
                  <a:pt x="467273" y="25043"/>
                  <a:pt x="474127" y="25043"/>
                </a:cubicBezTo>
                <a:cubicBezTo>
                  <a:pt x="484716" y="25043"/>
                  <a:pt x="493393" y="28481"/>
                  <a:pt x="500159" y="35357"/>
                </a:cubicBezTo>
                <a:cubicBezTo>
                  <a:pt x="506925" y="42233"/>
                  <a:pt x="510308" y="50921"/>
                  <a:pt x="510308" y="61422"/>
                </a:cubicBezTo>
                <a:cubicBezTo>
                  <a:pt x="510308" y="72010"/>
                  <a:pt x="506892" y="80786"/>
                  <a:pt x="500060" y="87750"/>
                </a:cubicBezTo>
                <a:cubicBezTo>
                  <a:pt x="493228" y="94714"/>
                  <a:pt x="484628" y="98196"/>
                  <a:pt x="474259" y="98196"/>
                </a:cubicBezTo>
                <a:cubicBezTo>
                  <a:pt x="467845" y="98196"/>
                  <a:pt x="461727" y="96746"/>
                  <a:pt x="455905" y="93846"/>
                </a:cubicBezTo>
                <a:cubicBezTo>
                  <a:pt x="450084" y="90946"/>
                  <a:pt x="445657" y="86696"/>
                  <a:pt x="442626" y="81094"/>
                </a:cubicBezTo>
                <a:cubicBezTo>
                  <a:pt x="439594" y="75492"/>
                  <a:pt x="438078" y="68671"/>
                  <a:pt x="438078" y="60631"/>
                </a:cubicBezTo>
                <a:moveTo>
                  <a:pt x="457058" y="61620"/>
                </a:moveTo>
                <a:cubicBezTo>
                  <a:pt x="457058" y="68539"/>
                  <a:pt x="458706" y="73839"/>
                  <a:pt x="462001" y="77519"/>
                </a:cubicBezTo>
                <a:cubicBezTo>
                  <a:pt x="465296" y="81198"/>
                  <a:pt x="469360" y="83038"/>
                  <a:pt x="474193" y="83038"/>
                </a:cubicBezTo>
                <a:cubicBezTo>
                  <a:pt x="479026" y="83038"/>
                  <a:pt x="483079" y="81198"/>
                  <a:pt x="486352" y="77519"/>
                </a:cubicBezTo>
                <a:cubicBezTo>
                  <a:pt x="489626" y="73839"/>
                  <a:pt x="491262" y="68495"/>
                  <a:pt x="491262" y="61488"/>
                </a:cubicBezTo>
                <a:cubicBezTo>
                  <a:pt x="491262" y="54656"/>
                  <a:pt x="489626" y="49400"/>
                  <a:pt x="486352" y="45720"/>
                </a:cubicBezTo>
                <a:cubicBezTo>
                  <a:pt x="483079" y="42041"/>
                  <a:pt x="479026" y="40201"/>
                  <a:pt x="474193" y="40201"/>
                </a:cubicBezTo>
                <a:cubicBezTo>
                  <a:pt x="469360" y="40201"/>
                  <a:pt x="465296" y="42041"/>
                  <a:pt x="462001" y="45720"/>
                </a:cubicBezTo>
                <a:cubicBezTo>
                  <a:pt x="458706" y="49400"/>
                  <a:pt x="457058" y="54700"/>
                  <a:pt x="457058" y="61620"/>
                </a:cubicBezTo>
                <a:close/>
                <a:moveTo>
                  <a:pt x="588492" y="96614"/>
                </a:moveTo>
                <a:lnTo>
                  <a:pt x="569973" y="96614"/>
                </a:lnTo>
                <a:lnTo>
                  <a:pt x="569973" y="60936"/>
                </a:lnTo>
                <a:cubicBezTo>
                  <a:pt x="569973" y="53387"/>
                  <a:pt x="569578" y="48505"/>
                  <a:pt x="568787" y="46289"/>
                </a:cubicBezTo>
                <a:cubicBezTo>
                  <a:pt x="567996" y="44073"/>
                  <a:pt x="566711" y="42350"/>
                  <a:pt x="564931" y="41122"/>
                </a:cubicBezTo>
                <a:cubicBezTo>
                  <a:pt x="563152" y="39893"/>
                  <a:pt x="561010" y="39278"/>
                  <a:pt x="558506" y="39278"/>
                </a:cubicBezTo>
                <a:cubicBezTo>
                  <a:pt x="555298" y="39278"/>
                  <a:pt x="552421" y="40156"/>
                  <a:pt x="549872" y="41912"/>
                </a:cubicBezTo>
                <a:cubicBezTo>
                  <a:pt x="547324" y="43667"/>
                  <a:pt x="545578" y="45993"/>
                  <a:pt x="544633" y="48890"/>
                </a:cubicBezTo>
                <a:cubicBezTo>
                  <a:pt x="543689" y="51786"/>
                  <a:pt x="543216" y="57139"/>
                  <a:pt x="543216" y="64952"/>
                </a:cubicBezTo>
                <a:lnTo>
                  <a:pt x="543216" y="96614"/>
                </a:lnTo>
                <a:lnTo>
                  <a:pt x="524697" y="96614"/>
                </a:lnTo>
                <a:lnTo>
                  <a:pt x="524697" y="26625"/>
                </a:lnTo>
                <a:lnTo>
                  <a:pt x="541898" y="26625"/>
                </a:lnTo>
                <a:lnTo>
                  <a:pt x="541898" y="36906"/>
                </a:lnTo>
                <a:cubicBezTo>
                  <a:pt x="548005" y="28997"/>
                  <a:pt x="555694" y="25043"/>
                  <a:pt x="564964" y="25043"/>
                </a:cubicBezTo>
                <a:cubicBezTo>
                  <a:pt x="569050" y="25043"/>
                  <a:pt x="572785" y="25779"/>
                  <a:pt x="576168" y="27251"/>
                </a:cubicBezTo>
                <a:cubicBezTo>
                  <a:pt x="579551" y="28723"/>
                  <a:pt x="582110" y="30601"/>
                  <a:pt x="583846" y="32886"/>
                </a:cubicBezTo>
                <a:cubicBezTo>
                  <a:pt x="585581" y="35170"/>
                  <a:pt x="586789" y="37763"/>
                  <a:pt x="587470" y="40662"/>
                </a:cubicBezTo>
                <a:cubicBezTo>
                  <a:pt x="588151" y="43562"/>
                  <a:pt x="588492" y="47714"/>
                  <a:pt x="588492" y="53118"/>
                </a:cubicBezTo>
                <a:lnTo>
                  <a:pt x="58849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i">
            <a:extLst xmlns:a="http://schemas.openxmlformats.org/drawingml/2006/main">
              <a:ext uri="{FF2B5EF4-FFF2-40B4-BE49-F238E27FC236}">
                <a16:creationId xmlns:a16="http://schemas.microsoft.com/office/drawing/2014/main" id="{7BB251AA-DA97-4C3B-B68C-FAC4364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792" y="5030534"/>
            <a:ext cx="15428" cy="80492"/>
          </a:xfrm>
          <a:custGeom xmlns:a="http://schemas.openxmlformats.org/drawingml/2006/main">
            <a:pathLst>
              <a:path w="15428" h="80492">
                <a:moveTo>
                  <a:pt x="0" y="14275"/>
                </a:moveTo>
                <a:lnTo>
                  <a:pt x="0" y="0"/>
                </a:lnTo>
                <a:lnTo>
                  <a:pt x="15428" y="0"/>
                </a:lnTo>
                <a:lnTo>
                  <a:pt x="15428" y="14275"/>
                </a:lnTo>
                <a:lnTo>
                  <a:pt x="0" y="14275"/>
                </a:lnTo>
                <a:moveTo>
                  <a:pt x="0" y="80492"/>
                </a:moveTo>
                <a:lnTo>
                  <a:pt x="0" y="22182"/>
                </a:lnTo>
                <a:lnTo>
                  <a:pt x="15428" y="22182"/>
                </a:lnTo>
                <a:lnTo>
                  <a:pt x="15428" y="80492"/>
                </a:lnTo>
                <a:lnTo>
                  <a:pt x="0" y="804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],isthisacorrectgroundtruth?">
            <a:extLst xmlns:a="http://schemas.openxmlformats.org/drawingml/2006/main">
              <a:ext uri="{FF2B5EF4-FFF2-40B4-BE49-F238E27FC236}">
                <a16:creationId xmlns:a16="http://schemas.microsoft.com/office/drawing/2014/main" id="{258A3497-95E0-4CF5-B1F5-737EB7B8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595" y="4977506"/>
            <a:ext cx="1858576" cy="126666"/>
          </a:xfrm>
          <a:custGeom xmlns:a="http://schemas.openxmlformats.org/drawingml/2006/main">
            <a:pathLst>
              <a:path w="1858576" h="126666">
                <a:moveTo>
                  <a:pt x="32820" y="1582"/>
                </a:moveTo>
                <a:lnTo>
                  <a:pt x="32820" y="125480"/>
                </a:lnTo>
                <a:lnTo>
                  <a:pt x="0" y="125480"/>
                </a:lnTo>
                <a:lnTo>
                  <a:pt x="0" y="110849"/>
                </a:lnTo>
                <a:lnTo>
                  <a:pt x="15224" y="110849"/>
                </a:lnTo>
                <a:lnTo>
                  <a:pt x="15224" y="16080"/>
                </a:lnTo>
                <a:lnTo>
                  <a:pt x="0" y="16080"/>
                </a:lnTo>
                <a:lnTo>
                  <a:pt x="0" y="1582"/>
                </a:lnTo>
                <a:lnTo>
                  <a:pt x="32820" y="1582"/>
                </a:lnTo>
                <a:close/>
                <a:moveTo>
                  <a:pt x="54436" y="98196"/>
                </a:moveTo>
                <a:lnTo>
                  <a:pt x="54436" y="84620"/>
                </a:lnTo>
                <a:lnTo>
                  <a:pt x="67946" y="84620"/>
                </a:lnTo>
                <a:lnTo>
                  <a:pt x="67946" y="98157"/>
                </a:lnTo>
                <a:cubicBezTo>
                  <a:pt x="67946" y="103132"/>
                  <a:pt x="67067" y="107150"/>
                  <a:pt x="65310" y="110209"/>
                </a:cubicBezTo>
                <a:cubicBezTo>
                  <a:pt x="63552" y="113269"/>
                  <a:pt x="60762" y="115636"/>
                  <a:pt x="56940" y="117308"/>
                </a:cubicBezTo>
                <a:lnTo>
                  <a:pt x="53645" y="112167"/>
                </a:lnTo>
                <a:cubicBezTo>
                  <a:pt x="56149" y="111074"/>
                  <a:pt x="57994" y="109467"/>
                  <a:pt x="59181" y="107346"/>
                </a:cubicBezTo>
                <a:cubicBezTo>
                  <a:pt x="60367" y="105225"/>
                  <a:pt x="61026" y="102175"/>
                  <a:pt x="61158" y="98196"/>
                </a:cubicBezTo>
                <a:lnTo>
                  <a:pt x="54436" y="98196"/>
                </a:lnTo>
                <a:close/>
                <a:moveTo>
                  <a:pt x="126448" y="15290"/>
                </a:moveTo>
                <a:lnTo>
                  <a:pt x="126448" y="1582"/>
                </a:lnTo>
                <a:lnTo>
                  <a:pt x="138310" y="1582"/>
                </a:lnTo>
                <a:lnTo>
                  <a:pt x="138310" y="15290"/>
                </a:lnTo>
                <a:lnTo>
                  <a:pt x="126448" y="15290"/>
                </a:lnTo>
                <a:moveTo>
                  <a:pt x="126448" y="98196"/>
                </a:moveTo>
                <a:lnTo>
                  <a:pt x="126448" y="28207"/>
                </a:lnTo>
                <a:lnTo>
                  <a:pt x="138310" y="28207"/>
                </a:lnTo>
                <a:lnTo>
                  <a:pt x="138310" y="98196"/>
                </a:lnTo>
                <a:lnTo>
                  <a:pt x="126448" y="98196"/>
                </a:lnTo>
                <a:close/>
                <a:moveTo>
                  <a:pt x="151600" y="77239"/>
                </a:moveTo>
                <a:lnTo>
                  <a:pt x="163331" y="75393"/>
                </a:lnTo>
                <a:cubicBezTo>
                  <a:pt x="163990" y="80074"/>
                  <a:pt x="165824" y="83661"/>
                  <a:pt x="168834" y="86154"/>
                </a:cubicBezTo>
                <a:cubicBezTo>
                  <a:pt x="171843" y="88646"/>
                  <a:pt x="176050" y="89892"/>
                  <a:pt x="181454" y="89892"/>
                </a:cubicBezTo>
                <a:cubicBezTo>
                  <a:pt x="186902" y="89892"/>
                  <a:pt x="190944" y="88792"/>
                  <a:pt x="193580" y="86591"/>
                </a:cubicBezTo>
                <a:cubicBezTo>
                  <a:pt x="196217" y="84388"/>
                  <a:pt x="197535" y="81806"/>
                  <a:pt x="197535" y="78843"/>
                </a:cubicBezTo>
                <a:cubicBezTo>
                  <a:pt x="197535" y="76183"/>
                  <a:pt x="196370" y="74091"/>
                  <a:pt x="194042" y="72566"/>
                </a:cubicBezTo>
                <a:cubicBezTo>
                  <a:pt x="192416" y="71519"/>
                  <a:pt x="188374" y="70190"/>
                  <a:pt x="181916" y="68576"/>
                </a:cubicBezTo>
                <a:cubicBezTo>
                  <a:pt x="173216" y="66378"/>
                  <a:pt x="167186" y="64477"/>
                  <a:pt x="163825" y="62872"/>
                </a:cubicBezTo>
                <a:cubicBezTo>
                  <a:pt x="160464" y="61267"/>
                  <a:pt x="157916" y="59046"/>
                  <a:pt x="156180" y="56209"/>
                </a:cubicBezTo>
                <a:cubicBezTo>
                  <a:pt x="154445" y="53373"/>
                  <a:pt x="153577" y="50240"/>
                  <a:pt x="153577" y="46810"/>
                </a:cubicBezTo>
                <a:cubicBezTo>
                  <a:pt x="153577" y="43688"/>
                  <a:pt x="154291" y="40796"/>
                  <a:pt x="155719" y="38135"/>
                </a:cubicBezTo>
                <a:cubicBezTo>
                  <a:pt x="157147" y="35474"/>
                  <a:pt x="159091" y="33265"/>
                  <a:pt x="161551" y="31506"/>
                </a:cubicBezTo>
                <a:cubicBezTo>
                  <a:pt x="163397" y="30143"/>
                  <a:pt x="165912" y="28989"/>
                  <a:pt x="169097" y="28044"/>
                </a:cubicBezTo>
                <a:cubicBezTo>
                  <a:pt x="172283" y="27098"/>
                  <a:pt x="175699" y="26625"/>
                  <a:pt x="179345" y="26625"/>
                </a:cubicBezTo>
                <a:cubicBezTo>
                  <a:pt x="184837" y="26625"/>
                  <a:pt x="189659" y="27421"/>
                  <a:pt x="193811" y="29014"/>
                </a:cubicBezTo>
                <a:cubicBezTo>
                  <a:pt x="197963" y="30605"/>
                  <a:pt x="201027" y="32761"/>
                  <a:pt x="203005" y="35483"/>
                </a:cubicBezTo>
                <a:cubicBezTo>
                  <a:pt x="204982" y="38203"/>
                  <a:pt x="206344" y="41840"/>
                  <a:pt x="207091" y="46396"/>
                </a:cubicBezTo>
                <a:lnTo>
                  <a:pt x="195492" y="47978"/>
                </a:lnTo>
                <a:cubicBezTo>
                  <a:pt x="194964" y="44375"/>
                  <a:pt x="193438" y="41563"/>
                  <a:pt x="190911" y="39542"/>
                </a:cubicBezTo>
                <a:cubicBezTo>
                  <a:pt x="188385" y="37521"/>
                  <a:pt x="184815" y="36510"/>
                  <a:pt x="180202" y="36510"/>
                </a:cubicBezTo>
                <a:cubicBezTo>
                  <a:pt x="174754" y="36510"/>
                  <a:pt x="170866" y="37407"/>
                  <a:pt x="168537" y="39200"/>
                </a:cubicBezTo>
                <a:cubicBezTo>
                  <a:pt x="166209" y="40992"/>
                  <a:pt x="165044" y="43090"/>
                  <a:pt x="165044" y="45496"/>
                </a:cubicBezTo>
                <a:cubicBezTo>
                  <a:pt x="165044" y="47025"/>
                  <a:pt x="165528" y="48403"/>
                  <a:pt x="166494" y="49627"/>
                </a:cubicBezTo>
                <a:cubicBezTo>
                  <a:pt x="167461" y="50894"/>
                  <a:pt x="168977" y="51943"/>
                  <a:pt x="171041" y="52774"/>
                </a:cubicBezTo>
                <a:cubicBezTo>
                  <a:pt x="172228" y="53212"/>
                  <a:pt x="175721" y="54218"/>
                  <a:pt x="181520" y="55791"/>
                </a:cubicBezTo>
                <a:cubicBezTo>
                  <a:pt x="189912" y="58031"/>
                  <a:pt x="195766" y="59864"/>
                  <a:pt x="199083" y="61290"/>
                </a:cubicBezTo>
                <a:cubicBezTo>
                  <a:pt x="202400" y="62717"/>
                  <a:pt x="205004" y="64791"/>
                  <a:pt x="206893" y="67514"/>
                </a:cubicBezTo>
                <a:cubicBezTo>
                  <a:pt x="208782" y="70235"/>
                  <a:pt x="209727" y="73615"/>
                  <a:pt x="209727" y="77653"/>
                </a:cubicBezTo>
                <a:cubicBezTo>
                  <a:pt x="209727" y="81604"/>
                  <a:pt x="208573" y="85325"/>
                  <a:pt x="206267" y="88815"/>
                </a:cubicBezTo>
                <a:cubicBezTo>
                  <a:pt x="203960" y="92304"/>
                  <a:pt x="200632" y="95003"/>
                  <a:pt x="196282" y="96913"/>
                </a:cubicBezTo>
                <a:cubicBezTo>
                  <a:pt x="191933" y="98823"/>
                  <a:pt x="187012" y="99778"/>
                  <a:pt x="181520" y="99778"/>
                </a:cubicBezTo>
                <a:cubicBezTo>
                  <a:pt x="172425" y="99778"/>
                  <a:pt x="165495" y="97883"/>
                  <a:pt x="160728" y="94093"/>
                </a:cubicBezTo>
                <a:cubicBezTo>
                  <a:pt x="155961" y="90304"/>
                  <a:pt x="152918" y="84686"/>
                  <a:pt x="151600" y="77239"/>
                </a:cubicBezTo>
                <a:close/>
                <a:moveTo>
                  <a:pt x="287251" y="87717"/>
                </a:moveTo>
                <a:lnTo>
                  <a:pt x="288965" y="98196"/>
                </a:lnTo>
                <a:cubicBezTo>
                  <a:pt x="285626" y="98811"/>
                  <a:pt x="282638" y="99119"/>
                  <a:pt x="280002" y="99119"/>
                </a:cubicBezTo>
                <a:cubicBezTo>
                  <a:pt x="275696" y="99119"/>
                  <a:pt x="272357" y="98438"/>
                  <a:pt x="269985" y="97076"/>
                </a:cubicBezTo>
                <a:cubicBezTo>
                  <a:pt x="267612" y="95713"/>
                  <a:pt x="265943" y="93923"/>
                  <a:pt x="264976" y="91704"/>
                </a:cubicBezTo>
                <a:cubicBezTo>
                  <a:pt x="264009" y="89486"/>
                  <a:pt x="263526" y="84817"/>
                  <a:pt x="263526" y="77700"/>
                </a:cubicBezTo>
                <a:lnTo>
                  <a:pt x="263526" y="37433"/>
                </a:lnTo>
                <a:lnTo>
                  <a:pt x="254827" y="37433"/>
                </a:lnTo>
                <a:lnTo>
                  <a:pt x="254827" y="28207"/>
                </a:lnTo>
                <a:lnTo>
                  <a:pt x="263526" y="28207"/>
                </a:lnTo>
                <a:lnTo>
                  <a:pt x="263526" y="10827"/>
                </a:lnTo>
                <a:lnTo>
                  <a:pt x="275323" y="3691"/>
                </a:lnTo>
                <a:lnTo>
                  <a:pt x="275323" y="28207"/>
                </a:lnTo>
                <a:lnTo>
                  <a:pt x="287251" y="28207"/>
                </a:lnTo>
                <a:lnTo>
                  <a:pt x="287251" y="37433"/>
                </a:lnTo>
                <a:lnTo>
                  <a:pt x="275323" y="37433"/>
                </a:lnTo>
                <a:lnTo>
                  <a:pt x="275323" y="78359"/>
                </a:lnTo>
                <a:cubicBezTo>
                  <a:pt x="275323" y="81742"/>
                  <a:pt x="275532" y="83917"/>
                  <a:pt x="275949" y="84883"/>
                </a:cubicBezTo>
                <a:cubicBezTo>
                  <a:pt x="276366" y="85850"/>
                  <a:pt x="277047" y="86619"/>
                  <a:pt x="277992" y="87190"/>
                </a:cubicBezTo>
                <a:cubicBezTo>
                  <a:pt x="278937" y="87761"/>
                  <a:pt x="280288" y="88047"/>
                  <a:pt x="282045" y="88047"/>
                </a:cubicBezTo>
                <a:cubicBezTo>
                  <a:pt x="283363" y="88047"/>
                  <a:pt x="285098" y="87937"/>
                  <a:pt x="287251" y="87717"/>
                </a:cubicBezTo>
                <a:close/>
                <a:moveTo>
                  <a:pt x="298873" y="98196"/>
                </a:moveTo>
                <a:lnTo>
                  <a:pt x="298873" y="1582"/>
                </a:lnTo>
                <a:lnTo>
                  <a:pt x="310735" y="1582"/>
                </a:lnTo>
                <a:lnTo>
                  <a:pt x="310735" y="36247"/>
                </a:lnTo>
                <a:cubicBezTo>
                  <a:pt x="316271" y="29832"/>
                  <a:pt x="323257" y="26625"/>
                  <a:pt x="331693" y="26625"/>
                </a:cubicBezTo>
                <a:cubicBezTo>
                  <a:pt x="336877" y="26625"/>
                  <a:pt x="341380" y="27646"/>
                  <a:pt x="345203" y="29689"/>
                </a:cubicBezTo>
                <a:cubicBezTo>
                  <a:pt x="349025" y="31732"/>
                  <a:pt x="351760" y="34555"/>
                  <a:pt x="353408" y="38158"/>
                </a:cubicBezTo>
                <a:cubicBezTo>
                  <a:pt x="355055" y="41761"/>
                  <a:pt x="355879" y="46989"/>
                  <a:pt x="355879" y="53843"/>
                </a:cubicBezTo>
                <a:lnTo>
                  <a:pt x="355879" y="98196"/>
                </a:lnTo>
                <a:lnTo>
                  <a:pt x="344017" y="98196"/>
                </a:lnTo>
                <a:lnTo>
                  <a:pt x="344017" y="53843"/>
                </a:lnTo>
                <a:cubicBezTo>
                  <a:pt x="344017" y="47912"/>
                  <a:pt x="342732" y="43595"/>
                  <a:pt x="340161" y="40893"/>
                </a:cubicBezTo>
                <a:cubicBezTo>
                  <a:pt x="337591" y="38191"/>
                  <a:pt x="333955" y="36840"/>
                  <a:pt x="329254" y="36840"/>
                </a:cubicBezTo>
                <a:cubicBezTo>
                  <a:pt x="325739" y="36840"/>
                  <a:pt x="322433" y="37752"/>
                  <a:pt x="319336" y="39575"/>
                </a:cubicBezTo>
                <a:cubicBezTo>
                  <a:pt x="316238" y="41398"/>
                  <a:pt x="314031" y="43870"/>
                  <a:pt x="312713" y="46989"/>
                </a:cubicBezTo>
                <a:cubicBezTo>
                  <a:pt x="311395" y="50108"/>
                  <a:pt x="310735" y="54414"/>
                  <a:pt x="310735" y="59906"/>
                </a:cubicBezTo>
                <a:lnTo>
                  <a:pt x="310735" y="98196"/>
                </a:lnTo>
                <a:lnTo>
                  <a:pt x="298873" y="98196"/>
                </a:lnTo>
                <a:close/>
                <a:moveTo>
                  <a:pt x="373982" y="15290"/>
                </a:moveTo>
                <a:lnTo>
                  <a:pt x="373982" y="1582"/>
                </a:lnTo>
                <a:lnTo>
                  <a:pt x="385845" y="1582"/>
                </a:lnTo>
                <a:lnTo>
                  <a:pt x="385845" y="15290"/>
                </a:lnTo>
                <a:lnTo>
                  <a:pt x="373982" y="15290"/>
                </a:lnTo>
                <a:moveTo>
                  <a:pt x="373982" y="98196"/>
                </a:moveTo>
                <a:lnTo>
                  <a:pt x="373982" y="28207"/>
                </a:lnTo>
                <a:lnTo>
                  <a:pt x="385845" y="28207"/>
                </a:lnTo>
                <a:lnTo>
                  <a:pt x="385845" y="98196"/>
                </a:lnTo>
                <a:lnTo>
                  <a:pt x="373982" y="98196"/>
                </a:lnTo>
                <a:close/>
                <a:moveTo>
                  <a:pt x="399135" y="77239"/>
                </a:moveTo>
                <a:lnTo>
                  <a:pt x="410865" y="75393"/>
                </a:lnTo>
                <a:cubicBezTo>
                  <a:pt x="411525" y="80074"/>
                  <a:pt x="413359" y="83661"/>
                  <a:pt x="416368" y="86154"/>
                </a:cubicBezTo>
                <a:cubicBezTo>
                  <a:pt x="419378" y="88646"/>
                  <a:pt x="423585" y="89892"/>
                  <a:pt x="428989" y="89892"/>
                </a:cubicBezTo>
                <a:cubicBezTo>
                  <a:pt x="434437" y="89892"/>
                  <a:pt x="438479" y="88792"/>
                  <a:pt x="441115" y="86591"/>
                </a:cubicBezTo>
                <a:cubicBezTo>
                  <a:pt x="443751" y="84388"/>
                  <a:pt x="445069" y="81806"/>
                  <a:pt x="445069" y="78843"/>
                </a:cubicBezTo>
                <a:cubicBezTo>
                  <a:pt x="445069" y="76183"/>
                  <a:pt x="443905" y="74091"/>
                  <a:pt x="441576" y="72566"/>
                </a:cubicBezTo>
                <a:cubicBezTo>
                  <a:pt x="439951" y="71519"/>
                  <a:pt x="435909" y="70190"/>
                  <a:pt x="429450" y="68576"/>
                </a:cubicBezTo>
                <a:cubicBezTo>
                  <a:pt x="420751" y="66378"/>
                  <a:pt x="414721" y="64477"/>
                  <a:pt x="411360" y="62872"/>
                </a:cubicBezTo>
                <a:cubicBezTo>
                  <a:pt x="407999" y="61267"/>
                  <a:pt x="405450" y="59046"/>
                  <a:pt x="403715" y="56209"/>
                </a:cubicBezTo>
                <a:cubicBezTo>
                  <a:pt x="401980" y="53373"/>
                  <a:pt x="401112" y="50240"/>
                  <a:pt x="401112" y="46810"/>
                </a:cubicBezTo>
                <a:cubicBezTo>
                  <a:pt x="401112" y="43688"/>
                  <a:pt x="401826" y="40796"/>
                  <a:pt x="403254" y="38135"/>
                </a:cubicBezTo>
                <a:cubicBezTo>
                  <a:pt x="404682" y="35474"/>
                  <a:pt x="406626" y="33265"/>
                  <a:pt x="409086" y="31506"/>
                </a:cubicBezTo>
                <a:cubicBezTo>
                  <a:pt x="410931" y="30143"/>
                  <a:pt x="413447" y="28989"/>
                  <a:pt x="416632" y="28044"/>
                </a:cubicBezTo>
                <a:cubicBezTo>
                  <a:pt x="419817" y="27098"/>
                  <a:pt x="423233" y="26625"/>
                  <a:pt x="426880" y="26625"/>
                </a:cubicBezTo>
                <a:cubicBezTo>
                  <a:pt x="432372" y="26625"/>
                  <a:pt x="437194" y="27421"/>
                  <a:pt x="441346" y="29014"/>
                </a:cubicBezTo>
                <a:cubicBezTo>
                  <a:pt x="445498" y="30605"/>
                  <a:pt x="448562" y="32761"/>
                  <a:pt x="450539" y="35483"/>
                </a:cubicBezTo>
                <a:cubicBezTo>
                  <a:pt x="452516" y="38203"/>
                  <a:pt x="453878" y="41840"/>
                  <a:pt x="454625" y="46396"/>
                </a:cubicBezTo>
                <a:lnTo>
                  <a:pt x="443026" y="47978"/>
                </a:lnTo>
                <a:cubicBezTo>
                  <a:pt x="442499" y="44375"/>
                  <a:pt x="440972" y="41563"/>
                  <a:pt x="438446" y="39542"/>
                </a:cubicBezTo>
                <a:cubicBezTo>
                  <a:pt x="435920" y="37521"/>
                  <a:pt x="432350" y="36510"/>
                  <a:pt x="427737" y="36510"/>
                </a:cubicBezTo>
                <a:cubicBezTo>
                  <a:pt x="422289" y="36510"/>
                  <a:pt x="418400" y="37407"/>
                  <a:pt x="416072" y="39200"/>
                </a:cubicBezTo>
                <a:cubicBezTo>
                  <a:pt x="413743" y="40992"/>
                  <a:pt x="412579" y="43090"/>
                  <a:pt x="412579" y="45496"/>
                </a:cubicBezTo>
                <a:cubicBezTo>
                  <a:pt x="412579" y="47025"/>
                  <a:pt x="413062" y="48403"/>
                  <a:pt x="414029" y="49627"/>
                </a:cubicBezTo>
                <a:cubicBezTo>
                  <a:pt x="414995" y="50894"/>
                  <a:pt x="416511" y="51943"/>
                  <a:pt x="418576" y="52774"/>
                </a:cubicBezTo>
                <a:cubicBezTo>
                  <a:pt x="419762" y="53212"/>
                  <a:pt x="423255" y="54218"/>
                  <a:pt x="429055" y="55791"/>
                </a:cubicBezTo>
                <a:cubicBezTo>
                  <a:pt x="437446" y="58031"/>
                  <a:pt x="443301" y="59864"/>
                  <a:pt x="446618" y="61290"/>
                </a:cubicBezTo>
                <a:cubicBezTo>
                  <a:pt x="449935" y="62717"/>
                  <a:pt x="452538" y="64791"/>
                  <a:pt x="454428" y="67514"/>
                </a:cubicBezTo>
                <a:cubicBezTo>
                  <a:pt x="456317" y="70235"/>
                  <a:pt x="457261" y="73615"/>
                  <a:pt x="457261" y="77653"/>
                </a:cubicBezTo>
                <a:cubicBezTo>
                  <a:pt x="457261" y="81604"/>
                  <a:pt x="456108" y="85325"/>
                  <a:pt x="453801" y="88815"/>
                </a:cubicBezTo>
                <a:cubicBezTo>
                  <a:pt x="451495" y="92304"/>
                  <a:pt x="448167" y="95003"/>
                  <a:pt x="443817" y="96913"/>
                </a:cubicBezTo>
                <a:cubicBezTo>
                  <a:pt x="439467" y="98823"/>
                  <a:pt x="434547" y="99778"/>
                  <a:pt x="429055" y="99778"/>
                </a:cubicBezTo>
                <a:cubicBezTo>
                  <a:pt x="419960" y="99778"/>
                  <a:pt x="413029" y="97883"/>
                  <a:pt x="408262" y="94093"/>
                </a:cubicBezTo>
                <a:cubicBezTo>
                  <a:pt x="403495" y="90304"/>
                  <a:pt x="400453" y="84686"/>
                  <a:pt x="399135" y="77239"/>
                </a:cubicBezTo>
                <a:close/>
                <a:moveTo>
                  <a:pt x="554557" y="89554"/>
                </a:moveTo>
                <a:cubicBezTo>
                  <a:pt x="550164" y="93292"/>
                  <a:pt x="545935" y="95930"/>
                  <a:pt x="541871" y="97469"/>
                </a:cubicBezTo>
                <a:cubicBezTo>
                  <a:pt x="537807" y="99008"/>
                  <a:pt x="533446" y="99778"/>
                  <a:pt x="528789" y="99778"/>
                </a:cubicBezTo>
                <a:cubicBezTo>
                  <a:pt x="521100" y="99778"/>
                  <a:pt x="515191" y="97898"/>
                  <a:pt x="511061" y="94139"/>
                </a:cubicBezTo>
                <a:cubicBezTo>
                  <a:pt x="506931" y="90379"/>
                  <a:pt x="504866" y="85576"/>
                  <a:pt x="504866" y="79729"/>
                </a:cubicBezTo>
                <a:cubicBezTo>
                  <a:pt x="504866" y="76300"/>
                  <a:pt x="505646" y="73168"/>
                  <a:pt x="507206" y="70333"/>
                </a:cubicBezTo>
                <a:cubicBezTo>
                  <a:pt x="508765" y="67497"/>
                  <a:pt x="510808" y="65221"/>
                  <a:pt x="513335" y="63506"/>
                </a:cubicBezTo>
                <a:cubicBezTo>
                  <a:pt x="515861" y="61791"/>
                  <a:pt x="518706" y="60494"/>
                  <a:pt x="521869" y="59616"/>
                </a:cubicBezTo>
                <a:cubicBezTo>
                  <a:pt x="524198" y="58999"/>
                  <a:pt x="527713" y="58405"/>
                  <a:pt x="532414" y="57834"/>
                </a:cubicBezTo>
                <a:cubicBezTo>
                  <a:pt x="541992" y="56700"/>
                  <a:pt x="549043" y="55348"/>
                  <a:pt x="553569" y="53777"/>
                </a:cubicBezTo>
                <a:cubicBezTo>
                  <a:pt x="553613" y="52158"/>
                  <a:pt x="553635" y="51130"/>
                  <a:pt x="553635" y="50692"/>
                </a:cubicBezTo>
                <a:cubicBezTo>
                  <a:pt x="553635" y="45877"/>
                  <a:pt x="552514" y="42485"/>
                  <a:pt x="550274" y="40516"/>
                </a:cubicBezTo>
                <a:cubicBezTo>
                  <a:pt x="547242" y="37846"/>
                  <a:pt x="542739" y="36510"/>
                  <a:pt x="536763" y="36510"/>
                </a:cubicBezTo>
                <a:cubicBezTo>
                  <a:pt x="531184" y="36510"/>
                  <a:pt x="527065" y="37488"/>
                  <a:pt x="524406" y="39443"/>
                </a:cubicBezTo>
                <a:cubicBezTo>
                  <a:pt x="521748" y="41398"/>
                  <a:pt x="519782" y="44858"/>
                  <a:pt x="518508" y="49823"/>
                </a:cubicBezTo>
                <a:lnTo>
                  <a:pt x="506909" y="48241"/>
                </a:lnTo>
                <a:cubicBezTo>
                  <a:pt x="507964" y="43261"/>
                  <a:pt x="509699" y="39240"/>
                  <a:pt x="512116" y="36177"/>
                </a:cubicBezTo>
                <a:cubicBezTo>
                  <a:pt x="514532" y="33114"/>
                  <a:pt x="518025" y="30756"/>
                  <a:pt x="522594" y="29105"/>
                </a:cubicBezTo>
                <a:cubicBezTo>
                  <a:pt x="527163" y="27451"/>
                  <a:pt x="532458" y="26625"/>
                  <a:pt x="538477" y="26625"/>
                </a:cubicBezTo>
                <a:cubicBezTo>
                  <a:pt x="544452" y="26625"/>
                  <a:pt x="549307" y="27328"/>
                  <a:pt x="553041" y="28734"/>
                </a:cubicBezTo>
                <a:cubicBezTo>
                  <a:pt x="556776" y="30140"/>
                  <a:pt x="559522" y="31908"/>
                  <a:pt x="561279" y="34039"/>
                </a:cubicBezTo>
                <a:cubicBezTo>
                  <a:pt x="563037" y="36170"/>
                  <a:pt x="564267" y="38861"/>
                  <a:pt x="564970" y="42112"/>
                </a:cubicBezTo>
                <a:cubicBezTo>
                  <a:pt x="565365" y="44133"/>
                  <a:pt x="565563" y="47780"/>
                  <a:pt x="565563" y="53052"/>
                </a:cubicBezTo>
                <a:lnTo>
                  <a:pt x="565563" y="68869"/>
                </a:lnTo>
                <a:cubicBezTo>
                  <a:pt x="565563" y="79897"/>
                  <a:pt x="565816" y="86871"/>
                  <a:pt x="566321" y="89793"/>
                </a:cubicBezTo>
                <a:cubicBezTo>
                  <a:pt x="566826" y="92715"/>
                  <a:pt x="567826" y="95516"/>
                  <a:pt x="569320" y="98196"/>
                </a:cubicBezTo>
                <a:lnTo>
                  <a:pt x="556930" y="98196"/>
                </a:lnTo>
                <a:cubicBezTo>
                  <a:pt x="555700" y="95733"/>
                  <a:pt x="554909" y="92852"/>
                  <a:pt x="554557" y="89554"/>
                </a:cubicBezTo>
                <a:moveTo>
                  <a:pt x="553569" y="63004"/>
                </a:moveTo>
                <a:cubicBezTo>
                  <a:pt x="549263" y="64776"/>
                  <a:pt x="542804" y="66282"/>
                  <a:pt x="534193" y="67522"/>
                </a:cubicBezTo>
                <a:cubicBezTo>
                  <a:pt x="529316" y="68228"/>
                  <a:pt x="525867" y="69022"/>
                  <a:pt x="523846" y="69905"/>
                </a:cubicBezTo>
                <a:cubicBezTo>
                  <a:pt x="521825" y="70786"/>
                  <a:pt x="520266" y="72077"/>
                  <a:pt x="519167" y="73777"/>
                </a:cubicBezTo>
                <a:cubicBezTo>
                  <a:pt x="518069" y="75475"/>
                  <a:pt x="517520" y="77361"/>
                  <a:pt x="517520" y="79434"/>
                </a:cubicBezTo>
                <a:cubicBezTo>
                  <a:pt x="517520" y="82610"/>
                  <a:pt x="518717" y="85257"/>
                  <a:pt x="521111" y="87375"/>
                </a:cubicBezTo>
                <a:cubicBezTo>
                  <a:pt x="523506" y="89493"/>
                  <a:pt x="527010" y="90551"/>
                  <a:pt x="531623" y="90551"/>
                </a:cubicBezTo>
                <a:cubicBezTo>
                  <a:pt x="536192" y="90551"/>
                  <a:pt x="540256" y="89547"/>
                  <a:pt x="543815" y="87538"/>
                </a:cubicBezTo>
                <a:cubicBezTo>
                  <a:pt x="547374" y="85529"/>
                  <a:pt x="549988" y="82781"/>
                  <a:pt x="551657" y="79294"/>
                </a:cubicBezTo>
                <a:cubicBezTo>
                  <a:pt x="552932" y="76600"/>
                  <a:pt x="553569" y="72627"/>
                  <a:pt x="553569" y="67374"/>
                </a:cubicBezTo>
                <a:lnTo>
                  <a:pt x="553569" y="63004"/>
                </a:lnTo>
                <a:close/>
                <a:moveTo>
                  <a:pt x="667122" y="72494"/>
                </a:moveTo>
                <a:lnTo>
                  <a:pt x="678786" y="74009"/>
                </a:lnTo>
                <a:cubicBezTo>
                  <a:pt x="677512" y="82070"/>
                  <a:pt x="674250" y="88380"/>
                  <a:pt x="669000" y="92940"/>
                </a:cubicBezTo>
                <a:cubicBezTo>
                  <a:pt x="663750" y="97498"/>
                  <a:pt x="657302" y="99778"/>
                  <a:pt x="649657" y="99778"/>
                </a:cubicBezTo>
                <a:cubicBezTo>
                  <a:pt x="640079" y="99778"/>
                  <a:pt x="632380" y="96647"/>
                  <a:pt x="626558" y="90386"/>
                </a:cubicBezTo>
                <a:cubicBezTo>
                  <a:pt x="620737" y="84126"/>
                  <a:pt x="617826" y="75152"/>
                  <a:pt x="617826" y="63465"/>
                </a:cubicBezTo>
                <a:cubicBezTo>
                  <a:pt x="617826" y="55908"/>
                  <a:pt x="619078" y="49296"/>
                  <a:pt x="621582" y="43628"/>
                </a:cubicBezTo>
                <a:cubicBezTo>
                  <a:pt x="624087" y="37960"/>
                  <a:pt x="627898" y="33710"/>
                  <a:pt x="633017" y="30876"/>
                </a:cubicBezTo>
                <a:cubicBezTo>
                  <a:pt x="638135" y="28042"/>
                  <a:pt x="643704" y="26625"/>
                  <a:pt x="649723" y="26625"/>
                </a:cubicBezTo>
                <a:cubicBezTo>
                  <a:pt x="657324" y="26625"/>
                  <a:pt x="663541" y="28553"/>
                  <a:pt x="668374" y="32410"/>
                </a:cubicBezTo>
                <a:cubicBezTo>
                  <a:pt x="673207" y="36265"/>
                  <a:pt x="676304" y="41740"/>
                  <a:pt x="677666" y="48834"/>
                </a:cubicBezTo>
                <a:lnTo>
                  <a:pt x="666133" y="50614"/>
                </a:lnTo>
                <a:cubicBezTo>
                  <a:pt x="665035" y="45935"/>
                  <a:pt x="663091" y="42414"/>
                  <a:pt x="660301" y="40053"/>
                </a:cubicBezTo>
                <a:cubicBezTo>
                  <a:pt x="657511" y="37691"/>
                  <a:pt x="654139" y="36510"/>
                  <a:pt x="650184" y="36510"/>
                </a:cubicBezTo>
                <a:cubicBezTo>
                  <a:pt x="644209" y="36510"/>
                  <a:pt x="639354" y="38642"/>
                  <a:pt x="635620" y="42905"/>
                </a:cubicBezTo>
                <a:cubicBezTo>
                  <a:pt x="631885" y="47167"/>
                  <a:pt x="630018" y="53910"/>
                  <a:pt x="630018" y="63135"/>
                </a:cubicBezTo>
                <a:cubicBezTo>
                  <a:pt x="630018" y="72492"/>
                  <a:pt x="631819" y="79291"/>
                  <a:pt x="635422" y="83532"/>
                </a:cubicBezTo>
                <a:cubicBezTo>
                  <a:pt x="639025" y="87772"/>
                  <a:pt x="643726" y="89892"/>
                  <a:pt x="649525" y="89892"/>
                </a:cubicBezTo>
                <a:cubicBezTo>
                  <a:pt x="654183" y="89892"/>
                  <a:pt x="658071" y="88470"/>
                  <a:pt x="661190" y="85625"/>
                </a:cubicBezTo>
                <a:cubicBezTo>
                  <a:pt x="664310" y="82780"/>
                  <a:pt x="666287" y="78403"/>
                  <a:pt x="667122" y="72494"/>
                </a:cubicBezTo>
                <a:close/>
                <a:moveTo>
                  <a:pt x="684520" y="63201"/>
                </a:moveTo>
                <a:cubicBezTo>
                  <a:pt x="684520" y="50240"/>
                  <a:pt x="688123" y="40640"/>
                  <a:pt x="695328" y="34402"/>
                </a:cubicBezTo>
                <a:cubicBezTo>
                  <a:pt x="701347" y="29217"/>
                  <a:pt x="708684" y="26625"/>
                  <a:pt x="717340" y="26625"/>
                </a:cubicBezTo>
                <a:cubicBezTo>
                  <a:pt x="726962" y="26625"/>
                  <a:pt x="734826" y="29777"/>
                  <a:pt x="740933" y="36082"/>
                </a:cubicBezTo>
                <a:cubicBezTo>
                  <a:pt x="747040" y="42387"/>
                  <a:pt x="750094" y="51097"/>
                  <a:pt x="750094" y="62213"/>
                </a:cubicBezTo>
                <a:cubicBezTo>
                  <a:pt x="750094" y="71219"/>
                  <a:pt x="748743" y="78304"/>
                  <a:pt x="746041" y="83466"/>
                </a:cubicBezTo>
                <a:cubicBezTo>
                  <a:pt x="743338" y="88629"/>
                  <a:pt x="739406" y="92638"/>
                  <a:pt x="734244" y="95494"/>
                </a:cubicBezTo>
                <a:cubicBezTo>
                  <a:pt x="729081" y="98350"/>
                  <a:pt x="723447" y="99778"/>
                  <a:pt x="717340" y="99778"/>
                </a:cubicBezTo>
                <a:cubicBezTo>
                  <a:pt x="707542" y="99778"/>
                  <a:pt x="699623" y="96636"/>
                  <a:pt x="693582" y="90353"/>
                </a:cubicBezTo>
                <a:cubicBezTo>
                  <a:pt x="687540" y="84071"/>
                  <a:pt x="684520" y="75020"/>
                  <a:pt x="684520" y="63201"/>
                </a:cubicBezTo>
                <a:moveTo>
                  <a:pt x="696712" y="63168"/>
                </a:moveTo>
                <a:cubicBezTo>
                  <a:pt x="696712" y="72098"/>
                  <a:pt x="698667" y="78785"/>
                  <a:pt x="702577" y="83228"/>
                </a:cubicBezTo>
                <a:cubicBezTo>
                  <a:pt x="706488" y="87671"/>
                  <a:pt x="711408" y="89892"/>
                  <a:pt x="717340" y="89892"/>
                </a:cubicBezTo>
                <a:cubicBezTo>
                  <a:pt x="723227" y="89892"/>
                  <a:pt x="728126" y="87660"/>
                  <a:pt x="732036" y="83195"/>
                </a:cubicBezTo>
                <a:cubicBezTo>
                  <a:pt x="735946" y="78730"/>
                  <a:pt x="737901" y="71923"/>
                  <a:pt x="737901" y="62775"/>
                </a:cubicBezTo>
                <a:cubicBezTo>
                  <a:pt x="737901" y="54151"/>
                  <a:pt x="735935" y="47618"/>
                  <a:pt x="732003" y="43175"/>
                </a:cubicBezTo>
                <a:cubicBezTo>
                  <a:pt x="728071" y="38732"/>
                  <a:pt x="723183" y="36510"/>
                  <a:pt x="717340" y="36510"/>
                </a:cubicBezTo>
                <a:cubicBezTo>
                  <a:pt x="711408" y="36510"/>
                  <a:pt x="706488" y="38721"/>
                  <a:pt x="702577" y="43142"/>
                </a:cubicBezTo>
                <a:cubicBezTo>
                  <a:pt x="698667" y="47563"/>
                  <a:pt x="696712" y="54238"/>
                  <a:pt x="696712" y="63168"/>
                </a:cubicBezTo>
                <a:close/>
                <a:moveTo>
                  <a:pt x="763847" y="98196"/>
                </a:moveTo>
                <a:lnTo>
                  <a:pt x="763847" y="28207"/>
                </a:lnTo>
                <a:lnTo>
                  <a:pt x="774523" y="28207"/>
                </a:lnTo>
                <a:lnTo>
                  <a:pt x="774523" y="38751"/>
                </a:lnTo>
                <a:cubicBezTo>
                  <a:pt x="777247" y="33814"/>
                  <a:pt x="779763" y="30559"/>
                  <a:pt x="782069" y="28985"/>
                </a:cubicBezTo>
                <a:cubicBezTo>
                  <a:pt x="784376" y="27412"/>
                  <a:pt x="786913" y="26625"/>
                  <a:pt x="789681" y="26625"/>
                </a:cubicBezTo>
                <a:cubicBezTo>
                  <a:pt x="793679" y="26625"/>
                  <a:pt x="797743" y="27894"/>
                  <a:pt x="801873" y="30431"/>
                </a:cubicBezTo>
                <a:lnTo>
                  <a:pt x="797787" y="41387"/>
                </a:lnTo>
                <a:cubicBezTo>
                  <a:pt x="794887" y="39674"/>
                  <a:pt x="791988" y="38817"/>
                  <a:pt x="789088" y="38817"/>
                </a:cubicBezTo>
                <a:cubicBezTo>
                  <a:pt x="786496" y="38817"/>
                  <a:pt x="784167" y="39598"/>
                  <a:pt x="782102" y="41161"/>
                </a:cubicBezTo>
                <a:cubicBezTo>
                  <a:pt x="780037" y="42722"/>
                  <a:pt x="778565" y="44888"/>
                  <a:pt x="777687" y="47658"/>
                </a:cubicBezTo>
                <a:cubicBezTo>
                  <a:pt x="776369" y="51880"/>
                  <a:pt x="775710" y="56498"/>
                  <a:pt x="775710" y="61512"/>
                </a:cubicBezTo>
                <a:lnTo>
                  <a:pt x="775710" y="98196"/>
                </a:lnTo>
                <a:lnTo>
                  <a:pt x="763847" y="98196"/>
                </a:lnTo>
                <a:close/>
                <a:moveTo>
                  <a:pt x="808792" y="98196"/>
                </a:moveTo>
                <a:lnTo>
                  <a:pt x="808792" y="28207"/>
                </a:lnTo>
                <a:lnTo>
                  <a:pt x="819468" y="28207"/>
                </a:lnTo>
                <a:lnTo>
                  <a:pt x="819468" y="38751"/>
                </a:lnTo>
                <a:cubicBezTo>
                  <a:pt x="822192" y="33814"/>
                  <a:pt x="824708" y="30559"/>
                  <a:pt x="827014" y="28985"/>
                </a:cubicBezTo>
                <a:cubicBezTo>
                  <a:pt x="829321" y="27412"/>
                  <a:pt x="831858" y="26625"/>
                  <a:pt x="834626" y="26625"/>
                </a:cubicBezTo>
                <a:cubicBezTo>
                  <a:pt x="838624" y="26625"/>
                  <a:pt x="842688" y="27894"/>
                  <a:pt x="846818" y="30431"/>
                </a:cubicBezTo>
                <a:lnTo>
                  <a:pt x="842732" y="41387"/>
                </a:lnTo>
                <a:cubicBezTo>
                  <a:pt x="839832" y="39674"/>
                  <a:pt x="836933" y="38817"/>
                  <a:pt x="834033" y="38817"/>
                </a:cubicBezTo>
                <a:cubicBezTo>
                  <a:pt x="831441" y="38817"/>
                  <a:pt x="829112" y="39598"/>
                  <a:pt x="827047" y="41161"/>
                </a:cubicBezTo>
                <a:cubicBezTo>
                  <a:pt x="824982" y="42722"/>
                  <a:pt x="823510" y="44888"/>
                  <a:pt x="822632" y="47658"/>
                </a:cubicBezTo>
                <a:cubicBezTo>
                  <a:pt x="821314" y="51880"/>
                  <a:pt x="820655" y="56498"/>
                  <a:pt x="820655" y="61512"/>
                </a:cubicBezTo>
                <a:lnTo>
                  <a:pt x="820655" y="98196"/>
                </a:lnTo>
                <a:lnTo>
                  <a:pt x="808792" y="98196"/>
                </a:lnTo>
                <a:close/>
                <a:moveTo>
                  <a:pt x="901780" y="75657"/>
                </a:moveTo>
                <a:lnTo>
                  <a:pt x="914038" y="77173"/>
                </a:lnTo>
                <a:cubicBezTo>
                  <a:pt x="912105" y="84334"/>
                  <a:pt x="908524" y="89892"/>
                  <a:pt x="903296" y="93846"/>
                </a:cubicBezTo>
                <a:cubicBezTo>
                  <a:pt x="898067" y="97800"/>
                  <a:pt x="891389" y="99778"/>
                  <a:pt x="883261" y="99778"/>
                </a:cubicBezTo>
                <a:cubicBezTo>
                  <a:pt x="873024" y="99778"/>
                  <a:pt x="864907" y="96625"/>
                  <a:pt x="858910" y="90320"/>
                </a:cubicBezTo>
                <a:cubicBezTo>
                  <a:pt x="852913" y="84016"/>
                  <a:pt x="849914" y="75174"/>
                  <a:pt x="849914" y="63794"/>
                </a:cubicBezTo>
                <a:cubicBezTo>
                  <a:pt x="849914" y="52020"/>
                  <a:pt x="852946" y="42881"/>
                  <a:pt x="859009" y="36379"/>
                </a:cubicBezTo>
                <a:cubicBezTo>
                  <a:pt x="865072" y="29876"/>
                  <a:pt x="872936" y="26625"/>
                  <a:pt x="882602" y="26625"/>
                </a:cubicBezTo>
                <a:cubicBezTo>
                  <a:pt x="891960" y="26625"/>
                  <a:pt x="899605" y="29805"/>
                  <a:pt x="905536" y="36166"/>
                </a:cubicBezTo>
                <a:cubicBezTo>
                  <a:pt x="911468" y="42526"/>
                  <a:pt x="914433" y="51474"/>
                  <a:pt x="914433" y="63010"/>
                </a:cubicBezTo>
                <a:cubicBezTo>
                  <a:pt x="914433" y="63711"/>
                  <a:pt x="914411" y="64764"/>
                  <a:pt x="914367" y="66167"/>
                </a:cubicBezTo>
                <a:lnTo>
                  <a:pt x="862172" y="66167"/>
                </a:lnTo>
                <a:cubicBezTo>
                  <a:pt x="862611" y="73834"/>
                  <a:pt x="864786" y="79704"/>
                  <a:pt x="868696" y="83780"/>
                </a:cubicBezTo>
                <a:cubicBezTo>
                  <a:pt x="872607" y="87855"/>
                  <a:pt x="877484" y="89892"/>
                  <a:pt x="883327" y="89892"/>
                </a:cubicBezTo>
                <a:cubicBezTo>
                  <a:pt x="887677" y="89892"/>
                  <a:pt x="891389" y="88761"/>
                  <a:pt x="894465" y="86498"/>
                </a:cubicBezTo>
                <a:cubicBezTo>
                  <a:pt x="897540" y="84234"/>
                  <a:pt x="899979" y="80620"/>
                  <a:pt x="901780" y="75657"/>
                </a:cubicBezTo>
                <a:moveTo>
                  <a:pt x="862831" y="56281"/>
                </a:moveTo>
                <a:lnTo>
                  <a:pt x="901912" y="56281"/>
                </a:lnTo>
                <a:cubicBezTo>
                  <a:pt x="901385" y="50490"/>
                  <a:pt x="899891" y="46147"/>
                  <a:pt x="897430" y="43251"/>
                </a:cubicBezTo>
                <a:cubicBezTo>
                  <a:pt x="893652" y="38757"/>
                  <a:pt x="888753" y="36510"/>
                  <a:pt x="882734" y="36510"/>
                </a:cubicBezTo>
                <a:cubicBezTo>
                  <a:pt x="877286" y="36510"/>
                  <a:pt x="872706" y="38304"/>
                  <a:pt x="868993" y="41892"/>
                </a:cubicBezTo>
                <a:cubicBezTo>
                  <a:pt x="865280" y="45478"/>
                  <a:pt x="863227" y="50275"/>
                  <a:pt x="862831" y="56281"/>
                </a:cubicBezTo>
                <a:close/>
                <a:moveTo>
                  <a:pt x="974583" y="72494"/>
                </a:moveTo>
                <a:lnTo>
                  <a:pt x="986248" y="74009"/>
                </a:lnTo>
                <a:cubicBezTo>
                  <a:pt x="984974" y="82070"/>
                  <a:pt x="981711" y="88380"/>
                  <a:pt x="976461" y="92940"/>
                </a:cubicBezTo>
                <a:cubicBezTo>
                  <a:pt x="971211" y="97498"/>
                  <a:pt x="964763" y="99778"/>
                  <a:pt x="957119" y="99778"/>
                </a:cubicBezTo>
                <a:cubicBezTo>
                  <a:pt x="947541" y="99778"/>
                  <a:pt x="939841" y="96647"/>
                  <a:pt x="934019" y="90386"/>
                </a:cubicBezTo>
                <a:cubicBezTo>
                  <a:pt x="928198" y="84126"/>
                  <a:pt x="925287" y="75152"/>
                  <a:pt x="925287" y="63465"/>
                </a:cubicBezTo>
                <a:cubicBezTo>
                  <a:pt x="925287" y="55908"/>
                  <a:pt x="926539" y="49296"/>
                  <a:pt x="929044" y="43628"/>
                </a:cubicBezTo>
                <a:cubicBezTo>
                  <a:pt x="931548" y="37960"/>
                  <a:pt x="935359" y="33710"/>
                  <a:pt x="940478" y="30876"/>
                </a:cubicBezTo>
                <a:cubicBezTo>
                  <a:pt x="945596" y="28042"/>
                  <a:pt x="951165" y="26625"/>
                  <a:pt x="957184" y="26625"/>
                </a:cubicBezTo>
                <a:cubicBezTo>
                  <a:pt x="964785" y="26625"/>
                  <a:pt x="971002" y="28553"/>
                  <a:pt x="975835" y="32410"/>
                </a:cubicBezTo>
                <a:cubicBezTo>
                  <a:pt x="980668" y="36265"/>
                  <a:pt x="983765" y="41740"/>
                  <a:pt x="985127" y="48834"/>
                </a:cubicBezTo>
                <a:lnTo>
                  <a:pt x="973594" y="50614"/>
                </a:lnTo>
                <a:cubicBezTo>
                  <a:pt x="972496" y="45935"/>
                  <a:pt x="970552" y="42414"/>
                  <a:pt x="967762" y="40053"/>
                </a:cubicBezTo>
                <a:cubicBezTo>
                  <a:pt x="964972" y="37691"/>
                  <a:pt x="961600" y="36510"/>
                  <a:pt x="957646" y="36510"/>
                </a:cubicBezTo>
                <a:cubicBezTo>
                  <a:pt x="951671" y="36510"/>
                  <a:pt x="946816" y="38642"/>
                  <a:pt x="943081" y="42905"/>
                </a:cubicBezTo>
                <a:cubicBezTo>
                  <a:pt x="939347" y="47167"/>
                  <a:pt x="937479" y="53910"/>
                  <a:pt x="937479" y="63135"/>
                </a:cubicBezTo>
                <a:cubicBezTo>
                  <a:pt x="937479" y="72492"/>
                  <a:pt x="939281" y="79291"/>
                  <a:pt x="942883" y="83532"/>
                </a:cubicBezTo>
                <a:cubicBezTo>
                  <a:pt x="946486" y="87772"/>
                  <a:pt x="951187" y="89892"/>
                  <a:pt x="956987" y="89892"/>
                </a:cubicBezTo>
                <a:cubicBezTo>
                  <a:pt x="961644" y="89892"/>
                  <a:pt x="965532" y="88470"/>
                  <a:pt x="968652" y="85625"/>
                </a:cubicBezTo>
                <a:cubicBezTo>
                  <a:pt x="971771" y="82780"/>
                  <a:pt x="973748" y="78403"/>
                  <a:pt x="974583" y="72494"/>
                </a:cubicBezTo>
                <a:close/>
                <a:moveTo>
                  <a:pt x="1022297" y="87717"/>
                </a:moveTo>
                <a:lnTo>
                  <a:pt x="1024010" y="98196"/>
                </a:lnTo>
                <a:cubicBezTo>
                  <a:pt x="1020671" y="98811"/>
                  <a:pt x="1017683" y="99119"/>
                  <a:pt x="1015047" y="99119"/>
                </a:cubicBezTo>
                <a:cubicBezTo>
                  <a:pt x="1010742" y="99119"/>
                  <a:pt x="1007402" y="98438"/>
                  <a:pt x="1005030" y="97076"/>
                </a:cubicBezTo>
                <a:cubicBezTo>
                  <a:pt x="1002657" y="95713"/>
                  <a:pt x="1000988" y="93923"/>
                  <a:pt x="1000021" y="91704"/>
                </a:cubicBezTo>
                <a:cubicBezTo>
                  <a:pt x="999055" y="89486"/>
                  <a:pt x="998571" y="84817"/>
                  <a:pt x="998571" y="77700"/>
                </a:cubicBezTo>
                <a:lnTo>
                  <a:pt x="998571" y="37433"/>
                </a:lnTo>
                <a:lnTo>
                  <a:pt x="989872" y="37433"/>
                </a:lnTo>
                <a:lnTo>
                  <a:pt x="989872" y="28207"/>
                </a:lnTo>
                <a:lnTo>
                  <a:pt x="998571" y="28207"/>
                </a:lnTo>
                <a:lnTo>
                  <a:pt x="998571" y="10827"/>
                </a:lnTo>
                <a:lnTo>
                  <a:pt x="1010368" y="3691"/>
                </a:lnTo>
                <a:lnTo>
                  <a:pt x="1010368" y="28207"/>
                </a:lnTo>
                <a:lnTo>
                  <a:pt x="1022297" y="28207"/>
                </a:lnTo>
                <a:lnTo>
                  <a:pt x="1022297" y="37433"/>
                </a:lnTo>
                <a:lnTo>
                  <a:pt x="1010368" y="37433"/>
                </a:lnTo>
                <a:lnTo>
                  <a:pt x="1010368" y="78359"/>
                </a:lnTo>
                <a:cubicBezTo>
                  <a:pt x="1010368" y="81742"/>
                  <a:pt x="1010577" y="83917"/>
                  <a:pt x="1010994" y="84883"/>
                </a:cubicBezTo>
                <a:cubicBezTo>
                  <a:pt x="1011412" y="85850"/>
                  <a:pt x="1012093" y="86619"/>
                  <a:pt x="1013037" y="87190"/>
                </a:cubicBezTo>
                <a:cubicBezTo>
                  <a:pt x="1013982" y="87761"/>
                  <a:pt x="1015333" y="88047"/>
                  <a:pt x="1017090" y="88047"/>
                </a:cubicBezTo>
                <a:cubicBezTo>
                  <a:pt x="1018408" y="88047"/>
                  <a:pt x="1020144" y="87937"/>
                  <a:pt x="1022297" y="87717"/>
                </a:cubicBezTo>
                <a:close/>
                <a:moveTo>
                  <a:pt x="1069265" y="103995"/>
                </a:moveTo>
                <a:lnTo>
                  <a:pt x="1080798" y="105709"/>
                </a:lnTo>
                <a:cubicBezTo>
                  <a:pt x="1081282" y="109268"/>
                  <a:pt x="1082622" y="111860"/>
                  <a:pt x="1084818" y="113485"/>
                </a:cubicBezTo>
                <a:cubicBezTo>
                  <a:pt x="1087762" y="115682"/>
                  <a:pt x="1091782" y="116781"/>
                  <a:pt x="1096879" y="116781"/>
                </a:cubicBezTo>
                <a:cubicBezTo>
                  <a:pt x="1102371" y="116781"/>
                  <a:pt x="1106610" y="115679"/>
                  <a:pt x="1109598" y="113477"/>
                </a:cubicBezTo>
                <a:cubicBezTo>
                  <a:pt x="1112586" y="111276"/>
                  <a:pt x="1114607" y="108194"/>
                  <a:pt x="1115661" y="104230"/>
                </a:cubicBezTo>
                <a:cubicBezTo>
                  <a:pt x="1116276" y="101810"/>
                  <a:pt x="1116562" y="96724"/>
                  <a:pt x="1116518" y="88974"/>
                </a:cubicBezTo>
                <a:cubicBezTo>
                  <a:pt x="1111333" y="95122"/>
                  <a:pt x="1104875" y="98196"/>
                  <a:pt x="1097142" y="98196"/>
                </a:cubicBezTo>
                <a:cubicBezTo>
                  <a:pt x="1087520" y="98196"/>
                  <a:pt x="1080073" y="94725"/>
                  <a:pt x="1074801" y="87783"/>
                </a:cubicBezTo>
                <a:cubicBezTo>
                  <a:pt x="1069529" y="80841"/>
                  <a:pt x="1066893" y="72516"/>
                  <a:pt x="1066893" y="62806"/>
                </a:cubicBezTo>
                <a:cubicBezTo>
                  <a:pt x="1066893" y="56128"/>
                  <a:pt x="1068101" y="49966"/>
                  <a:pt x="1070517" y="44320"/>
                </a:cubicBezTo>
                <a:cubicBezTo>
                  <a:pt x="1072934" y="38674"/>
                  <a:pt x="1076438" y="34314"/>
                  <a:pt x="1081029" y="31238"/>
                </a:cubicBezTo>
                <a:cubicBezTo>
                  <a:pt x="1085620" y="28163"/>
                  <a:pt x="1091013" y="26625"/>
                  <a:pt x="1097208" y="26625"/>
                </a:cubicBezTo>
                <a:cubicBezTo>
                  <a:pt x="1105468" y="26625"/>
                  <a:pt x="1112278" y="29986"/>
                  <a:pt x="1117638" y="36708"/>
                </a:cubicBezTo>
                <a:lnTo>
                  <a:pt x="1117638" y="28207"/>
                </a:lnTo>
                <a:lnTo>
                  <a:pt x="1128578" y="28207"/>
                </a:lnTo>
                <a:lnTo>
                  <a:pt x="1128578" y="88747"/>
                </a:lnTo>
                <a:cubicBezTo>
                  <a:pt x="1128578" y="99650"/>
                  <a:pt x="1127469" y="107376"/>
                  <a:pt x="1125250" y="111926"/>
                </a:cubicBezTo>
                <a:cubicBezTo>
                  <a:pt x="1123031" y="116476"/>
                  <a:pt x="1119516" y="120070"/>
                  <a:pt x="1114706" y="122708"/>
                </a:cubicBezTo>
                <a:cubicBezTo>
                  <a:pt x="1109895" y="125347"/>
                  <a:pt x="1103974" y="126666"/>
                  <a:pt x="1096945" y="126666"/>
                </a:cubicBezTo>
                <a:cubicBezTo>
                  <a:pt x="1088597" y="126666"/>
                  <a:pt x="1081853" y="124782"/>
                  <a:pt x="1076712" y="121015"/>
                </a:cubicBezTo>
                <a:cubicBezTo>
                  <a:pt x="1071572" y="117247"/>
                  <a:pt x="1069089" y="111574"/>
                  <a:pt x="1069265" y="103995"/>
                </a:cubicBezTo>
                <a:moveTo>
                  <a:pt x="1079085" y="61951"/>
                </a:moveTo>
                <a:cubicBezTo>
                  <a:pt x="1079085" y="71110"/>
                  <a:pt x="1080908" y="77793"/>
                  <a:pt x="1084555" y="82000"/>
                </a:cubicBezTo>
                <a:cubicBezTo>
                  <a:pt x="1088201" y="86207"/>
                  <a:pt x="1092771" y="88310"/>
                  <a:pt x="1098263" y="88310"/>
                </a:cubicBezTo>
                <a:cubicBezTo>
                  <a:pt x="1103711" y="88310"/>
                  <a:pt x="1108280" y="86218"/>
                  <a:pt x="1111971" y="82033"/>
                </a:cubicBezTo>
                <a:cubicBezTo>
                  <a:pt x="1115661" y="77848"/>
                  <a:pt x="1117506" y="71285"/>
                  <a:pt x="1117506" y="62344"/>
                </a:cubicBezTo>
                <a:cubicBezTo>
                  <a:pt x="1117506" y="53799"/>
                  <a:pt x="1115606" y="47357"/>
                  <a:pt x="1111806" y="43018"/>
                </a:cubicBezTo>
                <a:cubicBezTo>
                  <a:pt x="1108005" y="38680"/>
                  <a:pt x="1103425" y="36510"/>
                  <a:pt x="1098065" y="36510"/>
                </a:cubicBezTo>
                <a:cubicBezTo>
                  <a:pt x="1092793" y="36510"/>
                  <a:pt x="1088311" y="38647"/>
                  <a:pt x="1084621" y="42919"/>
                </a:cubicBezTo>
                <a:cubicBezTo>
                  <a:pt x="1080930" y="47192"/>
                  <a:pt x="1079085" y="53536"/>
                  <a:pt x="1079085" y="61951"/>
                </a:cubicBezTo>
                <a:close/>
                <a:moveTo>
                  <a:pt x="1146352" y="98196"/>
                </a:moveTo>
                <a:lnTo>
                  <a:pt x="1146352" y="28207"/>
                </a:lnTo>
                <a:lnTo>
                  <a:pt x="1157028" y="28207"/>
                </a:lnTo>
                <a:lnTo>
                  <a:pt x="1157028" y="38751"/>
                </a:lnTo>
                <a:cubicBezTo>
                  <a:pt x="1159752" y="33814"/>
                  <a:pt x="1162267" y="30559"/>
                  <a:pt x="1164574" y="28985"/>
                </a:cubicBezTo>
                <a:cubicBezTo>
                  <a:pt x="1166880" y="27412"/>
                  <a:pt x="1169418" y="26625"/>
                  <a:pt x="1172186" y="26625"/>
                </a:cubicBezTo>
                <a:cubicBezTo>
                  <a:pt x="1176184" y="26625"/>
                  <a:pt x="1180248" y="27894"/>
                  <a:pt x="1184378" y="30431"/>
                </a:cubicBezTo>
                <a:lnTo>
                  <a:pt x="1180292" y="41387"/>
                </a:lnTo>
                <a:cubicBezTo>
                  <a:pt x="1177392" y="39674"/>
                  <a:pt x="1174492" y="38817"/>
                  <a:pt x="1171593" y="38817"/>
                </a:cubicBezTo>
                <a:cubicBezTo>
                  <a:pt x="1169000" y="38817"/>
                  <a:pt x="1166672" y="39598"/>
                  <a:pt x="1164607" y="41161"/>
                </a:cubicBezTo>
                <a:cubicBezTo>
                  <a:pt x="1162542" y="42722"/>
                  <a:pt x="1161070" y="44888"/>
                  <a:pt x="1160191" y="47658"/>
                </a:cubicBezTo>
                <a:cubicBezTo>
                  <a:pt x="1158873" y="51880"/>
                  <a:pt x="1158214" y="56498"/>
                  <a:pt x="1158214" y="61512"/>
                </a:cubicBezTo>
                <a:lnTo>
                  <a:pt x="1158214" y="98196"/>
                </a:lnTo>
                <a:lnTo>
                  <a:pt x="1146352" y="98196"/>
                </a:lnTo>
                <a:close/>
                <a:moveTo>
                  <a:pt x="1187013" y="63201"/>
                </a:moveTo>
                <a:cubicBezTo>
                  <a:pt x="1187013" y="50240"/>
                  <a:pt x="1190616" y="40640"/>
                  <a:pt x="1197821" y="34402"/>
                </a:cubicBezTo>
                <a:cubicBezTo>
                  <a:pt x="1203840" y="29217"/>
                  <a:pt x="1211177" y="26625"/>
                  <a:pt x="1219833" y="26625"/>
                </a:cubicBezTo>
                <a:cubicBezTo>
                  <a:pt x="1229455" y="26625"/>
                  <a:pt x="1237319" y="29777"/>
                  <a:pt x="1243426" y="36082"/>
                </a:cubicBezTo>
                <a:cubicBezTo>
                  <a:pt x="1249533" y="42387"/>
                  <a:pt x="1252587" y="51097"/>
                  <a:pt x="1252587" y="62213"/>
                </a:cubicBezTo>
                <a:cubicBezTo>
                  <a:pt x="1252587" y="71219"/>
                  <a:pt x="1251236" y="78304"/>
                  <a:pt x="1248534" y="83466"/>
                </a:cubicBezTo>
                <a:cubicBezTo>
                  <a:pt x="1245832" y="88629"/>
                  <a:pt x="1241899" y="92638"/>
                  <a:pt x="1236737" y="95494"/>
                </a:cubicBezTo>
                <a:cubicBezTo>
                  <a:pt x="1231575" y="98350"/>
                  <a:pt x="1225940" y="99778"/>
                  <a:pt x="1219833" y="99778"/>
                </a:cubicBezTo>
                <a:cubicBezTo>
                  <a:pt x="1210035" y="99778"/>
                  <a:pt x="1202116" y="96636"/>
                  <a:pt x="1196075" y="90353"/>
                </a:cubicBezTo>
                <a:cubicBezTo>
                  <a:pt x="1190033" y="84071"/>
                  <a:pt x="1187013" y="75020"/>
                  <a:pt x="1187013" y="63201"/>
                </a:cubicBezTo>
                <a:moveTo>
                  <a:pt x="1199205" y="63168"/>
                </a:moveTo>
                <a:cubicBezTo>
                  <a:pt x="1199205" y="72098"/>
                  <a:pt x="1201160" y="78785"/>
                  <a:pt x="1205070" y="83228"/>
                </a:cubicBezTo>
                <a:cubicBezTo>
                  <a:pt x="1208981" y="87671"/>
                  <a:pt x="1213901" y="89892"/>
                  <a:pt x="1219833" y="89892"/>
                </a:cubicBezTo>
                <a:cubicBezTo>
                  <a:pt x="1225720" y="89892"/>
                  <a:pt x="1230619" y="87660"/>
                  <a:pt x="1234529" y="83195"/>
                </a:cubicBezTo>
                <a:cubicBezTo>
                  <a:pt x="1238439" y="78730"/>
                  <a:pt x="1240395" y="71923"/>
                  <a:pt x="1240395" y="62775"/>
                </a:cubicBezTo>
                <a:cubicBezTo>
                  <a:pt x="1240395" y="54151"/>
                  <a:pt x="1238428" y="47618"/>
                  <a:pt x="1234496" y="43175"/>
                </a:cubicBezTo>
                <a:cubicBezTo>
                  <a:pt x="1230564" y="38732"/>
                  <a:pt x="1225676" y="36510"/>
                  <a:pt x="1219833" y="36510"/>
                </a:cubicBezTo>
                <a:cubicBezTo>
                  <a:pt x="1213901" y="36510"/>
                  <a:pt x="1208981" y="38721"/>
                  <a:pt x="1205070" y="43142"/>
                </a:cubicBezTo>
                <a:cubicBezTo>
                  <a:pt x="1201160" y="47563"/>
                  <a:pt x="1199205" y="54238"/>
                  <a:pt x="1199205" y="63168"/>
                </a:cubicBezTo>
                <a:close/>
                <a:moveTo>
                  <a:pt x="1312340" y="98196"/>
                </a:moveTo>
                <a:lnTo>
                  <a:pt x="1312340" y="87915"/>
                </a:lnTo>
                <a:cubicBezTo>
                  <a:pt x="1306892" y="95823"/>
                  <a:pt x="1299489" y="99778"/>
                  <a:pt x="1290131" y="99778"/>
                </a:cubicBezTo>
                <a:cubicBezTo>
                  <a:pt x="1286001" y="99778"/>
                  <a:pt x="1282145" y="98987"/>
                  <a:pt x="1278564" y="97405"/>
                </a:cubicBezTo>
                <a:cubicBezTo>
                  <a:pt x="1274984" y="95823"/>
                  <a:pt x="1272326" y="93835"/>
                  <a:pt x="1270590" y="91441"/>
                </a:cubicBezTo>
                <a:cubicBezTo>
                  <a:pt x="1268855" y="89046"/>
                  <a:pt x="1267636" y="86114"/>
                  <a:pt x="1266933" y="82643"/>
                </a:cubicBezTo>
                <a:cubicBezTo>
                  <a:pt x="1266449" y="80314"/>
                  <a:pt x="1266208" y="76624"/>
                  <a:pt x="1266208" y="71571"/>
                </a:cubicBezTo>
                <a:lnTo>
                  <a:pt x="1266208" y="28207"/>
                </a:lnTo>
                <a:lnTo>
                  <a:pt x="1278070" y="28207"/>
                </a:lnTo>
                <a:lnTo>
                  <a:pt x="1278070" y="67024"/>
                </a:lnTo>
                <a:cubicBezTo>
                  <a:pt x="1278070" y="73219"/>
                  <a:pt x="1278312" y="77392"/>
                  <a:pt x="1278795" y="79545"/>
                </a:cubicBezTo>
                <a:cubicBezTo>
                  <a:pt x="1279542" y="82665"/>
                  <a:pt x="1281124" y="85114"/>
                  <a:pt x="1283540" y="86893"/>
                </a:cubicBezTo>
                <a:cubicBezTo>
                  <a:pt x="1285957" y="88673"/>
                  <a:pt x="1288944" y="89563"/>
                  <a:pt x="1292503" y="89563"/>
                </a:cubicBezTo>
                <a:cubicBezTo>
                  <a:pt x="1296062" y="89563"/>
                  <a:pt x="1299401" y="88651"/>
                  <a:pt x="1302520" y="86828"/>
                </a:cubicBezTo>
                <a:cubicBezTo>
                  <a:pt x="1305640" y="85004"/>
                  <a:pt x="1307848" y="82522"/>
                  <a:pt x="1309144" y="79380"/>
                </a:cubicBezTo>
                <a:cubicBezTo>
                  <a:pt x="1310440" y="76239"/>
                  <a:pt x="1311088" y="71681"/>
                  <a:pt x="1311088" y="65706"/>
                </a:cubicBezTo>
                <a:lnTo>
                  <a:pt x="1311088" y="28207"/>
                </a:lnTo>
                <a:lnTo>
                  <a:pt x="1322950" y="28207"/>
                </a:lnTo>
                <a:lnTo>
                  <a:pt x="1322950" y="98196"/>
                </a:lnTo>
                <a:lnTo>
                  <a:pt x="1312340" y="98196"/>
                </a:lnTo>
                <a:close/>
                <a:moveTo>
                  <a:pt x="1341515" y="98196"/>
                </a:moveTo>
                <a:lnTo>
                  <a:pt x="1341515" y="28207"/>
                </a:lnTo>
                <a:lnTo>
                  <a:pt x="1352191" y="28207"/>
                </a:lnTo>
                <a:lnTo>
                  <a:pt x="1352191" y="38092"/>
                </a:lnTo>
                <a:cubicBezTo>
                  <a:pt x="1357332" y="30447"/>
                  <a:pt x="1364757" y="26625"/>
                  <a:pt x="1374467" y="26625"/>
                </a:cubicBezTo>
                <a:cubicBezTo>
                  <a:pt x="1378684" y="26625"/>
                  <a:pt x="1382562" y="27383"/>
                  <a:pt x="1386098" y="28899"/>
                </a:cubicBezTo>
                <a:cubicBezTo>
                  <a:pt x="1389635" y="30414"/>
                  <a:pt x="1392282" y="32402"/>
                  <a:pt x="1394040" y="34863"/>
                </a:cubicBezTo>
                <a:cubicBezTo>
                  <a:pt x="1395797" y="37323"/>
                  <a:pt x="1397027" y="40245"/>
                  <a:pt x="1397730" y="43628"/>
                </a:cubicBezTo>
                <a:cubicBezTo>
                  <a:pt x="1398170" y="45825"/>
                  <a:pt x="1398389" y="49669"/>
                  <a:pt x="1398389" y="55161"/>
                </a:cubicBezTo>
                <a:lnTo>
                  <a:pt x="1398389" y="98196"/>
                </a:lnTo>
                <a:lnTo>
                  <a:pt x="1386527" y="98196"/>
                </a:lnTo>
                <a:lnTo>
                  <a:pt x="1386527" y="55577"/>
                </a:lnTo>
                <a:cubicBezTo>
                  <a:pt x="1386527" y="50739"/>
                  <a:pt x="1386066" y="47121"/>
                  <a:pt x="1385143" y="44724"/>
                </a:cubicBezTo>
                <a:cubicBezTo>
                  <a:pt x="1384220" y="42326"/>
                  <a:pt x="1382584" y="40413"/>
                  <a:pt x="1380233" y="38984"/>
                </a:cubicBezTo>
                <a:cubicBezTo>
                  <a:pt x="1377883" y="37555"/>
                  <a:pt x="1375126" y="36840"/>
                  <a:pt x="1371962" y="36840"/>
                </a:cubicBezTo>
                <a:cubicBezTo>
                  <a:pt x="1366910" y="36840"/>
                  <a:pt x="1362549" y="38446"/>
                  <a:pt x="1358880" y="41657"/>
                </a:cubicBezTo>
                <a:cubicBezTo>
                  <a:pt x="1355212" y="44867"/>
                  <a:pt x="1353378" y="50958"/>
                  <a:pt x="1353378" y="59931"/>
                </a:cubicBezTo>
                <a:lnTo>
                  <a:pt x="1353378" y="98196"/>
                </a:lnTo>
                <a:lnTo>
                  <a:pt x="1341515" y="98196"/>
                </a:lnTo>
                <a:close/>
                <a:moveTo>
                  <a:pt x="1461966" y="98196"/>
                </a:moveTo>
                <a:lnTo>
                  <a:pt x="1461966" y="89365"/>
                </a:lnTo>
                <a:cubicBezTo>
                  <a:pt x="1457528" y="96307"/>
                  <a:pt x="1451004" y="99778"/>
                  <a:pt x="1442393" y="99778"/>
                </a:cubicBezTo>
                <a:cubicBezTo>
                  <a:pt x="1436813" y="99778"/>
                  <a:pt x="1431683" y="98240"/>
                  <a:pt x="1427004" y="95164"/>
                </a:cubicBezTo>
                <a:cubicBezTo>
                  <a:pt x="1422325" y="92089"/>
                  <a:pt x="1418700" y="87794"/>
                  <a:pt x="1416130" y="82280"/>
                </a:cubicBezTo>
                <a:cubicBezTo>
                  <a:pt x="1413560" y="76766"/>
                  <a:pt x="1412275" y="70429"/>
                  <a:pt x="1412275" y="63267"/>
                </a:cubicBezTo>
                <a:cubicBezTo>
                  <a:pt x="1412275" y="56281"/>
                  <a:pt x="1413439" y="49944"/>
                  <a:pt x="1415768" y="44254"/>
                </a:cubicBezTo>
                <a:cubicBezTo>
                  <a:pt x="1418096" y="38564"/>
                  <a:pt x="1421589" y="34204"/>
                  <a:pt x="1426246" y="31172"/>
                </a:cubicBezTo>
                <a:cubicBezTo>
                  <a:pt x="1430904" y="28141"/>
                  <a:pt x="1436110" y="26625"/>
                  <a:pt x="1441865" y="26625"/>
                </a:cubicBezTo>
                <a:cubicBezTo>
                  <a:pt x="1446083" y="26625"/>
                  <a:pt x="1449840" y="27515"/>
                  <a:pt x="1453135" y="29294"/>
                </a:cubicBezTo>
                <a:cubicBezTo>
                  <a:pt x="1456430" y="31073"/>
                  <a:pt x="1459110" y="33391"/>
                  <a:pt x="1461175" y="36247"/>
                </a:cubicBezTo>
                <a:lnTo>
                  <a:pt x="1461175" y="1582"/>
                </a:lnTo>
                <a:lnTo>
                  <a:pt x="1472972" y="1582"/>
                </a:lnTo>
                <a:lnTo>
                  <a:pt x="1472972" y="98196"/>
                </a:lnTo>
                <a:lnTo>
                  <a:pt x="1461966" y="98196"/>
                </a:lnTo>
                <a:moveTo>
                  <a:pt x="1424467" y="63234"/>
                </a:moveTo>
                <a:cubicBezTo>
                  <a:pt x="1424467" y="72164"/>
                  <a:pt x="1426356" y="78840"/>
                  <a:pt x="1430135" y="83261"/>
                </a:cubicBezTo>
                <a:cubicBezTo>
                  <a:pt x="1433913" y="87682"/>
                  <a:pt x="1438373" y="89892"/>
                  <a:pt x="1443513" y="89892"/>
                </a:cubicBezTo>
                <a:cubicBezTo>
                  <a:pt x="1448697" y="89892"/>
                  <a:pt x="1453102" y="87780"/>
                  <a:pt x="1456727" y="83557"/>
                </a:cubicBezTo>
                <a:cubicBezTo>
                  <a:pt x="1460351" y="79332"/>
                  <a:pt x="1462164" y="72886"/>
                  <a:pt x="1462164" y="64219"/>
                </a:cubicBezTo>
                <a:cubicBezTo>
                  <a:pt x="1462164" y="54676"/>
                  <a:pt x="1460318" y="47673"/>
                  <a:pt x="1456628" y="43208"/>
                </a:cubicBezTo>
                <a:cubicBezTo>
                  <a:pt x="1452937" y="38743"/>
                  <a:pt x="1448390" y="36510"/>
                  <a:pt x="1442986" y="36510"/>
                </a:cubicBezTo>
                <a:cubicBezTo>
                  <a:pt x="1437714" y="36510"/>
                  <a:pt x="1433309" y="38656"/>
                  <a:pt x="1429772" y="42946"/>
                </a:cubicBezTo>
                <a:cubicBezTo>
                  <a:pt x="1426235" y="47235"/>
                  <a:pt x="1424467" y="53998"/>
                  <a:pt x="1424467" y="63234"/>
                </a:cubicBezTo>
                <a:close/>
                <a:moveTo>
                  <a:pt x="1555023" y="87717"/>
                </a:moveTo>
                <a:lnTo>
                  <a:pt x="1556737" y="98196"/>
                </a:lnTo>
                <a:cubicBezTo>
                  <a:pt x="1553398" y="98811"/>
                  <a:pt x="1550410" y="99119"/>
                  <a:pt x="1547774" y="99119"/>
                </a:cubicBezTo>
                <a:cubicBezTo>
                  <a:pt x="1543468" y="99119"/>
                  <a:pt x="1540129" y="98438"/>
                  <a:pt x="1537757" y="97076"/>
                </a:cubicBezTo>
                <a:cubicBezTo>
                  <a:pt x="1535384" y="95713"/>
                  <a:pt x="1533714" y="93923"/>
                  <a:pt x="1532748" y="91704"/>
                </a:cubicBezTo>
                <a:cubicBezTo>
                  <a:pt x="1531781" y="89486"/>
                  <a:pt x="1531298" y="84817"/>
                  <a:pt x="1531298" y="77700"/>
                </a:cubicBezTo>
                <a:lnTo>
                  <a:pt x="1531298" y="37433"/>
                </a:lnTo>
                <a:lnTo>
                  <a:pt x="1522599" y="37433"/>
                </a:lnTo>
                <a:lnTo>
                  <a:pt x="1522599" y="28207"/>
                </a:lnTo>
                <a:lnTo>
                  <a:pt x="1531298" y="28207"/>
                </a:lnTo>
                <a:lnTo>
                  <a:pt x="1531298" y="10827"/>
                </a:lnTo>
                <a:lnTo>
                  <a:pt x="1543095" y="3691"/>
                </a:lnTo>
                <a:lnTo>
                  <a:pt x="1543095" y="28207"/>
                </a:lnTo>
                <a:lnTo>
                  <a:pt x="1555023" y="28207"/>
                </a:lnTo>
                <a:lnTo>
                  <a:pt x="1555023" y="37433"/>
                </a:lnTo>
                <a:lnTo>
                  <a:pt x="1543095" y="37433"/>
                </a:lnTo>
                <a:lnTo>
                  <a:pt x="1543095" y="78359"/>
                </a:lnTo>
                <a:cubicBezTo>
                  <a:pt x="1543095" y="81742"/>
                  <a:pt x="1543303" y="83917"/>
                  <a:pt x="1543721" y="84883"/>
                </a:cubicBezTo>
                <a:cubicBezTo>
                  <a:pt x="1544138" y="85850"/>
                  <a:pt x="1544819" y="86619"/>
                  <a:pt x="1545764" y="87190"/>
                </a:cubicBezTo>
                <a:cubicBezTo>
                  <a:pt x="1546708" y="87761"/>
                  <a:pt x="1548059" y="88047"/>
                  <a:pt x="1549817" y="88047"/>
                </a:cubicBezTo>
                <a:cubicBezTo>
                  <a:pt x="1551135" y="88047"/>
                  <a:pt x="1552870" y="87937"/>
                  <a:pt x="1555023" y="87717"/>
                </a:cubicBezTo>
                <a:close/>
                <a:moveTo>
                  <a:pt x="1566513" y="98196"/>
                </a:moveTo>
                <a:lnTo>
                  <a:pt x="1566513" y="28207"/>
                </a:lnTo>
                <a:lnTo>
                  <a:pt x="1577189" y="28207"/>
                </a:lnTo>
                <a:lnTo>
                  <a:pt x="1577189" y="38751"/>
                </a:lnTo>
                <a:cubicBezTo>
                  <a:pt x="1579913" y="33814"/>
                  <a:pt x="1582428" y="30559"/>
                  <a:pt x="1584735" y="28985"/>
                </a:cubicBezTo>
                <a:cubicBezTo>
                  <a:pt x="1587042" y="27412"/>
                  <a:pt x="1589579" y="26625"/>
                  <a:pt x="1592347" y="26625"/>
                </a:cubicBezTo>
                <a:cubicBezTo>
                  <a:pt x="1596345" y="26625"/>
                  <a:pt x="1600409" y="27894"/>
                  <a:pt x="1604539" y="30431"/>
                </a:cubicBezTo>
                <a:lnTo>
                  <a:pt x="1600453" y="41387"/>
                </a:lnTo>
                <a:cubicBezTo>
                  <a:pt x="1597553" y="39674"/>
                  <a:pt x="1594653" y="38817"/>
                  <a:pt x="1591754" y="38817"/>
                </a:cubicBezTo>
                <a:cubicBezTo>
                  <a:pt x="1589161" y="38817"/>
                  <a:pt x="1586833" y="39598"/>
                  <a:pt x="1584768" y="41161"/>
                </a:cubicBezTo>
                <a:cubicBezTo>
                  <a:pt x="1582703" y="42722"/>
                  <a:pt x="1581231" y="44888"/>
                  <a:pt x="1580352" y="47658"/>
                </a:cubicBezTo>
                <a:cubicBezTo>
                  <a:pt x="1579034" y="51880"/>
                  <a:pt x="1578375" y="56498"/>
                  <a:pt x="1578375" y="61512"/>
                </a:cubicBezTo>
                <a:lnTo>
                  <a:pt x="1578375" y="98196"/>
                </a:lnTo>
                <a:lnTo>
                  <a:pt x="1566513" y="98196"/>
                </a:lnTo>
                <a:close/>
                <a:moveTo>
                  <a:pt x="1657457" y="98196"/>
                </a:moveTo>
                <a:lnTo>
                  <a:pt x="1657457" y="87915"/>
                </a:lnTo>
                <a:cubicBezTo>
                  <a:pt x="1652009" y="95823"/>
                  <a:pt x="1644606" y="99778"/>
                  <a:pt x="1635248" y="99778"/>
                </a:cubicBezTo>
                <a:cubicBezTo>
                  <a:pt x="1631118" y="99778"/>
                  <a:pt x="1627263" y="98987"/>
                  <a:pt x="1623682" y="97405"/>
                </a:cubicBezTo>
                <a:cubicBezTo>
                  <a:pt x="1620101" y="95823"/>
                  <a:pt x="1617443" y="93835"/>
                  <a:pt x="1615708" y="91441"/>
                </a:cubicBezTo>
                <a:cubicBezTo>
                  <a:pt x="1613972" y="89046"/>
                  <a:pt x="1612753" y="86114"/>
                  <a:pt x="1612050" y="82643"/>
                </a:cubicBezTo>
                <a:cubicBezTo>
                  <a:pt x="1611567" y="80314"/>
                  <a:pt x="1611325" y="76624"/>
                  <a:pt x="1611325" y="71571"/>
                </a:cubicBezTo>
                <a:lnTo>
                  <a:pt x="1611325" y="28207"/>
                </a:lnTo>
                <a:lnTo>
                  <a:pt x="1623188" y="28207"/>
                </a:lnTo>
                <a:lnTo>
                  <a:pt x="1623188" y="67024"/>
                </a:lnTo>
                <a:cubicBezTo>
                  <a:pt x="1623188" y="73219"/>
                  <a:pt x="1623429" y="77392"/>
                  <a:pt x="1623913" y="79545"/>
                </a:cubicBezTo>
                <a:cubicBezTo>
                  <a:pt x="1624659" y="82665"/>
                  <a:pt x="1626241" y="85114"/>
                  <a:pt x="1628658" y="86893"/>
                </a:cubicBezTo>
                <a:cubicBezTo>
                  <a:pt x="1631074" y="88673"/>
                  <a:pt x="1634062" y="89563"/>
                  <a:pt x="1637620" y="89563"/>
                </a:cubicBezTo>
                <a:cubicBezTo>
                  <a:pt x="1641179" y="89563"/>
                  <a:pt x="1644518" y="88651"/>
                  <a:pt x="1647638" y="86828"/>
                </a:cubicBezTo>
                <a:cubicBezTo>
                  <a:pt x="1650757" y="85004"/>
                  <a:pt x="1652965" y="82522"/>
                  <a:pt x="1654261" y="79380"/>
                </a:cubicBezTo>
                <a:cubicBezTo>
                  <a:pt x="1655557" y="76239"/>
                  <a:pt x="1656205" y="71681"/>
                  <a:pt x="1656205" y="65706"/>
                </a:cubicBezTo>
                <a:lnTo>
                  <a:pt x="1656205" y="28207"/>
                </a:lnTo>
                <a:lnTo>
                  <a:pt x="1668068" y="28207"/>
                </a:lnTo>
                <a:lnTo>
                  <a:pt x="1668068" y="98196"/>
                </a:lnTo>
                <a:lnTo>
                  <a:pt x="1657457" y="98196"/>
                </a:lnTo>
                <a:close/>
                <a:moveTo>
                  <a:pt x="1712532" y="87717"/>
                </a:moveTo>
                <a:lnTo>
                  <a:pt x="1714246" y="98196"/>
                </a:lnTo>
                <a:cubicBezTo>
                  <a:pt x="1710907" y="98811"/>
                  <a:pt x="1707919" y="99119"/>
                  <a:pt x="1705283" y="99119"/>
                </a:cubicBezTo>
                <a:cubicBezTo>
                  <a:pt x="1700977" y="99119"/>
                  <a:pt x="1697638" y="98438"/>
                  <a:pt x="1695266" y="97076"/>
                </a:cubicBezTo>
                <a:cubicBezTo>
                  <a:pt x="1692893" y="95713"/>
                  <a:pt x="1691224" y="93923"/>
                  <a:pt x="1690257" y="91704"/>
                </a:cubicBezTo>
                <a:cubicBezTo>
                  <a:pt x="1689290" y="89486"/>
                  <a:pt x="1688807" y="84817"/>
                  <a:pt x="1688807" y="77700"/>
                </a:cubicBezTo>
                <a:lnTo>
                  <a:pt x="1688807" y="37433"/>
                </a:lnTo>
                <a:lnTo>
                  <a:pt x="1680108" y="37433"/>
                </a:lnTo>
                <a:lnTo>
                  <a:pt x="1680108" y="28207"/>
                </a:lnTo>
                <a:lnTo>
                  <a:pt x="1688807" y="28207"/>
                </a:lnTo>
                <a:lnTo>
                  <a:pt x="1688807" y="10827"/>
                </a:lnTo>
                <a:lnTo>
                  <a:pt x="1700604" y="3691"/>
                </a:lnTo>
                <a:lnTo>
                  <a:pt x="1700604" y="28207"/>
                </a:lnTo>
                <a:lnTo>
                  <a:pt x="1712532" y="28207"/>
                </a:lnTo>
                <a:lnTo>
                  <a:pt x="1712532" y="37433"/>
                </a:lnTo>
                <a:lnTo>
                  <a:pt x="1700604" y="37433"/>
                </a:lnTo>
                <a:lnTo>
                  <a:pt x="1700604" y="78359"/>
                </a:lnTo>
                <a:cubicBezTo>
                  <a:pt x="1700604" y="81742"/>
                  <a:pt x="1700813" y="83917"/>
                  <a:pt x="1701230" y="84883"/>
                </a:cubicBezTo>
                <a:cubicBezTo>
                  <a:pt x="1701647" y="85850"/>
                  <a:pt x="1702328" y="86619"/>
                  <a:pt x="1703273" y="87190"/>
                </a:cubicBezTo>
                <a:cubicBezTo>
                  <a:pt x="1704218" y="87761"/>
                  <a:pt x="1705569" y="88047"/>
                  <a:pt x="1707326" y="88047"/>
                </a:cubicBezTo>
                <a:cubicBezTo>
                  <a:pt x="1708644" y="88047"/>
                  <a:pt x="1710379" y="87937"/>
                  <a:pt x="1712532" y="87717"/>
                </a:cubicBezTo>
                <a:close/>
                <a:moveTo>
                  <a:pt x="1724154" y="98196"/>
                </a:moveTo>
                <a:lnTo>
                  <a:pt x="1724154" y="1582"/>
                </a:lnTo>
                <a:lnTo>
                  <a:pt x="1736016" y="1582"/>
                </a:lnTo>
                <a:lnTo>
                  <a:pt x="1736016" y="36247"/>
                </a:lnTo>
                <a:cubicBezTo>
                  <a:pt x="1741552" y="29832"/>
                  <a:pt x="1748538" y="26625"/>
                  <a:pt x="1756974" y="26625"/>
                </a:cubicBezTo>
                <a:cubicBezTo>
                  <a:pt x="1762158" y="26625"/>
                  <a:pt x="1766661" y="27646"/>
                  <a:pt x="1770484" y="29689"/>
                </a:cubicBezTo>
                <a:cubicBezTo>
                  <a:pt x="1774306" y="31732"/>
                  <a:pt x="1777041" y="34555"/>
                  <a:pt x="1778689" y="38158"/>
                </a:cubicBezTo>
                <a:cubicBezTo>
                  <a:pt x="1780336" y="41761"/>
                  <a:pt x="1781160" y="46989"/>
                  <a:pt x="1781160" y="53843"/>
                </a:cubicBezTo>
                <a:lnTo>
                  <a:pt x="1781160" y="98196"/>
                </a:lnTo>
                <a:lnTo>
                  <a:pt x="1769298" y="98196"/>
                </a:lnTo>
                <a:lnTo>
                  <a:pt x="1769298" y="53843"/>
                </a:lnTo>
                <a:cubicBezTo>
                  <a:pt x="1769298" y="47912"/>
                  <a:pt x="1768012" y="43595"/>
                  <a:pt x="1765442" y="40893"/>
                </a:cubicBezTo>
                <a:cubicBezTo>
                  <a:pt x="1762872" y="38191"/>
                  <a:pt x="1759236" y="36840"/>
                  <a:pt x="1754535" y="36840"/>
                </a:cubicBezTo>
                <a:cubicBezTo>
                  <a:pt x="1751020" y="36840"/>
                  <a:pt x="1747714" y="37752"/>
                  <a:pt x="1744617" y="39575"/>
                </a:cubicBezTo>
                <a:cubicBezTo>
                  <a:pt x="1741519" y="41398"/>
                  <a:pt x="1739312" y="43870"/>
                  <a:pt x="1737994" y="46989"/>
                </a:cubicBezTo>
                <a:cubicBezTo>
                  <a:pt x="1736675" y="50108"/>
                  <a:pt x="1736016" y="54414"/>
                  <a:pt x="1736016" y="59906"/>
                </a:cubicBezTo>
                <a:lnTo>
                  <a:pt x="1736016" y="98196"/>
                </a:lnTo>
                <a:lnTo>
                  <a:pt x="1724154" y="98196"/>
                </a:lnTo>
                <a:close/>
                <a:moveTo>
                  <a:pt x="1821407" y="74339"/>
                </a:moveTo>
                <a:cubicBezTo>
                  <a:pt x="1821363" y="72764"/>
                  <a:pt x="1821341" y="71583"/>
                  <a:pt x="1821341" y="70795"/>
                </a:cubicBezTo>
                <a:cubicBezTo>
                  <a:pt x="1821341" y="66157"/>
                  <a:pt x="1822000" y="62153"/>
                  <a:pt x="1823318" y="58784"/>
                </a:cubicBezTo>
                <a:cubicBezTo>
                  <a:pt x="1824284" y="56245"/>
                  <a:pt x="1825844" y="53685"/>
                  <a:pt x="1827997" y="51104"/>
                </a:cubicBezTo>
                <a:cubicBezTo>
                  <a:pt x="1829579" y="49223"/>
                  <a:pt x="1832423" y="46478"/>
                  <a:pt x="1836531" y="42868"/>
                </a:cubicBezTo>
                <a:cubicBezTo>
                  <a:pt x="1840639" y="39257"/>
                  <a:pt x="1843309" y="36380"/>
                  <a:pt x="1844539" y="34237"/>
                </a:cubicBezTo>
                <a:cubicBezTo>
                  <a:pt x="1845769" y="32092"/>
                  <a:pt x="1846384" y="29751"/>
                  <a:pt x="1846384" y="27214"/>
                </a:cubicBezTo>
                <a:cubicBezTo>
                  <a:pt x="1846384" y="22619"/>
                  <a:pt x="1844583" y="18582"/>
                  <a:pt x="1840980" y="15104"/>
                </a:cubicBezTo>
                <a:cubicBezTo>
                  <a:pt x="1837377" y="11625"/>
                  <a:pt x="1832962" y="9885"/>
                  <a:pt x="1827733" y="9885"/>
                </a:cubicBezTo>
                <a:cubicBezTo>
                  <a:pt x="1822681" y="9885"/>
                  <a:pt x="1818463" y="11462"/>
                  <a:pt x="1815080" y="14614"/>
                </a:cubicBezTo>
                <a:cubicBezTo>
                  <a:pt x="1811697" y="17766"/>
                  <a:pt x="1809478" y="22693"/>
                  <a:pt x="1808424" y="29393"/>
                </a:cubicBezTo>
                <a:lnTo>
                  <a:pt x="1796232" y="27943"/>
                </a:lnTo>
                <a:cubicBezTo>
                  <a:pt x="1797330" y="18914"/>
                  <a:pt x="1800592" y="12000"/>
                  <a:pt x="1806018" y="7200"/>
                </a:cubicBezTo>
                <a:cubicBezTo>
                  <a:pt x="1811444" y="2400"/>
                  <a:pt x="1818617" y="0"/>
                  <a:pt x="1827536" y="0"/>
                </a:cubicBezTo>
                <a:cubicBezTo>
                  <a:pt x="1836982" y="0"/>
                  <a:pt x="1844517" y="2566"/>
                  <a:pt x="1850140" y="7698"/>
                </a:cubicBezTo>
                <a:cubicBezTo>
                  <a:pt x="1855764" y="12829"/>
                  <a:pt x="1858576" y="19034"/>
                  <a:pt x="1858576" y="26314"/>
                </a:cubicBezTo>
                <a:cubicBezTo>
                  <a:pt x="1858576" y="30525"/>
                  <a:pt x="1857588" y="34407"/>
                  <a:pt x="1855610" y="37960"/>
                </a:cubicBezTo>
                <a:cubicBezTo>
                  <a:pt x="1853633" y="41512"/>
                  <a:pt x="1849767" y="45832"/>
                  <a:pt x="1844011" y="50919"/>
                </a:cubicBezTo>
                <a:cubicBezTo>
                  <a:pt x="1840145" y="54340"/>
                  <a:pt x="1837619" y="56862"/>
                  <a:pt x="1836433" y="58485"/>
                </a:cubicBezTo>
                <a:cubicBezTo>
                  <a:pt x="1835246" y="60108"/>
                  <a:pt x="1834368" y="61972"/>
                  <a:pt x="1833796" y="64077"/>
                </a:cubicBezTo>
                <a:cubicBezTo>
                  <a:pt x="1833225" y="66181"/>
                  <a:pt x="1832896" y="69602"/>
                  <a:pt x="1832808" y="74339"/>
                </a:cubicBezTo>
                <a:lnTo>
                  <a:pt x="1821407" y="74339"/>
                </a:lnTo>
                <a:moveTo>
                  <a:pt x="1820682" y="98196"/>
                </a:moveTo>
                <a:lnTo>
                  <a:pt x="1820682" y="84620"/>
                </a:lnTo>
                <a:lnTo>
                  <a:pt x="1834192" y="84620"/>
                </a:lnTo>
                <a:lnTo>
                  <a:pt x="1834192" y="98196"/>
                </a:lnTo>
                <a:lnTo>
                  <a:pt x="1820682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EBD84-B2ED-4294-B1B0-B8B5ED34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872" y="4949167"/>
            <a:ext cx="2684467" cy="759206"/>
          </a:xfrm>
          <a:custGeom xmlns:a="http://schemas.openxmlformats.org/drawingml/2006/main">
            <a:pathLst>
              <a:path w="2684467" h="759206">
                <a:moveTo>
                  <a:pt x="113881" y="0"/>
                </a:moveTo>
                <a:lnTo>
                  <a:pt x="2570586" y="0"/>
                </a:lnTo>
                <a:cubicBezTo>
                  <a:pt x="2578063" y="0"/>
                  <a:pt x="2585469" y="730"/>
                  <a:pt x="2592802" y="2188"/>
                </a:cubicBezTo>
                <a:cubicBezTo>
                  <a:pt x="2600136" y="3647"/>
                  <a:pt x="2607257" y="5807"/>
                  <a:pt x="2614166" y="8669"/>
                </a:cubicBezTo>
                <a:cubicBezTo>
                  <a:pt x="2621074" y="11530"/>
                  <a:pt x="2627637" y="15039"/>
                  <a:pt x="2633854" y="19193"/>
                </a:cubicBezTo>
                <a:cubicBezTo>
                  <a:pt x="2640071" y="23347"/>
                  <a:pt x="2645824" y="28068"/>
                  <a:pt x="2651111" y="33355"/>
                </a:cubicBezTo>
                <a:cubicBezTo>
                  <a:pt x="2656399" y="38643"/>
                  <a:pt x="2661119" y="44395"/>
                  <a:pt x="2665273" y="50613"/>
                </a:cubicBezTo>
                <a:cubicBezTo>
                  <a:pt x="2669428" y="56830"/>
                  <a:pt x="2672936" y="63393"/>
                  <a:pt x="2675797" y="70301"/>
                </a:cubicBezTo>
                <a:cubicBezTo>
                  <a:pt x="2678659" y="77209"/>
                  <a:pt x="2680819" y="84330"/>
                  <a:pt x="2682278" y="91664"/>
                </a:cubicBezTo>
                <a:cubicBezTo>
                  <a:pt x="2683737" y="98998"/>
                  <a:pt x="2684467" y="106403"/>
                  <a:pt x="2684467" y="113881"/>
                </a:cubicBezTo>
                <a:lnTo>
                  <a:pt x="2684467" y="645325"/>
                </a:lnTo>
                <a:cubicBezTo>
                  <a:pt x="2684467" y="652802"/>
                  <a:pt x="2683737" y="660208"/>
                  <a:pt x="2682278" y="667542"/>
                </a:cubicBezTo>
                <a:cubicBezTo>
                  <a:pt x="2680819" y="674876"/>
                  <a:pt x="2678659" y="681997"/>
                  <a:pt x="2675797" y="688905"/>
                </a:cubicBezTo>
                <a:cubicBezTo>
                  <a:pt x="2672936" y="695814"/>
                  <a:pt x="2669428" y="702376"/>
                  <a:pt x="2665274" y="708594"/>
                </a:cubicBezTo>
                <a:cubicBezTo>
                  <a:pt x="2661119" y="714811"/>
                  <a:pt x="2656399" y="720563"/>
                  <a:pt x="2651111" y="725851"/>
                </a:cubicBezTo>
                <a:cubicBezTo>
                  <a:pt x="2645824" y="731138"/>
                  <a:pt x="2640071" y="735859"/>
                  <a:pt x="2633854" y="740013"/>
                </a:cubicBezTo>
                <a:cubicBezTo>
                  <a:pt x="2627637" y="744168"/>
                  <a:pt x="2621074" y="747675"/>
                  <a:pt x="2614166" y="750537"/>
                </a:cubicBezTo>
                <a:cubicBezTo>
                  <a:pt x="2607257" y="753398"/>
                  <a:pt x="2600136" y="755559"/>
                  <a:pt x="2592802" y="757017"/>
                </a:cubicBezTo>
                <a:cubicBezTo>
                  <a:pt x="2585469" y="758476"/>
                  <a:pt x="2578063" y="759206"/>
                  <a:pt x="2570586" y="759206"/>
                </a:cubicBezTo>
                <a:lnTo>
                  <a:pt x="113881" y="759206"/>
                </a:lnTo>
                <a:cubicBezTo>
                  <a:pt x="106403" y="759206"/>
                  <a:pt x="98998" y="758476"/>
                  <a:pt x="91664" y="757017"/>
                </a:cubicBezTo>
                <a:cubicBezTo>
                  <a:pt x="84330" y="755559"/>
                  <a:pt x="77209" y="753398"/>
                  <a:pt x="70300" y="750537"/>
                </a:cubicBezTo>
                <a:cubicBezTo>
                  <a:pt x="63392" y="747675"/>
                  <a:pt x="56829" y="744168"/>
                  <a:pt x="50612" y="740013"/>
                </a:cubicBezTo>
                <a:cubicBezTo>
                  <a:pt x="44395" y="735859"/>
                  <a:pt x="38642" y="731138"/>
                  <a:pt x="33355" y="725851"/>
                </a:cubicBezTo>
                <a:cubicBezTo>
                  <a:pt x="28068" y="720563"/>
                  <a:pt x="23347" y="714811"/>
                  <a:pt x="19192" y="708594"/>
                </a:cubicBezTo>
                <a:cubicBezTo>
                  <a:pt x="15038" y="702376"/>
                  <a:pt x="11530" y="695814"/>
                  <a:pt x="8669" y="688906"/>
                </a:cubicBezTo>
                <a:cubicBezTo>
                  <a:pt x="5807" y="681997"/>
                  <a:pt x="3647" y="674876"/>
                  <a:pt x="2188" y="667542"/>
                </a:cubicBezTo>
                <a:cubicBezTo>
                  <a:pt x="729" y="660208"/>
                  <a:pt x="0" y="652802"/>
                  <a:pt x="0" y="645325"/>
                </a:cubicBezTo>
                <a:lnTo>
                  <a:pt x="0" y="113881"/>
                </a:lnTo>
                <a:cubicBezTo>
                  <a:pt x="0" y="106403"/>
                  <a:pt x="729" y="98998"/>
                  <a:pt x="2188" y="91664"/>
                </a:cubicBezTo>
                <a:cubicBezTo>
                  <a:pt x="3647" y="84330"/>
                  <a:pt x="5807" y="77209"/>
                  <a:pt x="8668" y="70301"/>
                </a:cubicBezTo>
                <a:cubicBezTo>
                  <a:pt x="11530" y="63393"/>
                  <a:pt x="15038" y="56830"/>
                  <a:pt x="19192" y="50613"/>
                </a:cubicBezTo>
                <a:cubicBezTo>
                  <a:pt x="23347" y="44395"/>
                  <a:pt x="28068" y="38643"/>
                  <a:pt x="33355" y="33355"/>
                </a:cubicBezTo>
                <a:cubicBezTo>
                  <a:pt x="38642" y="28068"/>
                  <a:pt x="44395" y="23347"/>
                  <a:pt x="50612" y="19193"/>
                </a:cubicBezTo>
                <a:cubicBezTo>
                  <a:pt x="56829" y="15039"/>
                  <a:pt x="63392" y="11530"/>
                  <a:pt x="70300" y="8669"/>
                </a:cubicBezTo>
                <a:cubicBezTo>
                  <a:pt x="77209" y="5807"/>
                  <a:pt x="84330" y="3647"/>
                  <a:pt x="91664" y="2188"/>
                </a:cubicBezTo>
                <a:cubicBezTo>
                  <a:pt x="98998" y="730"/>
                  <a:pt x="106403" y="0"/>
                  <a:pt x="113881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16179-C62D-4349-AEEE-37D65906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872" y="4949167"/>
            <a:ext cx="2684467" cy="759206"/>
          </a:xfrm>
          <a:custGeom xmlns:a="http://schemas.openxmlformats.org/drawingml/2006/main">
            <a:pathLst>
              <a:path w="2684467" h="759206" fill="none">
                <a:moveTo>
                  <a:pt x="113881" y="0"/>
                </a:moveTo>
                <a:lnTo>
                  <a:pt x="2570586" y="0"/>
                </a:lnTo>
                <a:cubicBezTo>
                  <a:pt x="2578063" y="0"/>
                  <a:pt x="2585469" y="730"/>
                  <a:pt x="2592802" y="2188"/>
                </a:cubicBezTo>
                <a:cubicBezTo>
                  <a:pt x="2600136" y="3647"/>
                  <a:pt x="2607257" y="5807"/>
                  <a:pt x="2614166" y="8669"/>
                </a:cubicBezTo>
                <a:cubicBezTo>
                  <a:pt x="2621074" y="11530"/>
                  <a:pt x="2627637" y="15039"/>
                  <a:pt x="2633854" y="19193"/>
                </a:cubicBezTo>
                <a:cubicBezTo>
                  <a:pt x="2640071" y="23347"/>
                  <a:pt x="2645824" y="28068"/>
                  <a:pt x="2651111" y="33355"/>
                </a:cubicBezTo>
                <a:cubicBezTo>
                  <a:pt x="2656399" y="38643"/>
                  <a:pt x="2661119" y="44395"/>
                  <a:pt x="2665273" y="50613"/>
                </a:cubicBezTo>
                <a:cubicBezTo>
                  <a:pt x="2669428" y="56830"/>
                  <a:pt x="2672936" y="63393"/>
                  <a:pt x="2675797" y="70301"/>
                </a:cubicBezTo>
                <a:cubicBezTo>
                  <a:pt x="2678659" y="77209"/>
                  <a:pt x="2680819" y="84330"/>
                  <a:pt x="2682278" y="91664"/>
                </a:cubicBezTo>
                <a:cubicBezTo>
                  <a:pt x="2683737" y="98998"/>
                  <a:pt x="2684467" y="106403"/>
                  <a:pt x="2684467" y="113881"/>
                </a:cubicBezTo>
                <a:lnTo>
                  <a:pt x="2684467" y="645325"/>
                </a:lnTo>
                <a:cubicBezTo>
                  <a:pt x="2684467" y="652802"/>
                  <a:pt x="2683737" y="660208"/>
                  <a:pt x="2682278" y="667542"/>
                </a:cubicBezTo>
                <a:cubicBezTo>
                  <a:pt x="2680819" y="674876"/>
                  <a:pt x="2678659" y="681997"/>
                  <a:pt x="2675797" y="688905"/>
                </a:cubicBezTo>
                <a:cubicBezTo>
                  <a:pt x="2672936" y="695814"/>
                  <a:pt x="2669428" y="702376"/>
                  <a:pt x="2665274" y="708594"/>
                </a:cubicBezTo>
                <a:cubicBezTo>
                  <a:pt x="2661119" y="714811"/>
                  <a:pt x="2656399" y="720563"/>
                  <a:pt x="2651111" y="725851"/>
                </a:cubicBezTo>
                <a:cubicBezTo>
                  <a:pt x="2645824" y="731138"/>
                  <a:pt x="2640071" y="735859"/>
                  <a:pt x="2633854" y="740013"/>
                </a:cubicBezTo>
                <a:cubicBezTo>
                  <a:pt x="2627637" y="744168"/>
                  <a:pt x="2621074" y="747675"/>
                  <a:pt x="2614166" y="750537"/>
                </a:cubicBezTo>
                <a:cubicBezTo>
                  <a:pt x="2607257" y="753398"/>
                  <a:pt x="2600136" y="755559"/>
                  <a:pt x="2592802" y="757017"/>
                </a:cubicBezTo>
                <a:cubicBezTo>
                  <a:pt x="2585469" y="758476"/>
                  <a:pt x="2578063" y="759206"/>
                  <a:pt x="2570586" y="759206"/>
                </a:cubicBezTo>
                <a:lnTo>
                  <a:pt x="113881" y="759206"/>
                </a:lnTo>
                <a:cubicBezTo>
                  <a:pt x="106403" y="759206"/>
                  <a:pt x="98998" y="758476"/>
                  <a:pt x="91664" y="757017"/>
                </a:cubicBezTo>
                <a:cubicBezTo>
                  <a:pt x="84330" y="755559"/>
                  <a:pt x="77209" y="753398"/>
                  <a:pt x="70300" y="750537"/>
                </a:cubicBezTo>
                <a:cubicBezTo>
                  <a:pt x="63392" y="747675"/>
                  <a:pt x="56829" y="744168"/>
                  <a:pt x="50612" y="740013"/>
                </a:cubicBezTo>
                <a:cubicBezTo>
                  <a:pt x="44395" y="735859"/>
                  <a:pt x="38642" y="731138"/>
                  <a:pt x="33355" y="725851"/>
                </a:cubicBezTo>
                <a:cubicBezTo>
                  <a:pt x="28068" y="720563"/>
                  <a:pt x="23347" y="714811"/>
                  <a:pt x="19192" y="708594"/>
                </a:cubicBezTo>
                <a:cubicBezTo>
                  <a:pt x="15038" y="702376"/>
                  <a:pt x="11530" y="695814"/>
                  <a:pt x="8669" y="688906"/>
                </a:cubicBezTo>
                <a:cubicBezTo>
                  <a:pt x="5807" y="681997"/>
                  <a:pt x="3647" y="674876"/>
                  <a:pt x="2188" y="667542"/>
                </a:cubicBezTo>
                <a:cubicBezTo>
                  <a:pt x="729" y="660208"/>
                  <a:pt x="0" y="652802"/>
                  <a:pt x="0" y="645325"/>
                </a:cubicBezTo>
                <a:lnTo>
                  <a:pt x="0" y="113881"/>
                </a:lnTo>
                <a:cubicBezTo>
                  <a:pt x="0" y="106403"/>
                  <a:pt x="729" y="98998"/>
                  <a:pt x="2188" y="91664"/>
                </a:cubicBezTo>
                <a:cubicBezTo>
                  <a:pt x="3647" y="84330"/>
                  <a:pt x="5807" y="77209"/>
                  <a:pt x="8668" y="70301"/>
                </a:cubicBezTo>
                <a:cubicBezTo>
                  <a:pt x="11530" y="63393"/>
                  <a:pt x="15038" y="56830"/>
                  <a:pt x="19192" y="50613"/>
                </a:cubicBezTo>
                <a:cubicBezTo>
                  <a:pt x="23347" y="44395"/>
                  <a:pt x="28068" y="38643"/>
                  <a:pt x="33355" y="33355"/>
                </a:cubicBezTo>
                <a:cubicBezTo>
                  <a:pt x="38642" y="28068"/>
                  <a:pt x="44395" y="23347"/>
                  <a:pt x="50612" y="19193"/>
                </a:cubicBezTo>
                <a:cubicBezTo>
                  <a:pt x="56829" y="15039"/>
                  <a:pt x="63392" y="11530"/>
                  <a:pt x="70300" y="8669"/>
                </a:cubicBezTo>
                <a:cubicBezTo>
                  <a:pt x="77209" y="5807"/>
                  <a:pt x="84330" y="3647"/>
                  <a:pt x="91664" y="2188"/>
                </a:cubicBezTo>
                <a:cubicBezTo>
                  <a:pt x="98998" y="730"/>
                  <a:pt x="106403" y="0"/>
                  <a:pt x="11388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871" cap="flat">
            <a:solidFill>
              <a:srgbClr val="666666"/>
            </a:solidFill>
            <a:miter/>
          </a:ln>
        </p:spPr>
      </p:sp>
      <p:sp>
        <p:nvSpPr>
          <p:cNvPr id="170" name="Text Thinking:Howaboutweverifythefactuality">
            <a:extLst xmlns:a="http://schemas.openxmlformats.org/drawingml/2006/main">
              <a:ext uri="{FF2B5EF4-FFF2-40B4-BE49-F238E27FC236}">
                <a16:creationId xmlns:a16="http://schemas.microsoft.com/office/drawing/2014/main" id="{6DCB409D-6FEF-4706-9CFE-5796F6BD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8" y="5036555"/>
            <a:ext cx="2651087" cy="126666"/>
          </a:xfrm>
          <a:custGeom xmlns:a="http://schemas.openxmlformats.org/drawingml/2006/main">
            <a:pathLst>
              <a:path w="2651087" h="126666">
                <a:moveTo>
                  <a:pt x="28668" y="98196"/>
                </a:moveTo>
                <a:lnTo>
                  <a:pt x="28668" y="17926"/>
                </a:lnTo>
                <a:lnTo>
                  <a:pt x="0" y="17926"/>
                </a:lnTo>
                <a:lnTo>
                  <a:pt x="0" y="1582"/>
                </a:lnTo>
                <a:lnTo>
                  <a:pt x="76777" y="1582"/>
                </a:lnTo>
                <a:lnTo>
                  <a:pt x="76777" y="17926"/>
                </a:lnTo>
                <a:lnTo>
                  <a:pt x="48175" y="17926"/>
                </a:lnTo>
                <a:lnTo>
                  <a:pt x="48175" y="98196"/>
                </a:lnTo>
                <a:lnTo>
                  <a:pt x="28668" y="98196"/>
                </a:lnTo>
                <a:close/>
                <a:moveTo>
                  <a:pt x="107708" y="1582"/>
                </a:moveTo>
                <a:lnTo>
                  <a:pt x="107708" y="37153"/>
                </a:lnTo>
                <a:cubicBezTo>
                  <a:pt x="113683" y="30134"/>
                  <a:pt x="120822" y="26625"/>
                  <a:pt x="129126" y="26625"/>
                </a:cubicBezTo>
                <a:cubicBezTo>
                  <a:pt x="133388" y="26625"/>
                  <a:pt x="137232" y="27416"/>
                  <a:pt x="140659" y="28997"/>
                </a:cubicBezTo>
                <a:cubicBezTo>
                  <a:pt x="144086" y="30579"/>
                  <a:pt x="146667" y="32600"/>
                  <a:pt x="148403" y="35061"/>
                </a:cubicBezTo>
                <a:cubicBezTo>
                  <a:pt x="150138" y="37521"/>
                  <a:pt x="151325" y="40245"/>
                  <a:pt x="151962" y="43233"/>
                </a:cubicBezTo>
                <a:cubicBezTo>
                  <a:pt x="152599" y="46220"/>
                  <a:pt x="152917" y="50855"/>
                  <a:pt x="152917" y="57138"/>
                </a:cubicBezTo>
                <a:lnTo>
                  <a:pt x="152917" y="98196"/>
                </a:lnTo>
                <a:lnTo>
                  <a:pt x="134398" y="98196"/>
                </a:lnTo>
                <a:lnTo>
                  <a:pt x="134398" y="61267"/>
                </a:lnTo>
                <a:cubicBezTo>
                  <a:pt x="134398" y="53938"/>
                  <a:pt x="134047" y="49287"/>
                  <a:pt x="133344" y="47312"/>
                </a:cubicBezTo>
                <a:cubicBezTo>
                  <a:pt x="132641" y="45337"/>
                  <a:pt x="131400" y="43767"/>
                  <a:pt x="129620" y="42604"/>
                </a:cubicBezTo>
                <a:cubicBezTo>
                  <a:pt x="127841" y="41441"/>
                  <a:pt x="125611" y="40860"/>
                  <a:pt x="122931" y="40860"/>
                </a:cubicBezTo>
                <a:cubicBezTo>
                  <a:pt x="119856" y="40860"/>
                  <a:pt x="117110" y="41606"/>
                  <a:pt x="114693" y="43099"/>
                </a:cubicBezTo>
                <a:cubicBezTo>
                  <a:pt x="112277" y="44591"/>
                  <a:pt x="110508" y="46840"/>
                  <a:pt x="109388" y="49846"/>
                </a:cubicBezTo>
                <a:cubicBezTo>
                  <a:pt x="108268" y="52851"/>
                  <a:pt x="107708" y="57295"/>
                  <a:pt x="107708" y="63177"/>
                </a:cubicBezTo>
                <a:lnTo>
                  <a:pt x="107708" y="98196"/>
                </a:lnTo>
                <a:lnTo>
                  <a:pt x="89189" y="98196"/>
                </a:lnTo>
                <a:lnTo>
                  <a:pt x="89189" y="1582"/>
                </a:lnTo>
                <a:lnTo>
                  <a:pt x="107708" y="1582"/>
                </a:lnTo>
                <a:close/>
                <a:moveTo>
                  <a:pt x="171721" y="18717"/>
                </a:moveTo>
                <a:lnTo>
                  <a:pt x="171721" y="1582"/>
                </a:lnTo>
                <a:lnTo>
                  <a:pt x="190240" y="1582"/>
                </a:lnTo>
                <a:lnTo>
                  <a:pt x="190240" y="18717"/>
                </a:lnTo>
                <a:lnTo>
                  <a:pt x="171721" y="18717"/>
                </a:lnTo>
                <a:moveTo>
                  <a:pt x="171721" y="98196"/>
                </a:moveTo>
                <a:lnTo>
                  <a:pt x="171721" y="28207"/>
                </a:lnTo>
                <a:lnTo>
                  <a:pt x="190240" y="28207"/>
                </a:lnTo>
                <a:lnTo>
                  <a:pt x="190240" y="98196"/>
                </a:lnTo>
                <a:lnTo>
                  <a:pt x="171721" y="98196"/>
                </a:lnTo>
                <a:close/>
                <a:moveTo>
                  <a:pt x="272906" y="98196"/>
                </a:moveTo>
                <a:lnTo>
                  <a:pt x="254387" y="98196"/>
                </a:lnTo>
                <a:lnTo>
                  <a:pt x="254387" y="62517"/>
                </a:lnTo>
                <a:cubicBezTo>
                  <a:pt x="254387" y="54969"/>
                  <a:pt x="253991" y="50086"/>
                  <a:pt x="253201" y="47870"/>
                </a:cubicBezTo>
                <a:cubicBezTo>
                  <a:pt x="252410" y="45654"/>
                  <a:pt x="251125" y="43932"/>
                  <a:pt x="249345" y="42703"/>
                </a:cubicBezTo>
                <a:cubicBezTo>
                  <a:pt x="247566" y="41474"/>
                  <a:pt x="245424" y="40860"/>
                  <a:pt x="242920" y="40860"/>
                </a:cubicBezTo>
                <a:cubicBezTo>
                  <a:pt x="239712" y="40860"/>
                  <a:pt x="236835" y="41738"/>
                  <a:pt x="234286" y="43494"/>
                </a:cubicBezTo>
                <a:cubicBezTo>
                  <a:pt x="231738" y="45249"/>
                  <a:pt x="229992" y="47575"/>
                  <a:pt x="229047" y="50472"/>
                </a:cubicBezTo>
                <a:cubicBezTo>
                  <a:pt x="228102" y="53367"/>
                  <a:pt x="227630" y="58721"/>
                  <a:pt x="227630" y="66533"/>
                </a:cubicBezTo>
                <a:lnTo>
                  <a:pt x="227630" y="98196"/>
                </a:lnTo>
                <a:lnTo>
                  <a:pt x="209111" y="98196"/>
                </a:lnTo>
                <a:lnTo>
                  <a:pt x="209111" y="28207"/>
                </a:lnTo>
                <a:lnTo>
                  <a:pt x="226312" y="28207"/>
                </a:lnTo>
                <a:lnTo>
                  <a:pt x="226312" y="38488"/>
                </a:lnTo>
                <a:cubicBezTo>
                  <a:pt x="232419" y="30579"/>
                  <a:pt x="240108" y="26625"/>
                  <a:pt x="249378" y="26625"/>
                </a:cubicBezTo>
                <a:cubicBezTo>
                  <a:pt x="253464" y="26625"/>
                  <a:pt x="257199" y="27361"/>
                  <a:pt x="260582" y="28833"/>
                </a:cubicBezTo>
                <a:cubicBezTo>
                  <a:pt x="263965" y="30305"/>
                  <a:pt x="266524" y="32183"/>
                  <a:pt x="268259" y="34467"/>
                </a:cubicBezTo>
                <a:cubicBezTo>
                  <a:pt x="269995" y="36752"/>
                  <a:pt x="271203" y="39344"/>
                  <a:pt x="271884" y="42244"/>
                </a:cubicBezTo>
                <a:cubicBezTo>
                  <a:pt x="272565" y="45144"/>
                  <a:pt x="272906" y="49296"/>
                  <a:pt x="272906" y="54700"/>
                </a:cubicBezTo>
                <a:lnTo>
                  <a:pt x="272906" y="98196"/>
                </a:lnTo>
                <a:close/>
                <a:moveTo>
                  <a:pt x="291050" y="98196"/>
                </a:moveTo>
                <a:lnTo>
                  <a:pt x="291050" y="1582"/>
                </a:lnTo>
                <a:lnTo>
                  <a:pt x="309569" y="1582"/>
                </a:lnTo>
                <a:lnTo>
                  <a:pt x="309569" y="52854"/>
                </a:lnTo>
                <a:lnTo>
                  <a:pt x="331251" y="28207"/>
                </a:lnTo>
                <a:lnTo>
                  <a:pt x="354054" y="28207"/>
                </a:lnTo>
                <a:lnTo>
                  <a:pt x="330131" y="53787"/>
                </a:lnTo>
                <a:lnTo>
                  <a:pt x="355767" y="98196"/>
                </a:lnTo>
                <a:lnTo>
                  <a:pt x="335799" y="98196"/>
                </a:lnTo>
                <a:lnTo>
                  <a:pt x="318202" y="66752"/>
                </a:lnTo>
                <a:lnTo>
                  <a:pt x="309569" y="75789"/>
                </a:lnTo>
                <a:lnTo>
                  <a:pt x="309569" y="98196"/>
                </a:lnTo>
                <a:lnTo>
                  <a:pt x="291050" y="98196"/>
                </a:lnTo>
                <a:close/>
                <a:moveTo>
                  <a:pt x="366752" y="18717"/>
                </a:moveTo>
                <a:lnTo>
                  <a:pt x="366752" y="1582"/>
                </a:lnTo>
                <a:lnTo>
                  <a:pt x="385271" y="1582"/>
                </a:lnTo>
                <a:lnTo>
                  <a:pt x="385271" y="18717"/>
                </a:lnTo>
                <a:lnTo>
                  <a:pt x="366752" y="18717"/>
                </a:lnTo>
                <a:moveTo>
                  <a:pt x="366752" y="98196"/>
                </a:moveTo>
                <a:lnTo>
                  <a:pt x="366752" y="28207"/>
                </a:lnTo>
                <a:lnTo>
                  <a:pt x="385271" y="28207"/>
                </a:lnTo>
                <a:lnTo>
                  <a:pt x="385271" y="98196"/>
                </a:lnTo>
                <a:lnTo>
                  <a:pt x="366752" y="98196"/>
                </a:lnTo>
                <a:close/>
                <a:moveTo>
                  <a:pt x="467937" y="98196"/>
                </a:moveTo>
                <a:lnTo>
                  <a:pt x="449418" y="98196"/>
                </a:lnTo>
                <a:lnTo>
                  <a:pt x="449418" y="62517"/>
                </a:lnTo>
                <a:cubicBezTo>
                  <a:pt x="449418" y="54969"/>
                  <a:pt x="449022" y="50086"/>
                  <a:pt x="448231" y="47870"/>
                </a:cubicBezTo>
                <a:cubicBezTo>
                  <a:pt x="447441" y="45654"/>
                  <a:pt x="446156" y="43932"/>
                  <a:pt x="444376" y="42703"/>
                </a:cubicBezTo>
                <a:cubicBezTo>
                  <a:pt x="442597" y="41474"/>
                  <a:pt x="440455" y="40860"/>
                  <a:pt x="437951" y="40860"/>
                </a:cubicBezTo>
                <a:cubicBezTo>
                  <a:pt x="434743" y="40860"/>
                  <a:pt x="431866" y="41738"/>
                  <a:pt x="429317" y="43494"/>
                </a:cubicBezTo>
                <a:cubicBezTo>
                  <a:pt x="426769" y="45249"/>
                  <a:pt x="425023" y="47575"/>
                  <a:pt x="424078" y="50472"/>
                </a:cubicBezTo>
                <a:cubicBezTo>
                  <a:pt x="423133" y="53367"/>
                  <a:pt x="422661" y="58721"/>
                  <a:pt x="422661" y="66533"/>
                </a:cubicBezTo>
                <a:lnTo>
                  <a:pt x="422661" y="98196"/>
                </a:lnTo>
                <a:lnTo>
                  <a:pt x="404142" y="98196"/>
                </a:lnTo>
                <a:lnTo>
                  <a:pt x="404142" y="28207"/>
                </a:lnTo>
                <a:lnTo>
                  <a:pt x="421343" y="28207"/>
                </a:lnTo>
                <a:lnTo>
                  <a:pt x="421343" y="38488"/>
                </a:lnTo>
                <a:cubicBezTo>
                  <a:pt x="427450" y="30579"/>
                  <a:pt x="435139" y="26625"/>
                  <a:pt x="444409" y="26625"/>
                </a:cubicBezTo>
                <a:cubicBezTo>
                  <a:pt x="448495" y="26625"/>
                  <a:pt x="452230" y="27361"/>
                  <a:pt x="455613" y="28833"/>
                </a:cubicBezTo>
                <a:cubicBezTo>
                  <a:pt x="458996" y="30305"/>
                  <a:pt x="461555" y="32183"/>
                  <a:pt x="463290" y="34467"/>
                </a:cubicBezTo>
                <a:cubicBezTo>
                  <a:pt x="465026" y="36752"/>
                  <a:pt x="466234" y="39344"/>
                  <a:pt x="466915" y="42244"/>
                </a:cubicBezTo>
                <a:cubicBezTo>
                  <a:pt x="467596" y="45144"/>
                  <a:pt x="467937" y="49296"/>
                  <a:pt x="467937" y="54700"/>
                </a:cubicBezTo>
                <a:lnTo>
                  <a:pt x="467937" y="98196"/>
                </a:lnTo>
                <a:close/>
                <a:moveTo>
                  <a:pt x="485027" y="102677"/>
                </a:moveTo>
                <a:lnTo>
                  <a:pt x="506182" y="105313"/>
                </a:lnTo>
                <a:cubicBezTo>
                  <a:pt x="506534" y="107797"/>
                  <a:pt x="507347" y="109504"/>
                  <a:pt x="508621" y="110435"/>
                </a:cubicBezTo>
                <a:cubicBezTo>
                  <a:pt x="510378" y="111766"/>
                  <a:pt x="513146" y="112431"/>
                  <a:pt x="516925" y="112431"/>
                </a:cubicBezTo>
                <a:cubicBezTo>
                  <a:pt x="521757" y="112431"/>
                  <a:pt x="525382" y="111701"/>
                  <a:pt x="527799" y="110240"/>
                </a:cubicBezTo>
                <a:cubicBezTo>
                  <a:pt x="529424" y="109266"/>
                  <a:pt x="530654" y="107696"/>
                  <a:pt x="531489" y="105528"/>
                </a:cubicBezTo>
                <a:cubicBezTo>
                  <a:pt x="532060" y="103979"/>
                  <a:pt x="532346" y="101125"/>
                  <a:pt x="532346" y="96966"/>
                </a:cubicBezTo>
                <a:lnTo>
                  <a:pt x="532346" y="86677"/>
                </a:lnTo>
                <a:cubicBezTo>
                  <a:pt x="526810" y="94356"/>
                  <a:pt x="519824" y="98196"/>
                  <a:pt x="511389" y="98196"/>
                </a:cubicBezTo>
                <a:cubicBezTo>
                  <a:pt x="501987" y="98196"/>
                  <a:pt x="494539" y="94220"/>
                  <a:pt x="489047" y="86267"/>
                </a:cubicBezTo>
                <a:cubicBezTo>
                  <a:pt x="484742" y="79985"/>
                  <a:pt x="482589" y="72164"/>
                  <a:pt x="482589" y="62806"/>
                </a:cubicBezTo>
                <a:cubicBezTo>
                  <a:pt x="482589" y="51075"/>
                  <a:pt x="485412" y="42112"/>
                  <a:pt x="491058" y="35917"/>
                </a:cubicBezTo>
                <a:cubicBezTo>
                  <a:pt x="496703" y="29722"/>
                  <a:pt x="503722" y="26625"/>
                  <a:pt x="512114" y="26625"/>
                </a:cubicBezTo>
                <a:cubicBezTo>
                  <a:pt x="520769" y="26625"/>
                  <a:pt x="527908" y="30443"/>
                  <a:pt x="533532" y="38080"/>
                </a:cubicBezTo>
                <a:lnTo>
                  <a:pt x="533532" y="28207"/>
                </a:lnTo>
                <a:lnTo>
                  <a:pt x="550865" y="28207"/>
                </a:lnTo>
                <a:lnTo>
                  <a:pt x="550865" y="91054"/>
                </a:lnTo>
                <a:cubicBezTo>
                  <a:pt x="550865" y="99319"/>
                  <a:pt x="550184" y="105496"/>
                  <a:pt x="548822" y="109585"/>
                </a:cubicBezTo>
                <a:cubicBezTo>
                  <a:pt x="547460" y="113674"/>
                  <a:pt x="545549" y="116883"/>
                  <a:pt x="543088" y="119213"/>
                </a:cubicBezTo>
                <a:cubicBezTo>
                  <a:pt x="540628" y="121544"/>
                  <a:pt x="537344" y="123369"/>
                  <a:pt x="533236" y="124687"/>
                </a:cubicBezTo>
                <a:cubicBezTo>
                  <a:pt x="529128" y="126006"/>
                  <a:pt x="523932" y="126666"/>
                  <a:pt x="517650" y="126666"/>
                </a:cubicBezTo>
                <a:cubicBezTo>
                  <a:pt x="505787" y="126666"/>
                  <a:pt x="497373" y="124617"/>
                  <a:pt x="492409" y="120519"/>
                </a:cubicBezTo>
                <a:cubicBezTo>
                  <a:pt x="487444" y="116422"/>
                  <a:pt x="484961" y="111228"/>
                  <a:pt x="484961" y="104937"/>
                </a:cubicBezTo>
                <a:cubicBezTo>
                  <a:pt x="484961" y="104316"/>
                  <a:pt x="484983" y="103563"/>
                  <a:pt x="485027" y="102677"/>
                </a:cubicBezTo>
                <a:moveTo>
                  <a:pt x="501569" y="61751"/>
                </a:moveTo>
                <a:cubicBezTo>
                  <a:pt x="501569" y="69154"/>
                  <a:pt x="503008" y="74575"/>
                  <a:pt x="505886" y="78013"/>
                </a:cubicBezTo>
                <a:cubicBezTo>
                  <a:pt x="508764" y="81451"/>
                  <a:pt x="512311" y="83170"/>
                  <a:pt x="516529" y="83170"/>
                </a:cubicBezTo>
                <a:cubicBezTo>
                  <a:pt x="521055" y="83170"/>
                  <a:pt x="524877" y="81407"/>
                  <a:pt x="527996" y="77881"/>
                </a:cubicBezTo>
                <a:cubicBezTo>
                  <a:pt x="531116" y="74355"/>
                  <a:pt x="532675" y="69133"/>
                  <a:pt x="532675" y="62213"/>
                </a:cubicBezTo>
                <a:cubicBezTo>
                  <a:pt x="532675" y="54985"/>
                  <a:pt x="531182" y="49620"/>
                  <a:pt x="528194" y="46116"/>
                </a:cubicBezTo>
                <a:cubicBezTo>
                  <a:pt x="525206" y="42612"/>
                  <a:pt x="521428" y="40860"/>
                  <a:pt x="516859" y="40860"/>
                </a:cubicBezTo>
                <a:cubicBezTo>
                  <a:pt x="512421" y="40860"/>
                  <a:pt x="508764" y="42579"/>
                  <a:pt x="505886" y="46017"/>
                </a:cubicBezTo>
                <a:cubicBezTo>
                  <a:pt x="503008" y="49455"/>
                  <a:pt x="501569" y="54700"/>
                  <a:pt x="501569" y="61751"/>
                </a:cubicBezTo>
                <a:close/>
                <a:moveTo>
                  <a:pt x="572766" y="46791"/>
                </a:moveTo>
                <a:lnTo>
                  <a:pt x="572766" y="28207"/>
                </a:lnTo>
                <a:lnTo>
                  <a:pt x="591285" y="28207"/>
                </a:lnTo>
                <a:lnTo>
                  <a:pt x="591285" y="46791"/>
                </a:lnTo>
                <a:lnTo>
                  <a:pt x="572766" y="46791"/>
                </a:lnTo>
                <a:moveTo>
                  <a:pt x="572766" y="98196"/>
                </a:moveTo>
                <a:lnTo>
                  <a:pt x="572766" y="79611"/>
                </a:lnTo>
                <a:lnTo>
                  <a:pt x="591285" y="79611"/>
                </a:lnTo>
                <a:lnTo>
                  <a:pt x="591285" y="98196"/>
                </a:lnTo>
                <a:lnTo>
                  <a:pt x="572766" y="98196"/>
                </a:lnTo>
                <a:close/>
                <a:moveTo>
                  <a:pt x="652706" y="98196"/>
                </a:moveTo>
                <a:lnTo>
                  <a:pt x="652706" y="1582"/>
                </a:lnTo>
                <a:lnTo>
                  <a:pt x="665491" y="1582"/>
                </a:lnTo>
                <a:lnTo>
                  <a:pt x="665491" y="41255"/>
                </a:lnTo>
                <a:lnTo>
                  <a:pt x="715709" y="41255"/>
                </a:lnTo>
                <a:lnTo>
                  <a:pt x="715709" y="1582"/>
                </a:lnTo>
                <a:lnTo>
                  <a:pt x="728495" y="1582"/>
                </a:lnTo>
                <a:lnTo>
                  <a:pt x="728495" y="98196"/>
                </a:lnTo>
                <a:lnTo>
                  <a:pt x="715709" y="98196"/>
                </a:lnTo>
                <a:lnTo>
                  <a:pt x="715709" y="52657"/>
                </a:lnTo>
                <a:lnTo>
                  <a:pt x="665491" y="52657"/>
                </a:lnTo>
                <a:lnTo>
                  <a:pt x="665491" y="98196"/>
                </a:lnTo>
                <a:lnTo>
                  <a:pt x="652706" y="98196"/>
                </a:lnTo>
                <a:close/>
                <a:moveTo>
                  <a:pt x="743827" y="63201"/>
                </a:moveTo>
                <a:cubicBezTo>
                  <a:pt x="743827" y="50240"/>
                  <a:pt x="747430" y="40640"/>
                  <a:pt x="754635" y="34402"/>
                </a:cubicBezTo>
                <a:cubicBezTo>
                  <a:pt x="760655" y="29217"/>
                  <a:pt x="767992" y="26625"/>
                  <a:pt x="776647" y="26625"/>
                </a:cubicBezTo>
                <a:cubicBezTo>
                  <a:pt x="786269" y="26625"/>
                  <a:pt x="794133" y="29777"/>
                  <a:pt x="800240" y="36082"/>
                </a:cubicBezTo>
                <a:cubicBezTo>
                  <a:pt x="806348" y="42387"/>
                  <a:pt x="809401" y="51097"/>
                  <a:pt x="809401" y="62213"/>
                </a:cubicBezTo>
                <a:cubicBezTo>
                  <a:pt x="809401" y="71219"/>
                  <a:pt x="808050" y="78304"/>
                  <a:pt x="805348" y="83466"/>
                </a:cubicBezTo>
                <a:cubicBezTo>
                  <a:pt x="802646" y="88629"/>
                  <a:pt x="798714" y="92638"/>
                  <a:pt x="793551" y="95494"/>
                </a:cubicBezTo>
                <a:cubicBezTo>
                  <a:pt x="788389" y="98350"/>
                  <a:pt x="782754" y="99778"/>
                  <a:pt x="776647" y="99778"/>
                </a:cubicBezTo>
                <a:cubicBezTo>
                  <a:pt x="766850" y="99778"/>
                  <a:pt x="758930" y="96636"/>
                  <a:pt x="752889" y="90353"/>
                </a:cubicBezTo>
                <a:cubicBezTo>
                  <a:pt x="746848" y="84071"/>
                  <a:pt x="743827" y="75020"/>
                  <a:pt x="743827" y="63201"/>
                </a:cubicBezTo>
                <a:moveTo>
                  <a:pt x="756019" y="63168"/>
                </a:moveTo>
                <a:cubicBezTo>
                  <a:pt x="756019" y="72098"/>
                  <a:pt x="757975" y="78785"/>
                  <a:pt x="761885" y="83228"/>
                </a:cubicBezTo>
                <a:cubicBezTo>
                  <a:pt x="765795" y="87671"/>
                  <a:pt x="770716" y="89892"/>
                  <a:pt x="776647" y="89892"/>
                </a:cubicBezTo>
                <a:cubicBezTo>
                  <a:pt x="782534" y="89892"/>
                  <a:pt x="787433" y="87660"/>
                  <a:pt x="791344" y="83195"/>
                </a:cubicBezTo>
                <a:cubicBezTo>
                  <a:pt x="795254" y="78730"/>
                  <a:pt x="797209" y="71923"/>
                  <a:pt x="797209" y="62775"/>
                </a:cubicBezTo>
                <a:cubicBezTo>
                  <a:pt x="797209" y="54151"/>
                  <a:pt x="795243" y="47618"/>
                  <a:pt x="791311" y="43175"/>
                </a:cubicBezTo>
                <a:cubicBezTo>
                  <a:pt x="787378" y="38732"/>
                  <a:pt x="782491" y="36510"/>
                  <a:pt x="776647" y="36510"/>
                </a:cubicBezTo>
                <a:cubicBezTo>
                  <a:pt x="770716" y="36510"/>
                  <a:pt x="765795" y="38721"/>
                  <a:pt x="761885" y="43142"/>
                </a:cubicBezTo>
                <a:cubicBezTo>
                  <a:pt x="757975" y="47563"/>
                  <a:pt x="756019" y="54238"/>
                  <a:pt x="756019" y="63168"/>
                </a:cubicBezTo>
                <a:close/>
                <a:moveTo>
                  <a:pt x="836203" y="98196"/>
                </a:moveTo>
                <a:lnTo>
                  <a:pt x="814784" y="28207"/>
                </a:lnTo>
                <a:lnTo>
                  <a:pt x="827042" y="28207"/>
                </a:lnTo>
                <a:lnTo>
                  <a:pt x="838180" y="68599"/>
                </a:lnTo>
                <a:lnTo>
                  <a:pt x="842332" y="83631"/>
                </a:lnTo>
                <a:cubicBezTo>
                  <a:pt x="842508" y="82886"/>
                  <a:pt x="843716" y="78080"/>
                  <a:pt x="845957" y="69213"/>
                </a:cubicBezTo>
                <a:lnTo>
                  <a:pt x="857094" y="28207"/>
                </a:lnTo>
                <a:lnTo>
                  <a:pt x="869286" y="28207"/>
                </a:lnTo>
                <a:lnTo>
                  <a:pt x="879765" y="68795"/>
                </a:lnTo>
                <a:lnTo>
                  <a:pt x="883258" y="82181"/>
                </a:lnTo>
                <a:lnTo>
                  <a:pt x="887278" y="68669"/>
                </a:lnTo>
                <a:lnTo>
                  <a:pt x="899272" y="28207"/>
                </a:lnTo>
                <a:lnTo>
                  <a:pt x="910805" y="28207"/>
                </a:lnTo>
                <a:lnTo>
                  <a:pt x="888926" y="98196"/>
                </a:lnTo>
                <a:lnTo>
                  <a:pt x="876602" y="98196"/>
                </a:lnTo>
                <a:lnTo>
                  <a:pt x="865464" y="56259"/>
                </a:lnTo>
                <a:lnTo>
                  <a:pt x="862762" y="44353"/>
                </a:lnTo>
                <a:lnTo>
                  <a:pt x="848593" y="98196"/>
                </a:lnTo>
                <a:lnTo>
                  <a:pt x="836203" y="98196"/>
                </a:lnTo>
                <a:close/>
                <a:moveTo>
                  <a:pt x="1003927" y="89554"/>
                </a:moveTo>
                <a:cubicBezTo>
                  <a:pt x="999533" y="93292"/>
                  <a:pt x="995305" y="95930"/>
                  <a:pt x="991241" y="97469"/>
                </a:cubicBezTo>
                <a:cubicBezTo>
                  <a:pt x="987176" y="99008"/>
                  <a:pt x="982816" y="99778"/>
                  <a:pt x="978159" y="99778"/>
                </a:cubicBezTo>
                <a:cubicBezTo>
                  <a:pt x="970470" y="99778"/>
                  <a:pt x="964561" y="97898"/>
                  <a:pt x="960431" y="94139"/>
                </a:cubicBezTo>
                <a:cubicBezTo>
                  <a:pt x="956301" y="90379"/>
                  <a:pt x="954236" y="85576"/>
                  <a:pt x="954236" y="79729"/>
                </a:cubicBezTo>
                <a:cubicBezTo>
                  <a:pt x="954236" y="76300"/>
                  <a:pt x="955016" y="73168"/>
                  <a:pt x="956575" y="70333"/>
                </a:cubicBezTo>
                <a:cubicBezTo>
                  <a:pt x="958135" y="67497"/>
                  <a:pt x="960178" y="65221"/>
                  <a:pt x="962704" y="63506"/>
                </a:cubicBezTo>
                <a:cubicBezTo>
                  <a:pt x="965231" y="61791"/>
                  <a:pt x="968076" y="60494"/>
                  <a:pt x="971239" y="59616"/>
                </a:cubicBezTo>
                <a:cubicBezTo>
                  <a:pt x="973567" y="58999"/>
                  <a:pt x="977082" y="58405"/>
                  <a:pt x="981783" y="57834"/>
                </a:cubicBezTo>
                <a:cubicBezTo>
                  <a:pt x="991361" y="56700"/>
                  <a:pt x="998413" y="55348"/>
                  <a:pt x="1002938" y="53777"/>
                </a:cubicBezTo>
                <a:cubicBezTo>
                  <a:pt x="1002982" y="52158"/>
                  <a:pt x="1003004" y="51130"/>
                  <a:pt x="1003004" y="50692"/>
                </a:cubicBezTo>
                <a:cubicBezTo>
                  <a:pt x="1003004" y="45877"/>
                  <a:pt x="1001884" y="42485"/>
                  <a:pt x="999643" y="40516"/>
                </a:cubicBezTo>
                <a:cubicBezTo>
                  <a:pt x="996612" y="37846"/>
                  <a:pt x="992108" y="36510"/>
                  <a:pt x="986133" y="36510"/>
                </a:cubicBezTo>
                <a:cubicBezTo>
                  <a:pt x="980553" y="36510"/>
                  <a:pt x="976434" y="37488"/>
                  <a:pt x="973776" y="39443"/>
                </a:cubicBezTo>
                <a:cubicBezTo>
                  <a:pt x="971118" y="41398"/>
                  <a:pt x="969152" y="44858"/>
                  <a:pt x="967878" y="49823"/>
                </a:cubicBezTo>
                <a:lnTo>
                  <a:pt x="956279" y="48241"/>
                </a:lnTo>
                <a:cubicBezTo>
                  <a:pt x="957333" y="43261"/>
                  <a:pt x="959069" y="39240"/>
                  <a:pt x="961485" y="36177"/>
                </a:cubicBezTo>
                <a:cubicBezTo>
                  <a:pt x="963902" y="33114"/>
                  <a:pt x="967395" y="30756"/>
                  <a:pt x="971964" y="29105"/>
                </a:cubicBezTo>
                <a:cubicBezTo>
                  <a:pt x="976533" y="27451"/>
                  <a:pt x="981827" y="26625"/>
                  <a:pt x="987846" y="26625"/>
                </a:cubicBezTo>
                <a:cubicBezTo>
                  <a:pt x="993822" y="26625"/>
                  <a:pt x="998677" y="27328"/>
                  <a:pt x="1002411" y="28734"/>
                </a:cubicBezTo>
                <a:cubicBezTo>
                  <a:pt x="1006146" y="30140"/>
                  <a:pt x="1008892" y="31908"/>
                  <a:pt x="1010649" y="34039"/>
                </a:cubicBezTo>
                <a:cubicBezTo>
                  <a:pt x="1012406" y="36170"/>
                  <a:pt x="1013637" y="38861"/>
                  <a:pt x="1014340" y="42112"/>
                </a:cubicBezTo>
                <a:cubicBezTo>
                  <a:pt x="1014735" y="44133"/>
                  <a:pt x="1014933" y="47780"/>
                  <a:pt x="1014933" y="53052"/>
                </a:cubicBezTo>
                <a:lnTo>
                  <a:pt x="1014933" y="68869"/>
                </a:lnTo>
                <a:cubicBezTo>
                  <a:pt x="1014933" y="79897"/>
                  <a:pt x="1015185" y="86871"/>
                  <a:pt x="1015691" y="89793"/>
                </a:cubicBezTo>
                <a:cubicBezTo>
                  <a:pt x="1016196" y="92715"/>
                  <a:pt x="1017195" y="95516"/>
                  <a:pt x="1018689" y="98196"/>
                </a:cubicBezTo>
                <a:lnTo>
                  <a:pt x="1006299" y="98196"/>
                </a:lnTo>
                <a:cubicBezTo>
                  <a:pt x="1005069" y="95733"/>
                  <a:pt x="1004278" y="92852"/>
                  <a:pt x="1003927" y="89554"/>
                </a:cubicBezTo>
                <a:moveTo>
                  <a:pt x="1002938" y="63004"/>
                </a:moveTo>
                <a:cubicBezTo>
                  <a:pt x="998633" y="64776"/>
                  <a:pt x="992174" y="66282"/>
                  <a:pt x="983563" y="67522"/>
                </a:cubicBezTo>
                <a:cubicBezTo>
                  <a:pt x="978686" y="68228"/>
                  <a:pt x="975237" y="69022"/>
                  <a:pt x="973216" y="69905"/>
                </a:cubicBezTo>
                <a:cubicBezTo>
                  <a:pt x="971195" y="70786"/>
                  <a:pt x="969635" y="72077"/>
                  <a:pt x="968537" y="73777"/>
                </a:cubicBezTo>
                <a:cubicBezTo>
                  <a:pt x="967438" y="75475"/>
                  <a:pt x="966889" y="77361"/>
                  <a:pt x="966889" y="79434"/>
                </a:cubicBezTo>
                <a:cubicBezTo>
                  <a:pt x="966889" y="82610"/>
                  <a:pt x="968086" y="85257"/>
                  <a:pt x="970481" y="87375"/>
                </a:cubicBezTo>
                <a:cubicBezTo>
                  <a:pt x="972875" y="89493"/>
                  <a:pt x="976379" y="90551"/>
                  <a:pt x="980993" y="90551"/>
                </a:cubicBezTo>
                <a:cubicBezTo>
                  <a:pt x="985562" y="90551"/>
                  <a:pt x="989626" y="89547"/>
                  <a:pt x="993185" y="87538"/>
                </a:cubicBezTo>
                <a:cubicBezTo>
                  <a:pt x="996743" y="85529"/>
                  <a:pt x="999358" y="82781"/>
                  <a:pt x="1001027" y="79294"/>
                </a:cubicBezTo>
                <a:cubicBezTo>
                  <a:pt x="1002301" y="76600"/>
                  <a:pt x="1002938" y="72627"/>
                  <a:pt x="1002938" y="67374"/>
                </a:cubicBezTo>
                <a:lnTo>
                  <a:pt x="1002938" y="63004"/>
                </a:lnTo>
                <a:close/>
                <a:moveTo>
                  <a:pt x="1044239" y="98196"/>
                </a:moveTo>
                <a:lnTo>
                  <a:pt x="1033233" y="98196"/>
                </a:lnTo>
                <a:lnTo>
                  <a:pt x="1033233" y="1582"/>
                </a:lnTo>
                <a:lnTo>
                  <a:pt x="1045096" y="1582"/>
                </a:lnTo>
                <a:lnTo>
                  <a:pt x="1045096" y="36177"/>
                </a:lnTo>
                <a:cubicBezTo>
                  <a:pt x="1050104" y="29809"/>
                  <a:pt x="1056497" y="26625"/>
                  <a:pt x="1064274" y="26625"/>
                </a:cubicBezTo>
                <a:cubicBezTo>
                  <a:pt x="1068579" y="26625"/>
                  <a:pt x="1072654" y="27493"/>
                  <a:pt x="1076499" y="29228"/>
                </a:cubicBezTo>
                <a:cubicBezTo>
                  <a:pt x="1080343" y="30964"/>
                  <a:pt x="1083506" y="33402"/>
                  <a:pt x="1085989" y="36543"/>
                </a:cubicBezTo>
                <a:cubicBezTo>
                  <a:pt x="1088471" y="39685"/>
                  <a:pt x="1090415" y="43474"/>
                  <a:pt x="1091821" y="47912"/>
                </a:cubicBezTo>
                <a:cubicBezTo>
                  <a:pt x="1093227" y="52349"/>
                  <a:pt x="1093930" y="57094"/>
                  <a:pt x="1093930" y="62147"/>
                </a:cubicBezTo>
                <a:cubicBezTo>
                  <a:pt x="1093930" y="74141"/>
                  <a:pt x="1090964" y="83412"/>
                  <a:pt x="1085033" y="89958"/>
                </a:cubicBezTo>
                <a:cubicBezTo>
                  <a:pt x="1079102" y="96504"/>
                  <a:pt x="1071984" y="99778"/>
                  <a:pt x="1063680" y="99778"/>
                </a:cubicBezTo>
                <a:cubicBezTo>
                  <a:pt x="1055421" y="99778"/>
                  <a:pt x="1048940" y="96285"/>
                  <a:pt x="1044239" y="89299"/>
                </a:cubicBezTo>
                <a:lnTo>
                  <a:pt x="1044239" y="98196"/>
                </a:lnTo>
                <a:moveTo>
                  <a:pt x="1044107" y="62676"/>
                </a:moveTo>
                <a:cubicBezTo>
                  <a:pt x="1044107" y="71027"/>
                  <a:pt x="1045249" y="77060"/>
                  <a:pt x="1047534" y="80777"/>
                </a:cubicBezTo>
                <a:cubicBezTo>
                  <a:pt x="1051269" y="86854"/>
                  <a:pt x="1056321" y="89892"/>
                  <a:pt x="1062692" y="89892"/>
                </a:cubicBezTo>
                <a:cubicBezTo>
                  <a:pt x="1067876" y="89892"/>
                  <a:pt x="1072358" y="87651"/>
                  <a:pt x="1076136" y="83170"/>
                </a:cubicBezTo>
                <a:cubicBezTo>
                  <a:pt x="1079915" y="78688"/>
                  <a:pt x="1081804" y="72010"/>
                  <a:pt x="1081804" y="63135"/>
                </a:cubicBezTo>
                <a:cubicBezTo>
                  <a:pt x="1081804" y="54042"/>
                  <a:pt x="1079991" y="47332"/>
                  <a:pt x="1076367" y="43004"/>
                </a:cubicBezTo>
                <a:cubicBezTo>
                  <a:pt x="1072742" y="38675"/>
                  <a:pt x="1068360" y="36510"/>
                  <a:pt x="1063219" y="36510"/>
                </a:cubicBezTo>
                <a:cubicBezTo>
                  <a:pt x="1058035" y="36510"/>
                  <a:pt x="1053553" y="38751"/>
                  <a:pt x="1049775" y="43233"/>
                </a:cubicBezTo>
                <a:cubicBezTo>
                  <a:pt x="1045996" y="47714"/>
                  <a:pt x="1044107" y="54195"/>
                  <a:pt x="1044107" y="62676"/>
                </a:cubicBezTo>
                <a:close/>
                <a:moveTo>
                  <a:pt x="1103927" y="63201"/>
                </a:moveTo>
                <a:cubicBezTo>
                  <a:pt x="1103927" y="50240"/>
                  <a:pt x="1107529" y="40640"/>
                  <a:pt x="1114735" y="34402"/>
                </a:cubicBezTo>
                <a:cubicBezTo>
                  <a:pt x="1120754" y="29217"/>
                  <a:pt x="1128091" y="26625"/>
                  <a:pt x="1136746" y="26625"/>
                </a:cubicBezTo>
                <a:cubicBezTo>
                  <a:pt x="1146368" y="26625"/>
                  <a:pt x="1154233" y="29777"/>
                  <a:pt x="1160340" y="36082"/>
                </a:cubicBezTo>
                <a:cubicBezTo>
                  <a:pt x="1166447" y="42387"/>
                  <a:pt x="1169500" y="51097"/>
                  <a:pt x="1169500" y="62213"/>
                </a:cubicBezTo>
                <a:cubicBezTo>
                  <a:pt x="1169500" y="71219"/>
                  <a:pt x="1168149" y="78304"/>
                  <a:pt x="1165447" y="83466"/>
                </a:cubicBezTo>
                <a:cubicBezTo>
                  <a:pt x="1162745" y="88629"/>
                  <a:pt x="1158813" y="92638"/>
                  <a:pt x="1153651" y="95494"/>
                </a:cubicBezTo>
                <a:cubicBezTo>
                  <a:pt x="1148488" y="98350"/>
                  <a:pt x="1142853" y="99778"/>
                  <a:pt x="1136746" y="99778"/>
                </a:cubicBezTo>
                <a:cubicBezTo>
                  <a:pt x="1126949" y="99778"/>
                  <a:pt x="1119029" y="96636"/>
                  <a:pt x="1112988" y="90353"/>
                </a:cubicBezTo>
                <a:cubicBezTo>
                  <a:pt x="1106947" y="84071"/>
                  <a:pt x="1103927" y="75020"/>
                  <a:pt x="1103927" y="63201"/>
                </a:cubicBezTo>
                <a:moveTo>
                  <a:pt x="1116119" y="63168"/>
                </a:moveTo>
                <a:cubicBezTo>
                  <a:pt x="1116119" y="72098"/>
                  <a:pt x="1118074" y="78785"/>
                  <a:pt x="1121984" y="83228"/>
                </a:cubicBezTo>
                <a:cubicBezTo>
                  <a:pt x="1125894" y="87671"/>
                  <a:pt x="1130815" y="89892"/>
                  <a:pt x="1136746" y="89892"/>
                </a:cubicBezTo>
                <a:cubicBezTo>
                  <a:pt x="1142634" y="89892"/>
                  <a:pt x="1147533" y="87660"/>
                  <a:pt x="1151443" y="83195"/>
                </a:cubicBezTo>
                <a:cubicBezTo>
                  <a:pt x="1155353" y="78730"/>
                  <a:pt x="1157308" y="71923"/>
                  <a:pt x="1157308" y="62775"/>
                </a:cubicBezTo>
                <a:cubicBezTo>
                  <a:pt x="1157308" y="54151"/>
                  <a:pt x="1155342" y="47618"/>
                  <a:pt x="1151410" y="43175"/>
                </a:cubicBezTo>
                <a:cubicBezTo>
                  <a:pt x="1147478" y="38732"/>
                  <a:pt x="1142590" y="36510"/>
                  <a:pt x="1136746" y="36510"/>
                </a:cubicBezTo>
                <a:cubicBezTo>
                  <a:pt x="1130815" y="36510"/>
                  <a:pt x="1125894" y="38721"/>
                  <a:pt x="1121984" y="43142"/>
                </a:cubicBezTo>
                <a:cubicBezTo>
                  <a:pt x="1118074" y="47563"/>
                  <a:pt x="1116119" y="54238"/>
                  <a:pt x="1116119" y="63168"/>
                </a:cubicBezTo>
                <a:close/>
                <a:moveTo>
                  <a:pt x="1229254" y="98196"/>
                </a:moveTo>
                <a:lnTo>
                  <a:pt x="1229254" y="87915"/>
                </a:lnTo>
                <a:cubicBezTo>
                  <a:pt x="1223806" y="95823"/>
                  <a:pt x="1216403" y="99778"/>
                  <a:pt x="1207045" y="99778"/>
                </a:cubicBezTo>
                <a:cubicBezTo>
                  <a:pt x="1202915" y="99778"/>
                  <a:pt x="1199059" y="98987"/>
                  <a:pt x="1195479" y="97405"/>
                </a:cubicBezTo>
                <a:cubicBezTo>
                  <a:pt x="1191898" y="95823"/>
                  <a:pt x="1189240" y="93835"/>
                  <a:pt x="1187504" y="91441"/>
                </a:cubicBezTo>
                <a:cubicBezTo>
                  <a:pt x="1185769" y="89046"/>
                  <a:pt x="1184550" y="86114"/>
                  <a:pt x="1183847" y="82643"/>
                </a:cubicBezTo>
                <a:cubicBezTo>
                  <a:pt x="1183364" y="80314"/>
                  <a:pt x="1183122" y="76624"/>
                  <a:pt x="1183122" y="71571"/>
                </a:cubicBezTo>
                <a:lnTo>
                  <a:pt x="1183122" y="28207"/>
                </a:lnTo>
                <a:lnTo>
                  <a:pt x="1194984" y="28207"/>
                </a:lnTo>
                <a:lnTo>
                  <a:pt x="1194984" y="67024"/>
                </a:lnTo>
                <a:cubicBezTo>
                  <a:pt x="1194984" y="73219"/>
                  <a:pt x="1195226" y="77392"/>
                  <a:pt x="1195709" y="79545"/>
                </a:cubicBezTo>
                <a:cubicBezTo>
                  <a:pt x="1196456" y="82665"/>
                  <a:pt x="1198038" y="85114"/>
                  <a:pt x="1200454" y="86893"/>
                </a:cubicBezTo>
                <a:cubicBezTo>
                  <a:pt x="1202871" y="88673"/>
                  <a:pt x="1205859" y="89563"/>
                  <a:pt x="1209417" y="89563"/>
                </a:cubicBezTo>
                <a:cubicBezTo>
                  <a:pt x="1212976" y="89563"/>
                  <a:pt x="1216315" y="88651"/>
                  <a:pt x="1219435" y="86828"/>
                </a:cubicBezTo>
                <a:cubicBezTo>
                  <a:pt x="1222554" y="85004"/>
                  <a:pt x="1224762" y="82522"/>
                  <a:pt x="1226058" y="79380"/>
                </a:cubicBezTo>
                <a:cubicBezTo>
                  <a:pt x="1227354" y="76239"/>
                  <a:pt x="1228002" y="71681"/>
                  <a:pt x="1228002" y="65706"/>
                </a:cubicBezTo>
                <a:lnTo>
                  <a:pt x="1228002" y="28207"/>
                </a:lnTo>
                <a:lnTo>
                  <a:pt x="1239865" y="28207"/>
                </a:lnTo>
                <a:lnTo>
                  <a:pt x="1239865" y="98196"/>
                </a:lnTo>
                <a:lnTo>
                  <a:pt x="1229254" y="98196"/>
                </a:lnTo>
                <a:close/>
                <a:moveTo>
                  <a:pt x="1284329" y="87717"/>
                </a:moveTo>
                <a:lnTo>
                  <a:pt x="1286042" y="98196"/>
                </a:lnTo>
                <a:cubicBezTo>
                  <a:pt x="1282703" y="98811"/>
                  <a:pt x="1279715" y="99119"/>
                  <a:pt x="1277079" y="99119"/>
                </a:cubicBezTo>
                <a:cubicBezTo>
                  <a:pt x="1272774" y="99119"/>
                  <a:pt x="1269434" y="98438"/>
                  <a:pt x="1267062" y="97076"/>
                </a:cubicBezTo>
                <a:cubicBezTo>
                  <a:pt x="1264689" y="95713"/>
                  <a:pt x="1263020" y="93923"/>
                  <a:pt x="1262053" y="91704"/>
                </a:cubicBezTo>
                <a:cubicBezTo>
                  <a:pt x="1261087" y="89486"/>
                  <a:pt x="1260603" y="84817"/>
                  <a:pt x="1260603" y="77700"/>
                </a:cubicBezTo>
                <a:lnTo>
                  <a:pt x="1260603" y="37433"/>
                </a:lnTo>
                <a:lnTo>
                  <a:pt x="1251904" y="37433"/>
                </a:lnTo>
                <a:lnTo>
                  <a:pt x="1251904" y="28207"/>
                </a:lnTo>
                <a:lnTo>
                  <a:pt x="1260603" y="28207"/>
                </a:lnTo>
                <a:lnTo>
                  <a:pt x="1260603" y="10827"/>
                </a:lnTo>
                <a:lnTo>
                  <a:pt x="1272400" y="3691"/>
                </a:lnTo>
                <a:lnTo>
                  <a:pt x="1272400" y="28207"/>
                </a:lnTo>
                <a:lnTo>
                  <a:pt x="1284329" y="28207"/>
                </a:lnTo>
                <a:lnTo>
                  <a:pt x="1284329" y="37433"/>
                </a:lnTo>
                <a:lnTo>
                  <a:pt x="1272400" y="37433"/>
                </a:lnTo>
                <a:lnTo>
                  <a:pt x="1272400" y="78359"/>
                </a:lnTo>
                <a:cubicBezTo>
                  <a:pt x="1272400" y="81742"/>
                  <a:pt x="1272609" y="83917"/>
                  <a:pt x="1273026" y="84883"/>
                </a:cubicBezTo>
                <a:cubicBezTo>
                  <a:pt x="1273444" y="85850"/>
                  <a:pt x="1274125" y="86619"/>
                  <a:pt x="1275069" y="87190"/>
                </a:cubicBezTo>
                <a:cubicBezTo>
                  <a:pt x="1276014" y="87761"/>
                  <a:pt x="1277365" y="88047"/>
                  <a:pt x="1279122" y="88047"/>
                </a:cubicBezTo>
                <a:cubicBezTo>
                  <a:pt x="1280440" y="88047"/>
                  <a:pt x="1282176" y="87937"/>
                  <a:pt x="1284329" y="87717"/>
                </a:cubicBezTo>
                <a:close/>
                <a:moveTo>
                  <a:pt x="1346389" y="98196"/>
                </a:moveTo>
                <a:lnTo>
                  <a:pt x="1324970" y="28207"/>
                </a:lnTo>
                <a:lnTo>
                  <a:pt x="1337228" y="28207"/>
                </a:lnTo>
                <a:lnTo>
                  <a:pt x="1348366" y="68599"/>
                </a:lnTo>
                <a:lnTo>
                  <a:pt x="1352518" y="83631"/>
                </a:lnTo>
                <a:cubicBezTo>
                  <a:pt x="1352694" y="82886"/>
                  <a:pt x="1353902" y="78080"/>
                  <a:pt x="1356143" y="69213"/>
                </a:cubicBezTo>
                <a:lnTo>
                  <a:pt x="1367280" y="28207"/>
                </a:lnTo>
                <a:lnTo>
                  <a:pt x="1379472" y="28207"/>
                </a:lnTo>
                <a:lnTo>
                  <a:pt x="1389951" y="68795"/>
                </a:lnTo>
                <a:lnTo>
                  <a:pt x="1393444" y="82181"/>
                </a:lnTo>
                <a:lnTo>
                  <a:pt x="1397464" y="68669"/>
                </a:lnTo>
                <a:lnTo>
                  <a:pt x="1409458" y="28207"/>
                </a:lnTo>
                <a:lnTo>
                  <a:pt x="1420991" y="28207"/>
                </a:lnTo>
                <a:lnTo>
                  <a:pt x="1399112" y="98196"/>
                </a:lnTo>
                <a:lnTo>
                  <a:pt x="1386788" y="98196"/>
                </a:lnTo>
                <a:lnTo>
                  <a:pt x="1375650" y="56259"/>
                </a:lnTo>
                <a:lnTo>
                  <a:pt x="1372948" y="44353"/>
                </a:lnTo>
                <a:lnTo>
                  <a:pt x="1358779" y="98196"/>
                </a:lnTo>
                <a:lnTo>
                  <a:pt x="1346389" y="98196"/>
                </a:lnTo>
                <a:close/>
                <a:moveTo>
                  <a:pt x="1478832" y="75657"/>
                </a:moveTo>
                <a:lnTo>
                  <a:pt x="1491090" y="77173"/>
                </a:lnTo>
                <a:cubicBezTo>
                  <a:pt x="1489157" y="84334"/>
                  <a:pt x="1485576" y="89892"/>
                  <a:pt x="1480348" y="93846"/>
                </a:cubicBezTo>
                <a:cubicBezTo>
                  <a:pt x="1475119" y="97800"/>
                  <a:pt x="1468441" y="99778"/>
                  <a:pt x="1460313" y="99778"/>
                </a:cubicBezTo>
                <a:cubicBezTo>
                  <a:pt x="1450076" y="99778"/>
                  <a:pt x="1441959" y="96625"/>
                  <a:pt x="1435962" y="90320"/>
                </a:cubicBezTo>
                <a:cubicBezTo>
                  <a:pt x="1429965" y="84016"/>
                  <a:pt x="1426966" y="75174"/>
                  <a:pt x="1426966" y="63794"/>
                </a:cubicBezTo>
                <a:cubicBezTo>
                  <a:pt x="1426966" y="52020"/>
                  <a:pt x="1429998" y="42881"/>
                  <a:pt x="1436061" y="36379"/>
                </a:cubicBezTo>
                <a:cubicBezTo>
                  <a:pt x="1442124" y="29876"/>
                  <a:pt x="1449988" y="26625"/>
                  <a:pt x="1459654" y="26625"/>
                </a:cubicBezTo>
                <a:cubicBezTo>
                  <a:pt x="1469012" y="26625"/>
                  <a:pt x="1476657" y="29805"/>
                  <a:pt x="1482588" y="36166"/>
                </a:cubicBezTo>
                <a:cubicBezTo>
                  <a:pt x="1488520" y="42526"/>
                  <a:pt x="1491485" y="51474"/>
                  <a:pt x="1491485" y="63010"/>
                </a:cubicBezTo>
                <a:cubicBezTo>
                  <a:pt x="1491485" y="63711"/>
                  <a:pt x="1491463" y="64764"/>
                  <a:pt x="1491419" y="66167"/>
                </a:cubicBezTo>
                <a:lnTo>
                  <a:pt x="1439224" y="66167"/>
                </a:lnTo>
                <a:cubicBezTo>
                  <a:pt x="1439663" y="73834"/>
                  <a:pt x="1441838" y="79704"/>
                  <a:pt x="1445748" y="83780"/>
                </a:cubicBezTo>
                <a:cubicBezTo>
                  <a:pt x="1449659" y="87855"/>
                  <a:pt x="1454535" y="89892"/>
                  <a:pt x="1460379" y="89892"/>
                </a:cubicBezTo>
                <a:cubicBezTo>
                  <a:pt x="1464729" y="89892"/>
                  <a:pt x="1468441" y="88761"/>
                  <a:pt x="1471517" y="86498"/>
                </a:cubicBezTo>
                <a:cubicBezTo>
                  <a:pt x="1474592" y="84234"/>
                  <a:pt x="1477030" y="80620"/>
                  <a:pt x="1478832" y="75657"/>
                </a:cubicBezTo>
                <a:moveTo>
                  <a:pt x="1439883" y="56281"/>
                </a:moveTo>
                <a:lnTo>
                  <a:pt x="1478964" y="56281"/>
                </a:lnTo>
                <a:cubicBezTo>
                  <a:pt x="1478436" y="50490"/>
                  <a:pt x="1476943" y="46147"/>
                  <a:pt x="1474482" y="43251"/>
                </a:cubicBezTo>
                <a:cubicBezTo>
                  <a:pt x="1470704" y="38757"/>
                  <a:pt x="1465805" y="36510"/>
                  <a:pt x="1459786" y="36510"/>
                </a:cubicBezTo>
                <a:cubicBezTo>
                  <a:pt x="1454338" y="36510"/>
                  <a:pt x="1449757" y="38304"/>
                  <a:pt x="1446045" y="41892"/>
                </a:cubicBezTo>
                <a:cubicBezTo>
                  <a:pt x="1442332" y="45478"/>
                  <a:pt x="1440278" y="50275"/>
                  <a:pt x="1439883" y="56281"/>
                </a:cubicBezTo>
                <a:close/>
                <a:moveTo>
                  <a:pt x="1562926" y="98196"/>
                </a:moveTo>
                <a:lnTo>
                  <a:pt x="1536301" y="28207"/>
                </a:lnTo>
                <a:lnTo>
                  <a:pt x="1548823" y="28207"/>
                </a:lnTo>
                <a:lnTo>
                  <a:pt x="1563849" y="70121"/>
                </a:lnTo>
                <a:cubicBezTo>
                  <a:pt x="1565475" y="74646"/>
                  <a:pt x="1566968" y="79348"/>
                  <a:pt x="1568330" y="84224"/>
                </a:cubicBezTo>
                <a:cubicBezTo>
                  <a:pt x="1569385" y="80534"/>
                  <a:pt x="1570857" y="76096"/>
                  <a:pt x="1572746" y="70912"/>
                </a:cubicBezTo>
                <a:lnTo>
                  <a:pt x="1588299" y="28207"/>
                </a:lnTo>
                <a:lnTo>
                  <a:pt x="1600491" y="28207"/>
                </a:lnTo>
                <a:lnTo>
                  <a:pt x="1573998" y="98196"/>
                </a:lnTo>
                <a:lnTo>
                  <a:pt x="1562926" y="98196"/>
                </a:lnTo>
                <a:close/>
                <a:moveTo>
                  <a:pt x="1658881" y="75657"/>
                </a:moveTo>
                <a:lnTo>
                  <a:pt x="1671139" y="77173"/>
                </a:lnTo>
                <a:cubicBezTo>
                  <a:pt x="1669206" y="84334"/>
                  <a:pt x="1665626" y="89892"/>
                  <a:pt x="1660397" y="93846"/>
                </a:cubicBezTo>
                <a:cubicBezTo>
                  <a:pt x="1655169" y="97800"/>
                  <a:pt x="1648491" y="99778"/>
                  <a:pt x="1640363" y="99778"/>
                </a:cubicBezTo>
                <a:cubicBezTo>
                  <a:pt x="1630126" y="99778"/>
                  <a:pt x="1622009" y="96625"/>
                  <a:pt x="1616011" y="90320"/>
                </a:cubicBezTo>
                <a:cubicBezTo>
                  <a:pt x="1610014" y="84016"/>
                  <a:pt x="1607016" y="75174"/>
                  <a:pt x="1607016" y="63794"/>
                </a:cubicBezTo>
                <a:cubicBezTo>
                  <a:pt x="1607016" y="52020"/>
                  <a:pt x="1610047" y="42881"/>
                  <a:pt x="1616110" y="36379"/>
                </a:cubicBezTo>
                <a:cubicBezTo>
                  <a:pt x="1622173" y="29876"/>
                  <a:pt x="1630038" y="26625"/>
                  <a:pt x="1639704" y="26625"/>
                </a:cubicBezTo>
                <a:cubicBezTo>
                  <a:pt x="1649062" y="26625"/>
                  <a:pt x="1656707" y="29805"/>
                  <a:pt x="1662638" y="36166"/>
                </a:cubicBezTo>
                <a:cubicBezTo>
                  <a:pt x="1668569" y="42526"/>
                  <a:pt x="1671535" y="51474"/>
                  <a:pt x="1671535" y="63010"/>
                </a:cubicBezTo>
                <a:cubicBezTo>
                  <a:pt x="1671535" y="63711"/>
                  <a:pt x="1671513" y="64764"/>
                  <a:pt x="1671469" y="66167"/>
                </a:cubicBezTo>
                <a:lnTo>
                  <a:pt x="1619274" y="66167"/>
                </a:lnTo>
                <a:cubicBezTo>
                  <a:pt x="1619713" y="73834"/>
                  <a:pt x="1621888" y="79704"/>
                  <a:pt x="1625798" y="83780"/>
                </a:cubicBezTo>
                <a:cubicBezTo>
                  <a:pt x="1629708" y="87855"/>
                  <a:pt x="1634585" y="89892"/>
                  <a:pt x="1640429" y="89892"/>
                </a:cubicBezTo>
                <a:cubicBezTo>
                  <a:pt x="1644778" y="89892"/>
                  <a:pt x="1648491" y="88761"/>
                  <a:pt x="1651566" y="86498"/>
                </a:cubicBezTo>
                <a:cubicBezTo>
                  <a:pt x="1654642" y="84234"/>
                  <a:pt x="1657080" y="80620"/>
                  <a:pt x="1658881" y="75657"/>
                </a:cubicBezTo>
                <a:moveTo>
                  <a:pt x="1619933" y="56281"/>
                </a:moveTo>
                <a:lnTo>
                  <a:pt x="1659013" y="56281"/>
                </a:lnTo>
                <a:cubicBezTo>
                  <a:pt x="1658486" y="50490"/>
                  <a:pt x="1656992" y="46147"/>
                  <a:pt x="1654532" y="43251"/>
                </a:cubicBezTo>
                <a:cubicBezTo>
                  <a:pt x="1650753" y="38757"/>
                  <a:pt x="1645855" y="36510"/>
                  <a:pt x="1639835" y="36510"/>
                </a:cubicBezTo>
                <a:cubicBezTo>
                  <a:pt x="1634387" y="36510"/>
                  <a:pt x="1629807" y="38304"/>
                  <a:pt x="1626095" y="41892"/>
                </a:cubicBezTo>
                <a:cubicBezTo>
                  <a:pt x="1622382" y="45478"/>
                  <a:pt x="1620328" y="50275"/>
                  <a:pt x="1619933" y="56281"/>
                </a:cubicBezTo>
                <a:close/>
                <a:moveTo>
                  <a:pt x="1685881" y="98196"/>
                </a:moveTo>
                <a:lnTo>
                  <a:pt x="1685881" y="28207"/>
                </a:lnTo>
                <a:lnTo>
                  <a:pt x="1696558" y="28207"/>
                </a:lnTo>
                <a:lnTo>
                  <a:pt x="1696558" y="38751"/>
                </a:lnTo>
                <a:cubicBezTo>
                  <a:pt x="1699282" y="33814"/>
                  <a:pt x="1701797" y="30559"/>
                  <a:pt x="1704104" y="28985"/>
                </a:cubicBezTo>
                <a:cubicBezTo>
                  <a:pt x="1706410" y="27412"/>
                  <a:pt x="1708948" y="26625"/>
                  <a:pt x="1711715" y="26625"/>
                </a:cubicBezTo>
                <a:cubicBezTo>
                  <a:pt x="1715714" y="26625"/>
                  <a:pt x="1719778" y="27894"/>
                  <a:pt x="1723908" y="30431"/>
                </a:cubicBezTo>
                <a:lnTo>
                  <a:pt x="1719822" y="41387"/>
                </a:lnTo>
                <a:cubicBezTo>
                  <a:pt x="1716922" y="39674"/>
                  <a:pt x="1714022" y="38817"/>
                  <a:pt x="1711122" y="38817"/>
                </a:cubicBezTo>
                <a:cubicBezTo>
                  <a:pt x="1708530" y="38817"/>
                  <a:pt x="1706202" y="39598"/>
                  <a:pt x="1704137" y="41161"/>
                </a:cubicBezTo>
                <a:cubicBezTo>
                  <a:pt x="1702072" y="42722"/>
                  <a:pt x="1700600" y="44888"/>
                  <a:pt x="1699721" y="47658"/>
                </a:cubicBezTo>
                <a:cubicBezTo>
                  <a:pt x="1698403" y="51880"/>
                  <a:pt x="1697744" y="56498"/>
                  <a:pt x="1697744" y="61512"/>
                </a:cubicBezTo>
                <a:lnTo>
                  <a:pt x="1697744" y="98196"/>
                </a:lnTo>
                <a:lnTo>
                  <a:pt x="1685881" y="98196"/>
                </a:lnTo>
                <a:close/>
                <a:moveTo>
                  <a:pt x="1731024" y="15290"/>
                </a:moveTo>
                <a:lnTo>
                  <a:pt x="1731024" y="1582"/>
                </a:lnTo>
                <a:lnTo>
                  <a:pt x="1742887" y="1582"/>
                </a:lnTo>
                <a:lnTo>
                  <a:pt x="1742887" y="15290"/>
                </a:lnTo>
                <a:lnTo>
                  <a:pt x="1731024" y="15290"/>
                </a:lnTo>
                <a:moveTo>
                  <a:pt x="1731024" y="98196"/>
                </a:moveTo>
                <a:lnTo>
                  <a:pt x="1731024" y="28207"/>
                </a:lnTo>
                <a:lnTo>
                  <a:pt x="1742887" y="28207"/>
                </a:lnTo>
                <a:lnTo>
                  <a:pt x="1742887" y="98196"/>
                </a:lnTo>
                <a:lnTo>
                  <a:pt x="1731024" y="98196"/>
                </a:lnTo>
                <a:close/>
                <a:moveTo>
                  <a:pt x="1763755" y="98196"/>
                </a:moveTo>
                <a:lnTo>
                  <a:pt x="1763755" y="37433"/>
                </a:lnTo>
                <a:lnTo>
                  <a:pt x="1753277" y="37433"/>
                </a:lnTo>
                <a:lnTo>
                  <a:pt x="1753277" y="28207"/>
                </a:lnTo>
                <a:lnTo>
                  <a:pt x="1763755" y="28207"/>
                </a:lnTo>
                <a:lnTo>
                  <a:pt x="1763755" y="20776"/>
                </a:lnTo>
                <a:cubicBezTo>
                  <a:pt x="1763755" y="16086"/>
                  <a:pt x="1764173" y="12601"/>
                  <a:pt x="1765007" y="10322"/>
                </a:cubicBezTo>
                <a:cubicBezTo>
                  <a:pt x="1766150" y="7255"/>
                  <a:pt x="1768160" y="4768"/>
                  <a:pt x="1771038" y="2861"/>
                </a:cubicBezTo>
                <a:cubicBezTo>
                  <a:pt x="1773915" y="954"/>
                  <a:pt x="1777946" y="0"/>
                  <a:pt x="1783131" y="0"/>
                </a:cubicBezTo>
                <a:cubicBezTo>
                  <a:pt x="1786470" y="0"/>
                  <a:pt x="1790160" y="395"/>
                  <a:pt x="1794203" y="1186"/>
                </a:cubicBezTo>
                <a:lnTo>
                  <a:pt x="1792423" y="11533"/>
                </a:lnTo>
                <a:cubicBezTo>
                  <a:pt x="1789963" y="11094"/>
                  <a:pt x="1787634" y="10874"/>
                  <a:pt x="1785437" y="10874"/>
                </a:cubicBezTo>
                <a:cubicBezTo>
                  <a:pt x="1781835" y="10874"/>
                  <a:pt x="1779286" y="11640"/>
                  <a:pt x="1777793" y="13172"/>
                </a:cubicBezTo>
                <a:cubicBezTo>
                  <a:pt x="1776299" y="14705"/>
                  <a:pt x="1775552" y="17571"/>
                  <a:pt x="1775552" y="21773"/>
                </a:cubicBezTo>
                <a:lnTo>
                  <a:pt x="1775552" y="28207"/>
                </a:lnTo>
                <a:lnTo>
                  <a:pt x="1789194" y="28207"/>
                </a:lnTo>
                <a:lnTo>
                  <a:pt x="1789194" y="37433"/>
                </a:lnTo>
                <a:lnTo>
                  <a:pt x="1775552" y="37433"/>
                </a:lnTo>
                <a:lnTo>
                  <a:pt x="1775552" y="98196"/>
                </a:lnTo>
                <a:lnTo>
                  <a:pt x="1763755" y="98196"/>
                </a:lnTo>
                <a:close/>
                <a:moveTo>
                  <a:pt x="1797916" y="125216"/>
                </a:moveTo>
                <a:lnTo>
                  <a:pt x="1796598" y="114079"/>
                </a:lnTo>
                <a:cubicBezTo>
                  <a:pt x="1799190" y="114782"/>
                  <a:pt x="1801453" y="115133"/>
                  <a:pt x="1803386" y="115133"/>
                </a:cubicBezTo>
                <a:cubicBezTo>
                  <a:pt x="1806022" y="115133"/>
                  <a:pt x="1808131" y="114688"/>
                  <a:pt x="1809712" y="113798"/>
                </a:cubicBezTo>
                <a:cubicBezTo>
                  <a:pt x="1811294" y="112910"/>
                  <a:pt x="1812590" y="111666"/>
                  <a:pt x="1813601" y="110065"/>
                </a:cubicBezTo>
                <a:cubicBezTo>
                  <a:pt x="1814348" y="108865"/>
                  <a:pt x="1815556" y="105887"/>
                  <a:pt x="1817225" y="101131"/>
                </a:cubicBezTo>
                <a:cubicBezTo>
                  <a:pt x="1817445" y="100463"/>
                  <a:pt x="1817797" y="99485"/>
                  <a:pt x="1818280" y="98196"/>
                </a:cubicBezTo>
                <a:lnTo>
                  <a:pt x="1791721" y="28207"/>
                </a:lnTo>
                <a:lnTo>
                  <a:pt x="1804506" y="28207"/>
                </a:lnTo>
                <a:lnTo>
                  <a:pt x="1819071" y="68642"/>
                </a:lnTo>
                <a:cubicBezTo>
                  <a:pt x="1820960" y="73772"/>
                  <a:pt x="1822651" y="79164"/>
                  <a:pt x="1824145" y="84817"/>
                </a:cubicBezTo>
                <a:cubicBezTo>
                  <a:pt x="1825507" y="79382"/>
                  <a:pt x="1827133" y="74078"/>
                  <a:pt x="1829022" y="68906"/>
                </a:cubicBezTo>
                <a:lnTo>
                  <a:pt x="1843982" y="28207"/>
                </a:lnTo>
                <a:lnTo>
                  <a:pt x="1855845" y="28207"/>
                </a:lnTo>
                <a:lnTo>
                  <a:pt x="1829220" y="99429"/>
                </a:lnTo>
                <a:cubicBezTo>
                  <a:pt x="1826364" y="107124"/>
                  <a:pt x="1824145" y="112421"/>
                  <a:pt x="1822564" y="115322"/>
                </a:cubicBezTo>
                <a:cubicBezTo>
                  <a:pt x="1820455" y="119235"/>
                  <a:pt x="1818038" y="122104"/>
                  <a:pt x="1815314" y="123929"/>
                </a:cubicBezTo>
                <a:cubicBezTo>
                  <a:pt x="1812590" y="125754"/>
                  <a:pt x="1809339" y="126666"/>
                  <a:pt x="1805560" y="126666"/>
                </a:cubicBezTo>
                <a:cubicBezTo>
                  <a:pt x="1803276" y="126666"/>
                  <a:pt x="1800728" y="126183"/>
                  <a:pt x="1797916" y="125216"/>
                </a:cubicBezTo>
                <a:close/>
                <a:moveTo>
                  <a:pt x="1929350" y="87717"/>
                </a:moveTo>
                <a:lnTo>
                  <a:pt x="1931063" y="98196"/>
                </a:lnTo>
                <a:cubicBezTo>
                  <a:pt x="1927724" y="98811"/>
                  <a:pt x="1924737" y="99119"/>
                  <a:pt x="1922100" y="99119"/>
                </a:cubicBezTo>
                <a:cubicBezTo>
                  <a:pt x="1917795" y="99119"/>
                  <a:pt x="1914456" y="98438"/>
                  <a:pt x="1912083" y="97076"/>
                </a:cubicBezTo>
                <a:cubicBezTo>
                  <a:pt x="1909711" y="95713"/>
                  <a:pt x="1908041" y="93923"/>
                  <a:pt x="1907074" y="91704"/>
                </a:cubicBezTo>
                <a:cubicBezTo>
                  <a:pt x="1906108" y="89486"/>
                  <a:pt x="1905625" y="84817"/>
                  <a:pt x="1905625" y="77700"/>
                </a:cubicBezTo>
                <a:lnTo>
                  <a:pt x="1905625" y="37433"/>
                </a:lnTo>
                <a:lnTo>
                  <a:pt x="1896925" y="37433"/>
                </a:lnTo>
                <a:lnTo>
                  <a:pt x="1896925" y="28207"/>
                </a:lnTo>
                <a:lnTo>
                  <a:pt x="1905625" y="28207"/>
                </a:lnTo>
                <a:lnTo>
                  <a:pt x="1905625" y="10827"/>
                </a:lnTo>
                <a:lnTo>
                  <a:pt x="1917421" y="3691"/>
                </a:lnTo>
                <a:lnTo>
                  <a:pt x="1917421" y="28207"/>
                </a:lnTo>
                <a:lnTo>
                  <a:pt x="1929350" y="28207"/>
                </a:lnTo>
                <a:lnTo>
                  <a:pt x="1929350" y="37433"/>
                </a:lnTo>
                <a:lnTo>
                  <a:pt x="1917421" y="37433"/>
                </a:lnTo>
                <a:lnTo>
                  <a:pt x="1917421" y="78359"/>
                </a:lnTo>
                <a:cubicBezTo>
                  <a:pt x="1917421" y="81742"/>
                  <a:pt x="1917630" y="83917"/>
                  <a:pt x="1918047" y="84883"/>
                </a:cubicBezTo>
                <a:cubicBezTo>
                  <a:pt x="1918465" y="85850"/>
                  <a:pt x="1919146" y="86619"/>
                  <a:pt x="1920090" y="87190"/>
                </a:cubicBezTo>
                <a:cubicBezTo>
                  <a:pt x="1921035" y="87761"/>
                  <a:pt x="1922386" y="88047"/>
                  <a:pt x="1924143" y="88047"/>
                </a:cubicBezTo>
                <a:cubicBezTo>
                  <a:pt x="1925461" y="88047"/>
                  <a:pt x="1927197" y="87937"/>
                  <a:pt x="1929350" y="87717"/>
                </a:cubicBezTo>
                <a:close/>
                <a:moveTo>
                  <a:pt x="1940971" y="98196"/>
                </a:moveTo>
                <a:lnTo>
                  <a:pt x="1940971" y="1582"/>
                </a:lnTo>
                <a:lnTo>
                  <a:pt x="1952834" y="1582"/>
                </a:lnTo>
                <a:lnTo>
                  <a:pt x="1952834" y="36247"/>
                </a:lnTo>
                <a:cubicBezTo>
                  <a:pt x="1958369" y="29832"/>
                  <a:pt x="1965355" y="26625"/>
                  <a:pt x="1973791" y="26625"/>
                </a:cubicBezTo>
                <a:cubicBezTo>
                  <a:pt x="1978975" y="26625"/>
                  <a:pt x="1983479" y="27646"/>
                  <a:pt x="1987301" y="29689"/>
                </a:cubicBezTo>
                <a:cubicBezTo>
                  <a:pt x="1991123" y="31732"/>
                  <a:pt x="1993858" y="34555"/>
                  <a:pt x="1995506" y="38158"/>
                </a:cubicBezTo>
                <a:cubicBezTo>
                  <a:pt x="1997154" y="41761"/>
                  <a:pt x="1997977" y="46989"/>
                  <a:pt x="1997977" y="53843"/>
                </a:cubicBezTo>
                <a:lnTo>
                  <a:pt x="1997977" y="98196"/>
                </a:lnTo>
                <a:lnTo>
                  <a:pt x="1986115" y="98196"/>
                </a:lnTo>
                <a:lnTo>
                  <a:pt x="1986115" y="53843"/>
                </a:lnTo>
                <a:cubicBezTo>
                  <a:pt x="1986115" y="47912"/>
                  <a:pt x="1984830" y="43595"/>
                  <a:pt x="1982259" y="40893"/>
                </a:cubicBezTo>
                <a:cubicBezTo>
                  <a:pt x="1979689" y="38191"/>
                  <a:pt x="1976054" y="36840"/>
                  <a:pt x="1971352" y="36840"/>
                </a:cubicBezTo>
                <a:cubicBezTo>
                  <a:pt x="1967838" y="36840"/>
                  <a:pt x="1964531" y="37752"/>
                  <a:pt x="1961434" y="39575"/>
                </a:cubicBezTo>
                <a:cubicBezTo>
                  <a:pt x="1958337" y="41398"/>
                  <a:pt x="1956129" y="43870"/>
                  <a:pt x="1954811" y="46989"/>
                </a:cubicBezTo>
                <a:cubicBezTo>
                  <a:pt x="1953493" y="50108"/>
                  <a:pt x="1952834" y="54414"/>
                  <a:pt x="1952834" y="59906"/>
                </a:cubicBezTo>
                <a:lnTo>
                  <a:pt x="1952834" y="98196"/>
                </a:lnTo>
                <a:lnTo>
                  <a:pt x="1940971" y="98196"/>
                </a:lnTo>
                <a:close/>
                <a:moveTo>
                  <a:pt x="2063926" y="75657"/>
                </a:moveTo>
                <a:lnTo>
                  <a:pt x="2076184" y="77173"/>
                </a:lnTo>
                <a:cubicBezTo>
                  <a:pt x="2074251" y="84334"/>
                  <a:pt x="2070670" y="89892"/>
                  <a:pt x="2065442" y="93846"/>
                </a:cubicBezTo>
                <a:cubicBezTo>
                  <a:pt x="2060214" y="97800"/>
                  <a:pt x="2053535" y="99778"/>
                  <a:pt x="2045407" y="99778"/>
                </a:cubicBezTo>
                <a:cubicBezTo>
                  <a:pt x="2035170" y="99778"/>
                  <a:pt x="2027053" y="96625"/>
                  <a:pt x="2021056" y="90320"/>
                </a:cubicBezTo>
                <a:cubicBezTo>
                  <a:pt x="2015059" y="84016"/>
                  <a:pt x="2012060" y="75174"/>
                  <a:pt x="2012060" y="63794"/>
                </a:cubicBezTo>
                <a:cubicBezTo>
                  <a:pt x="2012060" y="52020"/>
                  <a:pt x="2015092" y="42881"/>
                  <a:pt x="2021155" y="36379"/>
                </a:cubicBezTo>
                <a:cubicBezTo>
                  <a:pt x="2027218" y="29876"/>
                  <a:pt x="2035082" y="26625"/>
                  <a:pt x="2044748" y="26625"/>
                </a:cubicBezTo>
                <a:cubicBezTo>
                  <a:pt x="2054107" y="26625"/>
                  <a:pt x="2061751" y="29805"/>
                  <a:pt x="2067683" y="36166"/>
                </a:cubicBezTo>
                <a:cubicBezTo>
                  <a:pt x="2073614" y="42526"/>
                  <a:pt x="2076580" y="51474"/>
                  <a:pt x="2076580" y="63010"/>
                </a:cubicBezTo>
                <a:cubicBezTo>
                  <a:pt x="2076580" y="63711"/>
                  <a:pt x="2076558" y="64764"/>
                  <a:pt x="2076514" y="66167"/>
                </a:cubicBezTo>
                <a:lnTo>
                  <a:pt x="2024318" y="66167"/>
                </a:lnTo>
                <a:cubicBezTo>
                  <a:pt x="2024758" y="73834"/>
                  <a:pt x="2026932" y="79704"/>
                  <a:pt x="2030843" y="83780"/>
                </a:cubicBezTo>
                <a:cubicBezTo>
                  <a:pt x="2034753" y="87855"/>
                  <a:pt x="2039630" y="89892"/>
                  <a:pt x="2045473" y="89892"/>
                </a:cubicBezTo>
                <a:cubicBezTo>
                  <a:pt x="2049823" y="89892"/>
                  <a:pt x="2053535" y="88761"/>
                  <a:pt x="2056611" y="86498"/>
                </a:cubicBezTo>
                <a:cubicBezTo>
                  <a:pt x="2059686" y="84234"/>
                  <a:pt x="2062125" y="80620"/>
                  <a:pt x="2063926" y="75657"/>
                </a:cubicBezTo>
                <a:moveTo>
                  <a:pt x="2024977" y="56281"/>
                </a:moveTo>
                <a:lnTo>
                  <a:pt x="2064058" y="56281"/>
                </a:lnTo>
                <a:cubicBezTo>
                  <a:pt x="2063531" y="50490"/>
                  <a:pt x="2062037" y="46147"/>
                  <a:pt x="2059576" y="43251"/>
                </a:cubicBezTo>
                <a:cubicBezTo>
                  <a:pt x="2055798" y="38757"/>
                  <a:pt x="2050899" y="36510"/>
                  <a:pt x="2044880" y="36510"/>
                </a:cubicBezTo>
                <a:cubicBezTo>
                  <a:pt x="2039432" y="36510"/>
                  <a:pt x="2034852" y="38304"/>
                  <a:pt x="2031139" y="41892"/>
                </a:cubicBezTo>
                <a:cubicBezTo>
                  <a:pt x="2027427" y="45478"/>
                  <a:pt x="2025373" y="50275"/>
                  <a:pt x="2024977" y="56281"/>
                </a:cubicBezTo>
                <a:close/>
                <a:moveTo>
                  <a:pt x="2131413" y="98196"/>
                </a:moveTo>
                <a:lnTo>
                  <a:pt x="2131413" y="37433"/>
                </a:lnTo>
                <a:lnTo>
                  <a:pt x="2120934" y="37433"/>
                </a:lnTo>
                <a:lnTo>
                  <a:pt x="2120934" y="28207"/>
                </a:lnTo>
                <a:lnTo>
                  <a:pt x="2131413" y="28207"/>
                </a:lnTo>
                <a:lnTo>
                  <a:pt x="2131413" y="20776"/>
                </a:lnTo>
                <a:cubicBezTo>
                  <a:pt x="2131413" y="16086"/>
                  <a:pt x="2131830" y="12601"/>
                  <a:pt x="2132665" y="10322"/>
                </a:cubicBezTo>
                <a:cubicBezTo>
                  <a:pt x="2133807" y="7255"/>
                  <a:pt x="2135817" y="4768"/>
                  <a:pt x="2138695" y="2861"/>
                </a:cubicBezTo>
                <a:cubicBezTo>
                  <a:pt x="2141573" y="954"/>
                  <a:pt x="2145604" y="0"/>
                  <a:pt x="2150788" y="0"/>
                </a:cubicBezTo>
                <a:cubicBezTo>
                  <a:pt x="2154127" y="0"/>
                  <a:pt x="2157818" y="395"/>
                  <a:pt x="2161860" y="1186"/>
                </a:cubicBezTo>
                <a:lnTo>
                  <a:pt x="2160081" y="11533"/>
                </a:lnTo>
                <a:cubicBezTo>
                  <a:pt x="2157620" y="11094"/>
                  <a:pt x="2155292" y="10874"/>
                  <a:pt x="2153095" y="10874"/>
                </a:cubicBezTo>
                <a:cubicBezTo>
                  <a:pt x="2149492" y="10874"/>
                  <a:pt x="2146944" y="11640"/>
                  <a:pt x="2145450" y="13172"/>
                </a:cubicBezTo>
                <a:cubicBezTo>
                  <a:pt x="2143956" y="14705"/>
                  <a:pt x="2143209" y="17571"/>
                  <a:pt x="2143209" y="21773"/>
                </a:cubicBezTo>
                <a:lnTo>
                  <a:pt x="2143209" y="28207"/>
                </a:lnTo>
                <a:lnTo>
                  <a:pt x="2156851" y="28207"/>
                </a:lnTo>
                <a:lnTo>
                  <a:pt x="2156851" y="37433"/>
                </a:lnTo>
                <a:lnTo>
                  <a:pt x="2143209" y="37433"/>
                </a:lnTo>
                <a:lnTo>
                  <a:pt x="2143209" y="98196"/>
                </a:lnTo>
                <a:lnTo>
                  <a:pt x="2131413" y="98196"/>
                </a:lnTo>
                <a:close/>
                <a:moveTo>
                  <a:pt x="2211772" y="89554"/>
                </a:moveTo>
                <a:cubicBezTo>
                  <a:pt x="2207378" y="93292"/>
                  <a:pt x="2203149" y="95930"/>
                  <a:pt x="2199085" y="97469"/>
                </a:cubicBezTo>
                <a:cubicBezTo>
                  <a:pt x="2195021" y="99008"/>
                  <a:pt x="2190661" y="99778"/>
                  <a:pt x="2186003" y="99778"/>
                </a:cubicBezTo>
                <a:cubicBezTo>
                  <a:pt x="2178315" y="99778"/>
                  <a:pt x="2172405" y="97898"/>
                  <a:pt x="2168275" y="94139"/>
                </a:cubicBezTo>
                <a:cubicBezTo>
                  <a:pt x="2164145" y="90379"/>
                  <a:pt x="2162081" y="85576"/>
                  <a:pt x="2162081" y="79729"/>
                </a:cubicBezTo>
                <a:cubicBezTo>
                  <a:pt x="2162081" y="76300"/>
                  <a:pt x="2162860" y="73168"/>
                  <a:pt x="2164420" y="70333"/>
                </a:cubicBezTo>
                <a:cubicBezTo>
                  <a:pt x="2165980" y="67497"/>
                  <a:pt x="2168023" y="65221"/>
                  <a:pt x="2170549" y="63506"/>
                </a:cubicBezTo>
                <a:cubicBezTo>
                  <a:pt x="2173075" y="61791"/>
                  <a:pt x="2175920" y="60494"/>
                  <a:pt x="2179084" y="59616"/>
                </a:cubicBezTo>
                <a:cubicBezTo>
                  <a:pt x="2181412" y="58999"/>
                  <a:pt x="2184927" y="58405"/>
                  <a:pt x="2189628" y="57834"/>
                </a:cubicBezTo>
                <a:cubicBezTo>
                  <a:pt x="2199206" y="56700"/>
                  <a:pt x="2206258" y="55348"/>
                  <a:pt x="2210783" y="53777"/>
                </a:cubicBezTo>
                <a:cubicBezTo>
                  <a:pt x="2210827" y="52158"/>
                  <a:pt x="2210849" y="51130"/>
                  <a:pt x="2210849" y="50692"/>
                </a:cubicBezTo>
                <a:cubicBezTo>
                  <a:pt x="2210849" y="45877"/>
                  <a:pt x="2209729" y="42485"/>
                  <a:pt x="2207488" y="40516"/>
                </a:cubicBezTo>
                <a:cubicBezTo>
                  <a:pt x="2204456" y="37846"/>
                  <a:pt x="2199953" y="36510"/>
                  <a:pt x="2193978" y="36510"/>
                </a:cubicBezTo>
                <a:cubicBezTo>
                  <a:pt x="2188398" y="36510"/>
                  <a:pt x="2184279" y="37488"/>
                  <a:pt x="2181621" y="39443"/>
                </a:cubicBezTo>
                <a:cubicBezTo>
                  <a:pt x="2178963" y="41398"/>
                  <a:pt x="2176997" y="44858"/>
                  <a:pt x="2175722" y="49823"/>
                </a:cubicBezTo>
                <a:lnTo>
                  <a:pt x="2164124" y="48241"/>
                </a:lnTo>
                <a:cubicBezTo>
                  <a:pt x="2165178" y="43261"/>
                  <a:pt x="2166913" y="39240"/>
                  <a:pt x="2169330" y="36177"/>
                </a:cubicBezTo>
                <a:cubicBezTo>
                  <a:pt x="2171746" y="33114"/>
                  <a:pt x="2175239" y="30756"/>
                  <a:pt x="2179808" y="29105"/>
                </a:cubicBezTo>
                <a:cubicBezTo>
                  <a:pt x="2184378" y="27451"/>
                  <a:pt x="2189672" y="26625"/>
                  <a:pt x="2195691" y="26625"/>
                </a:cubicBezTo>
                <a:cubicBezTo>
                  <a:pt x="2201666" y="26625"/>
                  <a:pt x="2206521" y="27328"/>
                  <a:pt x="2210256" y="28734"/>
                </a:cubicBezTo>
                <a:cubicBezTo>
                  <a:pt x="2213990" y="30140"/>
                  <a:pt x="2216736" y="31908"/>
                  <a:pt x="2218494" y="34039"/>
                </a:cubicBezTo>
                <a:cubicBezTo>
                  <a:pt x="2220251" y="36170"/>
                  <a:pt x="2221481" y="38861"/>
                  <a:pt x="2222184" y="42112"/>
                </a:cubicBezTo>
                <a:cubicBezTo>
                  <a:pt x="2222580" y="44133"/>
                  <a:pt x="2222777" y="47780"/>
                  <a:pt x="2222777" y="53052"/>
                </a:cubicBezTo>
                <a:lnTo>
                  <a:pt x="2222777" y="68869"/>
                </a:lnTo>
                <a:cubicBezTo>
                  <a:pt x="2222777" y="79897"/>
                  <a:pt x="2223030" y="86871"/>
                  <a:pt x="2223535" y="89793"/>
                </a:cubicBezTo>
                <a:cubicBezTo>
                  <a:pt x="2224041" y="92715"/>
                  <a:pt x="2225040" y="95516"/>
                  <a:pt x="2226534" y="98196"/>
                </a:cubicBezTo>
                <a:lnTo>
                  <a:pt x="2214144" y="98196"/>
                </a:lnTo>
                <a:cubicBezTo>
                  <a:pt x="2212914" y="95733"/>
                  <a:pt x="2212123" y="92852"/>
                  <a:pt x="2211772" y="89554"/>
                </a:cubicBezTo>
                <a:moveTo>
                  <a:pt x="2210783" y="63004"/>
                </a:moveTo>
                <a:cubicBezTo>
                  <a:pt x="2206477" y="64776"/>
                  <a:pt x="2200019" y="66282"/>
                  <a:pt x="2191407" y="67522"/>
                </a:cubicBezTo>
                <a:cubicBezTo>
                  <a:pt x="2186531" y="68228"/>
                  <a:pt x="2183082" y="69022"/>
                  <a:pt x="2181061" y="69905"/>
                </a:cubicBezTo>
                <a:cubicBezTo>
                  <a:pt x="2179040" y="70786"/>
                  <a:pt x="2177480" y="72077"/>
                  <a:pt x="2176382" y="73777"/>
                </a:cubicBezTo>
                <a:cubicBezTo>
                  <a:pt x="2175283" y="75475"/>
                  <a:pt x="2174734" y="77361"/>
                  <a:pt x="2174734" y="79434"/>
                </a:cubicBezTo>
                <a:cubicBezTo>
                  <a:pt x="2174734" y="82610"/>
                  <a:pt x="2175931" y="85257"/>
                  <a:pt x="2178326" y="87375"/>
                </a:cubicBezTo>
                <a:cubicBezTo>
                  <a:pt x="2180720" y="89493"/>
                  <a:pt x="2184224" y="90551"/>
                  <a:pt x="2188837" y="90551"/>
                </a:cubicBezTo>
                <a:cubicBezTo>
                  <a:pt x="2193407" y="90551"/>
                  <a:pt x="2197471" y="89547"/>
                  <a:pt x="2201029" y="87538"/>
                </a:cubicBezTo>
                <a:cubicBezTo>
                  <a:pt x="2204588" y="85529"/>
                  <a:pt x="2207202" y="82781"/>
                  <a:pt x="2208872" y="79294"/>
                </a:cubicBezTo>
                <a:cubicBezTo>
                  <a:pt x="2210146" y="76600"/>
                  <a:pt x="2210783" y="72627"/>
                  <a:pt x="2210783" y="67374"/>
                </a:cubicBezTo>
                <a:lnTo>
                  <a:pt x="2210783" y="63004"/>
                </a:lnTo>
                <a:close/>
                <a:moveTo>
                  <a:pt x="2286815" y="72494"/>
                </a:moveTo>
                <a:lnTo>
                  <a:pt x="2298480" y="74009"/>
                </a:lnTo>
                <a:cubicBezTo>
                  <a:pt x="2297206" y="82070"/>
                  <a:pt x="2293943" y="88380"/>
                  <a:pt x="2288693" y="92940"/>
                </a:cubicBezTo>
                <a:cubicBezTo>
                  <a:pt x="2283443" y="97498"/>
                  <a:pt x="2276995" y="99778"/>
                  <a:pt x="2269351" y="99778"/>
                </a:cubicBezTo>
                <a:cubicBezTo>
                  <a:pt x="2259773" y="99778"/>
                  <a:pt x="2252073" y="96647"/>
                  <a:pt x="2246251" y="90386"/>
                </a:cubicBezTo>
                <a:cubicBezTo>
                  <a:pt x="2240430" y="84126"/>
                  <a:pt x="2237519" y="75152"/>
                  <a:pt x="2237519" y="63465"/>
                </a:cubicBezTo>
                <a:cubicBezTo>
                  <a:pt x="2237519" y="55908"/>
                  <a:pt x="2238771" y="49296"/>
                  <a:pt x="2241276" y="43628"/>
                </a:cubicBezTo>
                <a:cubicBezTo>
                  <a:pt x="2243780" y="37960"/>
                  <a:pt x="2247592" y="33710"/>
                  <a:pt x="2252710" y="30876"/>
                </a:cubicBezTo>
                <a:cubicBezTo>
                  <a:pt x="2257828" y="28042"/>
                  <a:pt x="2263397" y="26625"/>
                  <a:pt x="2269416" y="26625"/>
                </a:cubicBezTo>
                <a:cubicBezTo>
                  <a:pt x="2277017" y="26625"/>
                  <a:pt x="2283234" y="28553"/>
                  <a:pt x="2288067" y="32410"/>
                </a:cubicBezTo>
                <a:cubicBezTo>
                  <a:pt x="2292900" y="36265"/>
                  <a:pt x="2295997" y="41740"/>
                  <a:pt x="2297359" y="48834"/>
                </a:cubicBezTo>
                <a:lnTo>
                  <a:pt x="2285826" y="50614"/>
                </a:lnTo>
                <a:cubicBezTo>
                  <a:pt x="2284728" y="45935"/>
                  <a:pt x="2282784" y="42414"/>
                  <a:pt x="2279994" y="40053"/>
                </a:cubicBezTo>
                <a:cubicBezTo>
                  <a:pt x="2277204" y="37691"/>
                  <a:pt x="2273832" y="36510"/>
                  <a:pt x="2269878" y="36510"/>
                </a:cubicBezTo>
                <a:cubicBezTo>
                  <a:pt x="2263903" y="36510"/>
                  <a:pt x="2259048" y="38642"/>
                  <a:pt x="2255313" y="42905"/>
                </a:cubicBezTo>
                <a:cubicBezTo>
                  <a:pt x="2251579" y="47167"/>
                  <a:pt x="2249711" y="53910"/>
                  <a:pt x="2249711" y="63135"/>
                </a:cubicBezTo>
                <a:cubicBezTo>
                  <a:pt x="2249711" y="72492"/>
                  <a:pt x="2251513" y="79291"/>
                  <a:pt x="2255115" y="83532"/>
                </a:cubicBezTo>
                <a:cubicBezTo>
                  <a:pt x="2258718" y="87772"/>
                  <a:pt x="2263419" y="89892"/>
                  <a:pt x="2269219" y="89892"/>
                </a:cubicBezTo>
                <a:cubicBezTo>
                  <a:pt x="2273876" y="89892"/>
                  <a:pt x="2277764" y="88470"/>
                  <a:pt x="2280884" y="85625"/>
                </a:cubicBezTo>
                <a:cubicBezTo>
                  <a:pt x="2284003" y="82780"/>
                  <a:pt x="2285980" y="78403"/>
                  <a:pt x="2286815" y="72494"/>
                </a:cubicBezTo>
                <a:close/>
                <a:moveTo>
                  <a:pt x="2334529" y="87717"/>
                </a:moveTo>
                <a:lnTo>
                  <a:pt x="2336242" y="98196"/>
                </a:lnTo>
                <a:cubicBezTo>
                  <a:pt x="2332903" y="98811"/>
                  <a:pt x="2329916" y="99119"/>
                  <a:pt x="2327280" y="99119"/>
                </a:cubicBezTo>
                <a:cubicBezTo>
                  <a:pt x="2322974" y="99119"/>
                  <a:pt x="2319635" y="98438"/>
                  <a:pt x="2317262" y="97076"/>
                </a:cubicBezTo>
                <a:cubicBezTo>
                  <a:pt x="2314890" y="95713"/>
                  <a:pt x="2313220" y="93923"/>
                  <a:pt x="2312254" y="91704"/>
                </a:cubicBezTo>
                <a:cubicBezTo>
                  <a:pt x="2311287" y="89486"/>
                  <a:pt x="2310804" y="84817"/>
                  <a:pt x="2310804" y="77700"/>
                </a:cubicBezTo>
                <a:lnTo>
                  <a:pt x="2310804" y="37433"/>
                </a:lnTo>
                <a:lnTo>
                  <a:pt x="2302105" y="37433"/>
                </a:lnTo>
                <a:lnTo>
                  <a:pt x="2302105" y="28207"/>
                </a:lnTo>
                <a:lnTo>
                  <a:pt x="2310804" y="28207"/>
                </a:lnTo>
                <a:lnTo>
                  <a:pt x="2310804" y="10827"/>
                </a:lnTo>
                <a:lnTo>
                  <a:pt x="2322600" y="3691"/>
                </a:lnTo>
                <a:lnTo>
                  <a:pt x="2322600" y="28207"/>
                </a:lnTo>
                <a:lnTo>
                  <a:pt x="2334529" y="28207"/>
                </a:lnTo>
                <a:lnTo>
                  <a:pt x="2334529" y="37433"/>
                </a:lnTo>
                <a:lnTo>
                  <a:pt x="2322600" y="37433"/>
                </a:lnTo>
                <a:lnTo>
                  <a:pt x="2322600" y="78359"/>
                </a:lnTo>
                <a:cubicBezTo>
                  <a:pt x="2322600" y="81742"/>
                  <a:pt x="2322809" y="83917"/>
                  <a:pt x="2323227" y="84883"/>
                </a:cubicBezTo>
                <a:cubicBezTo>
                  <a:pt x="2323644" y="85850"/>
                  <a:pt x="2324325" y="86619"/>
                  <a:pt x="2325270" y="87190"/>
                </a:cubicBezTo>
                <a:cubicBezTo>
                  <a:pt x="2326214" y="87761"/>
                  <a:pt x="2327565" y="88047"/>
                  <a:pt x="2329323" y="88047"/>
                </a:cubicBezTo>
                <a:cubicBezTo>
                  <a:pt x="2330641" y="88047"/>
                  <a:pt x="2332376" y="87937"/>
                  <a:pt x="2334529" y="87717"/>
                </a:cubicBezTo>
                <a:close/>
                <a:moveTo>
                  <a:pt x="2392019" y="98196"/>
                </a:moveTo>
                <a:lnTo>
                  <a:pt x="2392019" y="87915"/>
                </a:lnTo>
                <a:cubicBezTo>
                  <a:pt x="2386571" y="95823"/>
                  <a:pt x="2379168" y="99778"/>
                  <a:pt x="2369810" y="99778"/>
                </a:cubicBezTo>
                <a:cubicBezTo>
                  <a:pt x="2365680" y="99778"/>
                  <a:pt x="2361825" y="98987"/>
                  <a:pt x="2358244" y="97405"/>
                </a:cubicBezTo>
                <a:cubicBezTo>
                  <a:pt x="2354663" y="95823"/>
                  <a:pt x="2352005" y="93835"/>
                  <a:pt x="2350270" y="91441"/>
                </a:cubicBezTo>
                <a:cubicBezTo>
                  <a:pt x="2348534" y="89046"/>
                  <a:pt x="2347315" y="86114"/>
                  <a:pt x="2346612" y="82643"/>
                </a:cubicBezTo>
                <a:cubicBezTo>
                  <a:pt x="2346129" y="80314"/>
                  <a:pt x="2345887" y="76624"/>
                  <a:pt x="2345887" y="71571"/>
                </a:cubicBezTo>
                <a:lnTo>
                  <a:pt x="2345887" y="28207"/>
                </a:lnTo>
                <a:lnTo>
                  <a:pt x="2357750" y="28207"/>
                </a:lnTo>
                <a:lnTo>
                  <a:pt x="2357750" y="67024"/>
                </a:lnTo>
                <a:cubicBezTo>
                  <a:pt x="2357750" y="73219"/>
                  <a:pt x="2357991" y="77392"/>
                  <a:pt x="2358475" y="79545"/>
                </a:cubicBezTo>
                <a:cubicBezTo>
                  <a:pt x="2359222" y="82665"/>
                  <a:pt x="2360803" y="85114"/>
                  <a:pt x="2363220" y="86893"/>
                </a:cubicBezTo>
                <a:cubicBezTo>
                  <a:pt x="2365636" y="88673"/>
                  <a:pt x="2368624" y="89563"/>
                  <a:pt x="2372183" y="89563"/>
                </a:cubicBezTo>
                <a:cubicBezTo>
                  <a:pt x="2375741" y="89563"/>
                  <a:pt x="2379080" y="88651"/>
                  <a:pt x="2382200" y="86828"/>
                </a:cubicBezTo>
                <a:cubicBezTo>
                  <a:pt x="2385319" y="85004"/>
                  <a:pt x="2387527" y="82522"/>
                  <a:pt x="2388823" y="79380"/>
                </a:cubicBezTo>
                <a:cubicBezTo>
                  <a:pt x="2390119" y="76239"/>
                  <a:pt x="2390767" y="71681"/>
                  <a:pt x="2390767" y="65706"/>
                </a:cubicBezTo>
                <a:lnTo>
                  <a:pt x="2390767" y="28207"/>
                </a:lnTo>
                <a:lnTo>
                  <a:pt x="2402630" y="28207"/>
                </a:lnTo>
                <a:lnTo>
                  <a:pt x="2402630" y="98196"/>
                </a:lnTo>
                <a:lnTo>
                  <a:pt x="2392019" y="98196"/>
                </a:lnTo>
                <a:close/>
                <a:moveTo>
                  <a:pt x="2466865" y="89554"/>
                </a:moveTo>
                <a:cubicBezTo>
                  <a:pt x="2462471" y="93292"/>
                  <a:pt x="2458242" y="95930"/>
                  <a:pt x="2454178" y="97469"/>
                </a:cubicBezTo>
                <a:cubicBezTo>
                  <a:pt x="2450114" y="99008"/>
                  <a:pt x="2445754" y="99778"/>
                  <a:pt x="2441096" y="99778"/>
                </a:cubicBezTo>
                <a:cubicBezTo>
                  <a:pt x="2433408" y="99778"/>
                  <a:pt x="2427498" y="97898"/>
                  <a:pt x="2423368" y="94139"/>
                </a:cubicBezTo>
                <a:cubicBezTo>
                  <a:pt x="2419238" y="90379"/>
                  <a:pt x="2417174" y="85576"/>
                  <a:pt x="2417174" y="79729"/>
                </a:cubicBezTo>
                <a:cubicBezTo>
                  <a:pt x="2417174" y="76300"/>
                  <a:pt x="2417953" y="73168"/>
                  <a:pt x="2419513" y="70333"/>
                </a:cubicBezTo>
                <a:cubicBezTo>
                  <a:pt x="2421073" y="67497"/>
                  <a:pt x="2423116" y="65221"/>
                  <a:pt x="2425642" y="63506"/>
                </a:cubicBezTo>
                <a:cubicBezTo>
                  <a:pt x="2428168" y="61791"/>
                  <a:pt x="2431013" y="60494"/>
                  <a:pt x="2434177" y="59616"/>
                </a:cubicBezTo>
                <a:cubicBezTo>
                  <a:pt x="2436505" y="58999"/>
                  <a:pt x="2440020" y="58405"/>
                  <a:pt x="2444721" y="57834"/>
                </a:cubicBezTo>
                <a:cubicBezTo>
                  <a:pt x="2454299" y="56700"/>
                  <a:pt x="2461351" y="55348"/>
                  <a:pt x="2465876" y="53777"/>
                </a:cubicBezTo>
                <a:cubicBezTo>
                  <a:pt x="2465920" y="52158"/>
                  <a:pt x="2465942" y="51130"/>
                  <a:pt x="2465942" y="50692"/>
                </a:cubicBezTo>
                <a:cubicBezTo>
                  <a:pt x="2465942" y="45877"/>
                  <a:pt x="2464822" y="42485"/>
                  <a:pt x="2462581" y="40516"/>
                </a:cubicBezTo>
                <a:cubicBezTo>
                  <a:pt x="2459549" y="37846"/>
                  <a:pt x="2455046" y="36510"/>
                  <a:pt x="2449071" y="36510"/>
                </a:cubicBezTo>
                <a:cubicBezTo>
                  <a:pt x="2443491" y="36510"/>
                  <a:pt x="2439372" y="37488"/>
                  <a:pt x="2436714" y="39443"/>
                </a:cubicBezTo>
                <a:cubicBezTo>
                  <a:pt x="2434056" y="41398"/>
                  <a:pt x="2432090" y="44858"/>
                  <a:pt x="2430816" y="49823"/>
                </a:cubicBezTo>
                <a:lnTo>
                  <a:pt x="2419217" y="48241"/>
                </a:lnTo>
                <a:cubicBezTo>
                  <a:pt x="2420271" y="43261"/>
                  <a:pt x="2422006" y="39240"/>
                  <a:pt x="2424423" y="36177"/>
                </a:cubicBezTo>
                <a:cubicBezTo>
                  <a:pt x="2426839" y="33114"/>
                  <a:pt x="2430332" y="30756"/>
                  <a:pt x="2434902" y="29105"/>
                </a:cubicBezTo>
                <a:cubicBezTo>
                  <a:pt x="2439471" y="27451"/>
                  <a:pt x="2444765" y="26625"/>
                  <a:pt x="2450784" y="26625"/>
                </a:cubicBezTo>
                <a:cubicBezTo>
                  <a:pt x="2456759" y="26625"/>
                  <a:pt x="2461614" y="27328"/>
                  <a:pt x="2465349" y="28734"/>
                </a:cubicBezTo>
                <a:cubicBezTo>
                  <a:pt x="2469083" y="30140"/>
                  <a:pt x="2471829" y="31908"/>
                  <a:pt x="2473587" y="34039"/>
                </a:cubicBezTo>
                <a:cubicBezTo>
                  <a:pt x="2475344" y="36170"/>
                  <a:pt x="2476574" y="38861"/>
                  <a:pt x="2477277" y="42112"/>
                </a:cubicBezTo>
                <a:cubicBezTo>
                  <a:pt x="2477673" y="44133"/>
                  <a:pt x="2477870" y="47780"/>
                  <a:pt x="2477870" y="53052"/>
                </a:cubicBezTo>
                <a:lnTo>
                  <a:pt x="2477870" y="68869"/>
                </a:lnTo>
                <a:cubicBezTo>
                  <a:pt x="2477870" y="79897"/>
                  <a:pt x="2478123" y="86871"/>
                  <a:pt x="2478628" y="89793"/>
                </a:cubicBezTo>
                <a:cubicBezTo>
                  <a:pt x="2479134" y="92715"/>
                  <a:pt x="2480133" y="95516"/>
                  <a:pt x="2481627" y="98196"/>
                </a:cubicBezTo>
                <a:lnTo>
                  <a:pt x="2469237" y="98196"/>
                </a:lnTo>
                <a:cubicBezTo>
                  <a:pt x="2468007" y="95733"/>
                  <a:pt x="2467216" y="92852"/>
                  <a:pt x="2466865" y="89554"/>
                </a:cubicBezTo>
                <a:moveTo>
                  <a:pt x="2465876" y="63004"/>
                </a:moveTo>
                <a:cubicBezTo>
                  <a:pt x="2461570" y="64776"/>
                  <a:pt x="2455112" y="66282"/>
                  <a:pt x="2446500" y="67522"/>
                </a:cubicBezTo>
                <a:cubicBezTo>
                  <a:pt x="2441624" y="68228"/>
                  <a:pt x="2438175" y="69022"/>
                  <a:pt x="2436154" y="69905"/>
                </a:cubicBezTo>
                <a:cubicBezTo>
                  <a:pt x="2434133" y="70786"/>
                  <a:pt x="2432573" y="72077"/>
                  <a:pt x="2431475" y="73777"/>
                </a:cubicBezTo>
                <a:cubicBezTo>
                  <a:pt x="2430376" y="75475"/>
                  <a:pt x="2429827" y="77361"/>
                  <a:pt x="2429827" y="79434"/>
                </a:cubicBezTo>
                <a:cubicBezTo>
                  <a:pt x="2429827" y="82610"/>
                  <a:pt x="2431024" y="85257"/>
                  <a:pt x="2433419" y="87375"/>
                </a:cubicBezTo>
                <a:cubicBezTo>
                  <a:pt x="2435813" y="89493"/>
                  <a:pt x="2439317" y="90551"/>
                  <a:pt x="2443930" y="90551"/>
                </a:cubicBezTo>
                <a:cubicBezTo>
                  <a:pt x="2448500" y="90551"/>
                  <a:pt x="2452564" y="89547"/>
                  <a:pt x="2456122" y="87538"/>
                </a:cubicBezTo>
                <a:cubicBezTo>
                  <a:pt x="2459681" y="85529"/>
                  <a:pt x="2462295" y="82781"/>
                  <a:pt x="2463965" y="79294"/>
                </a:cubicBezTo>
                <a:cubicBezTo>
                  <a:pt x="2465239" y="76600"/>
                  <a:pt x="2465876" y="72627"/>
                  <a:pt x="2465876" y="67374"/>
                </a:cubicBezTo>
                <a:lnTo>
                  <a:pt x="2465876" y="63004"/>
                </a:lnTo>
                <a:close/>
                <a:moveTo>
                  <a:pt x="2495973" y="98196"/>
                </a:moveTo>
                <a:lnTo>
                  <a:pt x="2495973" y="1582"/>
                </a:lnTo>
                <a:lnTo>
                  <a:pt x="2507836" y="1582"/>
                </a:lnTo>
                <a:lnTo>
                  <a:pt x="2507836" y="98196"/>
                </a:lnTo>
                <a:lnTo>
                  <a:pt x="2495973" y="98196"/>
                </a:lnTo>
                <a:close/>
                <a:moveTo>
                  <a:pt x="2526266" y="15290"/>
                </a:moveTo>
                <a:lnTo>
                  <a:pt x="2526266" y="1582"/>
                </a:lnTo>
                <a:lnTo>
                  <a:pt x="2538129" y="1582"/>
                </a:lnTo>
                <a:lnTo>
                  <a:pt x="2538129" y="15290"/>
                </a:lnTo>
                <a:lnTo>
                  <a:pt x="2526266" y="15290"/>
                </a:lnTo>
                <a:moveTo>
                  <a:pt x="2526266" y="98196"/>
                </a:moveTo>
                <a:lnTo>
                  <a:pt x="2526266" y="28207"/>
                </a:lnTo>
                <a:lnTo>
                  <a:pt x="2538129" y="28207"/>
                </a:lnTo>
                <a:lnTo>
                  <a:pt x="2538129" y="98196"/>
                </a:lnTo>
                <a:lnTo>
                  <a:pt x="2526266" y="98196"/>
                </a:lnTo>
                <a:close/>
                <a:moveTo>
                  <a:pt x="2582064" y="87717"/>
                </a:moveTo>
                <a:lnTo>
                  <a:pt x="2583777" y="98196"/>
                </a:lnTo>
                <a:cubicBezTo>
                  <a:pt x="2580438" y="98811"/>
                  <a:pt x="2577450" y="99119"/>
                  <a:pt x="2574814" y="99119"/>
                </a:cubicBezTo>
                <a:cubicBezTo>
                  <a:pt x="2570509" y="99119"/>
                  <a:pt x="2567169" y="98438"/>
                  <a:pt x="2564797" y="97076"/>
                </a:cubicBezTo>
                <a:cubicBezTo>
                  <a:pt x="2562424" y="95713"/>
                  <a:pt x="2560755" y="93923"/>
                  <a:pt x="2559788" y="91704"/>
                </a:cubicBezTo>
                <a:cubicBezTo>
                  <a:pt x="2558822" y="89486"/>
                  <a:pt x="2558338" y="84817"/>
                  <a:pt x="2558338" y="77700"/>
                </a:cubicBezTo>
                <a:lnTo>
                  <a:pt x="2558338" y="37433"/>
                </a:lnTo>
                <a:lnTo>
                  <a:pt x="2549639" y="37433"/>
                </a:lnTo>
                <a:lnTo>
                  <a:pt x="2549639" y="28207"/>
                </a:lnTo>
                <a:lnTo>
                  <a:pt x="2558338" y="28207"/>
                </a:lnTo>
                <a:lnTo>
                  <a:pt x="2558338" y="10827"/>
                </a:lnTo>
                <a:lnTo>
                  <a:pt x="2570135" y="3691"/>
                </a:lnTo>
                <a:lnTo>
                  <a:pt x="2570135" y="28207"/>
                </a:lnTo>
                <a:lnTo>
                  <a:pt x="2582064" y="28207"/>
                </a:lnTo>
                <a:lnTo>
                  <a:pt x="2582064" y="37433"/>
                </a:lnTo>
                <a:lnTo>
                  <a:pt x="2570135" y="37433"/>
                </a:lnTo>
                <a:lnTo>
                  <a:pt x="2570135" y="78359"/>
                </a:lnTo>
                <a:cubicBezTo>
                  <a:pt x="2570135" y="81742"/>
                  <a:pt x="2570344" y="83917"/>
                  <a:pt x="2570761" y="84883"/>
                </a:cubicBezTo>
                <a:cubicBezTo>
                  <a:pt x="2571179" y="85850"/>
                  <a:pt x="2571860" y="86619"/>
                  <a:pt x="2572804" y="87190"/>
                </a:cubicBezTo>
                <a:cubicBezTo>
                  <a:pt x="2573749" y="87761"/>
                  <a:pt x="2575100" y="88047"/>
                  <a:pt x="2576857" y="88047"/>
                </a:cubicBezTo>
                <a:cubicBezTo>
                  <a:pt x="2578175" y="88047"/>
                  <a:pt x="2579911" y="87937"/>
                  <a:pt x="2582064" y="87717"/>
                </a:cubicBezTo>
                <a:close/>
                <a:moveTo>
                  <a:pt x="2593158" y="125216"/>
                </a:moveTo>
                <a:lnTo>
                  <a:pt x="2591840" y="114079"/>
                </a:lnTo>
                <a:cubicBezTo>
                  <a:pt x="2594432" y="114782"/>
                  <a:pt x="2596695" y="115133"/>
                  <a:pt x="2598628" y="115133"/>
                </a:cubicBezTo>
                <a:cubicBezTo>
                  <a:pt x="2601264" y="115133"/>
                  <a:pt x="2603373" y="114688"/>
                  <a:pt x="2604955" y="113798"/>
                </a:cubicBezTo>
                <a:cubicBezTo>
                  <a:pt x="2606537" y="112910"/>
                  <a:pt x="2607833" y="111666"/>
                  <a:pt x="2608843" y="110065"/>
                </a:cubicBezTo>
                <a:cubicBezTo>
                  <a:pt x="2609590" y="108865"/>
                  <a:pt x="2610798" y="105887"/>
                  <a:pt x="2612468" y="101131"/>
                </a:cubicBezTo>
                <a:cubicBezTo>
                  <a:pt x="2612688" y="100463"/>
                  <a:pt x="2613039" y="99485"/>
                  <a:pt x="2613522" y="98196"/>
                </a:cubicBezTo>
                <a:lnTo>
                  <a:pt x="2586963" y="28207"/>
                </a:lnTo>
                <a:lnTo>
                  <a:pt x="2599749" y="28207"/>
                </a:lnTo>
                <a:lnTo>
                  <a:pt x="2614313" y="68642"/>
                </a:lnTo>
                <a:cubicBezTo>
                  <a:pt x="2616202" y="73772"/>
                  <a:pt x="2617894" y="79164"/>
                  <a:pt x="2619388" y="84817"/>
                </a:cubicBezTo>
                <a:cubicBezTo>
                  <a:pt x="2620750" y="79382"/>
                  <a:pt x="2622375" y="74078"/>
                  <a:pt x="2624265" y="68906"/>
                </a:cubicBezTo>
                <a:lnTo>
                  <a:pt x="2639225" y="28207"/>
                </a:lnTo>
                <a:lnTo>
                  <a:pt x="2651087" y="28207"/>
                </a:lnTo>
                <a:lnTo>
                  <a:pt x="2624462" y="99429"/>
                </a:lnTo>
                <a:cubicBezTo>
                  <a:pt x="2621606" y="107124"/>
                  <a:pt x="2619388" y="112421"/>
                  <a:pt x="2617806" y="115322"/>
                </a:cubicBezTo>
                <a:cubicBezTo>
                  <a:pt x="2615697" y="119235"/>
                  <a:pt x="2613281" y="122104"/>
                  <a:pt x="2610557" y="123929"/>
                </a:cubicBezTo>
                <a:cubicBezTo>
                  <a:pt x="2607833" y="125754"/>
                  <a:pt x="2604581" y="126666"/>
                  <a:pt x="2600803" y="126666"/>
                </a:cubicBezTo>
                <a:cubicBezTo>
                  <a:pt x="2598518" y="126666"/>
                  <a:pt x="2595970" y="126183"/>
                  <a:pt x="2593158" y="12521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ofthe">
            <a:extLst xmlns:a="http://schemas.openxmlformats.org/drawingml/2006/main">
              <a:ext uri="{FF2B5EF4-FFF2-40B4-BE49-F238E27FC236}">
                <a16:creationId xmlns:a16="http://schemas.microsoft.com/office/drawing/2014/main" id="{9FFAF688-041D-4066-B919-CFDAE96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80" y="5196832"/>
            <a:ext cx="327632" cy="99778"/>
          </a:xfrm>
          <a:custGeom xmlns:a="http://schemas.openxmlformats.org/drawingml/2006/main">
            <a:pathLst>
              <a:path w="327632" h="99778">
                <a:moveTo>
                  <a:pt x="0" y="63201"/>
                </a:moveTo>
                <a:cubicBezTo>
                  <a:pt x="0" y="50240"/>
                  <a:pt x="3603" y="40640"/>
                  <a:pt x="10808" y="34402"/>
                </a:cubicBezTo>
                <a:cubicBezTo>
                  <a:pt x="16827" y="29217"/>
                  <a:pt x="24165" y="26625"/>
                  <a:pt x="32820" y="26625"/>
                </a:cubicBezTo>
                <a:cubicBezTo>
                  <a:pt x="42442" y="26625"/>
                  <a:pt x="50306" y="29777"/>
                  <a:pt x="56413" y="36082"/>
                </a:cubicBezTo>
                <a:cubicBezTo>
                  <a:pt x="62520" y="42387"/>
                  <a:pt x="65574" y="51097"/>
                  <a:pt x="65574" y="62213"/>
                </a:cubicBezTo>
                <a:cubicBezTo>
                  <a:pt x="65574" y="71219"/>
                  <a:pt x="64223" y="78304"/>
                  <a:pt x="61521" y="83466"/>
                </a:cubicBezTo>
                <a:cubicBezTo>
                  <a:pt x="58819" y="88629"/>
                  <a:pt x="54886" y="92638"/>
                  <a:pt x="49724" y="95494"/>
                </a:cubicBezTo>
                <a:cubicBezTo>
                  <a:pt x="44562" y="98350"/>
                  <a:pt x="38927" y="99778"/>
                  <a:pt x="32820" y="99778"/>
                </a:cubicBezTo>
                <a:cubicBezTo>
                  <a:pt x="23022" y="99778"/>
                  <a:pt x="15103" y="96636"/>
                  <a:pt x="9062" y="90353"/>
                </a:cubicBezTo>
                <a:cubicBezTo>
                  <a:pt x="3021" y="84071"/>
                  <a:pt x="0" y="75020"/>
                  <a:pt x="0" y="63201"/>
                </a:cubicBezTo>
                <a:moveTo>
                  <a:pt x="12192" y="63168"/>
                </a:moveTo>
                <a:cubicBezTo>
                  <a:pt x="12192" y="72098"/>
                  <a:pt x="14147" y="78785"/>
                  <a:pt x="18057" y="83228"/>
                </a:cubicBezTo>
                <a:cubicBezTo>
                  <a:pt x="21968" y="87671"/>
                  <a:pt x="26889" y="89892"/>
                  <a:pt x="32820" y="89892"/>
                </a:cubicBezTo>
                <a:cubicBezTo>
                  <a:pt x="38707" y="89892"/>
                  <a:pt x="43606" y="87660"/>
                  <a:pt x="47516" y="83195"/>
                </a:cubicBezTo>
                <a:cubicBezTo>
                  <a:pt x="51427" y="78730"/>
                  <a:pt x="53382" y="71923"/>
                  <a:pt x="53382" y="62775"/>
                </a:cubicBezTo>
                <a:cubicBezTo>
                  <a:pt x="53382" y="54151"/>
                  <a:pt x="51416" y="47618"/>
                  <a:pt x="47483" y="43175"/>
                </a:cubicBezTo>
                <a:cubicBezTo>
                  <a:pt x="43551" y="38732"/>
                  <a:pt x="38663" y="36510"/>
                  <a:pt x="32820" y="36510"/>
                </a:cubicBezTo>
                <a:cubicBezTo>
                  <a:pt x="26889" y="36510"/>
                  <a:pt x="21968" y="38721"/>
                  <a:pt x="18057" y="43142"/>
                </a:cubicBezTo>
                <a:cubicBezTo>
                  <a:pt x="14147" y="47563"/>
                  <a:pt x="12192" y="54238"/>
                  <a:pt x="12192" y="63168"/>
                </a:cubicBezTo>
                <a:close/>
                <a:moveTo>
                  <a:pt x="82293" y="98196"/>
                </a:moveTo>
                <a:lnTo>
                  <a:pt x="82293" y="37433"/>
                </a:lnTo>
                <a:lnTo>
                  <a:pt x="71814" y="37433"/>
                </a:lnTo>
                <a:lnTo>
                  <a:pt x="71814" y="28207"/>
                </a:lnTo>
                <a:lnTo>
                  <a:pt x="82293" y="28207"/>
                </a:lnTo>
                <a:lnTo>
                  <a:pt x="82293" y="20776"/>
                </a:lnTo>
                <a:cubicBezTo>
                  <a:pt x="82293" y="16086"/>
                  <a:pt x="82710" y="12601"/>
                  <a:pt x="83545" y="10322"/>
                </a:cubicBezTo>
                <a:cubicBezTo>
                  <a:pt x="84687" y="7255"/>
                  <a:pt x="86697" y="4768"/>
                  <a:pt x="89575" y="2861"/>
                </a:cubicBezTo>
                <a:cubicBezTo>
                  <a:pt x="92453" y="954"/>
                  <a:pt x="96484" y="0"/>
                  <a:pt x="101668" y="0"/>
                </a:cubicBezTo>
                <a:cubicBezTo>
                  <a:pt x="105007" y="0"/>
                  <a:pt x="108698" y="395"/>
                  <a:pt x="112740" y="1186"/>
                </a:cubicBezTo>
                <a:lnTo>
                  <a:pt x="110961" y="11533"/>
                </a:lnTo>
                <a:cubicBezTo>
                  <a:pt x="108500" y="11094"/>
                  <a:pt x="106172" y="10874"/>
                  <a:pt x="103975" y="10874"/>
                </a:cubicBezTo>
                <a:cubicBezTo>
                  <a:pt x="100372" y="10874"/>
                  <a:pt x="97824" y="11640"/>
                  <a:pt x="96330" y="13172"/>
                </a:cubicBezTo>
                <a:cubicBezTo>
                  <a:pt x="94836" y="14705"/>
                  <a:pt x="94089" y="17571"/>
                  <a:pt x="94089" y="21773"/>
                </a:cubicBezTo>
                <a:lnTo>
                  <a:pt x="94089" y="28207"/>
                </a:lnTo>
                <a:lnTo>
                  <a:pt x="107731" y="28207"/>
                </a:lnTo>
                <a:lnTo>
                  <a:pt x="107731" y="37433"/>
                </a:lnTo>
                <a:lnTo>
                  <a:pt x="94089" y="37433"/>
                </a:lnTo>
                <a:lnTo>
                  <a:pt x="94089" y="98196"/>
                </a:lnTo>
                <a:lnTo>
                  <a:pt x="82293" y="98196"/>
                </a:lnTo>
                <a:close/>
                <a:moveTo>
                  <a:pt x="180402" y="87717"/>
                </a:moveTo>
                <a:lnTo>
                  <a:pt x="182115" y="98196"/>
                </a:lnTo>
                <a:cubicBezTo>
                  <a:pt x="178776" y="98811"/>
                  <a:pt x="175789" y="99119"/>
                  <a:pt x="173152" y="99119"/>
                </a:cubicBezTo>
                <a:cubicBezTo>
                  <a:pt x="168847" y="99119"/>
                  <a:pt x="165508" y="98438"/>
                  <a:pt x="163135" y="97076"/>
                </a:cubicBezTo>
                <a:cubicBezTo>
                  <a:pt x="160763" y="95713"/>
                  <a:pt x="159093" y="93923"/>
                  <a:pt x="158126" y="91704"/>
                </a:cubicBezTo>
                <a:cubicBezTo>
                  <a:pt x="157160" y="89486"/>
                  <a:pt x="156677" y="84817"/>
                  <a:pt x="156677" y="77700"/>
                </a:cubicBezTo>
                <a:lnTo>
                  <a:pt x="156677" y="37433"/>
                </a:lnTo>
                <a:lnTo>
                  <a:pt x="147977" y="37433"/>
                </a:lnTo>
                <a:lnTo>
                  <a:pt x="147977" y="28207"/>
                </a:lnTo>
                <a:lnTo>
                  <a:pt x="156677" y="28207"/>
                </a:lnTo>
                <a:lnTo>
                  <a:pt x="156677" y="10827"/>
                </a:lnTo>
                <a:lnTo>
                  <a:pt x="168473" y="3691"/>
                </a:lnTo>
                <a:lnTo>
                  <a:pt x="168473" y="28207"/>
                </a:lnTo>
                <a:lnTo>
                  <a:pt x="180402" y="28207"/>
                </a:lnTo>
                <a:lnTo>
                  <a:pt x="180402" y="37433"/>
                </a:lnTo>
                <a:lnTo>
                  <a:pt x="168473" y="37433"/>
                </a:lnTo>
                <a:lnTo>
                  <a:pt x="168473" y="78359"/>
                </a:lnTo>
                <a:cubicBezTo>
                  <a:pt x="168473" y="81742"/>
                  <a:pt x="168682" y="83917"/>
                  <a:pt x="169099" y="84883"/>
                </a:cubicBezTo>
                <a:cubicBezTo>
                  <a:pt x="169517" y="85850"/>
                  <a:pt x="170198" y="86619"/>
                  <a:pt x="171142" y="87190"/>
                </a:cubicBezTo>
                <a:cubicBezTo>
                  <a:pt x="172087" y="87761"/>
                  <a:pt x="173438" y="88047"/>
                  <a:pt x="175195" y="88047"/>
                </a:cubicBezTo>
                <a:cubicBezTo>
                  <a:pt x="176513" y="88047"/>
                  <a:pt x="178249" y="87937"/>
                  <a:pt x="180402" y="87717"/>
                </a:cubicBezTo>
                <a:close/>
                <a:moveTo>
                  <a:pt x="192024" y="98196"/>
                </a:moveTo>
                <a:lnTo>
                  <a:pt x="192024" y="1582"/>
                </a:lnTo>
                <a:lnTo>
                  <a:pt x="203886" y="1582"/>
                </a:lnTo>
                <a:lnTo>
                  <a:pt x="203886" y="36247"/>
                </a:lnTo>
                <a:cubicBezTo>
                  <a:pt x="209422" y="29832"/>
                  <a:pt x="216408" y="26625"/>
                  <a:pt x="224843" y="26625"/>
                </a:cubicBezTo>
                <a:cubicBezTo>
                  <a:pt x="230028" y="26625"/>
                  <a:pt x="234531" y="27646"/>
                  <a:pt x="238354" y="29689"/>
                </a:cubicBezTo>
                <a:cubicBezTo>
                  <a:pt x="242176" y="31732"/>
                  <a:pt x="244911" y="34555"/>
                  <a:pt x="246559" y="38158"/>
                </a:cubicBezTo>
                <a:cubicBezTo>
                  <a:pt x="248206" y="41761"/>
                  <a:pt x="249030" y="46989"/>
                  <a:pt x="249030" y="53843"/>
                </a:cubicBezTo>
                <a:lnTo>
                  <a:pt x="249030" y="98196"/>
                </a:lnTo>
                <a:lnTo>
                  <a:pt x="237167" y="98196"/>
                </a:lnTo>
                <a:lnTo>
                  <a:pt x="237167" y="53843"/>
                </a:lnTo>
                <a:cubicBezTo>
                  <a:pt x="237167" y="47912"/>
                  <a:pt x="235882" y="43595"/>
                  <a:pt x="233312" y="40893"/>
                </a:cubicBezTo>
                <a:cubicBezTo>
                  <a:pt x="230742" y="38191"/>
                  <a:pt x="227106" y="36840"/>
                  <a:pt x="222405" y="36840"/>
                </a:cubicBezTo>
                <a:cubicBezTo>
                  <a:pt x="218890" y="36840"/>
                  <a:pt x="215584" y="37752"/>
                  <a:pt x="212487" y="39575"/>
                </a:cubicBezTo>
                <a:cubicBezTo>
                  <a:pt x="209389" y="41398"/>
                  <a:pt x="207181" y="43870"/>
                  <a:pt x="205863" y="46989"/>
                </a:cubicBezTo>
                <a:cubicBezTo>
                  <a:pt x="204545" y="50108"/>
                  <a:pt x="203886" y="54414"/>
                  <a:pt x="203886" y="59906"/>
                </a:cubicBezTo>
                <a:lnTo>
                  <a:pt x="203886" y="98196"/>
                </a:lnTo>
                <a:lnTo>
                  <a:pt x="192024" y="98196"/>
                </a:lnTo>
                <a:close/>
                <a:moveTo>
                  <a:pt x="314978" y="75657"/>
                </a:moveTo>
                <a:lnTo>
                  <a:pt x="327236" y="77173"/>
                </a:lnTo>
                <a:cubicBezTo>
                  <a:pt x="325303" y="84334"/>
                  <a:pt x="321722" y="89892"/>
                  <a:pt x="316494" y="93846"/>
                </a:cubicBezTo>
                <a:cubicBezTo>
                  <a:pt x="311266" y="97800"/>
                  <a:pt x="304588" y="99778"/>
                  <a:pt x="296460" y="99778"/>
                </a:cubicBezTo>
                <a:cubicBezTo>
                  <a:pt x="286223" y="99778"/>
                  <a:pt x="278105" y="96625"/>
                  <a:pt x="272108" y="90320"/>
                </a:cubicBezTo>
                <a:cubicBezTo>
                  <a:pt x="266111" y="84016"/>
                  <a:pt x="263112" y="75174"/>
                  <a:pt x="263112" y="63794"/>
                </a:cubicBezTo>
                <a:cubicBezTo>
                  <a:pt x="263112" y="52020"/>
                  <a:pt x="266144" y="42881"/>
                  <a:pt x="272207" y="36379"/>
                </a:cubicBezTo>
                <a:cubicBezTo>
                  <a:pt x="278270" y="29876"/>
                  <a:pt x="286135" y="26625"/>
                  <a:pt x="295801" y="26625"/>
                </a:cubicBezTo>
                <a:cubicBezTo>
                  <a:pt x="305159" y="26625"/>
                  <a:pt x="312804" y="29805"/>
                  <a:pt x="318735" y="36166"/>
                </a:cubicBezTo>
                <a:cubicBezTo>
                  <a:pt x="324666" y="42526"/>
                  <a:pt x="327632" y="51474"/>
                  <a:pt x="327632" y="63010"/>
                </a:cubicBezTo>
                <a:cubicBezTo>
                  <a:pt x="327632" y="63711"/>
                  <a:pt x="327610" y="64764"/>
                  <a:pt x="327566" y="66167"/>
                </a:cubicBezTo>
                <a:lnTo>
                  <a:pt x="275370" y="66167"/>
                </a:lnTo>
                <a:cubicBezTo>
                  <a:pt x="275810" y="73834"/>
                  <a:pt x="277985" y="79704"/>
                  <a:pt x="281895" y="83780"/>
                </a:cubicBezTo>
                <a:cubicBezTo>
                  <a:pt x="285805" y="87855"/>
                  <a:pt x="290682" y="89892"/>
                  <a:pt x="296525" y="89892"/>
                </a:cubicBezTo>
                <a:cubicBezTo>
                  <a:pt x="300875" y="89892"/>
                  <a:pt x="304588" y="88761"/>
                  <a:pt x="307663" y="86498"/>
                </a:cubicBezTo>
                <a:cubicBezTo>
                  <a:pt x="310739" y="84234"/>
                  <a:pt x="313177" y="80620"/>
                  <a:pt x="314978" y="75657"/>
                </a:cubicBezTo>
                <a:moveTo>
                  <a:pt x="276030" y="56281"/>
                </a:moveTo>
                <a:lnTo>
                  <a:pt x="315110" y="56281"/>
                </a:lnTo>
                <a:cubicBezTo>
                  <a:pt x="314583" y="50490"/>
                  <a:pt x="313089" y="46147"/>
                  <a:pt x="310629" y="43251"/>
                </a:cubicBezTo>
                <a:cubicBezTo>
                  <a:pt x="306850" y="38757"/>
                  <a:pt x="301951" y="36510"/>
                  <a:pt x="295932" y="36510"/>
                </a:cubicBezTo>
                <a:cubicBezTo>
                  <a:pt x="290484" y="36510"/>
                  <a:pt x="285904" y="38304"/>
                  <a:pt x="282191" y="41892"/>
                </a:cubicBezTo>
                <a:cubicBezTo>
                  <a:pt x="278479" y="45478"/>
                  <a:pt x="276425" y="50275"/>
                  <a:pt x="276030" y="56281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antonymmutation">
            <a:extLst xmlns:a="http://schemas.openxmlformats.org/drawingml/2006/main">
              <a:ext uri="{FF2B5EF4-FFF2-40B4-BE49-F238E27FC236}">
                <a16:creationId xmlns:a16="http://schemas.microsoft.com/office/drawing/2014/main" id="{95439086-6E8D-4047-A12A-C62A0092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063" y="5198413"/>
            <a:ext cx="1155856" cy="125084"/>
          </a:xfrm>
          <a:custGeom xmlns:a="http://schemas.openxmlformats.org/drawingml/2006/main">
            <a:pathLst>
              <a:path w="1155856" h="125084">
                <a:moveTo>
                  <a:pt x="18717" y="48241"/>
                </a:moveTo>
                <a:lnTo>
                  <a:pt x="1911" y="45210"/>
                </a:lnTo>
                <a:cubicBezTo>
                  <a:pt x="3800" y="38354"/>
                  <a:pt x="7052" y="33280"/>
                  <a:pt x="11665" y="29986"/>
                </a:cubicBezTo>
                <a:cubicBezTo>
                  <a:pt x="16278" y="26691"/>
                  <a:pt x="23132" y="25043"/>
                  <a:pt x="32227" y="25043"/>
                </a:cubicBezTo>
                <a:cubicBezTo>
                  <a:pt x="40487" y="25043"/>
                  <a:pt x="46638" y="26021"/>
                  <a:pt x="50680" y="27976"/>
                </a:cubicBezTo>
                <a:cubicBezTo>
                  <a:pt x="54722" y="29931"/>
                  <a:pt x="57566" y="32413"/>
                  <a:pt x="59214" y="35423"/>
                </a:cubicBezTo>
                <a:cubicBezTo>
                  <a:pt x="60862" y="38433"/>
                  <a:pt x="61685" y="43957"/>
                  <a:pt x="61685" y="51998"/>
                </a:cubicBezTo>
                <a:lnTo>
                  <a:pt x="61488" y="73614"/>
                </a:lnTo>
                <a:cubicBezTo>
                  <a:pt x="61488" y="79765"/>
                  <a:pt x="61784" y="84301"/>
                  <a:pt x="62377" y="87223"/>
                </a:cubicBezTo>
                <a:cubicBezTo>
                  <a:pt x="62971" y="90145"/>
                  <a:pt x="64080" y="93275"/>
                  <a:pt x="65706" y="96614"/>
                </a:cubicBezTo>
                <a:lnTo>
                  <a:pt x="47384" y="96614"/>
                </a:lnTo>
                <a:cubicBezTo>
                  <a:pt x="46901" y="95384"/>
                  <a:pt x="46308" y="93561"/>
                  <a:pt x="45605" y="91144"/>
                </a:cubicBezTo>
                <a:cubicBezTo>
                  <a:pt x="45298" y="90046"/>
                  <a:pt x="45078" y="89321"/>
                  <a:pt x="44946" y="88969"/>
                </a:cubicBezTo>
                <a:cubicBezTo>
                  <a:pt x="41783" y="92045"/>
                  <a:pt x="38400" y="94351"/>
                  <a:pt x="34797" y="95889"/>
                </a:cubicBezTo>
                <a:cubicBezTo>
                  <a:pt x="31194" y="97427"/>
                  <a:pt x="27350" y="98196"/>
                  <a:pt x="23264" y="98196"/>
                </a:cubicBezTo>
                <a:cubicBezTo>
                  <a:pt x="16058" y="98196"/>
                  <a:pt x="10380" y="96249"/>
                  <a:pt x="6228" y="92355"/>
                </a:cubicBezTo>
                <a:cubicBezTo>
                  <a:pt x="2076" y="88461"/>
                  <a:pt x="0" y="83539"/>
                  <a:pt x="0" y="77589"/>
                </a:cubicBezTo>
                <a:cubicBezTo>
                  <a:pt x="0" y="73651"/>
                  <a:pt x="945" y="70140"/>
                  <a:pt x="2834" y="67057"/>
                </a:cubicBezTo>
                <a:cubicBezTo>
                  <a:pt x="4723" y="63971"/>
                  <a:pt x="7370" y="61609"/>
                  <a:pt x="10775" y="59968"/>
                </a:cubicBezTo>
                <a:cubicBezTo>
                  <a:pt x="14180" y="58327"/>
                  <a:pt x="19090" y="56894"/>
                  <a:pt x="25505" y="55670"/>
                </a:cubicBezTo>
                <a:cubicBezTo>
                  <a:pt x="34160" y="54051"/>
                  <a:pt x="40157" y="52541"/>
                  <a:pt x="43496" y="51141"/>
                </a:cubicBezTo>
                <a:lnTo>
                  <a:pt x="43496" y="49275"/>
                </a:lnTo>
                <a:cubicBezTo>
                  <a:pt x="43496" y="45676"/>
                  <a:pt x="42617" y="43111"/>
                  <a:pt x="40860" y="41579"/>
                </a:cubicBezTo>
                <a:cubicBezTo>
                  <a:pt x="39103" y="40045"/>
                  <a:pt x="35785" y="39278"/>
                  <a:pt x="30909" y="39278"/>
                </a:cubicBezTo>
                <a:cubicBezTo>
                  <a:pt x="27613" y="39278"/>
                  <a:pt x="25043" y="39941"/>
                  <a:pt x="23198" y="41268"/>
                </a:cubicBezTo>
                <a:cubicBezTo>
                  <a:pt x="21353" y="42593"/>
                  <a:pt x="19859" y="44917"/>
                  <a:pt x="18717" y="48241"/>
                </a:cubicBezTo>
                <a:moveTo>
                  <a:pt x="43496" y="63267"/>
                </a:moveTo>
                <a:cubicBezTo>
                  <a:pt x="41124" y="64048"/>
                  <a:pt x="37367" y="64982"/>
                  <a:pt x="32227" y="66068"/>
                </a:cubicBezTo>
                <a:cubicBezTo>
                  <a:pt x="27086" y="67153"/>
                  <a:pt x="23725" y="68216"/>
                  <a:pt x="22143" y="69258"/>
                </a:cubicBezTo>
                <a:cubicBezTo>
                  <a:pt x="19727" y="70951"/>
                  <a:pt x="18519" y="73100"/>
                  <a:pt x="18519" y="75704"/>
                </a:cubicBezTo>
                <a:cubicBezTo>
                  <a:pt x="18519" y="78266"/>
                  <a:pt x="19485" y="80481"/>
                  <a:pt x="21419" y="82348"/>
                </a:cubicBezTo>
                <a:cubicBezTo>
                  <a:pt x="23352" y="84214"/>
                  <a:pt x="25812" y="85147"/>
                  <a:pt x="28800" y="85147"/>
                </a:cubicBezTo>
                <a:cubicBezTo>
                  <a:pt x="32139" y="85147"/>
                  <a:pt x="35324" y="84062"/>
                  <a:pt x="38356" y="81891"/>
                </a:cubicBezTo>
                <a:cubicBezTo>
                  <a:pt x="40596" y="80242"/>
                  <a:pt x="42068" y="78223"/>
                  <a:pt x="42771" y="75834"/>
                </a:cubicBezTo>
                <a:cubicBezTo>
                  <a:pt x="43255" y="74272"/>
                  <a:pt x="43496" y="71298"/>
                  <a:pt x="43496" y="66914"/>
                </a:cubicBezTo>
                <a:lnTo>
                  <a:pt x="43496" y="63267"/>
                </a:lnTo>
                <a:close/>
                <a:moveTo>
                  <a:pt x="143583" y="96614"/>
                </a:moveTo>
                <a:lnTo>
                  <a:pt x="125064" y="96614"/>
                </a:lnTo>
                <a:lnTo>
                  <a:pt x="125064" y="60936"/>
                </a:lnTo>
                <a:cubicBezTo>
                  <a:pt x="125064" y="53387"/>
                  <a:pt x="124669" y="48505"/>
                  <a:pt x="123878" y="46289"/>
                </a:cubicBezTo>
                <a:cubicBezTo>
                  <a:pt x="123087" y="44073"/>
                  <a:pt x="121802" y="42350"/>
                  <a:pt x="120022" y="41122"/>
                </a:cubicBezTo>
                <a:cubicBezTo>
                  <a:pt x="118243" y="39893"/>
                  <a:pt x="116101" y="39278"/>
                  <a:pt x="113597" y="39278"/>
                </a:cubicBezTo>
                <a:cubicBezTo>
                  <a:pt x="110389" y="39278"/>
                  <a:pt x="107512" y="40156"/>
                  <a:pt x="104963" y="41912"/>
                </a:cubicBezTo>
                <a:cubicBezTo>
                  <a:pt x="102415" y="43667"/>
                  <a:pt x="100669" y="45993"/>
                  <a:pt x="99724" y="48890"/>
                </a:cubicBezTo>
                <a:cubicBezTo>
                  <a:pt x="98780" y="51786"/>
                  <a:pt x="98307" y="57139"/>
                  <a:pt x="98307" y="64952"/>
                </a:cubicBezTo>
                <a:lnTo>
                  <a:pt x="98307" y="96614"/>
                </a:lnTo>
                <a:lnTo>
                  <a:pt x="79788" y="96614"/>
                </a:lnTo>
                <a:lnTo>
                  <a:pt x="79788" y="26625"/>
                </a:lnTo>
                <a:lnTo>
                  <a:pt x="96989" y="26625"/>
                </a:lnTo>
                <a:lnTo>
                  <a:pt x="96989" y="36906"/>
                </a:lnTo>
                <a:cubicBezTo>
                  <a:pt x="103096" y="28997"/>
                  <a:pt x="110785" y="25043"/>
                  <a:pt x="120055" y="25043"/>
                </a:cubicBezTo>
                <a:cubicBezTo>
                  <a:pt x="124141" y="25043"/>
                  <a:pt x="127876" y="25779"/>
                  <a:pt x="131259" y="27251"/>
                </a:cubicBezTo>
                <a:cubicBezTo>
                  <a:pt x="134642" y="28723"/>
                  <a:pt x="137201" y="30601"/>
                  <a:pt x="138937" y="32886"/>
                </a:cubicBezTo>
                <a:cubicBezTo>
                  <a:pt x="140672" y="35170"/>
                  <a:pt x="141880" y="37763"/>
                  <a:pt x="142561" y="40662"/>
                </a:cubicBezTo>
                <a:cubicBezTo>
                  <a:pt x="143242" y="43562"/>
                  <a:pt x="143583" y="47714"/>
                  <a:pt x="143583" y="53118"/>
                </a:cubicBezTo>
                <a:lnTo>
                  <a:pt x="143583" y="96614"/>
                </a:lnTo>
                <a:close/>
                <a:moveTo>
                  <a:pt x="194482" y="26625"/>
                </a:moveTo>
                <a:lnTo>
                  <a:pt x="194482" y="41387"/>
                </a:lnTo>
                <a:lnTo>
                  <a:pt x="181828" y="41387"/>
                </a:lnTo>
                <a:lnTo>
                  <a:pt x="181828" y="69549"/>
                </a:lnTo>
                <a:cubicBezTo>
                  <a:pt x="181828" y="75252"/>
                  <a:pt x="181949" y="78575"/>
                  <a:pt x="182191" y="79518"/>
                </a:cubicBezTo>
                <a:cubicBezTo>
                  <a:pt x="182432" y="80460"/>
                  <a:pt x="182982" y="81239"/>
                  <a:pt x="183838" y="81854"/>
                </a:cubicBezTo>
                <a:cubicBezTo>
                  <a:pt x="184695" y="82468"/>
                  <a:pt x="185739" y="82774"/>
                  <a:pt x="186969" y="82774"/>
                </a:cubicBezTo>
                <a:cubicBezTo>
                  <a:pt x="188682" y="82774"/>
                  <a:pt x="191165" y="82181"/>
                  <a:pt x="194416" y="80995"/>
                </a:cubicBezTo>
                <a:lnTo>
                  <a:pt x="195997" y="95416"/>
                </a:lnTo>
                <a:cubicBezTo>
                  <a:pt x="191692" y="97269"/>
                  <a:pt x="186815" y="98196"/>
                  <a:pt x="181367" y="98196"/>
                </a:cubicBezTo>
                <a:cubicBezTo>
                  <a:pt x="178028" y="98196"/>
                  <a:pt x="175018" y="97636"/>
                  <a:pt x="172338" y="96515"/>
                </a:cubicBezTo>
                <a:cubicBezTo>
                  <a:pt x="169658" y="95395"/>
                  <a:pt x="167692" y="93945"/>
                  <a:pt x="166440" y="92166"/>
                </a:cubicBezTo>
                <a:cubicBezTo>
                  <a:pt x="165188" y="90386"/>
                  <a:pt x="164320" y="87981"/>
                  <a:pt x="163837" y="84949"/>
                </a:cubicBezTo>
                <a:cubicBezTo>
                  <a:pt x="163441" y="82796"/>
                  <a:pt x="163244" y="78447"/>
                  <a:pt x="163244" y="71900"/>
                </a:cubicBezTo>
                <a:lnTo>
                  <a:pt x="163244" y="41387"/>
                </a:lnTo>
                <a:lnTo>
                  <a:pt x="154742" y="41387"/>
                </a:lnTo>
                <a:lnTo>
                  <a:pt x="154742" y="26625"/>
                </a:lnTo>
                <a:lnTo>
                  <a:pt x="163244" y="26625"/>
                </a:lnTo>
                <a:lnTo>
                  <a:pt x="163244" y="12653"/>
                </a:lnTo>
                <a:lnTo>
                  <a:pt x="181828" y="1713"/>
                </a:lnTo>
                <a:lnTo>
                  <a:pt x="181828" y="26625"/>
                </a:lnTo>
                <a:lnTo>
                  <a:pt x="194482" y="26625"/>
                </a:lnTo>
                <a:close/>
                <a:moveTo>
                  <a:pt x="203048" y="60631"/>
                </a:moveTo>
                <a:cubicBezTo>
                  <a:pt x="203048" y="54480"/>
                  <a:pt x="204564" y="48527"/>
                  <a:pt x="207595" y="42771"/>
                </a:cubicBezTo>
                <a:cubicBezTo>
                  <a:pt x="210627" y="37016"/>
                  <a:pt x="214921" y="32622"/>
                  <a:pt x="220479" y="29591"/>
                </a:cubicBezTo>
                <a:cubicBezTo>
                  <a:pt x="226037" y="26559"/>
                  <a:pt x="232243" y="25043"/>
                  <a:pt x="239097" y="25043"/>
                </a:cubicBezTo>
                <a:cubicBezTo>
                  <a:pt x="249685" y="25043"/>
                  <a:pt x="258363" y="28481"/>
                  <a:pt x="265129" y="35357"/>
                </a:cubicBezTo>
                <a:cubicBezTo>
                  <a:pt x="271895" y="42233"/>
                  <a:pt x="275278" y="50921"/>
                  <a:pt x="275278" y="61422"/>
                </a:cubicBezTo>
                <a:cubicBezTo>
                  <a:pt x="275278" y="72010"/>
                  <a:pt x="271862" y="80786"/>
                  <a:pt x="265030" y="87750"/>
                </a:cubicBezTo>
                <a:cubicBezTo>
                  <a:pt x="258198" y="94714"/>
                  <a:pt x="249598" y="98196"/>
                  <a:pt x="239229" y="98196"/>
                </a:cubicBezTo>
                <a:cubicBezTo>
                  <a:pt x="232814" y="98196"/>
                  <a:pt x="226696" y="96746"/>
                  <a:pt x="220875" y="93846"/>
                </a:cubicBezTo>
                <a:cubicBezTo>
                  <a:pt x="215053" y="90946"/>
                  <a:pt x="210627" y="86696"/>
                  <a:pt x="207595" y="81094"/>
                </a:cubicBezTo>
                <a:cubicBezTo>
                  <a:pt x="204564" y="75492"/>
                  <a:pt x="203048" y="68671"/>
                  <a:pt x="203048" y="60631"/>
                </a:cubicBezTo>
                <a:moveTo>
                  <a:pt x="222028" y="61620"/>
                </a:moveTo>
                <a:cubicBezTo>
                  <a:pt x="222028" y="68539"/>
                  <a:pt x="223676" y="73839"/>
                  <a:pt x="226971" y="77519"/>
                </a:cubicBezTo>
                <a:cubicBezTo>
                  <a:pt x="230266" y="81198"/>
                  <a:pt x="234330" y="83038"/>
                  <a:pt x="239163" y="83038"/>
                </a:cubicBezTo>
                <a:cubicBezTo>
                  <a:pt x="243996" y="83038"/>
                  <a:pt x="248049" y="81198"/>
                  <a:pt x="251322" y="77519"/>
                </a:cubicBezTo>
                <a:cubicBezTo>
                  <a:pt x="254595" y="73839"/>
                  <a:pt x="256232" y="68495"/>
                  <a:pt x="256232" y="61488"/>
                </a:cubicBezTo>
                <a:cubicBezTo>
                  <a:pt x="256232" y="54656"/>
                  <a:pt x="254595" y="49400"/>
                  <a:pt x="251322" y="45720"/>
                </a:cubicBezTo>
                <a:cubicBezTo>
                  <a:pt x="248049" y="42041"/>
                  <a:pt x="243996" y="40201"/>
                  <a:pt x="239163" y="40201"/>
                </a:cubicBezTo>
                <a:cubicBezTo>
                  <a:pt x="234330" y="40201"/>
                  <a:pt x="230266" y="42041"/>
                  <a:pt x="226971" y="45720"/>
                </a:cubicBezTo>
                <a:cubicBezTo>
                  <a:pt x="223676" y="49400"/>
                  <a:pt x="222028" y="54700"/>
                  <a:pt x="222028" y="61620"/>
                </a:cubicBezTo>
                <a:close/>
                <a:moveTo>
                  <a:pt x="353461" y="96614"/>
                </a:moveTo>
                <a:lnTo>
                  <a:pt x="334942" y="96614"/>
                </a:lnTo>
                <a:lnTo>
                  <a:pt x="334942" y="60936"/>
                </a:lnTo>
                <a:cubicBezTo>
                  <a:pt x="334942" y="53387"/>
                  <a:pt x="334547" y="48505"/>
                  <a:pt x="333756" y="46289"/>
                </a:cubicBezTo>
                <a:cubicBezTo>
                  <a:pt x="332965" y="44073"/>
                  <a:pt x="331680" y="42350"/>
                  <a:pt x="329901" y="41122"/>
                </a:cubicBezTo>
                <a:cubicBezTo>
                  <a:pt x="328121" y="39893"/>
                  <a:pt x="325979" y="39278"/>
                  <a:pt x="323475" y="39278"/>
                </a:cubicBezTo>
                <a:cubicBezTo>
                  <a:pt x="320268" y="39278"/>
                  <a:pt x="317390" y="40156"/>
                  <a:pt x="314842" y="41912"/>
                </a:cubicBezTo>
                <a:cubicBezTo>
                  <a:pt x="312293" y="43667"/>
                  <a:pt x="310547" y="45993"/>
                  <a:pt x="309602" y="48890"/>
                </a:cubicBezTo>
                <a:cubicBezTo>
                  <a:pt x="308658" y="51786"/>
                  <a:pt x="308185" y="57139"/>
                  <a:pt x="308185" y="64952"/>
                </a:cubicBezTo>
                <a:lnTo>
                  <a:pt x="308185" y="96614"/>
                </a:lnTo>
                <a:lnTo>
                  <a:pt x="289667" y="96614"/>
                </a:lnTo>
                <a:lnTo>
                  <a:pt x="289667" y="26625"/>
                </a:lnTo>
                <a:lnTo>
                  <a:pt x="306867" y="26625"/>
                </a:lnTo>
                <a:lnTo>
                  <a:pt x="306867" y="36906"/>
                </a:lnTo>
                <a:cubicBezTo>
                  <a:pt x="312974" y="28997"/>
                  <a:pt x="320663" y="25043"/>
                  <a:pt x="329934" y="25043"/>
                </a:cubicBezTo>
                <a:cubicBezTo>
                  <a:pt x="334020" y="25043"/>
                  <a:pt x="337754" y="25779"/>
                  <a:pt x="341137" y="27251"/>
                </a:cubicBezTo>
                <a:cubicBezTo>
                  <a:pt x="344520" y="28723"/>
                  <a:pt x="347079" y="30601"/>
                  <a:pt x="348815" y="32886"/>
                </a:cubicBezTo>
                <a:cubicBezTo>
                  <a:pt x="350550" y="35170"/>
                  <a:pt x="351758" y="37763"/>
                  <a:pt x="352440" y="40662"/>
                </a:cubicBezTo>
                <a:cubicBezTo>
                  <a:pt x="353121" y="43562"/>
                  <a:pt x="353461" y="47714"/>
                  <a:pt x="353461" y="53118"/>
                </a:cubicBezTo>
                <a:lnTo>
                  <a:pt x="353461" y="96614"/>
                </a:lnTo>
                <a:close/>
                <a:moveTo>
                  <a:pt x="363500" y="26625"/>
                </a:moveTo>
                <a:lnTo>
                  <a:pt x="383205" y="26625"/>
                </a:lnTo>
                <a:lnTo>
                  <a:pt x="399944" y="76363"/>
                </a:lnTo>
                <a:lnTo>
                  <a:pt x="416288" y="26625"/>
                </a:lnTo>
                <a:lnTo>
                  <a:pt x="435466" y="26625"/>
                </a:lnTo>
                <a:lnTo>
                  <a:pt x="410753" y="94001"/>
                </a:lnTo>
                <a:lnTo>
                  <a:pt x="406337" y="106236"/>
                </a:lnTo>
                <a:cubicBezTo>
                  <a:pt x="404711" y="110322"/>
                  <a:pt x="403163" y="113441"/>
                  <a:pt x="401691" y="115594"/>
                </a:cubicBezTo>
                <a:cubicBezTo>
                  <a:pt x="400219" y="117747"/>
                  <a:pt x="398527" y="119494"/>
                  <a:pt x="396616" y="120834"/>
                </a:cubicBezTo>
                <a:cubicBezTo>
                  <a:pt x="394705" y="122174"/>
                  <a:pt x="392355" y="123217"/>
                  <a:pt x="389565" y="123964"/>
                </a:cubicBezTo>
                <a:cubicBezTo>
                  <a:pt x="386775" y="124711"/>
                  <a:pt x="383622" y="125084"/>
                  <a:pt x="380108" y="125084"/>
                </a:cubicBezTo>
                <a:cubicBezTo>
                  <a:pt x="376549" y="125084"/>
                  <a:pt x="373056" y="124711"/>
                  <a:pt x="369629" y="123964"/>
                </a:cubicBezTo>
                <a:lnTo>
                  <a:pt x="367981" y="109465"/>
                </a:lnTo>
                <a:cubicBezTo>
                  <a:pt x="370881" y="110036"/>
                  <a:pt x="373495" y="110322"/>
                  <a:pt x="375824" y="110322"/>
                </a:cubicBezTo>
                <a:cubicBezTo>
                  <a:pt x="380130" y="110322"/>
                  <a:pt x="383315" y="109059"/>
                  <a:pt x="385380" y="106533"/>
                </a:cubicBezTo>
                <a:cubicBezTo>
                  <a:pt x="387445" y="104006"/>
                  <a:pt x="389026" y="100788"/>
                  <a:pt x="390125" y="96878"/>
                </a:cubicBezTo>
                <a:lnTo>
                  <a:pt x="363500" y="26625"/>
                </a:lnTo>
                <a:close/>
                <a:moveTo>
                  <a:pt x="445924" y="26625"/>
                </a:moveTo>
                <a:lnTo>
                  <a:pt x="462993" y="26625"/>
                </a:lnTo>
                <a:lnTo>
                  <a:pt x="462993" y="36181"/>
                </a:lnTo>
                <a:cubicBezTo>
                  <a:pt x="469100" y="28756"/>
                  <a:pt x="476371" y="25043"/>
                  <a:pt x="484807" y="25043"/>
                </a:cubicBezTo>
                <a:cubicBezTo>
                  <a:pt x="489288" y="25043"/>
                  <a:pt x="493177" y="25970"/>
                  <a:pt x="496472" y="27824"/>
                </a:cubicBezTo>
                <a:cubicBezTo>
                  <a:pt x="499767" y="29677"/>
                  <a:pt x="502469" y="32480"/>
                  <a:pt x="504578" y="36232"/>
                </a:cubicBezTo>
                <a:cubicBezTo>
                  <a:pt x="507653" y="32480"/>
                  <a:pt x="510970" y="29677"/>
                  <a:pt x="514529" y="27824"/>
                </a:cubicBezTo>
                <a:cubicBezTo>
                  <a:pt x="518088" y="25970"/>
                  <a:pt x="521888" y="25043"/>
                  <a:pt x="525930" y="25043"/>
                </a:cubicBezTo>
                <a:cubicBezTo>
                  <a:pt x="531071" y="25043"/>
                  <a:pt x="535421" y="26087"/>
                  <a:pt x="538979" y="28174"/>
                </a:cubicBezTo>
                <a:cubicBezTo>
                  <a:pt x="542538" y="30261"/>
                  <a:pt x="545196" y="33325"/>
                  <a:pt x="546954" y="37367"/>
                </a:cubicBezTo>
                <a:cubicBezTo>
                  <a:pt x="548228" y="40355"/>
                  <a:pt x="548865" y="45188"/>
                  <a:pt x="548865" y="51866"/>
                </a:cubicBezTo>
                <a:lnTo>
                  <a:pt x="548865" y="96614"/>
                </a:lnTo>
                <a:lnTo>
                  <a:pt x="530346" y="96614"/>
                </a:lnTo>
                <a:lnTo>
                  <a:pt x="530346" y="56656"/>
                </a:lnTo>
                <a:cubicBezTo>
                  <a:pt x="530346" y="49723"/>
                  <a:pt x="529709" y="45247"/>
                  <a:pt x="528435" y="43228"/>
                </a:cubicBezTo>
                <a:cubicBezTo>
                  <a:pt x="526721" y="40595"/>
                  <a:pt x="524085" y="39278"/>
                  <a:pt x="520526" y="39278"/>
                </a:cubicBezTo>
                <a:cubicBezTo>
                  <a:pt x="517934" y="39278"/>
                  <a:pt x="515496" y="40068"/>
                  <a:pt x="513211" y="41649"/>
                </a:cubicBezTo>
                <a:cubicBezTo>
                  <a:pt x="510926" y="43228"/>
                  <a:pt x="509279" y="45543"/>
                  <a:pt x="508268" y="48593"/>
                </a:cubicBezTo>
                <a:cubicBezTo>
                  <a:pt x="507258" y="51643"/>
                  <a:pt x="506753" y="56459"/>
                  <a:pt x="506753" y="63043"/>
                </a:cubicBezTo>
                <a:lnTo>
                  <a:pt x="506753" y="96614"/>
                </a:lnTo>
                <a:lnTo>
                  <a:pt x="488234" y="96614"/>
                </a:lnTo>
                <a:lnTo>
                  <a:pt x="488234" y="58302"/>
                </a:lnTo>
                <a:cubicBezTo>
                  <a:pt x="488234" y="51500"/>
                  <a:pt x="487904" y="47112"/>
                  <a:pt x="487245" y="45138"/>
                </a:cubicBezTo>
                <a:cubicBezTo>
                  <a:pt x="486586" y="43162"/>
                  <a:pt x="485565" y="41691"/>
                  <a:pt x="484181" y="40726"/>
                </a:cubicBezTo>
                <a:cubicBezTo>
                  <a:pt x="482797" y="39761"/>
                  <a:pt x="480919" y="39278"/>
                  <a:pt x="478546" y="39278"/>
                </a:cubicBezTo>
                <a:cubicBezTo>
                  <a:pt x="475690" y="39278"/>
                  <a:pt x="473120" y="40047"/>
                  <a:pt x="470835" y="41583"/>
                </a:cubicBezTo>
                <a:cubicBezTo>
                  <a:pt x="468551" y="43118"/>
                  <a:pt x="466914" y="45334"/>
                  <a:pt x="465926" y="48231"/>
                </a:cubicBezTo>
                <a:cubicBezTo>
                  <a:pt x="464937" y="51128"/>
                  <a:pt x="464443" y="55933"/>
                  <a:pt x="464443" y="62647"/>
                </a:cubicBezTo>
                <a:lnTo>
                  <a:pt x="464443" y="96614"/>
                </a:lnTo>
                <a:lnTo>
                  <a:pt x="445924" y="96614"/>
                </a:lnTo>
                <a:lnTo>
                  <a:pt x="445924" y="26625"/>
                </a:lnTo>
                <a:close/>
                <a:moveTo>
                  <a:pt x="603434" y="26625"/>
                </a:moveTo>
                <a:lnTo>
                  <a:pt x="620503" y="26625"/>
                </a:lnTo>
                <a:lnTo>
                  <a:pt x="620503" y="36181"/>
                </a:lnTo>
                <a:cubicBezTo>
                  <a:pt x="626610" y="28756"/>
                  <a:pt x="633881" y="25043"/>
                  <a:pt x="642317" y="25043"/>
                </a:cubicBezTo>
                <a:cubicBezTo>
                  <a:pt x="646798" y="25043"/>
                  <a:pt x="650686" y="25970"/>
                  <a:pt x="653982" y="27824"/>
                </a:cubicBezTo>
                <a:cubicBezTo>
                  <a:pt x="657277" y="29677"/>
                  <a:pt x="659979" y="32480"/>
                  <a:pt x="662088" y="36232"/>
                </a:cubicBezTo>
                <a:cubicBezTo>
                  <a:pt x="665163" y="32480"/>
                  <a:pt x="668480" y="29677"/>
                  <a:pt x="672039" y="27824"/>
                </a:cubicBezTo>
                <a:cubicBezTo>
                  <a:pt x="675598" y="25970"/>
                  <a:pt x="679398" y="25043"/>
                  <a:pt x="683440" y="25043"/>
                </a:cubicBezTo>
                <a:cubicBezTo>
                  <a:pt x="688581" y="25043"/>
                  <a:pt x="692930" y="26087"/>
                  <a:pt x="696489" y="28174"/>
                </a:cubicBezTo>
                <a:cubicBezTo>
                  <a:pt x="700048" y="30261"/>
                  <a:pt x="702706" y="33325"/>
                  <a:pt x="704464" y="37367"/>
                </a:cubicBezTo>
                <a:cubicBezTo>
                  <a:pt x="705738" y="40355"/>
                  <a:pt x="706375" y="45188"/>
                  <a:pt x="706375" y="51866"/>
                </a:cubicBezTo>
                <a:lnTo>
                  <a:pt x="706375" y="96614"/>
                </a:lnTo>
                <a:lnTo>
                  <a:pt x="687856" y="96614"/>
                </a:lnTo>
                <a:lnTo>
                  <a:pt x="687856" y="56656"/>
                </a:lnTo>
                <a:cubicBezTo>
                  <a:pt x="687856" y="49723"/>
                  <a:pt x="687219" y="45247"/>
                  <a:pt x="685945" y="43228"/>
                </a:cubicBezTo>
                <a:cubicBezTo>
                  <a:pt x="684231" y="40595"/>
                  <a:pt x="681595" y="39278"/>
                  <a:pt x="678036" y="39278"/>
                </a:cubicBezTo>
                <a:cubicBezTo>
                  <a:pt x="675444" y="39278"/>
                  <a:pt x="673006" y="40068"/>
                  <a:pt x="670721" y="41649"/>
                </a:cubicBezTo>
                <a:cubicBezTo>
                  <a:pt x="668436" y="43228"/>
                  <a:pt x="666789" y="45543"/>
                  <a:pt x="665778" y="48593"/>
                </a:cubicBezTo>
                <a:cubicBezTo>
                  <a:pt x="664768" y="51643"/>
                  <a:pt x="664263" y="56459"/>
                  <a:pt x="664263" y="63043"/>
                </a:cubicBezTo>
                <a:lnTo>
                  <a:pt x="664263" y="96614"/>
                </a:lnTo>
                <a:lnTo>
                  <a:pt x="645744" y="96614"/>
                </a:lnTo>
                <a:lnTo>
                  <a:pt x="645744" y="58302"/>
                </a:lnTo>
                <a:cubicBezTo>
                  <a:pt x="645744" y="51500"/>
                  <a:pt x="645414" y="47112"/>
                  <a:pt x="644755" y="45138"/>
                </a:cubicBezTo>
                <a:cubicBezTo>
                  <a:pt x="644096" y="43162"/>
                  <a:pt x="643075" y="41691"/>
                  <a:pt x="641691" y="40726"/>
                </a:cubicBezTo>
                <a:cubicBezTo>
                  <a:pt x="640307" y="39761"/>
                  <a:pt x="638428" y="39278"/>
                  <a:pt x="636056" y="39278"/>
                </a:cubicBezTo>
                <a:cubicBezTo>
                  <a:pt x="633200" y="39278"/>
                  <a:pt x="630630" y="40047"/>
                  <a:pt x="628345" y="41583"/>
                </a:cubicBezTo>
                <a:cubicBezTo>
                  <a:pt x="626061" y="43118"/>
                  <a:pt x="624424" y="45334"/>
                  <a:pt x="623435" y="48231"/>
                </a:cubicBezTo>
                <a:cubicBezTo>
                  <a:pt x="622447" y="51128"/>
                  <a:pt x="621953" y="55933"/>
                  <a:pt x="621953" y="62647"/>
                </a:cubicBezTo>
                <a:lnTo>
                  <a:pt x="621953" y="96614"/>
                </a:lnTo>
                <a:lnTo>
                  <a:pt x="603434" y="96614"/>
                </a:lnTo>
                <a:lnTo>
                  <a:pt x="603434" y="26625"/>
                </a:lnTo>
                <a:close/>
                <a:moveTo>
                  <a:pt x="770873" y="96614"/>
                </a:moveTo>
                <a:lnTo>
                  <a:pt x="770873" y="86136"/>
                </a:lnTo>
                <a:cubicBezTo>
                  <a:pt x="768324" y="89870"/>
                  <a:pt x="764974" y="92814"/>
                  <a:pt x="760822" y="94967"/>
                </a:cubicBezTo>
                <a:cubicBezTo>
                  <a:pt x="756670" y="97119"/>
                  <a:pt x="752288" y="98196"/>
                  <a:pt x="747675" y="98196"/>
                </a:cubicBezTo>
                <a:cubicBezTo>
                  <a:pt x="742974" y="98196"/>
                  <a:pt x="738756" y="97163"/>
                  <a:pt x="735021" y="95098"/>
                </a:cubicBezTo>
                <a:cubicBezTo>
                  <a:pt x="731287" y="93033"/>
                  <a:pt x="728585" y="90134"/>
                  <a:pt x="726915" y="86399"/>
                </a:cubicBezTo>
                <a:cubicBezTo>
                  <a:pt x="725246" y="82665"/>
                  <a:pt x="724411" y="77502"/>
                  <a:pt x="724411" y="70912"/>
                </a:cubicBezTo>
                <a:lnTo>
                  <a:pt x="724411" y="26625"/>
                </a:lnTo>
                <a:lnTo>
                  <a:pt x="742930" y="26625"/>
                </a:lnTo>
                <a:lnTo>
                  <a:pt x="742930" y="58712"/>
                </a:lnTo>
                <a:cubicBezTo>
                  <a:pt x="742930" y="68531"/>
                  <a:pt x="743270" y="74548"/>
                  <a:pt x="743951" y="76761"/>
                </a:cubicBezTo>
                <a:cubicBezTo>
                  <a:pt x="744632" y="78974"/>
                  <a:pt x="745873" y="80727"/>
                  <a:pt x="747675" y="82021"/>
                </a:cubicBezTo>
                <a:cubicBezTo>
                  <a:pt x="749476" y="83314"/>
                  <a:pt x="751761" y="83961"/>
                  <a:pt x="754529" y="83961"/>
                </a:cubicBezTo>
                <a:cubicBezTo>
                  <a:pt x="757692" y="83961"/>
                  <a:pt x="760526" y="83095"/>
                  <a:pt x="763030" y="81364"/>
                </a:cubicBezTo>
                <a:cubicBezTo>
                  <a:pt x="765534" y="79632"/>
                  <a:pt x="767248" y="77484"/>
                  <a:pt x="768171" y="74920"/>
                </a:cubicBezTo>
                <a:cubicBezTo>
                  <a:pt x="769093" y="72355"/>
                  <a:pt x="769555" y="66076"/>
                  <a:pt x="769555" y="56082"/>
                </a:cubicBezTo>
                <a:lnTo>
                  <a:pt x="769555" y="26625"/>
                </a:lnTo>
                <a:lnTo>
                  <a:pt x="788073" y="26625"/>
                </a:lnTo>
                <a:lnTo>
                  <a:pt x="788073" y="96614"/>
                </a:lnTo>
                <a:lnTo>
                  <a:pt x="770873" y="96614"/>
                </a:lnTo>
                <a:close/>
                <a:moveTo>
                  <a:pt x="839368" y="26625"/>
                </a:moveTo>
                <a:lnTo>
                  <a:pt x="839368" y="41387"/>
                </a:lnTo>
                <a:lnTo>
                  <a:pt x="826714" y="41387"/>
                </a:lnTo>
                <a:lnTo>
                  <a:pt x="826714" y="69549"/>
                </a:lnTo>
                <a:cubicBezTo>
                  <a:pt x="826714" y="75252"/>
                  <a:pt x="826835" y="78575"/>
                  <a:pt x="827077" y="79518"/>
                </a:cubicBezTo>
                <a:cubicBezTo>
                  <a:pt x="827318" y="80460"/>
                  <a:pt x="827868" y="81239"/>
                  <a:pt x="828724" y="81854"/>
                </a:cubicBezTo>
                <a:cubicBezTo>
                  <a:pt x="829581" y="82468"/>
                  <a:pt x="830625" y="82774"/>
                  <a:pt x="831855" y="82774"/>
                </a:cubicBezTo>
                <a:cubicBezTo>
                  <a:pt x="833568" y="82774"/>
                  <a:pt x="836051" y="82181"/>
                  <a:pt x="839302" y="80995"/>
                </a:cubicBezTo>
                <a:lnTo>
                  <a:pt x="840884" y="95416"/>
                </a:lnTo>
                <a:cubicBezTo>
                  <a:pt x="836578" y="97269"/>
                  <a:pt x="831701" y="98196"/>
                  <a:pt x="826253" y="98196"/>
                </a:cubicBezTo>
                <a:cubicBezTo>
                  <a:pt x="822914" y="98196"/>
                  <a:pt x="819904" y="97636"/>
                  <a:pt x="817224" y="96515"/>
                </a:cubicBezTo>
                <a:cubicBezTo>
                  <a:pt x="814544" y="95395"/>
                  <a:pt x="812578" y="93945"/>
                  <a:pt x="811326" y="92166"/>
                </a:cubicBezTo>
                <a:cubicBezTo>
                  <a:pt x="810074" y="90386"/>
                  <a:pt x="809206" y="87981"/>
                  <a:pt x="808723" y="84949"/>
                </a:cubicBezTo>
                <a:cubicBezTo>
                  <a:pt x="808327" y="82796"/>
                  <a:pt x="808130" y="78447"/>
                  <a:pt x="808130" y="71900"/>
                </a:cubicBezTo>
                <a:lnTo>
                  <a:pt x="808130" y="41387"/>
                </a:lnTo>
                <a:lnTo>
                  <a:pt x="799628" y="41387"/>
                </a:lnTo>
                <a:lnTo>
                  <a:pt x="799628" y="26625"/>
                </a:lnTo>
                <a:lnTo>
                  <a:pt x="808130" y="26625"/>
                </a:lnTo>
                <a:lnTo>
                  <a:pt x="808130" y="12653"/>
                </a:lnTo>
                <a:lnTo>
                  <a:pt x="826714" y="1713"/>
                </a:lnTo>
                <a:lnTo>
                  <a:pt x="826714" y="26625"/>
                </a:lnTo>
                <a:lnTo>
                  <a:pt x="839368" y="26625"/>
                </a:lnTo>
                <a:close/>
                <a:moveTo>
                  <a:pt x="866058" y="48241"/>
                </a:moveTo>
                <a:lnTo>
                  <a:pt x="849252" y="45210"/>
                </a:lnTo>
                <a:cubicBezTo>
                  <a:pt x="851141" y="38354"/>
                  <a:pt x="854393" y="33280"/>
                  <a:pt x="859006" y="29986"/>
                </a:cubicBezTo>
                <a:cubicBezTo>
                  <a:pt x="863619" y="26691"/>
                  <a:pt x="870473" y="25043"/>
                  <a:pt x="879568" y="25043"/>
                </a:cubicBezTo>
                <a:cubicBezTo>
                  <a:pt x="887828" y="25043"/>
                  <a:pt x="893979" y="26021"/>
                  <a:pt x="898021" y="27976"/>
                </a:cubicBezTo>
                <a:cubicBezTo>
                  <a:pt x="902063" y="29931"/>
                  <a:pt x="904908" y="32413"/>
                  <a:pt x="906555" y="35423"/>
                </a:cubicBezTo>
                <a:cubicBezTo>
                  <a:pt x="908203" y="38433"/>
                  <a:pt x="909026" y="43957"/>
                  <a:pt x="909026" y="51998"/>
                </a:cubicBezTo>
                <a:lnTo>
                  <a:pt x="908829" y="73614"/>
                </a:lnTo>
                <a:cubicBezTo>
                  <a:pt x="908829" y="79765"/>
                  <a:pt x="909125" y="84301"/>
                  <a:pt x="909718" y="87223"/>
                </a:cubicBezTo>
                <a:cubicBezTo>
                  <a:pt x="910312" y="90145"/>
                  <a:pt x="911421" y="93275"/>
                  <a:pt x="913047" y="96614"/>
                </a:cubicBezTo>
                <a:lnTo>
                  <a:pt x="894725" y="96614"/>
                </a:lnTo>
                <a:cubicBezTo>
                  <a:pt x="894242" y="95384"/>
                  <a:pt x="893649" y="93561"/>
                  <a:pt x="892946" y="91144"/>
                </a:cubicBezTo>
                <a:cubicBezTo>
                  <a:pt x="892639" y="90046"/>
                  <a:pt x="892419" y="89321"/>
                  <a:pt x="892287" y="88969"/>
                </a:cubicBezTo>
                <a:cubicBezTo>
                  <a:pt x="889124" y="92045"/>
                  <a:pt x="885741" y="94351"/>
                  <a:pt x="882138" y="95889"/>
                </a:cubicBezTo>
                <a:cubicBezTo>
                  <a:pt x="878535" y="97427"/>
                  <a:pt x="874691" y="98196"/>
                  <a:pt x="870605" y="98196"/>
                </a:cubicBezTo>
                <a:cubicBezTo>
                  <a:pt x="863399" y="98196"/>
                  <a:pt x="857721" y="96249"/>
                  <a:pt x="853569" y="92355"/>
                </a:cubicBezTo>
                <a:cubicBezTo>
                  <a:pt x="849417" y="88461"/>
                  <a:pt x="847341" y="83539"/>
                  <a:pt x="847341" y="77589"/>
                </a:cubicBezTo>
                <a:cubicBezTo>
                  <a:pt x="847341" y="73651"/>
                  <a:pt x="848286" y="70140"/>
                  <a:pt x="850175" y="67057"/>
                </a:cubicBezTo>
                <a:cubicBezTo>
                  <a:pt x="852064" y="63971"/>
                  <a:pt x="854711" y="61609"/>
                  <a:pt x="858116" y="59968"/>
                </a:cubicBezTo>
                <a:cubicBezTo>
                  <a:pt x="861521" y="58327"/>
                  <a:pt x="866431" y="56894"/>
                  <a:pt x="872846" y="55670"/>
                </a:cubicBezTo>
                <a:cubicBezTo>
                  <a:pt x="881501" y="54051"/>
                  <a:pt x="887498" y="52541"/>
                  <a:pt x="890837" y="51141"/>
                </a:cubicBezTo>
                <a:lnTo>
                  <a:pt x="890837" y="49275"/>
                </a:lnTo>
                <a:cubicBezTo>
                  <a:pt x="890837" y="45676"/>
                  <a:pt x="889958" y="43111"/>
                  <a:pt x="888201" y="41579"/>
                </a:cubicBezTo>
                <a:cubicBezTo>
                  <a:pt x="886444" y="40045"/>
                  <a:pt x="883127" y="39278"/>
                  <a:pt x="878250" y="39278"/>
                </a:cubicBezTo>
                <a:cubicBezTo>
                  <a:pt x="874955" y="39278"/>
                  <a:pt x="872384" y="39941"/>
                  <a:pt x="870539" y="41268"/>
                </a:cubicBezTo>
                <a:cubicBezTo>
                  <a:pt x="868694" y="42593"/>
                  <a:pt x="867200" y="44917"/>
                  <a:pt x="866058" y="48241"/>
                </a:cubicBezTo>
                <a:moveTo>
                  <a:pt x="890837" y="63267"/>
                </a:moveTo>
                <a:cubicBezTo>
                  <a:pt x="888465" y="64048"/>
                  <a:pt x="884708" y="64982"/>
                  <a:pt x="879568" y="66068"/>
                </a:cubicBezTo>
                <a:cubicBezTo>
                  <a:pt x="874427" y="67153"/>
                  <a:pt x="871066" y="68216"/>
                  <a:pt x="869485" y="69258"/>
                </a:cubicBezTo>
                <a:cubicBezTo>
                  <a:pt x="867068" y="70951"/>
                  <a:pt x="865860" y="73100"/>
                  <a:pt x="865860" y="75704"/>
                </a:cubicBezTo>
                <a:cubicBezTo>
                  <a:pt x="865860" y="78266"/>
                  <a:pt x="866826" y="80481"/>
                  <a:pt x="868760" y="82348"/>
                </a:cubicBezTo>
                <a:cubicBezTo>
                  <a:pt x="870693" y="84214"/>
                  <a:pt x="873153" y="85147"/>
                  <a:pt x="876141" y="85147"/>
                </a:cubicBezTo>
                <a:cubicBezTo>
                  <a:pt x="879480" y="85147"/>
                  <a:pt x="882665" y="84062"/>
                  <a:pt x="885697" y="81891"/>
                </a:cubicBezTo>
                <a:cubicBezTo>
                  <a:pt x="887937" y="80242"/>
                  <a:pt x="889409" y="78223"/>
                  <a:pt x="890112" y="75834"/>
                </a:cubicBezTo>
                <a:cubicBezTo>
                  <a:pt x="890596" y="74272"/>
                  <a:pt x="890837" y="71298"/>
                  <a:pt x="890837" y="66914"/>
                </a:cubicBezTo>
                <a:lnTo>
                  <a:pt x="890837" y="63267"/>
                </a:lnTo>
                <a:close/>
                <a:moveTo>
                  <a:pt x="959356" y="26625"/>
                </a:moveTo>
                <a:lnTo>
                  <a:pt x="959356" y="41387"/>
                </a:lnTo>
                <a:lnTo>
                  <a:pt x="946702" y="41387"/>
                </a:lnTo>
                <a:lnTo>
                  <a:pt x="946702" y="69549"/>
                </a:lnTo>
                <a:cubicBezTo>
                  <a:pt x="946702" y="75252"/>
                  <a:pt x="946823" y="78575"/>
                  <a:pt x="947065" y="79518"/>
                </a:cubicBezTo>
                <a:cubicBezTo>
                  <a:pt x="947306" y="80460"/>
                  <a:pt x="947855" y="81239"/>
                  <a:pt x="948712" y="81854"/>
                </a:cubicBezTo>
                <a:cubicBezTo>
                  <a:pt x="949569" y="82468"/>
                  <a:pt x="950612" y="82774"/>
                  <a:pt x="951843" y="82774"/>
                </a:cubicBezTo>
                <a:cubicBezTo>
                  <a:pt x="953556" y="82774"/>
                  <a:pt x="956038" y="82181"/>
                  <a:pt x="959290" y="80995"/>
                </a:cubicBezTo>
                <a:lnTo>
                  <a:pt x="960871" y="95416"/>
                </a:lnTo>
                <a:cubicBezTo>
                  <a:pt x="956566" y="97269"/>
                  <a:pt x="951689" y="98196"/>
                  <a:pt x="946241" y="98196"/>
                </a:cubicBezTo>
                <a:cubicBezTo>
                  <a:pt x="942902" y="98196"/>
                  <a:pt x="939892" y="97636"/>
                  <a:pt x="937212" y="96515"/>
                </a:cubicBezTo>
                <a:cubicBezTo>
                  <a:pt x="934532" y="95395"/>
                  <a:pt x="932566" y="93945"/>
                  <a:pt x="931314" y="92166"/>
                </a:cubicBezTo>
                <a:cubicBezTo>
                  <a:pt x="930062" y="90386"/>
                  <a:pt x="929194" y="87981"/>
                  <a:pt x="928711" y="84949"/>
                </a:cubicBezTo>
                <a:cubicBezTo>
                  <a:pt x="928315" y="82796"/>
                  <a:pt x="928117" y="78447"/>
                  <a:pt x="928117" y="71900"/>
                </a:cubicBezTo>
                <a:lnTo>
                  <a:pt x="928117" y="41387"/>
                </a:lnTo>
                <a:lnTo>
                  <a:pt x="919616" y="41387"/>
                </a:lnTo>
                <a:lnTo>
                  <a:pt x="919616" y="26625"/>
                </a:lnTo>
                <a:lnTo>
                  <a:pt x="928117" y="26625"/>
                </a:lnTo>
                <a:lnTo>
                  <a:pt x="928117" y="12653"/>
                </a:lnTo>
                <a:lnTo>
                  <a:pt x="946702" y="1713"/>
                </a:lnTo>
                <a:lnTo>
                  <a:pt x="946702" y="26625"/>
                </a:lnTo>
                <a:lnTo>
                  <a:pt x="959356" y="26625"/>
                </a:lnTo>
                <a:close/>
                <a:moveTo>
                  <a:pt x="972206" y="17135"/>
                </a:moveTo>
                <a:lnTo>
                  <a:pt x="972206" y="0"/>
                </a:lnTo>
                <a:lnTo>
                  <a:pt x="990725" y="0"/>
                </a:lnTo>
                <a:lnTo>
                  <a:pt x="990725" y="17135"/>
                </a:lnTo>
                <a:lnTo>
                  <a:pt x="972206" y="17135"/>
                </a:lnTo>
                <a:moveTo>
                  <a:pt x="972206" y="96614"/>
                </a:moveTo>
                <a:lnTo>
                  <a:pt x="972206" y="26625"/>
                </a:lnTo>
                <a:lnTo>
                  <a:pt x="990725" y="26625"/>
                </a:lnTo>
                <a:lnTo>
                  <a:pt x="990725" y="96614"/>
                </a:lnTo>
                <a:lnTo>
                  <a:pt x="972206" y="96614"/>
                </a:lnTo>
                <a:close/>
                <a:moveTo>
                  <a:pt x="1005444" y="60631"/>
                </a:moveTo>
                <a:cubicBezTo>
                  <a:pt x="1005444" y="54480"/>
                  <a:pt x="1006959" y="48527"/>
                  <a:pt x="1009991" y="42771"/>
                </a:cubicBezTo>
                <a:cubicBezTo>
                  <a:pt x="1013022" y="37016"/>
                  <a:pt x="1017317" y="32622"/>
                  <a:pt x="1022875" y="29591"/>
                </a:cubicBezTo>
                <a:cubicBezTo>
                  <a:pt x="1028433" y="26559"/>
                  <a:pt x="1034639" y="25043"/>
                  <a:pt x="1041493" y="25043"/>
                </a:cubicBezTo>
                <a:cubicBezTo>
                  <a:pt x="1052081" y="25043"/>
                  <a:pt x="1060758" y="28481"/>
                  <a:pt x="1067524" y="35357"/>
                </a:cubicBezTo>
                <a:cubicBezTo>
                  <a:pt x="1074291" y="42233"/>
                  <a:pt x="1077674" y="50921"/>
                  <a:pt x="1077674" y="61422"/>
                </a:cubicBezTo>
                <a:cubicBezTo>
                  <a:pt x="1077674" y="72010"/>
                  <a:pt x="1074258" y="80786"/>
                  <a:pt x="1067426" y="87750"/>
                </a:cubicBezTo>
                <a:cubicBezTo>
                  <a:pt x="1060594" y="94714"/>
                  <a:pt x="1051993" y="98196"/>
                  <a:pt x="1041624" y="98196"/>
                </a:cubicBezTo>
                <a:cubicBezTo>
                  <a:pt x="1035210" y="98196"/>
                  <a:pt x="1029092" y="96746"/>
                  <a:pt x="1023270" y="93846"/>
                </a:cubicBezTo>
                <a:cubicBezTo>
                  <a:pt x="1017449" y="90946"/>
                  <a:pt x="1013022" y="86696"/>
                  <a:pt x="1009991" y="81094"/>
                </a:cubicBezTo>
                <a:cubicBezTo>
                  <a:pt x="1006959" y="75492"/>
                  <a:pt x="1005444" y="68671"/>
                  <a:pt x="1005444" y="60631"/>
                </a:cubicBezTo>
                <a:moveTo>
                  <a:pt x="1024424" y="61620"/>
                </a:moveTo>
                <a:cubicBezTo>
                  <a:pt x="1024424" y="68539"/>
                  <a:pt x="1026071" y="73839"/>
                  <a:pt x="1029366" y="77519"/>
                </a:cubicBezTo>
                <a:cubicBezTo>
                  <a:pt x="1032662" y="81198"/>
                  <a:pt x="1036726" y="83038"/>
                  <a:pt x="1041559" y="83038"/>
                </a:cubicBezTo>
                <a:cubicBezTo>
                  <a:pt x="1046391" y="83038"/>
                  <a:pt x="1050445" y="81198"/>
                  <a:pt x="1053718" y="77519"/>
                </a:cubicBezTo>
                <a:cubicBezTo>
                  <a:pt x="1056991" y="73839"/>
                  <a:pt x="1058628" y="68495"/>
                  <a:pt x="1058628" y="61488"/>
                </a:cubicBezTo>
                <a:cubicBezTo>
                  <a:pt x="1058628" y="54656"/>
                  <a:pt x="1056991" y="49400"/>
                  <a:pt x="1053718" y="45720"/>
                </a:cubicBezTo>
                <a:cubicBezTo>
                  <a:pt x="1050445" y="42041"/>
                  <a:pt x="1046391" y="40201"/>
                  <a:pt x="1041559" y="40201"/>
                </a:cubicBezTo>
                <a:cubicBezTo>
                  <a:pt x="1036726" y="40201"/>
                  <a:pt x="1032662" y="42041"/>
                  <a:pt x="1029366" y="45720"/>
                </a:cubicBezTo>
                <a:cubicBezTo>
                  <a:pt x="1026071" y="49400"/>
                  <a:pt x="1024424" y="54700"/>
                  <a:pt x="1024424" y="61620"/>
                </a:cubicBezTo>
                <a:close/>
                <a:moveTo>
                  <a:pt x="1155856" y="96614"/>
                </a:moveTo>
                <a:lnTo>
                  <a:pt x="1137338" y="96614"/>
                </a:lnTo>
                <a:lnTo>
                  <a:pt x="1137338" y="60936"/>
                </a:lnTo>
                <a:cubicBezTo>
                  <a:pt x="1137338" y="53387"/>
                  <a:pt x="1136942" y="48505"/>
                  <a:pt x="1136151" y="46289"/>
                </a:cubicBezTo>
                <a:cubicBezTo>
                  <a:pt x="1135361" y="44073"/>
                  <a:pt x="1134075" y="42350"/>
                  <a:pt x="1132296" y="41122"/>
                </a:cubicBezTo>
                <a:cubicBezTo>
                  <a:pt x="1130517" y="39893"/>
                  <a:pt x="1128375" y="39278"/>
                  <a:pt x="1125870" y="39278"/>
                </a:cubicBezTo>
                <a:cubicBezTo>
                  <a:pt x="1122663" y="39278"/>
                  <a:pt x="1119785" y="40156"/>
                  <a:pt x="1117237" y="41912"/>
                </a:cubicBezTo>
                <a:cubicBezTo>
                  <a:pt x="1114689" y="43667"/>
                  <a:pt x="1112942" y="45993"/>
                  <a:pt x="1111998" y="48890"/>
                </a:cubicBezTo>
                <a:cubicBezTo>
                  <a:pt x="1111053" y="51786"/>
                  <a:pt x="1110581" y="57139"/>
                  <a:pt x="1110581" y="64952"/>
                </a:cubicBezTo>
                <a:lnTo>
                  <a:pt x="1110581" y="96614"/>
                </a:lnTo>
                <a:lnTo>
                  <a:pt x="1092062" y="96614"/>
                </a:lnTo>
                <a:lnTo>
                  <a:pt x="1092062" y="26625"/>
                </a:lnTo>
                <a:lnTo>
                  <a:pt x="1109263" y="26625"/>
                </a:lnTo>
                <a:lnTo>
                  <a:pt x="1109263" y="36906"/>
                </a:lnTo>
                <a:cubicBezTo>
                  <a:pt x="1115370" y="28997"/>
                  <a:pt x="1123059" y="25043"/>
                  <a:pt x="1132329" y="25043"/>
                </a:cubicBezTo>
                <a:cubicBezTo>
                  <a:pt x="1136415" y="25043"/>
                  <a:pt x="1140149" y="25779"/>
                  <a:pt x="1143533" y="27251"/>
                </a:cubicBezTo>
                <a:cubicBezTo>
                  <a:pt x="1146916" y="28723"/>
                  <a:pt x="1149475" y="30601"/>
                  <a:pt x="1151210" y="32886"/>
                </a:cubicBezTo>
                <a:cubicBezTo>
                  <a:pt x="1152946" y="35170"/>
                  <a:pt x="1154154" y="37763"/>
                  <a:pt x="1154835" y="40662"/>
                </a:cubicBezTo>
                <a:cubicBezTo>
                  <a:pt x="1155516" y="43562"/>
                  <a:pt x="1155856" y="47714"/>
                  <a:pt x="1155856" y="53118"/>
                </a:cubicBezTo>
                <a:lnTo>
                  <a:pt x="1155856" y="96614"/>
                </a:lnTo>
                <a:close/>
              </a:path>
            </a:pathLst>
          </a:custGeom>
          <a:solidFill xmlns:a="http://schemas.openxmlformats.org/drawingml/2006/main">
            <a:srgbClr val="11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oftheresponse?">
            <a:extLst xmlns:a="http://schemas.openxmlformats.org/drawingml/2006/main">
              <a:ext uri="{FF2B5EF4-FFF2-40B4-BE49-F238E27FC236}">
                <a16:creationId xmlns:a16="http://schemas.microsoft.com/office/drawing/2014/main" id="{10C83DC1-9D74-412C-8C7F-CB5A723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37" y="5196832"/>
            <a:ext cx="994141" cy="125084"/>
          </a:xfrm>
          <a:custGeom xmlns:a="http://schemas.openxmlformats.org/drawingml/2006/main">
            <a:pathLst>
              <a:path w="994141" h="125084">
                <a:moveTo>
                  <a:pt x="0" y="63201"/>
                </a:moveTo>
                <a:cubicBezTo>
                  <a:pt x="0" y="50240"/>
                  <a:pt x="3603" y="40640"/>
                  <a:pt x="10808" y="34402"/>
                </a:cubicBezTo>
                <a:cubicBezTo>
                  <a:pt x="16827" y="29217"/>
                  <a:pt x="24165" y="26625"/>
                  <a:pt x="32820" y="26625"/>
                </a:cubicBezTo>
                <a:cubicBezTo>
                  <a:pt x="42442" y="26625"/>
                  <a:pt x="50306" y="29777"/>
                  <a:pt x="56413" y="36082"/>
                </a:cubicBezTo>
                <a:cubicBezTo>
                  <a:pt x="62520" y="42387"/>
                  <a:pt x="65574" y="51097"/>
                  <a:pt x="65574" y="62213"/>
                </a:cubicBezTo>
                <a:cubicBezTo>
                  <a:pt x="65574" y="71219"/>
                  <a:pt x="64223" y="78304"/>
                  <a:pt x="61521" y="83466"/>
                </a:cubicBezTo>
                <a:cubicBezTo>
                  <a:pt x="58819" y="88629"/>
                  <a:pt x="54886" y="92638"/>
                  <a:pt x="49724" y="95494"/>
                </a:cubicBezTo>
                <a:cubicBezTo>
                  <a:pt x="44562" y="98350"/>
                  <a:pt x="38927" y="99778"/>
                  <a:pt x="32820" y="99778"/>
                </a:cubicBezTo>
                <a:cubicBezTo>
                  <a:pt x="23022" y="99778"/>
                  <a:pt x="15103" y="96636"/>
                  <a:pt x="9062" y="90353"/>
                </a:cubicBezTo>
                <a:cubicBezTo>
                  <a:pt x="3021" y="84071"/>
                  <a:pt x="0" y="75020"/>
                  <a:pt x="0" y="63201"/>
                </a:cubicBezTo>
                <a:moveTo>
                  <a:pt x="12192" y="63168"/>
                </a:moveTo>
                <a:cubicBezTo>
                  <a:pt x="12192" y="72098"/>
                  <a:pt x="14147" y="78785"/>
                  <a:pt x="18057" y="83228"/>
                </a:cubicBezTo>
                <a:cubicBezTo>
                  <a:pt x="21968" y="87671"/>
                  <a:pt x="26889" y="89892"/>
                  <a:pt x="32820" y="89892"/>
                </a:cubicBezTo>
                <a:cubicBezTo>
                  <a:pt x="38707" y="89892"/>
                  <a:pt x="43606" y="87660"/>
                  <a:pt x="47516" y="83195"/>
                </a:cubicBezTo>
                <a:cubicBezTo>
                  <a:pt x="51427" y="78730"/>
                  <a:pt x="53382" y="71923"/>
                  <a:pt x="53382" y="62775"/>
                </a:cubicBezTo>
                <a:cubicBezTo>
                  <a:pt x="53382" y="54151"/>
                  <a:pt x="51416" y="47618"/>
                  <a:pt x="47483" y="43175"/>
                </a:cubicBezTo>
                <a:cubicBezTo>
                  <a:pt x="43551" y="38732"/>
                  <a:pt x="38663" y="36510"/>
                  <a:pt x="32820" y="36510"/>
                </a:cubicBezTo>
                <a:cubicBezTo>
                  <a:pt x="26889" y="36510"/>
                  <a:pt x="21968" y="38721"/>
                  <a:pt x="18057" y="43142"/>
                </a:cubicBezTo>
                <a:cubicBezTo>
                  <a:pt x="14147" y="47563"/>
                  <a:pt x="12192" y="54238"/>
                  <a:pt x="12192" y="63168"/>
                </a:cubicBezTo>
                <a:close/>
                <a:moveTo>
                  <a:pt x="82293" y="98196"/>
                </a:moveTo>
                <a:lnTo>
                  <a:pt x="82293" y="37433"/>
                </a:lnTo>
                <a:lnTo>
                  <a:pt x="71814" y="37433"/>
                </a:lnTo>
                <a:lnTo>
                  <a:pt x="71814" y="28207"/>
                </a:lnTo>
                <a:lnTo>
                  <a:pt x="82293" y="28207"/>
                </a:lnTo>
                <a:lnTo>
                  <a:pt x="82293" y="20776"/>
                </a:lnTo>
                <a:cubicBezTo>
                  <a:pt x="82293" y="16086"/>
                  <a:pt x="82710" y="12601"/>
                  <a:pt x="83545" y="10322"/>
                </a:cubicBezTo>
                <a:cubicBezTo>
                  <a:pt x="84687" y="7255"/>
                  <a:pt x="86697" y="4768"/>
                  <a:pt x="89575" y="2861"/>
                </a:cubicBezTo>
                <a:cubicBezTo>
                  <a:pt x="92453" y="954"/>
                  <a:pt x="96484" y="0"/>
                  <a:pt x="101668" y="0"/>
                </a:cubicBezTo>
                <a:cubicBezTo>
                  <a:pt x="105007" y="0"/>
                  <a:pt x="108698" y="395"/>
                  <a:pt x="112740" y="1186"/>
                </a:cubicBezTo>
                <a:lnTo>
                  <a:pt x="110961" y="11533"/>
                </a:lnTo>
                <a:cubicBezTo>
                  <a:pt x="108500" y="11094"/>
                  <a:pt x="106172" y="10874"/>
                  <a:pt x="103975" y="10874"/>
                </a:cubicBezTo>
                <a:cubicBezTo>
                  <a:pt x="100372" y="10874"/>
                  <a:pt x="97824" y="11640"/>
                  <a:pt x="96330" y="13172"/>
                </a:cubicBezTo>
                <a:cubicBezTo>
                  <a:pt x="94836" y="14705"/>
                  <a:pt x="94089" y="17571"/>
                  <a:pt x="94089" y="21773"/>
                </a:cubicBezTo>
                <a:lnTo>
                  <a:pt x="94089" y="28207"/>
                </a:lnTo>
                <a:lnTo>
                  <a:pt x="107731" y="28207"/>
                </a:lnTo>
                <a:lnTo>
                  <a:pt x="107731" y="37433"/>
                </a:lnTo>
                <a:lnTo>
                  <a:pt x="94089" y="37433"/>
                </a:lnTo>
                <a:lnTo>
                  <a:pt x="94089" y="98196"/>
                </a:lnTo>
                <a:lnTo>
                  <a:pt x="82293" y="98196"/>
                </a:lnTo>
                <a:close/>
                <a:moveTo>
                  <a:pt x="180402" y="87717"/>
                </a:moveTo>
                <a:lnTo>
                  <a:pt x="182116" y="98196"/>
                </a:lnTo>
                <a:cubicBezTo>
                  <a:pt x="178777" y="98811"/>
                  <a:pt x="175789" y="99119"/>
                  <a:pt x="173153" y="99119"/>
                </a:cubicBezTo>
                <a:cubicBezTo>
                  <a:pt x="168847" y="99119"/>
                  <a:pt x="165508" y="98438"/>
                  <a:pt x="163136" y="97076"/>
                </a:cubicBezTo>
                <a:cubicBezTo>
                  <a:pt x="160763" y="95713"/>
                  <a:pt x="159094" y="93923"/>
                  <a:pt x="158127" y="91704"/>
                </a:cubicBezTo>
                <a:cubicBezTo>
                  <a:pt x="157160" y="89486"/>
                  <a:pt x="156677" y="84817"/>
                  <a:pt x="156677" y="77700"/>
                </a:cubicBezTo>
                <a:lnTo>
                  <a:pt x="156677" y="37433"/>
                </a:lnTo>
                <a:lnTo>
                  <a:pt x="147978" y="37433"/>
                </a:lnTo>
                <a:lnTo>
                  <a:pt x="147978" y="28207"/>
                </a:lnTo>
                <a:lnTo>
                  <a:pt x="156677" y="28207"/>
                </a:lnTo>
                <a:lnTo>
                  <a:pt x="156677" y="10827"/>
                </a:lnTo>
                <a:lnTo>
                  <a:pt x="168474" y="3691"/>
                </a:lnTo>
                <a:lnTo>
                  <a:pt x="168474" y="28207"/>
                </a:lnTo>
                <a:lnTo>
                  <a:pt x="180402" y="28207"/>
                </a:lnTo>
                <a:lnTo>
                  <a:pt x="180402" y="37433"/>
                </a:lnTo>
                <a:lnTo>
                  <a:pt x="168474" y="37433"/>
                </a:lnTo>
                <a:lnTo>
                  <a:pt x="168474" y="78359"/>
                </a:lnTo>
                <a:cubicBezTo>
                  <a:pt x="168474" y="81742"/>
                  <a:pt x="168682" y="83917"/>
                  <a:pt x="169100" y="84883"/>
                </a:cubicBezTo>
                <a:cubicBezTo>
                  <a:pt x="169517" y="85850"/>
                  <a:pt x="170198" y="86619"/>
                  <a:pt x="171143" y="87190"/>
                </a:cubicBezTo>
                <a:cubicBezTo>
                  <a:pt x="172087" y="87761"/>
                  <a:pt x="173438" y="88047"/>
                  <a:pt x="175196" y="88047"/>
                </a:cubicBezTo>
                <a:cubicBezTo>
                  <a:pt x="176514" y="88047"/>
                  <a:pt x="178249" y="87937"/>
                  <a:pt x="180402" y="87717"/>
                </a:cubicBezTo>
                <a:close/>
                <a:moveTo>
                  <a:pt x="192024" y="98196"/>
                </a:moveTo>
                <a:lnTo>
                  <a:pt x="192024" y="1582"/>
                </a:lnTo>
                <a:lnTo>
                  <a:pt x="203886" y="1582"/>
                </a:lnTo>
                <a:lnTo>
                  <a:pt x="203886" y="36247"/>
                </a:lnTo>
                <a:cubicBezTo>
                  <a:pt x="209422" y="29832"/>
                  <a:pt x="216408" y="26625"/>
                  <a:pt x="224844" y="26625"/>
                </a:cubicBezTo>
                <a:cubicBezTo>
                  <a:pt x="230028" y="26625"/>
                  <a:pt x="234531" y="27646"/>
                  <a:pt x="238354" y="29689"/>
                </a:cubicBezTo>
                <a:cubicBezTo>
                  <a:pt x="242176" y="31732"/>
                  <a:pt x="244911" y="34555"/>
                  <a:pt x="246559" y="38158"/>
                </a:cubicBezTo>
                <a:cubicBezTo>
                  <a:pt x="248206" y="41761"/>
                  <a:pt x="249030" y="46989"/>
                  <a:pt x="249030" y="53843"/>
                </a:cubicBezTo>
                <a:lnTo>
                  <a:pt x="249030" y="98196"/>
                </a:lnTo>
                <a:lnTo>
                  <a:pt x="237168" y="98196"/>
                </a:lnTo>
                <a:lnTo>
                  <a:pt x="237168" y="53843"/>
                </a:lnTo>
                <a:cubicBezTo>
                  <a:pt x="237168" y="47912"/>
                  <a:pt x="235882" y="43595"/>
                  <a:pt x="233312" y="40893"/>
                </a:cubicBezTo>
                <a:cubicBezTo>
                  <a:pt x="230742" y="38191"/>
                  <a:pt x="227106" y="36840"/>
                  <a:pt x="222405" y="36840"/>
                </a:cubicBezTo>
                <a:cubicBezTo>
                  <a:pt x="218890" y="36840"/>
                  <a:pt x="215584" y="37752"/>
                  <a:pt x="212487" y="39575"/>
                </a:cubicBezTo>
                <a:cubicBezTo>
                  <a:pt x="209389" y="41398"/>
                  <a:pt x="207182" y="43870"/>
                  <a:pt x="205864" y="46989"/>
                </a:cubicBezTo>
                <a:cubicBezTo>
                  <a:pt x="204545" y="50108"/>
                  <a:pt x="203886" y="54414"/>
                  <a:pt x="203886" y="59906"/>
                </a:cubicBezTo>
                <a:lnTo>
                  <a:pt x="203886" y="98196"/>
                </a:lnTo>
                <a:lnTo>
                  <a:pt x="192024" y="98196"/>
                </a:lnTo>
                <a:close/>
                <a:moveTo>
                  <a:pt x="314979" y="75657"/>
                </a:moveTo>
                <a:lnTo>
                  <a:pt x="327237" y="77173"/>
                </a:lnTo>
                <a:cubicBezTo>
                  <a:pt x="325303" y="84334"/>
                  <a:pt x="321723" y="89892"/>
                  <a:pt x="316494" y="93846"/>
                </a:cubicBezTo>
                <a:cubicBezTo>
                  <a:pt x="311266" y="97800"/>
                  <a:pt x="304588" y="99778"/>
                  <a:pt x="296460" y="99778"/>
                </a:cubicBezTo>
                <a:cubicBezTo>
                  <a:pt x="286223" y="99778"/>
                  <a:pt x="278106" y="96625"/>
                  <a:pt x="272109" y="90320"/>
                </a:cubicBezTo>
                <a:cubicBezTo>
                  <a:pt x="266111" y="84016"/>
                  <a:pt x="263113" y="75174"/>
                  <a:pt x="263113" y="63794"/>
                </a:cubicBezTo>
                <a:cubicBezTo>
                  <a:pt x="263113" y="52020"/>
                  <a:pt x="266144" y="42881"/>
                  <a:pt x="272207" y="36379"/>
                </a:cubicBezTo>
                <a:cubicBezTo>
                  <a:pt x="278270" y="29876"/>
                  <a:pt x="286135" y="26625"/>
                  <a:pt x="295801" y="26625"/>
                </a:cubicBezTo>
                <a:cubicBezTo>
                  <a:pt x="305159" y="26625"/>
                  <a:pt x="312804" y="29805"/>
                  <a:pt x="318735" y="36166"/>
                </a:cubicBezTo>
                <a:cubicBezTo>
                  <a:pt x="324666" y="42526"/>
                  <a:pt x="327632" y="51474"/>
                  <a:pt x="327632" y="63010"/>
                </a:cubicBezTo>
                <a:cubicBezTo>
                  <a:pt x="327632" y="63711"/>
                  <a:pt x="327610" y="64764"/>
                  <a:pt x="327566" y="66167"/>
                </a:cubicBezTo>
                <a:lnTo>
                  <a:pt x="275371" y="66167"/>
                </a:lnTo>
                <a:cubicBezTo>
                  <a:pt x="275810" y="73834"/>
                  <a:pt x="277985" y="79704"/>
                  <a:pt x="281895" y="83780"/>
                </a:cubicBezTo>
                <a:cubicBezTo>
                  <a:pt x="285805" y="87855"/>
                  <a:pt x="290682" y="89892"/>
                  <a:pt x="296526" y="89892"/>
                </a:cubicBezTo>
                <a:cubicBezTo>
                  <a:pt x="300875" y="89892"/>
                  <a:pt x="304588" y="88761"/>
                  <a:pt x="307663" y="86498"/>
                </a:cubicBezTo>
                <a:cubicBezTo>
                  <a:pt x="310739" y="84234"/>
                  <a:pt x="313177" y="80620"/>
                  <a:pt x="314979" y="75657"/>
                </a:cubicBezTo>
                <a:moveTo>
                  <a:pt x="276030" y="56281"/>
                </a:moveTo>
                <a:lnTo>
                  <a:pt x="315110" y="56281"/>
                </a:lnTo>
                <a:cubicBezTo>
                  <a:pt x="314583" y="50490"/>
                  <a:pt x="313089" y="46147"/>
                  <a:pt x="310629" y="43251"/>
                </a:cubicBezTo>
                <a:cubicBezTo>
                  <a:pt x="306851" y="38757"/>
                  <a:pt x="301952" y="36510"/>
                  <a:pt x="295933" y="36510"/>
                </a:cubicBezTo>
                <a:cubicBezTo>
                  <a:pt x="290485" y="36510"/>
                  <a:pt x="285904" y="38304"/>
                  <a:pt x="282192" y="41892"/>
                </a:cubicBezTo>
                <a:cubicBezTo>
                  <a:pt x="278479" y="45478"/>
                  <a:pt x="276425" y="50275"/>
                  <a:pt x="276030" y="56281"/>
                </a:cubicBezTo>
                <a:close/>
                <a:moveTo>
                  <a:pt x="379500" y="98196"/>
                </a:moveTo>
                <a:lnTo>
                  <a:pt x="379500" y="28207"/>
                </a:lnTo>
                <a:lnTo>
                  <a:pt x="390177" y="28207"/>
                </a:lnTo>
                <a:lnTo>
                  <a:pt x="390177" y="38751"/>
                </a:lnTo>
                <a:cubicBezTo>
                  <a:pt x="392901" y="33814"/>
                  <a:pt x="395416" y="30559"/>
                  <a:pt x="397723" y="28985"/>
                </a:cubicBezTo>
                <a:cubicBezTo>
                  <a:pt x="400029" y="27412"/>
                  <a:pt x="402566" y="26625"/>
                  <a:pt x="405334" y="26625"/>
                </a:cubicBezTo>
                <a:cubicBezTo>
                  <a:pt x="409333" y="26625"/>
                  <a:pt x="413397" y="27894"/>
                  <a:pt x="417527" y="30431"/>
                </a:cubicBezTo>
                <a:lnTo>
                  <a:pt x="413441" y="41387"/>
                </a:lnTo>
                <a:cubicBezTo>
                  <a:pt x="410541" y="39674"/>
                  <a:pt x="407641" y="38817"/>
                  <a:pt x="404741" y="38817"/>
                </a:cubicBezTo>
                <a:cubicBezTo>
                  <a:pt x="402149" y="38817"/>
                  <a:pt x="399820" y="39598"/>
                  <a:pt x="397756" y="41161"/>
                </a:cubicBezTo>
                <a:cubicBezTo>
                  <a:pt x="395691" y="42722"/>
                  <a:pt x="394219" y="44888"/>
                  <a:pt x="393340" y="47658"/>
                </a:cubicBezTo>
                <a:cubicBezTo>
                  <a:pt x="392022" y="51880"/>
                  <a:pt x="391363" y="56498"/>
                  <a:pt x="391363" y="61512"/>
                </a:cubicBezTo>
                <a:lnTo>
                  <a:pt x="391363" y="98196"/>
                </a:lnTo>
                <a:lnTo>
                  <a:pt x="379500" y="98196"/>
                </a:lnTo>
                <a:close/>
                <a:moveTo>
                  <a:pt x="472489" y="75657"/>
                </a:moveTo>
                <a:lnTo>
                  <a:pt x="484747" y="77173"/>
                </a:lnTo>
                <a:cubicBezTo>
                  <a:pt x="482814" y="84334"/>
                  <a:pt x="479233" y="89892"/>
                  <a:pt x="474005" y="93846"/>
                </a:cubicBezTo>
                <a:cubicBezTo>
                  <a:pt x="468776" y="97800"/>
                  <a:pt x="462098" y="99778"/>
                  <a:pt x="453970" y="99778"/>
                </a:cubicBezTo>
                <a:cubicBezTo>
                  <a:pt x="443733" y="99778"/>
                  <a:pt x="435616" y="96625"/>
                  <a:pt x="429619" y="90320"/>
                </a:cubicBezTo>
                <a:cubicBezTo>
                  <a:pt x="423622" y="84016"/>
                  <a:pt x="420623" y="75174"/>
                  <a:pt x="420623" y="63794"/>
                </a:cubicBezTo>
                <a:cubicBezTo>
                  <a:pt x="420623" y="52020"/>
                  <a:pt x="423655" y="42881"/>
                  <a:pt x="429718" y="36379"/>
                </a:cubicBezTo>
                <a:cubicBezTo>
                  <a:pt x="435781" y="29876"/>
                  <a:pt x="443645" y="26625"/>
                  <a:pt x="453311" y="26625"/>
                </a:cubicBezTo>
                <a:cubicBezTo>
                  <a:pt x="462669" y="26625"/>
                  <a:pt x="470314" y="29805"/>
                  <a:pt x="476245" y="36166"/>
                </a:cubicBezTo>
                <a:cubicBezTo>
                  <a:pt x="482177" y="42526"/>
                  <a:pt x="485142" y="51474"/>
                  <a:pt x="485142" y="63010"/>
                </a:cubicBezTo>
                <a:cubicBezTo>
                  <a:pt x="485142" y="63711"/>
                  <a:pt x="485120" y="64764"/>
                  <a:pt x="485076" y="66167"/>
                </a:cubicBezTo>
                <a:lnTo>
                  <a:pt x="432881" y="66167"/>
                </a:lnTo>
                <a:cubicBezTo>
                  <a:pt x="433320" y="73834"/>
                  <a:pt x="435495" y="79704"/>
                  <a:pt x="439405" y="83780"/>
                </a:cubicBezTo>
                <a:cubicBezTo>
                  <a:pt x="443316" y="87855"/>
                  <a:pt x="448193" y="89892"/>
                  <a:pt x="454036" y="89892"/>
                </a:cubicBezTo>
                <a:cubicBezTo>
                  <a:pt x="458386" y="89892"/>
                  <a:pt x="462098" y="88761"/>
                  <a:pt x="465174" y="86498"/>
                </a:cubicBezTo>
                <a:cubicBezTo>
                  <a:pt x="468249" y="84234"/>
                  <a:pt x="470687" y="80620"/>
                  <a:pt x="472489" y="75657"/>
                </a:cubicBezTo>
                <a:moveTo>
                  <a:pt x="433540" y="56281"/>
                </a:moveTo>
                <a:lnTo>
                  <a:pt x="472621" y="56281"/>
                </a:lnTo>
                <a:cubicBezTo>
                  <a:pt x="472093" y="50490"/>
                  <a:pt x="470600" y="46147"/>
                  <a:pt x="468139" y="43251"/>
                </a:cubicBezTo>
                <a:cubicBezTo>
                  <a:pt x="464361" y="38757"/>
                  <a:pt x="459462" y="36510"/>
                  <a:pt x="453443" y="36510"/>
                </a:cubicBezTo>
                <a:cubicBezTo>
                  <a:pt x="447995" y="36510"/>
                  <a:pt x="443415" y="38304"/>
                  <a:pt x="439702" y="41892"/>
                </a:cubicBezTo>
                <a:cubicBezTo>
                  <a:pt x="435989" y="45478"/>
                  <a:pt x="433935" y="50275"/>
                  <a:pt x="433540" y="56281"/>
                </a:cubicBezTo>
                <a:close/>
                <a:moveTo>
                  <a:pt x="494875" y="77239"/>
                </a:moveTo>
                <a:lnTo>
                  <a:pt x="506606" y="75393"/>
                </a:lnTo>
                <a:cubicBezTo>
                  <a:pt x="507265" y="80074"/>
                  <a:pt x="509099" y="83661"/>
                  <a:pt x="512109" y="86154"/>
                </a:cubicBezTo>
                <a:cubicBezTo>
                  <a:pt x="515118" y="88646"/>
                  <a:pt x="519325" y="89892"/>
                  <a:pt x="524729" y="89892"/>
                </a:cubicBezTo>
                <a:cubicBezTo>
                  <a:pt x="530177" y="89892"/>
                  <a:pt x="534219" y="88792"/>
                  <a:pt x="536855" y="86591"/>
                </a:cubicBezTo>
                <a:cubicBezTo>
                  <a:pt x="539491" y="84388"/>
                  <a:pt x="540810" y="81806"/>
                  <a:pt x="540810" y="78843"/>
                </a:cubicBezTo>
                <a:cubicBezTo>
                  <a:pt x="540810" y="76183"/>
                  <a:pt x="539645" y="74091"/>
                  <a:pt x="537317" y="72566"/>
                </a:cubicBezTo>
                <a:cubicBezTo>
                  <a:pt x="535691" y="71519"/>
                  <a:pt x="531649" y="70190"/>
                  <a:pt x="525190" y="68576"/>
                </a:cubicBezTo>
                <a:cubicBezTo>
                  <a:pt x="516491" y="66378"/>
                  <a:pt x="510461" y="64477"/>
                  <a:pt x="507100" y="62872"/>
                </a:cubicBezTo>
                <a:cubicBezTo>
                  <a:pt x="503739" y="61267"/>
                  <a:pt x="501191" y="59046"/>
                  <a:pt x="499455" y="56209"/>
                </a:cubicBezTo>
                <a:cubicBezTo>
                  <a:pt x="497720" y="53373"/>
                  <a:pt x="496852" y="50240"/>
                  <a:pt x="496852" y="46810"/>
                </a:cubicBezTo>
                <a:cubicBezTo>
                  <a:pt x="496852" y="43688"/>
                  <a:pt x="497566" y="40796"/>
                  <a:pt x="498994" y="38135"/>
                </a:cubicBezTo>
                <a:cubicBezTo>
                  <a:pt x="500422" y="35474"/>
                  <a:pt x="502366" y="33265"/>
                  <a:pt x="504826" y="31506"/>
                </a:cubicBezTo>
                <a:cubicBezTo>
                  <a:pt x="506672" y="30143"/>
                  <a:pt x="509187" y="28989"/>
                  <a:pt x="512372" y="28044"/>
                </a:cubicBezTo>
                <a:cubicBezTo>
                  <a:pt x="515558" y="27098"/>
                  <a:pt x="518974" y="26625"/>
                  <a:pt x="522620" y="26625"/>
                </a:cubicBezTo>
                <a:cubicBezTo>
                  <a:pt x="528112" y="26625"/>
                  <a:pt x="532934" y="27421"/>
                  <a:pt x="537086" y="29014"/>
                </a:cubicBezTo>
                <a:cubicBezTo>
                  <a:pt x="541238" y="30605"/>
                  <a:pt x="544302" y="32761"/>
                  <a:pt x="546279" y="35483"/>
                </a:cubicBezTo>
                <a:cubicBezTo>
                  <a:pt x="548257" y="38203"/>
                  <a:pt x="549619" y="41840"/>
                  <a:pt x="550365" y="46396"/>
                </a:cubicBezTo>
                <a:lnTo>
                  <a:pt x="538767" y="47978"/>
                </a:lnTo>
                <a:cubicBezTo>
                  <a:pt x="538239" y="44375"/>
                  <a:pt x="536713" y="41563"/>
                  <a:pt x="534186" y="39542"/>
                </a:cubicBezTo>
                <a:cubicBezTo>
                  <a:pt x="531660" y="37521"/>
                  <a:pt x="528090" y="36510"/>
                  <a:pt x="523477" y="36510"/>
                </a:cubicBezTo>
                <a:cubicBezTo>
                  <a:pt x="518029" y="36510"/>
                  <a:pt x="514141" y="37407"/>
                  <a:pt x="511812" y="39200"/>
                </a:cubicBezTo>
                <a:cubicBezTo>
                  <a:pt x="509484" y="40992"/>
                  <a:pt x="508319" y="43090"/>
                  <a:pt x="508319" y="45496"/>
                </a:cubicBezTo>
                <a:cubicBezTo>
                  <a:pt x="508319" y="47025"/>
                  <a:pt x="508803" y="48403"/>
                  <a:pt x="509769" y="49627"/>
                </a:cubicBezTo>
                <a:cubicBezTo>
                  <a:pt x="510736" y="50894"/>
                  <a:pt x="512251" y="51943"/>
                  <a:pt x="514316" y="52774"/>
                </a:cubicBezTo>
                <a:cubicBezTo>
                  <a:pt x="515503" y="53212"/>
                  <a:pt x="518996" y="54218"/>
                  <a:pt x="524795" y="55791"/>
                </a:cubicBezTo>
                <a:cubicBezTo>
                  <a:pt x="533187" y="58031"/>
                  <a:pt x="539041" y="59864"/>
                  <a:pt x="542358" y="61290"/>
                </a:cubicBezTo>
                <a:cubicBezTo>
                  <a:pt x="545675" y="62717"/>
                  <a:pt x="548279" y="64791"/>
                  <a:pt x="550168" y="67514"/>
                </a:cubicBezTo>
                <a:cubicBezTo>
                  <a:pt x="552057" y="70235"/>
                  <a:pt x="553002" y="73615"/>
                  <a:pt x="553002" y="77653"/>
                </a:cubicBezTo>
                <a:cubicBezTo>
                  <a:pt x="553002" y="81604"/>
                  <a:pt x="551848" y="85325"/>
                  <a:pt x="549542" y="88815"/>
                </a:cubicBezTo>
                <a:cubicBezTo>
                  <a:pt x="547235" y="92304"/>
                  <a:pt x="543907" y="95003"/>
                  <a:pt x="539557" y="96913"/>
                </a:cubicBezTo>
                <a:cubicBezTo>
                  <a:pt x="535208" y="98823"/>
                  <a:pt x="530287" y="99778"/>
                  <a:pt x="524795" y="99778"/>
                </a:cubicBezTo>
                <a:cubicBezTo>
                  <a:pt x="515700" y="99778"/>
                  <a:pt x="508770" y="97883"/>
                  <a:pt x="504003" y="94093"/>
                </a:cubicBezTo>
                <a:cubicBezTo>
                  <a:pt x="499236" y="90304"/>
                  <a:pt x="496193" y="84686"/>
                  <a:pt x="494875" y="77239"/>
                </a:cubicBezTo>
                <a:close/>
                <a:moveTo>
                  <a:pt x="567105" y="125084"/>
                </a:moveTo>
                <a:lnTo>
                  <a:pt x="567105" y="28207"/>
                </a:lnTo>
                <a:lnTo>
                  <a:pt x="577913" y="28207"/>
                </a:lnTo>
                <a:lnTo>
                  <a:pt x="577913" y="37235"/>
                </a:lnTo>
                <a:cubicBezTo>
                  <a:pt x="580461" y="33699"/>
                  <a:pt x="583339" y="31046"/>
                  <a:pt x="586546" y="29278"/>
                </a:cubicBezTo>
                <a:cubicBezTo>
                  <a:pt x="589754" y="27509"/>
                  <a:pt x="593642" y="26625"/>
                  <a:pt x="598211" y="26625"/>
                </a:cubicBezTo>
                <a:cubicBezTo>
                  <a:pt x="604187" y="26625"/>
                  <a:pt x="609459" y="28163"/>
                  <a:pt x="614028" y="31238"/>
                </a:cubicBezTo>
                <a:cubicBezTo>
                  <a:pt x="618597" y="34314"/>
                  <a:pt x="622046" y="38652"/>
                  <a:pt x="624375" y="44254"/>
                </a:cubicBezTo>
                <a:cubicBezTo>
                  <a:pt x="626704" y="49856"/>
                  <a:pt x="627868" y="55996"/>
                  <a:pt x="627868" y="62674"/>
                </a:cubicBezTo>
                <a:cubicBezTo>
                  <a:pt x="627868" y="69835"/>
                  <a:pt x="626583" y="76283"/>
                  <a:pt x="624012" y="82017"/>
                </a:cubicBezTo>
                <a:cubicBezTo>
                  <a:pt x="621442" y="87750"/>
                  <a:pt x="617708" y="92144"/>
                  <a:pt x="612809" y="95197"/>
                </a:cubicBezTo>
                <a:cubicBezTo>
                  <a:pt x="607910" y="98251"/>
                  <a:pt x="602759" y="99778"/>
                  <a:pt x="597355" y="99778"/>
                </a:cubicBezTo>
                <a:cubicBezTo>
                  <a:pt x="593400" y="99778"/>
                  <a:pt x="589853" y="98932"/>
                  <a:pt x="586711" y="97240"/>
                </a:cubicBezTo>
                <a:cubicBezTo>
                  <a:pt x="583570" y="95547"/>
                  <a:pt x="580989" y="93410"/>
                  <a:pt x="578968" y="90827"/>
                </a:cubicBezTo>
                <a:lnTo>
                  <a:pt x="578968" y="125084"/>
                </a:lnTo>
                <a:lnTo>
                  <a:pt x="567105" y="125084"/>
                </a:lnTo>
                <a:moveTo>
                  <a:pt x="577847" y="63498"/>
                </a:moveTo>
                <a:cubicBezTo>
                  <a:pt x="577847" y="72494"/>
                  <a:pt x="579671" y="79142"/>
                  <a:pt x="583317" y="83442"/>
                </a:cubicBezTo>
                <a:cubicBezTo>
                  <a:pt x="586964" y="87742"/>
                  <a:pt x="591379" y="89892"/>
                  <a:pt x="596564" y="89892"/>
                </a:cubicBezTo>
                <a:cubicBezTo>
                  <a:pt x="601836" y="89892"/>
                  <a:pt x="606350" y="87665"/>
                  <a:pt x="610107" y="83211"/>
                </a:cubicBezTo>
                <a:cubicBezTo>
                  <a:pt x="613863" y="78757"/>
                  <a:pt x="615742" y="71857"/>
                  <a:pt x="615742" y="62509"/>
                </a:cubicBezTo>
                <a:cubicBezTo>
                  <a:pt x="615742" y="53601"/>
                  <a:pt x="613907" y="46931"/>
                  <a:pt x="610239" y="42499"/>
                </a:cubicBezTo>
                <a:cubicBezTo>
                  <a:pt x="606570" y="38067"/>
                  <a:pt x="602187" y="35851"/>
                  <a:pt x="597091" y="35851"/>
                </a:cubicBezTo>
                <a:cubicBezTo>
                  <a:pt x="592038" y="35851"/>
                  <a:pt x="587568" y="38210"/>
                  <a:pt x="583680" y="42928"/>
                </a:cubicBezTo>
                <a:cubicBezTo>
                  <a:pt x="579791" y="47645"/>
                  <a:pt x="577847" y="54502"/>
                  <a:pt x="577847" y="63498"/>
                </a:cubicBezTo>
                <a:close/>
                <a:moveTo>
                  <a:pt x="637733" y="63201"/>
                </a:moveTo>
                <a:cubicBezTo>
                  <a:pt x="637733" y="50240"/>
                  <a:pt x="641336" y="40640"/>
                  <a:pt x="648541" y="34402"/>
                </a:cubicBezTo>
                <a:cubicBezTo>
                  <a:pt x="654560" y="29217"/>
                  <a:pt x="661897" y="26625"/>
                  <a:pt x="670553" y="26625"/>
                </a:cubicBezTo>
                <a:cubicBezTo>
                  <a:pt x="680175" y="26625"/>
                  <a:pt x="688039" y="29777"/>
                  <a:pt x="694146" y="36082"/>
                </a:cubicBezTo>
                <a:cubicBezTo>
                  <a:pt x="700253" y="42387"/>
                  <a:pt x="703307" y="51097"/>
                  <a:pt x="703307" y="62213"/>
                </a:cubicBezTo>
                <a:cubicBezTo>
                  <a:pt x="703307" y="71219"/>
                  <a:pt x="701956" y="78304"/>
                  <a:pt x="699254" y="83466"/>
                </a:cubicBezTo>
                <a:cubicBezTo>
                  <a:pt x="696552" y="88629"/>
                  <a:pt x="692619" y="92638"/>
                  <a:pt x="687457" y="95494"/>
                </a:cubicBezTo>
                <a:cubicBezTo>
                  <a:pt x="682294" y="98350"/>
                  <a:pt x="676660" y="99778"/>
                  <a:pt x="670553" y="99778"/>
                </a:cubicBezTo>
                <a:cubicBezTo>
                  <a:pt x="660755" y="99778"/>
                  <a:pt x="652836" y="96636"/>
                  <a:pt x="646795" y="90353"/>
                </a:cubicBezTo>
                <a:cubicBezTo>
                  <a:pt x="640753" y="84071"/>
                  <a:pt x="637733" y="75020"/>
                  <a:pt x="637733" y="63201"/>
                </a:cubicBezTo>
                <a:moveTo>
                  <a:pt x="649925" y="63168"/>
                </a:moveTo>
                <a:cubicBezTo>
                  <a:pt x="649925" y="72098"/>
                  <a:pt x="651880" y="78785"/>
                  <a:pt x="655790" y="83228"/>
                </a:cubicBezTo>
                <a:cubicBezTo>
                  <a:pt x="659701" y="87671"/>
                  <a:pt x="664621" y="89892"/>
                  <a:pt x="670553" y="89892"/>
                </a:cubicBezTo>
                <a:cubicBezTo>
                  <a:pt x="676440" y="89892"/>
                  <a:pt x="681339" y="87660"/>
                  <a:pt x="685249" y="83195"/>
                </a:cubicBezTo>
                <a:cubicBezTo>
                  <a:pt x="689159" y="78730"/>
                  <a:pt x="691114" y="71923"/>
                  <a:pt x="691114" y="62775"/>
                </a:cubicBezTo>
                <a:cubicBezTo>
                  <a:pt x="691114" y="54151"/>
                  <a:pt x="689148" y="47618"/>
                  <a:pt x="685216" y="43175"/>
                </a:cubicBezTo>
                <a:cubicBezTo>
                  <a:pt x="681284" y="38732"/>
                  <a:pt x="676396" y="36510"/>
                  <a:pt x="670553" y="36510"/>
                </a:cubicBezTo>
                <a:cubicBezTo>
                  <a:pt x="664621" y="36510"/>
                  <a:pt x="659701" y="38721"/>
                  <a:pt x="655790" y="43142"/>
                </a:cubicBezTo>
                <a:cubicBezTo>
                  <a:pt x="651880" y="47563"/>
                  <a:pt x="649925" y="54238"/>
                  <a:pt x="649925" y="63168"/>
                </a:cubicBezTo>
                <a:close/>
                <a:moveTo>
                  <a:pt x="717191" y="98196"/>
                </a:moveTo>
                <a:lnTo>
                  <a:pt x="717191" y="28207"/>
                </a:lnTo>
                <a:lnTo>
                  <a:pt x="727868" y="28207"/>
                </a:lnTo>
                <a:lnTo>
                  <a:pt x="727868" y="38092"/>
                </a:lnTo>
                <a:cubicBezTo>
                  <a:pt x="733008" y="30447"/>
                  <a:pt x="740433" y="26625"/>
                  <a:pt x="750143" y="26625"/>
                </a:cubicBezTo>
                <a:cubicBezTo>
                  <a:pt x="754361" y="26625"/>
                  <a:pt x="758238" y="27383"/>
                  <a:pt x="761775" y="28899"/>
                </a:cubicBezTo>
                <a:cubicBezTo>
                  <a:pt x="765312" y="30414"/>
                  <a:pt x="767959" y="32402"/>
                  <a:pt x="769716" y="34863"/>
                </a:cubicBezTo>
                <a:cubicBezTo>
                  <a:pt x="771473" y="37323"/>
                  <a:pt x="772704" y="40245"/>
                  <a:pt x="773407" y="43628"/>
                </a:cubicBezTo>
                <a:cubicBezTo>
                  <a:pt x="773846" y="45825"/>
                  <a:pt x="774066" y="49669"/>
                  <a:pt x="774066" y="55161"/>
                </a:cubicBezTo>
                <a:lnTo>
                  <a:pt x="774066" y="98196"/>
                </a:lnTo>
                <a:lnTo>
                  <a:pt x="762203" y="98196"/>
                </a:lnTo>
                <a:lnTo>
                  <a:pt x="762203" y="55577"/>
                </a:lnTo>
                <a:cubicBezTo>
                  <a:pt x="762203" y="50739"/>
                  <a:pt x="761742" y="47121"/>
                  <a:pt x="760819" y="44724"/>
                </a:cubicBezTo>
                <a:cubicBezTo>
                  <a:pt x="759896" y="42326"/>
                  <a:pt x="758260" y="40413"/>
                  <a:pt x="755909" y="38984"/>
                </a:cubicBezTo>
                <a:cubicBezTo>
                  <a:pt x="753559" y="37555"/>
                  <a:pt x="750802" y="36840"/>
                  <a:pt x="747638" y="36840"/>
                </a:cubicBezTo>
                <a:cubicBezTo>
                  <a:pt x="742586" y="36840"/>
                  <a:pt x="738225" y="38446"/>
                  <a:pt x="734557" y="41657"/>
                </a:cubicBezTo>
                <a:cubicBezTo>
                  <a:pt x="730888" y="44867"/>
                  <a:pt x="729054" y="50958"/>
                  <a:pt x="729054" y="59931"/>
                </a:cubicBezTo>
                <a:lnTo>
                  <a:pt x="729054" y="98196"/>
                </a:lnTo>
                <a:lnTo>
                  <a:pt x="717191" y="98196"/>
                </a:lnTo>
                <a:close/>
                <a:moveTo>
                  <a:pt x="787490" y="77239"/>
                </a:moveTo>
                <a:lnTo>
                  <a:pt x="799220" y="75393"/>
                </a:lnTo>
                <a:cubicBezTo>
                  <a:pt x="799879" y="80074"/>
                  <a:pt x="801714" y="83661"/>
                  <a:pt x="804723" y="86154"/>
                </a:cubicBezTo>
                <a:cubicBezTo>
                  <a:pt x="807733" y="88646"/>
                  <a:pt x="811940" y="89892"/>
                  <a:pt x="817344" y="89892"/>
                </a:cubicBezTo>
                <a:cubicBezTo>
                  <a:pt x="822792" y="89892"/>
                  <a:pt x="826834" y="88792"/>
                  <a:pt x="829470" y="86591"/>
                </a:cubicBezTo>
                <a:cubicBezTo>
                  <a:pt x="832106" y="84388"/>
                  <a:pt x="833424" y="81806"/>
                  <a:pt x="833424" y="78843"/>
                </a:cubicBezTo>
                <a:cubicBezTo>
                  <a:pt x="833424" y="76183"/>
                  <a:pt x="832260" y="74091"/>
                  <a:pt x="829931" y="72566"/>
                </a:cubicBezTo>
                <a:cubicBezTo>
                  <a:pt x="828306" y="71519"/>
                  <a:pt x="824264" y="70190"/>
                  <a:pt x="817805" y="68576"/>
                </a:cubicBezTo>
                <a:cubicBezTo>
                  <a:pt x="809106" y="66378"/>
                  <a:pt x="803076" y="64477"/>
                  <a:pt x="799715" y="62872"/>
                </a:cubicBezTo>
                <a:cubicBezTo>
                  <a:pt x="796354" y="61267"/>
                  <a:pt x="793805" y="59046"/>
                  <a:pt x="792070" y="56209"/>
                </a:cubicBezTo>
                <a:cubicBezTo>
                  <a:pt x="790334" y="53373"/>
                  <a:pt x="789467" y="50240"/>
                  <a:pt x="789467" y="46810"/>
                </a:cubicBezTo>
                <a:cubicBezTo>
                  <a:pt x="789467" y="43688"/>
                  <a:pt x="790181" y="40796"/>
                  <a:pt x="791608" y="38135"/>
                </a:cubicBezTo>
                <a:cubicBezTo>
                  <a:pt x="793036" y="35474"/>
                  <a:pt x="794981" y="33265"/>
                  <a:pt x="797441" y="31506"/>
                </a:cubicBezTo>
                <a:cubicBezTo>
                  <a:pt x="799286" y="30143"/>
                  <a:pt x="801802" y="28989"/>
                  <a:pt x="804987" y="28044"/>
                </a:cubicBezTo>
                <a:cubicBezTo>
                  <a:pt x="808172" y="27098"/>
                  <a:pt x="811588" y="26625"/>
                  <a:pt x="815235" y="26625"/>
                </a:cubicBezTo>
                <a:cubicBezTo>
                  <a:pt x="820727" y="26625"/>
                  <a:pt x="825549" y="27421"/>
                  <a:pt x="829701" y="29014"/>
                </a:cubicBezTo>
                <a:cubicBezTo>
                  <a:pt x="833852" y="30605"/>
                  <a:pt x="836917" y="32761"/>
                  <a:pt x="838894" y="35483"/>
                </a:cubicBezTo>
                <a:cubicBezTo>
                  <a:pt x="840871" y="38203"/>
                  <a:pt x="842233" y="41840"/>
                  <a:pt x="842980" y="46396"/>
                </a:cubicBezTo>
                <a:lnTo>
                  <a:pt x="831381" y="47978"/>
                </a:lnTo>
                <a:cubicBezTo>
                  <a:pt x="830854" y="44375"/>
                  <a:pt x="829327" y="41563"/>
                  <a:pt x="826801" y="39542"/>
                </a:cubicBezTo>
                <a:cubicBezTo>
                  <a:pt x="824275" y="37521"/>
                  <a:pt x="820705" y="36510"/>
                  <a:pt x="816092" y="36510"/>
                </a:cubicBezTo>
                <a:cubicBezTo>
                  <a:pt x="810644" y="36510"/>
                  <a:pt x="806755" y="37407"/>
                  <a:pt x="804427" y="39200"/>
                </a:cubicBezTo>
                <a:cubicBezTo>
                  <a:pt x="802098" y="40992"/>
                  <a:pt x="800934" y="43090"/>
                  <a:pt x="800934" y="45496"/>
                </a:cubicBezTo>
                <a:cubicBezTo>
                  <a:pt x="800934" y="47025"/>
                  <a:pt x="801417" y="48403"/>
                  <a:pt x="802384" y="49627"/>
                </a:cubicBezTo>
                <a:cubicBezTo>
                  <a:pt x="803350" y="50894"/>
                  <a:pt x="804866" y="51943"/>
                  <a:pt x="806931" y="52774"/>
                </a:cubicBezTo>
                <a:cubicBezTo>
                  <a:pt x="808117" y="53212"/>
                  <a:pt x="811610" y="54218"/>
                  <a:pt x="817410" y="55791"/>
                </a:cubicBezTo>
                <a:cubicBezTo>
                  <a:pt x="825801" y="58031"/>
                  <a:pt x="831656" y="59864"/>
                  <a:pt x="834973" y="61290"/>
                </a:cubicBezTo>
                <a:cubicBezTo>
                  <a:pt x="838290" y="62717"/>
                  <a:pt x="840893" y="64791"/>
                  <a:pt x="842782" y="67514"/>
                </a:cubicBezTo>
                <a:cubicBezTo>
                  <a:pt x="844672" y="70235"/>
                  <a:pt x="845616" y="73615"/>
                  <a:pt x="845616" y="77653"/>
                </a:cubicBezTo>
                <a:cubicBezTo>
                  <a:pt x="845616" y="81604"/>
                  <a:pt x="844463" y="85325"/>
                  <a:pt x="842156" y="88815"/>
                </a:cubicBezTo>
                <a:cubicBezTo>
                  <a:pt x="839850" y="92304"/>
                  <a:pt x="836522" y="95003"/>
                  <a:pt x="832172" y="96913"/>
                </a:cubicBezTo>
                <a:cubicBezTo>
                  <a:pt x="827822" y="98823"/>
                  <a:pt x="822902" y="99778"/>
                  <a:pt x="817410" y="99778"/>
                </a:cubicBezTo>
                <a:cubicBezTo>
                  <a:pt x="808315" y="99778"/>
                  <a:pt x="801384" y="97883"/>
                  <a:pt x="796617" y="94093"/>
                </a:cubicBezTo>
                <a:cubicBezTo>
                  <a:pt x="791850" y="90304"/>
                  <a:pt x="788808" y="84686"/>
                  <a:pt x="787490" y="77239"/>
                </a:cubicBezTo>
                <a:close/>
                <a:moveTo>
                  <a:pt x="907631" y="75657"/>
                </a:moveTo>
                <a:lnTo>
                  <a:pt x="919889" y="77173"/>
                </a:lnTo>
                <a:cubicBezTo>
                  <a:pt x="917956" y="84334"/>
                  <a:pt x="914375" y="89892"/>
                  <a:pt x="909147" y="93846"/>
                </a:cubicBezTo>
                <a:cubicBezTo>
                  <a:pt x="903919" y="97800"/>
                  <a:pt x="897240" y="99778"/>
                  <a:pt x="889112" y="99778"/>
                </a:cubicBezTo>
                <a:cubicBezTo>
                  <a:pt x="878875" y="99778"/>
                  <a:pt x="870758" y="96625"/>
                  <a:pt x="864761" y="90320"/>
                </a:cubicBezTo>
                <a:cubicBezTo>
                  <a:pt x="858764" y="84016"/>
                  <a:pt x="855765" y="75174"/>
                  <a:pt x="855765" y="63794"/>
                </a:cubicBezTo>
                <a:cubicBezTo>
                  <a:pt x="855765" y="52020"/>
                  <a:pt x="858797" y="42881"/>
                  <a:pt x="864860" y="36379"/>
                </a:cubicBezTo>
                <a:cubicBezTo>
                  <a:pt x="870923" y="29876"/>
                  <a:pt x="878788" y="26625"/>
                  <a:pt x="888453" y="26625"/>
                </a:cubicBezTo>
                <a:cubicBezTo>
                  <a:pt x="897812" y="26625"/>
                  <a:pt x="905456" y="29805"/>
                  <a:pt x="911388" y="36166"/>
                </a:cubicBezTo>
                <a:cubicBezTo>
                  <a:pt x="917319" y="42526"/>
                  <a:pt x="920285" y="51474"/>
                  <a:pt x="920285" y="63010"/>
                </a:cubicBezTo>
                <a:cubicBezTo>
                  <a:pt x="920285" y="63711"/>
                  <a:pt x="920263" y="64764"/>
                  <a:pt x="920219" y="66167"/>
                </a:cubicBezTo>
                <a:lnTo>
                  <a:pt x="868023" y="66167"/>
                </a:lnTo>
                <a:cubicBezTo>
                  <a:pt x="868463" y="73834"/>
                  <a:pt x="870638" y="79704"/>
                  <a:pt x="874548" y="83780"/>
                </a:cubicBezTo>
                <a:cubicBezTo>
                  <a:pt x="878458" y="87855"/>
                  <a:pt x="883335" y="89892"/>
                  <a:pt x="889178" y="89892"/>
                </a:cubicBezTo>
                <a:cubicBezTo>
                  <a:pt x="893528" y="89892"/>
                  <a:pt x="897240" y="88761"/>
                  <a:pt x="900316" y="86498"/>
                </a:cubicBezTo>
                <a:cubicBezTo>
                  <a:pt x="903391" y="84234"/>
                  <a:pt x="905830" y="80620"/>
                  <a:pt x="907631" y="75657"/>
                </a:cubicBezTo>
                <a:moveTo>
                  <a:pt x="868682" y="56281"/>
                </a:moveTo>
                <a:lnTo>
                  <a:pt x="907763" y="56281"/>
                </a:lnTo>
                <a:cubicBezTo>
                  <a:pt x="907236" y="50490"/>
                  <a:pt x="905742" y="46147"/>
                  <a:pt x="903282" y="43251"/>
                </a:cubicBezTo>
                <a:cubicBezTo>
                  <a:pt x="899503" y="38757"/>
                  <a:pt x="894604" y="36510"/>
                  <a:pt x="888585" y="36510"/>
                </a:cubicBezTo>
                <a:cubicBezTo>
                  <a:pt x="883137" y="36510"/>
                  <a:pt x="878557" y="38304"/>
                  <a:pt x="874844" y="41892"/>
                </a:cubicBezTo>
                <a:cubicBezTo>
                  <a:pt x="871132" y="45478"/>
                  <a:pt x="869078" y="50275"/>
                  <a:pt x="868682" y="56281"/>
                </a:cubicBezTo>
                <a:close/>
                <a:moveTo>
                  <a:pt x="956972" y="74339"/>
                </a:moveTo>
                <a:cubicBezTo>
                  <a:pt x="956928" y="72764"/>
                  <a:pt x="956906" y="71583"/>
                  <a:pt x="956906" y="70795"/>
                </a:cubicBezTo>
                <a:cubicBezTo>
                  <a:pt x="956906" y="66157"/>
                  <a:pt x="957565" y="62153"/>
                  <a:pt x="958883" y="58784"/>
                </a:cubicBezTo>
                <a:cubicBezTo>
                  <a:pt x="959850" y="56245"/>
                  <a:pt x="961409" y="53685"/>
                  <a:pt x="963562" y="51104"/>
                </a:cubicBezTo>
                <a:cubicBezTo>
                  <a:pt x="965144" y="49223"/>
                  <a:pt x="967989" y="46478"/>
                  <a:pt x="972097" y="42868"/>
                </a:cubicBezTo>
                <a:cubicBezTo>
                  <a:pt x="976205" y="39257"/>
                  <a:pt x="978874" y="36380"/>
                  <a:pt x="980104" y="34237"/>
                </a:cubicBezTo>
                <a:cubicBezTo>
                  <a:pt x="981334" y="32092"/>
                  <a:pt x="981949" y="29751"/>
                  <a:pt x="981949" y="27214"/>
                </a:cubicBezTo>
                <a:cubicBezTo>
                  <a:pt x="981949" y="22619"/>
                  <a:pt x="980148" y="18582"/>
                  <a:pt x="976545" y="15104"/>
                </a:cubicBezTo>
                <a:cubicBezTo>
                  <a:pt x="972942" y="11625"/>
                  <a:pt x="968527" y="9885"/>
                  <a:pt x="963298" y="9885"/>
                </a:cubicBezTo>
                <a:cubicBezTo>
                  <a:pt x="958246" y="9885"/>
                  <a:pt x="954028" y="11462"/>
                  <a:pt x="950645" y="14614"/>
                </a:cubicBezTo>
                <a:cubicBezTo>
                  <a:pt x="947262" y="17766"/>
                  <a:pt x="945043" y="22693"/>
                  <a:pt x="943989" y="29393"/>
                </a:cubicBezTo>
                <a:lnTo>
                  <a:pt x="931797" y="27943"/>
                </a:lnTo>
                <a:cubicBezTo>
                  <a:pt x="932895" y="18914"/>
                  <a:pt x="936157" y="12000"/>
                  <a:pt x="941583" y="7200"/>
                </a:cubicBezTo>
                <a:cubicBezTo>
                  <a:pt x="947009" y="2400"/>
                  <a:pt x="954182" y="0"/>
                  <a:pt x="963101" y="0"/>
                </a:cubicBezTo>
                <a:cubicBezTo>
                  <a:pt x="972547" y="0"/>
                  <a:pt x="980082" y="2566"/>
                  <a:pt x="985706" y="7698"/>
                </a:cubicBezTo>
                <a:cubicBezTo>
                  <a:pt x="991329" y="12829"/>
                  <a:pt x="994141" y="19034"/>
                  <a:pt x="994141" y="26314"/>
                </a:cubicBezTo>
                <a:cubicBezTo>
                  <a:pt x="994141" y="30525"/>
                  <a:pt x="993153" y="34407"/>
                  <a:pt x="991176" y="37960"/>
                </a:cubicBezTo>
                <a:cubicBezTo>
                  <a:pt x="989198" y="41512"/>
                  <a:pt x="985332" y="45832"/>
                  <a:pt x="979577" y="50919"/>
                </a:cubicBezTo>
                <a:cubicBezTo>
                  <a:pt x="975710" y="54340"/>
                  <a:pt x="973184" y="56862"/>
                  <a:pt x="971998" y="58485"/>
                </a:cubicBezTo>
                <a:cubicBezTo>
                  <a:pt x="970811" y="60108"/>
                  <a:pt x="969933" y="61972"/>
                  <a:pt x="969362" y="64077"/>
                </a:cubicBezTo>
                <a:cubicBezTo>
                  <a:pt x="968790" y="66181"/>
                  <a:pt x="968461" y="69602"/>
                  <a:pt x="968373" y="74339"/>
                </a:cubicBezTo>
                <a:lnTo>
                  <a:pt x="956972" y="74339"/>
                </a:lnTo>
                <a:moveTo>
                  <a:pt x="956247" y="98196"/>
                </a:moveTo>
                <a:lnTo>
                  <a:pt x="956247" y="84620"/>
                </a:lnTo>
                <a:lnTo>
                  <a:pt x="969757" y="84620"/>
                </a:lnTo>
                <a:lnTo>
                  <a:pt x="969757" y="98196"/>
                </a:lnTo>
                <a:lnTo>
                  <a:pt x="956247" y="9819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Iftheantonymmutationisfactual,thenthe">
            <a:extLst xmlns:a="http://schemas.openxmlformats.org/drawingml/2006/main">
              <a:ext uri="{FF2B5EF4-FFF2-40B4-BE49-F238E27FC236}">
                <a16:creationId xmlns:a16="http://schemas.microsoft.com/office/drawing/2014/main" id="{A3E07098-636A-44AD-BBE5-CFEBC10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62" y="5365544"/>
            <a:ext cx="2525202" cy="126666"/>
          </a:xfrm>
          <a:custGeom xmlns:a="http://schemas.openxmlformats.org/drawingml/2006/main">
            <a:pathLst>
              <a:path w="2525202" h="126666">
                <a:moveTo>
                  <a:pt x="0" y="98196"/>
                </a:moveTo>
                <a:lnTo>
                  <a:pt x="0" y="1582"/>
                </a:lnTo>
                <a:lnTo>
                  <a:pt x="12785" y="1582"/>
                </a:lnTo>
                <a:lnTo>
                  <a:pt x="12785" y="98196"/>
                </a:lnTo>
                <a:lnTo>
                  <a:pt x="0" y="98196"/>
                </a:lnTo>
                <a:close/>
                <a:moveTo>
                  <a:pt x="36665" y="98196"/>
                </a:moveTo>
                <a:lnTo>
                  <a:pt x="36665" y="37433"/>
                </a:lnTo>
                <a:lnTo>
                  <a:pt x="26186" y="37433"/>
                </a:lnTo>
                <a:lnTo>
                  <a:pt x="26186" y="28207"/>
                </a:lnTo>
                <a:lnTo>
                  <a:pt x="36665" y="28207"/>
                </a:lnTo>
                <a:lnTo>
                  <a:pt x="36665" y="20776"/>
                </a:lnTo>
                <a:cubicBezTo>
                  <a:pt x="36665" y="16086"/>
                  <a:pt x="37082" y="12601"/>
                  <a:pt x="37917" y="10322"/>
                </a:cubicBezTo>
                <a:cubicBezTo>
                  <a:pt x="39059" y="7255"/>
                  <a:pt x="41069" y="4768"/>
                  <a:pt x="43947" y="2861"/>
                </a:cubicBezTo>
                <a:cubicBezTo>
                  <a:pt x="46825" y="954"/>
                  <a:pt x="50856" y="0"/>
                  <a:pt x="56040" y="0"/>
                </a:cubicBezTo>
                <a:cubicBezTo>
                  <a:pt x="59379" y="0"/>
                  <a:pt x="63070" y="395"/>
                  <a:pt x="67112" y="1186"/>
                </a:cubicBezTo>
                <a:lnTo>
                  <a:pt x="65333" y="11533"/>
                </a:lnTo>
                <a:cubicBezTo>
                  <a:pt x="62872" y="11094"/>
                  <a:pt x="60544" y="10874"/>
                  <a:pt x="58347" y="10874"/>
                </a:cubicBezTo>
                <a:cubicBezTo>
                  <a:pt x="54744" y="10874"/>
                  <a:pt x="52196" y="11640"/>
                  <a:pt x="50702" y="13172"/>
                </a:cubicBezTo>
                <a:cubicBezTo>
                  <a:pt x="49208" y="14705"/>
                  <a:pt x="48462" y="17571"/>
                  <a:pt x="48462" y="21773"/>
                </a:cubicBezTo>
                <a:lnTo>
                  <a:pt x="48462" y="28207"/>
                </a:lnTo>
                <a:lnTo>
                  <a:pt x="62103" y="28207"/>
                </a:lnTo>
                <a:lnTo>
                  <a:pt x="62103" y="37433"/>
                </a:lnTo>
                <a:lnTo>
                  <a:pt x="48462" y="37433"/>
                </a:lnTo>
                <a:lnTo>
                  <a:pt x="48462" y="98196"/>
                </a:lnTo>
                <a:lnTo>
                  <a:pt x="36665" y="98196"/>
                </a:lnTo>
                <a:close/>
                <a:moveTo>
                  <a:pt x="134774" y="87717"/>
                </a:moveTo>
                <a:lnTo>
                  <a:pt x="136488" y="98196"/>
                </a:lnTo>
                <a:cubicBezTo>
                  <a:pt x="133148" y="98811"/>
                  <a:pt x="130161" y="99119"/>
                  <a:pt x="127525" y="99119"/>
                </a:cubicBezTo>
                <a:cubicBezTo>
                  <a:pt x="123219" y="99119"/>
                  <a:pt x="119880" y="98438"/>
                  <a:pt x="117507" y="97076"/>
                </a:cubicBezTo>
                <a:cubicBezTo>
                  <a:pt x="115135" y="95713"/>
                  <a:pt x="113465" y="93923"/>
                  <a:pt x="112499" y="91704"/>
                </a:cubicBezTo>
                <a:cubicBezTo>
                  <a:pt x="111532" y="89486"/>
                  <a:pt x="111049" y="84817"/>
                  <a:pt x="111049" y="77700"/>
                </a:cubicBezTo>
                <a:lnTo>
                  <a:pt x="111049" y="37433"/>
                </a:lnTo>
                <a:lnTo>
                  <a:pt x="102350" y="37433"/>
                </a:lnTo>
                <a:lnTo>
                  <a:pt x="102350" y="28207"/>
                </a:lnTo>
                <a:lnTo>
                  <a:pt x="111049" y="28207"/>
                </a:lnTo>
                <a:lnTo>
                  <a:pt x="111049" y="10827"/>
                </a:lnTo>
                <a:lnTo>
                  <a:pt x="122846" y="3691"/>
                </a:lnTo>
                <a:lnTo>
                  <a:pt x="122846" y="28207"/>
                </a:lnTo>
                <a:lnTo>
                  <a:pt x="134774" y="28207"/>
                </a:lnTo>
                <a:lnTo>
                  <a:pt x="134774" y="37433"/>
                </a:lnTo>
                <a:lnTo>
                  <a:pt x="122846" y="37433"/>
                </a:lnTo>
                <a:lnTo>
                  <a:pt x="122846" y="78359"/>
                </a:lnTo>
                <a:cubicBezTo>
                  <a:pt x="122846" y="81742"/>
                  <a:pt x="123054" y="83917"/>
                  <a:pt x="123472" y="84883"/>
                </a:cubicBezTo>
                <a:cubicBezTo>
                  <a:pt x="123889" y="85850"/>
                  <a:pt x="124570" y="86619"/>
                  <a:pt x="125515" y="87190"/>
                </a:cubicBezTo>
                <a:cubicBezTo>
                  <a:pt x="126459" y="87761"/>
                  <a:pt x="127810" y="88047"/>
                  <a:pt x="129568" y="88047"/>
                </a:cubicBezTo>
                <a:cubicBezTo>
                  <a:pt x="130886" y="88047"/>
                  <a:pt x="132621" y="87937"/>
                  <a:pt x="134774" y="87717"/>
                </a:cubicBezTo>
                <a:close/>
                <a:moveTo>
                  <a:pt x="146396" y="98196"/>
                </a:moveTo>
                <a:lnTo>
                  <a:pt x="146396" y="1582"/>
                </a:lnTo>
                <a:lnTo>
                  <a:pt x="158258" y="1582"/>
                </a:lnTo>
                <a:lnTo>
                  <a:pt x="158258" y="36247"/>
                </a:lnTo>
                <a:cubicBezTo>
                  <a:pt x="163794" y="29832"/>
                  <a:pt x="170780" y="26625"/>
                  <a:pt x="179215" y="26625"/>
                </a:cubicBezTo>
                <a:cubicBezTo>
                  <a:pt x="184400" y="26625"/>
                  <a:pt x="188903" y="27646"/>
                  <a:pt x="192726" y="29689"/>
                </a:cubicBezTo>
                <a:cubicBezTo>
                  <a:pt x="196548" y="31732"/>
                  <a:pt x="199283" y="34555"/>
                  <a:pt x="200931" y="38158"/>
                </a:cubicBezTo>
                <a:cubicBezTo>
                  <a:pt x="202578" y="41761"/>
                  <a:pt x="203402" y="46989"/>
                  <a:pt x="203402" y="53843"/>
                </a:cubicBezTo>
                <a:lnTo>
                  <a:pt x="203402" y="98196"/>
                </a:lnTo>
                <a:lnTo>
                  <a:pt x="191539" y="98196"/>
                </a:lnTo>
                <a:lnTo>
                  <a:pt x="191539" y="53843"/>
                </a:lnTo>
                <a:cubicBezTo>
                  <a:pt x="191539" y="47912"/>
                  <a:pt x="190254" y="43595"/>
                  <a:pt x="187684" y="40893"/>
                </a:cubicBezTo>
                <a:cubicBezTo>
                  <a:pt x="185114" y="38191"/>
                  <a:pt x="181478" y="36840"/>
                  <a:pt x="176777" y="36840"/>
                </a:cubicBezTo>
                <a:cubicBezTo>
                  <a:pt x="173262" y="36840"/>
                  <a:pt x="169956" y="37752"/>
                  <a:pt x="166859" y="39575"/>
                </a:cubicBezTo>
                <a:cubicBezTo>
                  <a:pt x="163761" y="41398"/>
                  <a:pt x="161553" y="43870"/>
                  <a:pt x="160235" y="46989"/>
                </a:cubicBezTo>
                <a:cubicBezTo>
                  <a:pt x="158917" y="50108"/>
                  <a:pt x="158258" y="54414"/>
                  <a:pt x="158258" y="59906"/>
                </a:cubicBezTo>
                <a:lnTo>
                  <a:pt x="158258" y="98196"/>
                </a:lnTo>
                <a:lnTo>
                  <a:pt x="146396" y="98196"/>
                </a:lnTo>
                <a:close/>
                <a:moveTo>
                  <a:pt x="269351" y="75657"/>
                </a:moveTo>
                <a:lnTo>
                  <a:pt x="281609" y="77173"/>
                </a:lnTo>
                <a:cubicBezTo>
                  <a:pt x="279676" y="84334"/>
                  <a:pt x="276095" y="89892"/>
                  <a:pt x="270866" y="93846"/>
                </a:cubicBezTo>
                <a:cubicBezTo>
                  <a:pt x="265638" y="97800"/>
                  <a:pt x="258960" y="99778"/>
                  <a:pt x="250832" y="99778"/>
                </a:cubicBezTo>
                <a:cubicBezTo>
                  <a:pt x="240595" y="99778"/>
                  <a:pt x="232478" y="96625"/>
                  <a:pt x="226481" y="90320"/>
                </a:cubicBezTo>
                <a:cubicBezTo>
                  <a:pt x="220483" y="84016"/>
                  <a:pt x="217485" y="75174"/>
                  <a:pt x="217485" y="63794"/>
                </a:cubicBezTo>
                <a:cubicBezTo>
                  <a:pt x="217485" y="52020"/>
                  <a:pt x="220516" y="42881"/>
                  <a:pt x="226579" y="36379"/>
                </a:cubicBezTo>
                <a:cubicBezTo>
                  <a:pt x="232643" y="29876"/>
                  <a:pt x="240507" y="26625"/>
                  <a:pt x="250173" y="26625"/>
                </a:cubicBezTo>
                <a:cubicBezTo>
                  <a:pt x="259531" y="26625"/>
                  <a:pt x="267176" y="29805"/>
                  <a:pt x="273107" y="36166"/>
                </a:cubicBezTo>
                <a:cubicBezTo>
                  <a:pt x="279038" y="42526"/>
                  <a:pt x="282004" y="51474"/>
                  <a:pt x="282004" y="63010"/>
                </a:cubicBezTo>
                <a:cubicBezTo>
                  <a:pt x="282004" y="63711"/>
                  <a:pt x="281982" y="64764"/>
                  <a:pt x="281938" y="66167"/>
                </a:cubicBezTo>
                <a:lnTo>
                  <a:pt x="229743" y="66167"/>
                </a:lnTo>
                <a:cubicBezTo>
                  <a:pt x="230182" y="73834"/>
                  <a:pt x="232357" y="79704"/>
                  <a:pt x="236267" y="83780"/>
                </a:cubicBezTo>
                <a:cubicBezTo>
                  <a:pt x="240178" y="87855"/>
                  <a:pt x="245054" y="89892"/>
                  <a:pt x="250898" y="89892"/>
                </a:cubicBezTo>
                <a:cubicBezTo>
                  <a:pt x="255247" y="89892"/>
                  <a:pt x="258960" y="88761"/>
                  <a:pt x="262035" y="86498"/>
                </a:cubicBezTo>
                <a:cubicBezTo>
                  <a:pt x="265111" y="84234"/>
                  <a:pt x="267549" y="80620"/>
                  <a:pt x="269351" y="75657"/>
                </a:cubicBezTo>
                <a:moveTo>
                  <a:pt x="230402" y="56281"/>
                </a:moveTo>
                <a:lnTo>
                  <a:pt x="269482" y="56281"/>
                </a:lnTo>
                <a:cubicBezTo>
                  <a:pt x="268955" y="50490"/>
                  <a:pt x="267461" y="46147"/>
                  <a:pt x="265001" y="43251"/>
                </a:cubicBezTo>
                <a:cubicBezTo>
                  <a:pt x="261223" y="38757"/>
                  <a:pt x="256324" y="36510"/>
                  <a:pt x="250305" y="36510"/>
                </a:cubicBezTo>
                <a:cubicBezTo>
                  <a:pt x="244857" y="36510"/>
                  <a:pt x="240276" y="38304"/>
                  <a:pt x="236564" y="41892"/>
                </a:cubicBezTo>
                <a:cubicBezTo>
                  <a:pt x="232851" y="45478"/>
                  <a:pt x="230797" y="50275"/>
                  <a:pt x="230402" y="56281"/>
                </a:cubicBezTo>
                <a:close/>
                <a:moveTo>
                  <a:pt x="379675" y="89554"/>
                </a:moveTo>
                <a:cubicBezTo>
                  <a:pt x="375281" y="93292"/>
                  <a:pt x="371052" y="95930"/>
                  <a:pt x="366988" y="97469"/>
                </a:cubicBezTo>
                <a:cubicBezTo>
                  <a:pt x="362924" y="99008"/>
                  <a:pt x="358564" y="99778"/>
                  <a:pt x="353906" y="99778"/>
                </a:cubicBezTo>
                <a:cubicBezTo>
                  <a:pt x="346218" y="99778"/>
                  <a:pt x="340308" y="97898"/>
                  <a:pt x="336178" y="94139"/>
                </a:cubicBezTo>
                <a:cubicBezTo>
                  <a:pt x="332049" y="90379"/>
                  <a:pt x="329984" y="85576"/>
                  <a:pt x="329984" y="79729"/>
                </a:cubicBezTo>
                <a:cubicBezTo>
                  <a:pt x="329984" y="76300"/>
                  <a:pt x="330763" y="73168"/>
                  <a:pt x="332323" y="70333"/>
                </a:cubicBezTo>
                <a:cubicBezTo>
                  <a:pt x="333883" y="67497"/>
                  <a:pt x="335926" y="65221"/>
                  <a:pt x="338452" y="63506"/>
                </a:cubicBezTo>
                <a:cubicBezTo>
                  <a:pt x="340978" y="61791"/>
                  <a:pt x="343823" y="60494"/>
                  <a:pt x="346987" y="59616"/>
                </a:cubicBezTo>
                <a:cubicBezTo>
                  <a:pt x="349315" y="58999"/>
                  <a:pt x="352830" y="58405"/>
                  <a:pt x="357531" y="57834"/>
                </a:cubicBezTo>
                <a:cubicBezTo>
                  <a:pt x="367109" y="56700"/>
                  <a:pt x="374161" y="55348"/>
                  <a:pt x="378686" y="53777"/>
                </a:cubicBezTo>
                <a:cubicBezTo>
                  <a:pt x="378730" y="52158"/>
                  <a:pt x="378752" y="51130"/>
                  <a:pt x="378752" y="50692"/>
                </a:cubicBezTo>
                <a:cubicBezTo>
                  <a:pt x="378752" y="45877"/>
                  <a:pt x="377632" y="42485"/>
                  <a:pt x="375391" y="40516"/>
                </a:cubicBezTo>
                <a:cubicBezTo>
                  <a:pt x="372359" y="37846"/>
                  <a:pt x="367856" y="36510"/>
                  <a:pt x="361881" y="36510"/>
                </a:cubicBezTo>
                <a:cubicBezTo>
                  <a:pt x="356301" y="36510"/>
                  <a:pt x="352182" y="37488"/>
                  <a:pt x="349524" y="39443"/>
                </a:cubicBezTo>
                <a:cubicBezTo>
                  <a:pt x="346866" y="41398"/>
                  <a:pt x="344900" y="44858"/>
                  <a:pt x="343626" y="49823"/>
                </a:cubicBezTo>
                <a:lnTo>
                  <a:pt x="332027" y="48241"/>
                </a:lnTo>
                <a:cubicBezTo>
                  <a:pt x="333081" y="43261"/>
                  <a:pt x="334816" y="39240"/>
                  <a:pt x="337233" y="36177"/>
                </a:cubicBezTo>
                <a:cubicBezTo>
                  <a:pt x="339649" y="33114"/>
                  <a:pt x="343142" y="30756"/>
                  <a:pt x="347712" y="29105"/>
                </a:cubicBezTo>
                <a:cubicBezTo>
                  <a:pt x="352281" y="27451"/>
                  <a:pt x="357575" y="26625"/>
                  <a:pt x="363594" y="26625"/>
                </a:cubicBezTo>
                <a:cubicBezTo>
                  <a:pt x="369569" y="26625"/>
                  <a:pt x="374424" y="27328"/>
                  <a:pt x="378159" y="28734"/>
                </a:cubicBezTo>
                <a:cubicBezTo>
                  <a:pt x="381893" y="30140"/>
                  <a:pt x="384639" y="31908"/>
                  <a:pt x="386397" y="34039"/>
                </a:cubicBezTo>
                <a:cubicBezTo>
                  <a:pt x="388154" y="36170"/>
                  <a:pt x="389384" y="38861"/>
                  <a:pt x="390087" y="42112"/>
                </a:cubicBezTo>
                <a:cubicBezTo>
                  <a:pt x="390483" y="44133"/>
                  <a:pt x="390680" y="47780"/>
                  <a:pt x="390680" y="53052"/>
                </a:cubicBezTo>
                <a:lnTo>
                  <a:pt x="390680" y="68869"/>
                </a:lnTo>
                <a:cubicBezTo>
                  <a:pt x="390680" y="79897"/>
                  <a:pt x="390933" y="86871"/>
                  <a:pt x="391438" y="89793"/>
                </a:cubicBezTo>
                <a:cubicBezTo>
                  <a:pt x="391944" y="92715"/>
                  <a:pt x="392943" y="95516"/>
                  <a:pt x="394437" y="98196"/>
                </a:cubicBezTo>
                <a:lnTo>
                  <a:pt x="382047" y="98196"/>
                </a:lnTo>
                <a:cubicBezTo>
                  <a:pt x="380817" y="95733"/>
                  <a:pt x="380026" y="92852"/>
                  <a:pt x="379675" y="89554"/>
                </a:cubicBezTo>
                <a:moveTo>
                  <a:pt x="378686" y="63004"/>
                </a:moveTo>
                <a:cubicBezTo>
                  <a:pt x="374380" y="64776"/>
                  <a:pt x="367922" y="66282"/>
                  <a:pt x="359311" y="67522"/>
                </a:cubicBezTo>
                <a:cubicBezTo>
                  <a:pt x="354434" y="68228"/>
                  <a:pt x="350985" y="69022"/>
                  <a:pt x="348964" y="69905"/>
                </a:cubicBezTo>
                <a:cubicBezTo>
                  <a:pt x="346943" y="70786"/>
                  <a:pt x="345383" y="72077"/>
                  <a:pt x="344285" y="73777"/>
                </a:cubicBezTo>
                <a:cubicBezTo>
                  <a:pt x="343186" y="75475"/>
                  <a:pt x="342637" y="77361"/>
                  <a:pt x="342637" y="79434"/>
                </a:cubicBezTo>
                <a:cubicBezTo>
                  <a:pt x="342637" y="82610"/>
                  <a:pt x="343834" y="85257"/>
                  <a:pt x="346229" y="87375"/>
                </a:cubicBezTo>
                <a:cubicBezTo>
                  <a:pt x="348623" y="89493"/>
                  <a:pt x="352127" y="90551"/>
                  <a:pt x="356740" y="90551"/>
                </a:cubicBezTo>
                <a:cubicBezTo>
                  <a:pt x="361310" y="90551"/>
                  <a:pt x="365374" y="89547"/>
                  <a:pt x="368932" y="87538"/>
                </a:cubicBezTo>
                <a:cubicBezTo>
                  <a:pt x="372491" y="85529"/>
                  <a:pt x="375105" y="82781"/>
                  <a:pt x="376775" y="79294"/>
                </a:cubicBezTo>
                <a:cubicBezTo>
                  <a:pt x="378049" y="76600"/>
                  <a:pt x="378686" y="72627"/>
                  <a:pt x="378686" y="67374"/>
                </a:cubicBezTo>
                <a:lnTo>
                  <a:pt x="378686" y="63004"/>
                </a:lnTo>
                <a:close/>
                <a:moveTo>
                  <a:pt x="409047" y="98196"/>
                </a:moveTo>
                <a:lnTo>
                  <a:pt x="409047" y="28207"/>
                </a:lnTo>
                <a:lnTo>
                  <a:pt x="419723" y="28207"/>
                </a:lnTo>
                <a:lnTo>
                  <a:pt x="419723" y="38092"/>
                </a:lnTo>
                <a:cubicBezTo>
                  <a:pt x="424864" y="30447"/>
                  <a:pt x="432289" y="26625"/>
                  <a:pt x="441998" y="26625"/>
                </a:cubicBezTo>
                <a:cubicBezTo>
                  <a:pt x="446216" y="26625"/>
                  <a:pt x="450093" y="27383"/>
                  <a:pt x="453630" y="28899"/>
                </a:cubicBezTo>
                <a:cubicBezTo>
                  <a:pt x="457167" y="30414"/>
                  <a:pt x="459814" y="32402"/>
                  <a:pt x="461572" y="34863"/>
                </a:cubicBezTo>
                <a:cubicBezTo>
                  <a:pt x="463329" y="37323"/>
                  <a:pt x="464559" y="40245"/>
                  <a:pt x="465262" y="43628"/>
                </a:cubicBezTo>
                <a:cubicBezTo>
                  <a:pt x="465702" y="45825"/>
                  <a:pt x="465921" y="49669"/>
                  <a:pt x="465921" y="55161"/>
                </a:cubicBezTo>
                <a:lnTo>
                  <a:pt x="465921" y="98196"/>
                </a:lnTo>
                <a:lnTo>
                  <a:pt x="454059" y="98196"/>
                </a:lnTo>
                <a:lnTo>
                  <a:pt x="454059" y="55577"/>
                </a:lnTo>
                <a:cubicBezTo>
                  <a:pt x="454059" y="50739"/>
                  <a:pt x="453597" y="47121"/>
                  <a:pt x="452675" y="44724"/>
                </a:cubicBezTo>
                <a:cubicBezTo>
                  <a:pt x="451752" y="42326"/>
                  <a:pt x="450115" y="40413"/>
                  <a:pt x="447765" y="38984"/>
                </a:cubicBezTo>
                <a:cubicBezTo>
                  <a:pt x="445414" y="37555"/>
                  <a:pt x="442657" y="36840"/>
                  <a:pt x="439494" y="36840"/>
                </a:cubicBezTo>
                <a:cubicBezTo>
                  <a:pt x="434441" y="36840"/>
                  <a:pt x="430081" y="38446"/>
                  <a:pt x="426412" y="41657"/>
                </a:cubicBezTo>
                <a:cubicBezTo>
                  <a:pt x="422744" y="44867"/>
                  <a:pt x="420909" y="50958"/>
                  <a:pt x="420909" y="59931"/>
                </a:cubicBezTo>
                <a:lnTo>
                  <a:pt x="420909" y="98196"/>
                </a:lnTo>
                <a:lnTo>
                  <a:pt x="409047" y="98196"/>
                </a:lnTo>
                <a:close/>
                <a:moveTo>
                  <a:pt x="509990" y="87717"/>
                </a:moveTo>
                <a:lnTo>
                  <a:pt x="511703" y="98196"/>
                </a:lnTo>
                <a:cubicBezTo>
                  <a:pt x="508364" y="98811"/>
                  <a:pt x="505377" y="99119"/>
                  <a:pt x="502740" y="99119"/>
                </a:cubicBezTo>
                <a:cubicBezTo>
                  <a:pt x="498435" y="99119"/>
                  <a:pt x="495096" y="98438"/>
                  <a:pt x="492723" y="97076"/>
                </a:cubicBezTo>
                <a:cubicBezTo>
                  <a:pt x="490351" y="95713"/>
                  <a:pt x="488681" y="93923"/>
                  <a:pt x="487715" y="91704"/>
                </a:cubicBezTo>
                <a:cubicBezTo>
                  <a:pt x="486748" y="89486"/>
                  <a:pt x="486265" y="84817"/>
                  <a:pt x="486265" y="77700"/>
                </a:cubicBezTo>
                <a:lnTo>
                  <a:pt x="486265" y="37433"/>
                </a:lnTo>
                <a:lnTo>
                  <a:pt x="477565" y="37433"/>
                </a:lnTo>
                <a:lnTo>
                  <a:pt x="477565" y="28207"/>
                </a:lnTo>
                <a:lnTo>
                  <a:pt x="486265" y="28207"/>
                </a:lnTo>
                <a:lnTo>
                  <a:pt x="486265" y="10827"/>
                </a:lnTo>
                <a:lnTo>
                  <a:pt x="498061" y="3691"/>
                </a:lnTo>
                <a:lnTo>
                  <a:pt x="498061" y="28207"/>
                </a:lnTo>
                <a:lnTo>
                  <a:pt x="509990" y="28207"/>
                </a:lnTo>
                <a:lnTo>
                  <a:pt x="509990" y="37433"/>
                </a:lnTo>
                <a:lnTo>
                  <a:pt x="498061" y="37433"/>
                </a:lnTo>
                <a:lnTo>
                  <a:pt x="498061" y="78359"/>
                </a:lnTo>
                <a:cubicBezTo>
                  <a:pt x="498061" y="81742"/>
                  <a:pt x="498270" y="83917"/>
                  <a:pt x="498687" y="84883"/>
                </a:cubicBezTo>
                <a:cubicBezTo>
                  <a:pt x="499105" y="85850"/>
                  <a:pt x="499786" y="86619"/>
                  <a:pt x="500730" y="87190"/>
                </a:cubicBezTo>
                <a:cubicBezTo>
                  <a:pt x="501675" y="87761"/>
                  <a:pt x="503026" y="88047"/>
                  <a:pt x="504783" y="88047"/>
                </a:cubicBezTo>
                <a:cubicBezTo>
                  <a:pt x="506102" y="88047"/>
                  <a:pt x="507837" y="87937"/>
                  <a:pt x="509990" y="87717"/>
                </a:cubicBezTo>
                <a:close/>
                <a:moveTo>
                  <a:pt x="517196" y="63201"/>
                </a:moveTo>
                <a:cubicBezTo>
                  <a:pt x="517196" y="50240"/>
                  <a:pt x="520799" y="40640"/>
                  <a:pt x="528004" y="34402"/>
                </a:cubicBezTo>
                <a:cubicBezTo>
                  <a:pt x="534023" y="29217"/>
                  <a:pt x="541361" y="26625"/>
                  <a:pt x="550016" y="26625"/>
                </a:cubicBezTo>
                <a:cubicBezTo>
                  <a:pt x="559638" y="26625"/>
                  <a:pt x="567502" y="29777"/>
                  <a:pt x="573609" y="36082"/>
                </a:cubicBezTo>
                <a:cubicBezTo>
                  <a:pt x="579716" y="42387"/>
                  <a:pt x="582770" y="51097"/>
                  <a:pt x="582770" y="62213"/>
                </a:cubicBezTo>
                <a:cubicBezTo>
                  <a:pt x="582770" y="71219"/>
                  <a:pt x="581419" y="78304"/>
                  <a:pt x="578717" y="83466"/>
                </a:cubicBezTo>
                <a:cubicBezTo>
                  <a:pt x="576015" y="88629"/>
                  <a:pt x="572083" y="92638"/>
                  <a:pt x="566920" y="95494"/>
                </a:cubicBezTo>
                <a:cubicBezTo>
                  <a:pt x="561758" y="98350"/>
                  <a:pt x="556123" y="99778"/>
                  <a:pt x="550016" y="99778"/>
                </a:cubicBezTo>
                <a:cubicBezTo>
                  <a:pt x="540218" y="99778"/>
                  <a:pt x="532299" y="96636"/>
                  <a:pt x="526258" y="90353"/>
                </a:cubicBezTo>
                <a:cubicBezTo>
                  <a:pt x="520217" y="84071"/>
                  <a:pt x="517196" y="75020"/>
                  <a:pt x="517196" y="63201"/>
                </a:cubicBezTo>
                <a:moveTo>
                  <a:pt x="529388" y="63168"/>
                </a:moveTo>
                <a:cubicBezTo>
                  <a:pt x="529388" y="72098"/>
                  <a:pt x="531343" y="78785"/>
                  <a:pt x="535254" y="83228"/>
                </a:cubicBezTo>
                <a:cubicBezTo>
                  <a:pt x="539164" y="87671"/>
                  <a:pt x="544085" y="89892"/>
                  <a:pt x="550016" y="89892"/>
                </a:cubicBezTo>
                <a:cubicBezTo>
                  <a:pt x="555903" y="89892"/>
                  <a:pt x="560802" y="87660"/>
                  <a:pt x="564712" y="83195"/>
                </a:cubicBezTo>
                <a:cubicBezTo>
                  <a:pt x="568623" y="78730"/>
                  <a:pt x="570578" y="71923"/>
                  <a:pt x="570578" y="62775"/>
                </a:cubicBezTo>
                <a:cubicBezTo>
                  <a:pt x="570578" y="54151"/>
                  <a:pt x="568612" y="47618"/>
                  <a:pt x="564679" y="43175"/>
                </a:cubicBezTo>
                <a:cubicBezTo>
                  <a:pt x="560747" y="38732"/>
                  <a:pt x="555859" y="36510"/>
                  <a:pt x="550016" y="36510"/>
                </a:cubicBezTo>
                <a:cubicBezTo>
                  <a:pt x="544085" y="36510"/>
                  <a:pt x="539164" y="38721"/>
                  <a:pt x="535254" y="43142"/>
                </a:cubicBezTo>
                <a:cubicBezTo>
                  <a:pt x="531343" y="47563"/>
                  <a:pt x="529388" y="54238"/>
                  <a:pt x="529388" y="63168"/>
                </a:cubicBezTo>
                <a:close/>
                <a:moveTo>
                  <a:pt x="596655" y="98196"/>
                </a:moveTo>
                <a:lnTo>
                  <a:pt x="596655" y="28207"/>
                </a:lnTo>
                <a:lnTo>
                  <a:pt x="607331" y="28207"/>
                </a:lnTo>
                <a:lnTo>
                  <a:pt x="607331" y="38092"/>
                </a:lnTo>
                <a:cubicBezTo>
                  <a:pt x="612472" y="30447"/>
                  <a:pt x="619897" y="26625"/>
                  <a:pt x="629607" y="26625"/>
                </a:cubicBezTo>
                <a:cubicBezTo>
                  <a:pt x="633824" y="26625"/>
                  <a:pt x="637702" y="27383"/>
                  <a:pt x="641239" y="28899"/>
                </a:cubicBezTo>
                <a:cubicBezTo>
                  <a:pt x="644775" y="30414"/>
                  <a:pt x="647423" y="32402"/>
                  <a:pt x="649180" y="34863"/>
                </a:cubicBezTo>
                <a:cubicBezTo>
                  <a:pt x="650937" y="37323"/>
                  <a:pt x="652168" y="40245"/>
                  <a:pt x="652871" y="43628"/>
                </a:cubicBezTo>
                <a:cubicBezTo>
                  <a:pt x="653310" y="45825"/>
                  <a:pt x="653530" y="49669"/>
                  <a:pt x="653530" y="55161"/>
                </a:cubicBezTo>
                <a:lnTo>
                  <a:pt x="653530" y="98196"/>
                </a:lnTo>
                <a:lnTo>
                  <a:pt x="641667" y="98196"/>
                </a:lnTo>
                <a:lnTo>
                  <a:pt x="641667" y="55577"/>
                </a:lnTo>
                <a:cubicBezTo>
                  <a:pt x="641667" y="50739"/>
                  <a:pt x="641206" y="47121"/>
                  <a:pt x="640283" y="44724"/>
                </a:cubicBezTo>
                <a:cubicBezTo>
                  <a:pt x="639360" y="42326"/>
                  <a:pt x="637724" y="40413"/>
                  <a:pt x="635373" y="38984"/>
                </a:cubicBezTo>
                <a:cubicBezTo>
                  <a:pt x="633023" y="37555"/>
                  <a:pt x="630266" y="36840"/>
                  <a:pt x="627102" y="36840"/>
                </a:cubicBezTo>
                <a:cubicBezTo>
                  <a:pt x="622050" y="36840"/>
                  <a:pt x="617689" y="38446"/>
                  <a:pt x="614021" y="41657"/>
                </a:cubicBezTo>
                <a:cubicBezTo>
                  <a:pt x="610352" y="44867"/>
                  <a:pt x="608518" y="50958"/>
                  <a:pt x="608518" y="59931"/>
                </a:cubicBezTo>
                <a:lnTo>
                  <a:pt x="608518" y="98196"/>
                </a:lnTo>
                <a:lnTo>
                  <a:pt x="596655" y="98196"/>
                </a:lnTo>
                <a:close/>
                <a:moveTo>
                  <a:pt x="671171" y="125216"/>
                </a:moveTo>
                <a:lnTo>
                  <a:pt x="669853" y="114079"/>
                </a:lnTo>
                <a:cubicBezTo>
                  <a:pt x="672445" y="114782"/>
                  <a:pt x="674707" y="115133"/>
                  <a:pt x="676641" y="115133"/>
                </a:cubicBezTo>
                <a:cubicBezTo>
                  <a:pt x="679277" y="115133"/>
                  <a:pt x="681386" y="114688"/>
                  <a:pt x="682967" y="113798"/>
                </a:cubicBezTo>
                <a:cubicBezTo>
                  <a:pt x="684549" y="112910"/>
                  <a:pt x="685845" y="111666"/>
                  <a:pt x="686856" y="110065"/>
                </a:cubicBezTo>
                <a:cubicBezTo>
                  <a:pt x="687603" y="108865"/>
                  <a:pt x="688811" y="105887"/>
                  <a:pt x="690480" y="101131"/>
                </a:cubicBezTo>
                <a:cubicBezTo>
                  <a:pt x="690700" y="100463"/>
                  <a:pt x="691051" y="99485"/>
                  <a:pt x="691535" y="98196"/>
                </a:cubicBezTo>
                <a:lnTo>
                  <a:pt x="664976" y="28207"/>
                </a:lnTo>
                <a:lnTo>
                  <a:pt x="677761" y="28207"/>
                </a:lnTo>
                <a:lnTo>
                  <a:pt x="692326" y="68642"/>
                </a:lnTo>
                <a:cubicBezTo>
                  <a:pt x="694215" y="73772"/>
                  <a:pt x="695906" y="79164"/>
                  <a:pt x="697400" y="84817"/>
                </a:cubicBezTo>
                <a:cubicBezTo>
                  <a:pt x="698762" y="79382"/>
                  <a:pt x="700388" y="74078"/>
                  <a:pt x="702277" y="68906"/>
                </a:cubicBezTo>
                <a:lnTo>
                  <a:pt x="717237" y="28207"/>
                </a:lnTo>
                <a:lnTo>
                  <a:pt x="729100" y="28207"/>
                </a:lnTo>
                <a:lnTo>
                  <a:pt x="702475" y="99429"/>
                </a:lnTo>
                <a:cubicBezTo>
                  <a:pt x="699619" y="107124"/>
                  <a:pt x="697400" y="112421"/>
                  <a:pt x="695818" y="115322"/>
                </a:cubicBezTo>
                <a:cubicBezTo>
                  <a:pt x="693710" y="119235"/>
                  <a:pt x="691293" y="122104"/>
                  <a:pt x="688569" y="123929"/>
                </a:cubicBezTo>
                <a:cubicBezTo>
                  <a:pt x="685845" y="125754"/>
                  <a:pt x="682594" y="126666"/>
                  <a:pt x="678815" y="126666"/>
                </a:cubicBezTo>
                <a:cubicBezTo>
                  <a:pt x="676531" y="126666"/>
                  <a:pt x="673983" y="126183"/>
                  <a:pt x="671171" y="125216"/>
                </a:cubicBezTo>
                <a:close/>
                <a:moveTo>
                  <a:pt x="739183" y="98196"/>
                </a:moveTo>
                <a:lnTo>
                  <a:pt x="739183" y="28207"/>
                </a:lnTo>
                <a:lnTo>
                  <a:pt x="749793" y="28207"/>
                </a:lnTo>
                <a:lnTo>
                  <a:pt x="749793" y="37960"/>
                </a:lnTo>
                <a:cubicBezTo>
                  <a:pt x="751990" y="34553"/>
                  <a:pt x="754912" y="31811"/>
                  <a:pt x="758558" y="29737"/>
                </a:cubicBezTo>
                <a:cubicBezTo>
                  <a:pt x="762205" y="27662"/>
                  <a:pt x="766357" y="26625"/>
                  <a:pt x="771014" y="26625"/>
                </a:cubicBezTo>
                <a:cubicBezTo>
                  <a:pt x="776199" y="26625"/>
                  <a:pt x="780449" y="27696"/>
                  <a:pt x="783766" y="29838"/>
                </a:cubicBezTo>
                <a:cubicBezTo>
                  <a:pt x="787084" y="31978"/>
                  <a:pt x="789423" y="34971"/>
                  <a:pt x="790785" y="38817"/>
                </a:cubicBezTo>
                <a:cubicBezTo>
                  <a:pt x="796321" y="30689"/>
                  <a:pt x="803526" y="26625"/>
                  <a:pt x="812401" y="26625"/>
                </a:cubicBezTo>
                <a:cubicBezTo>
                  <a:pt x="819343" y="26625"/>
                  <a:pt x="824681" y="28547"/>
                  <a:pt x="828416" y="32391"/>
                </a:cubicBezTo>
                <a:cubicBezTo>
                  <a:pt x="832150" y="36236"/>
                  <a:pt x="834018" y="42156"/>
                  <a:pt x="834018" y="50152"/>
                </a:cubicBezTo>
                <a:lnTo>
                  <a:pt x="834018" y="98196"/>
                </a:lnTo>
                <a:lnTo>
                  <a:pt x="822221" y="98196"/>
                </a:lnTo>
                <a:lnTo>
                  <a:pt x="822221" y="54059"/>
                </a:lnTo>
                <a:cubicBezTo>
                  <a:pt x="822221" y="49309"/>
                  <a:pt x="821837" y="45889"/>
                  <a:pt x="821068" y="43801"/>
                </a:cubicBezTo>
                <a:cubicBezTo>
                  <a:pt x="820299" y="41711"/>
                  <a:pt x="818904" y="40029"/>
                  <a:pt x="816883" y="38753"/>
                </a:cubicBezTo>
                <a:cubicBezTo>
                  <a:pt x="814862" y="37478"/>
                  <a:pt x="812489" y="36840"/>
                  <a:pt x="809765" y="36840"/>
                </a:cubicBezTo>
                <a:cubicBezTo>
                  <a:pt x="804844" y="36840"/>
                  <a:pt x="800758" y="38479"/>
                  <a:pt x="797507" y="41756"/>
                </a:cubicBezTo>
                <a:cubicBezTo>
                  <a:pt x="794256" y="45032"/>
                  <a:pt x="792630" y="50277"/>
                  <a:pt x="792630" y="57490"/>
                </a:cubicBezTo>
                <a:lnTo>
                  <a:pt x="792630" y="98196"/>
                </a:lnTo>
                <a:lnTo>
                  <a:pt x="780768" y="98196"/>
                </a:lnTo>
                <a:lnTo>
                  <a:pt x="780768" y="52673"/>
                </a:lnTo>
                <a:cubicBezTo>
                  <a:pt x="780768" y="47395"/>
                  <a:pt x="779801" y="43437"/>
                  <a:pt x="777868" y="40798"/>
                </a:cubicBezTo>
                <a:cubicBezTo>
                  <a:pt x="775935" y="38159"/>
                  <a:pt x="772772" y="36840"/>
                  <a:pt x="768378" y="36840"/>
                </a:cubicBezTo>
                <a:cubicBezTo>
                  <a:pt x="765039" y="36840"/>
                  <a:pt x="761952" y="37720"/>
                  <a:pt x="759119" y="39480"/>
                </a:cubicBezTo>
                <a:cubicBezTo>
                  <a:pt x="756285" y="41239"/>
                  <a:pt x="754231" y="43812"/>
                  <a:pt x="752957" y="47199"/>
                </a:cubicBezTo>
                <a:cubicBezTo>
                  <a:pt x="751683" y="50585"/>
                  <a:pt x="751045" y="55467"/>
                  <a:pt x="751045" y="61844"/>
                </a:cubicBezTo>
                <a:lnTo>
                  <a:pt x="751045" y="98196"/>
                </a:lnTo>
                <a:lnTo>
                  <a:pt x="739183" y="98196"/>
                </a:lnTo>
                <a:close/>
                <a:moveTo>
                  <a:pt x="889134" y="98196"/>
                </a:moveTo>
                <a:lnTo>
                  <a:pt x="889134" y="28207"/>
                </a:lnTo>
                <a:lnTo>
                  <a:pt x="899745" y="28207"/>
                </a:lnTo>
                <a:lnTo>
                  <a:pt x="899745" y="37960"/>
                </a:lnTo>
                <a:cubicBezTo>
                  <a:pt x="901942" y="34553"/>
                  <a:pt x="904863" y="31811"/>
                  <a:pt x="908510" y="29737"/>
                </a:cubicBezTo>
                <a:cubicBezTo>
                  <a:pt x="912157" y="27662"/>
                  <a:pt x="916309" y="26625"/>
                  <a:pt x="920966" y="26625"/>
                </a:cubicBezTo>
                <a:cubicBezTo>
                  <a:pt x="926150" y="26625"/>
                  <a:pt x="930401" y="27696"/>
                  <a:pt x="933718" y="29838"/>
                </a:cubicBezTo>
                <a:cubicBezTo>
                  <a:pt x="937035" y="31978"/>
                  <a:pt x="939375" y="34971"/>
                  <a:pt x="940737" y="38817"/>
                </a:cubicBezTo>
                <a:cubicBezTo>
                  <a:pt x="946273" y="30689"/>
                  <a:pt x="953478" y="26625"/>
                  <a:pt x="962353" y="26625"/>
                </a:cubicBezTo>
                <a:cubicBezTo>
                  <a:pt x="969295" y="26625"/>
                  <a:pt x="974633" y="28547"/>
                  <a:pt x="978367" y="32391"/>
                </a:cubicBezTo>
                <a:cubicBezTo>
                  <a:pt x="982102" y="36236"/>
                  <a:pt x="983969" y="42156"/>
                  <a:pt x="983969" y="50152"/>
                </a:cubicBezTo>
                <a:lnTo>
                  <a:pt x="983969" y="98196"/>
                </a:lnTo>
                <a:lnTo>
                  <a:pt x="972173" y="98196"/>
                </a:lnTo>
                <a:lnTo>
                  <a:pt x="972173" y="54059"/>
                </a:lnTo>
                <a:cubicBezTo>
                  <a:pt x="972173" y="49309"/>
                  <a:pt x="971788" y="45889"/>
                  <a:pt x="971019" y="43801"/>
                </a:cubicBezTo>
                <a:cubicBezTo>
                  <a:pt x="970250" y="41711"/>
                  <a:pt x="968855" y="40029"/>
                  <a:pt x="966834" y="38753"/>
                </a:cubicBezTo>
                <a:cubicBezTo>
                  <a:pt x="964813" y="37478"/>
                  <a:pt x="962441" y="36840"/>
                  <a:pt x="959717" y="36840"/>
                </a:cubicBezTo>
                <a:cubicBezTo>
                  <a:pt x="954796" y="36840"/>
                  <a:pt x="950710" y="38479"/>
                  <a:pt x="947459" y="41756"/>
                </a:cubicBezTo>
                <a:cubicBezTo>
                  <a:pt x="944208" y="45032"/>
                  <a:pt x="942582" y="50277"/>
                  <a:pt x="942582" y="57490"/>
                </a:cubicBezTo>
                <a:lnTo>
                  <a:pt x="942582" y="98196"/>
                </a:lnTo>
                <a:lnTo>
                  <a:pt x="930719" y="98196"/>
                </a:lnTo>
                <a:lnTo>
                  <a:pt x="930719" y="52673"/>
                </a:lnTo>
                <a:cubicBezTo>
                  <a:pt x="930719" y="47395"/>
                  <a:pt x="929753" y="43437"/>
                  <a:pt x="927820" y="40798"/>
                </a:cubicBezTo>
                <a:cubicBezTo>
                  <a:pt x="925887" y="38159"/>
                  <a:pt x="922723" y="36840"/>
                  <a:pt x="918330" y="36840"/>
                </a:cubicBezTo>
                <a:cubicBezTo>
                  <a:pt x="914991" y="36840"/>
                  <a:pt x="911904" y="37720"/>
                  <a:pt x="909070" y="39480"/>
                </a:cubicBezTo>
                <a:cubicBezTo>
                  <a:pt x="906236" y="41239"/>
                  <a:pt x="904182" y="43812"/>
                  <a:pt x="902908" y="47199"/>
                </a:cubicBezTo>
                <a:cubicBezTo>
                  <a:pt x="901634" y="50585"/>
                  <a:pt x="900997" y="55467"/>
                  <a:pt x="900997" y="61844"/>
                </a:cubicBezTo>
                <a:lnTo>
                  <a:pt x="900997" y="98196"/>
                </a:lnTo>
                <a:lnTo>
                  <a:pt x="889134" y="98196"/>
                </a:lnTo>
                <a:close/>
                <a:moveTo>
                  <a:pt x="1047433" y="98196"/>
                </a:moveTo>
                <a:lnTo>
                  <a:pt x="1047433" y="87915"/>
                </a:lnTo>
                <a:cubicBezTo>
                  <a:pt x="1041985" y="95823"/>
                  <a:pt x="1034582" y="99778"/>
                  <a:pt x="1025224" y="99778"/>
                </a:cubicBezTo>
                <a:cubicBezTo>
                  <a:pt x="1021094" y="99778"/>
                  <a:pt x="1017239" y="98987"/>
                  <a:pt x="1013658" y="97405"/>
                </a:cubicBezTo>
                <a:cubicBezTo>
                  <a:pt x="1010077" y="95823"/>
                  <a:pt x="1007419" y="93835"/>
                  <a:pt x="1005683" y="91441"/>
                </a:cubicBezTo>
                <a:cubicBezTo>
                  <a:pt x="1003948" y="89046"/>
                  <a:pt x="1002729" y="86114"/>
                  <a:pt x="1002026" y="82643"/>
                </a:cubicBezTo>
                <a:cubicBezTo>
                  <a:pt x="1001543" y="80314"/>
                  <a:pt x="1001301" y="76624"/>
                  <a:pt x="1001301" y="71571"/>
                </a:cubicBezTo>
                <a:lnTo>
                  <a:pt x="1001301" y="28207"/>
                </a:lnTo>
                <a:lnTo>
                  <a:pt x="1013163" y="28207"/>
                </a:lnTo>
                <a:lnTo>
                  <a:pt x="1013163" y="67024"/>
                </a:lnTo>
                <a:cubicBezTo>
                  <a:pt x="1013163" y="73219"/>
                  <a:pt x="1013405" y="77392"/>
                  <a:pt x="1013888" y="79545"/>
                </a:cubicBezTo>
                <a:cubicBezTo>
                  <a:pt x="1014635" y="82665"/>
                  <a:pt x="1016217" y="85114"/>
                  <a:pt x="1018633" y="86893"/>
                </a:cubicBezTo>
                <a:cubicBezTo>
                  <a:pt x="1021050" y="88673"/>
                  <a:pt x="1024038" y="89563"/>
                  <a:pt x="1027596" y="89563"/>
                </a:cubicBezTo>
                <a:cubicBezTo>
                  <a:pt x="1031155" y="89563"/>
                  <a:pt x="1034494" y="88651"/>
                  <a:pt x="1037614" y="86828"/>
                </a:cubicBezTo>
                <a:cubicBezTo>
                  <a:pt x="1040733" y="85004"/>
                  <a:pt x="1042941" y="82522"/>
                  <a:pt x="1044237" y="79380"/>
                </a:cubicBezTo>
                <a:cubicBezTo>
                  <a:pt x="1045533" y="76239"/>
                  <a:pt x="1046181" y="71681"/>
                  <a:pt x="1046181" y="65706"/>
                </a:cubicBezTo>
                <a:lnTo>
                  <a:pt x="1046181" y="28207"/>
                </a:lnTo>
                <a:lnTo>
                  <a:pt x="1058044" y="28207"/>
                </a:lnTo>
                <a:lnTo>
                  <a:pt x="1058044" y="98196"/>
                </a:lnTo>
                <a:lnTo>
                  <a:pt x="1047433" y="98196"/>
                </a:lnTo>
                <a:close/>
                <a:moveTo>
                  <a:pt x="1102508" y="87717"/>
                </a:moveTo>
                <a:lnTo>
                  <a:pt x="1104221" y="98196"/>
                </a:lnTo>
                <a:cubicBezTo>
                  <a:pt x="1100882" y="98811"/>
                  <a:pt x="1097895" y="99119"/>
                  <a:pt x="1095259" y="99119"/>
                </a:cubicBezTo>
                <a:cubicBezTo>
                  <a:pt x="1090953" y="99119"/>
                  <a:pt x="1087614" y="98438"/>
                  <a:pt x="1085241" y="97076"/>
                </a:cubicBezTo>
                <a:cubicBezTo>
                  <a:pt x="1082869" y="95713"/>
                  <a:pt x="1081199" y="93923"/>
                  <a:pt x="1080233" y="91704"/>
                </a:cubicBezTo>
                <a:cubicBezTo>
                  <a:pt x="1079266" y="89486"/>
                  <a:pt x="1078783" y="84817"/>
                  <a:pt x="1078783" y="77700"/>
                </a:cubicBezTo>
                <a:lnTo>
                  <a:pt x="1078783" y="37433"/>
                </a:lnTo>
                <a:lnTo>
                  <a:pt x="1070083" y="37433"/>
                </a:lnTo>
                <a:lnTo>
                  <a:pt x="1070083" y="28207"/>
                </a:lnTo>
                <a:lnTo>
                  <a:pt x="1078783" y="28207"/>
                </a:lnTo>
                <a:lnTo>
                  <a:pt x="1078783" y="10827"/>
                </a:lnTo>
                <a:lnTo>
                  <a:pt x="1090579" y="3691"/>
                </a:lnTo>
                <a:lnTo>
                  <a:pt x="1090579" y="28207"/>
                </a:lnTo>
                <a:lnTo>
                  <a:pt x="1102508" y="28207"/>
                </a:lnTo>
                <a:lnTo>
                  <a:pt x="1102508" y="37433"/>
                </a:lnTo>
                <a:lnTo>
                  <a:pt x="1090579" y="37433"/>
                </a:lnTo>
                <a:lnTo>
                  <a:pt x="1090579" y="78359"/>
                </a:lnTo>
                <a:cubicBezTo>
                  <a:pt x="1090579" y="81742"/>
                  <a:pt x="1090788" y="83917"/>
                  <a:pt x="1091205" y="84883"/>
                </a:cubicBezTo>
                <a:cubicBezTo>
                  <a:pt x="1091623" y="85850"/>
                  <a:pt x="1092304" y="86619"/>
                  <a:pt x="1093248" y="87190"/>
                </a:cubicBezTo>
                <a:cubicBezTo>
                  <a:pt x="1094193" y="87761"/>
                  <a:pt x="1095544" y="88047"/>
                  <a:pt x="1097302" y="88047"/>
                </a:cubicBezTo>
                <a:cubicBezTo>
                  <a:pt x="1098620" y="88047"/>
                  <a:pt x="1100355" y="87937"/>
                  <a:pt x="1102508" y="87717"/>
                </a:cubicBezTo>
                <a:close/>
                <a:moveTo>
                  <a:pt x="1159800" y="89554"/>
                </a:moveTo>
                <a:cubicBezTo>
                  <a:pt x="1155407" y="93292"/>
                  <a:pt x="1151178" y="95930"/>
                  <a:pt x="1147114" y="97469"/>
                </a:cubicBezTo>
                <a:cubicBezTo>
                  <a:pt x="1143050" y="99008"/>
                  <a:pt x="1138689" y="99778"/>
                  <a:pt x="1134032" y="99778"/>
                </a:cubicBezTo>
                <a:cubicBezTo>
                  <a:pt x="1126344" y="99778"/>
                  <a:pt x="1120434" y="97898"/>
                  <a:pt x="1116304" y="94139"/>
                </a:cubicBezTo>
                <a:cubicBezTo>
                  <a:pt x="1112174" y="90379"/>
                  <a:pt x="1110109" y="85576"/>
                  <a:pt x="1110109" y="79729"/>
                </a:cubicBezTo>
                <a:cubicBezTo>
                  <a:pt x="1110109" y="76300"/>
                  <a:pt x="1110889" y="73168"/>
                  <a:pt x="1112449" y="70333"/>
                </a:cubicBezTo>
                <a:cubicBezTo>
                  <a:pt x="1114009" y="67497"/>
                  <a:pt x="1116052" y="65221"/>
                  <a:pt x="1118578" y="63506"/>
                </a:cubicBezTo>
                <a:cubicBezTo>
                  <a:pt x="1121104" y="61791"/>
                  <a:pt x="1123949" y="60494"/>
                  <a:pt x="1127112" y="59616"/>
                </a:cubicBezTo>
                <a:cubicBezTo>
                  <a:pt x="1129441" y="58999"/>
                  <a:pt x="1132956" y="58405"/>
                  <a:pt x="1137657" y="57834"/>
                </a:cubicBezTo>
                <a:cubicBezTo>
                  <a:pt x="1147235" y="56700"/>
                  <a:pt x="1154286" y="55348"/>
                  <a:pt x="1158812" y="53777"/>
                </a:cubicBezTo>
                <a:cubicBezTo>
                  <a:pt x="1158856" y="52158"/>
                  <a:pt x="1158878" y="51130"/>
                  <a:pt x="1158878" y="50692"/>
                </a:cubicBezTo>
                <a:cubicBezTo>
                  <a:pt x="1158878" y="45877"/>
                  <a:pt x="1157757" y="42485"/>
                  <a:pt x="1155517" y="40516"/>
                </a:cubicBezTo>
                <a:cubicBezTo>
                  <a:pt x="1152485" y="37846"/>
                  <a:pt x="1147982" y="36510"/>
                  <a:pt x="1142007" y="36510"/>
                </a:cubicBezTo>
                <a:cubicBezTo>
                  <a:pt x="1136427" y="36510"/>
                  <a:pt x="1132308" y="37488"/>
                  <a:pt x="1129650" y="39443"/>
                </a:cubicBezTo>
                <a:cubicBezTo>
                  <a:pt x="1126992" y="41398"/>
                  <a:pt x="1125025" y="44858"/>
                  <a:pt x="1123751" y="49823"/>
                </a:cubicBezTo>
                <a:lnTo>
                  <a:pt x="1112152" y="48241"/>
                </a:lnTo>
                <a:cubicBezTo>
                  <a:pt x="1113207" y="43261"/>
                  <a:pt x="1114942" y="39240"/>
                  <a:pt x="1117359" y="36177"/>
                </a:cubicBezTo>
                <a:cubicBezTo>
                  <a:pt x="1119775" y="33114"/>
                  <a:pt x="1123268" y="30756"/>
                  <a:pt x="1127837" y="29105"/>
                </a:cubicBezTo>
                <a:cubicBezTo>
                  <a:pt x="1132407" y="27451"/>
                  <a:pt x="1137701" y="26625"/>
                  <a:pt x="1143720" y="26625"/>
                </a:cubicBezTo>
                <a:cubicBezTo>
                  <a:pt x="1149695" y="26625"/>
                  <a:pt x="1154550" y="27328"/>
                  <a:pt x="1158285" y="28734"/>
                </a:cubicBezTo>
                <a:cubicBezTo>
                  <a:pt x="1162019" y="30140"/>
                  <a:pt x="1164765" y="31908"/>
                  <a:pt x="1166523" y="34039"/>
                </a:cubicBezTo>
                <a:cubicBezTo>
                  <a:pt x="1168280" y="36170"/>
                  <a:pt x="1169510" y="38861"/>
                  <a:pt x="1170213" y="42112"/>
                </a:cubicBezTo>
                <a:cubicBezTo>
                  <a:pt x="1170609" y="44133"/>
                  <a:pt x="1170806" y="47780"/>
                  <a:pt x="1170806" y="53052"/>
                </a:cubicBezTo>
                <a:lnTo>
                  <a:pt x="1170806" y="68869"/>
                </a:lnTo>
                <a:cubicBezTo>
                  <a:pt x="1170806" y="79897"/>
                  <a:pt x="1171059" y="86871"/>
                  <a:pt x="1171564" y="89793"/>
                </a:cubicBezTo>
                <a:cubicBezTo>
                  <a:pt x="1172069" y="92715"/>
                  <a:pt x="1173069" y="95516"/>
                  <a:pt x="1174563" y="98196"/>
                </a:cubicBezTo>
                <a:lnTo>
                  <a:pt x="1162173" y="98196"/>
                </a:lnTo>
                <a:cubicBezTo>
                  <a:pt x="1160943" y="95733"/>
                  <a:pt x="1160152" y="92852"/>
                  <a:pt x="1159800" y="89554"/>
                </a:cubicBezTo>
                <a:moveTo>
                  <a:pt x="1158812" y="63004"/>
                </a:moveTo>
                <a:cubicBezTo>
                  <a:pt x="1154506" y="64776"/>
                  <a:pt x="1148048" y="66282"/>
                  <a:pt x="1139436" y="67522"/>
                </a:cubicBezTo>
                <a:cubicBezTo>
                  <a:pt x="1134559" y="68228"/>
                  <a:pt x="1131111" y="69022"/>
                  <a:pt x="1129089" y="69905"/>
                </a:cubicBezTo>
                <a:cubicBezTo>
                  <a:pt x="1127068" y="70786"/>
                  <a:pt x="1125509" y="72077"/>
                  <a:pt x="1124410" y="73777"/>
                </a:cubicBezTo>
                <a:cubicBezTo>
                  <a:pt x="1123312" y="75475"/>
                  <a:pt x="1122763" y="77361"/>
                  <a:pt x="1122763" y="79434"/>
                </a:cubicBezTo>
                <a:cubicBezTo>
                  <a:pt x="1122763" y="82610"/>
                  <a:pt x="1123960" y="85257"/>
                  <a:pt x="1126354" y="87375"/>
                </a:cubicBezTo>
                <a:cubicBezTo>
                  <a:pt x="1128749" y="89493"/>
                  <a:pt x="1132253" y="90551"/>
                  <a:pt x="1136866" y="90551"/>
                </a:cubicBezTo>
                <a:cubicBezTo>
                  <a:pt x="1141435" y="90551"/>
                  <a:pt x="1145499" y="89547"/>
                  <a:pt x="1149058" y="87538"/>
                </a:cubicBezTo>
                <a:cubicBezTo>
                  <a:pt x="1152617" y="85529"/>
                  <a:pt x="1155231" y="82781"/>
                  <a:pt x="1156901" y="79294"/>
                </a:cubicBezTo>
                <a:cubicBezTo>
                  <a:pt x="1158175" y="76600"/>
                  <a:pt x="1158812" y="72627"/>
                  <a:pt x="1158812" y="67374"/>
                </a:cubicBezTo>
                <a:lnTo>
                  <a:pt x="1158812" y="63004"/>
                </a:lnTo>
                <a:close/>
                <a:moveTo>
                  <a:pt x="1215073" y="87717"/>
                </a:moveTo>
                <a:lnTo>
                  <a:pt x="1216786" y="98196"/>
                </a:lnTo>
                <a:cubicBezTo>
                  <a:pt x="1213447" y="98811"/>
                  <a:pt x="1210459" y="99119"/>
                  <a:pt x="1207823" y="99119"/>
                </a:cubicBezTo>
                <a:cubicBezTo>
                  <a:pt x="1203517" y="99119"/>
                  <a:pt x="1200178" y="98438"/>
                  <a:pt x="1197806" y="97076"/>
                </a:cubicBezTo>
                <a:cubicBezTo>
                  <a:pt x="1195433" y="95713"/>
                  <a:pt x="1193764" y="93923"/>
                  <a:pt x="1192797" y="91704"/>
                </a:cubicBezTo>
                <a:cubicBezTo>
                  <a:pt x="1191831" y="89486"/>
                  <a:pt x="1191347" y="84817"/>
                  <a:pt x="1191347" y="77700"/>
                </a:cubicBezTo>
                <a:lnTo>
                  <a:pt x="1191347" y="37433"/>
                </a:lnTo>
                <a:lnTo>
                  <a:pt x="1182648" y="37433"/>
                </a:lnTo>
                <a:lnTo>
                  <a:pt x="1182648" y="28207"/>
                </a:lnTo>
                <a:lnTo>
                  <a:pt x="1191347" y="28207"/>
                </a:lnTo>
                <a:lnTo>
                  <a:pt x="1191347" y="10827"/>
                </a:lnTo>
                <a:lnTo>
                  <a:pt x="1203144" y="3691"/>
                </a:lnTo>
                <a:lnTo>
                  <a:pt x="1203144" y="28207"/>
                </a:lnTo>
                <a:lnTo>
                  <a:pt x="1215073" y="28207"/>
                </a:lnTo>
                <a:lnTo>
                  <a:pt x="1215073" y="37433"/>
                </a:lnTo>
                <a:lnTo>
                  <a:pt x="1203144" y="37433"/>
                </a:lnTo>
                <a:lnTo>
                  <a:pt x="1203144" y="78359"/>
                </a:lnTo>
                <a:cubicBezTo>
                  <a:pt x="1203144" y="81742"/>
                  <a:pt x="1203353" y="83917"/>
                  <a:pt x="1203770" y="84883"/>
                </a:cubicBezTo>
                <a:cubicBezTo>
                  <a:pt x="1204187" y="85850"/>
                  <a:pt x="1204868" y="86619"/>
                  <a:pt x="1205813" y="87190"/>
                </a:cubicBezTo>
                <a:cubicBezTo>
                  <a:pt x="1206758" y="87761"/>
                  <a:pt x="1208109" y="88047"/>
                  <a:pt x="1209866" y="88047"/>
                </a:cubicBezTo>
                <a:cubicBezTo>
                  <a:pt x="1211184" y="88047"/>
                  <a:pt x="1212920" y="87937"/>
                  <a:pt x="1215073" y="87717"/>
                </a:cubicBezTo>
                <a:close/>
                <a:moveTo>
                  <a:pt x="1226760" y="15290"/>
                </a:moveTo>
                <a:lnTo>
                  <a:pt x="1226760" y="1582"/>
                </a:lnTo>
                <a:lnTo>
                  <a:pt x="1238623" y="1582"/>
                </a:lnTo>
                <a:lnTo>
                  <a:pt x="1238623" y="15290"/>
                </a:lnTo>
                <a:lnTo>
                  <a:pt x="1226760" y="15290"/>
                </a:lnTo>
                <a:moveTo>
                  <a:pt x="1226760" y="98196"/>
                </a:moveTo>
                <a:lnTo>
                  <a:pt x="1226760" y="28207"/>
                </a:lnTo>
                <a:lnTo>
                  <a:pt x="1238623" y="28207"/>
                </a:lnTo>
                <a:lnTo>
                  <a:pt x="1238623" y="98196"/>
                </a:lnTo>
                <a:lnTo>
                  <a:pt x="1226760" y="98196"/>
                </a:lnTo>
                <a:close/>
                <a:moveTo>
                  <a:pt x="1252242" y="63201"/>
                </a:moveTo>
                <a:cubicBezTo>
                  <a:pt x="1252242" y="50240"/>
                  <a:pt x="1255845" y="40640"/>
                  <a:pt x="1263050" y="34402"/>
                </a:cubicBezTo>
                <a:cubicBezTo>
                  <a:pt x="1269069" y="29217"/>
                  <a:pt x="1276407" y="26625"/>
                  <a:pt x="1285062" y="26625"/>
                </a:cubicBezTo>
                <a:cubicBezTo>
                  <a:pt x="1294684" y="26625"/>
                  <a:pt x="1302548" y="29777"/>
                  <a:pt x="1308655" y="36082"/>
                </a:cubicBezTo>
                <a:cubicBezTo>
                  <a:pt x="1314762" y="42387"/>
                  <a:pt x="1317816" y="51097"/>
                  <a:pt x="1317816" y="62213"/>
                </a:cubicBezTo>
                <a:cubicBezTo>
                  <a:pt x="1317816" y="71219"/>
                  <a:pt x="1316465" y="78304"/>
                  <a:pt x="1313763" y="83466"/>
                </a:cubicBezTo>
                <a:cubicBezTo>
                  <a:pt x="1311061" y="88629"/>
                  <a:pt x="1307128" y="92638"/>
                  <a:pt x="1301966" y="95494"/>
                </a:cubicBezTo>
                <a:cubicBezTo>
                  <a:pt x="1296804" y="98350"/>
                  <a:pt x="1291169" y="99778"/>
                  <a:pt x="1285062" y="99778"/>
                </a:cubicBezTo>
                <a:cubicBezTo>
                  <a:pt x="1275264" y="99778"/>
                  <a:pt x="1267345" y="96636"/>
                  <a:pt x="1261304" y="90353"/>
                </a:cubicBezTo>
                <a:cubicBezTo>
                  <a:pt x="1255263" y="84071"/>
                  <a:pt x="1252242" y="75020"/>
                  <a:pt x="1252242" y="63201"/>
                </a:cubicBezTo>
                <a:moveTo>
                  <a:pt x="1264434" y="63168"/>
                </a:moveTo>
                <a:cubicBezTo>
                  <a:pt x="1264434" y="72098"/>
                  <a:pt x="1266389" y="78785"/>
                  <a:pt x="1270300" y="83228"/>
                </a:cubicBezTo>
                <a:cubicBezTo>
                  <a:pt x="1274210" y="87671"/>
                  <a:pt x="1279131" y="89892"/>
                  <a:pt x="1285062" y="89892"/>
                </a:cubicBezTo>
                <a:cubicBezTo>
                  <a:pt x="1290949" y="89892"/>
                  <a:pt x="1295848" y="87660"/>
                  <a:pt x="1299758" y="83195"/>
                </a:cubicBezTo>
                <a:cubicBezTo>
                  <a:pt x="1303669" y="78730"/>
                  <a:pt x="1305624" y="71923"/>
                  <a:pt x="1305624" y="62775"/>
                </a:cubicBezTo>
                <a:cubicBezTo>
                  <a:pt x="1305624" y="54151"/>
                  <a:pt x="1303658" y="47618"/>
                  <a:pt x="1299725" y="43175"/>
                </a:cubicBezTo>
                <a:cubicBezTo>
                  <a:pt x="1295793" y="38732"/>
                  <a:pt x="1290905" y="36510"/>
                  <a:pt x="1285062" y="36510"/>
                </a:cubicBezTo>
                <a:cubicBezTo>
                  <a:pt x="1279131" y="36510"/>
                  <a:pt x="1274210" y="38721"/>
                  <a:pt x="1270300" y="43142"/>
                </a:cubicBezTo>
                <a:cubicBezTo>
                  <a:pt x="1266389" y="47563"/>
                  <a:pt x="1264434" y="54238"/>
                  <a:pt x="1264434" y="63168"/>
                </a:cubicBezTo>
                <a:close/>
                <a:moveTo>
                  <a:pt x="1331701" y="98196"/>
                </a:moveTo>
                <a:lnTo>
                  <a:pt x="1331701" y="28207"/>
                </a:lnTo>
                <a:lnTo>
                  <a:pt x="1342377" y="28207"/>
                </a:lnTo>
                <a:lnTo>
                  <a:pt x="1342377" y="38092"/>
                </a:lnTo>
                <a:cubicBezTo>
                  <a:pt x="1347518" y="30447"/>
                  <a:pt x="1354943" y="26625"/>
                  <a:pt x="1364653" y="26625"/>
                </a:cubicBezTo>
                <a:cubicBezTo>
                  <a:pt x="1368870" y="26625"/>
                  <a:pt x="1372748" y="27383"/>
                  <a:pt x="1376284" y="28899"/>
                </a:cubicBezTo>
                <a:cubicBezTo>
                  <a:pt x="1379821" y="30414"/>
                  <a:pt x="1382468" y="32402"/>
                  <a:pt x="1384226" y="34863"/>
                </a:cubicBezTo>
                <a:cubicBezTo>
                  <a:pt x="1385983" y="37323"/>
                  <a:pt x="1387213" y="40245"/>
                  <a:pt x="1387916" y="43628"/>
                </a:cubicBezTo>
                <a:cubicBezTo>
                  <a:pt x="1388356" y="45825"/>
                  <a:pt x="1388575" y="49669"/>
                  <a:pt x="1388575" y="55161"/>
                </a:cubicBezTo>
                <a:lnTo>
                  <a:pt x="1388575" y="98196"/>
                </a:lnTo>
                <a:lnTo>
                  <a:pt x="1376713" y="98196"/>
                </a:lnTo>
                <a:lnTo>
                  <a:pt x="1376713" y="55577"/>
                </a:lnTo>
                <a:cubicBezTo>
                  <a:pt x="1376713" y="50739"/>
                  <a:pt x="1376252" y="47121"/>
                  <a:pt x="1375329" y="44724"/>
                </a:cubicBezTo>
                <a:cubicBezTo>
                  <a:pt x="1374406" y="42326"/>
                  <a:pt x="1372770" y="40413"/>
                  <a:pt x="1370419" y="38984"/>
                </a:cubicBezTo>
                <a:cubicBezTo>
                  <a:pt x="1368069" y="37555"/>
                  <a:pt x="1365312" y="36840"/>
                  <a:pt x="1362148" y="36840"/>
                </a:cubicBezTo>
                <a:cubicBezTo>
                  <a:pt x="1357096" y="36840"/>
                  <a:pt x="1352735" y="38446"/>
                  <a:pt x="1349066" y="41657"/>
                </a:cubicBezTo>
                <a:cubicBezTo>
                  <a:pt x="1345398" y="44867"/>
                  <a:pt x="1343564" y="50958"/>
                  <a:pt x="1343564" y="59931"/>
                </a:cubicBezTo>
                <a:lnTo>
                  <a:pt x="1343564" y="98196"/>
                </a:lnTo>
                <a:lnTo>
                  <a:pt x="1331701" y="98196"/>
                </a:lnTo>
                <a:close/>
                <a:moveTo>
                  <a:pt x="1444331" y="15290"/>
                </a:moveTo>
                <a:lnTo>
                  <a:pt x="1444331" y="1582"/>
                </a:lnTo>
                <a:lnTo>
                  <a:pt x="1456194" y="1582"/>
                </a:lnTo>
                <a:lnTo>
                  <a:pt x="1456194" y="15290"/>
                </a:lnTo>
                <a:lnTo>
                  <a:pt x="1444331" y="15290"/>
                </a:lnTo>
                <a:moveTo>
                  <a:pt x="1444331" y="98196"/>
                </a:moveTo>
                <a:lnTo>
                  <a:pt x="1444331" y="28207"/>
                </a:lnTo>
                <a:lnTo>
                  <a:pt x="1456194" y="28207"/>
                </a:lnTo>
                <a:lnTo>
                  <a:pt x="1456194" y="98196"/>
                </a:lnTo>
                <a:lnTo>
                  <a:pt x="1444331" y="98196"/>
                </a:lnTo>
                <a:close/>
                <a:moveTo>
                  <a:pt x="1469483" y="77239"/>
                </a:moveTo>
                <a:lnTo>
                  <a:pt x="1481214" y="75393"/>
                </a:lnTo>
                <a:cubicBezTo>
                  <a:pt x="1481873" y="80074"/>
                  <a:pt x="1483708" y="83661"/>
                  <a:pt x="1486717" y="86154"/>
                </a:cubicBezTo>
                <a:cubicBezTo>
                  <a:pt x="1489727" y="88646"/>
                  <a:pt x="1493934" y="89892"/>
                  <a:pt x="1499338" y="89892"/>
                </a:cubicBezTo>
                <a:cubicBezTo>
                  <a:pt x="1504786" y="89892"/>
                  <a:pt x="1508828" y="88792"/>
                  <a:pt x="1511464" y="86591"/>
                </a:cubicBezTo>
                <a:cubicBezTo>
                  <a:pt x="1514100" y="84388"/>
                  <a:pt x="1515418" y="81806"/>
                  <a:pt x="1515418" y="78843"/>
                </a:cubicBezTo>
                <a:cubicBezTo>
                  <a:pt x="1515418" y="76183"/>
                  <a:pt x="1514254" y="74091"/>
                  <a:pt x="1511925" y="72566"/>
                </a:cubicBezTo>
                <a:cubicBezTo>
                  <a:pt x="1510299" y="71519"/>
                  <a:pt x="1506257" y="70190"/>
                  <a:pt x="1499799" y="68576"/>
                </a:cubicBezTo>
                <a:cubicBezTo>
                  <a:pt x="1491100" y="66378"/>
                  <a:pt x="1485070" y="64477"/>
                  <a:pt x="1481708" y="62872"/>
                </a:cubicBezTo>
                <a:cubicBezTo>
                  <a:pt x="1478347" y="61267"/>
                  <a:pt x="1475799" y="59046"/>
                  <a:pt x="1474064" y="56209"/>
                </a:cubicBezTo>
                <a:cubicBezTo>
                  <a:pt x="1472328" y="53373"/>
                  <a:pt x="1471461" y="50240"/>
                  <a:pt x="1471461" y="46810"/>
                </a:cubicBezTo>
                <a:cubicBezTo>
                  <a:pt x="1471461" y="43688"/>
                  <a:pt x="1472174" y="40796"/>
                  <a:pt x="1473602" y="38135"/>
                </a:cubicBezTo>
                <a:cubicBezTo>
                  <a:pt x="1475030" y="35474"/>
                  <a:pt x="1476974" y="33265"/>
                  <a:pt x="1479435" y="31506"/>
                </a:cubicBezTo>
                <a:cubicBezTo>
                  <a:pt x="1481280" y="30143"/>
                  <a:pt x="1483795" y="28989"/>
                  <a:pt x="1486981" y="28044"/>
                </a:cubicBezTo>
                <a:cubicBezTo>
                  <a:pt x="1490166" y="27098"/>
                  <a:pt x="1493582" y="26625"/>
                  <a:pt x="1497229" y="26625"/>
                </a:cubicBezTo>
                <a:cubicBezTo>
                  <a:pt x="1502721" y="26625"/>
                  <a:pt x="1507543" y="27421"/>
                  <a:pt x="1511694" y="29014"/>
                </a:cubicBezTo>
                <a:cubicBezTo>
                  <a:pt x="1515846" y="30605"/>
                  <a:pt x="1518911" y="32761"/>
                  <a:pt x="1520888" y="35483"/>
                </a:cubicBezTo>
                <a:cubicBezTo>
                  <a:pt x="1522865" y="38203"/>
                  <a:pt x="1524227" y="41840"/>
                  <a:pt x="1524974" y="46396"/>
                </a:cubicBezTo>
                <a:lnTo>
                  <a:pt x="1513375" y="47978"/>
                </a:lnTo>
                <a:cubicBezTo>
                  <a:pt x="1512848" y="44375"/>
                  <a:pt x="1511321" y="41563"/>
                  <a:pt x="1508795" y="39542"/>
                </a:cubicBezTo>
                <a:cubicBezTo>
                  <a:pt x="1506268" y="37521"/>
                  <a:pt x="1502699" y="36510"/>
                  <a:pt x="1498085" y="36510"/>
                </a:cubicBezTo>
                <a:cubicBezTo>
                  <a:pt x="1492637" y="36510"/>
                  <a:pt x="1488749" y="37407"/>
                  <a:pt x="1486421" y="39200"/>
                </a:cubicBezTo>
                <a:cubicBezTo>
                  <a:pt x="1484092" y="40992"/>
                  <a:pt x="1482928" y="43090"/>
                  <a:pt x="1482928" y="45496"/>
                </a:cubicBezTo>
                <a:cubicBezTo>
                  <a:pt x="1482928" y="47025"/>
                  <a:pt x="1483411" y="48403"/>
                  <a:pt x="1484378" y="49627"/>
                </a:cubicBezTo>
                <a:cubicBezTo>
                  <a:pt x="1485344" y="50894"/>
                  <a:pt x="1486860" y="51943"/>
                  <a:pt x="1488925" y="52774"/>
                </a:cubicBezTo>
                <a:cubicBezTo>
                  <a:pt x="1490111" y="53212"/>
                  <a:pt x="1493604" y="54218"/>
                  <a:pt x="1499403" y="55791"/>
                </a:cubicBezTo>
                <a:cubicBezTo>
                  <a:pt x="1507795" y="58031"/>
                  <a:pt x="1513650" y="59864"/>
                  <a:pt x="1516967" y="61290"/>
                </a:cubicBezTo>
                <a:cubicBezTo>
                  <a:pt x="1520284" y="62717"/>
                  <a:pt x="1522887" y="64791"/>
                  <a:pt x="1524776" y="67514"/>
                </a:cubicBezTo>
                <a:cubicBezTo>
                  <a:pt x="1526665" y="70235"/>
                  <a:pt x="1527610" y="73615"/>
                  <a:pt x="1527610" y="77653"/>
                </a:cubicBezTo>
                <a:cubicBezTo>
                  <a:pt x="1527610" y="81604"/>
                  <a:pt x="1526457" y="85325"/>
                  <a:pt x="1524150" y="88815"/>
                </a:cubicBezTo>
                <a:cubicBezTo>
                  <a:pt x="1521844" y="92304"/>
                  <a:pt x="1518515" y="95003"/>
                  <a:pt x="1514166" y="96913"/>
                </a:cubicBezTo>
                <a:cubicBezTo>
                  <a:pt x="1509816" y="98823"/>
                  <a:pt x="1504895" y="99778"/>
                  <a:pt x="1499403" y="99778"/>
                </a:cubicBezTo>
                <a:cubicBezTo>
                  <a:pt x="1490309" y="99778"/>
                  <a:pt x="1483378" y="97883"/>
                  <a:pt x="1478611" y="94093"/>
                </a:cubicBezTo>
                <a:cubicBezTo>
                  <a:pt x="1473844" y="90304"/>
                  <a:pt x="1470801" y="84686"/>
                  <a:pt x="1469483" y="77239"/>
                </a:cubicBezTo>
                <a:close/>
                <a:moveTo>
                  <a:pt x="1582069" y="98196"/>
                </a:moveTo>
                <a:lnTo>
                  <a:pt x="1582069" y="37433"/>
                </a:lnTo>
                <a:lnTo>
                  <a:pt x="1571591" y="37433"/>
                </a:lnTo>
                <a:lnTo>
                  <a:pt x="1571591" y="28207"/>
                </a:lnTo>
                <a:lnTo>
                  <a:pt x="1582069" y="28207"/>
                </a:lnTo>
                <a:lnTo>
                  <a:pt x="1582069" y="20776"/>
                </a:lnTo>
                <a:cubicBezTo>
                  <a:pt x="1582069" y="16086"/>
                  <a:pt x="1582487" y="12601"/>
                  <a:pt x="1583321" y="10322"/>
                </a:cubicBezTo>
                <a:cubicBezTo>
                  <a:pt x="1584464" y="7255"/>
                  <a:pt x="1586474" y="4768"/>
                  <a:pt x="1589351" y="2861"/>
                </a:cubicBezTo>
                <a:cubicBezTo>
                  <a:pt x="1592229" y="954"/>
                  <a:pt x="1596260" y="0"/>
                  <a:pt x="1601445" y="0"/>
                </a:cubicBezTo>
                <a:cubicBezTo>
                  <a:pt x="1604784" y="0"/>
                  <a:pt x="1608474" y="395"/>
                  <a:pt x="1612516" y="1186"/>
                </a:cubicBezTo>
                <a:lnTo>
                  <a:pt x="1610737" y="11533"/>
                </a:lnTo>
                <a:cubicBezTo>
                  <a:pt x="1608277" y="11094"/>
                  <a:pt x="1605948" y="10874"/>
                  <a:pt x="1603751" y="10874"/>
                </a:cubicBezTo>
                <a:cubicBezTo>
                  <a:pt x="1600149" y="10874"/>
                  <a:pt x="1597600" y="11640"/>
                  <a:pt x="1596107" y="13172"/>
                </a:cubicBezTo>
                <a:cubicBezTo>
                  <a:pt x="1594613" y="14705"/>
                  <a:pt x="1593866" y="17571"/>
                  <a:pt x="1593866" y="21773"/>
                </a:cubicBezTo>
                <a:lnTo>
                  <a:pt x="1593866" y="28207"/>
                </a:lnTo>
                <a:lnTo>
                  <a:pt x="1607508" y="28207"/>
                </a:lnTo>
                <a:lnTo>
                  <a:pt x="1607508" y="37433"/>
                </a:lnTo>
                <a:lnTo>
                  <a:pt x="1593866" y="37433"/>
                </a:lnTo>
                <a:lnTo>
                  <a:pt x="1593866" y="98196"/>
                </a:lnTo>
                <a:lnTo>
                  <a:pt x="1582069" y="98196"/>
                </a:lnTo>
                <a:close/>
                <a:moveTo>
                  <a:pt x="1662428" y="89554"/>
                </a:moveTo>
                <a:cubicBezTo>
                  <a:pt x="1658035" y="93292"/>
                  <a:pt x="1653806" y="95930"/>
                  <a:pt x="1649742" y="97469"/>
                </a:cubicBezTo>
                <a:cubicBezTo>
                  <a:pt x="1645678" y="99008"/>
                  <a:pt x="1641317" y="99778"/>
                  <a:pt x="1636660" y="99778"/>
                </a:cubicBezTo>
                <a:cubicBezTo>
                  <a:pt x="1628971" y="99778"/>
                  <a:pt x="1623062" y="97898"/>
                  <a:pt x="1618932" y="94139"/>
                </a:cubicBezTo>
                <a:cubicBezTo>
                  <a:pt x="1614802" y="90379"/>
                  <a:pt x="1612737" y="85576"/>
                  <a:pt x="1612737" y="79729"/>
                </a:cubicBezTo>
                <a:cubicBezTo>
                  <a:pt x="1612737" y="76300"/>
                  <a:pt x="1613517" y="73168"/>
                  <a:pt x="1615077" y="70333"/>
                </a:cubicBezTo>
                <a:cubicBezTo>
                  <a:pt x="1616636" y="67497"/>
                  <a:pt x="1618679" y="65221"/>
                  <a:pt x="1621206" y="63506"/>
                </a:cubicBezTo>
                <a:cubicBezTo>
                  <a:pt x="1623732" y="61791"/>
                  <a:pt x="1626577" y="60494"/>
                  <a:pt x="1629740" y="59616"/>
                </a:cubicBezTo>
                <a:cubicBezTo>
                  <a:pt x="1632069" y="58999"/>
                  <a:pt x="1635583" y="58405"/>
                  <a:pt x="1640285" y="57834"/>
                </a:cubicBezTo>
                <a:cubicBezTo>
                  <a:pt x="1649863" y="56700"/>
                  <a:pt x="1656914" y="55348"/>
                  <a:pt x="1661440" y="53777"/>
                </a:cubicBezTo>
                <a:cubicBezTo>
                  <a:pt x="1661483" y="52158"/>
                  <a:pt x="1661505" y="51130"/>
                  <a:pt x="1661505" y="50692"/>
                </a:cubicBezTo>
                <a:cubicBezTo>
                  <a:pt x="1661505" y="45877"/>
                  <a:pt x="1660385" y="42485"/>
                  <a:pt x="1658144" y="40516"/>
                </a:cubicBezTo>
                <a:cubicBezTo>
                  <a:pt x="1655113" y="37846"/>
                  <a:pt x="1650609" y="36510"/>
                  <a:pt x="1644634" y="36510"/>
                </a:cubicBezTo>
                <a:cubicBezTo>
                  <a:pt x="1639054" y="36510"/>
                  <a:pt x="1634935" y="37488"/>
                  <a:pt x="1632277" y="39443"/>
                </a:cubicBezTo>
                <a:cubicBezTo>
                  <a:pt x="1629619" y="41398"/>
                  <a:pt x="1627653" y="44858"/>
                  <a:pt x="1626379" y="49823"/>
                </a:cubicBezTo>
                <a:lnTo>
                  <a:pt x="1614780" y="48241"/>
                </a:lnTo>
                <a:cubicBezTo>
                  <a:pt x="1615834" y="43261"/>
                  <a:pt x="1617570" y="39240"/>
                  <a:pt x="1619986" y="36177"/>
                </a:cubicBezTo>
                <a:cubicBezTo>
                  <a:pt x="1622403" y="33114"/>
                  <a:pt x="1625896" y="30756"/>
                  <a:pt x="1630465" y="29105"/>
                </a:cubicBezTo>
                <a:cubicBezTo>
                  <a:pt x="1635034" y="27451"/>
                  <a:pt x="1640329" y="26625"/>
                  <a:pt x="1646348" y="26625"/>
                </a:cubicBezTo>
                <a:cubicBezTo>
                  <a:pt x="1652323" y="26625"/>
                  <a:pt x="1657178" y="27328"/>
                  <a:pt x="1660912" y="28734"/>
                </a:cubicBezTo>
                <a:cubicBezTo>
                  <a:pt x="1664647" y="30140"/>
                  <a:pt x="1667393" y="31908"/>
                  <a:pt x="1669150" y="34039"/>
                </a:cubicBezTo>
                <a:cubicBezTo>
                  <a:pt x="1670908" y="36170"/>
                  <a:pt x="1672138" y="38861"/>
                  <a:pt x="1672841" y="42112"/>
                </a:cubicBezTo>
                <a:cubicBezTo>
                  <a:pt x="1673236" y="44133"/>
                  <a:pt x="1673434" y="47780"/>
                  <a:pt x="1673434" y="53052"/>
                </a:cubicBezTo>
                <a:lnTo>
                  <a:pt x="1673434" y="68869"/>
                </a:lnTo>
                <a:cubicBezTo>
                  <a:pt x="1673434" y="79897"/>
                  <a:pt x="1673687" y="86871"/>
                  <a:pt x="1674192" y="89793"/>
                </a:cubicBezTo>
                <a:cubicBezTo>
                  <a:pt x="1674697" y="92715"/>
                  <a:pt x="1675697" y="95516"/>
                  <a:pt x="1677190" y="98196"/>
                </a:cubicBezTo>
                <a:lnTo>
                  <a:pt x="1664801" y="98196"/>
                </a:lnTo>
                <a:cubicBezTo>
                  <a:pt x="1663570" y="95733"/>
                  <a:pt x="1662780" y="92852"/>
                  <a:pt x="1662428" y="89554"/>
                </a:cubicBezTo>
                <a:moveTo>
                  <a:pt x="1661440" y="63004"/>
                </a:moveTo>
                <a:cubicBezTo>
                  <a:pt x="1657134" y="64776"/>
                  <a:pt x="1650675" y="66282"/>
                  <a:pt x="1642064" y="67522"/>
                </a:cubicBezTo>
                <a:cubicBezTo>
                  <a:pt x="1637187" y="68228"/>
                  <a:pt x="1633738" y="69022"/>
                  <a:pt x="1631717" y="69905"/>
                </a:cubicBezTo>
                <a:cubicBezTo>
                  <a:pt x="1629696" y="70786"/>
                  <a:pt x="1628136" y="72077"/>
                  <a:pt x="1627038" y="73777"/>
                </a:cubicBezTo>
                <a:cubicBezTo>
                  <a:pt x="1625940" y="75475"/>
                  <a:pt x="1625390" y="77361"/>
                  <a:pt x="1625390" y="79434"/>
                </a:cubicBezTo>
                <a:cubicBezTo>
                  <a:pt x="1625390" y="82610"/>
                  <a:pt x="1626588" y="85257"/>
                  <a:pt x="1628982" y="87375"/>
                </a:cubicBezTo>
                <a:cubicBezTo>
                  <a:pt x="1631377" y="89493"/>
                  <a:pt x="1634881" y="90551"/>
                  <a:pt x="1639494" y="90551"/>
                </a:cubicBezTo>
                <a:cubicBezTo>
                  <a:pt x="1644063" y="90551"/>
                  <a:pt x="1648127" y="89547"/>
                  <a:pt x="1651686" y="87538"/>
                </a:cubicBezTo>
                <a:cubicBezTo>
                  <a:pt x="1655245" y="85529"/>
                  <a:pt x="1657859" y="82781"/>
                  <a:pt x="1659528" y="79294"/>
                </a:cubicBezTo>
                <a:cubicBezTo>
                  <a:pt x="1660802" y="76600"/>
                  <a:pt x="1661440" y="72627"/>
                  <a:pt x="1661440" y="67374"/>
                </a:cubicBezTo>
                <a:lnTo>
                  <a:pt x="1661440" y="63004"/>
                </a:lnTo>
                <a:close/>
                <a:moveTo>
                  <a:pt x="1737471" y="72494"/>
                </a:moveTo>
                <a:lnTo>
                  <a:pt x="1749136" y="74009"/>
                </a:lnTo>
                <a:cubicBezTo>
                  <a:pt x="1747862" y="82070"/>
                  <a:pt x="1744599" y="88380"/>
                  <a:pt x="1739349" y="92940"/>
                </a:cubicBezTo>
                <a:cubicBezTo>
                  <a:pt x="1734099" y="97498"/>
                  <a:pt x="1727651" y="99778"/>
                  <a:pt x="1720007" y="99778"/>
                </a:cubicBezTo>
                <a:cubicBezTo>
                  <a:pt x="1710429" y="99778"/>
                  <a:pt x="1702729" y="96647"/>
                  <a:pt x="1696907" y="90386"/>
                </a:cubicBezTo>
                <a:cubicBezTo>
                  <a:pt x="1691086" y="84126"/>
                  <a:pt x="1688175" y="75152"/>
                  <a:pt x="1688175" y="63465"/>
                </a:cubicBezTo>
                <a:cubicBezTo>
                  <a:pt x="1688175" y="55908"/>
                  <a:pt x="1689427" y="49296"/>
                  <a:pt x="1691932" y="43628"/>
                </a:cubicBezTo>
                <a:cubicBezTo>
                  <a:pt x="1694436" y="37960"/>
                  <a:pt x="1698247" y="33710"/>
                  <a:pt x="1703366" y="30876"/>
                </a:cubicBezTo>
                <a:cubicBezTo>
                  <a:pt x="1708484" y="28042"/>
                  <a:pt x="1714053" y="26625"/>
                  <a:pt x="1720072" y="26625"/>
                </a:cubicBezTo>
                <a:cubicBezTo>
                  <a:pt x="1727673" y="26625"/>
                  <a:pt x="1733890" y="28553"/>
                  <a:pt x="1738723" y="32410"/>
                </a:cubicBezTo>
                <a:cubicBezTo>
                  <a:pt x="1743556" y="36265"/>
                  <a:pt x="1746653" y="41740"/>
                  <a:pt x="1748015" y="48834"/>
                </a:cubicBezTo>
                <a:lnTo>
                  <a:pt x="1736482" y="50614"/>
                </a:lnTo>
                <a:cubicBezTo>
                  <a:pt x="1735384" y="45935"/>
                  <a:pt x="1733440" y="42414"/>
                  <a:pt x="1730650" y="40053"/>
                </a:cubicBezTo>
                <a:cubicBezTo>
                  <a:pt x="1727860" y="37691"/>
                  <a:pt x="1724488" y="36510"/>
                  <a:pt x="1720534" y="36510"/>
                </a:cubicBezTo>
                <a:cubicBezTo>
                  <a:pt x="1714559" y="36510"/>
                  <a:pt x="1709704" y="38642"/>
                  <a:pt x="1705969" y="42905"/>
                </a:cubicBezTo>
                <a:cubicBezTo>
                  <a:pt x="1702235" y="47167"/>
                  <a:pt x="1700367" y="53910"/>
                  <a:pt x="1700367" y="63135"/>
                </a:cubicBezTo>
                <a:cubicBezTo>
                  <a:pt x="1700367" y="72492"/>
                  <a:pt x="1702169" y="79291"/>
                  <a:pt x="1705771" y="83532"/>
                </a:cubicBezTo>
                <a:cubicBezTo>
                  <a:pt x="1709374" y="87772"/>
                  <a:pt x="1714075" y="89892"/>
                  <a:pt x="1719875" y="89892"/>
                </a:cubicBezTo>
                <a:cubicBezTo>
                  <a:pt x="1724532" y="89892"/>
                  <a:pt x="1728420" y="88470"/>
                  <a:pt x="1731540" y="85625"/>
                </a:cubicBezTo>
                <a:cubicBezTo>
                  <a:pt x="1734659" y="82780"/>
                  <a:pt x="1736636" y="78403"/>
                  <a:pt x="1737471" y="72494"/>
                </a:cubicBezTo>
                <a:close/>
                <a:moveTo>
                  <a:pt x="1785185" y="87717"/>
                </a:moveTo>
                <a:lnTo>
                  <a:pt x="1786898" y="98196"/>
                </a:lnTo>
                <a:cubicBezTo>
                  <a:pt x="1783559" y="98811"/>
                  <a:pt x="1780572" y="99119"/>
                  <a:pt x="1777936" y="99119"/>
                </a:cubicBezTo>
                <a:cubicBezTo>
                  <a:pt x="1773630" y="99119"/>
                  <a:pt x="1770291" y="98438"/>
                  <a:pt x="1767918" y="97076"/>
                </a:cubicBezTo>
                <a:cubicBezTo>
                  <a:pt x="1765546" y="95713"/>
                  <a:pt x="1763876" y="93923"/>
                  <a:pt x="1762910" y="91704"/>
                </a:cubicBezTo>
                <a:cubicBezTo>
                  <a:pt x="1761943" y="89486"/>
                  <a:pt x="1761460" y="84817"/>
                  <a:pt x="1761460" y="77700"/>
                </a:cubicBezTo>
                <a:lnTo>
                  <a:pt x="1761460" y="37433"/>
                </a:lnTo>
                <a:lnTo>
                  <a:pt x="1752761" y="37433"/>
                </a:lnTo>
                <a:lnTo>
                  <a:pt x="1752761" y="28207"/>
                </a:lnTo>
                <a:lnTo>
                  <a:pt x="1761460" y="28207"/>
                </a:lnTo>
                <a:lnTo>
                  <a:pt x="1761460" y="10827"/>
                </a:lnTo>
                <a:lnTo>
                  <a:pt x="1773256" y="3691"/>
                </a:lnTo>
                <a:lnTo>
                  <a:pt x="1773256" y="28207"/>
                </a:lnTo>
                <a:lnTo>
                  <a:pt x="1785185" y="28207"/>
                </a:lnTo>
                <a:lnTo>
                  <a:pt x="1785185" y="37433"/>
                </a:lnTo>
                <a:lnTo>
                  <a:pt x="1773256" y="37433"/>
                </a:lnTo>
                <a:lnTo>
                  <a:pt x="1773256" y="78359"/>
                </a:lnTo>
                <a:cubicBezTo>
                  <a:pt x="1773256" y="81742"/>
                  <a:pt x="1773465" y="83917"/>
                  <a:pt x="1773883" y="84883"/>
                </a:cubicBezTo>
                <a:cubicBezTo>
                  <a:pt x="1774300" y="85850"/>
                  <a:pt x="1774981" y="86619"/>
                  <a:pt x="1775926" y="87190"/>
                </a:cubicBezTo>
                <a:cubicBezTo>
                  <a:pt x="1776870" y="87761"/>
                  <a:pt x="1778221" y="88047"/>
                  <a:pt x="1779979" y="88047"/>
                </a:cubicBezTo>
                <a:cubicBezTo>
                  <a:pt x="1781297" y="88047"/>
                  <a:pt x="1783032" y="87937"/>
                  <a:pt x="1785185" y="87717"/>
                </a:cubicBezTo>
                <a:close/>
                <a:moveTo>
                  <a:pt x="1842675" y="98196"/>
                </a:moveTo>
                <a:lnTo>
                  <a:pt x="1842675" y="87915"/>
                </a:lnTo>
                <a:cubicBezTo>
                  <a:pt x="1837227" y="95823"/>
                  <a:pt x="1829824" y="99778"/>
                  <a:pt x="1820466" y="99778"/>
                </a:cubicBezTo>
                <a:cubicBezTo>
                  <a:pt x="1816336" y="99778"/>
                  <a:pt x="1812481" y="98987"/>
                  <a:pt x="1808900" y="97405"/>
                </a:cubicBezTo>
                <a:cubicBezTo>
                  <a:pt x="1805319" y="95823"/>
                  <a:pt x="1802661" y="93835"/>
                  <a:pt x="1800926" y="91441"/>
                </a:cubicBezTo>
                <a:cubicBezTo>
                  <a:pt x="1799190" y="89046"/>
                  <a:pt x="1797971" y="86114"/>
                  <a:pt x="1797268" y="82643"/>
                </a:cubicBezTo>
                <a:cubicBezTo>
                  <a:pt x="1796785" y="80314"/>
                  <a:pt x="1796543" y="76624"/>
                  <a:pt x="1796543" y="71571"/>
                </a:cubicBezTo>
                <a:lnTo>
                  <a:pt x="1796543" y="28207"/>
                </a:lnTo>
                <a:lnTo>
                  <a:pt x="1808406" y="28207"/>
                </a:lnTo>
                <a:lnTo>
                  <a:pt x="1808406" y="67024"/>
                </a:lnTo>
                <a:cubicBezTo>
                  <a:pt x="1808406" y="73219"/>
                  <a:pt x="1808647" y="77392"/>
                  <a:pt x="1809131" y="79545"/>
                </a:cubicBezTo>
                <a:cubicBezTo>
                  <a:pt x="1809878" y="82665"/>
                  <a:pt x="1811459" y="85114"/>
                  <a:pt x="1813876" y="86893"/>
                </a:cubicBezTo>
                <a:cubicBezTo>
                  <a:pt x="1816292" y="88673"/>
                  <a:pt x="1819280" y="89563"/>
                  <a:pt x="1822839" y="89563"/>
                </a:cubicBezTo>
                <a:cubicBezTo>
                  <a:pt x="1826397" y="89563"/>
                  <a:pt x="1829736" y="88651"/>
                  <a:pt x="1832856" y="86828"/>
                </a:cubicBezTo>
                <a:cubicBezTo>
                  <a:pt x="1835975" y="85004"/>
                  <a:pt x="1838183" y="82522"/>
                  <a:pt x="1839479" y="79380"/>
                </a:cubicBezTo>
                <a:cubicBezTo>
                  <a:pt x="1840775" y="76239"/>
                  <a:pt x="1841423" y="71681"/>
                  <a:pt x="1841423" y="65706"/>
                </a:cubicBezTo>
                <a:lnTo>
                  <a:pt x="1841423" y="28207"/>
                </a:lnTo>
                <a:lnTo>
                  <a:pt x="1853286" y="28207"/>
                </a:lnTo>
                <a:lnTo>
                  <a:pt x="1853286" y="98196"/>
                </a:lnTo>
                <a:lnTo>
                  <a:pt x="1842675" y="98196"/>
                </a:lnTo>
                <a:close/>
                <a:moveTo>
                  <a:pt x="1917521" y="89554"/>
                </a:moveTo>
                <a:cubicBezTo>
                  <a:pt x="1913127" y="93292"/>
                  <a:pt x="1908898" y="95930"/>
                  <a:pt x="1904834" y="97469"/>
                </a:cubicBezTo>
                <a:cubicBezTo>
                  <a:pt x="1900770" y="99008"/>
                  <a:pt x="1896410" y="99778"/>
                  <a:pt x="1891752" y="99778"/>
                </a:cubicBezTo>
                <a:cubicBezTo>
                  <a:pt x="1884064" y="99778"/>
                  <a:pt x="1878154" y="97898"/>
                  <a:pt x="1874024" y="94139"/>
                </a:cubicBezTo>
                <a:cubicBezTo>
                  <a:pt x="1869894" y="90379"/>
                  <a:pt x="1867829" y="85576"/>
                  <a:pt x="1867829" y="79729"/>
                </a:cubicBezTo>
                <a:cubicBezTo>
                  <a:pt x="1867829" y="76300"/>
                  <a:pt x="1868609" y="73168"/>
                  <a:pt x="1870169" y="70333"/>
                </a:cubicBezTo>
                <a:cubicBezTo>
                  <a:pt x="1871729" y="67497"/>
                  <a:pt x="1873772" y="65221"/>
                  <a:pt x="1876298" y="63506"/>
                </a:cubicBezTo>
                <a:cubicBezTo>
                  <a:pt x="1878824" y="61791"/>
                  <a:pt x="1881669" y="60494"/>
                  <a:pt x="1884833" y="59616"/>
                </a:cubicBezTo>
                <a:cubicBezTo>
                  <a:pt x="1887161" y="58999"/>
                  <a:pt x="1890676" y="58405"/>
                  <a:pt x="1895377" y="57834"/>
                </a:cubicBezTo>
                <a:cubicBezTo>
                  <a:pt x="1904955" y="56700"/>
                  <a:pt x="1912007" y="55348"/>
                  <a:pt x="1916532" y="53777"/>
                </a:cubicBezTo>
                <a:cubicBezTo>
                  <a:pt x="1916576" y="52158"/>
                  <a:pt x="1916598" y="51130"/>
                  <a:pt x="1916598" y="50692"/>
                </a:cubicBezTo>
                <a:cubicBezTo>
                  <a:pt x="1916598" y="45877"/>
                  <a:pt x="1915478" y="42485"/>
                  <a:pt x="1913237" y="40516"/>
                </a:cubicBezTo>
                <a:cubicBezTo>
                  <a:pt x="1910205" y="37846"/>
                  <a:pt x="1905702" y="36510"/>
                  <a:pt x="1899727" y="36510"/>
                </a:cubicBezTo>
                <a:cubicBezTo>
                  <a:pt x="1894147" y="36510"/>
                  <a:pt x="1890028" y="37488"/>
                  <a:pt x="1887370" y="39443"/>
                </a:cubicBezTo>
                <a:cubicBezTo>
                  <a:pt x="1884712" y="41398"/>
                  <a:pt x="1882746" y="44858"/>
                  <a:pt x="1881471" y="49823"/>
                </a:cubicBezTo>
                <a:lnTo>
                  <a:pt x="1869872" y="48241"/>
                </a:lnTo>
                <a:cubicBezTo>
                  <a:pt x="1870927" y="43261"/>
                  <a:pt x="1872662" y="39240"/>
                  <a:pt x="1875079" y="36177"/>
                </a:cubicBezTo>
                <a:cubicBezTo>
                  <a:pt x="1877495" y="33114"/>
                  <a:pt x="1880988" y="30756"/>
                  <a:pt x="1885557" y="29105"/>
                </a:cubicBezTo>
                <a:cubicBezTo>
                  <a:pt x="1890127" y="27451"/>
                  <a:pt x="1895421" y="26625"/>
                  <a:pt x="1901440" y="26625"/>
                </a:cubicBezTo>
                <a:cubicBezTo>
                  <a:pt x="1907415" y="26625"/>
                  <a:pt x="1912270" y="27328"/>
                  <a:pt x="1916005" y="28734"/>
                </a:cubicBezTo>
                <a:cubicBezTo>
                  <a:pt x="1919739" y="30140"/>
                  <a:pt x="1922485" y="31908"/>
                  <a:pt x="1924243" y="34039"/>
                </a:cubicBezTo>
                <a:cubicBezTo>
                  <a:pt x="1926000" y="36170"/>
                  <a:pt x="1927230" y="38861"/>
                  <a:pt x="1927933" y="42112"/>
                </a:cubicBezTo>
                <a:cubicBezTo>
                  <a:pt x="1928329" y="44133"/>
                  <a:pt x="1928526" y="47780"/>
                  <a:pt x="1928526" y="53052"/>
                </a:cubicBezTo>
                <a:lnTo>
                  <a:pt x="1928526" y="68869"/>
                </a:lnTo>
                <a:cubicBezTo>
                  <a:pt x="1928526" y="79897"/>
                  <a:pt x="1928779" y="86871"/>
                  <a:pt x="1929284" y="89793"/>
                </a:cubicBezTo>
                <a:cubicBezTo>
                  <a:pt x="1929790" y="92715"/>
                  <a:pt x="1930789" y="95516"/>
                  <a:pt x="1932283" y="98196"/>
                </a:cubicBezTo>
                <a:lnTo>
                  <a:pt x="1919893" y="98196"/>
                </a:lnTo>
                <a:cubicBezTo>
                  <a:pt x="1918663" y="95733"/>
                  <a:pt x="1917872" y="92852"/>
                  <a:pt x="1917521" y="89554"/>
                </a:cubicBezTo>
                <a:moveTo>
                  <a:pt x="1916532" y="63004"/>
                </a:moveTo>
                <a:cubicBezTo>
                  <a:pt x="1912226" y="64776"/>
                  <a:pt x="1905768" y="66282"/>
                  <a:pt x="1897156" y="67522"/>
                </a:cubicBezTo>
                <a:cubicBezTo>
                  <a:pt x="1892280" y="68228"/>
                  <a:pt x="1888831" y="69022"/>
                  <a:pt x="1886810" y="69905"/>
                </a:cubicBezTo>
                <a:cubicBezTo>
                  <a:pt x="1884789" y="70786"/>
                  <a:pt x="1883229" y="72077"/>
                  <a:pt x="1882130" y="73777"/>
                </a:cubicBezTo>
                <a:cubicBezTo>
                  <a:pt x="1881032" y="75475"/>
                  <a:pt x="1880483" y="77361"/>
                  <a:pt x="1880483" y="79434"/>
                </a:cubicBezTo>
                <a:cubicBezTo>
                  <a:pt x="1880483" y="82610"/>
                  <a:pt x="1881680" y="85257"/>
                  <a:pt x="1884075" y="87375"/>
                </a:cubicBezTo>
                <a:cubicBezTo>
                  <a:pt x="1886469" y="89493"/>
                  <a:pt x="1889973" y="90551"/>
                  <a:pt x="1894586" y="90551"/>
                </a:cubicBezTo>
                <a:cubicBezTo>
                  <a:pt x="1899155" y="90551"/>
                  <a:pt x="1903220" y="89547"/>
                  <a:pt x="1906778" y="87538"/>
                </a:cubicBezTo>
                <a:cubicBezTo>
                  <a:pt x="1910337" y="85529"/>
                  <a:pt x="1912951" y="82781"/>
                  <a:pt x="1914621" y="79294"/>
                </a:cubicBezTo>
                <a:cubicBezTo>
                  <a:pt x="1915895" y="76600"/>
                  <a:pt x="1916532" y="72627"/>
                  <a:pt x="1916532" y="67374"/>
                </a:cubicBezTo>
                <a:lnTo>
                  <a:pt x="1916532" y="63004"/>
                </a:lnTo>
                <a:close/>
                <a:moveTo>
                  <a:pt x="1946629" y="98196"/>
                </a:moveTo>
                <a:lnTo>
                  <a:pt x="1946629" y="1582"/>
                </a:lnTo>
                <a:lnTo>
                  <a:pt x="1958492" y="1582"/>
                </a:lnTo>
                <a:lnTo>
                  <a:pt x="1958492" y="98196"/>
                </a:lnTo>
                <a:lnTo>
                  <a:pt x="1946629" y="98196"/>
                </a:lnTo>
                <a:close/>
                <a:moveTo>
                  <a:pt x="1979954" y="98196"/>
                </a:moveTo>
                <a:lnTo>
                  <a:pt x="1979954" y="84620"/>
                </a:lnTo>
                <a:lnTo>
                  <a:pt x="1993464" y="84620"/>
                </a:lnTo>
                <a:lnTo>
                  <a:pt x="1993464" y="98157"/>
                </a:lnTo>
                <a:cubicBezTo>
                  <a:pt x="1993464" y="103132"/>
                  <a:pt x="1992585" y="107150"/>
                  <a:pt x="1990828" y="110209"/>
                </a:cubicBezTo>
                <a:cubicBezTo>
                  <a:pt x="1989070" y="113269"/>
                  <a:pt x="1986281" y="115636"/>
                  <a:pt x="1982458" y="117308"/>
                </a:cubicBezTo>
                <a:lnTo>
                  <a:pt x="1979163" y="112167"/>
                </a:lnTo>
                <a:cubicBezTo>
                  <a:pt x="1981667" y="111074"/>
                  <a:pt x="1983513" y="109467"/>
                  <a:pt x="1984699" y="107346"/>
                </a:cubicBezTo>
                <a:cubicBezTo>
                  <a:pt x="1985885" y="105225"/>
                  <a:pt x="1986544" y="102175"/>
                  <a:pt x="1986676" y="98196"/>
                </a:cubicBezTo>
                <a:lnTo>
                  <a:pt x="1979954" y="98196"/>
                </a:lnTo>
                <a:close/>
                <a:moveTo>
                  <a:pt x="2077800" y="87717"/>
                </a:moveTo>
                <a:lnTo>
                  <a:pt x="2079513" y="98196"/>
                </a:lnTo>
                <a:cubicBezTo>
                  <a:pt x="2076174" y="98811"/>
                  <a:pt x="2073187" y="99119"/>
                  <a:pt x="2070550" y="99119"/>
                </a:cubicBezTo>
                <a:cubicBezTo>
                  <a:pt x="2066245" y="99119"/>
                  <a:pt x="2062906" y="98438"/>
                  <a:pt x="2060533" y="97076"/>
                </a:cubicBezTo>
                <a:cubicBezTo>
                  <a:pt x="2058161" y="95713"/>
                  <a:pt x="2056491" y="93923"/>
                  <a:pt x="2055524" y="91704"/>
                </a:cubicBezTo>
                <a:cubicBezTo>
                  <a:pt x="2054558" y="89486"/>
                  <a:pt x="2054075" y="84817"/>
                  <a:pt x="2054075" y="77700"/>
                </a:cubicBezTo>
                <a:lnTo>
                  <a:pt x="2054075" y="37433"/>
                </a:lnTo>
                <a:lnTo>
                  <a:pt x="2045375" y="37433"/>
                </a:lnTo>
                <a:lnTo>
                  <a:pt x="2045375" y="28207"/>
                </a:lnTo>
                <a:lnTo>
                  <a:pt x="2054075" y="28207"/>
                </a:lnTo>
                <a:lnTo>
                  <a:pt x="2054075" y="10827"/>
                </a:lnTo>
                <a:lnTo>
                  <a:pt x="2065871" y="3691"/>
                </a:lnTo>
                <a:lnTo>
                  <a:pt x="2065871" y="28207"/>
                </a:lnTo>
                <a:lnTo>
                  <a:pt x="2077800" y="28207"/>
                </a:lnTo>
                <a:lnTo>
                  <a:pt x="2077800" y="37433"/>
                </a:lnTo>
                <a:lnTo>
                  <a:pt x="2065871" y="37433"/>
                </a:lnTo>
                <a:lnTo>
                  <a:pt x="2065871" y="78359"/>
                </a:lnTo>
                <a:cubicBezTo>
                  <a:pt x="2065871" y="81742"/>
                  <a:pt x="2066080" y="83917"/>
                  <a:pt x="2066497" y="84883"/>
                </a:cubicBezTo>
                <a:cubicBezTo>
                  <a:pt x="2066915" y="85850"/>
                  <a:pt x="2067596" y="86619"/>
                  <a:pt x="2068540" y="87190"/>
                </a:cubicBezTo>
                <a:cubicBezTo>
                  <a:pt x="2069485" y="87761"/>
                  <a:pt x="2070836" y="88047"/>
                  <a:pt x="2072593" y="88047"/>
                </a:cubicBezTo>
                <a:cubicBezTo>
                  <a:pt x="2073911" y="88047"/>
                  <a:pt x="2075647" y="87937"/>
                  <a:pt x="2077800" y="87717"/>
                </a:cubicBezTo>
                <a:close/>
                <a:moveTo>
                  <a:pt x="2089421" y="98196"/>
                </a:moveTo>
                <a:lnTo>
                  <a:pt x="2089421" y="1582"/>
                </a:lnTo>
                <a:lnTo>
                  <a:pt x="2101284" y="1582"/>
                </a:lnTo>
                <a:lnTo>
                  <a:pt x="2101284" y="36247"/>
                </a:lnTo>
                <a:cubicBezTo>
                  <a:pt x="2106820" y="29832"/>
                  <a:pt x="2113806" y="26625"/>
                  <a:pt x="2122241" y="26625"/>
                </a:cubicBezTo>
                <a:cubicBezTo>
                  <a:pt x="2127426" y="26625"/>
                  <a:pt x="2131929" y="27646"/>
                  <a:pt x="2135751" y="29689"/>
                </a:cubicBezTo>
                <a:cubicBezTo>
                  <a:pt x="2139574" y="31732"/>
                  <a:pt x="2142309" y="34555"/>
                  <a:pt x="2143956" y="38158"/>
                </a:cubicBezTo>
                <a:cubicBezTo>
                  <a:pt x="2145604" y="41761"/>
                  <a:pt x="2146428" y="46989"/>
                  <a:pt x="2146428" y="53843"/>
                </a:cubicBezTo>
                <a:lnTo>
                  <a:pt x="2146428" y="98196"/>
                </a:lnTo>
                <a:lnTo>
                  <a:pt x="2134565" y="98196"/>
                </a:lnTo>
                <a:lnTo>
                  <a:pt x="2134565" y="53843"/>
                </a:lnTo>
                <a:cubicBezTo>
                  <a:pt x="2134565" y="47912"/>
                  <a:pt x="2133280" y="43595"/>
                  <a:pt x="2130710" y="40893"/>
                </a:cubicBezTo>
                <a:cubicBezTo>
                  <a:pt x="2128140" y="38191"/>
                  <a:pt x="2124504" y="36840"/>
                  <a:pt x="2119803" y="36840"/>
                </a:cubicBezTo>
                <a:cubicBezTo>
                  <a:pt x="2116288" y="36840"/>
                  <a:pt x="2112982" y="37752"/>
                  <a:pt x="2109884" y="39575"/>
                </a:cubicBezTo>
                <a:cubicBezTo>
                  <a:pt x="2106787" y="41398"/>
                  <a:pt x="2104579" y="43870"/>
                  <a:pt x="2103261" y="46989"/>
                </a:cubicBezTo>
                <a:cubicBezTo>
                  <a:pt x="2101943" y="50108"/>
                  <a:pt x="2101284" y="54414"/>
                  <a:pt x="2101284" y="59906"/>
                </a:cubicBezTo>
                <a:lnTo>
                  <a:pt x="2101284" y="98196"/>
                </a:lnTo>
                <a:lnTo>
                  <a:pt x="2089421" y="98196"/>
                </a:lnTo>
                <a:close/>
                <a:moveTo>
                  <a:pt x="2212376" y="75657"/>
                </a:moveTo>
                <a:lnTo>
                  <a:pt x="2224634" y="77173"/>
                </a:lnTo>
                <a:cubicBezTo>
                  <a:pt x="2222701" y="84334"/>
                  <a:pt x="2219120" y="89892"/>
                  <a:pt x="2213892" y="93846"/>
                </a:cubicBezTo>
                <a:cubicBezTo>
                  <a:pt x="2208664" y="97800"/>
                  <a:pt x="2201985" y="99778"/>
                  <a:pt x="2193857" y="99778"/>
                </a:cubicBezTo>
                <a:cubicBezTo>
                  <a:pt x="2183620" y="99778"/>
                  <a:pt x="2175503" y="96625"/>
                  <a:pt x="2169506" y="90320"/>
                </a:cubicBezTo>
                <a:cubicBezTo>
                  <a:pt x="2163509" y="84016"/>
                  <a:pt x="2160510" y="75174"/>
                  <a:pt x="2160510" y="63794"/>
                </a:cubicBezTo>
                <a:cubicBezTo>
                  <a:pt x="2160510" y="52020"/>
                  <a:pt x="2163542" y="42881"/>
                  <a:pt x="2169605" y="36379"/>
                </a:cubicBezTo>
                <a:cubicBezTo>
                  <a:pt x="2175668" y="29876"/>
                  <a:pt x="2183532" y="26625"/>
                  <a:pt x="2193198" y="26625"/>
                </a:cubicBezTo>
                <a:cubicBezTo>
                  <a:pt x="2202557" y="26625"/>
                  <a:pt x="2210201" y="29805"/>
                  <a:pt x="2216133" y="36166"/>
                </a:cubicBezTo>
                <a:cubicBezTo>
                  <a:pt x="2222064" y="42526"/>
                  <a:pt x="2225030" y="51474"/>
                  <a:pt x="2225030" y="63010"/>
                </a:cubicBezTo>
                <a:cubicBezTo>
                  <a:pt x="2225030" y="63711"/>
                  <a:pt x="2225008" y="64764"/>
                  <a:pt x="2224964" y="66167"/>
                </a:cubicBezTo>
                <a:lnTo>
                  <a:pt x="2172768" y="66167"/>
                </a:lnTo>
                <a:cubicBezTo>
                  <a:pt x="2173208" y="73834"/>
                  <a:pt x="2175382" y="79704"/>
                  <a:pt x="2179293" y="83780"/>
                </a:cubicBezTo>
                <a:cubicBezTo>
                  <a:pt x="2183203" y="87855"/>
                  <a:pt x="2188080" y="89892"/>
                  <a:pt x="2193923" y="89892"/>
                </a:cubicBezTo>
                <a:cubicBezTo>
                  <a:pt x="2198273" y="89892"/>
                  <a:pt x="2201985" y="88761"/>
                  <a:pt x="2205061" y="86498"/>
                </a:cubicBezTo>
                <a:cubicBezTo>
                  <a:pt x="2208136" y="84234"/>
                  <a:pt x="2210575" y="80620"/>
                  <a:pt x="2212376" y="75657"/>
                </a:cubicBezTo>
                <a:moveTo>
                  <a:pt x="2173427" y="56281"/>
                </a:moveTo>
                <a:lnTo>
                  <a:pt x="2212508" y="56281"/>
                </a:lnTo>
                <a:cubicBezTo>
                  <a:pt x="2211981" y="50490"/>
                  <a:pt x="2210487" y="46147"/>
                  <a:pt x="2208026" y="43251"/>
                </a:cubicBezTo>
                <a:cubicBezTo>
                  <a:pt x="2204248" y="38757"/>
                  <a:pt x="2199349" y="36510"/>
                  <a:pt x="2193330" y="36510"/>
                </a:cubicBezTo>
                <a:cubicBezTo>
                  <a:pt x="2187882" y="36510"/>
                  <a:pt x="2183302" y="38304"/>
                  <a:pt x="2179589" y="41892"/>
                </a:cubicBezTo>
                <a:cubicBezTo>
                  <a:pt x="2175877" y="45478"/>
                  <a:pt x="2173823" y="50275"/>
                  <a:pt x="2173427" y="56281"/>
                </a:cubicBezTo>
                <a:close/>
                <a:moveTo>
                  <a:pt x="2239508" y="98196"/>
                </a:moveTo>
                <a:lnTo>
                  <a:pt x="2239508" y="28207"/>
                </a:lnTo>
                <a:lnTo>
                  <a:pt x="2250184" y="28207"/>
                </a:lnTo>
                <a:lnTo>
                  <a:pt x="2250184" y="38092"/>
                </a:lnTo>
                <a:cubicBezTo>
                  <a:pt x="2255325" y="30447"/>
                  <a:pt x="2262750" y="26625"/>
                  <a:pt x="2272459" y="26625"/>
                </a:cubicBezTo>
                <a:cubicBezTo>
                  <a:pt x="2276677" y="26625"/>
                  <a:pt x="2280555" y="27383"/>
                  <a:pt x="2284091" y="28899"/>
                </a:cubicBezTo>
                <a:cubicBezTo>
                  <a:pt x="2287628" y="30414"/>
                  <a:pt x="2290275" y="32402"/>
                  <a:pt x="2292033" y="34863"/>
                </a:cubicBezTo>
                <a:cubicBezTo>
                  <a:pt x="2293790" y="37323"/>
                  <a:pt x="2295020" y="40245"/>
                  <a:pt x="2295723" y="43628"/>
                </a:cubicBezTo>
                <a:cubicBezTo>
                  <a:pt x="2296163" y="45825"/>
                  <a:pt x="2296382" y="49669"/>
                  <a:pt x="2296382" y="55161"/>
                </a:cubicBezTo>
                <a:lnTo>
                  <a:pt x="2296382" y="98196"/>
                </a:lnTo>
                <a:lnTo>
                  <a:pt x="2284520" y="98196"/>
                </a:lnTo>
                <a:lnTo>
                  <a:pt x="2284520" y="55577"/>
                </a:lnTo>
                <a:cubicBezTo>
                  <a:pt x="2284520" y="50739"/>
                  <a:pt x="2284058" y="47121"/>
                  <a:pt x="2283136" y="44724"/>
                </a:cubicBezTo>
                <a:cubicBezTo>
                  <a:pt x="2282213" y="42326"/>
                  <a:pt x="2280577" y="40413"/>
                  <a:pt x="2278226" y="38984"/>
                </a:cubicBezTo>
                <a:cubicBezTo>
                  <a:pt x="2275875" y="37555"/>
                  <a:pt x="2273118" y="36840"/>
                  <a:pt x="2269955" y="36840"/>
                </a:cubicBezTo>
                <a:cubicBezTo>
                  <a:pt x="2264903" y="36840"/>
                  <a:pt x="2260542" y="38446"/>
                  <a:pt x="2256873" y="41657"/>
                </a:cubicBezTo>
                <a:cubicBezTo>
                  <a:pt x="2253205" y="44867"/>
                  <a:pt x="2251370" y="50958"/>
                  <a:pt x="2251370" y="59931"/>
                </a:cubicBezTo>
                <a:lnTo>
                  <a:pt x="2251370" y="98196"/>
                </a:lnTo>
                <a:lnTo>
                  <a:pt x="2239508" y="98196"/>
                </a:lnTo>
                <a:close/>
                <a:moveTo>
                  <a:pt x="2377972" y="87717"/>
                </a:moveTo>
                <a:lnTo>
                  <a:pt x="2379686" y="98196"/>
                </a:lnTo>
                <a:cubicBezTo>
                  <a:pt x="2376347" y="98811"/>
                  <a:pt x="2373359" y="99119"/>
                  <a:pt x="2370723" y="99119"/>
                </a:cubicBezTo>
                <a:cubicBezTo>
                  <a:pt x="2366417" y="99119"/>
                  <a:pt x="2363078" y="98438"/>
                  <a:pt x="2360706" y="97076"/>
                </a:cubicBezTo>
                <a:cubicBezTo>
                  <a:pt x="2358333" y="95713"/>
                  <a:pt x="2356664" y="93923"/>
                  <a:pt x="2355697" y="91704"/>
                </a:cubicBezTo>
                <a:cubicBezTo>
                  <a:pt x="2354731" y="89486"/>
                  <a:pt x="2354247" y="84817"/>
                  <a:pt x="2354247" y="77700"/>
                </a:cubicBezTo>
                <a:lnTo>
                  <a:pt x="2354247" y="37433"/>
                </a:lnTo>
                <a:lnTo>
                  <a:pt x="2345548" y="37433"/>
                </a:lnTo>
                <a:lnTo>
                  <a:pt x="2345548" y="28207"/>
                </a:lnTo>
                <a:lnTo>
                  <a:pt x="2354247" y="28207"/>
                </a:lnTo>
                <a:lnTo>
                  <a:pt x="2354247" y="10827"/>
                </a:lnTo>
                <a:lnTo>
                  <a:pt x="2366044" y="3691"/>
                </a:lnTo>
                <a:lnTo>
                  <a:pt x="2366044" y="28207"/>
                </a:lnTo>
                <a:lnTo>
                  <a:pt x="2377972" y="28207"/>
                </a:lnTo>
                <a:lnTo>
                  <a:pt x="2377972" y="37433"/>
                </a:lnTo>
                <a:lnTo>
                  <a:pt x="2366044" y="37433"/>
                </a:lnTo>
                <a:lnTo>
                  <a:pt x="2366044" y="78359"/>
                </a:lnTo>
                <a:cubicBezTo>
                  <a:pt x="2366044" y="81742"/>
                  <a:pt x="2366253" y="83917"/>
                  <a:pt x="2366670" y="84883"/>
                </a:cubicBezTo>
                <a:cubicBezTo>
                  <a:pt x="2367087" y="85850"/>
                  <a:pt x="2367768" y="86619"/>
                  <a:pt x="2368713" y="87190"/>
                </a:cubicBezTo>
                <a:cubicBezTo>
                  <a:pt x="2369658" y="87761"/>
                  <a:pt x="2371009" y="88047"/>
                  <a:pt x="2372766" y="88047"/>
                </a:cubicBezTo>
                <a:cubicBezTo>
                  <a:pt x="2374084" y="88047"/>
                  <a:pt x="2375820" y="87937"/>
                  <a:pt x="2377972" y="87717"/>
                </a:cubicBezTo>
                <a:close/>
                <a:moveTo>
                  <a:pt x="2389594" y="98196"/>
                </a:moveTo>
                <a:lnTo>
                  <a:pt x="2389594" y="1582"/>
                </a:lnTo>
                <a:lnTo>
                  <a:pt x="2401457" y="1582"/>
                </a:lnTo>
                <a:lnTo>
                  <a:pt x="2401457" y="36247"/>
                </a:lnTo>
                <a:cubicBezTo>
                  <a:pt x="2406992" y="29832"/>
                  <a:pt x="2413978" y="26625"/>
                  <a:pt x="2422414" y="26625"/>
                </a:cubicBezTo>
                <a:cubicBezTo>
                  <a:pt x="2427598" y="26625"/>
                  <a:pt x="2432102" y="27646"/>
                  <a:pt x="2435924" y="29689"/>
                </a:cubicBezTo>
                <a:cubicBezTo>
                  <a:pt x="2439746" y="31732"/>
                  <a:pt x="2442481" y="34555"/>
                  <a:pt x="2444129" y="38158"/>
                </a:cubicBezTo>
                <a:cubicBezTo>
                  <a:pt x="2445777" y="41761"/>
                  <a:pt x="2446600" y="46989"/>
                  <a:pt x="2446600" y="53843"/>
                </a:cubicBezTo>
                <a:lnTo>
                  <a:pt x="2446600" y="98196"/>
                </a:lnTo>
                <a:lnTo>
                  <a:pt x="2434738" y="98196"/>
                </a:lnTo>
                <a:lnTo>
                  <a:pt x="2434738" y="53843"/>
                </a:lnTo>
                <a:cubicBezTo>
                  <a:pt x="2434738" y="47912"/>
                  <a:pt x="2433453" y="43595"/>
                  <a:pt x="2430882" y="40893"/>
                </a:cubicBezTo>
                <a:cubicBezTo>
                  <a:pt x="2428312" y="38191"/>
                  <a:pt x="2424676" y="36840"/>
                  <a:pt x="2419975" y="36840"/>
                </a:cubicBezTo>
                <a:cubicBezTo>
                  <a:pt x="2416461" y="36840"/>
                  <a:pt x="2413154" y="37752"/>
                  <a:pt x="2410057" y="39575"/>
                </a:cubicBezTo>
                <a:cubicBezTo>
                  <a:pt x="2406960" y="41398"/>
                  <a:pt x="2404752" y="43870"/>
                  <a:pt x="2403434" y="46989"/>
                </a:cubicBezTo>
                <a:cubicBezTo>
                  <a:pt x="2402116" y="50108"/>
                  <a:pt x="2401457" y="54414"/>
                  <a:pt x="2401457" y="59906"/>
                </a:cubicBezTo>
                <a:lnTo>
                  <a:pt x="2401457" y="98196"/>
                </a:lnTo>
                <a:lnTo>
                  <a:pt x="2389594" y="98196"/>
                </a:lnTo>
                <a:close/>
                <a:moveTo>
                  <a:pt x="2512549" y="75657"/>
                </a:moveTo>
                <a:lnTo>
                  <a:pt x="2524807" y="77173"/>
                </a:lnTo>
                <a:cubicBezTo>
                  <a:pt x="2522874" y="84334"/>
                  <a:pt x="2519293" y="89892"/>
                  <a:pt x="2514065" y="93846"/>
                </a:cubicBezTo>
                <a:cubicBezTo>
                  <a:pt x="2508836" y="97800"/>
                  <a:pt x="2502158" y="99778"/>
                  <a:pt x="2494030" y="99778"/>
                </a:cubicBezTo>
                <a:cubicBezTo>
                  <a:pt x="2483793" y="99778"/>
                  <a:pt x="2475676" y="96625"/>
                  <a:pt x="2469679" y="90320"/>
                </a:cubicBezTo>
                <a:cubicBezTo>
                  <a:pt x="2463682" y="84016"/>
                  <a:pt x="2460683" y="75174"/>
                  <a:pt x="2460683" y="63794"/>
                </a:cubicBezTo>
                <a:cubicBezTo>
                  <a:pt x="2460683" y="52020"/>
                  <a:pt x="2463715" y="42881"/>
                  <a:pt x="2469778" y="36379"/>
                </a:cubicBezTo>
                <a:cubicBezTo>
                  <a:pt x="2475841" y="29876"/>
                  <a:pt x="2483705" y="26625"/>
                  <a:pt x="2493371" y="26625"/>
                </a:cubicBezTo>
                <a:cubicBezTo>
                  <a:pt x="2502729" y="26625"/>
                  <a:pt x="2510374" y="29805"/>
                  <a:pt x="2516306" y="36166"/>
                </a:cubicBezTo>
                <a:cubicBezTo>
                  <a:pt x="2522237" y="42526"/>
                  <a:pt x="2525202" y="51474"/>
                  <a:pt x="2525202" y="63010"/>
                </a:cubicBezTo>
                <a:cubicBezTo>
                  <a:pt x="2525202" y="63711"/>
                  <a:pt x="2525181" y="64764"/>
                  <a:pt x="2525137" y="66167"/>
                </a:cubicBezTo>
                <a:lnTo>
                  <a:pt x="2472941" y="66167"/>
                </a:lnTo>
                <a:cubicBezTo>
                  <a:pt x="2473381" y="73834"/>
                  <a:pt x="2475555" y="79704"/>
                  <a:pt x="2479466" y="83780"/>
                </a:cubicBezTo>
                <a:cubicBezTo>
                  <a:pt x="2483376" y="87855"/>
                  <a:pt x="2488253" y="89892"/>
                  <a:pt x="2494096" y="89892"/>
                </a:cubicBezTo>
                <a:cubicBezTo>
                  <a:pt x="2498446" y="89892"/>
                  <a:pt x="2502158" y="88761"/>
                  <a:pt x="2505234" y="86498"/>
                </a:cubicBezTo>
                <a:cubicBezTo>
                  <a:pt x="2508309" y="84234"/>
                  <a:pt x="2510748" y="80620"/>
                  <a:pt x="2512549" y="75657"/>
                </a:cubicBezTo>
                <a:moveTo>
                  <a:pt x="2473600" y="56281"/>
                </a:moveTo>
                <a:lnTo>
                  <a:pt x="2512681" y="56281"/>
                </a:lnTo>
                <a:cubicBezTo>
                  <a:pt x="2512154" y="50490"/>
                  <a:pt x="2510660" y="46147"/>
                  <a:pt x="2508199" y="43251"/>
                </a:cubicBezTo>
                <a:cubicBezTo>
                  <a:pt x="2504421" y="38757"/>
                  <a:pt x="2499522" y="36510"/>
                  <a:pt x="2493503" y="36510"/>
                </a:cubicBezTo>
                <a:cubicBezTo>
                  <a:pt x="2488055" y="36510"/>
                  <a:pt x="2483475" y="38304"/>
                  <a:pt x="2479762" y="41892"/>
                </a:cubicBezTo>
                <a:cubicBezTo>
                  <a:pt x="2476050" y="45478"/>
                  <a:pt x="2473996" y="50275"/>
                  <a:pt x="2473600" y="56281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originalresponseshouldbe">
            <a:extLst xmlns:a="http://schemas.openxmlformats.org/drawingml/2006/main">
              <a:ext uri="{FF2B5EF4-FFF2-40B4-BE49-F238E27FC236}">
                <a16:creationId xmlns:a16="http://schemas.microsoft.com/office/drawing/2014/main" id="{95BDD587-2F2C-4ABD-858E-DA8B2BC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622" y="5527402"/>
            <a:ext cx="1640348" cy="125084"/>
          </a:xfrm>
          <a:custGeom xmlns:a="http://schemas.openxmlformats.org/drawingml/2006/main">
            <a:pathLst>
              <a:path w="1640348" h="125084">
                <a:moveTo>
                  <a:pt x="0" y="61620"/>
                </a:moveTo>
                <a:cubicBezTo>
                  <a:pt x="0" y="48659"/>
                  <a:pt x="3603" y="39059"/>
                  <a:pt x="10808" y="32820"/>
                </a:cubicBezTo>
                <a:cubicBezTo>
                  <a:pt x="16827" y="27635"/>
                  <a:pt x="24165" y="25043"/>
                  <a:pt x="32820" y="25043"/>
                </a:cubicBezTo>
                <a:cubicBezTo>
                  <a:pt x="42442" y="25043"/>
                  <a:pt x="50306" y="28196"/>
                  <a:pt x="56413" y="34500"/>
                </a:cubicBezTo>
                <a:cubicBezTo>
                  <a:pt x="62520" y="40805"/>
                  <a:pt x="65574" y="49515"/>
                  <a:pt x="65574" y="60631"/>
                </a:cubicBezTo>
                <a:cubicBezTo>
                  <a:pt x="65574" y="69638"/>
                  <a:pt x="64223" y="76722"/>
                  <a:pt x="61521" y="81885"/>
                </a:cubicBezTo>
                <a:cubicBezTo>
                  <a:pt x="58819" y="87047"/>
                  <a:pt x="54886" y="91056"/>
                  <a:pt x="49724" y="93912"/>
                </a:cubicBezTo>
                <a:cubicBezTo>
                  <a:pt x="44562" y="96768"/>
                  <a:pt x="38927" y="98196"/>
                  <a:pt x="32820" y="98196"/>
                </a:cubicBezTo>
                <a:cubicBezTo>
                  <a:pt x="23022" y="98196"/>
                  <a:pt x="15103" y="95054"/>
                  <a:pt x="9062" y="88772"/>
                </a:cubicBezTo>
                <a:cubicBezTo>
                  <a:pt x="3021" y="82489"/>
                  <a:pt x="0" y="73438"/>
                  <a:pt x="0" y="61620"/>
                </a:cubicBezTo>
                <a:moveTo>
                  <a:pt x="12192" y="61587"/>
                </a:moveTo>
                <a:cubicBezTo>
                  <a:pt x="12192" y="70516"/>
                  <a:pt x="14147" y="77203"/>
                  <a:pt x="18057" y="81646"/>
                </a:cubicBezTo>
                <a:cubicBezTo>
                  <a:pt x="21968" y="86089"/>
                  <a:pt x="26889" y="88310"/>
                  <a:pt x="32820" y="88310"/>
                </a:cubicBezTo>
                <a:cubicBezTo>
                  <a:pt x="38707" y="88310"/>
                  <a:pt x="43606" y="86078"/>
                  <a:pt x="47516" y="81613"/>
                </a:cubicBezTo>
                <a:cubicBezTo>
                  <a:pt x="51427" y="77148"/>
                  <a:pt x="53382" y="70341"/>
                  <a:pt x="53382" y="61193"/>
                </a:cubicBezTo>
                <a:cubicBezTo>
                  <a:pt x="53382" y="52570"/>
                  <a:pt x="51416" y="46036"/>
                  <a:pt x="47483" y="41593"/>
                </a:cubicBezTo>
                <a:cubicBezTo>
                  <a:pt x="43551" y="37150"/>
                  <a:pt x="38663" y="34929"/>
                  <a:pt x="32820" y="34929"/>
                </a:cubicBezTo>
                <a:cubicBezTo>
                  <a:pt x="26889" y="34929"/>
                  <a:pt x="21968" y="37139"/>
                  <a:pt x="18057" y="41560"/>
                </a:cubicBezTo>
                <a:cubicBezTo>
                  <a:pt x="14147" y="45981"/>
                  <a:pt x="12192" y="52657"/>
                  <a:pt x="12192" y="61587"/>
                </a:cubicBezTo>
                <a:close/>
                <a:moveTo>
                  <a:pt x="79327" y="96614"/>
                </a:moveTo>
                <a:lnTo>
                  <a:pt x="79327" y="26625"/>
                </a:lnTo>
                <a:lnTo>
                  <a:pt x="90003" y="26625"/>
                </a:lnTo>
                <a:lnTo>
                  <a:pt x="90003" y="37169"/>
                </a:lnTo>
                <a:cubicBezTo>
                  <a:pt x="92727" y="32232"/>
                  <a:pt x="95243" y="28977"/>
                  <a:pt x="97549" y="27403"/>
                </a:cubicBezTo>
                <a:cubicBezTo>
                  <a:pt x="99856" y="25830"/>
                  <a:pt x="102393" y="25043"/>
                  <a:pt x="105161" y="25043"/>
                </a:cubicBezTo>
                <a:cubicBezTo>
                  <a:pt x="109159" y="25043"/>
                  <a:pt x="113223" y="26312"/>
                  <a:pt x="117353" y="28849"/>
                </a:cubicBezTo>
                <a:lnTo>
                  <a:pt x="113267" y="39806"/>
                </a:lnTo>
                <a:cubicBezTo>
                  <a:pt x="110368" y="38092"/>
                  <a:pt x="107468" y="37235"/>
                  <a:pt x="104568" y="37235"/>
                </a:cubicBezTo>
                <a:cubicBezTo>
                  <a:pt x="101976" y="37235"/>
                  <a:pt x="99647" y="38017"/>
                  <a:pt x="97582" y="39579"/>
                </a:cubicBezTo>
                <a:cubicBezTo>
                  <a:pt x="95517" y="41140"/>
                  <a:pt x="94045" y="43306"/>
                  <a:pt x="93167" y="46077"/>
                </a:cubicBezTo>
                <a:cubicBezTo>
                  <a:pt x="91849" y="50299"/>
                  <a:pt x="91190" y="54917"/>
                  <a:pt x="91190" y="59931"/>
                </a:cubicBezTo>
                <a:lnTo>
                  <a:pt x="91190" y="96614"/>
                </a:lnTo>
                <a:lnTo>
                  <a:pt x="79327" y="96614"/>
                </a:lnTo>
                <a:close/>
                <a:moveTo>
                  <a:pt x="124470" y="13708"/>
                </a:moveTo>
                <a:lnTo>
                  <a:pt x="124470" y="0"/>
                </a:lnTo>
                <a:lnTo>
                  <a:pt x="136332" y="0"/>
                </a:lnTo>
                <a:lnTo>
                  <a:pt x="136332" y="13708"/>
                </a:lnTo>
                <a:lnTo>
                  <a:pt x="124470" y="13708"/>
                </a:lnTo>
                <a:moveTo>
                  <a:pt x="124470" y="96614"/>
                </a:moveTo>
                <a:lnTo>
                  <a:pt x="124470" y="26625"/>
                </a:lnTo>
                <a:lnTo>
                  <a:pt x="136332" y="26625"/>
                </a:lnTo>
                <a:lnTo>
                  <a:pt x="136332" y="96614"/>
                </a:lnTo>
                <a:lnTo>
                  <a:pt x="124470" y="96614"/>
                </a:lnTo>
                <a:close/>
                <a:moveTo>
                  <a:pt x="152192" y="102414"/>
                </a:moveTo>
                <a:lnTo>
                  <a:pt x="163725" y="104127"/>
                </a:lnTo>
                <a:cubicBezTo>
                  <a:pt x="164208" y="107686"/>
                  <a:pt x="165548" y="110278"/>
                  <a:pt x="167745" y="111904"/>
                </a:cubicBezTo>
                <a:cubicBezTo>
                  <a:pt x="170689" y="114101"/>
                  <a:pt x="174709" y="115199"/>
                  <a:pt x="179806" y="115199"/>
                </a:cubicBezTo>
                <a:cubicBezTo>
                  <a:pt x="185297" y="115199"/>
                  <a:pt x="189537" y="114098"/>
                  <a:pt x="192525" y="111895"/>
                </a:cubicBezTo>
                <a:cubicBezTo>
                  <a:pt x="195512" y="109695"/>
                  <a:pt x="197533" y="106612"/>
                  <a:pt x="198588" y="102648"/>
                </a:cubicBezTo>
                <a:cubicBezTo>
                  <a:pt x="199203" y="100228"/>
                  <a:pt x="199489" y="95142"/>
                  <a:pt x="199445" y="87392"/>
                </a:cubicBezTo>
                <a:cubicBezTo>
                  <a:pt x="194260" y="93540"/>
                  <a:pt x="187802" y="96614"/>
                  <a:pt x="180069" y="96614"/>
                </a:cubicBezTo>
                <a:cubicBezTo>
                  <a:pt x="170447" y="96614"/>
                  <a:pt x="163000" y="93143"/>
                  <a:pt x="157728" y="86201"/>
                </a:cubicBezTo>
                <a:cubicBezTo>
                  <a:pt x="152456" y="79260"/>
                  <a:pt x="149820" y="70934"/>
                  <a:pt x="149820" y="61224"/>
                </a:cubicBezTo>
                <a:cubicBezTo>
                  <a:pt x="149820" y="54546"/>
                  <a:pt x="151028" y="48384"/>
                  <a:pt x="153444" y="42738"/>
                </a:cubicBezTo>
                <a:cubicBezTo>
                  <a:pt x="155861" y="37093"/>
                  <a:pt x="159365" y="32732"/>
                  <a:pt x="163956" y="29656"/>
                </a:cubicBezTo>
                <a:cubicBezTo>
                  <a:pt x="168547" y="26581"/>
                  <a:pt x="173940" y="25043"/>
                  <a:pt x="180135" y="25043"/>
                </a:cubicBezTo>
                <a:cubicBezTo>
                  <a:pt x="188395" y="25043"/>
                  <a:pt x="195205" y="28404"/>
                  <a:pt x="200565" y="35126"/>
                </a:cubicBezTo>
                <a:lnTo>
                  <a:pt x="200565" y="26625"/>
                </a:lnTo>
                <a:lnTo>
                  <a:pt x="211505" y="26625"/>
                </a:lnTo>
                <a:lnTo>
                  <a:pt x="211505" y="87165"/>
                </a:lnTo>
                <a:cubicBezTo>
                  <a:pt x="211505" y="98068"/>
                  <a:pt x="210396" y="105795"/>
                  <a:pt x="208177" y="110345"/>
                </a:cubicBezTo>
                <a:cubicBezTo>
                  <a:pt x="205958" y="114895"/>
                  <a:pt x="202443" y="118489"/>
                  <a:pt x="197632" y="121126"/>
                </a:cubicBezTo>
                <a:cubicBezTo>
                  <a:pt x="192821" y="123765"/>
                  <a:pt x="186901" y="125084"/>
                  <a:pt x="179871" y="125084"/>
                </a:cubicBezTo>
                <a:cubicBezTo>
                  <a:pt x="171524" y="125084"/>
                  <a:pt x="164780" y="123201"/>
                  <a:pt x="159639" y="119433"/>
                </a:cubicBezTo>
                <a:cubicBezTo>
                  <a:pt x="154499" y="115666"/>
                  <a:pt x="152016" y="109993"/>
                  <a:pt x="152192" y="102414"/>
                </a:cubicBezTo>
                <a:moveTo>
                  <a:pt x="162012" y="60369"/>
                </a:moveTo>
                <a:cubicBezTo>
                  <a:pt x="162012" y="69529"/>
                  <a:pt x="163835" y="76212"/>
                  <a:pt x="167482" y="80418"/>
                </a:cubicBezTo>
                <a:cubicBezTo>
                  <a:pt x="171128" y="84625"/>
                  <a:pt x="175698" y="86729"/>
                  <a:pt x="181189" y="86729"/>
                </a:cubicBezTo>
                <a:cubicBezTo>
                  <a:pt x="186637" y="86729"/>
                  <a:pt x="191207" y="84636"/>
                  <a:pt x="194897" y="80451"/>
                </a:cubicBezTo>
                <a:cubicBezTo>
                  <a:pt x="198588" y="76267"/>
                  <a:pt x="200433" y="69704"/>
                  <a:pt x="200433" y="60763"/>
                </a:cubicBezTo>
                <a:cubicBezTo>
                  <a:pt x="200433" y="52217"/>
                  <a:pt x="198533" y="45775"/>
                  <a:pt x="194733" y="41437"/>
                </a:cubicBezTo>
                <a:cubicBezTo>
                  <a:pt x="190932" y="37098"/>
                  <a:pt x="186352" y="34929"/>
                  <a:pt x="180992" y="34929"/>
                </a:cubicBezTo>
                <a:cubicBezTo>
                  <a:pt x="175720" y="34929"/>
                  <a:pt x="171238" y="37065"/>
                  <a:pt x="167548" y="41338"/>
                </a:cubicBezTo>
                <a:cubicBezTo>
                  <a:pt x="163857" y="45611"/>
                  <a:pt x="162012" y="51954"/>
                  <a:pt x="162012" y="60369"/>
                </a:cubicBezTo>
                <a:close/>
                <a:moveTo>
                  <a:pt x="229476" y="13708"/>
                </a:moveTo>
                <a:lnTo>
                  <a:pt x="229476" y="0"/>
                </a:lnTo>
                <a:lnTo>
                  <a:pt x="241339" y="0"/>
                </a:lnTo>
                <a:lnTo>
                  <a:pt x="241339" y="13708"/>
                </a:lnTo>
                <a:lnTo>
                  <a:pt x="229476" y="13708"/>
                </a:lnTo>
                <a:moveTo>
                  <a:pt x="229476" y="96614"/>
                </a:moveTo>
                <a:lnTo>
                  <a:pt x="229476" y="26625"/>
                </a:lnTo>
                <a:lnTo>
                  <a:pt x="241339" y="26625"/>
                </a:lnTo>
                <a:lnTo>
                  <a:pt x="241339" y="96614"/>
                </a:lnTo>
                <a:lnTo>
                  <a:pt x="229476" y="96614"/>
                </a:lnTo>
                <a:close/>
                <a:moveTo>
                  <a:pt x="259374" y="96614"/>
                </a:moveTo>
                <a:lnTo>
                  <a:pt x="259374" y="26625"/>
                </a:lnTo>
                <a:lnTo>
                  <a:pt x="270050" y="26625"/>
                </a:lnTo>
                <a:lnTo>
                  <a:pt x="270050" y="36510"/>
                </a:lnTo>
                <a:cubicBezTo>
                  <a:pt x="275190" y="28866"/>
                  <a:pt x="282616" y="25043"/>
                  <a:pt x="292325" y="25043"/>
                </a:cubicBezTo>
                <a:cubicBezTo>
                  <a:pt x="296543" y="25043"/>
                  <a:pt x="300420" y="25801"/>
                  <a:pt x="303957" y="27317"/>
                </a:cubicBezTo>
                <a:cubicBezTo>
                  <a:pt x="307494" y="28833"/>
                  <a:pt x="310141" y="30821"/>
                  <a:pt x="311899" y="33281"/>
                </a:cubicBezTo>
                <a:cubicBezTo>
                  <a:pt x="313656" y="35742"/>
                  <a:pt x="314886" y="38663"/>
                  <a:pt x="315589" y="42046"/>
                </a:cubicBezTo>
                <a:cubicBezTo>
                  <a:pt x="316029" y="44243"/>
                  <a:pt x="316248" y="48087"/>
                  <a:pt x="316248" y="53579"/>
                </a:cubicBezTo>
                <a:lnTo>
                  <a:pt x="316248" y="96614"/>
                </a:lnTo>
                <a:lnTo>
                  <a:pt x="304386" y="96614"/>
                </a:lnTo>
                <a:lnTo>
                  <a:pt x="304386" y="53995"/>
                </a:lnTo>
                <a:cubicBezTo>
                  <a:pt x="304386" y="49157"/>
                  <a:pt x="303924" y="45539"/>
                  <a:pt x="303002" y="43142"/>
                </a:cubicBezTo>
                <a:cubicBezTo>
                  <a:pt x="302079" y="40745"/>
                  <a:pt x="300442" y="38831"/>
                  <a:pt x="298092" y="37402"/>
                </a:cubicBezTo>
                <a:cubicBezTo>
                  <a:pt x="295741" y="35973"/>
                  <a:pt x="292984" y="35258"/>
                  <a:pt x="289821" y="35258"/>
                </a:cubicBezTo>
                <a:cubicBezTo>
                  <a:pt x="284768" y="35258"/>
                  <a:pt x="280408" y="36864"/>
                  <a:pt x="276739" y="40075"/>
                </a:cubicBezTo>
                <a:cubicBezTo>
                  <a:pt x="273071" y="43285"/>
                  <a:pt x="271236" y="49377"/>
                  <a:pt x="271236" y="58349"/>
                </a:cubicBezTo>
                <a:lnTo>
                  <a:pt x="271236" y="96614"/>
                </a:lnTo>
                <a:lnTo>
                  <a:pt x="259374" y="96614"/>
                </a:lnTo>
                <a:close/>
                <a:moveTo>
                  <a:pt x="380087" y="87973"/>
                </a:moveTo>
                <a:cubicBezTo>
                  <a:pt x="375694" y="91710"/>
                  <a:pt x="371465" y="94348"/>
                  <a:pt x="367401" y="95887"/>
                </a:cubicBezTo>
                <a:cubicBezTo>
                  <a:pt x="363337" y="97426"/>
                  <a:pt x="358976" y="98196"/>
                  <a:pt x="354319" y="98196"/>
                </a:cubicBezTo>
                <a:cubicBezTo>
                  <a:pt x="346631" y="98196"/>
                  <a:pt x="340721" y="96316"/>
                  <a:pt x="336591" y="92557"/>
                </a:cubicBezTo>
                <a:cubicBezTo>
                  <a:pt x="332461" y="88798"/>
                  <a:pt x="330396" y="83994"/>
                  <a:pt x="330396" y="78147"/>
                </a:cubicBezTo>
                <a:cubicBezTo>
                  <a:pt x="330396" y="74719"/>
                  <a:pt x="331176" y="71587"/>
                  <a:pt x="332736" y="68752"/>
                </a:cubicBezTo>
                <a:cubicBezTo>
                  <a:pt x="334296" y="65915"/>
                  <a:pt x="336339" y="63639"/>
                  <a:pt x="338865" y="61924"/>
                </a:cubicBezTo>
                <a:cubicBezTo>
                  <a:pt x="341391" y="60209"/>
                  <a:pt x="344236" y="58913"/>
                  <a:pt x="347399" y="58034"/>
                </a:cubicBezTo>
                <a:cubicBezTo>
                  <a:pt x="349728" y="57418"/>
                  <a:pt x="353243" y="56824"/>
                  <a:pt x="357944" y="56253"/>
                </a:cubicBezTo>
                <a:cubicBezTo>
                  <a:pt x="367522" y="55118"/>
                  <a:pt x="374574" y="53766"/>
                  <a:pt x="379099" y="52195"/>
                </a:cubicBezTo>
                <a:cubicBezTo>
                  <a:pt x="379143" y="50577"/>
                  <a:pt x="379165" y="49548"/>
                  <a:pt x="379165" y="49110"/>
                </a:cubicBezTo>
                <a:cubicBezTo>
                  <a:pt x="379165" y="44295"/>
                  <a:pt x="378044" y="40903"/>
                  <a:pt x="375804" y="38934"/>
                </a:cubicBezTo>
                <a:cubicBezTo>
                  <a:pt x="372772" y="36264"/>
                  <a:pt x="368269" y="34929"/>
                  <a:pt x="362294" y="34929"/>
                </a:cubicBezTo>
                <a:cubicBezTo>
                  <a:pt x="356714" y="34929"/>
                  <a:pt x="352595" y="35906"/>
                  <a:pt x="349937" y="37861"/>
                </a:cubicBezTo>
                <a:cubicBezTo>
                  <a:pt x="347279" y="39817"/>
                  <a:pt x="345313" y="43276"/>
                  <a:pt x="344038" y="48241"/>
                </a:cubicBezTo>
                <a:lnTo>
                  <a:pt x="332439" y="46660"/>
                </a:lnTo>
                <a:cubicBezTo>
                  <a:pt x="333494" y="41680"/>
                  <a:pt x="335229" y="37658"/>
                  <a:pt x="337646" y="34595"/>
                </a:cubicBezTo>
                <a:cubicBezTo>
                  <a:pt x="340062" y="31532"/>
                  <a:pt x="343555" y="29175"/>
                  <a:pt x="348124" y="27523"/>
                </a:cubicBezTo>
                <a:cubicBezTo>
                  <a:pt x="352694" y="25870"/>
                  <a:pt x="357988" y="25043"/>
                  <a:pt x="364007" y="25043"/>
                </a:cubicBezTo>
                <a:cubicBezTo>
                  <a:pt x="369982" y="25043"/>
                  <a:pt x="374837" y="25746"/>
                  <a:pt x="378572" y="27152"/>
                </a:cubicBezTo>
                <a:cubicBezTo>
                  <a:pt x="382306" y="28558"/>
                  <a:pt x="385052" y="30326"/>
                  <a:pt x="386810" y="32457"/>
                </a:cubicBezTo>
                <a:cubicBezTo>
                  <a:pt x="388567" y="34588"/>
                  <a:pt x="389797" y="37279"/>
                  <a:pt x="390500" y="40531"/>
                </a:cubicBezTo>
                <a:cubicBezTo>
                  <a:pt x="390896" y="42552"/>
                  <a:pt x="391093" y="46198"/>
                  <a:pt x="391093" y="51470"/>
                </a:cubicBezTo>
                <a:lnTo>
                  <a:pt x="391093" y="67287"/>
                </a:lnTo>
                <a:cubicBezTo>
                  <a:pt x="391093" y="78315"/>
                  <a:pt x="391346" y="85290"/>
                  <a:pt x="391851" y="88212"/>
                </a:cubicBezTo>
                <a:cubicBezTo>
                  <a:pt x="392356" y="91133"/>
                  <a:pt x="393356" y="93934"/>
                  <a:pt x="394850" y="96614"/>
                </a:cubicBezTo>
                <a:lnTo>
                  <a:pt x="382460" y="96614"/>
                </a:lnTo>
                <a:cubicBezTo>
                  <a:pt x="381230" y="94151"/>
                  <a:pt x="380439" y="91271"/>
                  <a:pt x="380087" y="87973"/>
                </a:cubicBezTo>
                <a:moveTo>
                  <a:pt x="379099" y="61422"/>
                </a:moveTo>
                <a:cubicBezTo>
                  <a:pt x="374793" y="63194"/>
                  <a:pt x="368335" y="64701"/>
                  <a:pt x="359723" y="65940"/>
                </a:cubicBezTo>
                <a:cubicBezTo>
                  <a:pt x="354847" y="66646"/>
                  <a:pt x="351398" y="67440"/>
                  <a:pt x="349377" y="68323"/>
                </a:cubicBezTo>
                <a:cubicBezTo>
                  <a:pt x="347356" y="69205"/>
                  <a:pt x="345796" y="70495"/>
                  <a:pt x="344697" y="72195"/>
                </a:cubicBezTo>
                <a:cubicBezTo>
                  <a:pt x="343599" y="73893"/>
                  <a:pt x="343050" y="75779"/>
                  <a:pt x="343050" y="77852"/>
                </a:cubicBezTo>
                <a:cubicBezTo>
                  <a:pt x="343050" y="81028"/>
                  <a:pt x="344247" y="83675"/>
                  <a:pt x="346642" y="85794"/>
                </a:cubicBezTo>
                <a:cubicBezTo>
                  <a:pt x="349036" y="87911"/>
                  <a:pt x="352540" y="88969"/>
                  <a:pt x="357153" y="88969"/>
                </a:cubicBezTo>
                <a:cubicBezTo>
                  <a:pt x="361722" y="88969"/>
                  <a:pt x="365786" y="87965"/>
                  <a:pt x="369345" y="85956"/>
                </a:cubicBezTo>
                <a:cubicBezTo>
                  <a:pt x="372904" y="83948"/>
                  <a:pt x="375518" y="81200"/>
                  <a:pt x="377188" y="77712"/>
                </a:cubicBezTo>
                <a:cubicBezTo>
                  <a:pt x="378462" y="75018"/>
                  <a:pt x="379099" y="71045"/>
                  <a:pt x="379099" y="65792"/>
                </a:cubicBezTo>
                <a:lnTo>
                  <a:pt x="379099" y="61422"/>
                </a:lnTo>
                <a:close/>
                <a:moveTo>
                  <a:pt x="409196" y="96614"/>
                </a:moveTo>
                <a:lnTo>
                  <a:pt x="409196" y="0"/>
                </a:lnTo>
                <a:lnTo>
                  <a:pt x="421059" y="0"/>
                </a:lnTo>
                <a:lnTo>
                  <a:pt x="421059" y="96614"/>
                </a:lnTo>
                <a:lnTo>
                  <a:pt x="409196" y="96614"/>
                </a:lnTo>
                <a:close/>
                <a:moveTo>
                  <a:pt x="476813" y="96614"/>
                </a:moveTo>
                <a:lnTo>
                  <a:pt x="476813" y="26625"/>
                </a:lnTo>
                <a:lnTo>
                  <a:pt x="487489" y="26625"/>
                </a:lnTo>
                <a:lnTo>
                  <a:pt x="487489" y="37169"/>
                </a:lnTo>
                <a:cubicBezTo>
                  <a:pt x="490213" y="32232"/>
                  <a:pt x="492729" y="28977"/>
                  <a:pt x="495035" y="27403"/>
                </a:cubicBezTo>
                <a:cubicBezTo>
                  <a:pt x="497342" y="25830"/>
                  <a:pt x="499879" y="25043"/>
                  <a:pt x="502647" y="25043"/>
                </a:cubicBezTo>
                <a:cubicBezTo>
                  <a:pt x="506645" y="25043"/>
                  <a:pt x="510709" y="26312"/>
                  <a:pt x="514839" y="28849"/>
                </a:cubicBezTo>
                <a:lnTo>
                  <a:pt x="510753" y="39806"/>
                </a:lnTo>
                <a:cubicBezTo>
                  <a:pt x="507854" y="38092"/>
                  <a:pt x="504954" y="37235"/>
                  <a:pt x="502054" y="37235"/>
                </a:cubicBezTo>
                <a:cubicBezTo>
                  <a:pt x="499462" y="37235"/>
                  <a:pt x="497133" y="38017"/>
                  <a:pt x="495068" y="39579"/>
                </a:cubicBezTo>
                <a:cubicBezTo>
                  <a:pt x="493003" y="41140"/>
                  <a:pt x="491531" y="43306"/>
                  <a:pt x="490653" y="46077"/>
                </a:cubicBezTo>
                <a:cubicBezTo>
                  <a:pt x="489335" y="50299"/>
                  <a:pt x="488676" y="54917"/>
                  <a:pt x="488676" y="59931"/>
                </a:cubicBezTo>
                <a:lnTo>
                  <a:pt x="488676" y="96614"/>
                </a:lnTo>
                <a:lnTo>
                  <a:pt x="476813" y="96614"/>
                </a:lnTo>
                <a:close/>
                <a:moveTo>
                  <a:pt x="569802" y="74075"/>
                </a:moveTo>
                <a:lnTo>
                  <a:pt x="582060" y="75591"/>
                </a:lnTo>
                <a:cubicBezTo>
                  <a:pt x="580126" y="82753"/>
                  <a:pt x="576546" y="88310"/>
                  <a:pt x="571317" y="92265"/>
                </a:cubicBezTo>
                <a:cubicBezTo>
                  <a:pt x="566089" y="96219"/>
                  <a:pt x="559411" y="98196"/>
                  <a:pt x="551283" y="98196"/>
                </a:cubicBezTo>
                <a:cubicBezTo>
                  <a:pt x="541046" y="98196"/>
                  <a:pt x="532929" y="95043"/>
                  <a:pt x="526932" y="88739"/>
                </a:cubicBezTo>
                <a:cubicBezTo>
                  <a:pt x="520934" y="82434"/>
                  <a:pt x="517936" y="73592"/>
                  <a:pt x="517936" y="62213"/>
                </a:cubicBezTo>
                <a:cubicBezTo>
                  <a:pt x="517936" y="50438"/>
                  <a:pt x="520967" y="41299"/>
                  <a:pt x="527030" y="34797"/>
                </a:cubicBezTo>
                <a:cubicBezTo>
                  <a:pt x="533093" y="28294"/>
                  <a:pt x="540958" y="25043"/>
                  <a:pt x="550624" y="25043"/>
                </a:cubicBezTo>
                <a:cubicBezTo>
                  <a:pt x="559982" y="25043"/>
                  <a:pt x="567627" y="28224"/>
                  <a:pt x="573558" y="34585"/>
                </a:cubicBezTo>
                <a:cubicBezTo>
                  <a:pt x="579489" y="40944"/>
                  <a:pt x="582455" y="49892"/>
                  <a:pt x="582455" y="61428"/>
                </a:cubicBezTo>
                <a:cubicBezTo>
                  <a:pt x="582455" y="62130"/>
                  <a:pt x="582433" y="63182"/>
                  <a:pt x="582389" y="64585"/>
                </a:cubicBezTo>
                <a:lnTo>
                  <a:pt x="530194" y="64585"/>
                </a:lnTo>
                <a:cubicBezTo>
                  <a:pt x="530633" y="72252"/>
                  <a:pt x="532808" y="78123"/>
                  <a:pt x="536718" y="82198"/>
                </a:cubicBezTo>
                <a:cubicBezTo>
                  <a:pt x="540628" y="86273"/>
                  <a:pt x="545505" y="88310"/>
                  <a:pt x="551349" y="88310"/>
                </a:cubicBezTo>
                <a:cubicBezTo>
                  <a:pt x="555698" y="88310"/>
                  <a:pt x="559411" y="87179"/>
                  <a:pt x="562486" y="84916"/>
                </a:cubicBezTo>
                <a:cubicBezTo>
                  <a:pt x="565562" y="82652"/>
                  <a:pt x="568000" y="79039"/>
                  <a:pt x="569802" y="74075"/>
                </a:cubicBezTo>
                <a:moveTo>
                  <a:pt x="530853" y="54700"/>
                </a:moveTo>
                <a:lnTo>
                  <a:pt x="569933" y="54700"/>
                </a:lnTo>
                <a:cubicBezTo>
                  <a:pt x="569406" y="48908"/>
                  <a:pt x="567912" y="44565"/>
                  <a:pt x="565452" y="41669"/>
                </a:cubicBezTo>
                <a:cubicBezTo>
                  <a:pt x="561674" y="37176"/>
                  <a:pt x="556775" y="34929"/>
                  <a:pt x="550756" y="34929"/>
                </a:cubicBezTo>
                <a:cubicBezTo>
                  <a:pt x="545308" y="34929"/>
                  <a:pt x="540727" y="36723"/>
                  <a:pt x="537015" y="40310"/>
                </a:cubicBezTo>
                <a:cubicBezTo>
                  <a:pt x="533302" y="43896"/>
                  <a:pt x="531248" y="48693"/>
                  <a:pt x="530853" y="54700"/>
                </a:cubicBezTo>
                <a:close/>
                <a:moveTo>
                  <a:pt x="592188" y="75657"/>
                </a:moveTo>
                <a:lnTo>
                  <a:pt x="603919" y="73812"/>
                </a:lnTo>
                <a:cubicBezTo>
                  <a:pt x="604578" y="78492"/>
                  <a:pt x="606412" y="82079"/>
                  <a:pt x="609422" y="84572"/>
                </a:cubicBezTo>
                <a:cubicBezTo>
                  <a:pt x="612431" y="87064"/>
                  <a:pt x="616638" y="88310"/>
                  <a:pt x="622042" y="88310"/>
                </a:cubicBezTo>
                <a:cubicBezTo>
                  <a:pt x="627490" y="88310"/>
                  <a:pt x="631532" y="87210"/>
                  <a:pt x="634168" y="85009"/>
                </a:cubicBezTo>
                <a:cubicBezTo>
                  <a:pt x="636805" y="82807"/>
                  <a:pt x="638123" y="80224"/>
                  <a:pt x="638123" y="77261"/>
                </a:cubicBezTo>
                <a:cubicBezTo>
                  <a:pt x="638123" y="74602"/>
                  <a:pt x="636958" y="72509"/>
                  <a:pt x="634630" y="70984"/>
                </a:cubicBezTo>
                <a:cubicBezTo>
                  <a:pt x="633004" y="69938"/>
                  <a:pt x="628962" y="68608"/>
                  <a:pt x="622503" y="66995"/>
                </a:cubicBezTo>
                <a:cubicBezTo>
                  <a:pt x="613804" y="64797"/>
                  <a:pt x="607774" y="62895"/>
                  <a:pt x="604413" y="61290"/>
                </a:cubicBezTo>
                <a:cubicBezTo>
                  <a:pt x="601052" y="59685"/>
                  <a:pt x="598504" y="57464"/>
                  <a:pt x="596768" y="54628"/>
                </a:cubicBezTo>
                <a:cubicBezTo>
                  <a:pt x="595033" y="51791"/>
                  <a:pt x="594165" y="48658"/>
                  <a:pt x="594165" y="45228"/>
                </a:cubicBezTo>
                <a:cubicBezTo>
                  <a:pt x="594165" y="42106"/>
                  <a:pt x="594879" y="39214"/>
                  <a:pt x="596307" y="36554"/>
                </a:cubicBezTo>
                <a:cubicBezTo>
                  <a:pt x="597735" y="33893"/>
                  <a:pt x="599679" y="31683"/>
                  <a:pt x="602139" y="29924"/>
                </a:cubicBezTo>
                <a:cubicBezTo>
                  <a:pt x="603985" y="28561"/>
                  <a:pt x="606500" y="27407"/>
                  <a:pt x="609685" y="26462"/>
                </a:cubicBezTo>
                <a:cubicBezTo>
                  <a:pt x="612871" y="25516"/>
                  <a:pt x="616287" y="25043"/>
                  <a:pt x="619933" y="25043"/>
                </a:cubicBezTo>
                <a:cubicBezTo>
                  <a:pt x="625425" y="25043"/>
                  <a:pt x="630247" y="25840"/>
                  <a:pt x="634399" y="27432"/>
                </a:cubicBezTo>
                <a:cubicBezTo>
                  <a:pt x="638551" y="29024"/>
                  <a:pt x="641615" y="31180"/>
                  <a:pt x="643593" y="33901"/>
                </a:cubicBezTo>
                <a:cubicBezTo>
                  <a:pt x="645570" y="36621"/>
                  <a:pt x="646932" y="40259"/>
                  <a:pt x="647679" y="44814"/>
                </a:cubicBezTo>
                <a:lnTo>
                  <a:pt x="636080" y="46396"/>
                </a:lnTo>
                <a:cubicBezTo>
                  <a:pt x="635552" y="42793"/>
                  <a:pt x="634026" y="39981"/>
                  <a:pt x="631499" y="37960"/>
                </a:cubicBezTo>
                <a:cubicBezTo>
                  <a:pt x="628973" y="35939"/>
                  <a:pt x="625403" y="34929"/>
                  <a:pt x="620790" y="34929"/>
                </a:cubicBezTo>
                <a:cubicBezTo>
                  <a:pt x="615342" y="34929"/>
                  <a:pt x="611454" y="35825"/>
                  <a:pt x="609125" y="37618"/>
                </a:cubicBezTo>
                <a:cubicBezTo>
                  <a:pt x="606797" y="39410"/>
                  <a:pt x="605632" y="41509"/>
                  <a:pt x="605632" y="43914"/>
                </a:cubicBezTo>
                <a:cubicBezTo>
                  <a:pt x="605632" y="45444"/>
                  <a:pt x="606116" y="46821"/>
                  <a:pt x="607082" y="48046"/>
                </a:cubicBezTo>
                <a:cubicBezTo>
                  <a:pt x="608049" y="49313"/>
                  <a:pt x="609564" y="50362"/>
                  <a:pt x="611629" y="51192"/>
                </a:cubicBezTo>
                <a:cubicBezTo>
                  <a:pt x="612816" y="51630"/>
                  <a:pt x="616309" y="52636"/>
                  <a:pt x="622108" y="54210"/>
                </a:cubicBezTo>
                <a:cubicBezTo>
                  <a:pt x="630500" y="56449"/>
                  <a:pt x="636354" y="58282"/>
                  <a:pt x="639671" y="59708"/>
                </a:cubicBezTo>
                <a:cubicBezTo>
                  <a:pt x="642988" y="61135"/>
                  <a:pt x="645592" y="63209"/>
                  <a:pt x="647481" y="65932"/>
                </a:cubicBezTo>
                <a:cubicBezTo>
                  <a:pt x="649370" y="68653"/>
                  <a:pt x="650315" y="72033"/>
                  <a:pt x="650315" y="76071"/>
                </a:cubicBezTo>
                <a:cubicBezTo>
                  <a:pt x="650315" y="80022"/>
                  <a:pt x="649161" y="83743"/>
                  <a:pt x="646855" y="87233"/>
                </a:cubicBezTo>
                <a:cubicBezTo>
                  <a:pt x="644548" y="90722"/>
                  <a:pt x="641220" y="93421"/>
                  <a:pt x="636870" y="95331"/>
                </a:cubicBezTo>
                <a:cubicBezTo>
                  <a:pt x="632521" y="97241"/>
                  <a:pt x="627600" y="98196"/>
                  <a:pt x="622108" y="98196"/>
                </a:cubicBezTo>
                <a:cubicBezTo>
                  <a:pt x="613013" y="98196"/>
                  <a:pt x="606083" y="96301"/>
                  <a:pt x="601316" y="92512"/>
                </a:cubicBezTo>
                <a:cubicBezTo>
                  <a:pt x="596549" y="88722"/>
                  <a:pt x="593506" y="83104"/>
                  <a:pt x="592188" y="75657"/>
                </a:cubicBezTo>
                <a:close/>
                <a:moveTo>
                  <a:pt x="664418" y="123503"/>
                </a:moveTo>
                <a:lnTo>
                  <a:pt x="664418" y="26625"/>
                </a:lnTo>
                <a:lnTo>
                  <a:pt x="675226" y="26625"/>
                </a:lnTo>
                <a:lnTo>
                  <a:pt x="675226" y="35654"/>
                </a:lnTo>
                <a:cubicBezTo>
                  <a:pt x="677774" y="32117"/>
                  <a:pt x="680652" y="29464"/>
                  <a:pt x="683859" y="27696"/>
                </a:cubicBezTo>
                <a:cubicBezTo>
                  <a:pt x="687067" y="25927"/>
                  <a:pt x="690955" y="25043"/>
                  <a:pt x="695524" y="25043"/>
                </a:cubicBezTo>
                <a:cubicBezTo>
                  <a:pt x="701500" y="25043"/>
                  <a:pt x="706772" y="26581"/>
                  <a:pt x="711341" y="29656"/>
                </a:cubicBezTo>
                <a:cubicBezTo>
                  <a:pt x="715910" y="32732"/>
                  <a:pt x="719359" y="37071"/>
                  <a:pt x="721688" y="42672"/>
                </a:cubicBezTo>
                <a:cubicBezTo>
                  <a:pt x="724017" y="48274"/>
                  <a:pt x="725181" y="54414"/>
                  <a:pt x="725181" y="61092"/>
                </a:cubicBezTo>
                <a:cubicBezTo>
                  <a:pt x="725181" y="68254"/>
                  <a:pt x="723896" y="74701"/>
                  <a:pt x="721326" y="80435"/>
                </a:cubicBezTo>
                <a:cubicBezTo>
                  <a:pt x="718755" y="86169"/>
                  <a:pt x="715021" y="90562"/>
                  <a:pt x="710122" y="93616"/>
                </a:cubicBezTo>
                <a:cubicBezTo>
                  <a:pt x="705223" y="96669"/>
                  <a:pt x="700072" y="98196"/>
                  <a:pt x="694668" y="98196"/>
                </a:cubicBezTo>
                <a:cubicBezTo>
                  <a:pt x="690713" y="98196"/>
                  <a:pt x="687166" y="97350"/>
                  <a:pt x="684024" y="95659"/>
                </a:cubicBezTo>
                <a:cubicBezTo>
                  <a:pt x="680883" y="93966"/>
                  <a:pt x="678302" y="91828"/>
                  <a:pt x="676281" y="89245"/>
                </a:cubicBezTo>
                <a:lnTo>
                  <a:pt x="676281" y="123503"/>
                </a:lnTo>
                <a:lnTo>
                  <a:pt x="664418" y="123503"/>
                </a:lnTo>
                <a:moveTo>
                  <a:pt x="675160" y="61916"/>
                </a:moveTo>
                <a:cubicBezTo>
                  <a:pt x="675160" y="70912"/>
                  <a:pt x="676984" y="77560"/>
                  <a:pt x="680630" y="81860"/>
                </a:cubicBezTo>
                <a:cubicBezTo>
                  <a:pt x="684277" y="86160"/>
                  <a:pt x="688692" y="88310"/>
                  <a:pt x="693877" y="88310"/>
                </a:cubicBezTo>
                <a:cubicBezTo>
                  <a:pt x="699149" y="88310"/>
                  <a:pt x="703663" y="86083"/>
                  <a:pt x="707420" y="81629"/>
                </a:cubicBezTo>
                <a:cubicBezTo>
                  <a:pt x="711176" y="77175"/>
                  <a:pt x="713055" y="70275"/>
                  <a:pt x="713055" y="60928"/>
                </a:cubicBezTo>
                <a:cubicBezTo>
                  <a:pt x="713055" y="52020"/>
                  <a:pt x="711220" y="45350"/>
                  <a:pt x="707552" y="40918"/>
                </a:cubicBezTo>
                <a:cubicBezTo>
                  <a:pt x="703883" y="36486"/>
                  <a:pt x="699501" y="34270"/>
                  <a:pt x="694404" y="34270"/>
                </a:cubicBezTo>
                <a:cubicBezTo>
                  <a:pt x="689351" y="34270"/>
                  <a:pt x="684881" y="36628"/>
                  <a:pt x="680993" y="41346"/>
                </a:cubicBezTo>
                <a:cubicBezTo>
                  <a:pt x="677104" y="46064"/>
                  <a:pt x="675160" y="52920"/>
                  <a:pt x="675160" y="61916"/>
                </a:cubicBezTo>
                <a:close/>
                <a:moveTo>
                  <a:pt x="735046" y="61620"/>
                </a:moveTo>
                <a:cubicBezTo>
                  <a:pt x="735046" y="48659"/>
                  <a:pt x="738648" y="39059"/>
                  <a:pt x="745854" y="32820"/>
                </a:cubicBezTo>
                <a:cubicBezTo>
                  <a:pt x="751873" y="27635"/>
                  <a:pt x="759210" y="25043"/>
                  <a:pt x="767865" y="25043"/>
                </a:cubicBezTo>
                <a:cubicBezTo>
                  <a:pt x="777487" y="25043"/>
                  <a:pt x="785352" y="28196"/>
                  <a:pt x="791459" y="34500"/>
                </a:cubicBezTo>
                <a:cubicBezTo>
                  <a:pt x="797566" y="40805"/>
                  <a:pt x="800619" y="49515"/>
                  <a:pt x="800619" y="60631"/>
                </a:cubicBezTo>
                <a:cubicBezTo>
                  <a:pt x="800619" y="69638"/>
                  <a:pt x="799268" y="76722"/>
                  <a:pt x="796566" y="81885"/>
                </a:cubicBezTo>
                <a:cubicBezTo>
                  <a:pt x="793864" y="87047"/>
                  <a:pt x="789932" y="91056"/>
                  <a:pt x="784770" y="93912"/>
                </a:cubicBezTo>
                <a:cubicBezTo>
                  <a:pt x="779607" y="96768"/>
                  <a:pt x="773972" y="98196"/>
                  <a:pt x="767865" y="98196"/>
                </a:cubicBezTo>
                <a:cubicBezTo>
                  <a:pt x="758068" y="98196"/>
                  <a:pt x="750148" y="95054"/>
                  <a:pt x="744107" y="88772"/>
                </a:cubicBezTo>
                <a:cubicBezTo>
                  <a:pt x="738066" y="82489"/>
                  <a:pt x="735046" y="73438"/>
                  <a:pt x="735046" y="61620"/>
                </a:cubicBezTo>
                <a:moveTo>
                  <a:pt x="747238" y="61587"/>
                </a:moveTo>
                <a:cubicBezTo>
                  <a:pt x="747238" y="70516"/>
                  <a:pt x="749193" y="77203"/>
                  <a:pt x="753103" y="81646"/>
                </a:cubicBezTo>
                <a:cubicBezTo>
                  <a:pt x="757013" y="86089"/>
                  <a:pt x="761934" y="88310"/>
                  <a:pt x="767865" y="88310"/>
                </a:cubicBezTo>
                <a:cubicBezTo>
                  <a:pt x="773753" y="88310"/>
                  <a:pt x="778652" y="86078"/>
                  <a:pt x="782562" y="81613"/>
                </a:cubicBezTo>
                <a:cubicBezTo>
                  <a:pt x="786472" y="77148"/>
                  <a:pt x="788427" y="70341"/>
                  <a:pt x="788427" y="61193"/>
                </a:cubicBezTo>
                <a:cubicBezTo>
                  <a:pt x="788427" y="52570"/>
                  <a:pt x="786461" y="46036"/>
                  <a:pt x="782529" y="41593"/>
                </a:cubicBezTo>
                <a:cubicBezTo>
                  <a:pt x="778597" y="37150"/>
                  <a:pt x="773709" y="34929"/>
                  <a:pt x="767865" y="34929"/>
                </a:cubicBezTo>
                <a:cubicBezTo>
                  <a:pt x="761934" y="34929"/>
                  <a:pt x="757013" y="37139"/>
                  <a:pt x="753103" y="41560"/>
                </a:cubicBezTo>
                <a:cubicBezTo>
                  <a:pt x="749193" y="45981"/>
                  <a:pt x="747238" y="52657"/>
                  <a:pt x="747238" y="61587"/>
                </a:cubicBezTo>
                <a:close/>
                <a:moveTo>
                  <a:pt x="814505" y="96614"/>
                </a:moveTo>
                <a:lnTo>
                  <a:pt x="814505" y="26625"/>
                </a:lnTo>
                <a:lnTo>
                  <a:pt x="825181" y="26625"/>
                </a:lnTo>
                <a:lnTo>
                  <a:pt x="825181" y="36510"/>
                </a:lnTo>
                <a:cubicBezTo>
                  <a:pt x="830321" y="28866"/>
                  <a:pt x="837746" y="25043"/>
                  <a:pt x="847456" y="25043"/>
                </a:cubicBezTo>
                <a:cubicBezTo>
                  <a:pt x="851674" y="25043"/>
                  <a:pt x="855551" y="25801"/>
                  <a:pt x="859088" y="27317"/>
                </a:cubicBezTo>
                <a:cubicBezTo>
                  <a:pt x="862625" y="28833"/>
                  <a:pt x="865272" y="30821"/>
                  <a:pt x="867029" y="33281"/>
                </a:cubicBezTo>
                <a:cubicBezTo>
                  <a:pt x="868787" y="35742"/>
                  <a:pt x="870017" y="38663"/>
                  <a:pt x="870720" y="42046"/>
                </a:cubicBezTo>
                <a:cubicBezTo>
                  <a:pt x="871159" y="44243"/>
                  <a:pt x="871379" y="48087"/>
                  <a:pt x="871379" y="53579"/>
                </a:cubicBezTo>
                <a:lnTo>
                  <a:pt x="871379" y="96614"/>
                </a:lnTo>
                <a:lnTo>
                  <a:pt x="859516" y="96614"/>
                </a:lnTo>
                <a:lnTo>
                  <a:pt x="859516" y="53995"/>
                </a:lnTo>
                <a:cubicBezTo>
                  <a:pt x="859516" y="49157"/>
                  <a:pt x="859055" y="45539"/>
                  <a:pt x="858132" y="43142"/>
                </a:cubicBezTo>
                <a:cubicBezTo>
                  <a:pt x="857210" y="40745"/>
                  <a:pt x="855573" y="38831"/>
                  <a:pt x="853223" y="37402"/>
                </a:cubicBezTo>
                <a:cubicBezTo>
                  <a:pt x="850872" y="35973"/>
                  <a:pt x="848115" y="35258"/>
                  <a:pt x="844952" y="35258"/>
                </a:cubicBezTo>
                <a:cubicBezTo>
                  <a:pt x="839899" y="35258"/>
                  <a:pt x="835539" y="36864"/>
                  <a:pt x="831870" y="40075"/>
                </a:cubicBezTo>
                <a:cubicBezTo>
                  <a:pt x="828201" y="43285"/>
                  <a:pt x="826367" y="49377"/>
                  <a:pt x="826367" y="58349"/>
                </a:cubicBezTo>
                <a:lnTo>
                  <a:pt x="826367" y="96614"/>
                </a:lnTo>
                <a:lnTo>
                  <a:pt x="814505" y="96614"/>
                </a:lnTo>
                <a:close/>
                <a:moveTo>
                  <a:pt x="884802" y="75657"/>
                </a:moveTo>
                <a:lnTo>
                  <a:pt x="896533" y="73812"/>
                </a:lnTo>
                <a:cubicBezTo>
                  <a:pt x="897192" y="78492"/>
                  <a:pt x="899026" y="82079"/>
                  <a:pt x="902036" y="84572"/>
                </a:cubicBezTo>
                <a:cubicBezTo>
                  <a:pt x="905046" y="87064"/>
                  <a:pt x="909252" y="88310"/>
                  <a:pt x="914656" y="88310"/>
                </a:cubicBezTo>
                <a:cubicBezTo>
                  <a:pt x="920104" y="88310"/>
                  <a:pt x="924147" y="87210"/>
                  <a:pt x="926783" y="85009"/>
                </a:cubicBezTo>
                <a:cubicBezTo>
                  <a:pt x="929419" y="82807"/>
                  <a:pt x="930737" y="80224"/>
                  <a:pt x="930737" y="77261"/>
                </a:cubicBezTo>
                <a:cubicBezTo>
                  <a:pt x="930737" y="74602"/>
                  <a:pt x="929573" y="72509"/>
                  <a:pt x="927244" y="70984"/>
                </a:cubicBezTo>
                <a:cubicBezTo>
                  <a:pt x="925618" y="69938"/>
                  <a:pt x="921576" y="68608"/>
                  <a:pt x="915118" y="66995"/>
                </a:cubicBezTo>
                <a:cubicBezTo>
                  <a:pt x="906419" y="64797"/>
                  <a:pt x="900388" y="62895"/>
                  <a:pt x="897027" y="61290"/>
                </a:cubicBezTo>
                <a:cubicBezTo>
                  <a:pt x="893666" y="59685"/>
                  <a:pt x="891118" y="57464"/>
                  <a:pt x="889383" y="54628"/>
                </a:cubicBezTo>
                <a:cubicBezTo>
                  <a:pt x="887647" y="51791"/>
                  <a:pt x="886779" y="48658"/>
                  <a:pt x="886779" y="45228"/>
                </a:cubicBezTo>
                <a:cubicBezTo>
                  <a:pt x="886779" y="42106"/>
                  <a:pt x="887493" y="39214"/>
                  <a:pt x="888921" y="36554"/>
                </a:cubicBezTo>
                <a:cubicBezTo>
                  <a:pt x="890349" y="33893"/>
                  <a:pt x="892293" y="31683"/>
                  <a:pt x="894754" y="29924"/>
                </a:cubicBezTo>
                <a:cubicBezTo>
                  <a:pt x="896599" y="28561"/>
                  <a:pt x="899114" y="27407"/>
                  <a:pt x="902300" y="26462"/>
                </a:cubicBezTo>
                <a:cubicBezTo>
                  <a:pt x="905485" y="25516"/>
                  <a:pt x="908901" y="25043"/>
                  <a:pt x="912548" y="25043"/>
                </a:cubicBezTo>
                <a:cubicBezTo>
                  <a:pt x="918039" y="25043"/>
                  <a:pt x="922861" y="25840"/>
                  <a:pt x="927013" y="27432"/>
                </a:cubicBezTo>
                <a:cubicBezTo>
                  <a:pt x="931165" y="29024"/>
                  <a:pt x="934230" y="31180"/>
                  <a:pt x="936207" y="33901"/>
                </a:cubicBezTo>
                <a:cubicBezTo>
                  <a:pt x="938184" y="36621"/>
                  <a:pt x="939546" y="40259"/>
                  <a:pt x="940293" y="44814"/>
                </a:cubicBezTo>
                <a:lnTo>
                  <a:pt x="928694" y="46396"/>
                </a:lnTo>
                <a:cubicBezTo>
                  <a:pt x="928167" y="42793"/>
                  <a:pt x="926640" y="39981"/>
                  <a:pt x="924114" y="37960"/>
                </a:cubicBezTo>
                <a:cubicBezTo>
                  <a:pt x="921587" y="35939"/>
                  <a:pt x="918018" y="34929"/>
                  <a:pt x="913404" y="34929"/>
                </a:cubicBezTo>
                <a:cubicBezTo>
                  <a:pt x="907956" y="34929"/>
                  <a:pt x="904068" y="35825"/>
                  <a:pt x="901739" y="37618"/>
                </a:cubicBezTo>
                <a:cubicBezTo>
                  <a:pt x="899411" y="39410"/>
                  <a:pt x="898247" y="41509"/>
                  <a:pt x="898247" y="43914"/>
                </a:cubicBezTo>
                <a:cubicBezTo>
                  <a:pt x="898247" y="45444"/>
                  <a:pt x="898730" y="46821"/>
                  <a:pt x="899696" y="48046"/>
                </a:cubicBezTo>
                <a:cubicBezTo>
                  <a:pt x="900663" y="49313"/>
                  <a:pt x="902179" y="50362"/>
                  <a:pt x="904244" y="51192"/>
                </a:cubicBezTo>
                <a:cubicBezTo>
                  <a:pt x="905430" y="51630"/>
                  <a:pt x="908923" y="52636"/>
                  <a:pt x="914722" y="54210"/>
                </a:cubicBezTo>
                <a:cubicBezTo>
                  <a:pt x="923114" y="56449"/>
                  <a:pt x="928968" y="58282"/>
                  <a:pt x="932286" y="59708"/>
                </a:cubicBezTo>
                <a:cubicBezTo>
                  <a:pt x="935603" y="61135"/>
                  <a:pt x="938206" y="63209"/>
                  <a:pt x="940095" y="65932"/>
                </a:cubicBezTo>
                <a:cubicBezTo>
                  <a:pt x="941984" y="68653"/>
                  <a:pt x="942929" y="72033"/>
                  <a:pt x="942929" y="76071"/>
                </a:cubicBezTo>
                <a:cubicBezTo>
                  <a:pt x="942929" y="80022"/>
                  <a:pt x="941776" y="83743"/>
                  <a:pt x="939469" y="87233"/>
                </a:cubicBezTo>
                <a:cubicBezTo>
                  <a:pt x="937162" y="90722"/>
                  <a:pt x="933834" y="93421"/>
                  <a:pt x="929485" y="95331"/>
                </a:cubicBezTo>
                <a:cubicBezTo>
                  <a:pt x="925135" y="97241"/>
                  <a:pt x="920214" y="98196"/>
                  <a:pt x="914722" y="98196"/>
                </a:cubicBezTo>
                <a:cubicBezTo>
                  <a:pt x="905628" y="98196"/>
                  <a:pt x="898697" y="96301"/>
                  <a:pt x="893930" y="92512"/>
                </a:cubicBezTo>
                <a:cubicBezTo>
                  <a:pt x="889163" y="88722"/>
                  <a:pt x="886120" y="83104"/>
                  <a:pt x="884802" y="75657"/>
                </a:cubicBezTo>
                <a:close/>
                <a:moveTo>
                  <a:pt x="1004944" y="74075"/>
                </a:moveTo>
                <a:lnTo>
                  <a:pt x="1017202" y="75591"/>
                </a:lnTo>
                <a:cubicBezTo>
                  <a:pt x="1015269" y="82753"/>
                  <a:pt x="1011688" y="88310"/>
                  <a:pt x="1006460" y="92265"/>
                </a:cubicBezTo>
                <a:cubicBezTo>
                  <a:pt x="1001231" y="96219"/>
                  <a:pt x="994553" y="98196"/>
                  <a:pt x="986425" y="98196"/>
                </a:cubicBezTo>
                <a:cubicBezTo>
                  <a:pt x="976188" y="98196"/>
                  <a:pt x="968071" y="95043"/>
                  <a:pt x="962074" y="88739"/>
                </a:cubicBezTo>
                <a:cubicBezTo>
                  <a:pt x="956077" y="82434"/>
                  <a:pt x="953078" y="73592"/>
                  <a:pt x="953078" y="62213"/>
                </a:cubicBezTo>
                <a:cubicBezTo>
                  <a:pt x="953078" y="50438"/>
                  <a:pt x="956110" y="41299"/>
                  <a:pt x="962173" y="34797"/>
                </a:cubicBezTo>
                <a:cubicBezTo>
                  <a:pt x="968236" y="28294"/>
                  <a:pt x="976100" y="25043"/>
                  <a:pt x="985766" y="25043"/>
                </a:cubicBezTo>
                <a:cubicBezTo>
                  <a:pt x="995124" y="25043"/>
                  <a:pt x="1002769" y="28224"/>
                  <a:pt x="1008700" y="34585"/>
                </a:cubicBezTo>
                <a:cubicBezTo>
                  <a:pt x="1014632" y="40944"/>
                  <a:pt x="1017597" y="49892"/>
                  <a:pt x="1017597" y="61428"/>
                </a:cubicBezTo>
                <a:cubicBezTo>
                  <a:pt x="1017597" y="62130"/>
                  <a:pt x="1017575" y="63182"/>
                  <a:pt x="1017532" y="64585"/>
                </a:cubicBezTo>
                <a:lnTo>
                  <a:pt x="965336" y="64585"/>
                </a:lnTo>
                <a:cubicBezTo>
                  <a:pt x="965775" y="72252"/>
                  <a:pt x="967950" y="78123"/>
                  <a:pt x="971861" y="82198"/>
                </a:cubicBezTo>
                <a:cubicBezTo>
                  <a:pt x="975771" y="86273"/>
                  <a:pt x="980648" y="88310"/>
                  <a:pt x="986491" y="88310"/>
                </a:cubicBezTo>
                <a:cubicBezTo>
                  <a:pt x="990841" y="88310"/>
                  <a:pt x="994553" y="87179"/>
                  <a:pt x="997629" y="84916"/>
                </a:cubicBezTo>
                <a:cubicBezTo>
                  <a:pt x="1000704" y="82652"/>
                  <a:pt x="1003143" y="79039"/>
                  <a:pt x="1004944" y="74075"/>
                </a:cubicBezTo>
                <a:moveTo>
                  <a:pt x="965995" y="54700"/>
                </a:moveTo>
                <a:lnTo>
                  <a:pt x="1005076" y="54700"/>
                </a:lnTo>
                <a:cubicBezTo>
                  <a:pt x="1004549" y="48908"/>
                  <a:pt x="1003055" y="44565"/>
                  <a:pt x="1000594" y="41669"/>
                </a:cubicBezTo>
                <a:cubicBezTo>
                  <a:pt x="996816" y="37176"/>
                  <a:pt x="991917" y="34929"/>
                  <a:pt x="985898" y="34929"/>
                </a:cubicBezTo>
                <a:cubicBezTo>
                  <a:pt x="980450" y="34929"/>
                  <a:pt x="975870" y="36723"/>
                  <a:pt x="972157" y="40310"/>
                </a:cubicBezTo>
                <a:cubicBezTo>
                  <a:pt x="968445" y="43896"/>
                  <a:pt x="966391" y="48693"/>
                  <a:pt x="965995" y="54700"/>
                </a:cubicBezTo>
                <a:close/>
                <a:moveTo>
                  <a:pt x="1064853" y="75657"/>
                </a:moveTo>
                <a:lnTo>
                  <a:pt x="1076583" y="73812"/>
                </a:lnTo>
                <a:cubicBezTo>
                  <a:pt x="1077242" y="78492"/>
                  <a:pt x="1079077" y="82079"/>
                  <a:pt x="1082086" y="84572"/>
                </a:cubicBezTo>
                <a:cubicBezTo>
                  <a:pt x="1085096" y="87064"/>
                  <a:pt x="1089303" y="88310"/>
                  <a:pt x="1094707" y="88310"/>
                </a:cubicBezTo>
                <a:cubicBezTo>
                  <a:pt x="1100155" y="88310"/>
                  <a:pt x="1104197" y="87210"/>
                  <a:pt x="1106833" y="85009"/>
                </a:cubicBezTo>
                <a:cubicBezTo>
                  <a:pt x="1109469" y="82807"/>
                  <a:pt x="1110787" y="80224"/>
                  <a:pt x="1110787" y="77261"/>
                </a:cubicBezTo>
                <a:cubicBezTo>
                  <a:pt x="1110787" y="74602"/>
                  <a:pt x="1109623" y="72509"/>
                  <a:pt x="1107294" y="70984"/>
                </a:cubicBezTo>
                <a:cubicBezTo>
                  <a:pt x="1105669" y="69938"/>
                  <a:pt x="1101627" y="68608"/>
                  <a:pt x="1095168" y="66995"/>
                </a:cubicBezTo>
                <a:cubicBezTo>
                  <a:pt x="1086469" y="64797"/>
                  <a:pt x="1080439" y="62895"/>
                  <a:pt x="1077078" y="61290"/>
                </a:cubicBezTo>
                <a:cubicBezTo>
                  <a:pt x="1073716" y="59685"/>
                  <a:pt x="1071168" y="57464"/>
                  <a:pt x="1069433" y="54628"/>
                </a:cubicBezTo>
                <a:cubicBezTo>
                  <a:pt x="1067697" y="51791"/>
                  <a:pt x="1066830" y="48658"/>
                  <a:pt x="1066830" y="45228"/>
                </a:cubicBezTo>
                <a:cubicBezTo>
                  <a:pt x="1066830" y="42106"/>
                  <a:pt x="1067544" y="39214"/>
                  <a:pt x="1068971" y="36554"/>
                </a:cubicBezTo>
                <a:cubicBezTo>
                  <a:pt x="1070399" y="33893"/>
                  <a:pt x="1072344" y="31683"/>
                  <a:pt x="1074804" y="29924"/>
                </a:cubicBezTo>
                <a:cubicBezTo>
                  <a:pt x="1076649" y="28561"/>
                  <a:pt x="1079164" y="27407"/>
                  <a:pt x="1082350" y="26462"/>
                </a:cubicBezTo>
                <a:cubicBezTo>
                  <a:pt x="1085535" y="25516"/>
                  <a:pt x="1088951" y="25043"/>
                  <a:pt x="1092598" y="25043"/>
                </a:cubicBezTo>
                <a:cubicBezTo>
                  <a:pt x="1098090" y="25043"/>
                  <a:pt x="1102912" y="25840"/>
                  <a:pt x="1107064" y="27432"/>
                </a:cubicBezTo>
                <a:cubicBezTo>
                  <a:pt x="1111215" y="29024"/>
                  <a:pt x="1114280" y="31180"/>
                  <a:pt x="1116257" y="33901"/>
                </a:cubicBezTo>
                <a:cubicBezTo>
                  <a:pt x="1118234" y="36621"/>
                  <a:pt x="1119596" y="40259"/>
                  <a:pt x="1120343" y="44814"/>
                </a:cubicBezTo>
                <a:lnTo>
                  <a:pt x="1108744" y="46396"/>
                </a:lnTo>
                <a:cubicBezTo>
                  <a:pt x="1108217" y="42793"/>
                  <a:pt x="1106690" y="39981"/>
                  <a:pt x="1104164" y="37960"/>
                </a:cubicBezTo>
                <a:cubicBezTo>
                  <a:pt x="1101638" y="35939"/>
                  <a:pt x="1098068" y="34929"/>
                  <a:pt x="1093455" y="34929"/>
                </a:cubicBezTo>
                <a:cubicBezTo>
                  <a:pt x="1088007" y="34929"/>
                  <a:pt x="1084118" y="35825"/>
                  <a:pt x="1081790" y="37618"/>
                </a:cubicBezTo>
                <a:cubicBezTo>
                  <a:pt x="1079461" y="39410"/>
                  <a:pt x="1078297" y="41509"/>
                  <a:pt x="1078297" y="43914"/>
                </a:cubicBezTo>
                <a:cubicBezTo>
                  <a:pt x="1078297" y="45444"/>
                  <a:pt x="1078780" y="46821"/>
                  <a:pt x="1079747" y="48046"/>
                </a:cubicBezTo>
                <a:cubicBezTo>
                  <a:pt x="1080713" y="49313"/>
                  <a:pt x="1082229" y="50362"/>
                  <a:pt x="1084294" y="51192"/>
                </a:cubicBezTo>
                <a:cubicBezTo>
                  <a:pt x="1085480" y="51630"/>
                  <a:pt x="1088973" y="52636"/>
                  <a:pt x="1094773" y="54210"/>
                </a:cubicBezTo>
                <a:cubicBezTo>
                  <a:pt x="1103164" y="56449"/>
                  <a:pt x="1109019" y="58282"/>
                  <a:pt x="1112336" y="59708"/>
                </a:cubicBezTo>
                <a:cubicBezTo>
                  <a:pt x="1115653" y="61135"/>
                  <a:pt x="1118256" y="63209"/>
                  <a:pt x="1120145" y="65932"/>
                </a:cubicBezTo>
                <a:cubicBezTo>
                  <a:pt x="1122035" y="68653"/>
                  <a:pt x="1122979" y="72033"/>
                  <a:pt x="1122979" y="76071"/>
                </a:cubicBezTo>
                <a:cubicBezTo>
                  <a:pt x="1122979" y="80022"/>
                  <a:pt x="1121826" y="83743"/>
                  <a:pt x="1119519" y="87233"/>
                </a:cubicBezTo>
                <a:cubicBezTo>
                  <a:pt x="1117213" y="90722"/>
                  <a:pt x="1113885" y="93421"/>
                  <a:pt x="1109535" y="95331"/>
                </a:cubicBezTo>
                <a:cubicBezTo>
                  <a:pt x="1105185" y="97241"/>
                  <a:pt x="1100265" y="98196"/>
                  <a:pt x="1094773" y="98196"/>
                </a:cubicBezTo>
                <a:cubicBezTo>
                  <a:pt x="1085678" y="98196"/>
                  <a:pt x="1078747" y="96301"/>
                  <a:pt x="1073980" y="92512"/>
                </a:cubicBezTo>
                <a:cubicBezTo>
                  <a:pt x="1069213" y="88722"/>
                  <a:pt x="1066171" y="83104"/>
                  <a:pt x="1064853" y="75657"/>
                </a:cubicBezTo>
                <a:close/>
                <a:moveTo>
                  <a:pt x="1137083" y="96614"/>
                </a:moveTo>
                <a:lnTo>
                  <a:pt x="1137083" y="0"/>
                </a:lnTo>
                <a:lnTo>
                  <a:pt x="1148945" y="0"/>
                </a:lnTo>
                <a:lnTo>
                  <a:pt x="1148945" y="34665"/>
                </a:lnTo>
                <a:cubicBezTo>
                  <a:pt x="1154481" y="28251"/>
                  <a:pt x="1161467" y="25043"/>
                  <a:pt x="1169902" y="25043"/>
                </a:cubicBezTo>
                <a:cubicBezTo>
                  <a:pt x="1175087" y="25043"/>
                  <a:pt x="1179590" y="26065"/>
                  <a:pt x="1183413" y="28108"/>
                </a:cubicBezTo>
                <a:cubicBezTo>
                  <a:pt x="1187235" y="30151"/>
                  <a:pt x="1189970" y="32974"/>
                  <a:pt x="1191617" y="36576"/>
                </a:cubicBezTo>
                <a:cubicBezTo>
                  <a:pt x="1193265" y="40179"/>
                  <a:pt x="1194089" y="45407"/>
                  <a:pt x="1194089" y="52261"/>
                </a:cubicBezTo>
                <a:lnTo>
                  <a:pt x="1194089" y="96614"/>
                </a:lnTo>
                <a:lnTo>
                  <a:pt x="1182226" y="96614"/>
                </a:lnTo>
                <a:lnTo>
                  <a:pt x="1182226" y="52261"/>
                </a:lnTo>
                <a:cubicBezTo>
                  <a:pt x="1182226" y="46330"/>
                  <a:pt x="1180941" y="42013"/>
                  <a:pt x="1178371" y="39311"/>
                </a:cubicBezTo>
                <a:cubicBezTo>
                  <a:pt x="1175801" y="36609"/>
                  <a:pt x="1172165" y="35258"/>
                  <a:pt x="1167464" y="35258"/>
                </a:cubicBezTo>
                <a:cubicBezTo>
                  <a:pt x="1163949" y="35258"/>
                  <a:pt x="1160643" y="36170"/>
                  <a:pt x="1157546" y="37993"/>
                </a:cubicBezTo>
                <a:cubicBezTo>
                  <a:pt x="1154448" y="39817"/>
                  <a:pt x="1152240" y="42288"/>
                  <a:pt x="1150922" y="45407"/>
                </a:cubicBezTo>
                <a:cubicBezTo>
                  <a:pt x="1149604" y="48527"/>
                  <a:pt x="1148945" y="52832"/>
                  <a:pt x="1148945" y="58324"/>
                </a:cubicBezTo>
                <a:lnTo>
                  <a:pt x="1148945" y="96614"/>
                </a:lnTo>
                <a:lnTo>
                  <a:pt x="1137083" y="96614"/>
                </a:lnTo>
                <a:close/>
                <a:moveTo>
                  <a:pt x="1207710" y="61620"/>
                </a:moveTo>
                <a:cubicBezTo>
                  <a:pt x="1207710" y="48659"/>
                  <a:pt x="1211313" y="39059"/>
                  <a:pt x="1218518" y="32820"/>
                </a:cubicBezTo>
                <a:cubicBezTo>
                  <a:pt x="1224537" y="27635"/>
                  <a:pt x="1231874" y="25043"/>
                  <a:pt x="1240530" y="25043"/>
                </a:cubicBezTo>
                <a:cubicBezTo>
                  <a:pt x="1250152" y="25043"/>
                  <a:pt x="1258016" y="28196"/>
                  <a:pt x="1264123" y="34500"/>
                </a:cubicBezTo>
                <a:cubicBezTo>
                  <a:pt x="1270230" y="40805"/>
                  <a:pt x="1273284" y="49515"/>
                  <a:pt x="1273284" y="60631"/>
                </a:cubicBezTo>
                <a:cubicBezTo>
                  <a:pt x="1273284" y="69638"/>
                  <a:pt x="1271933" y="76722"/>
                  <a:pt x="1269231" y="81885"/>
                </a:cubicBezTo>
                <a:cubicBezTo>
                  <a:pt x="1266528" y="87047"/>
                  <a:pt x="1262596" y="91056"/>
                  <a:pt x="1257434" y="93912"/>
                </a:cubicBezTo>
                <a:cubicBezTo>
                  <a:pt x="1252271" y="96768"/>
                  <a:pt x="1246637" y="98196"/>
                  <a:pt x="1240530" y="98196"/>
                </a:cubicBezTo>
                <a:cubicBezTo>
                  <a:pt x="1230732" y="98196"/>
                  <a:pt x="1222813" y="95054"/>
                  <a:pt x="1216772" y="88772"/>
                </a:cubicBezTo>
                <a:cubicBezTo>
                  <a:pt x="1210730" y="82489"/>
                  <a:pt x="1207710" y="73438"/>
                  <a:pt x="1207710" y="61620"/>
                </a:cubicBezTo>
                <a:moveTo>
                  <a:pt x="1219902" y="61587"/>
                </a:moveTo>
                <a:cubicBezTo>
                  <a:pt x="1219902" y="70516"/>
                  <a:pt x="1221857" y="77203"/>
                  <a:pt x="1225767" y="81646"/>
                </a:cubicBezTo>
                <a:cubicBezTo>
                  <a:pt x="1229678" y="86089"/>
                  <a:pt x="1234598" y="88310"/>
                  <a:pt x="1240530" y="88310"/>
                </a:cubicBezTo>
                <a:cubicBezTo>
                  <a:pt x="1246417" y="88310"/>
                  <a:pt x="1251316" y="86078"/>
                  <a:pt x="1255226" y="81613"/>
                </a:cubicBezTo>
                <a:cubicBezTo>
                  <a:pt x="1259136" y="77148"/>
                  <a:pt x="1261091" y="70341"/>
                  <a:pt x="1261091" y="61193"/>
                </a:cubicBezTo>
                <a:cubicBezTo>
                  <a:pt x="1261091" y="52570"/>
                  <a:pt x="1259125" y="46036"/>
                  <a:pt x="1255193" y="41593"/>
                </a:cubicBezTo>
                <a:cubicBezTo>
                  <a:pt x="1251261" y="37150"/>
                  <a:pt x="1246373" y="34929"/>
                  <a:pt x="1240530" y="34929"/>
                </a:cubicBezTo>
                <a:cubicBezTo>
                  <a:pt x="1234598" y="34929"/>
                  <a:pt x="1229678" y="37139"/>
                  <a:pt x="1225767" y="41560"/>
                </a:cubicBezTo>
                <a:cubicBezTo>
                  <a:pt x="1221857" y="45981"/>
                  <a:pt x="1219902" y="52657"/>
                  <a:pt x="1219902" y="61587"/>
                </a:cubicBezTo>
                <a:close/>
                <a:moveTo>
                  <a:pt x="1333037" y="96614"/>
                </a:moveTo>
                <a:lnTo>
                  <a:pt x="1333037" y="86333"/>
                </a:lnTo>
                <a:cubicBezTo>
                  <a:pt x="1327589" y="94242"/>
                  <a:pt x="1320186" y="98196"/>
                  <a:pt x="1310828" y="98196"/>
                </a:cubicBezTo>
                <a:cubicBezTo>
                  <a:pt x="1306698" y="98196"/>
                  <a:pt x="1302843" y="97405"/>
                  <a:pt x="1299262" y="95823"/>
                </a:cubicBezTo>
                <a:cubicBezTo>
                  <a:pt x="1295681" y="94242"/>
                  <a:pt x="1293023" y="92254"/>
                  <a:pt x="1291288" y="89859"/>
                </a:cubicBezTo>
                <a:cubicBezTo>
                  <a:pt x="1289552" y="87465"/>
                  <a:pt x="1288333" y="84532"/>
                  <a:pt x="1287630" y="81061"/>
                </a:cubicBezTo>
                <a:cubicBezTo>
                  <a:pt x="1287147" y="78732"/>
                  <a:pt x="1286905" y="75042"/>
                  <a:pt x="1286905" y="69989"/>
                </a:cubicBezTo>
                <a:lnTo>
                  <a:pt x="1286905" y="26625"/>
                </a:lnTo>
                <a:lnTo>
                  <a:pt x="1298768" y="26625"/>
                </a:lnTo>
                <a:lnTo>
                  <a:pt x="1298768" y="65442"/>
                </a:lnTo>
                <a:cubicBezTo>
                  <a:pt x="1298768" y="71637"/>
                  <a:pt x="1299009" y="75811"/>
                  <a:pt x="1299493" y="77964"/>
                </a:cubicBezTo>
                <a:cubicBezTo>
                  <a:pt x="1300240" y="81083"/>
                  <a:pt x="1301821" y="83532"/>
                  <a:pt x="1304238" y="85312"/>
                </a:cubicBezTo>
                <a:cubicBezTo>
                  <a:pt x="1306654" y="87091"/>
                  <a:pt x="1309642" y="87981"/>
                  <a:pt x="1313201" y="87981"/>
                </a:cubicBezTo>
                <a:cubicBezTo>
                  <a:pt x="1316759" y="87981"/>
                  <a:pt x="1320098" y="87069"/>
                  <a:pt x="1323218" y="85246"/>
                </a:cubicBezTo>
                <a:cubicBezTo>
                  <a:pt x="1326337" y="83423"/>
                  <a:pt x="1328545" y="80940"/>
                  <a:pt x="1329841" y="77799"/>
                </a:cubicBezTo>
                <a:cubicBezTo>
                  <a:pt x="1331137" y="74657"/>
                  <a:pt x="1331785" y="70099"/>
                  <a:pt x="1331785" y="64124"/>
                </a:cubicBezTo>
                <a:lnTo>
                  <a:pt x="1331785" y="26625"/>
                </a:lnTo>
                <a:lnTo>
                  <a:pt x="1343648" y="26625"/>
                </a:lnTo>
                <a:lnTo>
                  <a:pt x="1343648" y="96614"/>
                </a:lnTo>
                <a:lnTo>
                  <a:pt x="1333037" y="96614"/>
                </a:lnTo>
                <a:close/>
                <a:moveTo>
                  <a:pt x="1361948" y="96614"/>
                </a:moveTo>
                <a:lnTo>
                  <a:pt x="1361948" y="0"/>
                </a:lnTo>
                <a:lnTo>
                  <a:pt x="1373811" y="0"/>
                </a:lnTo>
                <a:lnTo>
                  <a:pt x="1373811" y="96614"/>
                </a:lnTo>
                <a:lnTo>
                  <a:pt x="1361948" y="96614"/>
                </a:lnTo>
                <a:close/>
                <a:moveTo>
                  <a:pt x="1437582" y="96614"/>
                </a:moveTo>
                <a:lnTo>
                  <a:pt x="1437582" y="87783"/>
                </a:lnTo>
                <a:cubicBezTo>
                  <a:pt x="1433145" y="94725"/>
                  <a:pt x="1426620" y="98196"/>
                  <a:pt x="1418009" y="98196"/>
                </a:cubicBezTo>
                <a:cubicBezTo>
                  <a:pt x="1412429" y="98196"/>
                  <a:pt x="1407300" y="96658"/>
                  <a:pt x="1402621" y="93583"/>
                </a:cubicBezTo>
                <a:cubicBezTo>
                  <a:pt x="1397942" y="90507"/>
                  <a:pt x="1394317" y="86212"/>
                  <a:pt x="1391747" y="80699"/>
                </a:cubicBezTo>
                <a:cubicBezTo>
                  <a:pt x="1389176" y="75185"/>
                  <a:pt x="1387891" y="68847"/>
                  <a:pt x="1387891" y="61685"/>
                </a:cubicBezTo>
                <a:cubicBezTo>
                  <a:pt x="1387891" y="54700"/>
                  <a:pt x="1389056" y="48362"/>
                  <a:pt x="1391384" y="42672"/>
                </a:cubicBezTo>
                <a:cubicBezTo>
                  <a:pt x="1393713" y="36983"/>
                  <a:pt x="1397206" y="32622"/>
                  <a:pt x="1401863" y="29591"/>
                </a:cubicBezTo>
                <a:cubicBezTo>
                  <a:pt x="1406520" y="26559"/>
                  <a:pt x="1411726" y="25043"/>
                  <a:pt x="1417482" y="25043"/>
                </a:cubicBezTo>
                <a:cubicBezTo>
                  <a:pt x="1421700" y="25043"/>
                  <a:pt x="1425456" y="25933"/>
                  <a:pt x="1428751" y="27712"/>
                </a:cubicBezTo>
                <a:cubicBezTo>
                  <a:pt x="1432046" y="29492"/>
                  <a:pt x="1434727" y="31809"/>
                  <a:pt x="1436792" y="34665"/>
                </a:cubicBezTo>
                <a:lnTo>
                  <a:pt x="1436792" y="0"/>
                </a:lnTo>
                <a:lnTo>
                  <a:pt x="1448588" y="0"/>
                </a:lnTo>
                <a:lnTo>
                  <a:pt x="1448588" y="96614"/>
                </a:lnTo>
                <a:lnTo>
                  <a:pt x="1437582" y="96614"/>
                </a:lnTo>
                <a:moveTo>
                  <a:pt x="1400083" y="61652"/>
                </a:moveTo>
                <a:cubicBezTo>
                  <a:pt x="1400083" y="70582"/>
                  <a:pt x="1401973" y="77258"/>
                  <a:pt x="1405751" y="81679"/>
                </a:cubicBezTo>
                <a:cubicBezTo>
                  <a:pt x="1409530" y="86100"/>
                  <a:pt x="1413989" y="88310"/>
                  <a:pt x="1419129" y="88310"/>
                </a:cubicBezTo>
                <a:cubicBezTo>
                  <a:pt x="1424314" y="88310"/>
                  <a:pt x="1428718" y="86199"/>
                  <a:pt x="1432343" y="81975"/>
                </a:cubicBezTo>
                <a:cubicBezTo>
                  <a:pt x="1435968" y="77751"/>
                  <a:pt x="1437780" y="71305"/>
                  <a:pt x="1437780" y="62637"/>
                </a:cubicBezTo>
                <a:cubicBezTo>
                  <a:pt x="1437780" y="53095"/>
                  <a:pt x="1435935" y="46091"/>
                  <a:pt x="1432244" y="41626"/>
                </a:cubicBezTo>
                <a:cubicBezTo>
                  <a:pt x="1428554" y="37161"/>
                  <a:pt x="1424006" y="34929"/>
                  <a:pt x="1418602" y="34929"/>
                </a:cubicBezTo>
                <a:cubicBezTo>
                  <a:pt x="1413330" y="34929"/>
                  <a:pt x="1408925" y="37074"/>
                  <a:pt x="1405389" y="41365"/>
                </a:cubicBezTo>
                <a:cubicBezTo>
                  <a:pt x="1401852" y="45654"/>
                  <a:pt x="1400083" y="52416"/>
                  <a:pt x="1400083" y="61652"/>
                </a:cubicBezTo>
                <a:close/>
                <a:moveTo>
                  <a:pt x="1515680" y="96614"/>
                </a:moveTo>
                <a:lnTo>
                  <a:pt x="1504674" y="96614"/>
                </a:lnTo>
                <a:lnTo>
                  <a:pt x="1504674" y="0"/>
                </a:lnTo>
                <a:lnTo>
                  <a:pt x="1516537" y="0"/>
                </a:lnTo>
                <a:lnTo>
                  <a:pt x="1516537" y="34595"/>
                </a:lnTo>
                <a:cubicBezTo>
                  <a:pt x="1521546" y="28227"/>
                  <a:pt x="1527938" y="25043"/>
                  <a:pt x="1535715" y="25043"/>
                </a:cubicBezTo>
                <a:cubicBezTo>
                  <a:pt x="1540020" y="25043"/>
                  <a:pt x="1544095" y="25911"/>
                  <a:pt x="1547940" y="27646"/>
                </a:cubicBezTo>
                <a:cubicBezTo>
                  <a:pt x="1551784" y="29382"/>
                  <a:pt x="1554948" y="31820"/>
                  <a:pt x="1557430" y="34962"/>
                </a:cubicBezTo>
                <a:cubicBezTo>
                  <a:pt x="1559912" y="38103"/>
                  <a:pt x="1561856" y="41893"/>
                  <a:pt x="1563262" y="46330"/>
                </a:cubicBezTo>
                <a:cubicBezTo>
                  <a:pt x="1564668" y="50767"/>
                  <a:pt x="1565371" y="55513"/>
                  <a:pt x="1565371" y="60565"/>
                </a:cubicBezTo>
                <a:cubicBezTo>
                  <a:pt x="1565371" y="72559"/>
                  <a:pt x="1562406" y="81830"/>
                  <a:pt x="1556474" y="88376"/>
                </a:cubicBezTo>
                <a:cubicBezTo>
                  <a:pt x="1550543" y="94923"/>
                  <a:pt x="1543425" y="98196"/>
                  <a:pt x="1535122" y="98196"/>
                </a:cubicBezTo>
                <a:cubicBezTo>
                  <a:pt x="1526862" y="98196"/>
                  <a:pt x="1520381" y="94703"/>
                  <a:pt x="1515680" y="87717"/>
                </a:cubicBezTo>
                <a:lnTo>
                  <a:pt x="1515680" y="96614"/>
                </a:lnTo>
                <a:moveTo>
                  <a:pt x="1515548" y="61094"/>
                </a:moveTo>
                <a:cubicBezTo>
                  <a:pt x="1515548" y="69445"/>
                  <a:pt x="1516691" y="75478"/>
                  <a:pt x="1518975" y="79195"/>
                </a:cubicBezTo>
                <a:cubicBezTo>
                  <a:pt x="1522710" y="85272"/>
                  <a:pt x="1527762" y="88310"/>
                  <a:pt x="1534133" y="88310"/>
                </a:cubicBezTo>
                <a:cubicBezTo>
                  <a:pt x="1539317" y="88310"/>
                  <a:pt x="1543799" y="86070"/>
                  <a:pt x="1547577" y="81588"/>
                </a:cubicBezTo>
                <a:cubicBezTo>
                  <a:pt x="1551356" y="77107"/>
                  <a:pt x="1553245" y="70429"/>
                  <a:pt x="1553245" y="61554"/>
                </a:cubicBezTo>
                <a:cubicBezTo>
                  <a:pt x="1553245" y="52460"/>
                  <a:pt x="1551433" y="45750"/>
                  <a:pt x="1547808" y="41422"/>
                </a:cubicBezTo>
                <a:cubicBezTo>
                  <a:pt x="1544183" y="37093"/>
                  <a:pt x="1539801" y="34929"/>
                  <a:pt x="1534660" y="34929"/>
                </a:cubicBezTo>
                <a:cubicBezTo>
                  <a:pt x="1529476" y="34929"/>
                  <a:pt x="1524994" y="37169"/>
                  <a:pt x="1521216" y="41651"/>
                </a:cubicBezTo>
                <a:cubicBezTo>
                  <a:pt x="1517438" y="46132"/>
                  <a:pt x="1515548" y="52613"/>
                  <a:pt x="1515548" y="61094"/>
                </a:cubicBezTo>
                <a:close/>
                <a:moveTo>
                  <a:pt x="1627695" y="74075"/>
                </a:moveTo>
                <a:lnTo>
                  <a:pt x="1639953" y="75591"/>
                </a:lnTo>
                <a:cubicBezTo>
                  <a:pt x="1638020" y="82753"/>
                  <a:pt x="1634439" y="88310"/>
                  <a:pt x="1629210" y="92265"/>
                </a:cubicBezTo>
                <a:cubicBezTo>
                  <a:pt x="1623982" y="96219"/>
                  <a:pt x="1617304" y="98196"/>
                  <a:pt x="1609176" y="98196"/>
                </a:cubicBezTo>
                <a:cubicBezTo>
                  <a:pt x="1598939" y="98196"/>
                  <a:pt x="1590822" y="95043"/>
                  <a:pt x="1584825" y="88739"/>
                </a:cubicBezTo>
                <a:cubicBezTo>
                  <a:pt x="1578827" y="82434"/>
                  <a:pt x="1575829" y="73592"/>
                  <a:pt x="1575829" y="62213"/>
                </a:cubicBezTo>
                <a:cubicBezTo>
                  <a:pt x="1575829" y="50438"/>
                  <a:pt x="1578860" y="41299"/>
                  <a:pt x="1584923" y="34797"/>
                </a:cubicBezTo>
                <a:cubicBezTo>
                  <a:pt x="1590987" y="28294"/>
                  <a:pt x="1598851" y="25043"/>
                  <a:pt x="1608517" y="25043"/>
                </a:cubicBezTo>
                <a:cubicBezTo>
                  <a:pt x="1617875" y="25043"/>
                  <a:pt x="1625520" y="28224"/>
                  <a:pt x="1631451" y="34585"/>
                </a:cubicBezTo>
                <a:cubicBezTo>
                  <a:pt x="1637382" y="40944"/>
                  <a:pt x="1640348" y="49892"/>
                  <a:pt x="1640348" y="61428"/>
                </a:cubicBezTo>
                <a:cubicBezTo>
                  <a:pt x="1640348" y="62130"/>
                  <a:pt x="1640326" y="63182"/>
                  <a:pt x="1640282" y="64585"/>
                </a:cubicBezTo>
                <a:lnTo>
                  <a:pt x="1588087" y="64585"/>
                </a:lnTo>
                <a:cubicBezTo>
                  <a:pt x="1588526" y="72252"/>
                  <a:pt x="1590701" y="78123"/>
                  <a:pt x="1594611" y="82198"/>
                </a:cubicBezTo>
                <a:cubicBezTo>
                  <a:pt x="1598522" y="86273"/>
                  <a:pt x="1603398" y="88310"/>
                  <a:pt x="1609242" y="88310"/>
                </a:cubicBezTo>
                <a:cubicBezTo>
                  <a:pt x="1613591" y="88310"/>
                  <a:pt x="1617304" y="87179"/>
                  <a:pt x="1620379" y="84916"/>
                </a:cubicBezTo>
                <a:cubicBezTo>
                  <a:pt x="1623455" y="82652"/>
                  <a:pt x="1625893" y="79039"/>
                  <a:pt x="1627695" y="74075"/>
                </a:cubicBezTo>
                <a:moveTo>
                  <a:pt x="1588746" y="54700"/>
                </a:moveTo>
                <a:lnTo>
                  <a:pt x="1627826" y="54700"/>
                </a:lnTo>
                <a:cubicBezTo>
                  <a:pt x="1627299" y="48908"/>
                  <a:pt x="1625805" y="44565"/>
                  <a:pt x="1623345" y="41669"/>
                </a:cubicBezTo>
                <a:cubicBezTo>
                  <a:pt x="1619567" y="37176"/>
                  <a:pt x="1614668" y="34929"/>
                  <a:pt x="1608649" y="34929"/>
                </a:cubicBezTo>
                <a:cubicBezTo>
                  <a:pt x="1603201" y="34929"/>
                  <a:pt x="1598620" y="36723"/>
                  <a:pt x="1594908" y="40310"/>
                </a:cubicBezTo>
                <a:cubicBezTo>
                  <a:pt x="1591195" y="43896"/>
                  <a:pt x="1589141" y="48693"/>
                  <a:pt x="1588746" y="54700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non-factual">
            <a:extLst xmlns:a="http://schemas.openxmlformats.org/drawingml/2006/main">
              <a:ext uri="{FF2B5EF4-FFF2-40B4-BE49-F238E27FC236}">
                <a16:creationId xmlns:a16="http://schemas.microsoft.com/office/drawing/2014/main" id="{129B0D94-8F87-4675-B79A-F1BACC8D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47" y="5525821"/>
            <a:ext cx="649331" cy="99778"/>
          </a:xfrm>
          <a:custGeom xmlns:a="http://schemas.openxmlformats.org/drawingml/2006/main">
            <a:pathLst>
              <a:path w="649331" h="99778">
                <a:moveTo>
                  <a:pt x="0" y="98196"/>
                </a:moveTo>
                <a:lnTo>
                  <a:pt x="0" y="28207"/>
                </a:lnTo>
                <a:lnTo>
                  <a:pt x="10676" y="28207"/>
                </a:lnTo>
                <a:lnTo>
                  <a:pt x="10676" y="38092"/>
                </a:lnTo>
                <a:cubicBezTo>
                  <a:pt x="15817" y="30447"/>
                  <a:pt x="23242" y="26625"/>
                  <a:pt x="32952" y="26625"/>
                </a:cubicBezTo>
                <a:cubicBezTo>
                  <a:pt x="37169" y="26625"/>
                  <a:pt x="41047" y="27383"/>
                  <a:pt x="44584" y="28899"/>
                </a:cubicBezTo>
                <a:cubicBezTo>
                  <a:pt x="48120" y="30414"/>
                  <a:pt x="50767" y="32402"/>
                  <a:pt x="52525" y="34863"/>
                </a:cubicBezTo>
                <a:cubicBezTo>
                  <a:pt x="54282" y="37323"/>
                  <a:pt x="55513" y="40245"/>
                  <a:pt x="56215" y="43628"/>
                </a:cubicBezTo>
                <a:cubicBezTo>
                  <a:pt x="56655" y="45825"/>
                  <a:pt x="56875" y="49669"/>
                  <a:pt x="56875" y="55161"/>
                </a:cubicBezTo>
                <a:lnTo>
                  <a:pt x="56875" y="98196"/>
                </a:lnTo>
                <a:lnTo>
                  <a:pt x="45012" y="98196"/>
                </a:lnTo>
                <a:lnTo>
                  <a:pt x="45012" y="55577"/>
                </a:lnTo>
                <a:cubicBezTo>
                  <a:pt x="45012" y="50739"/>
                  <a:pt x="44551" y="47121"/>
                  <a:pt x="43628" y="44724"/>
                </a:cubicBezTo>
                <a:cubicBezTo>
                  <a:pt x="42705" y="42326"/>
                  <a:pt x="41069" y="40413"/>
                  <a:pt x="38718" y="38984"/>
                </a:cubicBezTo>
                <a:cubicBezTo>
                  <a:pt x="36368" y="37555"/>
                  <a:pt x="33611" y="36840"/>
                  <a:pt x="30447" y="36840"/>
                </a:cubicBezTo>
                <a:cubicBezTo>
                  <a:pt x="25395" y="36840"/>
                  <a:pt x="21034" y="38446"/>
                  <a:pt x="17366" y="41657"/>
                </a:cubicBezTo>
                <a:cubicBezTo>
                  <a:pt x="13697" y="44867"/>
                  <a:pt x="11863" y="50958"/>
                  <a:pt x="11863" y="59931"/>
                </a:cubicBezTo>
                <a:lnTo>
                  <a:pt x="11863" y="98196"/>
                </a:lnTo>
                <a:lnTo>
                  <a:pt x="0" y="98196"/>
                </a:lnTo>
                <a:close/>
                <a:moveTo>
                  <a:pt x="70628" y="63201"/>
                </a:moveTo>
                <a:cubicBezTo>
                  <a:pt x="70628" y="50240"/>
                  <a:pt x="74231" y="40640"/>
                  <a:pt x="81436" y="34402"/>
                </a:cubicBezTo>
                <a:cubicBezTo>
                  <a:pt x="87455" y="29217"/>
                  <a:pt x="94792" y="26625"/>
                  <a:pt x="103448" y="26625"/>
                </a:cubicBezTo>
                <a:cubicBezTo>
                  <a:pt x="113070" y="26625"/>
                  <a:pt x="120934" y="29777"/>
                  <a:pt x="127041" y="36082"/>
                </a:cubicBezTo>
                <a:cubicBezTo>
                  <a:pt x="133148" y="42387"/>
                  <a:pt x="136202" y="51097"/>
                  <a:pt x="136202" y="62213"/>
                </a:cubicBezTo>
                <a:cubicBezTo>
                  <a:pt x="136202" y="71219"/>
                  <a:pt x="134851" y="78304"/>
                  <a:pt x="132149" y="83466"/>
                </a:cubicBezTo>
                <a:cubicBezTo>
                  <a:pt x="129447" y="88629"/>
                  <a:pt x="125514" y="92638"/>
                  <a:pt x="120352" y="95494"/>
                </a:cubicBezTo>
                <a:cubicBezTo>
                  <a:pt x="115189" y="98350"/>
                  <a:pt x="109555" y="99778"/>
                  <a:pt x="103448" y="99778"/>
                </a:cubicBezTo>
                <a:cubicBezTo>
                  <a:pt x="93650" y="99778"/>
                  <a:pt x="85731" y="96636"/>
                  <a:pt x="79690" y="90353"/>
                </a:cubicBezTo>
                <a:cubicBezTo>
                  <a:pt x="73648" y="84071"/>
                  <a:pt x="70628" y="75020"/>
                  <a:pt x="70628" y="63201"/>
                </a:cubicBezTo>
                <a:moveTo>
                  <a:pt x="82820" y="63168"/>
                </a:moveTo>
                <a:cubicBezTo>
                  <a:pt x="82820" y="72098"/>
                  <a:pt x="84775" y="78785"/>
                  <a:pt x="88685" y="83228"/>
                </a:cubicBezTo>
                <a:cubicBezTo>
                  <a:pt x="92596" y="87671"/>
                  <a:pt x="97516" y="89892"/>
                  <a:pt x="103448" y="89892"/>
                </a:cubicBezTo>
                <a:cubicBezTo>
                  <a:pt x="109335" y="89892"/>
                  <a:pt x="114234" y="87660"/>
                  <a:pt x="118144" y="83195"/>
                </a:cubicBezTo>
                <a:cubicBezTo>
                  <a:pt x="122054" y="78730"/>
                  <a:pt x="124010" y="71923"/>
                  <a:pt x="124010" y="62775"/>
                </a:cubicBezTo>
                <a:cubicBezTo>
                  <a:pt x="124010" y="54151"/>
                  <a:pt x="122043" y="47618"/>
                  <a:pt x="118111" y="43175"/>
                </a:cubicBezTo>
                <a:cubicBezTo>
                  <a:pt x="114179" y="38732"/>
                  <a:pt x="109291" y="36510"/>
                  <a:pt x="103448" y="36510"/>
                </a:cubicBezTo>
                <a:cubicBezTo>
                  <a:pt x="97516" y="36510"/>
                  <a:pt x="92596" y="38721"/>
                  <a:pt x="88685" y="43142"/>
                </a:cubicBezTo>
                <a:cubicBezTo>
                  <a:pt x="84775" y="47563"/>
                  <a:pt x="82820" y="54238"/>
                  <a:pt x="82820" y="63168"/>
                </a:cubicBezTo>
                <a:close/>
                <a:moveTo>
                  <a:pt x="150086" y="98196"/>
                </a:moveTo>
                <a:lnTo>
                  <a:pt x="150086" y="28207"/>
                </a:lnTo>
                <a:lnTo>
                  <a:pt x="160763" y="28207"/>
                </a:lnTo>
                <a:lnTo>
                  <a:pt x="160763" y="38092"/>
                </a:lnTo>
                <a:cubicBezTo>
                  <a:pt x="165903" y="30447"/>
                  <a:pt x="173328" y="26625"/>
                  <a:pt x="183038" y="26625"/>
                </a:cubicBezTo>
                <a:cubicBezTo>
                  <a:pt x="187256" y="26625"/>
                  <a:pt x="191133" y="27383"/>
                  <a:pt x="194670" y="28899"/>
                </a:cubicBezTo>
                <a:cubicBezTo>
                  <a:pt x="198207" y="30414"/>
                  <a:pt x="200854" y="32402"/>
                  <a:pt x="202611" y="34863"/>
                </a:cubicBezTo>
                <a:cubicBezTo>
                  <a:pt x="204369" y="37323"/>
                  <a:pt x="205599" y="40245"/>
                  <a:pt x="206302" y="43628"/>
                </a:cubicBezTo>
                <a:cubicBezTo>
                  <a:pt x="206741" y="45825"/>
                  <a:pt x="206961" y="49669"/>
                  <a:pt x="206961" y="55161"/>
                </a:cubicBezTo>
                <a:lnTo>
                  <a:pt x="206961" y="98196"/>
                </a:lnTo>
                <a:lnTo>
                  <a:pt x="195098" y="98196"/>
                </a:lnTo>
                <a:lnTo>
                  <a:pt x="195098" y="55577"/>
                </a:lnTo>
                <a:cubicBezTo>
                  <a:pt x="195098" y="50739"/>
                  <a:pt x="194637" y="47121"/>
                  <a:pt x="193714" y="44724"/>
                </a:cubicBezTo>
                <a:cubicBezTo>
                  <a:pt x="192792" y="42326"/>
                  <a:pt x="191155" y="40413"/>
                  <a:pt x="188805" y="38984"/>
                </a:cubicBezTo>
                <a:cubicBezTo>
                  <a:pt x="186454" y="37555"/>
                  <a:pt x="183697" y="36840"/>
                  <a:pt x="180534" y="36840"/>
                </a:cubicBezTo>
                <a:cubicBezTo>
                  <a:pt x="175481" y="36840"/>
                  <a:pt x="171121" y="38446"/>
                  <a:pt x="167452" y="41657"/>
                </a:cubicBezTo>
                <a:cubicBezTo>
                  <a:pt x="163783" y="44867"/>
                  <a:pt x="161949" y="50958"/>
                  <a:pt x="161949" y="59931"/>
                </a:cubicBezTo>
                <a:lnTo>
                  <a:pt x="161949" y="98196"/>
                </a:lnTo>
                <a:lnTo>
                  <a:pt x="150086" y="98196"/>
                </a:lnTo>
                <a:close/>
                <a:moveTo>
                  <a:pt x="220517" y="69198"/>
                </a:moveTo>
                <a:lnTo>
                  <a:pt x="220517" y="57204"/>
                </a:lnTo>
                <a:lnTo>
                  <a:pt x="256961" y="57204"/>
                </a:lnTo>
                <a:lnTo>
                  <a:pt x="256961" y="69198"/>
                </a:lnTo>
                <a:lnTo>
                  <a:pt x="220517" y="69198"/>
                </a:lnTo>
                <a:close/>
                <a:moveTo>
                  <a:pt x="272908" y="98196"/>
                </a:moveTo>
                <a:lnTo>
                  <a:pt x="272908" y="37433"/>
                </a:lnTo>
                <a:lnTo>
                  <a:pt x="262430" y="37433"/>
                </a:lnTo>
                <a:lnTo>
                  <a:pt x="262430" y="28207"/>
                </a:lnTo>
                <a:lnTo>
                  <a:pt x="272908" y="28207"/>
                </a:lnTo>
                <a:lnTo>
                  <a:pt x="272908" y="20776"/>
                </a:lnTo>
                <a:cubicBezTo>
                  <a:pt x="272908" y="16086"/>
                  <a:pt x="273326" y="12601"/>
                  <a:pt x="274161" y="10322"/>
                </a:cubicBezTo>
                <a:cubicBezTo>
                  <a:pt x="275303" y="7255"/>
                  <a:pt x="277313" y="4768"/>
                  <a:pt x="280191" y="2861"/>
                </a:cubicBezTo>
                <a:cubicBezTo>
                  <a:pt x="283069" y="954"/>
                  <a:pt x="287100" y="0"/>
                  <a:pt x="292284" y="0"/>
                </a:cubicBezTo>
                <a:cubicBezTo>
                  <a:pt x="295623" y="0"/>
                  <a:pt x="299314" y="395"/>
                  <a:pt x="303356" y="1186"/>
                </a:cubicBezTo>
                <a:lnTo>
                  <a:pt x="301576" y="11533"/>
                </a:lnTo>
                <a:cubicBezTo>
                  <a:pt x="299116" y="11094"/>
                  <a:pt x="296787" y="10874"/>
                  <a:pt x="294591" y="10874"/>
                </a:cubicBezTo>
                <a:cubicBezTo>
                  <a:pt x="290988" y="10874"/>
                  <a:pt x="288440" y="11640"/>
                  <a:pt x="286946" y="13172"/>
                </a:cubicBezTo>
                <a:cubicBezTo>
                  <a:pt x="285452" y="14705"/>
                  <a:pt x="284705" y="17571"/>
                  <a:pt x="284705" y="21773"/>
                </a:cubicBezTo>
                <a:lnTo>
                  <a:pt x="284705" y="28207"/>
                </a:lnTo>
                <a:lnTo>
                  <a:pt x="298347" y="28207"/>
                </a:lnTo>
                <a:lnTo>
                  <a:pt x="298347" y="37433"/>
                </a:lnTo>
                <a:lnTo>
                  <a:pt x="284705" y="37433"/>
                </a:lnTo>
                <a:lnTo>
                  <a:pt x="284705" y="98196"/>
                </a:lnTo>
                <a:lnTo>
                  <a:pt x="272908" y="98196"/>
                </a:lnTo>
                <a:close/>
                <a:moveTo>
                  <a:pt x="353267" y="89554"/>
                </a:moveTo>
                <a:cubicBezTo>
                  <a:pt x="348874" y="93292"/>
                  <a:pt x="344645" y="95930"/>
                  <a:pt x="340581" y="97469"/>
                </a:cubicBezTo>
                <a:cubicBezTo>
                  <a:pt x="336517" y="99008"/>
                  <a:pt x="332156" y="99778"/>
                  <a:pt x="327499" y="99778"/>
                </a:cubicBezTo>
                <a:cubicBezTo>
                  <a:pt x="319811" y="99778"/>
                  <a:pt x="313901" y="97898"/>
                  <a:pt x="309771" y="94139"/>
                </a:cubicBezTo>
                <a:cubicBezTo>
                  <a:pt x="305641" y="90379"/>
                  <a:pt x="303576" y="85576"/>
                  <a:pt x="303576" y="79729"/>
                </a:cubicBezTo>
                <a:cubicBezTo>
                  <a:pt x="303576" y="76300"/>
                  <a:pt x="304356" y="73168"/>
                  <a:pt x="305916" y="70333"/>
                </a:cubicBezTo>
                <a:cubicBezTo>
                  <a:pt x="307476" y="67497"/>
                  <a:pt x="309519" y="65221"/>
                  <a:pt x="312045" y="63506"/>
                </a:cubicBezTo>
                <a:cubicBezTo>
                  <a:pt x="314571" y="61791"/>
                  <a:pt x="317416" y="60494"/>
                  <a:pt x="320579" y="59616"/>
                </a:cubicBezTo>
                <a:cubicBezTo>
                  <a:pt x="322908" y="58999"/>
                  <a:pt x="326423" y="58405"/>
                  <a:pt x="331124" y="57834"/>
                </a:cubicBezTo>
                <a:cubicBezTo>
                  <a:pt x="340702" y="56700"/>
                  <a:pt x="347753" y="55348"/>
                  <a:pt x="352279" y="53777"/>
                </a:cubicBezTo>
                <a:cubicBezTo>
                  <a:pt x="352323" y="52158"/>
                  <a:pt x="352345" y="51130"/>
                  <a:pt x="352345" y="50692"/>
                </a:cubicBezTo>
                <a:cubicBezTo>
                  <a:pt x="352345" y="45877"/>
                  <a:pt x="351224" y="42485"/>
                  <a:pt x="348984" y="40516"/>
                </a:cubicBezTo>
                <a:cubicBezTo>
                  <a:pt x="345952" y="37846"/>
                  <a:pt x="341449" y="36510"/>
                  <a:pt x="335474" y="36510"/>
                </a:cubicBezTo>
                <a:cubicBezTo>
                  <a:pt x="329894" y="36510"/>
                  <a:pt x="325775" y="37488"/>
                  <a:pt x="323117" y="39443"/>
                </a:cubicBezTo>
                <a:cubicBezTo>
                  <a:pt x="320459" y="41398"/>
                  <a:pt x="318492" y="44858"/>
                  <a:pt x="317218" y="49823"/>
                </a:cubicBezTo>
                <a:lnTo>
                  <a:pt x="305619" y="48241"/>
                </a:lnTo>
                <a:cubicBezTo>
                  <a:pt x="306674" y="43261"/>
                  <a:pt x="308409" y="39240"/>
                  <a:pt x="310826" y="36177"/>
                </a:cubicBezTo>
                <a:cubicBezTo>
                  <a:pt x="313242" y="33114"/>
                  <a:pt x="316735" y="30756"/>
                  <a:pt x="321304" y="29105"/>
                </a:cubicBezTo>
                <a:cubicBezTo>
                  <a:pt x="325874" y="27451"/>
                  <a:pt x="331168" y="26625"/>
                  <a:pt x="337187" y="26625"/>
                </a:cubicBezTo>
                <a:cubicBezTo>
                  <a:pt x="343162" y="26625"/>
                  <a:pt x="348017" y="27328"/>
                  <a:pt x="351752" y="28734"/>
                </a:cubicBezTo>
                <a:cubicBezTo>
                  <a:pt x="355486" y="30140"/>
                  <a:pt x="358232" y="31908"/>
                  <a:pt x="359990" y="34039"/>
                </a:cubicBezTo>
                <a:cubicBezTo>
                  <a:pt x="361747" y="36170"/>
                  <a:pt x="362977" y="38861"/>
                  <a:pt x="363680" y="42112"/>
                </a:cubicBezTo>
                <a:cubicBezTo>
                  <a:pt x="364076" y="44133"/>
                  <a:pt x="364273" y="47780"/>
                  <a:pt x="364273" y="53052"/>
                </a:cubicBezTo>
                <a:lnTo>
                  <a:pt x="364273" y="68869"/>
                </a:lnTo>
                <a:cubicBezTo>
                  <a:pt x="364273" y="79897"/>
                  <a:pt x="364526" y="86871"/>
                  <a:pt x="365031" y="89793"/>
                </a:cubicBezTo>
                <a:cubicBezTo>
                  <a:pt x="365536" y="92715"/>
                  <a:pt x="366536" y="95516"/>
                  <a:pt x="368030" y="98196"/>
                </a:cubicBezTo>
                <a:lnTo>
                  <a:pt x="355640" y="98196"/>
                </a:lnTo>
                <a:cubicBezTo>
                  <a:pt x="354410" y="95733"/>
                  <a:pt x="353619" y="92852"/>
                  <a:pt x="353267" y="89554"/>
                </a:cubicBezTo>
                <a:moveTo>
                  <a:pt x="352279" y="63004"/>
                </a:moveTo>
                <a:cubicBezTo>
                  <a:pt x="347973" y="64776"/>
                  <a:pt x="341515" y="66282"/>
                  <a:pt x="332903" y="67522"/>
                </a:cubicBezTo>
                <a:cubicBezTo>
                  <a:pt x="328026" y="68228"/>
                  <a:pt x="324578" y="69022"/>
                  <a:pt x="322556" y="69905"/>
                </a:cubicBezTo>
                <a:cubicBezTo>
                  <a:pt x="320535" y="70786"/>
                  <a:pt x="318976" y="72077"/>
                  <a:pt x="317877" y="73777"/>
                </a:cubicBezTo>
                <a:cubicBezTo>
                  <a:pt x="316779" y="75475"/>
                  <a:pt x="316230" y="77361"/>
                  <a:pt x="316230" y="79434"/>
                </a:cubicBezTo>
                <a:cubicBezTo>
                  <a:pt x="316230" y="82610"/>
                  <a:pt x="317427" y="85257"/>
                  <a:pt x="319821" y="87375"/>
                </a:cubicBezTo>
                <a:cubicBezTo>
                  <a:pt x="322216" y="89493"/>
                  <a:pt x="325720" y="90551"/>
                  <a:pt x="330333" y="90551"/>
                </a:cubicBezTo>
                <a:cubicBezTo>
                  <a:pt x="334902" y="90551"/>
                  <a:pt x="338966" y="89547"/>
                  <a:pt x="342525" y="87538"/>
                </a:cubicBezTo>
                <a:cubicBezTo>
                  <a:pt x="346084" y="85529"/>
                  <a:pt x="348698" y="82781"/>
                  <a:pt x="350368" y="79294"/>
                </a:cubicBezTo>
                <a:cubicBezTo>
                  <a:pt x="351642" y="76600"/>
                  <a:pt x="352279" y="72627"/>
                  <a:pt x="352279" y="67374"/>
                </a:cubicBezTo>
                <a:lnTo>
                  <a:pt x="352279" y="63004"/>
                </a:lnTo>
                <a:close/>
                <a:moveTo>
                  <a:pt x="428311" y="72494"/>
                </a:moveTo>
                <a:lnTo>
                  <a:pt x="439976" y="74009"/>
                </a:lnTo>
                <a:cubicBezTo>
                  <a:pt x="438702" y="82070"/>
                  <a:pt x="435439" y="88380"/>
                  <a:pt x="430189" y="92940"/>
                </a:cubicBezTo>
                <a:cubicBezTo>
                  <a:pt x="424939" y="97498"/>
                  <a:pt x="418491" y="99778"/>
                  <a:pt x="410846" y="99778"/>
                </a:cubicBezTo>
                <a:cubicBezTo>
                  <a:pt x="401268" y="99778"/>
                  <a:pt x="393569" y="96647"/>
                  <a:pt x="387747" y="90386"/>
                </a:cubicBezTo>
                <a:cubicBezTo>
                  <a:pt x="381926" y="84126"/>
                  <a:pt x="379015" y="75152"/>
                  <a:pt x="379015" y="63465"/>
                </a:cubicBezTo>
                <a:cubicBezTo>
                  <a:pt x="379015" y="55908"/>
                  <a:pt x="380267" y="49296"/>
                  <a:pt x="382772" y="43628"/>
                </a:cubicBezTo>
                <a:cubicBezTo>
                  <a:pt x="385276" y="37960"/>
                  <a:pt x="389087" y="33710"/>
                  <a:pt x="394206" y="30876"/>
                </a:cubicBezTo>
                <a:cubicBezTo>
                  <a:pt x="399324" y="28042"/>
                  <a:pt x="404893" y="26625"/>
                  <a:pt x="410912" y="26625"/>
                </a:cubicBezTo>
                <a:cubicBezTo>
                  <a:pt x="418513" y="26625"/>
                  <a:pt x="424730" y="28553"/>
                  <a:pt x="429563" y="32410"/>
                </a:cubicBezTo>
                <a:cubicBezTo>
                  <a:pt x="434396" y="36265"/>
                  <a:pt x="437493" y="41740"/>
                  <a:pt x="438855" y="48834"/>
                </a:cubicBezTo>
                <a:lnTo>
                  <a:pt x="427322" y="50614"/>
                </a:lnTo>
                <a:cubicBezTo>
                  <a:pt x="426224" y="45935"/>
                  <a:pt x="424280" y="42414"/>
                  <a:pt x="421490" y="40053"/>
                </a:cubicBezTo>
                <a:cubicBezTo>
                  <a:pt x="418700" y="37691"/>
                  <a:pt x="415328" y="36510"/>
                  <a:pt x="411374" y="36510"/>
                </a:cubicBezTo>
                <a:cubicBezTo>
                  <a:pt x="405398" y="36510"/>
                  <a:pt x="400544" y="38642"/>
                  <a:pt x="396809" y="42905"/>
                </a:cubicBezTo>
                <a:cubicBezTo>
                  <a:pt x="393075" y="47167"/>
                  <a:pt x="391207" y="53910"/>
                  <a:pt x="391207" y="63135"/>
                </a:cubicBezTo>
                <a:cubicBezTo>
                  <a:pt x="391207" y="72492"/>
                  <a:pt x="393009" y="79291"/>
                  <a:pt x="396611" y="83532"/>
                </a:cubicBezTo>
                <a:cubicBezTo>
                  <a:pt x="400214" y="87772"/>
                  <a:pt x="404915" y="89892"/>
                  <a:pt x="410715" y="89892"/>
                </a:cubicBezTo>
                <a:cubicBezTo>
                  <a:pt x="415372" y="89892"/>
                  <a:pt x="419260" y="88470"/>
                  <a:pt x="422379" y="85625"/>
                </a:cubicBezTo>
                <a:cubicBezTo>
                  <a:pt x="425499" y="82780"/>
                  <a:pt x="427476" y="78403"/>
                  <a:pt x="428311" y="72494"/>
                </a:cubicBezTo>
                <a:close/>
                <a:moveTo>
                  <a:pt x="476024" y="87717"/>
                </a:moveTo>
                <a:lnTo>
                  <a:pt x="477738" y="98196"/>
                </a:lnTo>
                <a:cubicBezTo>
                  <a:pt x="474399" y="98811"/>
                  <a:pt x="471411" y="99119"/>
                  <a:pt x="468775" y="99119"/>
                </a:cubicBezTo>
                <a:cubicBezTo>
                  <a:pt x="464469" y="99119"/>
                  <a:pt x="461130" y="98438"/>
                  <a:pt x="458758" y="97076"/>
                </a:cubicBezTo>
                <a:cubicBezTo>
                  <a:pt x="456385" y="95713"/>
                  <a:pt x="454716" y="93923"/>
                  <a:pt x="453749" y="91704"/>
                </a:cubicBezTo>
                <a:cubicBezTo>
                  <a:pt x="452782" y="89486"/>
                  <a:pt x="452299" y="84817"/>
                  <a:pt x="452299" y="77700"/>
                </a:cubicBezTo>
                <a:lnTo>
                  <a:pt x="452299" y="37433"/>
                </a:lnTo>
                <a:lnTo>
                  <a:pt x="443600" y="37433"/>
                </a:lnTo>
                <a:lnTo>
                  <a:pt x="443600" y="28207"/>
                </a:lnTo>
                <a:lnTo>
                  <a:pt x="452299" y="28207"/>
                </a:lnTo>
                <a:lnTo>
                  <a:pt x="452299" y="10827"/>
                </a:lnTo>
                <a:lnTo>
                  <a:pt x="464096" y="3691"/>
                </a:lnTo>
                <a:lnTo>
                  <a:pt x="464096" y="28207"/>
                </a:lnTo>
                <a:lnTo>
                  <a:pt x="476024" y="28207"/>
                </a:lnTo>
                <a:lnTo>
                  <a:pt x="476024" y="37433"/>
                </a:lnTo>
                <a:lnTo>
                  <a:pt x="464096" y="37433"/>
                </a:lnTo>
                <a:lnTo>
                  <a:pt x="464096" y="78359"/>
                </a:lnTo>
                <a:cubicBezTo>
                  <a:pt x="464096" y="81742"/>
                  <a:pt x="464304" y="83917"/>
                  <a:pt x="464722" y="84883"/>
                </a:cubicBezTo>
                <a:cubicBezTo>
                  <a:pt x="465139" y="85850"/>
                  <a:pt x="465820" y="86619"/>
                  <a:pt x="466765" y="87190"/>
                </a:cubicBezTo>
                <a:cubicBezTo>
                  <a:pt x="467709" y="87761"/>
                  <a:pt x="469060" y="88047"/>
                  <a:pt x="470818" y="88047"/>
                </a:cubicBezTo>
                <a:cubicBezTo>
                  <a:pt x="472136" y="88047"/>
                  <a:pt x="473871" y="87937"/>
                  <a:pt x="476024" y="87717"/>
                </a:cubicBezTo>
                <a:close/>
                <a:moveTo>
                  <a:pt x="533515" y="98196"/>
                </a:moveTo>
                <a:lnTo>
                  <a:pt x="533515" y="87915"/>
                </a:lnTo>
                <a:cubicBezTo>
                  <a:pt x="528067" y="95823"/>
                  <a:pt x="520664" y="99778"/>
                  <a:pt x="511305" y="99778"/>
                </a:cubicBezTo>
                <a:cubicBezTo>
                  <a:pt x="507175" y="99778"/>
                  <a:pt x="503320" y="98987"/>
                  <a:pt x="499739" y="97405"/>
                </a:cubicBezTo>
                <a:cubicBezTo>
                  <a:pt x="496159" y="95823"/>
                  <a:pt x="493500" y="93835"/>
                  <a:pt x="491765" y="91441"/>
                </a:cubicBezTo>
                <a:cubicBezTo>
                  <a:pt x="490030" y="89046"/>
                  <a:pt x="488810" y="86114"/>
                  <a:pt x="488107" y="82643"/>
                </a:cubicBezTo>
                <a:cubicBezTo>
                  <a:pt x="487624" y="80314"/>
                  <a:pt x="487382" y="76624"/>
                  <a:pt x="487382" y="71571"/>
                </a:cubicBezTo>
                <a:lnTo>
                  <a:pt x="487382" y="28207"/>
                </a:lnTo>
                <a:lnTo>
                  <a:pt x="499245" y="28207"/>
                </a:lnTo>
                <a:lnTo>
                  <a:pt x="499245" y="67024"/>
                </a:lnTo>
                <a:cubicBezTo>
                  <a:pt x="499245" y="73219"/>
                  <a:pt x="499487" y="77392"/>
                  <a:pt x="499970" y="79545"/>
                </a:cubicBezTo>
                <a:cubicBezTo>
                  <a:pt x="500717" y="82665"/>
                  <a:pt x="502299" y="85114"/>
                  <a:pt x="504715" y="86893"/>
                </a:cubicBezTo>
                <a:cubicBezTo>
                  <a:pt x="507131" y="88673"/>
                  <a:pt x="510119" y="89563"/>
                  <a:pt x="513678" y="89563"/>
                </a:cubicBezTo>
                <a:cubicBezTo>
                  <a:pt x="517237" y="89563"/>
                  <a:pt x="520576" y="88651"/>
                  <a:pt x="523695" y="86828"/>
                </a:cubicBezTo>
                <a:cubicBezTo>
                  <a:pt x="526815" y="85004"/>
                  <a:pt x="529022" y="82522"/>
                  <a:pt x="530318" y="79380"/>
                </a:cubicBezTo>
                <a:cubicBezTo>
                  <a:pt x="531615" y="76239"/>
                  <a:pt x="532263" y="71681"/>
                  <a:pt x="532263" y="65706"/>
                </a:cubicBezTo>
                <a:lnTo>
                  <a:pt x="532263" y="28207"/>
                </a:lnTo>
                <a:lnTo>
                  <a:pt x="544125" y="28207"/>
                </a:lnTo>
                <a:lnTo>
                  <a:pt x="544125" y="98196"/>
                </a:lnTo>
                <a:lnTo>
                  <a:pt x="533515" y="98196"/>
                </a:lnTo>
                <a:close/>
                <a:moveTo>
                  <a:pt x="608360" y="89554"/>
                </a:moveTo>
                <a:cubicBezTo>
                  <a:pt x="603967" y="93292"/>
                  <a:pt x="599738" y="95930"/>
                  <a:pt x="595674" y="97469"/>
                </a:cubicBezTo>
                <a:cubicBezTo>
                  <a:pt x="591610" y="99008"/>
                  <a:pt x="587249" y="99778"/>
                  <a:pt x="582592" y="99778"/>
                </a:cubicBezTo>
                <a:cubicBezTo>
                  <a:pt x="574904" y="99778"/>
                  <a:pt x="568994" y="97898"/>
                  <a:pt x="564864" y="94139"/>
                </a:cubicBezTo>
                <a:cubicBezTo>
                  <a:pt x="560734" y="90379"/>
                  <a:pt x="558669" y="85576"/>
                  <a:pt x="558669" y="79729"/>
                </a:cubicBezTo>
                <a:cubicBezTo>
                  <a:pt x="558669" y="76300"/>
                  <a:pt x="559449" y="73168"/>
                  <a:pt x="561009" y="70333"/>
                </a:cubicBezTo>
                <a:cubicBezTo>
                  <a:pt x="562569" y="67497"/>
                  <a:pt x="564612" y="65221"/>
                  <a:pt x="567138" y="63506"/>
                </a:cubicBezTo>
                <a:cubicBezTo>
                  <a:pt x="569664" y="61791"/>
                  <a:pt x="572509" y="60494"/>
                  <a:pt x="575672" y="59616"/>
                </a:cubicBezTo>
                <a:cubicBezTo>
                  <a:pt x="578001" y="58999"/>
                  <a:pt x="581516" y="58405"/>
                  <a:pt x="586217" y="57834"/>
                </a:cubicBezTo>
                <a:cubicBezTo>
                  <a:pt x="595795" y="56700"/>
                  <a:pt x="602847" y="55348"/>
                  <a:pt x="607372" y="53777"/>
                </a:cubicBezTo>
                <a:cubicBezTo>
                  <a:pt x="607416" y="52158"/>
                  <a:pt x="607438" y="51130"/>
                  <a:pt x="607438" y="50692"/>
                </a:cubicBezTo>
                <a:cubicBezTo>
                  <a:pt x="607438" y="45877"/>
                  <a:pt x="606317" y="42485"/>
                  <a:pt x="604077" y="40516"/>
                </a:cubicBezTo>
                <a:cubicBezTo>
                  <a:pt x="601045" y="37846"/>
                  <a:pt x="596542" y="36510"/>
                  <a:pt x="590567" y="36510"/>
                </a:cubicBezTo>
                <a:cubicBezTo>
                  <a:pt x="584987" y="36510"/>
                  <a:pt x="580868" y="37488"/>
                  <a:pt x="578210" y="39443"/>
                </a:cubicBezTo>
                <a:cubicBezTo>
                  <a:pt x="575552" y="41398"/>
                  <a:pt x="573585" y="44858"/>
                  <a:pt x="572311" y="49823"/>
                </a:cubicBezTo>
                <a:lnTo>
                  <a:pt x="560712" y="48241"/>
                </a:lnTo>
                <a:cubicBezTo>
                  <a:pt x="561767" y="43261"/>
                  <a:pt x="563502" y="39240"/>
                  <a:pt x="565919" y="36177"/>
                </a:cubicBezTo>
                <a:cubicBezTo>
                  <a:pt x="568335" y="33114"/>
                  <a:pt x="571828" y="30756"/>
                  <a:pt x="576397" y="29105"/>
                </a:cubicBezTo>
                <a:cubicBezTo>
                  <a:pt x="580967" y="27451"/>
                  <a:pt x="586261" y="26625"/>
                  <a:pt x="592280" y="26625"/>
                </a:cubicBezTo>
                <a:cubicBezTo>
                  <a:pt x="598255" y="26625"/>
                  <a:pt x="603110" y="27328"/>
                  <a:pt x="606845" y="28734"/>
                </a:cubicBezTo>
                <a:cubicBezTo>
                  <a:pt x="610579" y="30140"/>
                  <a:pt x="613325" y="31908"/>
                  <a:pt x="615083" y="34039"/>
                </a:cubicBezTo>
                <a:cubicBezTo>
                  <a:pt x="616840" y="36170"/>
                  <a:pt x="618070" y="38861"/>
                  <a:pt x="618773" y="42112"/>
                </a:cubicBezTo>
                <a:cubicBezTo>
                  <a:pt x="619169" y="44133"/>
                  <a:pt x="619366" y="47780"/>
                  <a:pt x="619366" y="53052"/>
                </a:cubicBezTo>
                <a:lnTo>
                  <a:pt x="619366" y="68869"/>
                </a:lnTo>
                <a:cubicBezTo>
                  <a:pt x="619366" y="79897"/>
                  <a:pt x="619619" y="86871"/>
                  <a:pt x="620124" y="89793"/>
                </a:cubicBezTo>
                <a:cubicBezTo>
                  <a:pt x="620629" y="92715"/>
                  <a:pt x="621629" y="95516"/>
                  <a:pt x="623123" y="98196"/>
                </a:cubicBezTo>
                <a:lnTo>
                  <a:pt x="610733" y="98196"/>
                </a:lnTo>
                <a:cubicBezTo>
                  <a:pt x="609503" y="95733"/>
                  <a:pt x="608712" y="92852"/>
                  <a:pt x="608360" y="89554"/>
                </a:cubicBezTo>
                <a:moveTo>
                  <a:pt x="607372" y="63004"/>
                </a:moveTo>
                <a:cubicBezTo>
                  <a:pt x="603066" y="64776"/>
                  <a:pt x="596608" y="66282"/>
                  <a:pt x="587996" y="67522"/>
                </a:cubicBezTo>
                <a:cubicBezTo>
                  <a:pt x="583119" y="68228"/>
                  <a:pt x="579671" y="69022"/>
                  <a:pt x="577650" y="69905"/>
                </a:cubicBezTo>
                <a:cubicBezTo>
                  <a:pt x="575628" y="70786"/>
                  <a:pt x="574069" y="72077"/>
                  <a:pt x="572970" y="73777"/>
                </a:cubicBezTo>
                <a:cubicBezTo>
                  <a:pt x="571872" y="75475"/>
                  <a:pt x="571323" y="77361"/>
                  <a:pt x="571323" y="79434"/>
                </a:cubicBezTo>
                <a:cubicBezTo>
                  <a:pt x="571323" y="82610"/>
                  <a:pt x="572520" y="85257"/>
                  <a:pt x="574915" y="87375"/>
                </a:cubicBezTo>
                <a:cubicBezTo>
                  <a:pt x="577309" y="89493"/>
                  <a:pt x="580813" y="90551"/>
                  <a:pt x="585426" y="90551"/>
                </a:cubicBezTo>
                <a:cubicBezTo>
                  <a:pt x="589995" y="90551"/>
                  <a:pt x="594059" y="89547"/>
                  <a:pt x="597618" y="87538"/>
                </a:cubicBezTo>
                <a:cubicBezTo>
                  <a:pt x="601177" y="85529"/>
                  <a:pt x="603791" y="82781"/>
                  <a:pt x="605461" y="79294"/>
                </a:cubicBezTo>
                <a:cubicBezTo>
                  <a:pt x="606735" y="76600"/>
                  <a:pt x="607372" y="72627"/>
                  <a:pt x="607372" y="67374"/>
                </a:cubicBezTo>
                <a:lnTo>
                  <a:pt x="607372" y="63004"/>
                </a:lnTo>
                <a:close/>
                <a:moveTo>
                  <a:pt x="637469" y="98196"/>
                </a:moveTo>
                <a:lnTo>
                  <a:pt x="637469" y="1582"/>
                </a:lnTo>
                <a:lnTo>
                  <a:pt x="649331" y="1582"/>
                </a:lnTo>
                <a:lnTo>
                  <a:pt x="649331" y="98196"/>
                </a:lnTo>
                <a:lnTo>
                  <a:pt x="637469" y="98196"/>
                </a:lnTo>
                <a:close/>
              </a:path>
            </a:pathLst>
          </a:custGeom>
          <a:solidFill xmlns:a="http://schemas.openxmlformats.org/drawingml/2006/main">
            <a:srgbClr val="11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.">
            <a:extLst xmlns:a="http://schemas.openxmlformats.org/drawingml/2006/main">
              <a:ext uri="{FF2B5EF4-FFF2-40B4-BE49-F238E27FC236}">
                <a16:creationId xmlns:a16="http://schemas.microsoft.com/office/drawing/2014/main" id="{602EC1A8-A35F-43C7-A0A0-BF17DF2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572" y="5610441"/>
            <a:ext cx="13510" cy="13576"/>
          </a:xfrm>
          <a:custGeom xmlns:a="http://schemas.openxmlformats.org/drawingml/2006/main">
            <a:pathLst>
              <a:path w="13510" h="13576">
                <a:moveTo>
                  <a:pt x="0" y="13576"/>
                </a:moveTo>
                <a:lnTo>
                  <a:pt x="0" y="0"/>
                </a:lnTo>
                <a:lnTo>
                  <a:pt x="13510" y="0"/>
                </a:lnTo>
                <a:lnTo>
                  <a:pt x="13510" y="13576"/>
                </a:lnTo>
                <a:lnTo>
                  <a:pt x="0" y="1357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0304f86e14a2c"/>
          <a:stretch xmlns:a="http://schemas.openxmlformats.org/drawingml/2006/main"/>
        </p:blipFill>
        <p:spPr>
          <a:xfrm xmlns:a="http://schemas.openxmlformats.org/drawingml/2006/main">
            <a:off x="9843187" y="3407559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179" name="Text ....">
            <a:extLst xmlns:a="http://schemas.openxmlformats.org/drawingml/2006/main">
              <a:ext uri="{FF2B5EF4-FFF2-40B4-BE49-F238E27FC236}">
                <a16:creationId xmlns:a16="http://schemas.microsoft.com/office/drawing/2014/main" id="{1AD6E54D-FAFB-4A26-AB84-790571D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667" y="4234216"/>
            <a:ext cx="163855" cy="23231"/>
          </a:xfrm>
          <a:custGeom xmlns:a="http://schemas.openxmlformats.org/drawingml/2006/main">
            <a:pathLst>
              <a:path w="163855" h="23231">
                <a:moveTo>
                  <a:pt x="0" y="23231"/>
                </a:moveTo>
                <a:lnTo>
                  <a:pt x="0" y="0"/>
                </a:lnTo>
                <a:lnTo>
                  <a:pt x="23149" y="0"/>
                </a:lnTo>
                <a:lnTo>
                  <a:pt x="23149" y="23231"/>
                </a:lnTo>
                <a:lnTo>
                  <a:pt x="0" y="23231"/>
                </a:lnTo>
                <a:close/>
                <a:moveTo>
                  <a:pt x="46902" y="23231"/>
                </a:moveTo>
                <a:lnTo>
                  <a:pt x="46902" y="0"/>
                </a:lnTo>
                <a:lnTo>
                  <a:pt x="70050" y="0"/>
                </a:lnTo>
                <a:lnTo>
                  <a:pt x="70050" y="23231"/>
                </a:lnTo>
                <a:lnTo>
                  <a:pt x="46902" y="23231"/>
                </a:lnTo>
                <a:close/>
                <a:moveTo>
                  <a:pt x="93803" y="23231"/>
                </a:moveTo>
                <a:lnTo>
                  <a:pt x="93803" y="0"/>
                </a:lnTo>
                <a:lnTo>
                  <a:pt x="116952" y="0"/>
                </a:lnTo>
                <a:lnTo>
                  <a:pt x="116952" y="23231"/>
                </a:lnTo>
                <a:lnTo>
                  <a:pt x="93803" y="23231"/>
                </a:lnTo>
                <a:close/>
                <a:moveTo>
                  <a:pt x="140706" y="23231"/>
                </a:moveTo>
                <a:lnTo>
                  <a:pt x="140706" y="0"/>
                </a:lnTo>
                <a:lnTo>
                  <a:pt x="163855" y="0"/>
                </a:lnTo>
                <a:lnTo>
                  <a:pt x="163855" y="23231"/>
                </a:lnTo>
                <a:lnTo>
                  <a:pt x="140706" y="23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DABE5-6E8E-4E6F-899F-759877D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5297136"/>
            <a:ext cx="2657219" cy="923700"/>
          </a:xfrm>
          <a:custGeom xmlns:a="http://schemas.openxmlformats.org/drawingml/2006/main">
            <a:pathLst>
              <a:path w="2657219" h="923700">
                <a:moveTo>
                  <a:pt x="0" y="0"/>
                </a:moveTo>
                <a:lnTo>
                  <a:pt x="2657219" y="0"/>
                </a:lnTo>
                <a:lnTo>
                  <a:pt x="2657219" y="923700"/>
                </a:lnTo>
                <a:lnTo>
                  <a:pt x="0" y="923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F7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E5F5E-BACF-4194-9046-731A75A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5297136"/>
            <a:ext cx="2657219" cy="923700"/>
          </a:xfrm>
          <a:custGeom xmlns:a="http://schemas.openxmlformats.org/drawingml/2006/main">
            <a:pathLst>
              <a:path w="2657219" h="923700" fill="none">
                <a:moveTo>
                  <a:pt x="0" y="0"/>
                </a:moveTo>
                <a:lnTo>
                  <a:pt x="2657219" y="0"/>
                </a:lnTo>
                <a:lnTo>
                  <a:pt x="2657219" y="923700"/>
                </a:lnTo>
                <a:lnTo>
                  <a:pt x="0" y="9237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36393D"/>
            </a:solidFill>
            <a:miter/>
          </a:ln>
        </p:spPr>
      </p:sp>
      <p:sp>
        <p:nvSpPr>
          <p:cNvPr id="182" name="Text Verification">
            <a:extLst xmlns:a="http://schemas.openxmlformats.org/drawingml/2006/main">
              <a:ext uri="{FF2B5EF4-FFF2-40B4-BE49-F238E27FC236}">
                <a16:creationId xmlns:a16="http://schemas.microsoft.com/office/drawing/2014/main" id="{1CBCE44B-41FC-4082-BFA5-281D7CEA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31" y="5373848"/>
            <a:ext cx="718547" cy="99909"/>
          </a:xfrm>
          <a:custGeom xmlns:a="http://schemas.openxmlformats.org/drawingml/2006/main">
            <a:pathLst>
              <a:path w="718547" h="99909">
                <a:moveTo>
                  <a:pt x="34533" y="98328"/>
                </a:moveTo>
                <a:lnTo>
                  <a:pt x="0" y="1713"/>
                </a:lnTo>
                <a:lnTo>
                  <a:pt x="21155" y="1713"/>
                </a:lnTo>
                <a:lnTo>
                  <a:pt x="45605" y="73153"/>
                </a:lnTo>
                <a:lnTo>
                  <a:pt x="69264" y="1713"/>
                </a:lnTo>
                <a:lnTo>
                  <a:pt x="89958" y="1713"/>
                </a:lnTo>
                <a:lnTo>
                  <a:pt x="55359" y="98328"/>
                </a:lnTo>
                <a:lnTo>
                  <a:pt x="34533" y="98328"/>
                </a:lnTo>
                <a:close/>
                <a:moveTo>
                  <a:pt x="132861" y="76052"/>
                </a:moveTo>
                <a:lnTo>
                  <a:pt x="151314" y="79216"/>
                </a:lnTo>
                <a:cubicBezTo>
                  <a:pt x="148941" y="85960"/>
                  <a:pt x="145196" y="91095"/>
                  <a:pt x="140077" y="94621"/>
                </a:cubicBezTo>
                <a:cubicBezTo>
                  <a:pt x="134959" y="98146"/>
                  <a:pt x="128555" y="99909"/>
                  <a:pt x="120866" y="99909"/>
                </a:cubicBezTo>
                <a:cubicBezTo>
                  <a:pt x="108696" y="99909"/>
                  <a:pt x="99689" y="95933"/>
                  <a:pt x="93846" y="87981"/>
                </a:cubicBezTo>
                <a:cubicBezTo>
                  <a:pt x="89233" y="81610"/>
                  <a:pt x="86926" y="73570"/>
                  <a:pt x="86926" y="63860"/>
                </a:cubicBezTo>
                <a:cubicBezTo>
                  <a:pt x="86926" y="52261"/>
                  <a:pt x="89958" y="43178"/>
                  <a:pt x="96021" y="36609"/>
                </a:cubicBezTo>
                <a:cubicBezTo>
                  <a:pt x="102084" y="30041"/>
                  <a:pt x="109751" y="26757"/>
                  <a:pt x="119021" y="26757"/>
                </a:cubicBezTo>
                <a:cubicBezTo>
                  <a:pt x="129434" y="26757"/>
                  <a:pt x="137650" y="30195"/>
                  <a:pt x="143669" y="37071"/>
                </a:cubicBezTo>
                <a:cubicBezTo>
                  <a:pt x="149688" y="43946"/>
                  <a:pt x="152566" y="54480"/>
                  <a:pt x="152302" y="68671"/>
                </a:cubicBezTo>
                <a:lnTo>
                  <a:pt x="105906" y="68671"/>
                </a:lnTo>
                <a:cubicBezTo>
                  <a:pt x="106038" y="74163"/>
                  <a:pt x="107532" y="78436"/>
                  <a:pt x="110388" y="81489"/>
                </a:cubicBezTo>
                <a:cubicBezTo>
                  <a:pt x="113244" y="84543"/>
                  <a:pt x="116802" y="86070"/>
                  <a:pt x="121064" y="86070"/>
                </a:cubicBezTo>
                <a:cubicBezTo>
                  <a:pt x="123964" y="86070"/>
                  <a:pt x="126402" y="85279"/>
                  <a:pt x="128379" y="83697"/>
                </a:cubicBezTo>
                <a:cubicBezTo>
                  <a:pt x="130356" y="82115"/>
                  <a:pt x="131850" y="79567"/>
                  <a:pt x="132861" y="76052"/>
                </a:cubicBezTo>
                <a:moveTo>
                  <a:pt x="133915" y="57336"/>
                </a:moveTo>
                <a:cubicBezTo>
                  <a:pt x="133783" y="51998"/>
                  <a:pt x="132399" y="47939"/>
                  <a:pt x="129763" y="45160"/>
                </a:cubicBezTo>
                <a:cubicBezTo>
                  <a:pt x="127127" y="42381"/>
                  <a:pt x="123920" y="40992"/>
                  <a:pt x="120141" y="40992"/>
                </a:cubicBezTo>
                <a:cubicBezTo>
                  <a:pt x="116099" y="40992"/>
                  <a:pt x="112760" y="42457"/>
                  <a:pt x="110124" y="45389"/>
                </a:cubicBezTo>
                <a:cubicBezTo>
                  <a:pt x="107488" y="48321"/>
                  <a:pt x="106192" y="52304"/>
                  <a:pt x="106236" y="57336"/>
                </a:cubicBezTo>
                <a:lnTo>
                  <a:pt x="133915" y="57336"/>
                </a:lnTo>
                <a:close/>
                <a:moveTo>
                  <a:pt x="185102" y="98328"/>
                </a:moveTo>
                <a:lnTo>
                  <a:pt x="166583" y="98328"/>
                </a:lnTo>
                <a:lnTo>
                  <a:pt x="166583" y="28338"/>
                </a:lnTo>
                <a:lnTo>
                  <a:pt x="183784" y="28338"/>
                </a:lnTo>
                <a:lnTo>
                  <a:pt x="183784" y="38290"/>
                </a:lnTo>
                <a:cubicBezTo>
                  <a:pt x="186728" y="33589"/>
                  <a:pt x="189375" y="30491"/>
                  <a:pt x="191725" y="28997"/>
                </a:cubicBezTo>
                <a:cubicBezTo>
                  <a:pt x="194076" y="27504"/>
                  <a:pt x="196745" y="26757"/>
                  <a:pt x="199732" y="26757"/>
                </a:cubicBezTo>
                <a:cubicBezTo>
                  <a:pt x="203950" y="26757"/>
                  <a:pt x="208014" y="27921"/>
                  <a:pt x="211925" y="30250"/>
                </a:cubicBezTo>
                <a:lnTo>
                  <a:pt x="206191" y="46396"/>
                </a:lnTo>
                <a:cubicBezTo>
                  <a:pt x="203072" y="44375"/>
                  <a:pt x="200172" y="43364"/>
                  <a:pt x="197492" y="43364"/>
                </a:cubicBezTo>
                <a:cubicBezTo>
                  <a:pt x="194900" y="43364"/>
                  <a:pt x="192703" y="44078"/>
                  <a:pt x="190901" y="45506"/>
                </a:cubicBezTo>
                <a:cubicBezTo>
                  <a:pt x="189100" y="46934"/>
                  <a:pt x="187683" y="49515"/>
                  <a:pt x="186651" y="53250"/>
                </a:cubicBezTo>
                <a:cubicBezTo>
                  <a:pt x="185618" y="56984"/>
                  <a:pt x="185102" y="64805"/>
                  <a:pt x="185102" y="76711"/>
                </a:cubicBezTo>
                <a:lnTo>
                  <a:pt x="185102" y="98328"/>
                </a:lnTo>
                <a:close/>
                <a:moveTo>
                  <a:pt x="219877" y="18848"/>
                </a:moveTo>
                <a:lnTo>
                  <a:pt x="219877" y="1713"/>
                </a:lnTo>
                <a:lnTo>
                  <a:pt x="238396" y="1713"/>
                </a:lnTo>
                <a:lnTo>
                  <a:pt x="238396" y="18848"/>
                </a:lnTo>
                <a:lnTo>
                  <a:pt x="219877" y="18848"/>
                </a:lnTo>
                <a:moveTo>
                  <a:pt x="219877" y="98328"/>
                </a:moveTo>
                <a:lnTo>
                  <a:pt x="219877" y="28338"/>
                </a:lnTo>
                <a:lnTo>
                  <a:pt x="238396" y="28338"/>
                </a:lnTo>
                <a:lnTo>
                  <a:pt x="238396" y="98328"/>
                </a:lnTo>
                <a:lnTo>
                  <a:pt x="219877" y="98328"/>
                </a:lnTo>
                <a:close/>
                <a:moveTo>
                  <a:pt x="249293" y="28338"/>
                </a:moveTo>
                <a:lnTo>
                  <a:pt x="259574" y="28338"/>
                </a:lnTo>
                <a:lnTo>
                  <a:pt x="259574" y="23054"/>
                </a:lnTo>
                <a:cubicBezTo>
                  <a:pt x="259574" y="17153"/>
                  <a:pt x="260200" y="12749"/>
                  <a:pt x="261452" y="9842"/>
                </a:cubicBezTo>
                <a:cubicBezTo>
                  <a:pt x="262704" y="6936"/>
                  <a:pt x="265011" y="4569"/>
                  <a:pt x="268372" y="2741"/>
                </a:cubicBezTo>
                <a:cubicBezTo>
                  <a:pt x="271733" y="914"/>
                  <a:pt x="275984" y="0"/>
                  <a:pt x="281124" y="0"/>
                </a:cubicBezTo>
                <a:cubicBezTo>
                  <a:pt x="286396" y="0"/>
                  <a:pt x="291559" y="791"/>
                  <a:pt x="296611" y="2373"/>
                </a:cubicBezTo>
                <a:lnTo>
                  <a:pt x="294107" y="15290"/>
                </a:lnTo>
                <a:cubicBezTo>
                  <a:pt x="291163" y="14587"/>
                  <a:pt x="288330" y="14235"/>
                  <a:pt x="285606" y="14235"/>
                </a:cubicBezTo>
                <a:cubicBezTo>
                  <a:pt x="282925" y="14235"/>
                  <a:pt x="281003" y="14865"/>
                  <a:pt x="279839" y="16124"/>
                </a:cubicBezTo>
                <a:cubicBezTo>
                  <a:pt x="278675" y="17381"/>
                  <a:pt x="278093" y="19798"/>
                  <a:pt x="278093" y="23373"/>
                </a:cubicBezTo>
                <a:lnTo>
                  <a:pt x="278093" y="28338"/>
                </a:lnTo>
                <a:lnTo>
                  <a:pt x="291932" y="28338"/>
                </a:lnTo>
                <a:lnTo>
                  <a:pt x="291932" y="42969"/>
                </a:lnTo>
                <a:lnTo>
                  <a:pt x="278093" y="42969"/>
                </a:lnTo>
                <a:lnTo>
                  <a:pt x="278093" y="98328"/>
                </a:lnTo>
                <a:lnTo>
                  <a:pt x="259574" y="98328"/>
                </a:lnTo>
                <a:lnTo>
                  <a:pt x="259574" y="42969"/>
                </a:lnTo>
                <a:lnTo>
                  <a:pt x="249293" y="42969"/>
                </a:lnTo>
                <a:lnTo>
                  <a:pt x="249293" y="28338"/>
                </a:lnTo>
                <a:close/>
                <a:moveTo>
                  <a:pt x="302343" y="18848"/>
                </a:moveTo>
                <a:lnTo>
                  <a:pt x="302343" y="1713"/>
                </a:lnTo>
                <a:lnTo>
                  <a:pt x="320862" y="1713"/>
                </a:lnTo>
                <a:lnTo>
                  <a:pt x="320862" y="18848"/>
                </a:lnTo>
                <a:lnTo>
                  <a:pt x="302343" y="18848"/>
                </a:lnTo>
                <a:moveTo>
                  <a:pt x="302343" y="98328"/>
                </a:moveTo>
                <a:lnTo>
                  <a:pt x="302343" y="28338"/>
                </a:lnTo>
                <a:lnTo>
                  <a:pt x="320862" y="28338"/>
                </a:lnTo>
                <a:lnTo>
                  <a:pt x="320862" y="98328"/>
                </a:lnTo>
                <a:lnTo>
                  <a:pt x="302343" y="98328"/>
                </a:lnTo>
                <a:close/>
                <a:moveTo>
                  <a:pt x="400891" y="49032"/>
                </a:moveTo>
                <a:lnTo>
                  <a:pt x="382636" y="52327"/>
                </a:lnTo>
                <a:cubicBezTo>
                  <a:pt x="382021" y="48703"/>
                  <a:pt x="380626" y="45973"/>
                  <a:pt x="378451" y="44139"/>
                </a:cubicBezTo>
                <a:cubicBezTo>
                  <a:pt x="376276" y="42304"/>
                  <a:pt x="373454" y="41387"/>
                  <a:pt x="369983" y="41387"/>
                </a:cubicBezTo>
                <a:cubicBezTo>
                  <a:pt x="365370" y="41387"/>
                  <a:pt x="361690" y="42975"/>
                  <a:pt x="358944" y="46151"/>
                </a:cubicBezTo>
                <a:cubicBezTo>
                  <a:pt x="356198" y="49327"/>
                  <a:pt x="354825" y="54637"/>
                  <a:pt x="354825" y="62083"/>
                </a:cubicBezTo>
                <a:cubicBezTo>
                  <a:pt x="354825" y="70362"/>
                  <a:pt x="356220" y="76210"/>
                  <a:pt x="359010" y="79628"/>
                </a:cubicBezTo>
                <a:cubicBezTo>
                  <a:pt x="361800" y="83044"/>
                  <a:pt x="365545" y="84752"/>
                  <a:pt x="370246" y="84752"/>
                </a:cubicBezTo>
                <a:cubicBezTo>
                  <a:pt x="373761" y="84752"/>
                  <a:pt x="376639" y="83752"/>
                  <a:pt x="378880" y="81753"/>
                </a:cubicBezTo>
                <a:cubicBezTo>
                  <a:pt x="381120" y="79754"/>
                  <a:pt x="382702" y="76316"/>
                  <a:pt x="383625" y="71439"/>
                </a:cubicBezTo>
                <a:lnTo>
                  <a:pt x="401814" y="74602"/>
                </a:lnTo>
                <a:cubicBezTo>
                  <a:pt x="399925" y="82950"/>
                  <a:pt x="396300" y="89255"/>
                  <a:pt x="390940" y="93517"/>
                </a:cubicBezTo>
                <a:cubicBezTo>
                  <a:pt x="385580" y="97778"/>
                  <a:pt x="378396" y="99909"/>
                  <a:pt x="369390" y="99909"/>
                </a:cubicBezTo>
                <a:cubicBezTo>
                  <a:pt x="359153" y="99909"/>
                  <a:pt x="350992" y="96680"/>
                  <a:pt x="344907" y="90222"/>
                </a:cubicBezTo>
                <a:cubicBezTo>
                  <a:pt x="338821" y="83763"/>
                  <a:pt x="335779" y="74822"/>
                  <a:pt x="335779" y="63399"/>
                </a:cubicBezTo>
                <a:cubicBezTo>
                  <a:pt x="335779" y="51844"/>
                  <a:pt x="338832" y="42848"/>
                  <a:pt x="344939" y="36412"/>
                </a:cubicBezTo>
                <a:cubicBezTo>
                  <a:pt x="351047" y="29975"/>
                  <a:pt x="359306" y="26757"/>
                  <a:pt x="369719" y="26757"/>
                </a:cubicBezTo>
                <a:cubicBezTo>
                  <a:pt x="378243" y="26757"/>
                  <a:pt x="385020" y="28591"/>
                  <a:pt x="390050" y="32260"/>
                </a:cubicBezTo>
                <a:cubicBezTo>
                  <a:pt x="395081" y="35928"/>
                  <a:pt x="398695" y="41519"/>
                  <a:pt x="400891" y="49032"/>
                </a:cubicBezTo>
                <a:close/>
                <a:moveTo>
                  <a:pt x="428748" y="49955"/>
                </a:moveTo>
                <a:lnTo>
                  <a:pt x="411943" y="46923"/>
                </a:lnTo>
                <a:cubicBezTo>
                  <a:pt x="413832" y="40068"/>
                  <a:pt x="417083" y="34993"/>
                  <a:pt x="421696" y="31699"/>
                </a:cubicBezTo>
                <a:cubicBezTo>
                  <a:pt x="426310" y="28404"/>
                  <a:pt x="433164" y="26757"/>
                  <a:pt x="442258" y="26757"/>
                </a:cubicBezTo>
                <a:cubicBezTo>
                  <a:pt x="450518" y="26757"/>
                  <a:pt x="456669" y="27734"/>
                  <a:pt x="460711" y="29689"/>
                </a:cubicBezTo>
                <a:cubicBezTo>
                  <a:pt x="464753" y="31645"/>
                  <a:pt x="467598" y="34127"/>
                  <a:pt x="469246" y="37136"/>
                </a:cubicBezTo>
                <a:cubicBezTo>
                  <a:pt x="470893" y="40146"/>
                  <a:pt x="471717" y="45671"/>
                  <a:pt x="471717" y="53711"/>
                </a:cubicBezTo>
                <a:lnTo>
                  <a:pt x="471519" y="75327"/>
                </a:lnTo>
                <a:cubicBezTo>
                  <a:pt x="471519" y="81478"/>
                  <a:pt x="471816" y="86015"/>
                  <a:pt x="472409" y="88936"/>
                </a:cubicBezTo>
                <a:cubicBezTo>
                  <a:pt x="473002" y="91858"/>
                  <a:pt x="474111" y="94989"/>
                  <a:pt x="475737" y="98328"/>
                </a:cubicBezTo>
                <a:lnTo>
                  <a:pt x="457416" y="98328"/>
                </a:lnTo>
                <a:cubicBezTo>
                  <a:pt x="456933" y="97097"/>
                  <a:pt x="456340" y="95274"/>
                  <a:pt x="455637" y="92858"/>
                </a:cubicBezTo>
                <a:cubicBezTo>
                  <a:pt x="455329" y="91759"/>
                  <a:pt x="455109" y="91034"/>
                  <a:pt x="454978" y="90683"/>
                </a:cubicBezTo>
                <a:cubicBezTo>
                  <a:pt x="451814" y="93758"/>
                  <a:pt x="448431" y="96065"/>
                  <a:pt x="444828" y="97603"/>
                </a:cubicBezTo>
                <a:cubicBezTo>
                  <a:pt x="441226" y="99140"/>
                  <a:pt x="437381" y="99909"/>
                  <a:pt x="433295" y="99909"/>
                </a:cubicBezTo>
                <a:cubicBezTo>
                  <a:pt x="426090" y="99909"/>
                  <a:pt x="420411" y="97962"/>
                  <a:pt x="416259" y="94069"/>
                </a:cubicBezTo>
                <a:cubicBezTo>
                  <a:pt x="412107" y="90175"/>
                  <a:pt x="410031" y="85253"/>
                  <a:pt x="410031" y="79302"/>
                </a:cubicBezTo>
                <a:cubicBezTo>
                  <a:pt x="410031" y="75364"/>
                  <a:pt x="410976" y="71854"/>
                  <a:pt x="412865" y="68770"/>
                </a:cubicBezTo>
                <a:cubicBezTo>
                  <a:pt x="414755" y="65685"/>
                  <a:pt x="417402" y="63322"/>
                  <a:pt x="420807" y="61681"/>
                </a:cubicBezTo>
                <a:cubicBezTo>
                  <a:pt x="424212" y="60041"/>
                  <a:pt x="429121" y="58608"/>
                  <a:pt x="435536" y="57383"/>
                </a:cubicBezTo>
                <a:cubicBezTo>
                  <a:pt x="444191" y="55764"/>
                  <a:pt x="450189" y="54255"/>
                  <a:pt x="453528" y="52854"/>
                </a:cubicBezTo>
                <a:lnTo>
                  <a:pt x="453528" y="50989"/>
                </a:lnTo>
                <a:cubicBezTo>
                  <a:pt x="453528" y="47390"/>
                  <a:pt x="452649" y="44825"/>
                  <a:pt x="450891" y="43292"/>
                </a:cubicBezTo>
                <a:cubicBezTo>
                  <a:pt x="449134" y="41759"/>
                  <a:pt x="445817" y="40992"/>
                  <a:pt x="440940" y="40992"/>
                </a:cubicBezTo>
                <a:cubicBezTo>
                  <a:pt x="437645" y="40992"/>
                  <a:pt x="435075" y="41655"/>
                  <a:pt x="433229" y="42981"/>
                </a:cubicBezTo>
                <a:cubicBezTo>
                  <a:pt x="431384" y="44306"/>
                  <a:pt x="429890" y="46631"/>
                  <a:pt x="428748" y="49955"/>
                </a:cubicBezTo>
                <a:moveTo>
                  <a:pt x="453528" y="64981"/>
                </a:moveTo>
                <a:cubicBezTo>
                  <a:pt x="451155" y="65762"/>
                  <a:pt x="447399" y="66695"/>
                  <a:pt x="442258" y="67781"/>
                </a:cubicBezTo>
                <a:cubicBezTo>
                  <a:pt x="437118" y="68866"/>
                  <a:pt x="433757" y="69930"/>
                  <a:pt x="432175" y="70972"/>
                </a:cubicBezTo>
                <a:cubicBezTo>
                  <a:pt x="429759" y="72665"/>
                  <a:pt x="428550" y="74813"/>
                  <a:pt x="428550" y="77418"/>
                </a:cubicBezTo>
                <a:cubicBezTo>
                  <a:pt x="428550" y="79980"/>
                  <a:pt x="429517" y="82194"/>
                  <a:pt x="431450" y="84062"/>
                </a:cubicBezTo>
                <a:cubicBezTo>
                  <a:pt x="433383" y="85928"/>
                  <a:pt x="435844" y="86860"/>
                  <a:pt x="438831" y="86860"/>
                </a:cubicBezTo>
                <a:cubicBezTo>
                  <a:pt x="442170" y="86860"/>
                  <a:pt x="445356" y="85775"/>
                  <a:pt x="448387" y="83604"/>
                </a:cubicBezTo>
                <a:cubicBezTo>
                  <a:pt x="450628" y="81956"/>
                  <a:pt x="452100" y="79937"/>
                  <a:pt x="452803" y="77548"/>
                </a:cubicBezTo>
                <a:cubicBezTo>
                  <a:pt x="453286" y="75985"/>
                  <a:pt x="453528" y="73012"/>
                  <a:pt x="453528" y="68628"/>
                </a:cubicBezTo>
                <a:lnTo>
                  <a:pt x="453528" y="64981"/>
                </a:lnTo>
                <a:close/>
                <a:moveTo>
                  <a:pt x="522047" y="28338"/>
                </a:moveTo>
                <a:lnTo>
                  <a:pt x="522047" y="43101"/>
                </a:lnTo>
                <a:lnTo>
                  <a:pt x="509393" y="43101"/>
                </a:lnTo>
                <a:lnTo>
                  <a:pt x="509393" y="71262"/>
                </a:lnTo>
                <a:cubicBezTo>
                  <a:pt x="509393" y="76965"/>
                  <a:pt x="509514" y="80289"/>
                  <a:pt x="509756" y="81232"/>
                </a:cubicBezTo>
                <a:cubicBezTo>
                  <a:pt x="509997" y="82174"/>
                  <a:pt x="510546" y="82952"/>
                  <a:pt x="511403" y="83567"/>
                </a:cubicBezTo>
                <a:cubicBezTo>
                  <a:pt x="512260" y="84181"/>
                  <a:pt x="513303" y="84488"/>
                  <a:pt x="514534" y="84488"/>
                </a:cubicBezTo>
                <a:cubicBezTo>
                  <a:pt x="516247" y="84488"/>
                  <a:pt x="518729" y="83895"/>
                  <a:pt x="521981" y="82709"/>
                </a:cubicBezTo>
                <a:lnTo>
                  <a:pt x="523562" y="97129"/>
                </a:lnTo>
                <a:cubicBezTo>
                  <a:pt x="519257" y="98983"/>
                  <a:pt x="514380" y="99909"/>
                  <a:pt x="508932" y="99909"/>
                </a:cubicBezTo>
                <a:cubicBezTo>
                  <a:pt x="505593" y="99909"/>
                  <a:pt x="502583" y="99349"/>
                  <a:pt x="499903" y="98229"/>
                </a:cubicBezTo>
                <a:cubicBezTo>
                  <a:pt x="497223" y="97108"/>
                  <a:pt x="495257" y="95659"/>
                  <a:pt x="494005" y="93879"/>
                </a:cubicBezTo>
                <a:cubicBezTo>
                  <a:pt x="492753" y="92100"/>
                  <a:pt x="491885" y="89694"/>
                  <a:pt x="491402" y="86663"/>
                </a:cubicBezTo>
                <a:cubicBezTo>
                  <a:pt x="491006" y="84510"/>
                  <a:pt x="490808" y="80160"/>
                  <a:pt x="490808" y="73614"/>
                </a:cubicBezTo>
                <a:lnTo>
                  <a:pt x="490808" y="43101"/>
                </a:lnTo>
                <a:lnTo>
                  <a:pt x="482307" y="43101"/>
                </a:lnTo>
                <a:lnTo>
                  <a:pt x="482307" y="28338"/>
                </a:lnTo>
                <a:lnTo>
                  <a:pt x="490808" y="28338"/>
                </a:lnTo>
                <a:lnTo>
                  <a:pt x="490808" y="14367"/>
                </a:lnTo>
                <a:lnTo>
                  <a:pt x="509393" y="3427"/>
                </a:lnTo>
                <a:lnTo>
                  <a:pt x="509393" y="28338"/>
                </a:lnTo>
                <a:lnTo>
                  <a:pt x="522047" y="28338"/>
                </a:lnTo>
                <a:close/>
                <a:moveTo>
                  <a:pt x="534897" y="18848"/>
                </a:moveTo>
                <a:lnTo>
                  <a:pt x="534897" y="1713"/>
                </a:lnTo>
                <a:lnTo>
                  <a:pt x="553416" y="1713"/>
                </a:lnTo>
                <a:lnTo>
                  <a:pt x="553416" y="18848"/>
                </a:lnTo>
                <a:lnTo>
                  <a:pt x="534897" y="18848"/>
                </a:lnTo>
                <a:moveTo>
                  <a:pt x="534897" y="98328"/>
                </a:moveTo>
                <a:lnTo>
                  <a:pt x="534897" y="28338"/>
                </a:lnTo>
                <a:lnTo>
                  <a:pt x="553416" y="28338"/>
                </a:lnTo>
                <a:lnTo>
                  <a:pt x="553416" y="98328"/>
                </a:lnTo>
                <a:lnTo>
                  <a:pt x="534897" y="98328"/>
                </a:lnTo>
                <a:close/>
                <a:moveTo>
                  <a:pt x="568134" y="62344"/>
                </a:moveTo>
                <a:cubicBezTo>
                  <a:pt x="568134" y="56194"/>
                  <a:pt x="569650" y="50240"/>
                  <a:pt x="572682" y="44485"/>
                </a:cubicBezTo>
                <a:cubicBezTo>
                  <a:pt x="575713" y="38729"/>
                  <a:pt x="580008" y="34336"/>
                  <a:pt x="585566" y="31304"/>
                </a:cubicBezTo>
                <a:cubicBezTo>
                  <a:pt x="591124" y="28272"/>
                  <a:pt x="597329" y="26757"/>
                  <a:pt x="604183" y="26757"/>
                </a:cubicBezTo>
                <a:cubicBezTo>
                  <a:pt x="614772" y="26757"/>
                  <a:pt x="623449" y="30195"/>
                  <a:pt x="630215" y="37071"/>
                </a:cubicBezTo>
                <a:cubicBezTo>
                  <a:pt x="636981" y="43946"/>
                  <a:pt x="640364" y="52635"/>
                  <a:pt x="640364" y="63135"/>
                </a:cubicBezTo>
                <a:cubicBezTo>
                  <a:pt x="640364" y="73724"/>
                  <a:pt x="636948" y="82500"/>
                  <a:pt x="630116" y="89464"/>
                </a:cubicBezTo>
                <a:cubicBezTo>
                  <a:pt x="623284" y="96427"/>
                  <a:pt x="614684" y="99909"/>
                  <a:pt x="604315" y="99909"/>
                </a:cubicBezTo>
                <a:cubicBezTo>
                  <a:pt x="597901" y="99909"/>
                  <a:pt x="591783" y="98459"/>
                  <a:pt x="585961" y="95560"/>
                </a:cubicBezTo>
                <a:cubicBezTo>
                  <a:pt x="580140" y="92660"/>
                  <a:pt x="575713" y="88409"/>
                  <a:pt x="572682" y="82807"/>
                </a:cubicBezTo>
                <a:cubicBezTo>
                  <a:pt x="569650" y="77206"/>
                  <a:pt x="568134" y="70385"/>
                  <a:pt x="568134" y="62344"/>
                </a:cubicBezTo>
                <a:moveTo>
                  <a:pt x="587114" y="63333"/>
                </a:moveTo>
                <a:cubicBezTo>
                  <a:pt x="587114" y="70253"/>
                  <a:pt x="588762" y="75553"/>
                  <a:pt x="592057" y="79232"/>
                </a:cubicBezTo>
                <a:cubicBezTo>
                  <a:pt x="595352" y="82912"/>
                  <a:pt x="599416" y="84752"/>
                  <a:pt x="604249" y="84752"/>
                </a:cubicBezTo>
                <a:cubicBezTo>
                  <a:pt x="609082" y="84752"/>
                  <a:pt x="613135" y="82912"/>
                  <a:pt x="616408" y="79232"/>
                </a:cubicBezTo>
                <a:cubicBezTo>
                  <a:pt x="619682" y="75553"/>
                  <a:pt x="621318" y="70209"/>
                  <a:pt x="621318" y="63201"/>
                </a:cubicBezTo>
                <a:cubicBezTo>
                  <a:pt x="621318" y="56369"/>
                  <a:pt x="619682" y="51113"/>
                  <a:pt x="616408" y="47434"/>
                </a:cubicBezTo>
                <a:cubicBezTo>
                  <a:pt x="613135" y="43754"/>
                  <a:pt x="609082" y="41914"/>
                  <a:pt x="604249" y="41914"/>
                </a:cubicBezTo>
                <a:cubicBezTo>
                  <a:pt x="599416" y="41914"/>
                  <a:pt x="595352" y="43754"/>
                  <a:pt x="592057" y="47434"/>
                </a:cubicBezTo>
                <a:cubicBezTo>
                  <a:pt x="588762" y="51113"/>
                  <a:pt x="587114" y="56413"/>
                  <a:pt x="587114" y="63333"/>
                </a:cubicBezTo>
                <a:close/>
                <a:moveTo>
                  <a:pt x="718547" y="98328"/>
                </a:moveTo>
                <a:lnTo>
                  <a:pt x="700028" y="98328"/>
                </a:lnTo>
                <a:lnTo>
                  <a:pt x="700028" y="62649"/>
                </a:lnTo>
                <a:cubicBezTo>
                  <a:pt x="700028" y="55101"/>
                  <a:pt x="699633" y="50218"/>
                  <a:pt x="698842" y="48002"/>
                </a:cubicBezTo>
                <a:cubicBezTo>
                  <a:pt x="698051" y="45786"/>
                  <a:pt x="696766" y="44064"/>
                  <a:pt x="694987" y="42835"/>
                </a:cubicBezTo>
                <a:cubicBezTo>
                  <a:pt x="693207" y="41606"/>
                  <a:pt x="691065" y="40992"/>
                  <a:pt x="688561" y="40992"/>
                </a:cubicBezTo>
                <a:cubicBezTo>
                  <a:pt x="685354" y="40992"/>
                  <a:pt x="682476" y="41870"/>
                  <a:pt x="679928" y="43626"/>
                </a:cubicBezTo>
                <a:cubicBezTo>
                  <a:pt x="677380" y="45381"/>
                  <a:pt x="675633" y="47706"/>
                  <a:pt x="674689" y="50603"/>
                </a:cubicBezTo>
                <a:cubicBezTo>
                  <a:pt x="673744" y="53499"/>
                  <a:pt x="673272" y="58853"/>
                  <a:pt x="673272" y="66665"/>
                </a:cubicBezTo>
                <a:lnTo>
                  <a:pt x="673272" y="98328"/>
                </a:lnTo>
                <a:lnTo>
                  <a:pt x="654753" y="98328"/>
                </a:lnTo>
                <a:lnTo>
                  <a:pt x="654753" y="28338"/>
                </a:lnTo>
                <a:lnTo>
                  <a:pt x="671954" y="28338"/>
                </a:lnTo>
                <a:lnTo>
                  <a:pt x="671954" y="38619"/>
                </a:lnTo>
                <a:cubicBezTo>
                  <a:pt x="678061" y="30711"/>
                  <a:pt x="685749" y="26757"/>
                  <a:pt x="695020" y="26757"/>
                </a:cubicBezTo>
                <a:cubicBezTo>
                  <a:pt x="699106" y="26757"/>
                  <a:pt x="702840" y="27493"/>
                  <a:pt x="706223" y="28964"/>
                </a:cubicBezTo>
                <a:cubicBezTo>
                  <a:pt x="709606" y="30436"/>
                  <a:pt x="712166" y="32315"/>
                  <a:pt x="713901" y="34599"/>
                </a:cubicBezTo>
                <a:cubicBezTo>
                  <a:pt x="715636" y="36884"/>
                  <a:pt x="716845" y="39476"/>
                  <a:pt x="717526" y="42376"/>
                </a:cubicBezTo>
                <a:cubicBezTo>
                  <a:pt x="718207" y="45276"/>
                  <a:pt x="718547" y="49427"/>
                  <a:pt x="718547" y="54832"/>
                </a:cubicBezTo>
                <a:lnTo>
                  <a:pt x="718547" y="98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0">
            <a:extLst xmlns:a="http://schemas.openxmlformats.org/drawingml/2006/main">
              <a:ext uri="{FF2B5EF4-FFF2-40B4-BE49-F238E27FC236}">
                <a16:creationId xmlns:a16="http://schemas.microsoft.com/office/drawing/2014/main" id="{72291F02-2313-4878-8BB5-5154030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91" y="5426679"/>
            <a:ext cx="52270" cy="82249"/>
          </a:xfrm>
          <a:custGeom xmlns:a="http://schemas.openxmlformats.org/drawingml/2006/main">
            <a:pathLst>
              <a:path w="52270" h="82249">
                <a:moveTo>
                  <a:pt x="26135" y="0"/>
                </a:moveTo>
                <a:cubicBezTo>
                  <a:pt x="33932" y="0"/>
                  <a:pt x="40026" y="2784"/>
                  <a:pt x="44419" y="8351"/>
                </a:cubicBezTo>
                <a:cubicBezTo>
                  <a:pt x="49653" y="14944"/>
                  <a:pt x="52270" y="25878"/>
                  <a:pt x="52270" y="41152"/>
                </a:cubicBezTo>
                <a:cubicBezTo>
                  <a:pt x="52270" y="56389"/>
                  <a:pt x="49635" y="67341"/>
                  <a:pt x="44364" y="74008"/>
                </a:cubicBezTo>
                <a:cubicBezTo>
                  <a:pt x="40008" y="79502"/>
                  <a:pt x="33932" y="82249"/>
                  <a:pt x="26135" y="82249"/>
                </a:cubicBezTo>
                <a:cubicBezTo>
                  <a:pt x="18302" y="82249"/>
                  <a:pt x="11988" y="79236"/>
                  <a:pt x="7193" y="73212"/>
                </a:cubicBezTo>
                <a:cubicBezTo>
                  <a:pt x="2398" y="67186"/>
                  <a:pt x="0" y="56444"/>
                  <a:pt x="0" y="40987"/>
                </a:cubicBezTo>
                <a:cubicBezTo>
                  <a:pt x="0" y="25823"/>
                  <a:pt x="2635" y="14907"/>
                  <a:pt x="7906" y="8241"/>
                </a:cubicBezTo>
                <a:cubicBezTo>
                  <a:pt x="12262" y="2747"/>
                  <a:pt x="18338" y="0"/>
                  <a:pt x="26135" y="0"/>
                </a:cubicBezTo>
                <a:moveTo>
                  <a:pt x="26135" y="12848"/>
                </a:moveTo>
                <a:cubicBezTo>
                  <a:pt x="24268" y="12848"/>
                  <a:pt x="22603" y="13442"/>
                  <a:pt x="21139" y="14631"/>
                </a:cubicBezTo>
                <a:cubicBezTo>
                  <a:pt x="19675" y="15819"/>
                  <a:pt x="18540" y="17949"/>
                  <a:pt x="17735" y="21020"/>
                </a:cubicBezTo>
                <a:cubicBezTo>
                  <a:pt x="16673" y="25007"/>
                  <a:pt x="16142" y="31717"/>
                  <a:pt x="16142" y="41152"/>
                </a:cubicBezTo>
                <a:cubicBezTo>
                  <a:pt x="16142" y="50586"/>
                  <a:pt x="16618" y="57068"/>
                  <a:pt x="17570" y="60597"/>
                </a:cubicBezTo>
                <a:cubicBezTo>
                  <a:pt x="18522" y="64126"/>
                  <a:pt x="19720" y="66475"/>
                  <a:pt x="21166" y="67645"/>
                </a:cubicBezTo>
                <a:cubicBezTo>
                  <a:pt x="22612" y="68816"/>
                  <a:pt x="24268" y="69401"/>
                  <a:pt x="26135" y="69401"/>
                </a:cubicBezTo>
                <a:cubicBezTo>
                  <a:pt x="28002" y="69401"/>
                  <a:pt x="29667" y="68807"/>
                  <a:pt x="31132" y="67618"/>
                </a:cubicBezTo>
                <a:cubicBezTo>
                  <a:pt x="32596" y="66430"/>
                  <a:pt x="33730" y="64300"/>
                  <a:pt x="34536" y="61228"/>
                </a:cubicBezTo>
                <a:cubicBezTo>
                  <a:pt x="35597" y="57279"/>
                  <a:pt x="36128" y="50586"/>
                  <a:pt x="36128" y="41152"/>
                </a:cubicBezTo>
                <a:cubicBezTo>
                  <a:pt x="36128" y="31717"/>
                  <a:pt x="35652" y="25235"/>
                  <a:pt x="34700" y="21707"/>
                </a:cubicBezTo>
                <a:cubicBezTo>
                  <a:pt x="33749" y="18178"/>
                  <a:pt x="32550" y="15819"/>
                  <a:pt x="31104" y="14631"/>
                </a:cubicBezTo>
                <a:cubicBezTo>
                  <a:pt x="29658" y="13442"/>
                  <a:pt x="28002" y="12848"/>
                  <a:pt x="26135" y="12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:Yes,thatstatementis">
            <a:extLst xmlns:a="http://schemas.openxmlformats.org/drawingml/2006/main">
              <a:ext uri="{FF2B5EF4-FFF2-40B4-BE49-F238E27FC236}">
                <a16:creationId xmlns:a16="http://schemas.microsoft.com/office/drawing/2014/main" id="{F076D83E-BCDC-4C32-A302-EA7F0834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524" y="5375561"/>
            <a:ext cx="1440433" cy="118230"/>
          </a:xfrm>
          <a:custGeom xmlns:a="http://schemas.openxmlformats.org/drawingml/2006/main">
            <a:pathLst>
              <a:path w="1440433" h="118230">
                <a:moveTo>
                  <a:pt x="0" y="45210"/>
                </a:moveTo>
                <a:lnTo>
                  <a:pt x="0" y="26625"/>
                </a:lnTo>
                <a:lnTo>
                  <a:pt x="18519" y="26625"/>
                </a:lnTo>
                <a:lnTo>
                  <a:pt x="18519" y="45210"/>
                </a:lnTo>
                <a:lnTo>
                  <a:pt x="0" y="45210"/>
                </a:lnTo>
                <a:moveTo>
                  <a:pt x="0" y="96614"/>
                </a:moveTo>
                <a:lnTo>
                  <a:pt x="0" y="78029"/>
                </a:lnTo>
                <a:lnTo>
                  <a:pt x="18519" y="78029"/>
                </a:lnTo>
                <a:lnTo>
                  <a:pt x="18519" y="96614"/>
                </a:lnTo>
                <a:lnTo>
                  <a:pt x="0" y="96614"/>
                </a:lnTo>
                <a:close/>
                <a:moveTo>
                  <a:pt x="101952" y="96614"/>
                </a:moveTo>
                <a:lnTo>
                  <a:pt x="101952" y="55952"/>
                </a:lnTo>
                <a:lnTo>
                  <a:pt x="66562" y="0"/>
                </a:lnTo>
                <a:lnTo>
                  <a:pt x="89430" y="0"/>
                </a:lnTo>
                <a:lnTo>
                  <a:pt x="112167" y="38279"/>
                </a:lnTo>
                <a:lnTo>
                  <a:pt x="134442" y="0"/>
                </a:lnTo>
                <a:lnTo>
                  <a:pt x="156915" y="0"/>
                </a:lnTo>
                <a:lnTo>
                  <a:pt x="121393" y="56084"/>
                </a:lnTo>
                <a:lnTo>
                  <a:pt x="121393" y="96614"/>
                </a:lnTo>
                <a:lnTo>
                  <a:pt x="101952" y="96614"/>
                </a:lnTo>
                <a:close/>
                <a:moveTo>
                  <a:pt x="199555" y="74339"/>
                </a:moveTo>
                <a:lnTo>
                  <a:pt x="218008" y="77502"/>
                </a:lnTo>
                <a:cubicBezTo>
                  <a:pt x="215635" y="84246"/>
                  <a:pt x="211890" y="89381"/>
                  <a:pt x="206771" y="92907"/>
                </a:cubicBezTo>
                <a:cubicBezTo>
                  <a:pt x="201653" y="96433"/>
                  <a:pt x="195249" y="98196"/>
                  <a:pt x="187560" y="98196"/>
                </a:cubicBezTo>
                <a:cubicBezTo>
                  <a:pt x="175390" y="98196"/>
                  <a:pt x="166383" y="94220"/>
                  <a:pt x="160540" y="86267"/>
                </a:cubicBezTo>
                <a:cubicBezTo>
                  <a:pt x="155927" y="79897"/>
                  <a:pt x="153620" y="71857"/>
                  <a:pt x="153620" y="62147"/>
                </a:cubicBezTo>
                <a:cubicBezTo>
                  <a:pt x="153620" y="50548"/>
                  <a:pt x="156652" y="41464"/>
                  <a:pt x="162715" y="34896"/>
                </a:cubicBezTo>
                <a:cubicBezTo>
                  <a:pt x="168778" y="28327"/>
                  <a:pt x="176445" y="25043"/>
                  <a:pt x="185715" y="25043"/>
                </a:cubicBezTo>
                <a:cubicBezTo>
                  <a:pt x="196128" y="25043"/>
                  <a:pt x="204344" y="28481"/>
                  <a:pt x="210363" y="35357"/>
                </a:cubicBezTo>
                <a:cubicBezTo>
                  <a:pt x="216382" y="42233"/>
                  <a:pt x="219260" y="52767"/>
                  <a:pt x="218996" y="66958"/>
                </a:cubicBezTo>
                <a:lnTo>
                  <a:pt x="172600" y="66958"/>
                </a:lnTo>
                <a:cubicBezTo>
                  <a:pt x="172732" y="72450"/>
                  <a:pt x="174226" y="76722"/>
                  <a:pt x="177082" y="79776"/>
                </a:cubicBezTo>
                <a:cubicBezTo>
                  <a:pt x="179937" y="82829"/>
                  <a:pt x="183496" y="84356"/>
                  <a:pt x="187758" y="84356"/>
                </a:cubicBezTo>
                <a:cubicBezTo>
                  <a:pt x="190658" y="84356"/>
                  <a:pt x="193096" y="83565"/>
                  <a:pt x="195073" y="81984"/>
                </a:cubicBezTo>
                <a:cubicBezTo>
                  <a:pt x="197050" y="80402"/>
                  <a:pt x="198544" y="77854"/>
                  <a:pt x="199555" y="74339"/>
                </a:cubicBezTo>
                <a:moveTo>
                  <a:pt x="200609" y="55622"/>
                </a:moveTo>
                <a:cubicBezTo>
                  <a:pt x="200477" y="50284"/>
                  <a:pt x="199093" y="46226"/>
                  <a:pt x="196457" y="43447"/>
                </a:cubicBezTo>
                <a:cubicBezTo>
                  <a:pt x="193821" y="40668"/>
                  <a:pt x="190614" y="39278"/>
                  <a:pt x="186835" y="39278"/>
                </a:cubicBezTo>
                <a:cubicBezTo>
                  <a:pt x="182793" y="39278"/>
                  <a:pt x="179454" y="40744"/>
                  <a:pt x="176818" y="43675"/>
                </a:cubicBezTo>
                <a:cubicBezTo>
                  <a:pt x="174182" y="46608"/>
                  <a:pt x="172886" y="50590"/>
                  <a:pt x="172930" y="55622"/>
                </a:cubicBezTo>
                <a:lnTo>
                  <a:pt x="200609" y="55622"/>
                </a:lnTo>
                <a:close/>
                <a:moveTo>
                  <a:pt x="227543" y="76711"/>
                </a:moveTo>
                <a:lnTo>
                  <a:pt x="246128" y="73812"/>
                </a:lnTo>
                <a:cubicBezTo>
                  <a:pt x="246919" y="77392"/>
                  <a:pt x="248522" y="80111"/>
                  <a:pt x="250939" y="81967"/>
                </a:cubicBezTo>
                <a:cubicBezTo>
                  <a:pt x="253355" y="83823"/>
                  <a:pt x="256738" y="84752"/>
                  <a:pt x="261088" y="84752"/>
                </a:cubicBezTo>
                <a:cubicBezTo>
                  <a:pt x="265877" y="84752"/>
                  <a:pt x="269480" y="83874"/>
                  <a:pt x="271896" y="82120"/>
                </a:cubicBezTo>
                <a:cubicBezTo>
                  <a:pt x="273522" y="80891"/>
                  <a:pt x="274334" y="79245"/>
                  <a:pt x="274334" y="77183"/>
                </a:cubicBezTo>
                <a:cubicBezTo>
                  <a:pt x="274334" y="75778"/>
                  <a:pt x="273895" y="74616"/>
                  <a:pt x="273016" y="73694"/>
                </a:cubicBezTo>
                <a:cubicBezTo>
                  <a:pt x="272094" y="72817"/>
                  <a:pt x="270029" y="72005"/>
                  <a:pt x="266821" y="71260"/>
                </a:cubicBezTo>
                <a:cubicBezTo>
                  <a:pt x="251883" y="67970"/>
                  <a:pt x="242415" y="64965"/>
                  <a:pt x="238417" y="62244"/>
                </a:cubicBezTo>
                <a:cubicBezTo>
                  <a:pt x="232881" y="58468"/>
                  <a:pt x="230113" y="53222"/>
                  <a:pt x="230113" y="46507"/>
                </a:cubicBezTo>
                <a:cubicBezTo>
                  <a:pt x="230113" y="40449"/>
                  <a:pt x="232508" y="35358"/>
                  <a:pt x="237297" y="31232"/>
                </a:cubicBezTo>
                <a:cubicBezTo>
                  <a:pt x="242086" y="27106"/>
                  <a:pt x="249511" y="25043"/>
                  <a:pt x="259572" y="25043"/>
                </a:cubicBezTo>
                <a:cubicBezTo>
                  <a:pt x="269150" y="25043"/>
                  <a:pt x="276268" y="26597"/>
                  <a:pt x="280925" y="29706"/>
                </a:cubicBezTo>
                <a:cubicBezTo>
                  <a:pt x="285582" y="32814"/>
                  <a:pt x="288789" y="37411"/>
                  <a:pt x="290547" y="43496"/>
                </a:cubicBezTo>
                <a:lnTo>
                  <a:pt x="273082" y="46791"/>
                </a:lnTo>
                <a:cubicBezTo>
                  <a:pt x="272335" y="44067"/>
                  <a:pt x="270918" y="41980"/>
                  <a:pt x="268831" y="40531"/>
                </a:cubicBezTo>
                <a:cubicBezTo>
                  <a:pt x="266745" y="39081"/>
                  <a:pt x="263768" y="38356"/>
                  <a:pt x="259902" y="38356"/>
                </a:cubicBezTo>
                <a:cubicBezTo>
                  <a:pt x="255025" y="38356"/>
                  <a:pt x="251532" y="39036"/>
                  <a:pt x="249423" y="40397"/>
                </a:cubicBezTo>
                <a:cubicBezTo>
                  <a:pt x="248017" y="41360"/>
                  <a:pt x="247314" y="42611"/>
                  <a:pt x="247314" y="44147"/>
                </a:cubicBezTo>
                <a:cubicBezTo>
                  <a:pt x="247314" y="45462"/>
                  <a:pt x="247929" y="46581"/>
                  <a:pt x="249159" y="47502"/>
                </a:cubicBezTo>
                <a:cubicBezTo>
                  <a:pt x="250829" y="48731"/>
                  <a:pt x="256595" y="50464"/>
                  <a:pt x="266459" y="52702"/>
                </a:cubicBezTo>
                <a:cubicBezTo>
                  <a:pt x="276322" y="54940"/>
                  <a:pt x="283209" y="57685"/>
                  <a:pt x="287120" y="60938"/>
                </a:cubicBezTo>
                <a:cubicBezTo>
                  <a:pt x="290986" y="64236"/>
                  <a:pt x="292919" y="68830"/>
                  <a:pt x="292919" y="74720"/>
                </a:cubicBezTo>
                <a:cubicBezTo>
                  <a:pt x="292919" y="81139"/>
                  <a:pt x="290239" y="86656"/>
                  <a:pt x="284879" y="91272"/>
                </a:cubicBezTo>
                <a:cubicBezTo>
                  <a:pt x="279519" y="95888"/>
                  <a:pt x="271588" y="98196"/>
                  <a:pt x="261088" y="98196"/>
                </a:cubicBezTo>
                <a:cubicBezTo>
                  <a:pt x="251554" y="98196"/>
                  <a:pt x="244008" y="96269"/>
                  <a:pt x="238450" y="92415"/>
                </a:cubicBezTo>
                <a:cubicBezTo>
                  <a:pt x="232892" y="88560"/>
                  <a:pt x="229257" y="83325"/>
                  <a:pt x="227543" y="76711"/>
                </a:cubicBezTo>
                <a:close/>
                <a:moveTo>
                  <a:pt x="308650" y="78029"/>
                </a:moveTo>
                <a:lnTo>
                  <a:pt x="327168" y="78029"/>
                </a:lnTo>
                <a:lnTo>
                  <a:pt x="327168" y="91319"/>
                </a:lnTo>
                <a:cubicBezTo>
                  <a:pt x="327168" y="96697"/>
                  <a:pt x="326707" y="100940"/>
                  <a:pt x="325784" y="104047"/>
                </a:cubicBezTo>
                <a:cubicBezTo>
                  <a:pt x="324862" y="107155"/>
                  <a:pt x="323115" y="109944"/>
                  <a:pt x="320545" y="112412"/>
                </a:cubicBezTo>
                <a:cubicBezTo>
                  <a:pt x="317975" y="114881"/>
                  <a:pt x="314713" y="116820"/>
                  <a:pt x="310758" y="118230"/>
                </a:cubicBezTo>
                <a:lnTo>
                  <a:pt x="307134" y="110586"/>
                </a:lnTo>
                <a:cubicBezTo>
                  <a:pt x="310868" y="109350"/>
                  <a:pt x="313526" y="107650"/>
                  <a:pt x="315108" y="105486"/>
                </a:cubicBezTo>
                <a:cubicBezTo>
                  <a:pt x="316690" y="103324"/>
                  <a:pt x="317525" y="100367"/>
                  <a:pt x="317612" y="96614"/>
                </a:cubicBezTo>
                <a:lnTo>
                  <a:pt x="308650" y="96614"/>
                </a:lnTo>
                <a:lnTo>
                  <a:pt x="308650" y="78029"/>
                </a:lnTo>
                <a:close/>
                <a:moveTo>
                  <a:pt x="416248" y="26625"/>
                </a:moveTo>
                <a:lnTo>
                  <a:pt x="416248" y="41387"/>
                </a:lnTo>
                <a:lnTo>
                  <a:pt x="403595" y="41387"/>
                </a:lnTo>
                <a:lnTo>
                  <a:pt x="403595" y="69549"/>
                </a:lnTo>
                <a:cubicBezTo>
                  <a:pt x="403595" y="75252"/>
                  <a:pt x="403716" y="78575"/>
                  <a:pt x="403957" y="79518"/>
                </a:cubicBezTo>
                <a:cubicBezTo>
                  <a:pt x="404199" y="80460"/>
                  <a:pt x="404748" y="81239"/>
                  <a:pt x="405605" y="81854"/>
                </a:cubicBezTo>
                <a:cubicBezTo>
                  <a:pt x="406462" y="82468"/>
                  <a:pt x="407505" y="82774"/>
                  <a:pt x="408735" y="82774"/>
                </a:cubicBezTo>
                <a:cubicBezTo>
                  <a:pt x="410449" y="82774"/>
                  <a:pt x="412931" y="82181"/>
                  <a:pt x="416182" y="80995"/>
                </a:cubicBezTo>
                <a:lnTo>
                  <a:pt x="417764" y="95416"/>
                </a:lnTo>
                <a:cubicBezTo>
                  <a:pt x="413458" y="97269"/>
                  <a:pt x="408582" y="98196"/>
                  <a:pt x="403134" y="98196"/>
                </a:cubicBezTo>
                <a:cubicBezTo>
                  <a:pt x="399794" y="98196"/>
                  <a:pt x="396785" y="97636"/>
                  <a:pt x="394105" y="96515"/>
                </a:cubicBezTo>
                <a:cubicBezTo>
                  <a:pt x="391425" y="95395"/>
                  <a:pt x="389459" y="93945"/>
                  <a:pt x="388206" y="92166"/>
                </a:cubicBezTo>
                <a:cubicBezTo>
                  <a:pt x="386954" y="90386"/>
                  <a:pt x="386087" y="87981"/>
                  <a:pt x="385603" y="84949"/>
                </a:cubicBezTo>
                <a:cubicBezTo>
                  <a:pt x="385208" y="82796"/>
                  <a:pt x="385010" y="78447"/>
                  <a:pt x="385010" y="71900"/>
                </a:cubicBezTo>
                <a:lnTo>
                  <a:pt x="385010" y="41387"/>
                </a:lnTo>
                <a:lnTo>
                  <a:pt x="376509" y="41387"/>
                </a:lnTo>
                <a:lnTo>
                  <a:pt x="376509" y="26625"/>
                </a:lnTo>
                <a:lnTo>
                  <a:pt x="385010" y="26625"/>
                </a:lnTo>
                <a:lnTo>
                  <a:pt x="385010" y="12653"/>
                </a:lnTo>
                <a:lnTo>
                  <a:pt x="403595" y="1713"/>
                </a:lnTo>
                <a:lnTo>
                  <a:pt x="403595" y="26625"/>
                </a:lnTo>
                <a:lnTo>
                  <a:pt x="416248" y="26625"/>
                </a:lnTo>
                <a:close/>
                <a:moveTo>
                  <a:pt x="447552" y="0"/>
                </a:moveTo>
                <a:lnTo>
                  <a:pt x="447552" y="35571"/>
                </a:lnTo>
                <a:cubicBezTo>
                  <a:pt x="453527" y="28553"/>
                  <a:pt x="460667" y="25043"/>
                  <a:pt x="468971" y="25043"/>
                </a:cubicBezTo>
                <a:cubicBezTo>
                  <a:pt x="473233" y="25043"/>
                  <a:pt x="477077" y="25834"/>
                  <a:pt x="480504" y="27416"/>
                </a:cubicBezTo>
                <a:cubicBezTo>
                  <a:pt x="483931" y="28997"/>
                  <a:pt x="486512" y="31018"/>
                  <a:pt x="488247" y="33479"/>
                </a:cubicBezTo>
                <a:cubicBezTo>
                  <a:pt x="489983" y="35939"/>
                  <a:pt x="491169" y="38663"/>
                  <a:pt x="491806" y="41651"/>
                </a:cubicBezTo>
                <a:cubicBezTo>
                  <a:pt x="492443" y="44638"/>
                  <a:pt x="492762" y="49274"/>
                  <a:pt x="492762" y="55556"/>
                </a:cubicBezTo>
                <a:lnTo>
                  <a:pt x="492762" y="96614"/>
                </a:lnTo>
                <a:lnTo>
                  <a:pt x="474243" y="96614"/>
                </a:lnTo>
                <a:lnTo>
                  <a:pt x="474243" y="59686"/>
                </a:lnTo>
                <a:cubicBezTo>
                  <a:pt x="474243" y="52357"/>
                  <a:pt x="473892" y="47705"/>
                  <a:pt x="473189" y="45731"/>
                </a:cubicBezTo>
                <a:cubicBezTo>
                  <a:pt x="472486" y="43755"/>
                  <a:pt x="471244" y="42186"/>
                  <a:pt x="469465" y="41023"/>
                </a:cubicBezTo>
                <a:cubicBezTo>
                  <a:pt x="467686" y="39860"/>
                  <a:pt x="465456" y="39278"/>
                  <a:pt x="462776" y="39278"/>
                </a:cubicBezTo>
                <a:cubicBezTo>
                  <a:pt x="459700" y="39278"/>
                  <a:pt x="456954" y="40025"/>
                  <a:pt x="454538" y="41517"/>
                </a:cubicBezTo>
                <a:cubicBezTo>
                  <a:pt x="452122" y="43009"/>
                  <a:pt x="450353" y="45258"/>
                  <a:pt x="449233" y="48264"/>
                </a:cubicBezTo>
                <a:cubicBezTo>
                  <a:pt x="448112" y="51269"/>
                  <a:pt x="447552" y="55713"/>
                  <a:pt x="447552" y="61595"/>
                </a:cubicBezTo>
                <a:lnTo>
                  <a:pt x="447552" y="96614"/>
                </a:lnTo>
                <a:lnTo>
                  <a:pt x="429033" y="96614"/>
                </a:lnTo>
                <a:lnTo>
                  <a:pt x="429033" y="0"/>
                </a:lnTo>
                <a:lnTo>
                  <a:pt x="447552" y="0"/>
                </a:lnTo>
                <a:close/>
                <a:moveTo>
                  <a:pt x="525405" y="48241"/>
                </a:moveTo>
                <a:lnTo>
                  <a:pt x="508600" y="45210"/>
                </a:lnTo>
                <a:cubicBezTo>
                  <a:pt x="510489" y="38354"/>
                  <a:pt x="513740" y="33280"/>
                  <a:pt x="518354" y="29986"/>
                </a:cubicBezTo>
                <a:cubicBezTo>
                  <a:pt x="522967" y="26691"/>
                  <a:pt x="529821" y="25043"/>
                  <a:pt x="538915" y="25043"/>
                </a:cubicBezTo>
                <a:cubicBezTo>
                  <a:pt x="547175" y="25043"/>
                  <a:pt x="553326" y="26021"/>
                  <a:pt x="557368" y="27976"/>
                </a:cubicBezTo>
                <a:cubicBezTo>
                  <a:pt x="561410" y="29931"/>
                  <a:pt x="564255" y="32413"/>
                  <a:pt x="565903" y="35423"/>
                </a:cubicBezTo>
                <a:cubicBezTo>
                  <a:pt x="567550" y="38433"/>
                  <a:pt x="568374" y="43957"/>
                  <a:pt x="568374" y="51998"/>
                </a:cubicBezTo>
                <a:lnTo>
                  <a:pt x="568177" y="73614"/>
                </a:lnTo>
                <a:cubicBezTo>
                  <a:pt x="568177" y="79765"/>
                  <a:pt x="568473" y="84301"/>
                  <a:pt x="569066" y="87223"/>
                </a:cubicBezTo>
                <a:cubicBezTo>
                  <a:pt x="569659" y="90145"/>
                  <a:pt x="570769" y="93275"/>
                  <a:pt x="572394" y="96614"/>
                </a:cubicBezTo>
                <a:lnTo>
                  <a:pt x="554073" y="96614"/>
                </a:lnTo>
                <a:cubicBezTo>
                  <a:pt x="553590" y="95384"/>
                  <a:pt x="552997" y="93561"/>
                  <a:pt x="552294" y="91144"/>
                </a:cubicBezTo>
                <a:cubicBezTo>
                  <a:pt x="551986" y="90046"/>
                  <a:pt x="551767" y="89321"/>
                  <a:pt x="551635" y="88969"/>
                </a:cubicBezTo>
                <a:cubicBezTo>
                  <a:pt x="548471" y="92045"/>
                  <a:pt x="545088" y="94351"/>
                  <a:pt x="541486" y="95889"/>
                </a:cubicBezTo>
                <a:cubicBezTo>
                  <a:pt x="537883" y="97427"/>
                  <a:pt x="534039" y="98196"/>
                  <a:pt x="529953" y="98196"/>
                </a:cubicBezTo>
                <a:cubicBezTo>
                  <a:pt x="522747" y="98196"/>
                  <a:pt x="517069" y="96249"/>
                  <a:pt x="512917" y="92355"/>
                </a:cubicBezTo>
                <a:cubicBezTo>
                  <a:pt x="508765" y="88461"/>
                  <a:pt x="506689" y="83539"/>
                  <a:pt x="506689" y="77589"/>
                </a:cubicBezTo>
                <a:cubicBezTo>
                  <a:pt x="506689" y="73651"/>
                  <a:pt x="507633" y="70140"/>
                  <a:pt x="509523" y="67057"/>
                </a:cubicBezTo>
                <a:cubicBezTo>
                  <a:pt x="511412" y="63971"/>
                  <a:pt x="514059" y="61609"/>
                  <a:pt x="517464" y="59968"/>
                </a:cubicBezTo>
                <a:cubicBezTo>
                  <a:pt x="520869" y="58327"/>
                  <a:pt x="525779" y="56894"/>
                  <a:pt x="532193" y="55670"/>
                </a:cubicBezTo>
                <a:cubicBezTo>
                  <a:pt x="540849" y="54051"/>
                  <a:pt x="546846" y="52541"/>
                  <a:pt x="550185" y="51141"/>
                </a:cubicBezTo>
                <a:lnTo>
                  <a:pt x="550185" y="49275"/>
                </a:lnTo>
                <a:cubicBezTo>
                  <a:pt x="550185" y="45676"/>
                  <a:pt x="549306" y="43111"/>
                  <a:pt x="547549" y="41579"/>
                </a:cubicBezTo>
                <a:cubicBezTo>
                  <a:pt x="545791" y="40045"/>
                  <a:pt x="542474" y="39278"/>
                  <a:pt x="537597" y="39278"/>
                </a:cubicBezTo>
                <a:cubicBezTo>
                  <a:pt x="534302" y="39278"/>
                  <a:pt x="531732" y="39941"/>
                  <a:pt x="529887" y="41268"/>
                </a:cubicBezTo>
                <a:cubicBezTo>
                  <a:pt x="528041" y="42593"/>
                  <a:pt x="526548" y="44917"/>
                  <a:pt x="525405" y="48241"/>
                </a:cubicBezTo>
                <a:moveTo>
                  <a:pt x="550185" y="63267"/>
                </a:moveTo>
                <a:cubicBezTo>
                  <a:pt x="547812" y="64048"/>
                  <a:pt x="544056" y="64982"/>
                  <a:pt x="538915" y="66068"/>
                </a:cubicBezTo>
                <a:cubicBezTo>
                  <a:pt x="533775" y="67153"/>
                  <a:pt x="530414" y="68216"/>
                  <a:pt x="528832" y="69258"/>
                </a:cubicBezTo>
                <a:cubicBezTo>
                  <a:pt x="526416" y="70951"/>
                  <a:pt x="525208" y="73100"/>
                  <a:pt x="525208" y="75704"/>
                </a:cubicBezTo>
                <a:cubicBezTo>
                  <a:pt x="525208" y="78266"/>
                  <a:pt x="526174" y="80481"/>
                  <a:pt x="528107" y="82348"/>
                </a:cubicBezTo>
                <a:cubicBezTo>
                  <a:pt x="530040" y="84214"/>
                  <a:pt x="532501" y="85147"/>
                  <a:pt x="535488" y="85147"/>
                </a:cubicBezTo>
                <a:cubicBezTo>
                  <a:pt x="538828" y="85147"/>
                  <a:pt x="542013" y="84062"/>
                  <a:pt x="545044" y="81891"/>
                </a:cubicBezTo>
                <a:cubicBezTo>
                  <a:pt x="547285" y="80242"/>
                  <a:pt x="548757" y="78223"/>
                  <a:pt x="549460" y="75834"/>
                </a:cubicBezTo>
                <a:cubicBezTo>
                  <a:pt x="549943" y="74272"/>
                  <a:pt x="550185" y="71298"/>
                  <a:pt x="550185" y="66914"/>
                </a:cubicBezTo>
                <a:lnTo>
                  <a:pt x="550185" y="63267"/>
                </a:lnTo>
                <a:close/>
                <a:moveTo>
                  <a:pt x="618704" y="26625"/>
                </a:moveTo>
                <a:lnTo>
                  <a:pt x="618704" y="41387"/>
                </a:lnTo>
                <a:lnTo>
                  <a:pt x="606050" y="41387"/>
                </a:lnTo>
                <a:lnTo>
                  <a:pt x="606050" y="69549"/>
                </a:lnTo>
                <a:cubicBezTo>
                  <a:pt x="606050" y="75252"/>
                  <a:pt x="606171" y="78575"/>
                  <a:pt x="606413" y="79518"/>
                </a:cubicBezTo>
                <a:cubicBezTo>
                  <a:pt x="606655" y="80460"/>
                  <a:pt x="607204" y="81239"/>
                  <a:pt x="608060" y="81854"/>
                </a:cubicBezTo>
                <a:cubicBezTo>
                  <a:pt x="608917" y="82468"/>
                  <a:pt x="609961" y="82774"/>
                  <a:pt x="611191" y="82774"/>
                </a:cubicBezTo>
                <a:cubicBezTo>
                  <a:pt x="612904" y="82774"/>
                  <a:pt x="615387" y="82181"/>
                  <a:pt x="618638" y="80995"/>
                </a:cubicBezTo>
                <a:lnTo>
                  <a:pt x="620220" y="95416"/>
                </a:lnTo>
                <a:cubicBezTo>
                  <a:pt x="615914" y="97269"/>
                  <a:pt x="611037" y="98196"/>
                  <a:pt x="605589" y="98196"/>
                </a:cubicBezTo>
                <a:cubicBezTo>
                  <a:pt x="602250" y="98196"/>
                  <a:pt x="599240" y="97636"/>
                  <a:pt x="596560" y="96515"/>
                </a:cubicBezTo>
                <a:cubicBezTo>
                  <a:pt x="593880" y="95395"/>
                  <a:pt x="591914" y="93945"/>
                  <a:pt x="590662" y="92166"/>
                </a:cubicBezTo>
                <a:cubicBezTo>
                  <a:pt x="589410" y="90386"/>
                  <a:pt x="588542" y="87981"/>
                  <a:pt x="588059" y="84949"/>
                </a:cubicBezTo>
                <a:cubicBezTo>
                  <a:pt x="587663" y="82796"/>
                  <a:pt x="587466" y="78447"/>
                  <a:pt x="587466" y="71900"/>
                </a:cubicBezTo>
                <a:lnTo>
                  <a:pt x="587466" y="41387"/>
                </a:lnTo>
                <a:lnTo>
                  <a:pt x="578964" y="41387"/>
                </a:lnTo>
                <a:lnTo>
                  <a:pt x="578964" y="26625"/>
                </a:lnTo>
                <a:lnTo>
                  <a:pt x="587466" y="26625"/>
                </a:lnTo>
                <a:lnTo>
                  <a:pt x="587466" y="12653"/>
                </a:lnTo>
                <a:lnTo>
                  <a:pt x="606050" y="1713"/>
                </a:lnTo>
                <a:lnTo>
                  <a:pt x="606050" y="26625"/>
                </a:lnTo>
                <a:lnTo>
                  <a:pt x="618704" y="26625"/>
                </a:lnTo>
                <a:close/>
                <a:moveTo>
                  <a:pt x="662551" y="76711"/>
                </a:moveTo>
                <a:lnTo>
                  <a:pt x="681135" y="73812"/>
                </a:lnTo>
                <a:cubicBezTo>
                  <a:pt x="681926" y="77392"/>
                  <a:pt x="683530" y="80111"/>
                  <a:pt x="685946" y="81967"/>
                </a:cubicBezTo>
                <a:cubicBezTo>
                  <a:pt x="688363" y="83823"/>
                  <a:pt x="691746" y="84752"/>
                  <a:pt x="696095" y="84752"/>
                </a:cubicBezTo>
                <a:cubicBezTo>
                  <a:pt x="700884" y="84752"/>
                  <a:pt x="704487" y="83874"/>
                  <a:pt x="706903" y="82120"/>
                </a:cubicBezTo>
                <a:cubicBezTo>
                  <a:pt x="708529" y="80891"/>
                  <a:pt x="709342" y="79245"/>
                  <a:pt x="709342" y="77183"/>
                </a:cubicBezTo>
                <a:cubicBezTo>
                  <a:pt x="709342" y="75778"/>
                  <a:pt x="708903" y="74616"/>
                  <a:pt x="708024" y="73694"/>
                </a:cubicBezTo>
                <a:cubicBezTo>
                  <a:pt x="707101" y="72817"/>
                  <a:pt x="705036" y="72005"/>
                  <a:pt x="701829" y="71260"/>
                </a:cubicBezTo>
                <a:cubicBezTo>
                  <a:pt x="686891" y="67970"/>
                  <a:pt x="677423" y="64965"/>
                  <a:pt x="673425" y="62244"/>
                </a:cubicBezTo>
                <a:cubicBezTo>
                  <a:pt x="667889" y="58468"/>
                  <a:pt x="665121" y="53222"/>
                  <a:pt x="665121" y="46507"/>
                </a:cubicBezTo>
                <a:cubicBezTo>
                  <a:pt x="665121" y="40449"/>
                  <a:pt x="667515" y="35358"/>
                  <a:pt x="672304" y="31232"/>
                </a:cubicBezTo>
                <a:cubicBezTo>
                  <a:pt x="677093" y="27106"/>
                  <a:pt x="684518" y="25043"/>
                  <a:pt x="694580" y="25043"/>
                </a:cubicBezTo>
                <a:cubicBezTo>
                  <a:pt x="704158" y="25043"/>
                  <a:pt x="711275" y="26597"/>
                  <a:pt x="715932" y="29706"/>
                </a:cubicBezTo>
                <a:cubicBezTo>
                  <a:pt x="720589" y="32814"/>
                  <a:pt x="723797" y="37411"/>
                  <a:pt x="725554" y="43496"/>
                </a:cubicBezTo>
                <a:lnTo>
                  <a:pt x="708090" y="46791"/>
                </a:lnTo>
                <a:cubicBezTo>
                  <a:pt x="707343" y="44067"/>
                  <a:pt x="705926" y="41980"/>
                  <a:pt x="703839" y="40531"/>
                </a:cubicBezTo>
                <a:cubicBezTo>
                  <a:pt x="701752" y="39081"/>
                  <a:pt x="698775" y="38356"/>
                  <a:pt x="694909" y="38356"/>
                </a:cubicBezTo>
                <a:cubicBezTo>
                  <a:pt x="690032" y="38356"/>
                  <a:pt x="686539" y="39036"/>
                  <a:pt x="684430" y="40397"/>
                </a:cubicBezTo>
                <a:cubicBezTo>
                  <a:pt x="683025" y="41360"/>
                  <a:pt x="682322" y="42611"/>
                  <a:pt x="682322" y="44147"/>
                </a:cubicBezTo>
                <a:cubicBezTo>
                  <a:pt x="682322" y="45462"/>
                  <a:pt x="682937" y="46581"/>
                  <a:pt x="684167" y="47502"/>
                </a:cubicBezTo>
                <a:cubicBezTo>
                  <a:pt x="685836" y="48731"/>
                  <a:pt x="691603" y="50464"/>
                  <a:pt x="701466" y="52702"/>
                </a:cubicBezTo>
                <a:cubicBezTo>
                  <a:pt x="711330" y="54940"/>
                  <a:pt x="718217" y="57685"/>
                  <a:pt x="722127" y="60938"/>
                </a:cubicBezTo>
                <a:cubicBezTo>
                  <a:pt x="725993" y="64236"/>
                  <a:pt x="727927" y="68830"/>
                  <a:pt x="727927" y="74720"/>
                </a:cubicBezTo>
                <a:cubicBezTo>
                  <a:pt x="727927" y="81139"/>
                  <a:pt x="725247" y="86656"/>
                  <a:pt x="719886" y="91272"/>
                </a:cubicBezTo>
                <a:cubicBezTo>
                  <a:pt x="714526" y="95888"/>
                  <a:pt x="706596" y="98196"/>
                  <a:pt x="696095" y="98196"/>
                </a:cubicBezTo>
                <a:cubicBezTo>
                  <a:pt x="686561" y="98196"/>
                  <a:pt x="679015" y="96269"/>
                  <a:pt x="673458" y="92415"/>
                </a:cubicBezTo>
                <a:cubicBezTo>
                  <a:pt x="667900" y="88560"/>
                  <a:pt x="664264" y="83325"/>
                  <a:pt x="662551" y="76711"/>
                </a:cubicBezTo>
                <a:close/>
                <a:moveTo>
                  <a:pt x="776213" y="26625"/>
                </a:moveTo>
                <a:lnTo>
                  <a:pt x="776213" y="41387"/>
                </a:lnTo>
                <a:lnTo>
                  <a:pt x="763560" y="41387"/>
                </a:lnTo>
                <a:lnTo>
                  <a:pt x="763560" y="69549"/>
                </a:lnTo>
                <a:cubicBezTo>
                  <a:pt x="763560" y="75252"/>
                  <a:pt x="763681" y="78575"/>
                  <a:pt x="763922" y="79518"/>
                </a:cubicBezTo>
                <a:cubicBezTo>
                  <a:pt x="764164" y="80460"/>
                  <a:pt x="764713" y="81239"/>
                  <a:pt x="765570" y="81854"/>
                </a:cubicBezTo>
                <a:cubicBezTo>
                  <a:pt x="766427" y="82468"/>
                  <a:pt x="767470" y="82774"/>
                  <a:pt x="768700" y="82774"/>
                </a:cubicBezTo>
                <a:cubicBezTo>
                  <a:pt x="770414" y="82774"/>
                  <a:pt x="772896" y="82181"/>
                  <a:pt x="776147" y="80995"/>
                </a:cubicBezTo>
                <a:lnTo>
                  <a:pt x="777729" y="95416"/>
                </a:lnTo>
                <a:cubicBezTo>
                  <a:pt x="773423" y="97269"/>
                  <a:pt x="768547" y="98196"/>
                  <a:pt x="763099" y="98196"/>
                </a:cubicBezTo>
                <a:cubicBezTo>
                  <a:pt x="759759" y="98196"/>
                  <a:pt x="756750" y="97636"/>
                  <a:pt x="754070" y="96515"/>
                </a:cubicBezTo>
                <a:cubicBezTo>
                  <a:pt x="751390" y="95395"/>
                  <a:pt x="749424" y="93945"/>
                  <a:pt x="748171" y="92166"/>
                </a:cubicBezTo>
                <a:cubicBezTo>
                  <a:pt x="746919" y="90386"/>
                  <a:pt x="746052" y="87981"/>
                  <a:pt x="745568" y="84949"/>
                </a:cubicBezTo>
                <a:cubicBezTo>
                  <a:pt x="745173" y="82796"/>
                  <a:pt x="744975" y="78447"/>
                  <a:pt x="744975" y="71900"/>
                </a:cubicBezTo>
                <a:lnTo>
                  <a:pt x="744975" y="41387"/>
                </a:lnTo>
                <a:lnTo>
                  <a:pt x="736474" y="41387"/>
                </a:lnTo>
                <a:lnTo>
                  <a:pt x="736474" y="26625"/>
                </a:lnTo>
                <a:lnTo>
                  <a:pt x="744975" y="26625"/>
                </a:lnTo>
                <a:lnTo>
                  <a:pt x="744975" y="12653"/>
                </a:lnTo>
                <a:lnTo>
                  <a:pt x="763560" y="1713"/>
                </a:lnTo>
                <a:lnTo>
                  <a:pt x="763560" y="26625"/>
                </a:lnTo>
                <a:lnTo>
                  <a:pt x="776213" y="26625"/>
                </a:lnTo>
                <a:close/>
                <a:moveTo>
                  <a:pt x="802903" y="48241"/>
                </a:moveTo>
                <a:lnTo>
                  <a:pt x="786098" y="45210"/>
                </a:lnTo>
                <a:cubicBezTo>
                  <a:pt x="787987" y="38354"/>
                  <a:pt x="791238" y="33280"/>
                  <a:pt x="795851" y="29986"/>
                </a:cubicBezTo>
                <a:cubicBezTo>
                  <a:pt x="800464" y="26691"/>
                  <a:pt x="807318" y="25043"/>
                  <a:pt x="816413" y="25043"/>
                </a:cubicBezTo>
                <a:cubicBezTo>
                  <a:pt x="824673" y="25043"/>
                  <a:pt x="830824" y="26021"/>
                  <a:pt x="834866" y="27976"/>
                </a:cubicBezTo>
                <a:cubicBezTo>
                  <a:pt x="838908" y="29931"/>
                  <a:pt x="841753" y="32413"/>
                  <a:pt x="843400" y="35423"/>
                </a:cubicBezTo>
                <a:cubicBezTo>
                  <a:pt x="845048" y="38433"/>
                  <a:pt x="845872" y="43957"/>
                  <a:pt x="845872" y="51998"/>
                </a:cubicBezTo>
                <a:lnTo>
                  <a:pt x="845674" y="73614"/>
                </a:lnTo>
                <a:cubicBezTo>
                  <a:pt x="845674" y="79765"/>
                  <a:pt x="845971" y="84301"/>
                  <a:pt x="846564" y="87223"/>
                </a:cubicBezTo>
                <a:cubicBezTo>
                  <a:pt x="847157" y="90145"/>
                  <a:pt x="848266" y="93275"/>
                  <a:pt x="849892" y="96614"/>
                </a:cubicBezTo>
                <a:lnTo>
                  <a:pt x="831571" y="96614"/>
                </a:lnTo>
                <a:cubicBezTo>
                  <a:pt x="831087" y="95384"/>
                  <a:pt x="830494" y="93561"/>
                  <a:pt x="829791" y="91144"/>
                </a:cubicBezTo>
                <a:cubicBezTo>
                  <a:pt x="829484" y="90046"/>
                  <a:pt x="829264" y="89321"/>
                  <a:pt x="829132" y="88969"/>
                </a:cubicBezTo>
                <a:cubicBezTo>
                  <a:pt x="825969" y="92045"/>
                  <a:pt x="822586" y="94351"/>
                  <a:pt x="818983" y="95889"/>
                </a:cubicBezTo>
                <a:cubicBezTo>
                  <a:pt x="815381" y="97427"/>
                  <a:pt x="811536" y="98196"/>
                  <a:pt x="807450" y="98196"/>
                </a:cubicBezTo>
                <a:cubicBezTo>
                  <a:pt x="800245" y="98196"/>
                  <a:pt x="794566" y="96249"/>
                  <a:pt x="790414" y="92355"/>
                </a:cubicBezTo>
                <a:cubicBezTo>
                  <a:pt x="786262" y="88461"/>
                  <a:pt x="784186" y="83539"/>
                  <a:pt x="784186" y="77589"/>
                </a:cubicBezTo>
                <a:cubicBezTo>
                  <a:pt x="784186" y="73651"/>
                  <a:pt x="785131" y="70140"/>
                  <a:pt x="787020" y="67057"/>
                </a:cubicBezTo>
                <a:cubicBezTo>
                  <a:pt x="788909" y="63971"/>
                  <a:pt x="791556" y="61609"/>
                  <a:pt x="794961" y="59968"/>
                </a:cubicBezTo>
                <a:cubicBezTo>
                  <a:pt x="798366" y="58327"/>
                  <a:pt x="803276" y="56894"/>
                  <a:pt x="809691" y="55670"/>
                </a:cubicBezTo>
                <a:cubicBezTo>
                  <a:pt x="818346" y="54051"/>
                  <a:pt x="824343" y="52541"/>
                  <a:pt x="827682" y="51141"/>
                </a:cubicBezTo>
                <a:lnTo>
                  <a:pt x="827682" y="49275"/>
                </a:lnTo>
                <a:cubicBezTo>
                  <a:pt x="827682" y="45676"/>
                  <a:pt x="826804" y="43111"/>
                  <a:pt x="825046" y="41579"/>
                </a:cubicBezTo>
                <a:cubicBezTo>
                  <a:pt x="823289" y="40045"/>
                  <a:pt x="819972" y="39278"/>
                  <a:pt x="815095" y="39278"/>
                </a:cubicBezTo>
                <a:cubicBezTo>
                  <a:pt x="811800" y="39278"/>
                  <a:pt x="809230" y="39941"/>
                  <a:pt x="807384" y="41268"/>
                </a:cubicBezTo>
                <a:cubicBezTo>
                  <a:pt x="805539" y="42593"/>
                  <a:pt x="804045" y="44917"/>
                  <a:pt x="802903" y="48241"/>
                </a:cubicBezTo>
                <a:moveTo>
                  <a:pt x="827682" y="63267"/>
                </a:moveTo>
                <a:cubicBezTo>
                  <a:pt x="825310" y="64048"/>
                  <a:pt x="821553" y="64982"/>
                  <a:pt x="816413" y="66068"/>
                </a:cubicBezTo>
                <a:cubicBezTo>
                  <a:pt x="811273" y="67153"/>
                  <a:pt x="807911" y="68216"/>
                  <a:pt x="806330" y="69258"/>
                </a:cubicBezTo>
                <a:cubicBezTo>
                  <a:pt x="803913" y="70951"/>
                  <a:pt x="802705" y="73100"/>
                  <a:pt x="802705" y="75704"/>
                </a:cubicBezTo>
                <a:cubicBezTo>
                  <a:pt x="802705" y="78266"/>
                  <a:pt x="803672" y="80481"/>
                  <a:pt x="805605" y="82348"/>
                </a:cubicBezTo>
                <a:cubicBezTo>
                  <a:pt x="807538" y="84214"/>
                  <a:pt x="809998" y="85147"/>
                  <a:pt x="812986" y="85147"/>
                </a:cubicBezTo>
                <a:cubicBezTo>
                  <a:pt x="816325" y="85147"/>
                  <a:pt x="819510" y="84062"/>
                  <a:pt x="822542" y="81891"/>
                </a:cubicBezTo>
                <a:cubicBezTo>
                  <a:pt x="824783" y="80242"/>
                  <a:pt x="826255" y="78223"/>
                  <a:pt x="826958" y="75834"/>
                </a:cubicBezTo>
                <a:cubicBezTo>
                  <a:pt x="827441" y="74272"/>
                  <a:pt x="827682" y="71298"/>
                  <a:pt x="827682" y="66914"/>
                </a:cubicBezTo>
                <a:lnTo>
                  <a:pt x="827682" y="63267"/>
                </a:lnTo>
                <a:close/>
                <a:moveTo>
                  <a:pt x="896202" y="26625"/>
                </a:moveTo>
                <a:lnTo>
                  <a:pt x="896202" y="41387"/>
                </a:lnTo>
                <a:lnTo>
                  <a:pt x="883548" y="41387"/>
                </a:lnTo>
                <a:lnTo>
                  <a:pt x="883548" y="69549"/>
                </a:lnTo>
                <a:cubicBezTo>
                  <a:pt x="883548" y="75252"/>
                  <a:pt x="883669" y="78575"/>
                  <a:pt x="883911" y="79518"/>
                </a:cubicBezTo>
                <a:cubicBezTo>
                  <a:pt x="884152" y="80460"/>
                  <a:pt x="884702" y="81239"/>
                  <a:pt x="885558" y="81854"/>
                </a:cubicBezTo>
                <a:cubicBezTo>
                  <a:pt x="886415" y="82468"/>
                  <a:pt x="887459" y="82774"/>
                  <a:pt x="888689" y="82774"/>
                </a:cubicBezTo>
                <a:cubicBezTo>
                  <a:pt x="890402" y="82774"/>
                  <a:pt x="892885" y="82181"/>
                  <a:pt x="896136" y="80995"/>
                </a:cubicBezTo>
                <a:lnTo>
                  <a:pt x="897717" y="95416"/>
                </a:lnTo>
                <a:cubicBezTo>
                  <a:pt x="893412" y="97269"/>
                  <a:pt x="888535" y="98196"/>
                  <a:pt x="883087" y="98196"/>
                </a:cubicBezTo>
                <a:cubicBezTo>
                  <a:pt x="879748" y="98196"/>
                  <a:pt x="876738" y="97636"/>
                  <a:pt x="874058" y="96515"/>
                </a:cubicBezTo>
                <a:cubicBezTo>
                  <a:pt x="871378" y="95395"/>
                  <a:pt x="869412" y="93945"/>
                  <a:pt x="868160" y="92166"/>
                </a:cubicBezTo>
                <a:cubicBezTo>
                  <a:pt x="866908" y="90386"/>
                  <a:pt x="866040" y="87981"/>
                  <a:pt x="865557" y="84949"/>
                </a:cubicBezTo>
                <a:cubicBezTo>
                  <a:pt x="865161" y="82796"/>
                  <a:pt x="864964" y="78447"/>
                  <a:pt x="864964" y="71900"/>
                </a:cubicBezTo>
                <a:lnTo>
                  <a:pt x="864964" y="41387"/>
                </a:lnTo>
                <a:lnTo>
                  <a:pt x="856462" y="41387"/>
                </a:lnTo>
                <a:lnTo>
                  <a:pt x="856462" y="26625"/>
                </a:lnTo>
                <a:lnTo>
                  <a:pt x="864964" y="26625"/>
                </a:lnTo>
                <a:lnTo>
                  <a:pt x="864964" y="12653"/>
                </a:lnTo>
                <a:lnTo>
                  <a:pt x="883548" y="1713"/>
                </a:lnTo>
                <a:lnTo>
                  <a:pt x="883548" y="26625"/>
                </a:lnTo>
                <a:lnTo>
                  <a:pt x="896202" y="26625"/>
                </a:lnTo>
                <a:close/>
                <a:moveTo>
                  <a:pt x="949582" y="74339"/>
                </a:moveTo>
                <a:lnTo>
                  <a:pt x="968035" y="77502"/>
                </a:lnTo>
                <a:cubicBezTo>
                  <a:pt x="965662" y="84246"/>
                  <a:pt x="961917" y="89381"/>
                  <a:pt x="956798" y="92907"/>
                </a:cubicBezTo>
                <a:cubicBezTo>
                  <a:pt x="951680" y="96433"/>
                  <a:pt x="945276" y="98196"/>
                  <a:pt x="937588" y="98196"/>
                </a:cubicBezTo>
                <a:cubicBezTo>
                  <a:pt x="925418" y="98196"/>
                  <a:pt x="916411" y="94220"/>
                  <a:pt x="910567" y="86267"/>
                </a:cubicBezTo>
                <a:cubicBezTo>
                  <a:pt x="905954" y="79897"/>
                  <a:pt x="903648" y="71857"/>
                  <a:pt x="903648" y="62147"/>
                </a:cubicBezTo>
                <a:cubicBezTo>
                  <a:pt x="903648" y="50548"/>
                  <a:pt x="906679" y="41464"/>
                  <a:pt x="912742" y="34896"/>
                </a:cubicBezTo>
                <a:cubicBezTo>
                  <a:pt x="918805" y="28327"/>
                  <a:pt x="926472" y="25043"/>
                  <a:pt x="935742" y="25043"/>
                </a:cubicBezTo>
                <a:cubicBezTo>
                  <a:pt x="946155" y="25043"/>
                  <a:pt x="954371" y="28481"/>
                  <a:pt x="960390" y="35357"/>
                </a:cubicBezTo>
                <a:cubicBezTo>
                  <a:pt x="966409" y="42233"/>
                  <a:pt x="969287" y="52767"/>
                  <a:pt x="969024" y="66958"/>
                </a:cubicBezTo>
                <a:lnTo>
                  <a:pt x="922628" y="66958"/>
                </a:lnTo>
                <a:cubicBezTo>
                  <a:pt x="922759" y="72450"/>
                  <a:pt x="924253" y="76722"/>
                  <a:pt x="927109" y="79776"/>
                </a:cubicBezTo>
                <a:cubicBezTo>
                  <a:pt x="929965" y="82829"/>
                  <a:pt x="933524" y="84356"/>
                  <a:pt x="937785" y="84356"/>
                </a:cubicBezTo>
                <a:cubicBezTo>
                  <a:pt x="940685" y="84356"/>
                  <a:pt x="943124" y="83565"/>
                  <a:pt x="945101" y="81984"/>
                </a:cubicBezTo>
                <a:cubicBezTo>
                  <a:pt x="947078" y="80402"/>
                  <a:pt x="948572" y="77854"/>
                  <a:pt x="949582" y="74339"/>
                </a:cubicBezTo>
                <a:moveTo>
                  <a:pt x="950637" y="55622"/>
                </a:moveTo>
                <a:cubicBezTo>
                  <a:pt x="950505" y="50284"/>
                  <a:pt x="949121" y="46226"/>
                  <a:pt x="946485" y="43447"/>
                </a:cubicBezTo>
                <a:cubicBezTo>
                  <a:pt x="943848" y="40668"/>
                  <a:pt x="940641" y="39278"/>
                  <a:pt x="936863" y="39278"/>
                </a:cubicBezTo>
                <a:cubicBezTo>
                  <a:pt x="932821" y="39278"/>
                  <a:pt x="929482" y="40744"/>
                  <a:pt x="926845" y="43675"/>
                </a:cubicBezTo>
                <a:cubicBezTo>
                  <a:pt x="924209" y="46608"/>
                  <a:pt x="922913" y="50590"/>
                  <a:pt x="922957" y="55622"/>
                </a:cubicBezTo>
                <a:lnTo>
                  <a:pt x="950637" y="55622"/>
                </a:lnTo>
                <a:close/>
                <a:moveTo>
                  <a:pt x="982711" y="26625"/>
                </a:moveTo>
                <a:lnTo>
                  <a:pt x="999780" y="26625"/>
                </a:lnTo>
                <a:lnTo>
                  <a:pt x="999780" y="36181"/>
                </a:lnTo>
                <a:cubicBezTo>
                  <a:pt x="1005887" y="28756"/>
                  <a:pt x="1013158" y="25043"/>
                  <a:pt x="1021594" y="25043"/>
                </a:cubicBezTo>
                <a:cubicBezTo>
                  <a:pt x="1026075" y="25043"/>
                  <a:pt x="1029964" y="25970"/>
                  <a:pt x="1033259" y="27824"/>
                </a:cubicBezTo>
                <a:cubicBezTo>
                  <a:pt x="1036554" y="29677"/>
                  <a:pt x="1039256" y="32480"/>
                  <a:pt x="1041365" y="36232"/>
                </a:cubicBezTo>
                <a:cubicBezTo>
                  <a:pt x="1044440" y="32480"/>
                  <a:pt x="1047758" y="29677"/>
                  <a:pt x="1051316" y="27824"/>
                </a:cubicBezTo>
                <a:cubicBezTo>
                  <a:pt x="1054875" y="25970"/>
                  <a:pt x="1058675" y="25043"/>
                  <a:pt x="1062718" y="25043"/>
                </a:cubicBezTo>
                <a:cubicBezTo>
                  <a:pt x="1067858" y="25043"/>
                  <a:pt x="1072208" y="26087"/>
                  <a:pt x="1075766" y="28174"/>
                </a:cubicBezTo>
                <a:cubicBezTo>
                  <a:pt x="1079325" y="30261"/>
                  <a:pt x="1081983" y="33325"/>
                  <a:pt x="1083741" y="37367"/>
                </a:cubicBezTo>
                <a:cubicBezTo>
                  <a:pt x="1085015" y="40355"/>
                  <a:pt x="1085652" y="45188"/>
                  <a:pt x="1085652" y="51866"/>
                </a:cubicBezTo>
                <a:lnTo>
                  <a:pt x="1085652" y="96614"/>
                </a:lnTo>
                <a:lnTo>
                  <a:pt x="1067133" y="96614"/>
                </a:lnTo>
                <a:lnTo>
                  <a:pt x="1067133" y="56656"/>
                </a:lnTo>
                <a:cubicBezTo>
                  <a:pt x="1067133" y="49723"/>
                  <a:pt x="1066496" y="45247"/>
                  <a:pt x="1065222" y="43228"/>
                </a:cubicBezTo>
                <a:cubicBezTo>
                  <a:pt x="1063508" y="40595"/>
                  <a:pt x="1060872" y="39278"/>
                  <a:pt x="1057313" y="39278"/>
                </a:cubicBezTo>
                <a:cubicBezTo>
                  <a:pt x="1054721" y="39278"/>
                  <a:pt x="1052283" y="40068"/>
                  <a:pt x="1049998" y="41649"/>
                </a:cubicBezTo>
                <a:cubicBezTo>
                  <a:pt x="1047714" y="43228"/>
                  <a:pt x="1046066" y="45543"/>
                  <a:pt x="1045055" y="48593"/>
                </a:cubicBezTo>
                <a:cubicBezTo>
                  <a:pt x="1044045" y="51643"/>
                  <a:pt x="1043540" y="56459"/>
                  <a:pt x="1043540" y="63043"/>
                </a:cubicBezTo>
                <a:lnTo>
                  <a:pt x="1043540" y="96614"/>
                </a:lnTo>
                <a:lnTo>
                  <a:pt x="1025021" y="96614"/>
                </a:lnTo>
                <a:lnTo>
                  <a:pt x="1025021" y="58302"/>
                </a:lnTo>
                <a:cubicBezTo>
                  <a:pt x="1025021" y="51500"/>
                  <a:pt x="1024691" y="47112"/>
                  <a:pt x="1024032" y="45138"/>
                </a:cubicBezTo>
                <a:cubicBezTo>
                  <a:pt x="1023373" y="43162"/>
                  <a:pt x="1022352" y="41691"/>
                  <a:pt x="1020968" y="40726"/>
                </a:cubicBezTo>
                <a:cubicBezTo>
                  <a:pt x="1019584" y="39761"/>
                  <a:pt x="1017706" y="39278"/>
                  <a:pt x="1015333" y="39278"/>
                </a:cubicBezTo>
                <a:cubicBezTo>
                  <a:pt x="1012477" y="39278"/>
                  <a:pt x="1009907" y="40047"/>
                  <a:pt x="1007622" y="41583"/>
                </a:cubicBezTo>
                <a:cubicBezTo>
                  <a:pt x="1005338" y="43118"/>
                  <a:pt x="1003701" y="45334"/>
                  <a:pt x="1002713" y="48231"/>
                </a:cubicBezTo>
                <a:cubicBezTo>
                  <a:pt x="1001724" y="51128"/>
                  <a:pt x="1001230" y="55933"/>
                  <a:pt x="1001230" y="62647"/>
                </a:cubicBezTo>
                <a:lnTo>
                  <a:pt x="1001230" y="96614"/>
                </a:lnTo>
                <a:lnTo>
                  <a:pt x="982711" y="96614"/>
                </a:lnTo>
                <a:lnTo>
                  <a:pt x="982711" y="26625"/>
                </a:lnTo>
                <a:close/>
                <a:moveTo>
                  <a:pt x="1144614" y="74339"/>
                </a:moveTo>
                <a:lnTo>
                  <a:pt x="1163067" y="77502"/>
                </a:lnTo>
                <a:cubicBezTo>
                  <a:pt x="1160694" y="84246"/>
                  <a:pt x="1156949" y="89381"/>
                  <a:pt x="1151830" y="92907"/>
                </a:cubicBezTo>
                <a:cubicBezTo>
                  <a:pt x="1146712" y="96433"/>
                  <a:pt x="1140308" y="98196"/>
                  <a:pt x="1132619" y="98196"/>
                </a:cubicBezTo>
                <a:cubicBezTo>
                  <a:pt x="1120449" y="98196"/>
                  <a:pt x="1111443" y="94220"/>
                  <a:pt x="1105599" y="86267"/>
                </a:cubicBezTo>
                <a:cubicBezTo>
                  <a:pt x="1100986" y="79897"/>
                  <a:pt x="1098679" y="71857"/>
                  <a:pt x="1098679" y="62147"/>
                </a:cubicBezTo>
                <a:cubicBezTo>
                  <a:pt x="1098679" y="50548"/>
                  <a:pt x="1101711" y="41464"/>
                  <a:pt x="1107774" y="34896"/>
                </a:cubicBezTo>
                <a:cubicBezTo>
                  <a:pt x="1113837" y="28327"/>
                  <a:pt x="1121504" y="25043"/>
                  <a:pt x="1130774" y="25043"/>
                </a:cubicBezTo>
                <a:cubicBezTo>
                  <a:pt x="1141187" y="25043"/>
                  <a:pt x="1149403" y="28481"/>
                  <a:pt x="1155422" y="35357"/>
                </a:cubicBezTo>
                <a:cubicBezTo>
                  <a:pt x="1161441" y="42233"/>
                  <a:pt x="1164319" y="52767"/>
                  <a:pt x="1164055" y="66958"/>
                </a:cubicBezTo>
                <a:lnTo>
                  <a:pt x="1117659" y="66958"/>
                </a:lnTo>
                <a:cubicBezTo>
                  <a:pt x="1117791" y="72450"/>
                  <a:pt x="1119285" y="76722"/>
                  <a:pt x="1122141" y="79776"/>
                </a:cubicBezTo>
                <a:cubicBezTo>
                  <a:pt x="1124997" y="82829"/>
                  <a:pt x="1128555" y="84356"/>
                  <a:pt x="1132817" y="84356"/>
                </a:cubicBezTo>
                <a:cubicBezTo>
                  <a:pt x="1135717" y="84356"/>
                  <a:pt x="1138155" y="83565"/>
                  <a:pt x="1140132" y="81984"/>
                </a:cubicBezTo>
                <a:cubicBezTo>
                  <a:pt x="1142110" y="80402"/>
                  <a:pt x="1143603" y="77854"/>
                  <a:pt x="1144614" y="74339"/>
                </a:cubicBezTo>
                <a:moveTo>
                  <a:pt x="1145668" y="55622"/>
                </a:moveTo>
                <a:cubicBezTo>
                  <a:pt x="1145537" y="50284"/>
                  <a:pt x="1144153" y="46226"/>
                  <a:pt x="1141516" y="43447"/>
                </a:cubicBezTo>
                <a:cubicBezTo>
                  <a:pt x="1138880" y="40668"/>
                  <a:pt x="1135673" y="39278"/>
                  <a:pt x="1131895" y="39278"/>
                </a:cubicBezTo>
                <a:cubicBezTo>
                  <a:pt x="1127852" y="39278"/>
                  <a:pt x="1124513" y="40744"/>
                  <a:pt x="1121877" y="43675"/>
                </a:cubicBezTo>
                <a:cubicBezTo>
                  <a:pt x="1119241" y="46608"/>
                  <a:pt x="1117945" y="50590"/>
                  <a:pt x="1117989" y="55622"/>
                </a:cubicBezTo>
                <a:lnTo>
                  <a:pt x="1145668" y="55622"/>
                </a:lnTo>
                <a:close/>
                <a:moveTo>
                  <a:pt x="1242788" y="96614"/>
                </a:moveTo>
                <a:lnTo>
                  <a:pt x="1224270" y="96614"/>
                </a:lnTo>
                <a:lnTo>
                  <a:pt x="1224270" y="60936"/>
                </a:lnTo>
                <a:cubicBezTo>
                  <a:pt x="1224270" y="53387"/>
                  <a:pt x="1223874" y="48505"/>
                  <a:pt x="1223083" y="46289"/>
                </a:cubicBezTo>
                <a:cubicBezTo>
                  <a:pt x="1222293" y="44073"/>
                  <a:pt x="1221007" y="42350"/>
                  <a:pt x="1219228" y="41122"/>
                </a:cubicBezTo>
                <a:cubicBezTo>
                  <a:pt x="1217449" y="39893"/>
                  <a:pt x="1215307" y="39278"/>
                  <a:pt x="1212802" y="39278"/>
                </a:cubicBezTo>
                <a:cubicBezTo>
                  <a:pt x="1209595" y="39278"/>
                  <a:pt x="1206717" y="40156"/>
                  <a:pt x="1204169" y="41912"/>
                </a:cubicBezTo>
                <a:cubicBezTo>
                  <a:pt x="1201621" y="43667"/>
                  <a:pt x="1199874" y="45993"/>
                  <a:pt x="1198930" y="48890"/>
                </a:cubicBezTo>
                <a:cubicBezTo>
                  <a:pt x="1197985" y="51786"/>
                  <a:pt x="1197513" y="57139"/>
                  <a:pt x="1197513" y="64952"/>
                </a:cubicBezTo>
                <a:lnTo>
                  <a:pt x="1197513" y="96614"/>
                </a:lnTo>
                <a:lnTo>
                  <a:pt x="1178994" y="96614"/>
                </a:lnTo>
                <a:lnTo>
                  <a:pt x="1178994" y="26625"/>
                </a:lnTo>
                <a:lnTo>
                  <a:pt x="1196195" y="26625"/>
                </a:lnTo>
                <a:lnTo>
                  <a:pt x="1196195" y="36906"/>
                </a:lnTo>
                <a:cubicBezTo>
                  <a:pt x="1202302" y="28997"/>
                  <a:pt x="1209991" y="25043"/>
                  <a:pt x="1219261" y="25043"/>
                </a:cubicBezTo>
                <a:cubicBezTo>
                  <a:pt x="1223347" y="25043"/>
                  <a:pt x="1227082" y="25779"/>
                  <a:pt x="1230465" y="27251"/>
                </a:cubicBezTo>
                <a:cubicBezTo>
                  <a:pt x="1233848" y="28723"/>
                  <a:pt x="1236407" y="30601"/>
                  <a:pt x="1238142" y="32886"/>
                </a:cubicBezTo>
                <a:cubicBezTo>
                  <a:pt x="1239878" y="35170"/>
                  <a:pt x="1241086" y="37763"/>
                  <a:pt x="1241767" y="40662"/>
                </a:cubicBezTo>
                <a:cubicBezTo>
                  <a:pt x="1242448" y="43562"/>
                  <a:pt x="1242788" y="47714"/>
                  <a:pt x="1242788" y="53118"/>
                </a:cubicBezTo>
                <a:lnTo>
                  <a:pt x="1242788" y="96614"/>
                </a:lnTo>
                <a:close/>
                <a:moveTo>
                  <a:pt x="1293688" y="26625"/>
                </a:moveTo>
                <a:lnTo>
                  <a:pt x="1293688" y="41387"/>
                </a:lnTo>
                <a:lnTo>
                  <a:pt x="1281035" y="41387"/>
                </a:lnTo>
                <a:lnTo>
                  <a:pt x="1281035" y="69549"/>
                </a:lnTo>
                <a:cubicBezTo>
                  <a:pt x="1281035" y="75252"/>
                  <a:pt x="1281155" y="78575"/>
                  <a:pt x="1281397" y="79518"/>
                </a:cubicBezTo>
                <a:cubicBezTo>
                  <a:pt x="1281639" y="80460"/>
                  <a:pt x="1282188" y="81239"/>
                  <a:pt x="1283045" y="81854"/>
                </a:cubicBezTo>
                <a:cubicBezTo>
                  <a:pt x="1283901" y="82468"/>
                  <a:pt x="1284945" y="82774"/>
                  <a:pt x="1286175" y="82774"/>
                </a:cubicBezTo>
                <a:cubicBezTo>
                  <a:pt x="1287888" y="82774"/>
                  <a:pt x="1290371" y="82181"/>
                  <a:pt x="1293622" y="80995"/>
                </a:cubicBezTo>
                <a:lnTo>
                  <a:pt x="1295204" y="95416"/>
                </a:lnTo>
                <a:cubicBezTo>
                  <a:pt x="1290898" y="97269"/>
                  <a:pt x="1286021" y="98196"/>
                  <a:pt x="1280573" y="98196"/>
                </a:cubicBezTo>
                <a:cubicBezTo>
                  <a:pt x="1277234" y="98196"/>
                  <a:pt x="1274225" y="97636"/>
                  <a:pt x="1271544" y="96515"/>
                </a:cubicBezTo>
                <a:cubicBezTo>
                  <a:pt x="1268864" y="95395"/>
                  <a:pt x="1266898" y="93945"/>
                  <a:pt x="1265646" y="92166"/>
                </a:cubicBezTo>
                <a:cubicBezTo>
                  <a:pt x="1264394" y="90386"/>
                  <a:pt x="1263526" y="87981"/>
                  <a:pt x="1263043" y="84949"/>
                </a:cubicBezTo>
                <a:cubicBezTo>
                  <a:pt x="1262648" y="82796"/>
                  <a:pt x="1262450" y="78447"/>
                  <a:pt x="1262450" y="71900"/>
                </a:cubicBezTo>
                <a:lnTo>
                  <a:pt x="1262450" y="41387"/>
                </a:lnTo>
                <a:lnTo>
                  <a:pt x="1253948" y="41387"/>
                </a:lnTo>
                <a:lnTo>
                  <a:pt x="1253948" y="26625"/>
                </a:lnTo>
                <a:lnTo>
                  <a:pt x="1262450" y="26625"/>
                </a:lnTo>
                <a:lnTo>
                  <a:pt x="1262450" y="12653"/>
                </a:lnTo>
                <a:lnTo>
                  <a:pt x="1281035" y="1713"/>
                </a:lnTo>
                <a:lnTo>
                  <a:pt x="1281035" y="26625"/>
                </a:lnTo>
                <a:lnTo>
                  <a:pt x="1293688" y="26625"/>
                </a:lnTo>
                <a:close/>
                <a:moveTo>
                  <a:pt x="1344059" y="17135"/>
                </a:moveTo>
                <a:lnTo>
                  <a:pt x="1344059" y="0"/>
                </a:lnTo>
                <a:lnTo>
                  <a:pt x="1362578" y="0"/>
                </a:lnTo>
                <a:lnTo>
                  <a:pt x="1362578" y="17135"/>
                </a:lnTo>
                <a:lnTo>
                  <a:pt x="1344059" y="17135"/>
                </a:lnTo>
                <a:moveTo>
                  <a:pt x="1344059" y="96614"/>
                </a:moveTo>
                <a:lnTo>
                  <a:pt x="1344059" y="26625"/>
                </a:lnTo>
                <a:lnTo>
                  <a:pt x="1362578" y="26625"/>
                </a:lnTo>
                <a:lnTo>
                  <a:pt x="1362578" y="96614"/>
                </a:lnTo>
                <a:lnTo>
                  <a:pt x="1344059" y="96614"/>
                </a:lnTo>
                <a:close/>
                <a:moveTo>
                  <a:pt x="1375057" y="76711"/>
                </a:moveTo>
                <a:lnTo>
                  <a:pt x="1393641" y="73812"/>
                </a:lnTo>
                <a:cubicBezTo>
                  <a:pt x="1394432" y="77392"/>
                  <a:pt x="1396036" y="80111"/>
                  <a:pt x="1398452" y="81967"/>
                </a:cubicBezTo>
                <a:cubicBezTo>
                  <a:pt x="1400869" y="83823"/>
                  <a:pt x="1404252" y="84752"/>
                  <a:pt x="1408602" y="84752"/>
                </a:cubicBezTo>
                <a:cubicBezTo>
                  <a:pt x="1413391" y="84752"/>
                  <a:pt x="1416993" y="83874"/>
                  <a:pt x="1419410" y="82120"/>
                </a:cubicBezTo>
                <a:cubicBezTo>
                  <a:pt x="1421035" y="80891"/>
                  <a:pt x="1421848" y="79245"/>
                  <a:pt x="1421848" y="77183"/>
                </a:cubicBezTo>
                <a:cubicBezTo>
                  <a:pt x="1421848" y="75778"/>
                  <a:pt x="1421409" y="74616"/>
                  <a:pt x="1420530" y="73694"/>
                </a:cubicBezTo>
                <a:cubicBezTo>
                  <a:pt x="1419607" y="72817"/>
                  <a:pt x="1417542" y="72005"/>
                  <a:pt x="1414335" y="71260"/>
                </a:cubicBezTo>
                <a:cubicBezTo>
                  <a:pt x="1399397" y="67970"/>
                  <a:pt x="1389929" y="64965"/>
                  <a:pt x="1385931" y="62244"/>
                </a:cubicBezTo>
                <a:cubicBezTo>
                  <a:pt x="1380395" y="58468"/>
                  <a:pt x="1377627" y="53222"/>
                  <a:pt x="1377627" y="46507"/>
                </a:cubicBezTo>
                <a:cubicBezTo>
                  <a:pt x="1377627" y="40449"/>
                  <a:pt x="1380021" y="35358"/>
                  <a:pt x="1384810" y="31232"/>
                </a:cubicBezTo>
                <a:cubicBezTo>
                  <a:pt x="1389599" y="27106"/>
                  <a:pt x="1397025" y="25043"/>
                  <a:pt x="1407086" y="25043"/>
                </a:cubicBezTo>
                <a:cubicBezTo>
                  <a:pt x="1416664" y="25043"/>
                  <a:pt x="1423781" y="26597"/>
                  <a:pt x="1428438" y="29706"/>
                </a:cubicBezTo>
                <a:cubicBezTo>
                  <a:pt x="1433096" y="32814"/>
                  <a:pt x="1436303" y="37411"/>
                  <a:pt x="1438060" y="43496"/>
                </a:cubicBezTo>
                <a:lnTo>
                  <a:pt x="1420596" y="46791"/>
                </a:lnTo>
                <a:cubicBezTo>
                  <a:pt x="1419849" y="44067"/>
                  <a:pt x="1418432" y="41980"/>
                  <a:pt x="1416345" y="40531"/>
                </a:cubicBezTo>
                <a:cubicBezTo>
                  <a:pt x="1414258" y="39081"/>
                  <a:pt x="1411282" y="38356"/>
                  <a:pt x="1407415" y="38356"/>
                </a:cubicBezTo>
                <a:cubicBezTo>
                  <a:pt x="1402538" y="38356"/>
                  <a:pt x="1399046" y="39036"/>
                  <a:pt x="1396937" y="40397"/>
                </a:cubicBezTo>
                <a:cubicBezTo>
                  <a:pt x="1395531" y="41360"/>
                  <a:pt x="1394828" y="42611"/>
                  <a:pt x="1394828" y="44147"/>
                </a:cubicBezTo>
                <a:cubicBezTo>
                  <a:pt x="1394828" y="45462"/>
                  <a:pt x="1395443" y="46581"/>
                  <a:pt x="1396673" y="47502"/>
                </a:cubicBezTo>
                <a:cubicBezTo>
                  <a:pt x="1398343" y="48731"/>
                  <a:pt x="1404109" y="50464"/>
                  <a:pt x="1413973" y="52702"/>
                </a:cubicBezTo>
                <a:cubicBezTo>
                  <a:pt x="1423836" y="54940"/>
                  <a:pt x="1430723" y="57685"/>
                  <a:pt x="1434633" y="60938"/>
                </a:cubicBezTo>
                <a:cubicBezTo>
                  <a:pt x="1438500" y="64236"/>
                  <a:pt x="1440433" y="68830"/>
                  <a:pt x="1440433" y="74720"/>
                </a:cubicBezTo>
                <a:cubicBezTo>
                  <a:pt x="1440433" y="81139"/>
                  <a:pt x="1437753" y="86656"/>
                  <a:pt x="1432393" y="91272"/>
                </a:cubicBezTo>
                <a:cubicBezTo>
                  <a:pt x="1427032" y="95888"/>
                  <a:pt x="1419102" y="98196"/>
                  <a:pt x="1408602" y="98196"/>
                </a:cubicBezTo>
                <a:cubicBezTo>
                  <a:pt x="1399068" y="98196"/>
                  <a:pt x="1391522" y="96269"/>
                  <a:pt x="1385964" y="92415"/>
                </a:cubicBezTo>
                <a:cubicBezTo>
                  <a:pt x="1380406" y="88560"/>
                  <a:pt x="1376770" y="83325"/>
                  <a:pt x="1375057" y="767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accurate.TheFirstAmendmentprotects">
            <a:extLst xmlns:a="http://schemas.openxmlformats.org/drawingml/2006/main">
              <a:ext uri="{FF2B5EF4-FFF2-40B4-BE49-F238E27FC236}">
                <a16:creationId xmlns:a16="http://schemas.microsoft.com/office/drawing/2014/main" id="{555FE607-306D-408E-8430-A60ACA1E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908" y="5569581"/>
            <a:ext cx="2425493" cy="123503"/>
          </a:xfrm>
          <a:custGeom xmlns:a="http://schemas.openxmlformats.org/drawingml/2006/main">
            <a:pathLst>
              <a:path w="2425493" h="123503">
                <a:moveTo>
                  <a:pt x="18717" y="48241"/>
                </a:moveTo>
                <a:lnTo>
                  <a:pt x="1911" y="45210"/>
                </a:lnTo>
                <a:cubicBezTo>
                  <a:pt x="3800" y="38354"/>
                  <a:pt x="7052" y="33280"/>
                  <a:pt x="11665" y="29986"/>
                </a:cubicBezTo>
                <a:cubicBezTo>
                  <a:pt x="16278" y="26691"/>
                  <a:pt x="23132" y="25043"/>
                  <a:pt x="32227" y="25043"/>
                </a:cubicBezTo>
                <a:cubicBezTo>
                  <a:pt x="40487" y="25043"/>
                  <a:pt x="46638" y="26021"/>
                  <a:pt x="50680" y="27976"/>
                </a:cubicBezTo>
                <a:cubicBezTo>
                  <a:pt x="54722" y="29931"/>
                  <a:pt x="57566" y="32413"/>
                  <a:pt x="59214" y="35423"/>
                </a:cubicBezTo>
                <a:cubicBezTo>
                  <a:pt x="60862" y="38433"/>
                  <a:pt x="61685" y="43957"/>
                  <a:pt x="61685" y="51998"/>
                </a:cubicBezTo>
                <a:lnTo>
                  <a:pt x="61488" y="73614"/>
                </a:lnTo>
                <a:cubicBezTo>
                  <a:pt x="61488" y="79765"/>
                  <a:pt x="61784" y="84301"/>
                  <a:pt x="62377" y="87223"/>
                </a:cubicBezTo>
                <a:cubicBezTo>
                  <a:pt x="62971" y="90145"/>
                  <a:pt x="64080" y="93275"/>
                  <a:pt x="65706" y="96614"/>
                </a:cubicBezTo>
                <a:lnTo>
                  <a:pt x="47384" y="96614"/>
                </a:lnTo>
                <a:cubicBezTo>
                  <a:pt x="46901" y="95384"/>
                  <a:pt x="46308" y="93561"/>
                  <a:pt x="45605" y="91144"/>
                </a:cubicBezTo>
                <a:cubicBezTo>
                  <a:pt x="45298" y="90046"/>
                  <a:pt x="45078" y="89321"/>
                  <a:pt x="44946" y="88969"/>
                </a:cubicBezTo>
                <a:cubicBezTo>
                  <a:pt x="41783" y="92045"/>
                  <a:pt x="38400" y="94351"/>
                  <a:pt x="34797" y="95889"/>
                </a:cubicBezTo>
                <a:cubicBezTo>
                  <a:pt x="31194" y="97427"/>
                  <a:pt x="27350" y="98196"/>
                  <a:pt x="23264" y="98196"/>
                </a:cubicBezTo>
                <a:cubicBezTo>
                  <a:pt x="16058" y="98196"/>
                  <a:pt x="10380" y="96249"/>
                  <a:pt x="6228" y="92355"/>
                </a:cubicBezTo>
                <a:cubicBezTo>
                  <a:pt x="2076" y="88461"/>
                  <a:pt x="0" y="83539"/>
                  <a:pt x="0" y="77589"/>
                </a:cubicBezTo>
                <a:cubicBezTo>
                  <a:pt x="0" y="73651"/>
                  <a:pt x="945" y="70140"/>
                  <a:pt x="2834" y="67057"/>
                </a:cubicBezTo>
                <a:cubicBezTo>
                  <a:pt x="4723" y="63971"/>
                  <a:pt x="7370" y="61609"/>
                  <a:pt x="10775" y="59968"/>
                </a:cubicBezTo>
                <a:cubicBezTo>
                  <a:pt x="14180" y="58327"/>
                  <a:pt x="19090" y="56894"/>
                  <a:pt x="25505" y="55670"/>
                </a:cubicBezTo>
                <a:cubicBezTo>
                  <a:pt x="34160" y="54051"/>
                  <a:pt x="40157" y="52541"/>
                  <a:pt x="43496" y="51141"/>
                </a:cubicBezTo>
                <a:lnTo>
                  <a:pt x="43496" y="49275"/>
                </a:lnTo>
                <a:cubicBezTo>
                  <a:pt x="43496" y="45676"/>
                  <a:pt x="42617" y="43111"/>
                  <a:pt x="40860" y="41579"/>
                </a:cubicBezTo>
                <a:cubicBezTo>
                  <a:pt x="39103" y="40045"/>
                  <a:pt x="35785" y="39278"/>
                  <a:pt x="30909" y="39278"/>
                </a:cubicBezTo>
                <a:cubicBezTo>
                  <a:pt x="27613" y="39278"/>
                  <a:pt x="25043" y="39941"/>
                  <a:pt x="23198" y="41268"/>
                </a:cubicBezTo>
                <a:cubicBezTo>
                  <a:pt x="21353" y="42593"/>
                  <a:pt x="19859" y="44917"/>
                  <a:pt x="18717" y="48241"/>
                </a:cubicBezTo>
                <a:moveTo>
                  <a:pt x="43496" y="63267"/>
                </a:moveTo>
                <a:cubicBezTo>
                  <a:pt x="41124" y="64048"/>
                  <a:pt x="37367" y="64982"/>
                  <a:pt x="32227" y="66068"/>
                </a:cubicBezTo>
                <a:cubicBezTo>
                  <a:pt x="27086" y="67153"/>
                  <a:pt x="23725" y="68216"/>
                  <a:pt x="22143" y="69258"/>
                </a:cubicBezTo>
                <a:cubicBezTo>
                  <a:pt x="19727" y="70951"/>
                  <a:pt x="18519" y="73100"/>
                  <a:pt x="18519" y="75704"/>
                </a:cubicBezTo>
                <a:cubicBezTo>
                  <a:pt x="18519" y="78266"/>
                  <a:pt x="19485" y="80481"/>
                  <a:pt x="21419" y="82348"/>
                </a:cubicBezTo>
                <a:cubicBezTo>
                  <a:pt x="23352" y="84214"/>
                  <a:pt x="25812" y="85147"/>
                  <a:pt x="28800" y="85147"/>
                </a:cubicBezTo>
                <a:cubicBezTo>
                  <a:pt x="32139" y="85147"/>
                  <a:pt x="35324" y="84062"/>
                  <a:pt x="38356" y="81891"/>
                </a:cubicBezTo>
                <a:cubicBezTo>
                  <a:pt x="40596" y="80242"/>
                  <a:pt x="42068" y="78223"/>
                  <a:pt x="42771" y="75834"/>
                </a:cubicBezTo>
                <a:cubicBezTo>
                  <a:pt x="43255" y="74272"/>
                  <a:pt x="43496" y="71298"/>
                  <a:pt x="43496" y="66914"/>
                </a:cubicBezTo>
                <a:lnTo>
                  <a:pt x="43496" y="63267"/>
                </a:lnTo>
                <a:close/>
                <a:moveTo>
                  <a:pt x="140946" y="47319"/>
                </a:moveTo>
                <a:lnTo>
                  <a:pt x="122691" y="50614"/>
                </a:lnTo>
                <a:cubicBezTo>
                  <a:pt x="122076" y="46989"/>
                  <a:pt x="120681" y="44260"/>
                  <a:pt x="118506" y="42425"/>
                </a:cubicBezTo>
                <a:cubicBezTo>
                  <a:pt x="116331" y="40591"/>
                  <a:pt x="113509" y="39674"/>
                  <a:pt x="110038" y="39674"/>
                </a:cubicBezTo>
                <a:cubicBezTo>
                  <a:pt x="105424" y="39674"/>
                  <a:pt x="101745" y="41262"/>
                  <a:pt x="98999" y="44437"/>
                </a:cubicBezTo>
                <a:cubicBezTo>
                  <a:pt x="96253" y="47613"/>
                  <a:pt x="94880" y="52924"/>
                  <a:pt x="94880" y="60369"/>
                </a:cubicBezTo>
                <a:cubicBezTo>
                  <a:pt x="94880" y="68649"/>
                  <a:pt x="96275" y="74497"/>
                  <a:pt x="99065" y="77914"/>
                </a:cubicBezTo>
                <a:cubicBezTo>
                  <a:pt x="101855" y="81330"/>
                  <a:pt x="105600" y="83038"/>
                  <a:pt x="110301" y="83038"/>
                </a:cubicBezTo>
                <a:cubicBezTo>
                  <a:pt x="113816" y="83038"/>
                  <a:pt x="116694" y="82039"/>
                  <a:pt x="118935" y="80040"/>
                </a:cubicBezTo>
                <a:cubicBezTo>
                  <a:pt x="121175" y="78040"/>
                  <a:pt x="122757" y="74602"/>
                  <a:pt x="123680" y="69726"/>
                </a:cubicBezTo>
                <a:lnTo>
                  <a:pt x="141869" y="72889"/>
                </a:lnTo>
                <a:cubicBezTo>
                  <a:pt x="139980" y="81237"/>
                  <a:pt x="136355" y="87541"/>
                  <a:pt x="130995" y="91803"/>
                </a:cubicBezTo>
                <a:cubicBezTo>
                  <a:pt x="125635" y="96065"/>
                  <a:pt x="118451" y="98196"/>
                  <a:pt x="109445" y="98196"/>
                </a:cubicBezTo>
                <a:cubicBezTo>
                  <a:pt x="99208" y="98196"/>
                  <a:pt x="91047" y="94967"/>
                  <a:pt x="84962" y="88508"/>
                </a:cubicBezTo>
                <a:cubicBezTo>
                  <a:pt x="78876" y="82050"/>
                  <a:pt x="75834" y="73109"/>
                  <a:pt x="75834" y="61685"/>
                </a:cubicBezTo>
                <a:cubicBezTo>
                  <a:pt x="75834" y="50130"/>
                  <a:pt x="78887" y="41135"/>
                  <a:pt x="84994" y="34698"/>
                </a:cubicBezTo>
                <a:cubicBezTo>
                  <a:pt x="91102" y="28262"/>
                  <a:pt x="99361" y="25043"/>
                  <a:pt x="109774" y="25043"/>
                </a:cubicBezTo>
                <a:cubicBezTo>
                  <a:pt x="118298" y="25043"/>
                  <a:pt x="125075" y="26878"/>
                  <a:pt x="130105" y="30546"/>
                </a:cubicBezTo>
                <a:cubicBezTo>
                  <a:pt x="135136" y="34215"/>
                  <a:pt x="138750" y="39806"/>
                  <a:pt x="140946" y="47319"/>
                </a:cubicBezTo>
                <a:close/>
                <a:moveTo>
                  <a:pt x="215989" y="47319"/>
                </a:moveTo>
                <a:lnTo>
                  <a:pt x="197734" y="50614"/>
                </a:lnTo>
                <a:cubicBezTo>
                  <a:pt x="197119" y="46989"/>
                  <a:pt x="195724" y="44260"/>
                  <a:pt x="193549" y="42425"/>
                </a:cubicBezTo>
                <a:cubicBezTo>
                  <a:pt x="191375" y="40591"/>
                  <a:pt x="188552" y="39674"/>
                  <a:pt x="185081" y="39674"/>
                </a:cubicBezTo>
                <a:cubicBezTo>
                  <a:pt x="180468" y="39674"/>
                  <a:pt x="176788" y="41262"/>
                  <a:pt x="174042" y="44437"/>
                </a:cubicBezTo>
                <a:cubicBezTo>
                  <a:pt x="171296" y="47613"/>
                  <a:pt x="169923" y="52924"/>
                  <a:pt x="169923" y="60369"/>
                </a:cubicBezTo>
                <a:cubicBezTo>
                  <a:pt x="169923" y="68649"/>
                  <a:pt x="171318" y="74497"/>
                  <a:pt x="174108" y="77914"/>
                </a:cubicBezTo>
                <a:cubicBezTo>
                  <a:pt x="176898" y="81330"/>
                  <a:pt x="180643" y="83038"/>
                  <a:pt x="185344" y="83038"/>
                </a:cubicBezTo>
                <a:cubicBezTo>
                  <a:pt x="188859" y="83038"/>
                  <a:pt x="191737" y="82039"/>
                  <a:pt x="193978" y="80040"/>
                </a:cubicBezTo>
                <a:cubicBezTo>
                  <a:pt x="196218" y="78040"/>
                  <a:pt x="197800" y="74602"/>
                  <a:pt x="198723" y="69726"/>
                </a:cubicBezTo>
                <a:lnTo>
                  <a:pt x="216912" y="72889"/>
                </a:lnTo>
                <a:cubicBezTo>
                  <a:pt x="215023" y="81237"/>
                  <a:pt x="211398" y="87541"/>
                  <a:pt x="206038" y="91803"/>
                </a:cubicBezTo>
                <a:cubicBezTo>
                  <a:pt x="200678" y="96065"/>
                  <a:pt x="193494" y="98196"/>
                  <a:pt x="184488" y="98196"/>
                </a:cubicBezTo>
                <a:cubicBezTo>
                  <a:pt x="174251" y="98196"/>
                  <a:pt x="166090" y="94967"/>
                  <a:pt x="160005" y="88508"/>
                </a:cubicBezTo>
                <a:cubicBezTo>
                  <a:pt x="153920" y="82050"/>
                  <a:pt x="150877" y="73109"/>
                  <a:pt x="150877" y="61685"/>
                </a:cubicBezTo>
                <a:cubicBezTo>
                  <a:pt x="150877" y="50130"/>
                  <a:pt x="153931" y="41135"/>
                  <a:pt x="160038" y="34698"/>
                </a:cubicBezTo>
                <a:cubicBezTo>
                  <a:pt x="166145" y="28262"/>
                  <a:pt x="174404" y="25043"/>
                  <a:pt x="184817" y="25043"/>
                </a:cubicBezTo>
                <a:cubicBezTo>
                  <a:pt x="193341" y="25043"/>
                  <a:pt x="200118" y="26878"/>
                  <a:pt x="205148" y="30546"/>
                </a:cubicBezTo>
                <a:cubicBezTo>
                  <a:pt x="210179" y="34215"/>
                  <a:pt x="213793" y="39806"/>
                  <a:pt x="215989" y="47319"/>
                </a:cubicBezTo>
                <a:close/>
                <a:moveTo>
                  <a:pt x="276073" y="96614"/>
                </a:moveTo>
                <a:lnTo>
                  <a:pt x="276073" y="86136"/>
                </a:lnTo>
                <a:cubicBezTo>
                  <a:pt x="273525" y="89870"/>
                  <a:pt x="270175" y="92814"/>
                  <a:pt x="266023" y="94967"/>
                </a:cubicBezTo>
                <a:cubicBezTo>
                  <a:pt x="261871" y="97119"/>
                  <a:pt x="257488" y="98196"/>
                  <a:pt x="252875" y="98196"/>
                </a:cubicBezTo>
                <a:cubicBezTo>
                  <a:pt x="248174" y="98196"/>
                  <a:pt x="243956" y="97163"/>
                  <a:pt x="240222" y="95098"/>
                </a:cubicBezTo>
                <a:cubicBezTo>
                  <a:pt x="236487" y="93033"/>
                  <a:pt x="233785" y="90134"/>
                  <a:pt x="232116" y="86399"/>
                </a:cubicBezTo>
                <a:cubicBezTo>
                  <a:pt x="230446" y="82665"/>
                  <a:pt x="229611" y="77502"/>
                  <a:pt x="229611" y="70912"/>
                </a:cubicBezTo>
                <a:lnTo>
                  <a:pt x="229611" y="26625"/>
                </a:lnTo>
                <a:lnTo>
                  <a:pt x="248130" y="26625"/>
                </a:lnTo>
                <a:lnTo>
                  <a:pt x="248130" y="58712"/>
                </a:lnTo>
                <a:cubicBezTo>
                  <a:pt x="248130" y="68531"/>
                  <a:pt x="248471" y="74548"/>
                  <a:pt x="249152" y="76761"/>
                </a:cubicBezTo>
                <a:cubicBezTo>
                  <a:pt x="249833" y="78974"/>
                  <a:pt x="251074" y="80727"/>
                  <a:pt x="252875" y="82021"/>
                </a:cubicBezTo>
                <a:cubicBezTo>
                  <a:pt x="254676" y="83314"/>
                  <a:pt x="256961" y="83961"/>
                  <a:pt x="259729" y="83961"/>
                </a:cubicBezTo>
                <a:cubicBezTo>
                  <a:pt x="262892" y="83961"/>
                  <a:pt x="265726" y="83095"/>
                  <a:pt x="268231" y="81364"/>
                </a:cubicBezTo>
                <a:cubicBezTo>
                  <a:pt x="270735" y="79632"/>
                  <a:pt x="272448" y="77484"/>
                  <a:pt x="273371" y="74920"/>
                </a:cubicBezTo>
                <a:cubicBezTo>
                  <a:pt x="274294" y="72355"/>
                  <a:pt x="274755" y="66076"/>
                  <a:pt x="274755" y="56082"/>
                </a:cubicBezTo>
                <a:lnTo>
                  <a:pt x="274755" y="26625"/>
                </a:lnTo>
                <a:lnTo>
                  <a:pt x="293274" y="26625"/>
                </a:lnTo>
                <a:lnTo>
                  <a:pt x="293274" y="96614"/>
                </a:lnTo>
                <a:lnTo>
                  <a:pt x="276073" y="96614"/>
                </a:lnTo>
                <a:close/>
                <a:moveTo>
                  <a:pt x="330201" y="96614"/>
                </a:moveTo>
                <a:lnTo>
                  <a:pt x="311682" y="96614"/>
                </a:lnTo>
                <a:lnTo>
                  <a:pt x="311682" y="26625"/>
                </a:lnTo>
                <a:lnTo>
                  <a:pt x="328883" y="26625"/>
                </a:lnTo>
                <a:lnTo>
                  <a:pt x="328883" y="36576"/>
                </a:lnTo>
                <a:cubicBezTo>
                  <a:pt x="331827" y="31875"/>
                  <a:pt x="334474" y="28778"/>
                  <a:pt x="336824" y="27284"/>
                </a:cubicBezTo>
                <a:cubicBezTo>
                  <a:pt x="339175" y="25790"/>
                  <a:pt x="341844" y="25043"/>
                  <a:pt x="344832" y="25043"/>
                </a:cubicBezTo>
                <a:cubicBezTo>
                  <a:pt x="349049" y="25043"/>
                  <a:pt x="353113" y="26208"/>
                  <a:pt x="357024" y="28536"/>
                </a:cubicBezTo>
                <a:lnTo>
                  <a:pt x="351290" y="44682"/>
                </a:lnTo>
                <a:cubicBezTo>
                  <a:pt x="348171" y="42661"/>
                  <a:pt x="345271" y="41651"/>
                  <a:pt x="342591" y="41651"/>
                </a:cubicBezTo>
                <a:cubicBezTo>
                  <a:pt x="339999" y="41651"/>
                  <a:pt x="337802" y="42365"/>
                  <a:pt x="336000" y="43793"/>
                </a:cubicBezTo>
                <a:cubicBezTo>
                  <a:pt x="334199" y="45221"/>
                  <a:pt x="332782" y="47802"/>
                  <a:pt x="331750" y="51536"/>
                </a:cubicBezTo>
                <a:cubicBezTo>
                  <a:pt x="330717" y="55271"/>
                  <a:pt x="330201" y="63091"/>
                  <a:pt x="330201" y="74998"/>
                </a:cubicBezTo>
                <a:lnTo>
                  <a:pt x="330201" y="96614"/>
                </a:lnTo>
                <a:close/>
                <a:moveTo>
                  <a:pt x="378816" y="48241"/>
                </a:moveTo>
                <a:lnTo>
                  <a:pt x="362011" y="45210"/>
                </a:lnTo>
                <a:cubicBezTo>
                  <a:pt x="363900" y="38354"/>
                  <a:pt x="367152" y="33280"/>
                  <a:pt x="371765" y="29986"/>
                </a:cubicBezTo>
                <a:cubicBezTo>
                  <a:pt x="376378" y="26691"/>
                  <a:pt x="383232" y="25043"/>
                  <a:pt x="392327" y="25043"/>
                </a:cubicBezTo>
                <a:cubicBezTo>
                  <a:pt x="400586" y="25043"/>
                  <a:pt x="406737" y="26021"/>
                  <a:pt x="410779" y="27976"/>
                </a:cubicBezTo>
                <a:cubicBezTo>
                  <a:pt x="414822" y="29931"/>
                  <a:pt x="417666" y="32413"/>
                  <a:pt x="419314" y="35423"/>
                </a:cubicBezTo>
                <a:cubicBezTo>
                  <a:pt x="420962" y="38433"/>
                  <a:pt x="421785" y="43957"/>
                  <a:pt x="421785" y="51998"/>
                </a:cubicBezTo>
                <a:lnTo>
                  <a:pt x="421588" y="73614"/>
                </a:lnTo>
                <a:cubicBezTo>
                  <a:pt x="421588" y="79765"/>
                  <a:pt x="421884" y="84301"/>
                  <a:pt x="422477" y="87223"/>
                </a:cubicBezTo>
                <a:cubicBezTo>
                  <a:pt x="423070" y="90145"/>
                  <a:pt x="424180" y="93275"/>
                  <a:pt x="425805" y="96614"/>
                </a:cubicBezTo>
                <a:lnTo>
                  <a:pt x="407484" y="96614"/>
                </a:lnTo>
                <a:cubicBezTo>
                  <a:pt x="407001" y="95384"/>
                  <a:pt x="406408" y="93561"/>
                  <a:pt x="405705" y="91144"/>
                </a:cubicBezTo>
                <a:cubicBezTo>
                  <a:pt x="405397" y="90046"/>
                  <a:pt x="405178" y="89321"/>
                  <a:pt x="405046" y="88969"/>
                </a:cubicBezTo>
                <a:cubicBezTo>
                  <a:pt x="401883" y="92045"/>
                  <a:pt x="398499" y="94351"/>
                  <a:pt x="394897" y="95889"/>
                </a:cubicBezTo>
                <a:cubicBezTo>
                  <a:pt x="391294" y="97427"/>
                  <a:pt x="387450" y="98196"/>
                  <a:pt x="383364" y="98196"/>
                </a:cubicBezTo>
                <a:cubicBezTo>
                  <a:pt x="376158" y="98196"/>
                  <a:pt x="370480" y="96249"/>
                  <a:pt x="366328" y="92355"/>
                </a:cubicBezTo>
                <a:cubicBezTo>
                  <a:pt x="362176" y="88461"/>
                  <a:pt x="360100" y="83539"/>
                  <a:pt x="360100" y="77589"/>
                </a:cubicBezTo>
                <a:cubicBezTo>
                  <a:pt x="360100" y="73651"/>
                  <a:pt x="361044" y="70140"/>
                  <a:pt x="362934" y="67057"/>
                </a:cubicBezTo>
                <a:cubicBezTo>
                  <a:pt x="364823" y="63971"/>
                  <a:pt x="367470" y="61609"/>
                  <a:pt x="370875" y="59968"/>
                </a:cubicBezTo>
                <a:cubicBezTo>
                  <a:pt x="374280" y="58327"/>
                  <a:pt x="379190" y="56894"/>
                  <a:pt x="385604" y="55670"/>
                </a:cubicBezTo>
                <a:cubicBezTo>
                  <a:pt x="394260" y="54051"/>
                  <a:pt x="400257" y="52541"/>
                  <a:pt x="403596" y="51141"/>
                </a:cubicBezTo>
                <a:lnTo>
                  <a:pt x="403596" y="49275"/>
                </a:lnTo>
                <a:cubicBezTo>
                  <a:pt x="403596" y="45676"/>
                  <a:pt x="402717" y="43111"/>
                  <a:pt x="400960" y="41579"/>
                </a:cubicBezTo>
                <a:cubicBezTo>
                  <a:pt x="399202" y="40045"/>
                  <a:pt x="395885" y="39278"/>
                  <a:pt x="391008" y="39278"/>
                </a:cubicBezTo>
                <a:cubicBezTo>
                  <a:pt x="387713" y="39278"/>
                  <a:pt x="385143" y="39941"/>
                  <a:pt x="383298" y="41268"/>
                </a:cubicBezTo>
                <a:cubicBezTo>
                  <a:pt x="381453" y="42593"/>
                  <a:pt x="379959" y="44917"/>
                  <a:pt x="378816" y="48241"/>
                </a:cubicBezTo>
                <a:moveTo>
                  <a:pt x="403596" y="63267"/>
                </a:moveTo>
                <a:cubicBezTo>
                  <a:pt x="401223" y="64048"/>
                  <a:pt x="397467" y="64982"/>
                  <a:pt x="392327" y="66068"/>
                </a:cubicBezTo>
                <a:cubicBezTo>
                  <a:pt x="387186" y="67153"/>
                  <a:pt x="383825" y="68216"/>
                  <a:pt x="382243" y="69258"/>
                </a:cubicBezTo>
                <a:cubicBezTo>
                  <a:pt x="379827" y="70951"/>
                  <a:pt x="378619" y="73100"/>
                  <a:pt x="378619" y="75704"/>
                </a:cubicBezTo>
                <a:cubicBezTo>
                  <a:pt x="378619" y="78266"/>
                  <a:pt x="379585" y="80481"/>
                  <a:pt x="381518" y="82348"/>
                </a:cubicBezTo>
                <a:cubicBezTo>
                  <a:pt x="383452" y="84214"/>
                  <a:pt x="385912" y="85147"/>
                  <a:pt x="388900" y="85147"/>
                </a:cubicBezTo>
                <a:cubicBezTo>
                  <a:pt x="392239" y="85147"/>
                  <a:pt x="395424" y="84062"/>
                  <a:pt x="398456" y="81891"/>
                </a:cubicBezTo>
                <a:cubicBezTo>
                  <a:pt x="400696" y="80242"/>
                  <a:pt x="402168" y="78223"/>
                  <a:pt x="402871" y="75834"/>
                </a:cubicBezTo>
                <a:cubicBezTo>
                  <a:pt x="403354" y="74272"/>
                  <a:pt x="403596" y="71298"/>
                  <a:pt x="403596" y="66914"/>
                </a:cubicBezTo>
                <a:lnTo>
                  <a:pt x="403596" y="63267"/>
                </a:lnTo>
                <a:close/>
                <a:moveTo>
                  <a:pt x="472114" y="26625"/>
                </a:moveTo>
                <a:lnTo>
                  <a:pt x="472114" y="41387"/>
                </a:lnTo>
                <a:lnTo>
                  <a:pt x="459460" y="41387"/>
                </a:lnTo>
                <a:lnTo>
                  <a:pt x="459460" y="69549"/>
                </a:lnTo>
                <a:cubicBezTo>
                  <a:pt x="459460" y="75252"/>
                  <a:pt x="459581" y="78575"/>
                  <a:pt x="459823" y="79518"/>
                </a:cubicBezTo>
                <a:cubicBezTo>
                  <a:pt x="460064" y="80460"/>
                  <a:pt x="460613" y="81239"/>
                  <a:pt x="461470" y="81854"/>
                </a:cubicBezTo>
                <a:cubicBezTo>
                  <a:pt x="462327" y="82468"/>
                  <a:pt x="463370" y="82774"/>
                  <a:pt x="464601" y="82774"/>
                </a:cubicBezTo>
                <a:cubicBezTo>
                  <a:pt x="466314" y="82774"/>
                  <a:pt x="468796" y="82181"/>
                  <a:pt x="472048" y="80995"/>
                </a:cubicBezTo>
                <a:lnTo>
                  <a:pt x="473629" y="95416"/>
                </a:lnTo>
                <a:cubicBezTo>
                  <a:pt x="469324" y="97269"/>
                  <a:pt x="464447" y="98196"/>
                  <a:pt x="458999" y="98196"/>
                </a:cubicBezTo>
                <a:cubicBezTo>
                  <a:pt x="455660" y="98196"/>
                  <a:pt x="452650" y="97636"/>
                  <a:pt x="449970" y="96515"/>
                </a:cubicBezTo>
                <a:cubicBezTo>
                  <a:pt x="447290" y="95395"/>
                  <a:pt x="445324" y="93945"/>
                  <a:pt x="444072" y="92166"/>
                </a:cubicBezTo>
                <a:cubicBezTo>
                  <a:pt x="442820" y="90386"/>
                  <a:pt x="441952" y="87981"/>
                  <a:pt x="441469" y="84949"/>
                </a:cubicBezTo>
                <a:cubicBezTo>
                  <a:pt x="441073" y="82796"/>
                  <a:pt x="440875" y="78447"/>
                  <a:pt x="440875" y="71900"/>
                </a:cubicBezTo>
                <a:lnTo>
                  <a:pt x="440875" y="41387"/>
                </a:lnTo>
                <a:lnTo>
                  <a:pt x="432374" y="41387"/>
                </a:lnTo>
                <a:lnTo>
                  <a:pt x="432374" y="26625"/>
                </a:lnTo>
                <a:lnTo>
                  <a:pt x="440875" y="26625"/>
                </a:lnTo>
                <a:lnTo>
                  <a:pt x="440875" y="12653"/>
                </a:lnTo>
                <a:lnTo>
                  <a:pt x="459460" y="1713"/>
                </a:lnTo>
                <a:lnTo>
                  <a:pt x="459460" y="26625"/>
                </a:lnTo>
                <a:lnTo>
                  <a:pt x="472114" y="26625"/>
                </a:lnTo>
                <a:close/>
                <a:moveTo>
                  <a:pt x="525496" y="74339"/>
                </a:moveTo>
                <a:lnTo>
                  <a:pt x="543949" y="77502"/>
                </a:lnTo>
                <a:cubicBezTo>
                  <a:pt x="541576" y="84246"/>
                  <a:pt x="537831" y="89381"/>
                  <a:pt x="532712" y="92907"/>
                </a:cubicBezTo>
                <a:cubicBezTo>
                  <a:pt x="527594" y="96433"/>
                  <a:pt x="521190" y="98196"/>
                  <a:pt x="513501" y="98196"/>
                </a:cubicBezTo>
                <a:cubicBezTo>
                  <a:pt x="501331" y="98196"/>
                  <a:pt x="492324" y="94220"/>
                  <a:pt x="486481" y="86267"/>
                </a:cubicBezTo>
                <a:cubicBezTo>
                  <a:pt x="481868" y="79897"/>
                  <a:pt x="479561" y="71857"/>
                  <a:pt x="479561" y="62147"/>
                </a:cubicBezTo>
                <a:cubicBezTo>
                  <a:pt x="479561" y="50548"/>
                  <a:pt x="482593" y="41464"/>
                  <a:pt x="488656" y="34896"/>
                </a:cubicBezTo>
                <a:cubicBezTo>
                  <a:pt x="494719" y="28327"/>
                  <a:pt x="502386" y="25043"/>
                  <a:pt x="511656" y="25043"/>
                </a:cubicBezTo>
                <a:cubicBezTo>
                  <a:pt x="522069" y="25043"/>
                  <a:pt x="530285" y="28481"/>
                  <a:pt x="536304" y="35357"/>
                </a:cubicBezTo>
                <a:cubicBezTo>
                  <a:pt x="542323" y="42233"/>
                  <a:pt x="545201" y="52767"/>
                  <a:pt x="544937" y="66958"/>
                </a:cubicBezTo>
                <a:lnTo>
                  <a:pt x="498541" y="66958"/>
                </a:lnTo>
                <a:cubicBezTo>
                  <a:pt x="498673" y="72450"/>
                  <a:pt x="500167" y="76722"/>
                  <a:pt x="503023" y="79776"/>
                </a:cubicBezTo>
                <a:cubicBezTo>
                  <a:pt x="505878" y="82829"/>
                  <a:pt x="509437" y="84356"/>
                  <a:pt x="513699" y="84356"/>
                </a:cubicBezTo>
                <a:cubicBezTo>
                  <a:pt x="516599" y="84356"/>
                  <a:pt x="519037" y="83565"/>
                  <a:pt x="521014" y="81984"/>
                </a:cubicBezTo>
                <a:cubicBezTo>
                  <a:pt x="522991" y="80402"/>
                  <a:pt x="524485" y="77854"/>
                  <a:pt x="525496" y="74339"/>
                </a:cubicBezTo>
                <a:moveTo>
                  <a:pt x="526550" y="55622"/>
                </a:moveTo>
                <a:cubicBezTo>
                  <a:pt x="526418" y="50284"/>
                  <a:pt x="525034" y="46226"/>
                  <a:pt x="522398" y="43447"/>
                </a:cubicBezTo>
                <a:cubicBezTo>
                  <a:pt x="519762" y="40668"/>
                  <a:pt x="516555" y="39278"/>
                  <a:pt x="512776" y="39278"/>
                </a:cubicBezTo>
                <a:cubicBezTo>
                  <a:pt x="508734" y="39278"/>
                  <a:pt x="505395" y="40744"/>
                  <a:pt x="502759" y="43675"/>
                </a:cubicBezTo>
                <a:cubicBezTo>
                  <a:pt x="500123" y="46608"/>
                  <a:pt x="498827" y="50590"/>
                  <a:pt x="498871" y="55622"/>
                </a:cubicBezTo>
                <a:lnTo>
                  <a:pt x="526550" y="55622"/>
                </a:lnTo>
                <a:close/>
                <a:moveTo>
                  <a:pt x="560008" y="96614"/>
                </a:moveTo>
                <a:lnTo>
                  <a:pt x="560008" y="78029"/>
                </a:lnTo>
                <a:lnTo>
                  <a:pt x="578526" y="78029"/>
                </a:lnTo>
                <a:lnTo>
                  <a:pt x="578526" y="96614"/>
                </a:lnTo>
                <a:lnTo>
                  <a:pt x="560008" y="96614"/>
                </a:lnTo>
                <a:close/>
                <a:moveTo>
                  <a:pt x="657978" y="96614"/>
                </a:moveTo>
                <a:lnTo>
                  <a:pt x="657978" y="11401"/>
                </a:lnTo>
                <a:lnTo>
                  <a:pt x="626147" y="11401"/>
                </a:lnTo>
                <a:lnTo>
                  <a:pt x="626147" y="0"/>
                </a:lnTo>
                <a:lnTo>
                  <a:pt x="702726" y="0"/>
                </a:lnTo>
                <a:lnTo>
                  <a:pt x="702726" y="11401"/>
                </a:lnTo>
                <a:lnTo>
                  <a:pt x="670763" y="11401"/>
                </a:lnTo>
                <a:lnTo>
                  <a:pt x="670763" y="96614"/>
                </a:lnTo>
                <a:lnTo>
                  <a:pt x="657978" y="96614"/>
                </a:lnTo>
                <a:close/>
                <a:moveTo>
                  <a:pt x="714347" y="96614"/>
                </a:moveTo>
                <a:lnTo>
                  <a:pt x="714347" y="0"/>
                </a:lnTo>
                <a:lnTo>
                  <a:pt x="726210" y="0"/>
                </a:lnTo>
                <a:lnTo>
                  <a:pt x="726210" y="34665"/>
                </a:lnTo>
                <a:cubicBezTo>
                  <a:pt x="731746" y="28251"/>
                  <a:pt x="738732" y="25043"/>
                  <a:pt x="747167" y="25043"/>
                </a:cubicBezTo>
                <a:cubicBezTo>
                  <a:pt x="752352" y="25043"/>
                  <a:pt x="756855" y="26065"/>
                  <a:pt x="760677" y="28108"/>
                </a:cubicBezTo>
                <a:cubicBezTo>
                  <a:pt x="764500" y="30151"/>
                  <a:pt x="767235" y="32974"/>
                  <a:pt x="768882" y="36576"/>
                </a:cubicBezTo>
                <a:cubicBezTo>
                  <a:pt x="770530" y="40179"/>
                  <a:pt x="771354" y="45407"/>
                  <a:pt x="771354" y="52261"/>
                </a:cubicBezTo>
                <a:lnTo>
                  <a:pt x="771354" y="96614"/>
                </a:lnTo>
                <a:lnTo>
                  <a:pt x="759491" y="96614"/>
                </a:lnTo>
                <a:lnTo>
                  <a:pt x="759491" y="52261"/>
                </a:lnTo>
                <a:cubicBezTo>
                  <a:pt x="759491" y="46330"/>
                  <a:pt x="758206" y="42013"/>
                  <a:pt x="755636" y="39311"/>
                </a:cubicBezTo>
                <a:cubicBezTo>
                  <a:pt x="753066" y="36609"/>
                  <a:pt x="749430" y="35258"/>
                  <a:pt x="744729" y="35258"/>
                </a:cubicBezTo>
                <a:cubicBezTo>
                  <a:pt x="741214" y="35258"/>
                  <a:pt x="737908" y="36170"/>
                  <a:pt x="734810" y="37993"/>
                </a:cubicBezTo>
                <a:cubicBezTo>
                  <a:pt x="731713" y="39817"/>
                  <a:pt x="729505" y="42288"/>
                  <a:pt x="728187" y="45407"/>
                </a:cubicBezTo>
                <a:cubicBezTo>
                  <a:pt x="726869" y="48527"/>
                  <a:pt x="726210" y="52832"/>
                  <a:pt x="726210" y="58324"/>
                </a:cubicBezTo>
                <a:lnTo>
                  <a:pt x="726210" y="96614"/>
                </a:lnTo>
                <a:lnTo>
                  <a:pt x="714347" y="96614"/>
                </a:lnTo>
                <a:close/>
                <a:moveTo>
                  <a:pt x="837302" y="74075"/>
                </a:moveTo>
                <a:lnTo>
                  <a:pt x="849560" y="75591"/>
                </a:lnTo>
                <a:cubicBezTo>
                  <a:pt x="847627" y="82753"/>
                  <a:pt x="844046" y="88310"/>
                  <a:pt x="838818" y="92265"/>
                </a:cubicBezTo>
                <a:cubicBezTo>
                  <a:pt x="833590" y="96219"/>
                  <a:pt x="826912" y="98196"/>
                  <a:pt x="818784" y="98196"/>
                </a:cubicBezTo>
                <a:cubicBezTo>
                  <a:pt x="808547" y="98196"/>
                  <a:pt x="800430" y="95043"/>
                  <a:pt x="794432" y="88739"/>
                </a:cubicBezTo>
                <a:cubicBezTo>
                  <a:pt x="788435" y="82434"/>
                  <a:pt x="785437" y="73592"/>
                  <a:pt x="785437" y="62213"/>
                </a:cubicBezTo>
                <a:cubicBezTo>
                  <a:pt x="785437" y="50438"/>
                  <a:pt x="788468" y="41299"/>
                  <a:pt x="794531" y="34797"/>
                </a:cubicBezTo>
                <a:cubicBezTo>
                  <a:pt x="800594" y="28294"/>
                  <a:pt x="808459" y="25043"/>
                  <a:pt x="818125" y="25043"/>
                </a:cubicBezTo>
                <a:cubicBezTo>
                  <a:pt x="827483" y="25043"/>
                  <a:pt x="835128" y="28224"/>
                  <a:pt x="841059" y="34585"/>
                </a:cubicBezTo>
                <a:cubicBezTo>
                  <a:pt x="846990" y="40944"/>
                  <a:pt x="849956" y="49892"/>
                  <a:pt x="849956" y="61428"/>
                </a:cubicBezTo>
                <a:cubicBezTo>
                  <a:pt x="849956" y="62130"/>
                  <a:pt x="849934" y="63182"/>
                  <a:pt x="849890" y="64585"/>
                </a:cubicBezTo>
                <a:lnTo>
                  <a:pt x="797695" y="64585"/>
                </a:lnTo>
                <a:cubicBezTo>
                  <a:pt x="798134" y="72252"/>
                  <a:pt x="800309" y="78123"/>
                  <a:pt x="804219" y="82198"/>
                </a:cubicBezTo>
                <a:cubicBezTo>
                  <a:pt x="808129" y="86273"/>
                  <a:pt x="813006" y="88310"/>
                  <a:pt x="818849" y="88310"/>
                </a:cubicBezTo>
                <a:cubicBezTo>
                  <a:pt x="823199" y="88310"/>
                  <a:pt x="826912" y="87179"/>
                  <a:pt x="829987" y="84916"/>
                </a:cubicBezTo>
                <a:cubicBezTo>
                  <a:pt x="833063" y="82652"/>
                  <a:pt x="835501" y="79039"/>
                  <a:pt x="837302" y="74075"/>
                </a:cubicBezTo>
                <a:moveTo>
                  <a:pt x="798354" y="54700"/>
                </a:moveTo>
                <a:lnTo>
                  <a:pt x="837434" y="54700"/>
                </a:lnTo>
                <a:cubicBezTo>
                  <a:pt x="836907" y="48908"/>
                  <a:pt x="835413" y="44565"/>
                  <a:pt x="832953" y="41669"/>
                </a:cubicBezTo>
                <a:cubicBezTo>
                  <a:pt x="829174" y="37176"/>
                  <a:pt x="824276" y="34929"/>
                  <a:pt x="818256" y="34929"/>
                </a:cubicBezTo>
                <a:cubicBezTo>
                  <a:pt x="812808" y="34929"/>
                  <a:pt x="808228" y="36723"/>
                  <a:pt x="804516" y="40310"/>
                </a:cubicBezTo>
                <a:cubicBezTo>
                  <a:pt x="800803" y="43896"/>
                  <a:pt x="798749" y="48693"/>
                  <a:pt x="798354" y="54700"/>
                </a:cubicBezTo>
                <a:close/>
                <a:moveTo>
                  <a:pt x="904130" y="96614"/>
                </a:moveTo>
                <a:lnTo>
                  <a:pt x="904130" y="0"/>
                </a:lnTo>
                <a:lnTo>
                  <a:pt x="969308" y="0"/>
                </a:lnTo>
                <a:lnTo>
                  <a:pt x="969308" y="11401"/>
                </a:lnTo>
                <a:lnTo>
                  <a:pt x="916915" y="11401"/>
                </a:lnTo>
                <a:lnTo>
                  <a:pt x="916915" y="41255"/>
                </a:lnTo>
                <a:lnTo>
                  <a:pt x="962257" y="41255"/>
                </a:lnTo>
                <a:lnTo>
                  <a:pt x="962257" y="52657"/>
                </a:lnTo>
                <a:lnTo>
                  <a:pt x="916915" y="52657"/>
                </a:lnTo>
                <a:lnTo>
                  <a:pt x="916915" y="96614"/>
                </a:lnTo>
                <a:lnTo>
                  <a:pt x="904130" y="96614"/>
                </a:lnTo>
                <a:close/>
                <a:moveTo>
                  <a:pt x="984488" y="13708"/>
                </a:moveTo>
                <a:lnTo>
                  <a:pt x="984488" y="0"/>
                </a:lnTo>
                <a:lnTo>
                  <a:pt x="996350" y="0"/>
                </a:lnTo>
                <a:lnTo>
                  <a:pt x="996350" y="13708"/>
                </a:lnTo>
                <a:lnTo>
                  <a:pt x="984488" y="13708"/>
                </a:lnTo>
                <a:moveTo>
                  <a:pt x="984488" y="96614"/>
                </a:moveTo>
                <a:lnTo>
                  <a:pt x="984488" y="26625"/>
                </a:lnTo>
                <a:lnTo>
                  <a:pt x="996350" y="26625"/>
                </a:lnTo>
                <a:lnTo>
                  <a:pt x="996350" y="96614"/>
                </a:lnTo>
                <a:lnTo>
                  <a:pt x="984488" y="96614"/>
                </a:lnTo>
                <a:close/>
                <a:moveTo>
                  <a:pt x="1014253" y="96614"/>
                </a:moveTo>
                <a:lnTo>
                  <a:pt x="1014253" y="26625"/>
                </a:lnTo>
                <a:lnTo>
                  <a:pt x="1024929" y="26625"/>
                </a:lnTo>
                <a:lnTo>
                  <a:pt x="1024929" y="37169"/>
                </a:lnTo>
                <a:cubicBezTo>
                  <a:pt x="1027653" y="32232"/>
                  <a:pt x="1030169" y="28977"/>
                  <a:pt x="1032475" y="27403"/>
                </a:cubicBezTo>
                <a:cubicBezTo>
                  <a:pt x="1034782" y="25830"/>
                  <a:pt x="1037319" y="25043"/>
                  <a:pt x="1040087" y="25043"/>
                </a:cubicBezTo>
                <a:cubicBezTo>
                  <a:pt x="1044085" y="25043"/>
                  <a:pt x="1048149" y="26312"/>
                  <a:pt x="1052279" y="28849"/>
                </a:cubicBezTo>
                <a:lnTo>
                  <a:pt x="1048193" y="39806"/>
                </a:lnTo>
                <a:cubicBezTo>
                  <a:pt x="1045293" y="38092"/>
                  <a:pt x="1042394" y="37235"/>
                  <a:pt x="1039494" y="37235"/>
                </a:cubicBezTo>
                <a:cubicBezTo>
                  <a:pt x="1036902" y="37235"/>
                  <a:pt x="1034573" y="38017"/>
                  <a:pt x="1032508" y="39579"/>
                </a:cubicBezTo>
                <a:cubicBezTo>
                  <a:pt x="1030443" y="41140"/>
                  <a:pt x="1028971" y="43306"/>
                  <a:pt x="1028093" y="46077"/>
                </a:cubicBezTo>
                <a:cubicBezTo>
                  <a:pt x="1026775" y="50299"/>
                  <a:pt x="1026116" y="54917"/>
                  <a:pt x="1026116" y="59931"/>
                </a:cubicBezTo>
                <a:lnTo>
                  <a:pt x="1026116" y="96614"/>
                </a:lnTo>
                <a:lnTo>
                  <a:pt x="1014253" y="96614"/>
                </a:lnTo>
                <a:close/>
                <a:moveTo>
                  <a:pt x="1054585" y="75657"/>
                </a:moveTo>
                <a:lnTo>
                  <a:pt x="1066316" y="73812"/>
                </a:lnTo>
                <a:cubicBezTo>
                  <a:pt x="1066975" y="78492"/>
                  <a:pt x="1068809" y="82079"/>
                  <a:pt x="1071819" y="84572"/>
                </a:cubicBezTo>
                <a:cubicBezTo>
                  <a:pt x="1074828" y="87064"/>
                  <a:pt x="1079035" y="88310"/>
                  <a:pt x="1084439" y="88310"/>
                </a:cubicBezTo>
                <a:cubicBezTo>
                  <a:pt x="1089887" y="88310"/>
                  <a:pt x="1093929" y="87210"/>
                  <a:pt x="1096565" y="85009"/>
                </a:cubicBezTo>
                <a:cubicBezTo>
                  <a:pt x="1099201" y="82807"/>
                  <a:pt x="1100519" y="80224"/>
                  <a:pt x="1100519" y="77261"/>
                </a:cubicBezTo>
                <a:cubicBezTo>
                  <a:pt x="1100519" y="74602"/>
                  <a:pt x="1099355" y="72509"/>
                  <a:pt x="1097027" y="70984"/>
                </a:cubicBezTo>
                <a:cubicBezTo>
                  <a:pt x="1095401" y="69938"/>
                  <a:pt x="1091359" y="68608"/>
                  <a:pt x="1084900" y="66995"/>
                </a:cubicBezTo>
                <a:cubicBezTo>
                  <a:pt x="1076201" y="64797"/>
                  <a:pt x="1070171" y="62895"/>
                  <a:pt x="1066810" y="61290"/>
                </a:cubicBezTo>
                <a:cubicBezTo>
                  <a:pt x="1063449" y="59685"/>
                  <a:pt x="1060901" y="57464"/>
                  <a:pt x="1059165" y="54628"/>
                </a:cubicBezTo>
                <a:cubicBezTo>
                  <a:pt x="1057430" y="51791"/>
                  <a:pt x="1056562" y="48658"/>
                  <a:pt x="1056562" y="45228"/>
                </a:cubicBezTo>
                <a:cubicBezTo>
                  <a:pt x="1056562" y="42106"/>
                  <a:pt x="1057276" y="39214"/>
                  <a:pt x="1058704" y="36554"/>
                </a:cubicBezTo>
                <a:cubicBezTo>
                  <a:pt x="1060132" y="33893"/>
                  <a:pt x="1062076" y="31683"/>
                  <a:pt x="1064536" y="29924"/>
                </a:cubicBezTo>
                <a:cubicBezTo>
                  <a:pt x="1066382" y="28561"/>
                  <a:pt x="1068897" y="27407"/>
                  <a:pt x="1072082" y="26462"/>
                </a:cubicBezTo>
                <a:cubicBezTo>
                  <a:pt x="1075267" y="25516"/>
                  <a:pt x="1078683" y="25043"/>
                  <a:pt x="1082330" y="25043"/>
                </a:cubicBezTo>
                <a:cubicBezTo>
                  <a:pt x="1087822" y="25043"/>
                  <a:pt x="1092644" y="25840"/>
                  <a:pt x="1096796" y="27432"/>
                </a:cubicBezTo>
                <a:cubicBezTo>
                  <a:pt x="1100948" y="29024"/>
                  <a:pt x="1104012" y="31180"/>
                  <a:pt x="1105989" y="33901"/>
                </a:cubicBezTo>
                <a:cubicBezTo>
                  <a:pt x="1107966" y="36621"/>
                  <a:pt x="1109328" y="40259"/>
                  <a:pt x="1110075" y="44814"/>
                </a:cubicBezTo>
                <a:lnTo>
                  <a:pt x="1098476" y="46396"/>
                </a:lnTo>
                <a:cubicBezTo>
                  <a:pt x="1097949" y="42793"/>
                  <a:pt x="1096422" y="39981"/>
                  <a:pt x="1093896" y="37960"/>
                </a:cubicBezTo>
                <a:cubicBezTo>
                  <a:pt x="1091370" y="35939"/>
                  <a:pt x="1087800" y="34929"/>
                  <a:pt x="1083187" y="34929"/>
                </a:cubicBezTo>
                <a:cubicBezTo>
                  <a:pt x="1077739" y="34929"/>
                  <a:pt x="1073851" y="35825"/>
                  <a:pt x="1071522" y="37618"/>
                </a:cubicBezTo>
                <a:cubicBezTo>
                  <a:pt x="1069193" y="39410"/>
                  <a:pt x="1068029" y="41509"/>
                  <a:pt x="1068029" y="43914"/>
                </a:cubicBezTo>
                <a:cubicBezTo>
                  <a:pt x="1068029" y="45444"/>
                  <a:pt x="1068512" y="46821"/>
                  <a:pt x="1069479" y="48046"/>
                </a:cubicBezTo>
                <a:cubicBezTo>
                  <a:pt x="1070446" y="49313"/>
                  <a:pt x="1071961" y="50362"/>
                  <a:pt x="1074026" y="51192"/>
                </a:cubicBezTo>
                <a:cubicBezTo>
                  <a:pt x="1075213" y="51630"/>
                  <a:pt x="1078705" y="52636"/>
                  <a:pt x="1084505" y="54210"/>
                </a:cubicBezTo>
                <a:cubicBezTo>
                  <a:pt x="1092897" y="56449"/>
                  <a:pt x="1098751" y="58282"/>
                  <a:pt x="1102068" y="59708"/>
                </a:cubicBezTo>
                <a:cubicBezTo>
                  <a:pt x="1105385" y="61135"/>
                  <a:pt x="1107988" y="63209"/>
                  <a:pt x="1109878" y="65932"/>
                </a:cubicBezTo>
                <a:cubicBezTo>
                  <a:pt x="1111767" y="68653"/>
                  <a:pt x="1112712" y="72033"/>
                  <a:pt x="1112712" y="76071"/>
                </a:cubicBezTo>
                <a:cubicBezTo>
                  <a:pt x="1112712" y="80022"/>
                  <a:pt x="1111558" y="83743"/>
                  <a:pt x="1109252" y="87233"/>
                </a:cubicBezTo>
                <a:cubicBezTo>
                  <a:pt x="1106945" y="90722"/>
                  <a:pt x="1103617" y="93421"/>
                  <a:pt x="1099267" y="95331"/>
                </a:cubicBezTo>
                <a:cubicBezTo>
                  <a:pt x="1094918" y="97241"/>
                  <a:pt x="1089997" y="98196"/>
                  <a:pt x="1084505" y="98196"/>
                </a:cubicBezTo>
                <a:cubicBezTo>
                  <a:pt x="1075410" y="98196"/>
                  <a:pt x="1068479" y="96301"/>
                  <a:pt x="1063712" y="92512"/>
                </a:cubicBezTo>
                <a:cubicBezTo>
                  <a:pt x="1058945" y="88722"/>
                  <a:pt x="1055903" y="83104"/>
                  <a:pt x="1054585" y="75657"/>
                </a:cubicBezTo>
                <a:close/>
                <a:moveTo>
                  <a:pt x="1152715" y="86136"/>
                </a:moveTo>
                <a:lnTo>
                  <a:pt x="1154429" y="96614"/>
                </a:lnTo>
                <a:cubicBezTo>
                  <a:pt x="1151090" y="97229"/>
                  <a:pt x="1148102" y="97537"/>
                  <a:pt x="1145466" y="97537"/>
                </a:cubicBezTo>
                <a:cubicBezTo>
                  <a:pt x="1141160" y="97537"/>
                  <a:pt x="1137821" y="96856"/>
                  <a:pt x="1135449" y="95494"/>
                </a:cubicBezTo>
                <a:cubicBezTo>
                  <a:pt x="1133076" y="94132"/>
                  <a:pt x="1131406" y="92341"/>
                  <a:pt x="1130440" y="90123"/>
                </a:cubicBezTo>
                <a:cubicBezTo>
                  <a:pt x="1129473" y="87904"/>
                  <a:pt x="1128990" y="83236"/>
                  <a:pt x="1128990" y="76118"/>
                </a:cubicBezTo>
                <a:lnTo>
                  <a:pt x="1128990" y="35851"/>
                </a:lnTo>
                <a:lnTo>
                  <a:pt x="1120291" y="35851"/>
                </a:lnTo>
                <a:lnTo>
                  <a:pt x="1120291" y="26625"/>
                </a:lnTo>
                <a:lnTo>
                  <a:pt x="1128990" y="26625"/>
                </a:lnTo>
                <a:lnTo>
                  <a:pt x="1128990" y="9245"/>
                </a:lnTo>
                <a:lnTo>
                  <a:pt x="1140787" y="2109"/>
                </a:lnTo>
                <a:lnTo>
                  <a:pt x="1140787" y="26625"/>
                </a:lnTo>
                <a:lnTo>
                  <a:pt x="1152715" y="26625"/>
                </a:lnTo>
                <a:lnTo>
                  <a:pt x="1152715" y="35851"/>
                </a:lnTo>
                <a:lnTo>
                  <a:pt x="1140787" y="35851"/>
                </a:lnTo>
                <a:lnTo>
                  <a:pt x="1140787" y="76777"/>
                </a:lnTo>
                <a:cubicBezTo>
                  <a:pt x="1140787" y="80160"/>
                  <a:pt x="1140995" y="82335"/>
                  <a:pt x="1141413" y="83302"/>
                </a:cubicBezTo>
                <a:cubicBezTo>
                  <a:pt x="1141830" y="84268"/>
                  <a:pt x="1142511" y="85037"/>
                  <a:pt x="1143456" y="85608"/>
                </a:cubicBezTo>
                <a:cubicBezTo>
                  <a:pt x="1144400" y="86179"/>
                  <a:pt x="1145751" y="86465"/>
                  <a:pt x="1147509" y="86465"/>
                </a:cubicBezTo>
                <a:cubicBezTo>
                  <a:pt x="1148827" y="86465"/>
                  <a:pt x="1150562" y="86355"/>
                  <a:pt x="1152715" y="86136"/>
                </a:cubicBezTo>
                <a:close/>
                <a:moveTo>
                  <a:pt x="1185270" y="96614"/>
                </a:moveTo>
                <a:lnTo>
                  <a:pt x="1222374" y="0"/>
                </a:lnTo>
                <a:lnTo>
                  <a:pt x="1236148" y="0"/>
                </a:lnTo>
                <a:lnTo>
                  <a:pt x="1275690" y="96614"/>
                </a:lnTo>
                <a:lnTo>
                  <a:pt x="1261125" y="96614"/>
                </a:lnTo>
                <a:lnTo>
                  <a:pt x="1249856" y="67485"/>
                </a:lnTo>
                <a:lnTo>
                  <a:pt x="1209457" y="67485"/>
                </a:lnTo>
                <a:lnTo>
                  <a:pt x="1198846" y="96614"/>
                </a:lnTo>
                <a:lnTo>
                  <a:pt x="1185270" y="96614"/>
                </a:lnTo>
                <a:moveTo>
                  <a:pt x="1213147" y="56940"/>
                </a:moveTo>
                <a:lnTo>
                  <a:pt x="1245901" y="56940"/>
                </a:lnTo>
                <a:lnTo>
                  <a:pt x="1235818" y="30184"/>
                </a:lnTo>
                <a:cubicBezTo>
                  <a:pt x="1232743" y="22056"/>
                  <a:pt x="1230458" y="15377"/>
                  <a:pt x="1228964" y="10149"/>
                </a:cubicBezTo>
                <a:cubicBezTo>
                  <a:pt x="1227734" y="16344"/>
                  <a:pt x="1225999" y="22495"/>
                  <a:pt x="1223758" y="28602"/>
                </a:cubicBezTo>
                <a:lnTo>
                  <a:pt x="1213147" y="56940"/>
                </a:lnTo>
                <a:close/>
                <a:moveTo>
                  <a:pt x="1284389" y="96614"/>
                </a:moveTo>
                <a:lnTo>
                  <a:pt x="1284389" y="26625"/>
                </a:lnTo>
                <a:lnTo>
                  <a:pt x="1295000" y="26625"/>
                </a:lnTo>
                <a:lnTo>
                  <a:pt x="1295000" y="36379"/>
                </a:lnTo>
                <a:cubicBezTo>
                  <a:pt x="1297197" y="32971"/>
                  <a:pt x="1300118" y="30230"/>
                  <a:pt x="1303765" y="28155"/>
                </a:cubicBezTo>
                <a:cubicBezTo>
                  <a:pt x="1307412" y="26081"/>
                  <a:pt x="1311564" y="25043"/>
                  <a:pt x="1316221" y="25043"/>
                </a:cubicBezTo>
                <a:cubicBezTo>
                  <a:pt x="1321405" y="25043"/>
                  <a:pt x="1325656" y="26114"/>
                  <a:pt x="1328973" y="28256"/>
                </a:cubicBezTo>
                <a:cubicBezTo>
                  <a:pt x="1332290" y="30397"/>
                  <a:pt x="1334630" y="33390"/>
                  <a:pt x="1335992" y="37235"/>
                </a:cubicBezTo>
                <a:cubicBezTo>
                  <a:pt x="1341528" y="29107"/>
                  <a:pt x="1348733" y="25043"/>
                  <a:pt x="1357608" y="25043"/>
                </a:cubicBezTo>
                <a:cubicBezTo>
                  <a:pt x="1364550" y="25043"/>
                  <a:pt x="1369888" y="26965"/>
                  <a:pt x="1373622" y="30810"/>
                </a:cubicBezTo>
                <a:cubicBezTo>
                  <a:pt x="1377357" y="34654"/>
                  <a:pt x="1379224" y="40574"/>
                  <a:pt x="1379224" y="48571"/>
                </a:cubicBezTo>
                <a:lnTo>
                  <a:pt x="1379224" y="96614"/>
                </a:lnTo>
                <a:lnTo>
                  <a:pt x="1367428" y="96614"/>
                </a:lnTo>
                <a:lnTo>
                  <a:pt x="1367428" y="52478"/>
                </a:lnTo>
                <a:cubicBezTo>
                  <a:pt x="1367428" y="47727"/>
                  <a:pt x="1367043" y="44308"/>
                  <a:pt x="1366274" y="42219"/>
                </a:cubicBezTo>
                <a:cubicBezTo>
                  <a:pt x="1365505" y="40130"/>
                  <a:pt x="1364110" y="38447"/>
                  <a:pt x="1362089" y="37171"/>
                </a:cubicBezTo>
                <a:cubicBezTo>
                  <a:pt x="1360068" y="35896"/>
                  <a:pt x="1357696" y="35258"/>
                  <a:pt x="1354972" y="35258"/>
                </a:cubicBezTo>
                <a:cubicBezTo>
                  <a:pt x="1350051" y="35258"/>
                  <a:pt x="1345965" y="36897"/>
                  <a:pt x="1342714" y="40174"/>
                </a:cubicBezTo>
                <a:cubicBezTo>
                  <a:pt x="1339463" y="43450"/>
                  <a:pt x="1337837" y="48695"/>
                  <a:pt x="1337837" y="55909"/>
                </a:cubicBezTo>
                <a:lnTo>
                  <a:pt x="1337837" y="96614"/>
                </a:lnTo>
                <a:lnTo>
                  <a:pt x="1325974" y="96614"/>
                </a:lnTo>
                <a:lnTo>
                  <a:pt x="1325974" y="51091"/>
                </a:lnTo>
                <a:cubicBezTo>
                  <a:pt x="1325974" y="45814"/>
                  <a:pt x="1325008" y="41855"/>
                  <a:pt x="1323075" y="39217"/>
                </a:cubicBezTo>
                <a:cubicBezTo>
                  <a:pt x="1321142" y="36578"/>
                  <a:pt x="1317978" y="35258"/>
                  <a:pt x="1313585" y="35258"/>
                </a:cubicBezTo>
                <a:cubicBezTo>
                  <a:pt x="1310245" y="35258"/>
                  <a:pt x="1307159" y="36138"/>
                  <a:pt x="1304325" y="37898"/>
                </a:cubicBezTo>
                <a:cubicBezTo>
                  <a:pt x="1301491" y="39657"/>
                  <a:pt x="1299437" y="42230"/>
                  <a:pt x="1298163" y="45617"/>
                </a:cubicBezTo>
                <a:cubicBezTo>
                  <a:pt x="1296889" y="49003"/>
                  <a:pt x="1296252" y="53885"/>
                  <a:pt x="1296252" y="60262"/>
                </a:cubicBezTo>
                <a:lnTo>
                  <a:pt x="1296252" y="96614"/>
                </a:lnTo>
                <a:lnTo>
                  <a:pt x="1284389" y="96614"/>
                </a:lnTo>
                <a:close/>
                <a:moveTo>
                  <a:pt x="1444731" y="74075"/>
                </a:moveTo>
                <a:lnTo>
                  <a:pt x="1456989" y="75591"/>
                </a:lnTo>
                <a:cubicBezTo>
                  <a:pt x="1455056" y="82753"/>
                  <a:pt x="1451476" y="88310"/>
                  <a:pt x="1446247" y="92265"/>
                </a:cubicBezTo>
                <a:cubicBezTo>
                  <a:pt x="1441019" y="96219"/>
                  <a:pt x="1434341" y="98196"/>
                  <a:pt x="1426213" y="98196"/>
                </a:cubicBezTo>
                <a:cubicBezTo>
                  <a:pt x="1415976" y="98196"/>
                  <a:pt x="1407859" y="95043"/>
                  <a:pt x="1401861" y="88739"/>
                </a:cubicBezTo>
                <a:cubicBezTo>
                  <a:pt x="1395864" y="82434"/>
                  <a:pt x="1392866" y="73592"/>
                  <a:pt x="1392866" y="62213"/>
                </a:cubicBezTo>
                <a:cubicBezTo>
                  <a:pt x="1392866" y="50438"/>
                  <a:pt x="1395897" y="41299"/>
                  <a:pt x="1401960" y="34797"/>
                </a:cubicBezTo>
                <a:cubicBezTo>
                  <a:pt x="1408023" y="28294"/>
                  <a:pt x="1415888" y="25043"/>
                  <a:pt x="1425554" y="25043"/>
                </a:cubicBezTo>
                <a:cubicBezTo>
                  <a:pt x="1434912" y="25043"/>
                  <a:pt x="1442557" y="28224"/>
                  <a:pt x="1448488" y="34585"/>
                </a:cubicBezTo>
                <a:cubicBezTo>
                  <a:pt x="1454419" y="40944"/>
                  <a:pt x="1457385" y="49892"/>
                  <a:pt x="1457385" y="61428"/>
                </a:cubicBezTo>
                <a:cubicBezTo>
                  <a:pt x="1457385" y="62130"/>
                  <a:pt x="1457363" y="63182"/>
                  <a:pt x="1457319" y="64585"/>
                </a:cubicBezTo>
                <a:lnTo>
                  <a:pt x="1405124" y="64585"/>
                </a:lnTo>
                <a:cubicBezTo>
                  <a:pt x="1405563" y="72252"/>
                  <a:pt x="1407738" y="78123"/>
                  <a:pt x="1411648" y="82198"/>
                </a:cubicBezTo>
                <a:cubicBezTo>
                  <a:pt x="1415558" y="86273"/>
                  <a:pt x="1420435" y="88310"/>
                  <a:pt x="1426279" y="88310"/>
                </a:cubicBezTo>
                <a:cubicBezTo>
                  <a:pt x="1430628" y="88310"/>
                  <a:pt x="1434341" y="87179"/>
                  <a:pt x="1437416" y="84916"/>
                </a:cubicBezTo>
                <a:cubicBezTo>
                  <a:pt x="1440492" y="82652"/>
                  <a:pt x="1442930" y="79039"/>
                  <a:pt x="1444731" y="74075"/>
                </a:cubicBezTo>
                <a:moveTo>
                  <a:pt x="1405783" y="54700"/>
                </a:moveTo>
                <a:lnTo>
                  <a:pt x="1444863" y="54700"/>
                </a:lnTo>
                <a:cubicBezTo>
                  <a:pt x="1444336" y="48908"/>
                  <a:pt x="1442842" y="44565"/>
                  <a:pt x="1440382" y="41669"/>
                </a:cubicBezTo>
                <a:cubicBezTo>
                  <a:pt x="1436603" y="37176"/>
                  <a:pt x="1431705" y="34929"/>
                  <a:pt x="1425685" y="34929"/>
                </a:cubicBezTo>
                <a:cubicBezTo>
                  <a:pt x="1420237" y="34929"/>
                  <a:pt x="1415657" y="36723"/>
                  <a:pt x="1411945" y="40310"/>
                </a:cubicBezTo>
                <a:cubicBezTo>
                  <a:pt x="1408232" y="43896"/>
                  <a:pt x="1406178" y="48693"/>
                  <a:pt x="1405783" y="54700"/>
                </a:cubicBezTo>
                <a:close/>
                <a:moveTo>
                  <a:pt x="1471863" y="96614"/>
                </a:moveTo>
                <a:lnTo>
                  <a:pt x="1471863" y="26625"/>
                </a:lnTo>
                <a:lnTo>
                  <a:pt x="1482539" y="26625"/>
                </a:lnTo>
                <a:lnTo>
                  <a:pt x="1482539" y="36510"/>
                </a:lnTo>
                <a:cubicBezTo>
                  <a:pt x="1487679" y="28866"/>
                  <a:pt x="1495104" y="25043"/>
                  <a:pt x="1504814" y="25043"/>
                </a:cubicBezTo>
                <a:cubicBezTo>
                  <a:pt x="1509032" y="25043"/>
                  <a:pt x="1512909" y="25801"/>
                  <a:pt x="1516446" y="27317"/>
                </a:cubicBezTo>
                <a:cubicBezTo>
                  <a:pt x="1519983" y="28833"/>
                  <a:pt x="1522630" y="30821"/>
                  <a:pt x="1524387" y="33281"/>
                </a:cubicBezTo>
                <a:cubicBezTo>
                  <a:pt x="1526145" y="35742"/>
                  <a:pt x="1527375" y="38663"/>
                  <a:pt x="1528078" y="42046"/>
                </a:cubicBezTo>
                <a:cubicBezTo>
                  <a:pt x="1528517" y="44243"/>
                  <a:pt x="1528737" y="48087"/>
                  <a:pt x="1528737" y="53579"/>
                </a:cubicBezTo>
                <a:lnTo>
                  <a:pt x="1528737" y="96614"/>
                </a:lnTo>
                <a:lnTo>
                  <a:pt x="1516875" y="96614"/>
                </a:lnTo>
                <a:lnTo>
                  <a:pt x="1516875" y="53995"/>
                </a:lnTo>
                <a:cubicBezTo>
                  <a:pt x="1516875" y="49157"/>
                  <a:pt x="1516413" y="45539"/>
                  <a:pt x="1515491" y="43142"/>
                </a:cubicBezTo>
                <a:cubicBezTo>
                  <a:pt x="1514568" y="40745"/>
                  <a:pt x="1512931" y="38831"/>
                  <a:pt x="1510581" y="37402"/>
                </a:cubicBezTo>
                <a:cubicBezTo>
                  <a:pt x="1508230" y="35973"/>
                  <a:pt x="1505473" y="35258"/>
                  <a:pt x="1502310" y="35258"/>
                </a:cubicBezTo>
                <a:cubicBezTo>
                  <a:pt x="1497257" y="35258"/>
                  <a:pt x="1492897" y="36864"/>
                  <a:pt x="1489228" y="40075"/>
                </a:cubicBezTo>
                <a:cubicBezTo>
                  <a:pt x="1485559" y="43285"/>
                  <a:pt x="1483725" y="49377"/>
                  <a:pt x="1483725" y="58349"/>
                </a:cubicBezTo>
                <a:lnTo>
                  <a:pt x="1483725" y="96614"/>
                </a:lnTo>
                <a:lnTo>
                  <a:pt x="1471863" y="96614"/>
                </a:lnTo>
                <a:close/>
                <a:moveTo>
                  <a:pt x="1592314" y="96614"/>
                </a:moveTo>
                <a:lnTo>
                  <a:pt x="1592314" y="87783"/>
                </a:lnTo>
                <a:cubicBezTo>
                  <a:pt x="1587876" y="94725"/>
                  <a:pt x="1581352" y="98196"/>
                  <a:pt x="1572740" y="98196"/>
                </a:cubicBezTo>
                <a:cubicBezTo>
                  <a:pt x="1567161" y="98196"/>
                  <a:pt x="1562031" y="96658"/>
                  <a:pt x="1557352" y="93583"/>
                </a:cubicBezTo>
                <a:cubicBezTo>
                  <a:pt x="1552673" y="90507"/>
                  <a:pt x="1549048" y="86212"/>
                  <a:pt x="1546478" y="80699"/>
                </a:cubicBezTo>
                <a:cubicBezTo>
                  <a:pt x="1543908" y="75185"/>
                  <a:pt x="1542623" y="68847"/>
                  <a:pt x="1542623" y="61685"/>
                </a:cubicBezTo>
                <a:cubicBezTo>
                  <a:pt x="1542623" y="54700"/>
                  <a:pt x="1543787" y="48362"/>
                  <a:pt x="1546115" y="42672"/>
                </a:cubicBezTo>
                <a:cubicBezTo>
                  <a:pt x="1548444" y="36983"/>
                  <a:pt x="1551937" y="32622"/>
                  <a:pt x="1556594" y="29591"/>
                </a:cubicBezTo>
                <a:cubicBezTo>
                  <a:pt x="1561251" y="26559"/>
                  <a:pt x="1566458" y="25043"/>
                  <a:pt x="1572213" y="25043"/>
                </a:cubicBezTo>
                <a:cubicBezTo>
                  <a:pt x="1576431" y="25043"/>
                  <a:pt x="1580187" y="25933"/>
                  <a:pt x="1583483" y="27712"/>
                </a:cubicBezTo>
                <a:cubicBezTo>
                  <a:pt x="1586778" y="29492"/>
                  <a:pt x="1589458" y="31809"/>
                  <a:pt x="1591523" y="34665"/>
                </a:cubicBezTo>
                <a:lnTo>
                  <a:pt x="1591523" y="0"/>
                </a:lnTo>
                <a:lnTo>
                  <a:pt x="1603319" y="0"/>
                </a:lnTo>
                <a:lnTo>
                  <a:pt x="1603319" y="96614"/>
                </a:lnTo>
                <a:lnTo>
                  <a:pt x="1592314" y="96614"/>
                </a:lnTo>
                <a:moveTo>
                  <a:pt x="1554815" y="61652"/>
                </a:moveTo>
                <a:cubicBezTo>
                  <a:pt x="1554815" y="70582"/>
                  <a:pt x="1556704" y="77258"/>
                  <a:pt x="1560482" y="81679"/>
                </a:cubicBezTo>
                <a:cubicBezTo>
                  <a:pt x="1564261" y="86100"/>
                  <a:pt x="1568720" y="88310"/>
                  <a:pt x="1573861" y="88310"/>
                </a:cubicBezTo>
                <a:cubicBezTo>
                  <a:pt x="1579045" y="88310"/>
                  <a:pt x="1583450" y="86199"/>
                  <a:pt x="1587074" y="81975"/>
                </a:cubicBezTo>
                <a:cubicBezTo>
                  <a:pt x="1590699" y="77751"/>
                  <a:pt x="1592511" y="71305"/>
                  <a:pt x="1592511" y="62637"/>
                </a:cubicBezTo>
                <a:cubicBezTo>
                  <a:pt x="1592511" y="53095"/>
                  <a:pt x="1590666" y="46091"/>
                  <a:pt x="1586975" y="41626"/>
                </a:cubicBezTo>
                <a:cubicBezTo>
                  <a:pt x="1583285" y="37161"/>
                  <a:pt x="1578738" y="34929"/>
                  <a:pt x="1573333" y="34929"/>
                </a:cubicBezTo>
                <a:cubicBezTo>
                  <a:pt x="1568061" y="34929"/>
                  <a:pt x="1563657" y="37074"/>
                  <a:pt x="1560120" y="41365"/>
                </a:cubicBezTo>
                <a:cubicBezTo>
                  <a:pt x="1556583" y="45654"/>
                  <a:pt x="1554815" y="52416"/>
                  <a:pt x="1554815" y="61652"/>
                </a:cubicBezTo>
                <a:close/>
                <a:moveTo>
                  <a:pt x="1621949" y="96614"/>
                </a:moveTo>
                <a:lnTo>
                  <a:pt x="1621949" y="26625"/>
                </a:lnTo>
                <a:lnTo>
                  <a:pt x="1632559" y="26625"/>
                </a:lnTo>
                <a:lnTo>
                  <a:pt x="1632559" y="36379"/>
                </a:lnTo>
                <a:cubicBezTo>
                  <a:pt x="1634756" y="32971"/>
                  <a:pt x="1637678" y="30230"/>
                  <a:pt x="1641325" y="28155"/>
                </a:cubicBezTo>
                <a:cubicBezTo>
                  <a:pt x="1644971" y="26081"/>
                  <a:pt x="1649123" y="25043"/>
                  <a:pt x="1653780" y="25043"/>
                </a:cubicBezTo>
                <a:cubicBezTo>
                  <a:pt x="1658965" y="25043"/>
                  <a:pt x="1663215" y="26114"/>
                  <a:pt x="1666533" y="28256"/>
                </a:cubicBezTo>
                <a:cubicBezTo>
                  <a:pt x="1669850" y="30397"/>
                  <a:pt x="1672189" y="33390"/>
                  <a:pt x="1673551" y="37235"/>
                </a:cubicBezTo>
                <a:cubicBezTo>
                  <a:pt x="1679087" y="29107"/>
                  <a:pt x="1686293" y="25043"/>
                  <a:pt x="1695168" y="25043"/>
                </a:cubicBezTo>
                <a:cubicBezTo>
                  <a:pt x="1702109" y="25043"/>
                  <a:pt x="1707448" y="26965"/>
                  <a:pt x="1711182" y="30810"/>
                </a:cubicBezTo>
                <a:cubicBezTo>
                  <a:pt x="1714917" y="34654"/>
                  <a:pt x="1716784" y="40574"/>
                  <a:pt x="1716784" y="48571"/>
                </a:cubicBezTo>
                <a:lnTo>
                  <a:pt x="1716784" y="96614"/>
                </a:lnTo>
                <a:lnTo>
                  <a:pt x="1704987" y="96614"/>
                </a:lnTo>
                <a:lnTo>
                  <a:pt x="1704987" y="52478"/>
                </a:lnTo>
                <a:cubicBezTo>
                  <a:pt x="1704987" y="47727"/>
                  <a:pt x="1704603" y="44308"/>
                  <a:pt x="1703834" y="42219"/>
                </a:cubicBezTo>
                <a:cubicBezTo>
                  <a:pt x="1703065" y="40130"/>
                  <a:pt x="1701670" y="38447"/>
                  <a:pt x="1699649" y="37171"/>
                </a:cubicBezTo>
                <a:cubicBezTo>
                  <a:pt x="1697628" y="35896"/>
                  <a:pt x="1695255" y="35258"/>
                  <a:pt x="1692531" y="35258"/>
                </a:cubicBezTo>
                <a:cubicBezTo>
                  <a:pt x="1687611" y="35258"/>
                  <a:pt x="1683525" y="36897"/>
                  <a:pt x="1680273" y="40174"/>
                </a:cubicBezTo>
                <a:cubicBezTo>
                  <a:pt x="1677022" y="43450"/>
                  <a:pt x="1675397" y="48695"/>
                  <a:pt x="1675397" y="55909"/>
                </a:cubicBezTo>
                <a:lnTo>
                  <a:pt x="1675397" y="96614"/>
                </a:lnTo>
                <a:lnTo>
                  <a:pt x="1663534" y="96614"/>
                </a:lnTo>
                <a:lnTo>
                  <a:pt x="1663534" y="51091"/>
                </a:lnTo>
                <a:cubicBezTo>
                  <a:pt x="1663534" y="45814"/>
                  <a:pt x="1662567" y="41855"/>
                  <a:pt x="1660634" y="39217"/>
                </a:cubicBezTo>
                <a:cubicBezTo>
                  <a:pt x="1658701" y="36578"/>
                  <a:pt x="1655538" y="35258"/>
                  <a:pt x="1651144" y="35258"/>
                </a:cubicBezTo>
                <a:cubicBezTo>
                  <a:pt x="1647805" y="35258"/>
                  <a:pt x="1644719" y="36138"/>
                  <a:pt x="1641885" y="37898"/>
                </a:cubicBezTo>
                <a:cubicBezTo>
                  <a:pt x="1639051" y="39657"/>
                  <a:pt x="1636997" y="42230"/>
                  <a:pt x="1635723" y="45617"/>
                </a:cubicBezTo>
                <a:cubicBezTo>
                  <a:pt x="1634449" y="49003"/>
                  <a:pt x="1633812" y="53885"/>
                  <a:pt x="1633812" y="60262"/>
                </a:cubicBezTo>
                <a:lnTo>
                  <a:pt x="1633812" y="96614"/>
                </a:lnTo>
                <a:lnTo>
                  <a:pt x="1621949" y="96614"/>
                </a:lnTo>
                <a:close/>
                <a:moveTo>
                  <a:pt x="1782291" y="74075"/>
                </a:moveTo>
                <a:lnTo>
                  <a:pt x="1794549" y="75591"/>
                </a:lnTo>
                <a:cubicBezTo>
                  <a:pt x="1792616" y="82753"/>
                  <a:pt x="1789035" y="88310"/>
                  <a:pt x="1783807" y="92265"/>
                </a:cubicBezTo>
                <a:cubicBezTo>
                  <a:pt x="1778579" y="96219"/>
                  <a:pt x="1771900" y="98196"/>
                  <a:pt x="1763772" y="98196"/>
                </a:cubicBezTo>
                <a:cubicBezTo>
                  <a:pt x="1753535" y="98196"/>
                  <a:pt x="1745418" y="95043"/>
                  <a:pt x="1739421" y="88739"/>
                </a:cubicBezTo>
                <a:cubicBezTo>
                  <a:pt x="1733424" y="82434"/>
                  <a:pt x="1730425" y="73592"/>
                  <a:pt x="1730425" y="62213"/>
                </a:cubicBezTo>
                <a:cubicBezTo>
                  <a:pt x="1730425" y="50438"/>
                  <a:pt x="1733457" y="41299"/>
                  <a:pt x="1739520" y="34797"/>
                </a:cubicBezTo>
                <a:cubicBezTo>
                  <a:pt x="1745583" y="28294"/>
                  <a:pt x="1753447" y="25043"/>
                  <a:pt x="1763113" y="25043"/>
                </a:cubicBezTo>
                <a:cubicBezTo>
                  <a:pt x="1772471" y="25043"/>
                  <a:pt x="1780116" y="28224"/>
                  <a:pt x="1786048" y="34585"/>
                </a:cubicBezTo>
                <a:cubicBezTo>
                  <a:pt x="1791979" y="40944"/>
                  <a:pt x="1794945" y="49892"/>
                  <a:pt x="1794945" y="61428"/>
                </a:cubicBezTo>
                <a:cubicBezTo>
                  <a:pt x="1794945" y="62130"/>
                  <a:pt x="1794923" y="63182"/>
                  <a:pt x="1794879" y="64585"/>
                </a:cubicBezTo>
                <a:lnTo>
                  <a:pt x="1742683" y="64585"/>
                </a:lnTo>
                <a:cubicBezTo>
                  <a:pt x="1743123" y="72252"/>
                  <a:pt x="1745297" y="78123"/>
                  <a:pt x="1749208" y="82198"/>
                </a:cubicBezTo>
                <a:cubicBezTo>
                  <a:pt x="1753118" y="86273"/>
                  <a:pt x="1757995" y="88310"/>
                  <a:pt x="1763838" y="88310"/>
                </a:cubicBezTo>
                <a:cubicBezTo>
                  <a:pt x="1768188" y="88310"/>
                  <a:pt x="1771900" y="87179"/>
                  <a:pt x="1774976" y="84916"/>
                </a:cubicBezTo>
                <a:cubicBezTo>
                  <a:pt x="1778051" y="82652"/>
                  <a:pt x="1780490" y="79039"/>
                  <a:pt x="1782291" y="74075"/>
                </a:cubicBezTo>
                <a:moveTo>
                  <a:pt x="1743342" y="54700"/>
                </a:moveTo>
                <a:lnTo>
                  <a:pt x="1782423" y="54700"/>
                </a:lnTo>
                <a:cubicBezTo>
                  <a:pt x="1781896" y="48908"/>
                  <a:pt x="1780402" y="44565"/>
                  <a:pt x="1777941" y="41669"/>
                </a:cubicBezTo>
                <a:cubicBezTo>
                  <a:pt x="1774163" y="37176"/>
                  <a:pt x="1769264" y="34929"/>
                  <a:pt x="1763245" y="34929"/>
                </a:cubicBezTo>
                <a:cubicBezTo>
                  <a:pt x="1757797" y="34929"/>
                  <a:pt x="1753217" y="36723"/>
                  <a:pt x="1749504" y="40310"/>
                </a:cubicBezTo>
                <a:cubicBezTo>
                  <a:pt x="1745792" y="43896"/>
                  <a:pt x="1743738" y="48693"/>
                  <a:pt x="1743342" y="54700"/>
                </a:cubicBezTo>
                <a:close/>
                <a:moveTo>
                  <a:pt x="1809423" y="96614"/>
                </a:moveTo>
                <a:lnTo>
                  <a:pt x="1809423" y="26625"/>
                </a:lnTo>
                <a:lnTo>
                  <a:pt x="1820099" y="26625"/>
                </a:lnTo>
                <a:lnTo>
                  <a:pt x="1820099" y="36510"/>
                </a:lnTo>
                <a:cubicBezTo>
                  <a:pt x="1825240" y="28866"/>
                  <a:pt x="1832665" y="25043"/>
                  <a:pt x="1842374" y="25043"/>
                </a:cubicBezTo>
                <a:cubicBezTo>
                  <a:pt x="1846592" y="25043"/>
                  <a:pt x="1850470" y="25801"/>
                  <a:pt x="1854006" y="27317"/>
                </a:cubicBezTo>
                <a:cubicBezTo>
                  <a:pt x="1857543" y="28833"/>
                  <a:pt x="1860190" y="30821"/>
                  <a:pt x="1861948" y="33281"/>
                </a:cubicBezTo>
                <a:cubicBezTo>
                  <a:pt x="1863705" y="35742"/>
                  <a:pt x="1864935" y="38663"/>
                  <a:pt x="1865638" y="42046"/>
                </a:cubicBezTo>
                <a:cubicBezTo>
                  <a:pt x="1866078" y="44243"/>
                  <a:pt x="1866297" y="48087"/>
                  <a:pt x="1866297" y="53579"/>
                </a:cubicBezTo>
                <a:lnTo>
                  <a:pt x="1866297" y="96614"/>
                </a:lnTo>
                <a:lnTo>
                  <a:pt x="1854435" y="96614"/>
                </a:lnTo>
                <a:lnTo>
                  <a:pt x="1854435" y="53995"/>
                </a:lnTo>
                <a:cubicBezTo>
                  <a:pt x="1854435" y="49157"/>
                  <a:pt x="1853973" y="45539"/>
                  <a:pt x="1853051" y="43142"/>
                </a:cubicBezTo>
                <a:cubicBezTo>
                  <a:pt x="1852128" y="40745"/>
                  <a:pt x="1850491" y="38831"/>
                  <a:pt x="1848141" y="37402"/>
                </a:cubicBezTo>
                <a:cubicBezTo>
                  <a:pt x="1845790" y="35973"/>
                  <a:pt x="1843033" y="35258"/>
                  <a:pt x="1839870" y="35258"/>
                </a:cubicBezTo>
                <a:cubicBezTo>
                  <a:pt x="1834818" y="35258"/>
                  <a:pt x="1830457" y="36864"/>
                  <a:pt x="1826788" y="40075"/>
                </a:cubicBezTo>
                <a:cubicBezTo>
                  <a:pt x="1823120" y="43285"/>
                  <a:pt x="1821285" y="49377"/>
                  <a:pt x="1821285" y="58349"/>
                </a:cubicBezTo>
                <a:lnTo>
                  <a:pt x="1821285" y="96614"/>
                </a:lnTo>
                <a:lnTo>
                  <a:pt x="1809423" y="96614"/>
                </a:lnTo>
                <a:close/>
                <a:moveTo>
                  <a:pt x="1910365" y="86136"/>
                </a:moveTo>
                <a:lnTo>
                  <a:pt x="1912079" y="96614"/>
                </a:lnTo>
                <a:cubicBezTo>
                  <a:pt x="1908740" y="97229"/>
                  <a:pt x="1905752" y="97537"/>
                  <a:pt x="1903116" y="97537"/>
                </a:cubicBezTo>
                <a:cubicBezTo>
                  <a:pt x="1898810" y="97537"/>
                  <a:pt x="1895471" y="96856"/>
                  <a:pt x="1893099" y="95494"/>
                </a:cubicBezTo>
                <a:cubicBezTo>
                  <a:pt x="1890726" y="94132"/>
                  <a:pt x="1889057" y="92341"/>
                  <a:pt x="1888090" y="90123"/>
                </a:cubicBezTo>
                <a:cubicBezTo>
                  <a:pt x="1887123" y="87904"/>
                  <a:pt x="1886640" y="83236"/>
                  <a:pt x="1886640" y="76118"/>
                </a:cubicBezTo>
                <a:lnTo>
                  <a:pt x="1886640" y="35851"/>
                </a:lnTo>
                <a:lnTo>
                  <a:pt x="1877941" y="35851"/>
                </a:lnTo>
                <a:lnTo>
                  <a:pt x="1877941" y="26625"/>
                </a:lnTo>
                <a:lnTo>
                  <a:pt x="1886640" y="26625"/>
                </a:lnTo>
                <a:lnTo>
                  <a:pt x="1886640" y="9245"/>
                </a:lnTo>
                <a:lnTo>
                  <a:pt x="1898437" y="2109"/>
                </a:lnTo>
                <a:lnTo>
                  <a:pt x="1898437" y="26625"/>
                </a:lnTo>
                <a:lnTo>
                  <a:pt x="1910365" y="26625"/>
                </a:lnTo>
                <a:lnTo>
                  <a:pt x="1910365" y="35851"/>
                </a:lnTo>
                <a:lnTo>
                  <a:pt x="1898437" y="35851"/>
                </a:lnTo>
                <a:lnTo>
                  <a:pt x="1898437" y="76777"/>
                </a:lnTo>
                <a:cubicBezTo>
                  <a:pt x="1898437" y="80160"/>
                  <a:pt x="1898645" y="82335"/>
                  <a:pt x="1899063" y="83302"/>
                </a:cubicBezTo>
                <a:cubicBezTo>
                  <a:pt x="1899480" y="84268"/>
                  <a:pt x="1900161" y="85037"/>
                  <a:pt x="1901106" y="85608"/>
                </a:cubicBezTo>
                <a:cubicBezTo>
                  <a:pt x="1902050" y="86179"/>
                  <a:pt x="1903402" y="86465"/>
                  <a:pt x="1905159" y="86465"/>
                </a:cubicBezTo>
                <a:cubicBezTo>
                  <a:pt x="1906477" y="86465"/>
                  <a:pt x="1908212" y="86355"/>
                  <a:pt x="1910365" y="86136"/>
                </a:cubicBezTo>
                <a:close/>
                <a:moveTo>
                  <a:pt x="1959509" y="123503"/>
                </a:moveTo>
                <a:lnTo>
                  <a:pt x="1959509" y="26625"/>
                </a:lnTo>
                <a:lnTo>
                  <a:pt x="1970317" y="26625"/>
                </a:lnTo>
                <a:lnTo>
                  <a:pt x="1970317" y="35654"/>
                </a:lnTo>
                <a:cubicBezTo>
                  <a:pt x="1972865" y="32117"/>
                  <a:pt x="1975743" y="29464"/>
                  <a:pt x="1978950" y="27696"/>
                </a:cubicBezTo>
                <a:cubicBezTo>
                  <a:pt x="1982157" y="25927"/>
                  <a:pt x="1986046" y="25043"/>
                  <a:pt x="1990615" y="25043"/>
                </a:cubicBezTo>
                <a:cubicBezTo>
                  <a:pt x="1996590" y="25043"/>
                  <a:pt x="2001863" y="26581"/>
                  <a:pt x="2006432" y="29656"/>
                </a:cubicBezTo>
                <a:cubicBezTo>
                  <a:pt x="2011001" y="32732"/>
                  <a:pt x="2014450" y="37071"/>
                  <a:pt x="2016779" y="42672"/>
                </a:cubicBezTo>
                <a:cubicBezTo>
                  <a:pt x="2019107" y="48274"/>
                  <a:pt x="2020271" y="54414"/>
                  <a:pt x="2020271" y="61092"/>
                </a:cubicBezTo>
                <a:cubicBezTo>
                  <a:pt x="2020271" y="68254"/>
                  <a:pt x="2018986" y="74701"/>
                  <a:pt x="2016416" y="80435"/>
                </a:cubicBezTo>
                <a:cubicBezTo>
                  <a:pt x="2013846" y="86169"/>
                  <a:pt x="2010111" y="90562"/>
                  <a:pt x="2005213" y="93616"/>
                </a:cubicBezTo>
                <a:cubicBezTo>
                  <a:pt x="2000314" y="96669"/>
                  <a:pt x="1995162" y="98196"/>
                  <a:pt x="1989758" y="98196"/>
                </a:cubicBezTo>
                <a:cubicBezTo>
                  <a:pt x="1985804" y="98196"/>
                  <a:pt x="1982256" y="97350"/>
                  <a:pt x="1979115" y="95659"/>
                </a:cubicBezTo>
                <a:cubicBezTo>
                  <a:pt x="1975974" y="93966"/>
                  <a:pt x="1973392" y="91828"/>
                  <a:pt x="1971371" y="89245"/>
                </a:cubicBezTo>
                <a:lnTo>
                  <a:pt x="1971371" y="123503"/>
                </a:lnTo>
                <a:lnTo>
                  <a:pt x="1959509" y="123503"/>
                </a:lnTo>
                <a:moveTo>
                  <a:pt x="1970251" y="61916"/>
                </a:moveTo>
                <a:cubicBezTo>
                  <a:pt x="1970251" y="70912"/>
                  <a:pt x="1972074" y="77560"/>
                  <a:pt x="1975721" y="81860"/>
                </a:cubicBezTo>
                <a:cubicBezTo>
                  <a:pt x="1979368" y="86160"/>
                  <a:pt x="1983783" y="88310"/>
                  <a:pt x="1988967" y="88310"/>
                </a:cubicBezTo>
                <a:cubicBezTo>
                  <a:pt x="1994240" y="88310"/>
                  <a:pt x="1998754" y="86083"/>
                  <a:pt x="2002511" y="81629"/>
                </a:cubicBezTo>
                <a:cubicBezTo>
                  <a:pt x="2006267" y="77175"/>
                  <a:pt x="2008145" y="70275"/>
                  <a:pt x="2008145" y="60928"/>
                </a:cubicBezTo>
                <a:cubicBezTo>
                  <a:pt x="2008145" y="52020"/>
                  <a:pt x="2006311" y="45350"/>
                  <a:pt x="2002642" y="40918"/>
                </a:cubicBezTo>
                <a:cubicBezTo>
                  <a:pt x="1998974" y="36486"/>
                  <a:pt x="1994591" y="34270"/>
                  <a:pt x="1989495" y="34270"/>
                </a:cubicBezTo>
                <a:cubicBezTo>
                  <a:pt x="1984442" y="34270"/>
                  <a:pt x="1979972" y="36628"/>
                  <a:pt x="1976083" y="41346"/>
                </a:cubicBezTo>
                <a:cubicBezTo>
                  <a:pt x="1972195" y="46064"/>
                  <a:pt x="1970251" y="52920"/>
                  <a:pt x="1970251" y="61916"/>
                </a:cubicBezTo>
                <a:close/>
                <a:moveTo>
                  <a:pt x="2034420" y="96614"/>
                </a:moveTo>
                <a:lnTo>
                  <a:pt x="2034420" y="26625"/>
                </a:lnTo>
                <a:lnTo>
                  <a:pt x="2045097" y="26625"/>
                </a:lnTo>
                <a:lnTo>
                  <a:pt x="2045097" y="37169"/>
                </a:lnTo>
                <a:cubicBezTo>
                  <a:pt x="2047821" y="32232"/>
                  <a:pt x="2050336" y="28977"/>
                  <a:pt x="2052643" y="27403"/>
                </a:cubicBezTo>
                <a:cubicBezTo>
                  <a:pt x="2054949" y="25830"/>
                  <a:pt x="2057486" y="25043"/>
                  <a:pt x="2060254" y="25043"/>
                </a:cubicBezTo>
                <a:cubicBezTo>
                  <a:pt x="2064252" y="25043"/>
                  <a:pt x="2068316" y="26312"/>
                  <a:pt x="2072446" y="28849"/>
                </a:cubicBezTo>
                <a:lnTo>
                  <a:pt x="2068360" y="39806"/>
                </a:lnTo>
                <a:cubicBezTo>
                  <a:pt x="2065461" y="38092"/>
                  <a:pt x="2062561" y="37235"/>
                  <a:pt x="2059661" y="37235"/>
                </a:cubicBezTo>
                <a:cubicBezTo>
                  <a:pt x="2057069" y="37235"/>
                  <a:pt x="2054740" y="38017"/>
                  <a:pt x="2052675" y="39579"/>
                </a:cubicBezTo>
                <a:cubicBezTo>
                  <a:pt x="2050610" y="41140"/>
                  <a:pt x="2049139" y="43306"/>
                  <a:pt x="2048260" y="46077"/>
                </a:cubicBezTo>
                <a:cubicBezTo>
                  <a:pt x="2046942" y="50299"/>
                  <a:pt x="2046283" y="54917"/>
                  <a:pt x="2046283" y="59931"/>
                </a:cubicBezTo>
                <a:lnTo>
                  <a:pt x="2046283" y="96614"/>
                </a:lnTo>
                <a:lnTo>
                  <a:pt x="2034420" y="96614"/>
                </a:lnTo>
                <a:close/>
                <a:moveTo>
                  <a:pt x="2075081" y="61620"/>
                </a:moveTo>
                <a:cubicBezTo>
                  <a:pt x="2075081" y="48659"/>
                  <a:pt x="2078684" y="39059"/>
                  <a:pt x="2085889" y="32820"/>
                </a:cubicBezTo>
                <a:cubicBezTo>
                  <a:pt x="2091909" y="27635"/>
                  <a:pt x="2099246" y="25043"/>
                  <a:pt x="2107901" y="25043"/>
                </a:cubicBezTo>
                <a:cubicBezTo>
                  <a:pt x="2117523" y="25043"/>
                  <a:pt x="2125387" y="28196"/>
                  <a:pt x="2131494" y="34500"/>
                </a:cubicBezTo>
                <a:cubicBezTo>
                  <a:pt x="2137602" y="40805"/>
                  <a:pt x="2140655" y="49515"/>
                  <a:pt x="2140655" y="60631"/>
                </a:cubicBezTo>
                <a:cubicBezTo>
                  <a:pt x="2140655" y="69638"/>
                  <a:pt x="2139304" y="76722"/>
                  <a:pt x="2136602" y="81885"/>
                </a:cubicBezTo>
                <a:cubicBezTo>
                  <a:pt x="2133900" y="87047"/>
                  <a:pt x="2129968" y="91056"/>
                  <a:pt x="2124805" y="93912"/>
                </a:cubicBezTo>
                <a:cubicBezTo>
                  <a:pt x="2119643" y="96768"/>
                  <a:pt x="2114008" y="98196"/>
                  <a:pt x="2107901" y="98196"/>
                </a:cubicBezTo>
                <a:cubicBezTo>
                  <a:pt x="2098104" y="98196"/>
                  <a:pt x="2090184" y="95054"/>
                  <a:pt x="2084143" y="88772"/>
                </a:cubicBezTo>
                <a:cubicBezTo>
                  <a:pt x="2078102" y="82489"/>
                  <a:pt x="2075081" y="73438"/>
                  <a:pt x="2075081" y="61620"/>
                </a:cubicBezTo>
                <a:moveTo>
                  <a:pt x="2087273" y="61587"/>
                </a:moveTo>
                <a:cubicBezTo>
                  <a:pt x="2087273" y="70516"/>
                  <a:pt x="2089229" y="77203"/>
                  <a:pt x="2093139" y="81646"/>
                </a:cubicBezTo>
                <a:cubicBezTo>
                  <a:pt x="2097049" y="86089"/>
                  <a:pt x="2101970" y="88310"/>
                  <a:pt x="2107901" y="88310"/>
                </a:cubicBezTo>
                <a:cubicBezTo>
                  <a:pt x="2113788" y="88310"/>
                  <a:pt x="2118687" y="86078"/>
                  <a:pt x="2122598" y="81613"/>
                </a:cubicBezTo>
                <a:cubicBezTo>
                  <a:pt x="2126508" y="77148"/>
                  <a:pt x="2128463" y="70341"/>
                  <a:pt x="2128463" y="61193"/>
                </a:cubicBezTo>
                <a:cubicBezTo>
                  <a:pt x="2128463" y="52570"/>
                  <a:pt x="2126497" y="46036"/>
                  <a:pt x="2122565" y="41593"/>
                </a:cubicBezTo>
                <a:cubicBezTo>
                  <a:pt x="2118632" y="37150"/>
                  <a:pt x="2113745" y="34929"/>
                  <a:pt x="2107901" y="34929"/>
                </a:cubicBezTo>
                <a:cubicBezTo>
                  <a:pt x="2101970" y="34929"/>
                  <a:pt x="2097049" y="37139"/>
                  <a:pt x="2093139" y="41560"/>
                </a:cubicBezTo>
                <a:cubicBezTo>
                  <a:pt x="2089229" y="45981"/>
                  <a:pt x="2087273" y="52657"/>
                  <a:pt x="2087273" y="61587"/>
                </a:cubicBezTo>
                <a:close/>
                <a:moveTo>
                  <a:pt x="2180440" y="86136"/>
                </a:moveTo>
                <a:lnTo>
                  <a:pt x="2182154" y="96614"/>
                </a:lnTo>
                <a:cubicBezTo>
                  <a:pt x="2178815" y="97229"/>
                  <a:pt x="2175827" y="97537"/>
                  <a:pt x="2173191" y="97537"/>
                </a:cubicBezTo>
                <a:cubicBezTo>
                  <a:pt x="2168885" y="97537"/>
                  <a:pt x="2165546" y="96856"/>
                  <a:pt x="2163174" y="95494"/>
                </a:cubicBezTo>
                <a:cubicBezTo>
                  <a:pt x="2160801" y="94132"/>
                  <a:pt x="2159131" y="92341"/>
                  <a:pt x="2158165" y="90123"/>
                </a:cubicBezTo>
                <a:cubicBezTo>
                  <a:pt x="2157198" y="87904"/>
                  <a:pt x="2156715" y="83236"/>
                  <a:pt x="2156715" y="76118"/>
                </a:cubicBezTo>
                <a:lnTo>
                  <a:pt x="2156715" y="35851"/>
                </a:lnTo>
                <a:lnTo>
                  <a:pt x="2148016" y="35851"/>
                </a:lnTo>
                <a:lnTo>
                  <a:pt x="2148016" y="26625"/>
                </a:lnTo>
                <a:lnTo>
                  <a:pt x="2156715" y="26625"/>
                </a:lnTo>
                <a:lnTo>
                  <a:pt x="2156715" y="9245"/>
                </a:lnTo>
                <a:lnTo>
                  <a:pt x="2168512" y="2109"/>
                </a:lnTo>
                <a:lnTo>
                  <a:pt x="2168512" y="26625"/>
                </a:lnTo>
                <a:lnTo>
                  <a:pt x="2180440" y="26625"/>
                </a:lnTo>
                <a:lnTo>
                  <a:pt x="2180440" y="35851"/>
                </a:lnTo>
                <a:lnTo>
                  <a:pt x="2168512" y="35851"/>
                </a:lnTo>
                <a:lnTo>
                  <a:pt x="2168512" y="76777"/>
                </a:lnTo>
                <a:cubicBezTo>
                  <a:pt x="2168512" y="80160"/>
                  <a:pt x="2168720" y="82335"/>
                  <a:pt x="2169138" y="83302"/>
                </a:cubicBezTo>
                <a:cubicBezTo>
                  <a:pt x="2169555" y="84268"/>
                  <a:pt x="2170236" y="85037"/>
                  <a:pt x="2171181" y="85608"/>
                </a:cubicBezTo>
                <a:cubicBezTo>
                  <a:pt x="2172125" y="86179"/>
                  <a:pt x="2173476" y="86465"/>
                  <a:pt x="2175234" y="86465"/>
                </a:cubicBezTo>
                <a:cubicBezTo>
                  <a:pt x="2176552" y="86465"/>
                  <a:pt x="2178287" y="86355"/>
                  <a:pt x="2180440" y="86136"/>
                </a:cubicBezTo>
                <a:close/>
                <a:moveTo>
                  <a:pt x="2239973" y="74075"/>
                </a:moveTo>
                <a:lnTo>
                  <a:pt x="2252231" y="75591"/>
                </a:lnTo>
                <a:cubicBezTo>
                  <a:pt x="2250298" y="82753"/>
                  <a:pt x="2246717" y="88310"/>
                  <a:pt x="2241489" y="92265"/>
                </a:cubicBezTo>
                <a:cubicBezTo>
                  <a:pt x="2236260" y="96219"/>
                  <a:pt x="2229582" y="98196"/>
                  <a:pt x="2221454" y="98196"/>
                </a:cubicBezTo>
                <a:cubicBezTo>
                  <a:pt x="2211217" y="98196"/>
                  <a:pt x="2203100" y="95043"/>
                  <a:pt x="2197103" y="88739"/>
                </a:cubicBezTo>
                <a:cubicBezTo>
                  <a:pt x="2191106" y="82434"/>
                  <a:pt x="2188107" y="73592"/>
                  <a:pt x="2188107" y="62213"/>
                </a:cubicBezTo>
                <a:cubicBezTo>
                  <a:pt x="2188107" y="50438"/>
                  <a:pt x="2191139" y="41299"/>
                  <a:pt x="2197202" y="34797"/>
                </a:cubicBezTo>
                <a:cubicBezTo>
                  <a:pt x="2203265" y="28294"/>
                  <a:pt x="2211129" y="25043"/>
                  <a:pt x="2220795" y="25043"/>
                </a:cubicBezTo>
                <a:cubicBezTo>
                  <a:pt x="2230153" y="25043"/>
                  <a:pt x="2237798" y="28224"/>
                  <a:pt x="2243729" y="34585"/>
                </a:cubicBezTo>
                <a:cubicBezTo>
                  <a:pt x="2249661" y="40944"/>
                  <a:pt x="2252626" y="49892"/>
                  <a:pt x="2252626" y="61428"/>
                </a:cubicBezTo>
                <a:cubicBezTo>
                  <a:pt x="2252626" y="62130"/>
                  <a:pt x="2252604" y="63182"/>
                  <a:pt x="2252560" y="64585"/>
                </a:cubicBezTo>
                <a:lnTo>
                  <a:pt x="2200365" y="64585"/>
                </a:lnTo>
                <a:cubicBezTo>
                  <a:pt x="2200804" y="72252"/>
                  <a:pt x="2202979" y="78123"/>
                  <a:pt x="2206889" y="82198"/>
                </a:cubicBezTo>
                <a:cubicBezTo>
                  <a:pt x="2210800" y="86273"/>
                  <a:pt x="2215677" y="88310"/>
                  <a:pt x="2221520" y="88310"/>
                </a:cubicBezTo>
                <a:cubicBezTo>
                  <a:pt x="2225870" y="88310"/>
                  <a:pt x="2229582" y="87179"/>
                  <a:pt x="2232658" y="84916"/>
                </a:cubicBezTo>
                <a:cubicBezTo>
                  <a:pt x="2235733" y="82652"/>
                  <a:pt x="2238171" y="79039"/>
                  <a:pt x="2239973" y="74075"/>
                </a:cubicBezTo>
                <a:moveTo>
                  <a:pt x="2201024" y="54700"/>
                </a:moveTo>
                <a:lnTo>
                  <a:pt x="2240105" y="54700"/>
                </a:lnTo>
                <a:cubicBezTo>
                  <a:pt x="2239577" y="48908"/>
                  <a:pt x="2238084" y="44565"/>
                  <a:pt x="2235623" y="41669"/>
                </a:cubicBezTo>
                <a:cubicBezTo>
                  <a:pt x="2231845" y="37176"/>
                  <a:pt x="2226946" y="34929"/>
                  <a:pt x="2220927" y="34929"/>
                </a:cubicBezTo>
                <a:cubicBezTo>
                  <a:pt x="2215479" y="34929"/>
                  <a:pt x="2210899" y="36723"/>
                  <a:pt x="2207186" y="40310"/>
                </a:cubicBezTo>
                <a:cubicBezTo>
                  <a:pt x="2203473" y="43896"/>
                  <a:pt x="2201419" y="48693"/>
                  <a:pt x="2201024" y="54700"/>
                </a:cubicBezTo>
                <a:close/>
                <a:moveTo>
                  <a:pt x="2312776" y="70912"/>
                </a:moveTo>
                <a:lnTo>
                  <a:pt x="2324441" y="72428"/>
                </a:lnTo>
                <a:cubicBezTo>
                  <a:pt x="2323167" y="80488"/>
                  <a:pt x="2319904" y="86799"/>
                  <a:pt x="2314654" y="91358"/>
                </a:cubicBezTo>
                <a:cubicBezTo>
                  <a:pt x="2309404" y="95917"/>
                  <a:pt x="2302956" y="98196"/>
                  <a:pt x="2295311" y="98196"/>
                </a:cubicBezTo>
                <a:cubicBezTo>
                  <a:pt x="2285733" y="98196"/>
                  <a:pt x="2278034" y="95065"/>
                  <a:pt x="2272212" y="88805"/>
                </a:cubicBezTo>
                <a:cubicBezTo>
                  <a:pt x="2266391" y="82544"/>
                  <a:pt x="2263480" y="73570"/>
                  <a:pt x="2263480" y="61883"/>
                </a:cubicBezTo>
                <a:cubicBezTo>
                  <a:pt x="2263480" y="54326"/>
                  <a:pt x="2264732" y="47714"/>
                  <a:pt x="2267237" y="42046"/>
                </a:cubicBezTo>
                <a:cubicBezTo>
                  <a:pt x="2269741" y="36379"/>
                  <a:pt x="2273552" y="32128"/>
                  <a:pt x="2278671" y="29294"/>
                </a:cubicBezTo>
                <a:cubicBezTo>
                  <a:pt x="2283789" y="26460"/>
                  <a:pt x="2289358" y="25043"/>
                  <a:pt x="2295377" y="25043"/>
                </a:cubicBezTo>
                <a:cubicBezTo>
                  <a:pt x="2302978" y="25043"/>
                  <a:pt x="2309195" y="26972"/>
                  <a:pt x="2314028" y="30828"/>
                </a:cubicBezTo>
                <a:cubicBezTo>
                  <a:pt x="2318861" y="34684"/>
                  <a:pt x="2321958" y="40158"/>
                  <a:pt x="2323320" y="47253"/>
                </a:cubicBezTo>
                <a:lnTo>
                  <a:pt x="2311787" y="49032"/>
                </a:lnTo>
                <a:cubicBezTo>
                  <a:pt x="2310689" y="44353"/>
                  <a:pt x="2308745" y="40833"/>
                  <a:pt x="2305955" y="38471"/>
                </a:cubicBezTo>
                <a:cubicBezTo>
                  <a:pt x="2303165" y="36109"/>
                  <a:pt x="2299793" y="34929"/>
                  <a:pt x="2295839" y="34929"/>
                </a:cubicBezTo>
                <a:cubicBezTo>
                  <a:pt x="2289863" y="34929"/>
                  <a:pt x="2285009" y="37060"/>
                  <a:pt x="2281274" y="41323"/>
                </a:cubicBezTo>
                <a:cubicBezTo>
                  <a:pt x="2277540" y="45585"/>
                  <a:pt x="2275672" y="52329"/>
                  <a:pt x="2275672" y="61554"/>
                </a:cubicBezTo>
                <a:cubicBezTo>
                  <a:pt x="2275672" y="70911"/>
                  <a:pt x="2277474" y="77710"/>
                  <a:pt x="2281076" y="81951"/>
                </a:cubicBezTo>
                <a:cubicBezTo>
                  <a:pt x="2284679" y="86190"/>
                  <a:pt x="2289380" y="88310"/>
                  <a:pt x="2295180" y="88310"/>
                </a:cubicBezTo>
                <a:cubicBezTo>
                  <a:pt x="2299837" y="88310"/>
                  <a:pt x="2303725" y="86888"/>
                  <a:pt x="2306845" y="84043"/>
                </a:cubicBezTo>
                <a:cubicBezTo>
                  <a:pt x="2309964" y="81198"/>
                  <a:pt x="2311941" y="76821"/>
                  <a:pt x="2312776" y="70912"/>
                </a:cubicBezTo>
                <a:close/>
                <a:moveTo>
                  <a:pt x="2360490" y="86136"/>
                </a:moveTo>
                <a:lnTo>
                  <a:pt x="2362204" y="96614"/>
                </a:lnTo>
                <a:cubicBezTo>
                  <a:pt x="2358865" y="97229"/>
                  <a:pt x="2355877" y="97537"/>
                  <a:pt x="2353241" y="97537"/>
                </a:cubicBezTo>
                <a:cubicBezTo>
                  <a:pt x="2348935" y="97537"/>
                  <a:pt x="2345596" y="96856"/>
                  <a:pt x="2343224" y="95494"/>
                </a:cubicBezTo>
                <a:cubicBezTo>
                  <a:pt x="2340851" y="94132"/>
                  <a:pt x="2339182" y="92341"/>
                  <a:pt x="2338215" y="90123"/>
                </a:cubicBezTo>
                <a:cubicBezTo>
                  <a:pt x="2337249" y="87904"/>
                  <a:pt x="2336765" y="83236"/>
                  <a:pt x="2336765" y="76118"/>
                </a:cubicBezTo>
                <a:lnTo>
                  <a:pt x="2336765" y="35851"/>
                </a:lnTo>
                <a:lnTo>
                  <a:pt x="2328066" y="35851"/>
                </a:lnTo>
                <a:lnTo>
                  <a:pt x="2328066" y="26625"/>
                </a:lnTo>
                <a:lnTo>
                  <a:pt x="2336765" y="26625"/>
                </a:lnTo>
                <a:lnTo>
                  <a:pt x="2336765" y="9245"/>
                </a:lnTo>
                <a:lnTo>
                  <a:pt x="2348562" y="2109"/>
                </a:lnTo>
                <a:lnTo>
                  <a:pt x="2348562" y="26625"/>
                </a:lnTo>
                <a:lnTo>
                  <a:pt x="2360490" y="26625"/>
                </a:lnTo>
                <a:lnTo>
                  <a:pt x="2360490" y="35851"/>
                </a:lnTo>
                <a:lnTo>
                  <a:pt x="2348562" y="35851"/>
                </a:lnTo>
                <a:lnTo>
                  <a:pt x="2348562" y="76777"/>
                </a:lnTo>
                <a:cubicBezTo>
                  <a:pt x="2348562" y="80160"/>
                  <a:pt x="2348771" y="82335"/>
                  <a:pt x="2349188" y="83302"/>
                </a:cubicBezTo>
                <a:cubicBezTo>
                  <a:pt x="2349605" y="84268"/>
                  <a:pt x="2350286" y="85037"/>
                  <a:pt x="2351231" y="85608"/>
                </a:cubicBezTo>
                <a:cubicBezTo>
                  <a:pt x="2352176" y="86179"/>
                  <a:pt x="2353527" y="86465"/>
                  <a:pt x="2355284" y="86465"/>
                </a:cubicBezTo>
                <a:cubicBezTo>
                  <a:pt x="2356602" y="86465"/>
                  <a:pt x="2358338" y="86355"/>
                  <a:pt x="2360490" y="86136"/>
                </a:cubicBezTo>
                <a:close/>
                <a:moveTo>
                  <a:pt x="2367367" y="75657"/>
                </a:moveTo>
                <a:lnTo>
                  <a:pt x="2379097" y="73812"/>
                </a:lnTo>
                <a:cubicBezTo>
                  <a:pt x="2379756" y="78492"/>
                  <a:pt x="2381591" y="82079"/>
                  <a:pt x="2384600" y="84572"/>
                </a:cubicBezTo>
                <a:cubicBezTo>
                  <a:pt x="2387610" y="87064"/>
                  <a:pt x="2391817" y="88310"/>
                  <a:pt x="2397221" y="88310"/>
                </a:cubicBezTo>
                <a:cubicBezTo>
                  <a:pt x="2402669" y="88310"/>
                  <a:pt x="2406711" y="87210"/>
                  <a:pt x="2409347" y="85009"/>
                </a:cubicBezTo>
                <a:cubicBezTo>
                  <a:pt x="2411983" y="82807"/>
                  <a:pt x="2413301" y="80224"/>
                  <a:pt x="2413301" y="77261"/>
                </a:cubicBezTo>
                <a:cubicBezTo>
                  <a:pt x="2413301" y="74602"/>
                  <a:pt x="2412137" y="72509"/>
                  <a:pt x="2409808" y="70984"/>
                </a:cubicBezTo>
                <a:cubicBezTo>
                  <a:pt x="2408183" y="69938"/>
                  <a:pt x="2404141" y="68608"/>
                  <a:pt x="2397682" y="66995"/>
                </a:cubicBezTo>
                <a:cubicBezTo>
                  <a:pt x="2388983" y="64797"/>
                  <a:pt x="2382953" y="62895"/>
                  <a:pt x="2379592" y="61290"/>
                </a:cubicBezTo>
                <a:cubicBezTo>
                  <a:pt x="2376231" y="59685"/>
                  <a:pt x="2373682" y="57464"/>
                  <a:pt x="2371947" y="54628"/>
                </a:cubicBezTo>
                <a:cubicBezTo>
                  <a:pt x="2370211" y="51791"/>
                  <a:pt x="2369344" y="48658"/>
                  <a:pt x="2369344" y="45228"/>
                </a:cubicBezTo>
                <a:cubicBezTo>
                  <a:pt x="2369344" y="42106"/>
                  <a:pt x="2370058" y="39214"/>
                  <a:pt x="2371486" y="36554"/>
                </a:cubicBezTo>
                <a:cubicBezTo>
                  <a:pt x="2372914" y="33893"/>
                  <a:pt x="2374858" y="31683"/>
                  <a:pt x="2377318" y="29924"/>
                </a:cubicBezTo>
                <a:cubicBezTo>
                  <a:pt x="2379163" y="28561"/>
                  <a:pt x="2381679" y="27407"/>
                  <a:pt x="2384864" y="26462"/>
                </a:cubicBezTo>
                <a:cubicBezTo>
                  <a:pt x="2388049" y="25516"/>
                  <a:pt x="2391465" y="25043"/>
                  <a:pt x="2395112" y="25043"/>
                </a:cubicBezTo>
                <a:cubicBezTo>
                  <a:pt x="2400604" y="25043"/>
                  <a:pt x="2405426" y="25840"/>
                  <a:pt x="2409578" y="27432"/>
                </a:cubicBezTo>
                <a:cubicBezTo>
                  <a:pt x="2413730" y="29024"/>
                  <a:pt x="2416794" y="31180"/>
                  <a:pt x="2418771" y="33901"/>
                </a:cubicBezTo>
                <a:cubicBezTo>
                  <a:pt x="2420748" y="36621"/>
                  <a:pt x="2422110" y="40259"/>
                  <a:pt x="2422857" y="44814"/>
                </a:cubicBezTo>
                <a:lnTo>
                  <a:pt x="2411258" y="46396"/>
                </a:lnTo>
                <a:cubicBezTo>
                  <a:pt x="2410731" y="42793"/>
                  <a:pt x="2409204" y="39981"/>
                  <a:pt x="2406678" y="37960"/>
                </a:cubicBezTo>
                <a:cubicBezTo>
                  <a:pt x="2404152" y="35939"/>
                  <a:pt x="2400582" y="34929"/>
                  <a:pt x="2395969" y="34929"/>
                </a:cubicBezTo>
                <a:cubicBezTo>
                  <a:pt x="2390521" y="34929"/>
                  <a:pt x="2386632" y="35825"/>
                  <a:pt x="2384304" y="37618"/>
                </a:cubicBezTo>
                <a:cubicBezTo>
                  <a:pt x="2381975" y="39410"/>
                  <a:pt x="2380811" y="41509"/>
                  <a:pt x="2380811" y="43914"/>
                </a:cubicBezTo>
                <a:cubicBezTo>
                  <a:pt x="2380811" y="45444"/>
                  <a:pt x="2381294" y="46821"/>
                  <a:pt x="2382261" y="48046"/>
                </a:cubicBezTo>
                <a:cubicBezTo>
                  <a:pt x="2383227" y="49313"/>
                  <a:pt x="2384743" y="50362"/>
                  <a:pt x="2386808" y="51192"/>
                </a:cubicBezTo>
                <a:cubicBezTo>
                  <a:pt x="2387994" y="51630"/>
                  <a:pt x="2391487" y="52636"/>
                  <a:pt x="2397287" y="54210"/>
                </a:cubicBezTo>
                <a:cubicBezTo>
                  <a:pt x="2405678" y="56449"/>
                  <a:pt x="2411533" y="58282"/>
                  <a:pt x="2414850" y="59708"/>
                </a:cubicBezTo>
                <a:cubicBezTo>
                  <a:pt x="2418167" y="61135"/>
                  <a:pt x="2420770" y="63209"/>
                  <a:pt x="2422659" y="65932"/>
                </a:cubicBezTo>
                <a:cubicBezTo>
                  <a:pt x="2424549" y="68653"/>
                  <a:pt x="2425493" y="72033"/>
                  <a:pt x="2425493" y="76071"/>
                </a:cubicBezTo>
                <a:cubicBezTo>
                  <a:pt x="2425493" y="80022"/>
                  <a:pt x="2424340" y="83743"/>
                  <a:pt x="2422033" y="87233"/>
                </a:cubicBezTo>
                <a:cubicBezTo>
                  <a:pt x="2419727" y="90722"/>
                  <a:pt x="2416399" y="93421"/>
                  <a:pt x="2412049" y="95331"/>
                </a:cubicBezTo>
                <a:cubicBezTo>
                  <a:pt x="2407699" y="97241"/>
                  <a:pt x="2402779" y="98196"/>
                  <a:pt x="2397287" y="98196"/>
                </a:cubicBezTo>
                <a:cubicBezTo>
                  <a:pt x="2388192" y="98196"/>
                  <a:pt x="2381261" y="96301"/>
                  <a:pt x="2376494" y="92512"/>
                </a:cubicBezTo>
                <a:cubicBezTo>
                  <a:pt x="2371727" y="88722"/>
                  <a:pt x="2368685" y="83104"/>
                  <a:pt x="2367367" y="756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individualsfromgovernmentcensorshipor">
            <a:extLst xmlns:a="http://schemas.openxmlformats.org/drawingml/2006/main">
              <a:ext uri="{FF2B5EF4-FFF2-40B4-BE49-F238E27FC236}">
                <a16:creationId xmlns:a16="http://schemas.microsoft.com/office/drawing/2014/main" id="{082EAA1A-7BFF-4D1A-AED7-E149069A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60" y="5728276"/>
            <a:ext cx="2528157" cy="126666"/>
          </a:xfrm>
          <a:custGeom xmlns:a="http://schemas.openxmlformats.org/drawingml/2006/main">
            <a:pathLst>
              <a:path w="2528157" h="126666">
                <a:moveTo>
                  <a:pt x="0" y="15290"/>
                </a:moveTo>
                <a:lnTo>
                  <a:pt x="0" y="1582"/>
                </a:lnTo>
                <a:lnTo>
                  <a:pt x="11863" y="1582"/>
                </a:lnTo>
                <a:lnTo>
                  <a:pt x="11863" y="15290"/>
                </a:lnTo>
                <a:lnTo>
                  <a:pt x="0" y="15290"/>
                </a:lnTo>
                <a:moveTo>
                  <a:pt x="0" y="98196"/>
                </a:moveTo>
                <a:lnTo>
                  <a:pt x="0" y="28207"/>
                </a:lnTo>
                <a:lnTo>
                  <a:pt x="11863" y="28207"/>
                </a:lnTo>
                <a:lnTo>
                  <a:pt x="11863" y="98196"/>
                </a:lnTo>
                <a:lnTo>
                  <a:pt x="0" y="98196"/>
                </a:lnTo>
                <a:close/>
                <a:moveTo>
                  <a:pt x="29897" y="98196"/>
                </a:moveTo>
                <a:lnTo>
                  <a:pt x="29897" y="28207"/>
                </a:lnTo>
                <a:lnTo>
                  <a:pt x="40573" y="28207"/>
                </a:lnTo>
                <a:lnTo>
                  <a:pt x="40573" y="38092"/>
                </a:lnTo>
                <a:cubicBezTo>
                  <a:pt x="45714" y="30447"/>
                  <a:pt x="53139" y="26625"/>
                  <a:pt x="62849" y="26625"/>
                </a:cubicBezTo>
                <a:cubicBezTo>
                  <a:pt x="67066" y="26625"/>
                  <a:pt x="70944" y="27383"/>
                  <a:pt x="74481" y="28899"/>
                </a:cubicBezTo>
                <a:cubicBezTo>
                  <a:pt x="78017" y="30414"/>
                  <a:pt x="80664" y="32402"/>
                  <a:pt x="82422" y="34863"/>
                </a:cubicBezTo>
                <a:cubicBezTo>
                  <a:pt x="84179" y="37323"/>
                  <a:pt x="85409" y="40245"/>
                  <a:pt x="86112" y="43628"/>
                </a:cubicBezTo>
                <a:cubicBezTo>
                  <a:pt x="86552" y="45825"/>
                  <a:pt x="86771" y="49669"/>
                  <a:pt x="86771" y="55161"/>
                </a:cubicBezTo>
                <a:lnTo>
                  <a:pt x="86771" y="98196"/>
                </a:lnTo>
                <a:lnTo>
                  <a:pt x="74909" y="98196"/>
                </a:lnTo>
                <a:lnTo>
                  <a:pt x="74909" y="55577"/>
                </a:lnTo>
                <a:cubicBezTo>
                  <a:pt x="74909" y="50739"/>
                  <a:pt x="74448" y="47121"/>
                  <a:pt x="73525" y="44724"/>
                </a:cubicBezTo>
                <a:cubicBezTo>
                  <a:pt x="72602" y="42326"/>
                  <a:pt x="70966" y="40413"/>
                  <a:pt x="68615" y="38984"/>
                </a:cubicBezTo>
                <a:cubicBezTo>
                  <a:pt x="66265" y="37555"/>
                  <a:pt x="63508" y="36840"/>
                  <a:pt x="60344" y="36840"/>
                </a:cubicBezTo>
                <a:cubicBezTo>
                  <a:pt x="55292" y="36840"/>
                  <a:pt x="50931" y="38446"/>
                  <a:pt x="47262" y="41657"/>
                </a:cubicBezTo>
                <a:cubicBezTo>
                  <a:pt x="43594" y="44867"/>
                  <a:pt x="41760" y="50958"/>
                  <a:pt x="41760" y="59931"/>
                </a:cubicBezTo>
                <a:lnTo>
                  <a:pt x="41760" y="98196"/>
                </a:lnTo>
                <a:lnTo>
                  <a:pt x="29897" y="98196"/>
                </a:lnTo>
                <a:close/>
                <a:moveTo>
                  <a:pt x="150348" y="98196"/>
                </a:moveTo>
                <a:lnTo>
                  <a:pt x="150348" y="89365"/>
                </a:lnTo>
                <a:cubicBezTo>
                  <a:pt x="145910" y="96307"/>
                  <a:pt x="139386" y="99778"/>
                  <a:pt x="130774" y="99778"/>
                </a:cubicBezTo>
                <a:cubicBezTo>
                  <a:pt x="125195" y="99778"/>
                  <a:pt x="120065" y="98240"/>
                  <a:pt x="115386" y="95164"/>
                </a:cubicBezTo>
                <a:cubicBezTo>
                  <a:pt x="110707" y="92089"/>
                  <a:pt x="107082" y="87794"/>
                  <a:pt x="104512" y="82280"/>
                </a:cubicBezTo>
                <a:cubicBezTo>
                  <a:pt x="101942" y="76766"/>
                  <a:pt x="100657" y="70429"/>
                  <a:pt x="100657" y="63267"/>
                </a:cubicBezTo>
                <a:cubicBezTo>
                  <a:pt x="100657" y="56281"/>
                  <a:pt x="101821" y="49944"/>
                  <a:pt x="104150" y="44254"/>
                </a:cubicBezTo>
                <a:cubicBezTo>
                  <a:pt x="106478" y="38564"/>
                  <a:pt x="109971" y="34204"/>
                  <a:pt x="114628" y="31172"/>
                </a:cubicBezTo>
                <a:cubicBezTo>
                  <a:pt x="119285" y="28141"/>
                  <a:pt x="124492" y="26625"/>
                  <a:pt x="130247" y="26625"/>
                </a:cubicBezTo>
                <a:cubicBezTo>
                  <a:pt x="134465" y="26625"/>
                  <a:pt x="138222" y="27515"/>
                  <a:pt x="141517" y="29294"/>
                </a:cubicBezTo>
                <a:cubicBezTo>
                  <a:pt x="144812" y="31073"/>
                  <a:pt x="147492" y="33391"/>
                  <a:pt x="149557" y="36247"/>
                </a:cubicBezTo>
                <a:lnTo>
                  <a:pt x="149557" y="1582"/>
                </a:lnTo>
                <a:lnTo>
                  <a:pt x="161354" y="1582"/>
                </a:lnTo>
                <a:lnTo>
                  <a:pt x="161354" y="98196"/>
                </a:lnTo>
                <a:lnTo>
                  <a:pt x="150348" y="98196"/>
                </a:lnTo>
                <a:moveTo>
                  <a:pt x="112849" y="63234"/>
                </a:moveTo>
                <a:cubicBezTo>
                  <a:pt x="112849" y="72164"/>
                  <a:pt x="114738" y="78840"/>
                  <a:pt x="118516" y="83261"/>
                </a:cubicBezTo>
                <a:cubicBezTo>
                  <a:pt x="122295" y="87682"/>
                  <a:pt x="126754" y="89892"/>
                  <a:pt x="131895" y="89892"/>
                </a:cubicBezTo>
                <a:cubicBezTo>
                  <a:pt x="137079" y="89892"/>
                  <a:pt x="141484" y="87780"/>
                  <a:pt x="145108" y="83557"/>
                </a:cubicBezTo>
                <a:cubicBezTo>
                  <a:pt x="148733" y="79332"/>
                  <a:pt x="150545" y="72886"/>
                  <a:pt x="150545" y="64219"/>
                </a:cubicBezTo>
                <a:cubicBezTo>
                  <a:pt x="150545" y="54676"/>
                  <a:pt x="148700" y="47673"/>
                  <a:pt x="145010" y="43208"/>
                </a:cubicBezTo>
                <a:cubicBezTo>
                  <a:pt x="141319" y="38743"/>
                  <a:pt x="136772" y="36510"/>
                  <a:pt x="131368" y="36510"/>
                </a:cubicBezTo>
                <a:cubicBezTo>
                  <a:pt x="126095" y="36510"/>
                  <a:pt x="121691" y="38656"/>
                  <a:pt x="118154" y="42946"/>
                </a:cubicBezTo>
                <a:cubicBezTo>
                  <a:pt x="114617" y="47235"/>
                  <a:pt x="112849" y="53998"/>
                  <a:pt x="112849" y="63234"/>
                </a:cubicBezTo>
                <a:close/>
                <a:moveTo>
                  <a:pt x="180050" y="15290"/>
                </a:moveTo>
                <a:lnTo>
                  <a:pt x="180050" y="1582"/>
                </a:lnTo>
                <a:lnTo>
                  <a:pt x="191913" y="1582"/>
                </a:lnTo>
                <a:lnTo>
                  <a:pt x="191913" y="15290"/>
                </a:lnTo>
                <a:lnTo>
                  <a:pt x="180050" y="15290"/>
                </a:lnTo>
                <a:moveTo>
                  <a:pt x="180050" y="98196"/>
                </a:moveTo>
                <a:lnTo>
                  <a:pt x="180050" y="28207"/>
                </a:lnTo>
                <a:lnTo>
                  <a:pt x="191913" y="28207"/>
                </a:lnTo>
                <a:lnTo>
                  <a:pt x="191913" y="98196"/>
                </a:lnTo>
                <a:lnTo>
                  <a:pt x="180050" y="98196"/>
                </a:lnTo>
                <a:close/>
                <a:moveTo>
                  <a:pt x="229389" y="98196"/>
                </a:moveTo>
                <a:lnTo>
                  <a:pt x="202764" y="28207"/>
                </a:lnTo>
                <a:lnTo>
                  <a:pt x="215285" y="28207"/>
                </a:lnTo>
                <a:lnTo>
                  <a:pt x="230311" y="70121"/>
                </a:lnTo>
                <a:cubicBezTo>
                  <a:pt x="231937" y="74646"/>
                  <a:pt x="233431" y="79348"/>
                  <a:pt x="234793" y="84224"/>
                </a:cubicBezTo>
                <a:cubicBezTo>
                  <a:pt x="235847" y="80534"/>
                  <a:pt x="237319" y="76096"/>
                  <a:pt x="239208" y="70912"/>
                </a:cubicBezTo>
                <a:lnTo>
                  <a:pt x="254761" y="28207"/>
                </a:lnTo>
                <a:lnTo>
                  <a:pt x="266954" y="28207"/>
                </a:lnTo>
                <a:lnTo>
                  <a:pt x="240460" y="98196"/>
                </a:lnTo>
                <a:lnTo>
                  <a:pt x="229389" y="98196"/>
                </a:lnTo>
                <a:close/>
                <a:moveTo>
                  <a:pt x="277499" y="15290"/>
                </a:moveTo>
                <a:lnTo>
                  <a:pt x="277499" y="1582"/>
                </a:lnTo>
                <a:lnTo>
                  <a:pt x="289361" y="1582"/>
                </a:lnTo>
                <a:lnTo>
                  <a:pt x="289361" y="15290"/>
                </a:lnTo>
                <a:lnTo>
                  <a:pt x="277499" y="15290"/>
                </a:lnTo>
                <a:moveTo>
                  <a:pt x="277499" y="98196"/>
                </a:moveTo>
                <a:lnTo>
                  <a:pt x="277499" y="28207"/>
                </a:lnTo>
                <a:lnTo>
                  <a:pt x="289361" y="28207"/>
                </a:lnTo>
                <a:lnTo>
                  <a:pt x="289361" y="98196"/>
                </a:lnTo>
                <a:lnTo>
                  <a:pt x="277499" y="98196"/>
                </a:lnTo>
                <a:close/>
                <a:moveTo>
                  <a:pt x="352803" y="98196"/>
                </a:moveTo>
                <a:lnTo>
                  <a:pt x="352803" y="89365"/>
                </a:lnTo>
                <a:cubicBezTo>
                  <a:pt x="348366" y="96307"/>
                  <a:pt x="341841" y="99778"/>
                  <a:pt x="333230" y="99778"/>
                </a:cubicBezTo>
                <a:cubicBezTo>
                  <a:pt x="327650" y="99778"/>
                  <a:pt x="322521" y="98240"/>
                  <a:pt x="317842" y="95164"/>
                </a:cubicBezTo>
                <a:cubicBezTo>
                  <a:pt x="313162" y="92089"/>
                  <a:pt x="309538" y="87794"/>
                  <a:pt x="306968" y="82280"/>
                </a:cubicBezTo>
                <a:cubicBezTo>
                  <a:pt x="304397" y="76766"/>
                  <a:pt x="303112" y="70429"/>
                  <a:pt x="303112" y="63267"/>
                </a:cubicBezTo>
                <a:cubicBezTo>
                  <a:pt x="303112" y="56281"/>
                  <a:pt x="304277" y="49944"/>
                  <a:pt x="306605" y="44254"/>
                </a:cubicBezTo>
                <a:cubicBezTo>
                  <a:pt x="308934" y="38564"/>
                  <a:pt x="312427" y="34204"/>
                  <a:pt x="317084" y="31172"/>
                </a:cubicBezTo>
                <a:cubicBezTo>
                  <a:pt x="321741" y="28141"/>
                  <a:pt x="326947" y="26625"/>
                  <a:pt x="332703" y="26625"/>
                </a:cubicBezTo>
                <a:cubicBezTo>
                  <a:pt x="336921" y="26625"/>
                  <a:pt x="340677" y="27515"/>
                  <a:pt x="343972" y="29294"/>
                </a:cubicBezTo>
                <a:cubicBezTo>
                  <a:pt x="347267" y="31073"/>
                  <a:pt x="349947" y="33391"/>
                  <a:pt x="352012" y="36247"/>
                </a:cubicBezTo>
                <a:lnTo>
                  <a:pt x="352012" y="1582"/>
                </a:lnTo>
                <a:lnTo>
                  <a:pt x="363809" y="1582"/>
                </a:lnTo>
                <a:lnTo>
                  <a:pt x="363809" y="98196"/>
                </a:lnTo>
                <a:lnTo>
                  <a:pt x="352803" y="98196"/>
                </a:lnTo>
                <a:moveTo>
                  <a:pt x="315304" y="63234"/>
                </a:moveTo>
                <a:cubicBezTo>
                  <a:pt x="315304" y="72164"/>
                  <a:pt x="317194" y="78840"/>
                  <a:pt x="320972" y="83261"/>
                </a:cubicBezTo>
                <a:cubicBezTo>
                  <a:pt x="324750" y="87682"/>
                  <a:pt x="329210" y="89892"/>
                  <a:pt x="334350" y="89892"/>
                </a:cubicBezTo>
                <a:cubicBezTo>
                  <a:pt x="339535" y="89892"/>
                  <a:pt x="343939" y="87780"/>
                  <a:pt x="347564" y="83557"/>
                </a:cubicBezTo>
                <a:cubicBezTo>
                  <a:pt x="351189" y="79332"/>
                  <a:pt x="353001" y="72886"/>
                  <a:pt x="353001" y="64219"/>
                </a:cubicBezTo>
                <a:cubicBezTo>
                  <a:pt x="353001" y="54676"/>
                  <a:pt x="351156" y="47673"/>
                  <a:pt x="347465" y="43208"/>
                </a:cubicBezTo>
                <a:cubicBezTo>
                  <a:pt x="343775" y="38743"/>
                  <a:pt x="339227" y="36510"/>
                  <a:pt x="333823" y="36510"/>
                </a:cubicBezTo>
                <a:cubicBezTo>
                  <a:pt x="328551" y="36510"/>
                  <a:pt x="324146" y="38656"/>
                  <a:pt x="320610" y="42946"/>
                </a:cubicBezTo>
                <a:cubicBezTo>
                  <a:pt x="317073" y="47235"/>
                  <a:pt x="315304" y="53998"/>
                  <a:pt x="315304" y="63234"/>
                </a:cubicBezTo>
                <a:close/>
                <a:moveTo>
                  <a:pt x="428307" y="98196"/>
                </a:moveTo>
                <a:lnTo>
                  <a:pt x="428307" y="87915"/>
                </a:lnTo>
                <a:cubicBezTo>
                  <a:pt x="422859" y="95823"/>
                  <a:pt x="415455" y="99778"/>
                  <a:pt x="406097" y="99778"/>
                </a:cubicBezTo>
                <a:cubicBezTo>
                  <a:pt x="401967" y="99778"/>
                  <a:pt x="398112" y="98987"/>
                  <a:pt x="394531" y="97405"/>
                </a:cubicBezTo>
                <a:cubicBezTo>
                  <a:pt x="390950" y="95823"/>
                  <a:pt x="388292" y="93835"/>
                  <a:pt x="386557" y="91441"/>
                </a:cubicBezTo>
                <a:cubicBezTo>
                  <a:pt x="384821" y="89046"/>
                  <a:pt x="383602" y="86114"/>
                  <a:pt x="382899" y="82643"/>
                </a:cubicBezTo>
                <a:cubicBezTo>
                  <a:pt x="382416" y="80314"/>
                  <a:pt x="382174" y="76624"/>
                  <a:pt x="382174" y="71571"/>
                </a:cubicBezTo>
                <a:lnTo>
                  <a:pt x="382174" y="28207"/>
                </a:lnTo>
                <a:lnTo>
                  <a:pt x="394037" y="28207"/>
                </a:lnTo>
                <a:lnTo>
                  <a:pt x="394037" y="67024"/>
                </a:lnTo>
                <a:cubicBezTo>
                  <a:pt x="394037" y="73219"/>
                  <a:pt x="394279" y="77392"/>
                  <a:pt x="394762" y="79545"/>
                </a:cubicBezTo>
                <a:cubicBezTo>
                  <a:pt x="395509" y="82665"/>
                  <a:pt x="397090" y="85114"/>
                  <a:pt x="399507" y="86893"/>
                </a:cubicBezTo>
                <a:cubicBezTo>
                  <a:pt x="401923" y="88673"/>
                  <a:pt x="404911" y="89563"/>
                  <a:pt x="408470" y="89563"/>
                </a:cubicBezTo>
                <a:cubicBezTo>
                  <a:pt x="412028" y="89563"/>
                  <a:pt x="415368" y="88651"/>
                  <a:pt x="418487" y="86828"/>
                </a:cubicBezTo>
                <a:cubicBezTo>
                  <a:pt x="421606" y="85004"/>
                  <a:pt x="423814" y="82522"/>
                  <a:pt x="425110" y="79380"/>
                </a:cubicBezTo>
                <a:cubicBezTo>
                  <a:pt x="426406" y="76239"/>
                  <a:pt x="427054" y="71681"/>
                  <a:pt x="427054" y="65706"/>
                </a:cubicBezTo>
                <a:lnTo>
                  <a:pt x="427054" y="28207"/>
                </a:lnTo>
                <a:lnTo>
                  <a:pt x="438917" y="28207"/>
                </a:lnTo>
                <a:lnTo>
                  <a:pt x="438917" y="98196"/>
                </a:lnTo>
                <a:lnTo>
                  <a:pt x="428307" y="98196"/>
                </a:lnTo>
                <a:close/>
                <a:moveTo>
                  <a:pt x="503153" y="89554"/>
                </a:moveTo>
                <a:cubicBezTo>
                  <a:pt x="498759" y="93292"/>
                  <a:pt x="494530" y="95930"/>
                  <a:pt x="490466" y="97469"/>
                </a:cubicBezTo>
                <a:cubicBezTo>
                  <a:pt x="486402" y="99008"/>
                  <a:pt x="482042" y="99778"/>
                  <a:pt x="477384" y="99778"/>
                </a:cubicBezTo>
                <a:cubicBezTo>
                  <a:pt x="469696" y="99778"/>
                  <a:pt x="463786" y="97898"/>
                  <a:pt x="459656" y="94139"/>
                </a:cubicBezTo>
                <a:cubicBezTo>
                  <a:pt x="455526" y="90379"/>
                  <a:pt x="453461" y="85576"/>
                  <a:pt x="453461" y="79729"/>
                </a:cubicBezTo>
                <a:cubicBezTo>
                  <a:pt x="453461" y="76300"/>
                  <a:pt x="454241" y="73168"/>
                  <a:pt x="455801" y="70333"/>
                </a:cubicBezTo>
                <a:cubicBezTo>
                  <a:pt x="457361" y="67497"/>
                  <a:pt x="459404" y="65221"/>
                  <a:pt x="461930" y="63506"/>
                </a:cubicBezTo>
                <a:cubicBezTo>
                  <a:pt x="464456" y="61791"/>
                  <a:pt x="467301" y="60494"/>
                  <a:pt x="470465" y="59616"/>
                </a:cubicBezTo>
                <a:cubicBezTo>
                  <a:pt x="472793" y="58999"/>
                  <a:pt x="476308" y="58405"/>
                  <a:pt x="481009" y="57834"/>
                </a:cubicBezTo>
                <a:cubicBezTo>
                  <a:pt x="490587" y="56700"/>
                  <a:pt x="497639" y="55348"/>
                  <a:pt x="502164" y="53777"/>
                </a:cubicBezTo>
                <a:cubicBezTo>
                  <a:pt x="502208" y="52158"/>
                  <a:pt x="502230" y="51130"/>
                  <a:pt x="502230" y="50692"/>
                </a:cubicBezTo>
                <a:cubicBezTo>
                  <a:pt x="502230" y="45877"/>
                  <a:pt x="501110" y="42485"/>
                  <a:pt x="498869" y="40516"/>
                </a:cubicBezTo>
                <a:cubicBezTo>
                  <a:pt x="495837" y="37846"/>
                  <a:pt x="491334" y="36510"/>
                  <a:pt x="485359" y="36510"/>
                </a:cubicBezTo>
                <a:cubicBezTo>
                  <a:pt x="479779" y="36510"/>
                  <a:pt x="475660" y="37488"/>
                  <a:pt x="473002" y="39443"/>
                </a:cubicBezTo>
                <a:cubicBezTo>
                  <a:pt x="470344" y="41398"/>
                  <a:pt x="468378" y="44858"/>
                  <a:pt x="467103" y="49823"/>
                </a:cubicBezTo>
                <a:lnTo>
                  <a:pt x="455504" y="48241"/>
                </a:lnTo>
                <a:cubicBezTo>
                  <a:pt x="456559" y="43261"/>
                  <a:pt x="458294" y="39240"/>
                  <a:pt x="460711" y="36177"/>
                </a:cubicBezTo>
                <a:cubicBezTo>
                  <a:pt x="463127" y="33114"/>
                  <a:pt x="466620" y="30756"/>
                  <a:pt x="471189" y="29105"/>
                </a:cubicBezTo>
                <a:cubicBezTo>
                  <a:pt x="475759" y="27451"/>
                  <a:pt x="481053" y="26625"/>
                  <a:pt x="487072" y="26625"/>
                </a:cubicBezTo>
                <a:cubicBezTo>
                  <a:pt x="493047" y="26625"/>
                  <a:pt x="497902" y="27328"/>
                  <a:pt x="501637" y="28734"/>
                </a:cubicBezTo>
                <a:cubicBezTo>
                  <a:pt x="505371" y="30140"/>
                  <a:pt x="508117" y="31908"/>
                  <a:pt x="509875" y="34039"/>
                </a:cubicBezTo>
                <a:cubicBezTo>
                  <a:pt x="511632" y="36170"/>
                  <a:pt x="512862" y="38861"/>
                  <a:pt x="513565" y="42112"/>
                </a:cubicBezTo>
                <a:cubicBezTo>
                  <a:pt x="513961" y="44133"/>
                  <a:pt x="514158" y="47780"/>
                  <a:pt x="514158" y="53052"/>
                </a:cubicBezTo>
                <a:lnTo>
                  <a:pt x="514158" y="68869"/>
                </a:lnTo>
                <a:cubicBezTo>
                  <a:pt x="514158" y="79897"/>
                  <a:pt x="514411" y="86871"/>
                  <a:pt x="514916" y="89793"/>
                </a:cubicBezTo>
                <a:cubicBezTo>
                  <a:pt x="515422" y="92715"/>
                  <a:pt x="516421" y="95516"/>
                  <a:pt x="517915" y="98196"/>
                </a:cubicBezTo>
                <a:lnTo>
                  <a:pt x="505525" y="98196"/>
                </a:lnTo>
                <a:cubicBezTo>
                  <a:pt x="504295" y="95733"/>
                  <a:pt x="503504" y="92852"/>
                  <a:pt x="503153" y="89554"/>
                </a:cubicBezTo>
                <a:moveTo>
                  <a:pt x="502164" y="63004"/>
                </a:moveTo>
                <a:cubicBezTo>
                  <a:pt x="497858" y="64776"/>
                  <a:pt x="491400" y="66282"/>
                  <a:pt x="482788" y="67522"/>
                </a:cubicBezTo>
                <a:cubicBezTo>
                  <a:pt x="477912" y="68228"/>
                  <a:pt x="474463" y="69022"/>
                  <a:pt x="472442" y="69905"/>
                </a:cubicBezTo>
                <a:cubicBezTo>
                  <a:pt x="470421" y="70786"/>
                  <a:pt x="468861" y="72077"/>
                  <a:pt x="467762" y="73777"/>
                </a:cubicBezTo>
                <a:cubicBezTo>
                  <a:pt x="466664" y="75475"/>
                  <a:pt x="466115" y="77361"/>
                  <a:pt x="466115" y="79434"/>
                </a:cubicBezTo>
                <a:cubicBezTo>
                  <a:pt x="466115" y="82610"/>
                  <a:pt x="467312" y="85257"/>
                  <a:pt x="469707" y="87375"/>
                </a:cubicBezTo>
                <a:cubicBezTo>
                  <a:pt x="472101" y="89493"/>
                  <a:pt x="475605" y="90551"/>
                  <a:pt x="480218" y="90551"/>
                </a:cubicBezTo>
                <a:cubicBezTo>
                  <a:pt x="484787" y="90551"/>
                  <a:pt x="488852" y="89547"/>
                  <a:pt x="492410" y="87538"/>
                </a:cubicBezTo>
                <a:cubicBezTo>
                  <a:pt x="495969" y="85529"/>
                  <a:pt x="498583" y="82781"/>
                  <a:pt x="500253" y="79294"/>
                </a:cubicBezTo>
                <a:cubicBezTo>
                  <a:pt x="501527" y="76600"/>
                  <a:pt x="502164" y="72627"/>
                  <a:pt x="502164" y="67374"/>
                </a:cubicBezTo>
                <a:lnTo>
                  <a:pt x="502164" y="63004"/>
                </a:lnTo>
                <a:close/>
                <a:moveTo>
                  <a:pt x="532262" y="98196"/>
                </a:moveTo>
                <a:lnTo>
                  <a:pt x="532262" y="1582"/>
                </a:lnTo>
                <a:lnTo>
                  <a:pt x="544124" y="1582"/>
                </a:lnTo>
                <a:lnTo>
                  <a:pt x="544124" y="98196"/>
                </a:lnTo>
                <a:lnTo>
                  <a:pt x="532262" y="98196"/>
                </a:lnTo>
                <a:close/>
                <a:moveTo>
                  <a:pt x="557743" y="77239"/>
                </a:moveTo>
                <a:lnTo>
                  <a:pt x="569474" y="75393"/>
                </a:lnTo>
                <a:cubicBezTo>
                  <a:pt x="570133" y="80074"/>
                  <a:pt x="571967" y="83661"/>
                  <a:pt x="574977" y="86154"/>
                </a:cubicBezTo>
                <a:cubicBezTo>
                  <a:pt x="577987" y="88646"/>
                  <a:pt x="582193" y="89892"/>
                  <a:pt x="587598" y="89892"/>
                </a:cubicBezTo>
                <a:cubicBezTo>
                  <a:pt x="593046" y="89892"/>
                  <a:pt x="597088" y="88792"/>
                  <a:pt x="599724" y="86591"/>
                </a:cubicBezTo>
                <a:cubicBezTo>
                  <a:pt x="602360" y="84388"/>
                  <a:pt x="603678" y="81806"/>
                  <a:pt x="603678" y="78843"/>
                </a:cubicBezTo>
                <a:cubicBezTo>
                  <a:pt x="603678" y="76183"/>
                  <a:pt x="602514" y="74091"/>
                  <a:pt x="600185" y="72566"/>
                </a:cubicBezTo>
                <a:cubicBezTo>
                  <a:pt x="598559" y="71519"/>
                  <a:pt x="594517" y="70190"/>
                  <a:pt x="588059" y="68576"/>
                </a:cubicBezTo>
                <a:cubicBezTo>
                  <a:pt x="579360" y="66378"/>
                  <a:pt x="573329" y="64477"/>
                  <a:pt x="569968" y="62872"/>
                </a:cubicBezTo>
                <a:cubicBezTo>
                  <a:pt x="566607" y="61267"/>
                  <a:pt x="564059" y="59046"/>
                  <a:pt x="562324" y="56209"/>
                </a:cubicBezTo>
                <a:cubicBezTo>
                  <a:pt x="560588" y="53373"/>
                  <a:pt x="559720" y="50240"/>
                  <a:pt x="559720" y="46810"/>
                </a:cubicBezTo>
                <a:cubicBezTo>
                  <a:pt x="559720" y="43688"/>
                  <a:pt x="560434" y="40796"/>
                  <a:pt x="561862" y="38135"/>
                </a:cubicBezTo>
                <a:cubicBezTo>
                  <a:pt x="563290" y="35474"/>
                  <a:pt x="565234" y="33265"/>
                  <a:pt x="567695" y="31506"/>
                </a:cubicBezTo>
                <a:cubicBezTo>
                  <a:pt x="569540" y="30143"/>
                  <a:pt x="572055" y="28989"/>
                  <a:pt x="575241" y="28044"/>
                </a:cubicBezTo>
                <a:cubicBezTo>
                  <a:pt x="578426" y="27098"/>
                  <a:pt x="581842" y="26625"/>
                  <a:pt x="585489" y="26625"/>
                </a:cubicBezTo>
                <a:cubicBezTo>
                  <a:pt x="590981" y="26625"/>
                  <a:pt x="595803" y="27421"/>
                  <a:pt x="599954" y="29014"/>
                </a:cubicBezTo>
                <a:cubicBezTo>
                  <a:pt x="604106" y="30605"/>
                  <a:pt x="607171" y="32761"/>
                  <a:pt x="609148" y="35483"/>
                </a:cubicBezTo>
                <a:cubicBezTo>
                  <a:pt x="611125" y="38203"/>
                  <a:pt x="612487" y="41840"/>
                  <a:pt x="613234" y="46396"/>
                </a:cubicBezTo>
                <a:lnTo>
                  <a:pt x="601635" y="47978"/>
                </a:lnTo>
                <a:cubicBezTo>
                  <a:pt x="601108" y="44375"/>
                  <a:pt x="599581" y="41563"/>
                  <a:pt x="597055" y="39542"/>
                </a:cubicBezTo>
                <a:cubicBezTo>
                  <a:pt x="594528" y="37521"/>
                  <a:pt x="590959" y="36510"/>
                  <a:pt x="586345" y="36510"/>
                </a:cubicBezTo>
                <a:cubicBezTo>
                  <a:pt x="580897" y="36510"/>
                  <a:pt x="577009" y="37407"/>
                  <a:pt x="574681" y="39200"/>
                </a:cubicBezTo>
                <a:cubicBezTo>
                  <a:pt x="572352" y="40992"/>
                  <a:pt x="571188" y="43090"/>
                  <a:pt x="571188" y="45496"/>
                </a:cubicBezTo>
                <a:cubicBezTo>
                  <a:pt x="571188" y="47025"/>
                  <a:pt x="571671" y="48403"/>
                  <a:pt x="572638" y="49627"/>
                </a:cubicBezTo>
                <a:cubicBezTo>
                  <a:pt x="573604" y="50894"/>
                  <a:pt x="575120" y="51943"/>
                  <a:pt x="577185" y="52774"/>
                </a:cubicBezTo>
                <a:cubicBezTo>
                  <a:pt x="578371" y="53212"/>
                  <a:pt x="581864" y="54218"/>
                  <a:pt x="587663" y="55791"/>
                </a:cubicBezTo>
                <a:cubicBezTo>
                  <a:pt x="596055" y="58031"/>
                  <a:pt x="601910" y="59864"/>
                  <a:pt x="605227" y="61290"/>
                </a:cubicBezTo>
                <a:cubicBezTo>
                  <a:pt x="608544" y="62717"/>
                  <a:pt x="611147" y="64791"/>
                  <a:pt x="613036" y="67514"/>
                </a:cubicBezTo>
                <a:cubicBezTo>
                  <a:pt x="614925" y="70235"/>
                  <a:pt x="615870" y="73615"/>
                  <a:pt x="615870" y="77653"/>
                </a:cubicBezTo>
                <a:cubicBezTo>
                  <a:pt x="615870" y="81604"/>
                  <a:pt x="614717" y="85325"/>
                  <a:pt x="612410" y="88815"/>
                </a:cubicBezTo>
                <a:cubicBezTo>
                  <a:pt x="610104" y="92304"/>
                  <a:pt x="606775" y="95003"/>
                  <a:pt x="602426" y="96913"/>
                </a:cubicBezTo>
                <a:cubicBezTo>
                  <a:pt x="598076" y="98823"/>
                  <a:pt x="593155" y="99778"/>
                  <a:pt x="587663" y="99778"/>
                </a:cubicBezTo>
                <a:cubicBezTo>
                  <a:pt x="578569" y="99778"/>
                  <a:pt x="571638" y="97883"/>
                  <a:pt x="566871" y="94093"/>
                </a:cubicBezTo>
                <a:cubicBezTo>
                  <a:pt x="562104" y="90304"/>
                  <a:pt x="559061" y="84686"/>
                  <a:pt x="557743" y="77239"/>
                </a:cubicBezTo>
                <a:close/>
                <a:moveTo>
                  <a:pt x="670329" y="98196"/>
                </a:moveTo>
                <a:lnTo>
                  <a:pt x="670329" y="37433"/>
                </a:lnTo>
                <a:lnTo>
                  <a:pt x="659850" y="37433"/>
                </a:lnTo>
                <a:lnTo>
                  <a:pt x="659850" y="28207"/>
                </a:lnTo>
                <a:lnTo>
                  <a:pt x="670329" y="28207"/>
                </a:lnTo>
                <a:lnTo>
                  <a:pt x="670329" y="20776"/>
                </a:lnTo>
                <a:cubicBezTo>
                  <a:pt x="670329" y="16086"/>
                  <a:pt x="670746" y="12601"/>
                  <a:pt x="671581" y="10322"/>
                </a:cubicBezTo>
                <a:cubicBezTo>
                  <a:pt x="672724" y="7255"/>
                  <a:pt x="674734" y="4768"/>
                  <a:pt x="677611" y="2861"/>
                </a:cubicBezTo>
                <a:cubicBezTo>
                  <a:pt x="680489" y="954"/>
                  <a:pt x="684520" y="0"/>
                  <a:pt x="689705" y="0"/>
                </a:cubicBezTo>
                <a:cubicBezTo>
                  <a:pt x="693044" y="0"/>
                  <a:pt x="696734" y="395"/>
                  <a:pt x="700776" y="1186"/>
                </a:cubicBezTo>
                <a:lnTo>
                  <a:pt x="698997" y="11533"/>
                </a:lnTo>
                <a:cubicBezTo>
                  <a:pt x="696537" y="11094"/>
                  <a:pt x="694208" y="10874"/>
                  <a:pt x="692011" y="10874"/>
                </a:cubicBezTo>
                <a:cubicBezTo>
                  <a:pt x="688409" y="10874"/>
                  <a:pt x="685860" y="11640"/>
                  <a:pt x="684366" y="13172"/>
                </a:cubicBezTo>
                <a:cubicBezTo>
                  <a:pt x="682873" y="14705"/>
                  <a:pt x="682126" y="17571"/>
                  <a:pt x="682126" y="21773"/>
                </a:cubicBezTo>
                <a:lnTo>
                  <a:pt x="682126" y="28207"/>
                </a:lnTo>
                <a:lnTo>
                  <a:pt x="695768" y="28207"/>
                </a:lnTo>
                <a:lnTo>
                  <a:pt x="695768" y="37433"/>
                </a:lnTo>
                <a:lnTo>
                  <a:pt x="682126" y="37433"/>
                </a:lnTo>
                <a:lnTo>
                  <a:pt x="682126" y="98196"/>
                </a:lnTo>
                <a:lnTo>
                  <a:pt x="670329" y="98196"/>
                </a:lnTo>
                <a:close/>
                <a:moveTo>
                  <a:pt x="704885" y="98196"/>
                </a:moveTo>
                <a:lnTo>
                  <a:pt x="704885" y="28207"/>
                </a:lnTo>
                <a:lnTo>
                  <a:pt x="715561" y="28207"/>
                </a:lnTo>
                <a:lnTo>
                  <a:pt x="715561" y="38751"/>
                </a:lnTo>
                <a:cubicBezTo>
                  <a:pt x="718285" y="33814"/>
                  <a:pt x="720800" y="30559"/>
                  <a:pt x="723107" y="28985"/>
                </a:cubicBezTo>
                <a:cubicBezTo>
                  <a:pt x="725414" y="27412"/>
                  <a:pt x="727951" y="26625"/>
                  <a:pt x="730719" y="26625"/>
                </a:cubicBezTo>
                <a:cubicBezTo>
                  <a:pt x="734717" y="26625"/>
                  <a:pt x="738781" y="27894"/>
                  <a:pt x="742911" y="30431"/>
                </a:cubicBezTo>
                <a:lnTo>
                  <a:pt x="738825" y="41387"/>
                </a:lnTo>
                <a:cubicBezTo>
                  <a:pt x="735925" y="39674"/>
                  <a:pt x="733025" y="38817"/>
                  <a:pt x="730126" y="38817"/>
                </a:cubicBezTo>
                <a:cubicBezTo>
                  <a:pt x="727533" y="38817"/>
                  <a:pt x="725205" y="39598"/>
                  <a:pt x="723140" y="41161"/>
                </a:cubicBezTo>
                <a:cubicBezTo>
                  <a:pt x="721075" y="42722"/>
                  <a:pt x="719603" y="44888"/>
                  <a:pt x="718724" y="47658"/>
                </a:cubicBezTo>
                <a:cubicBezTo>
                  <a:pt x="717406" y="51880"/>
                  <a:pt x="716747" y="56498"/>
                  <a:pt x="716747" y="61512"/>
                </a:cubicBezTo>
                <a:lnTo>
                  <a:pt x="716747" y="98196"/>
                </a:lnTo>
                <a:lnTo>
                  <a:pt x="704885" y="98196"/>
                </a:lnTo>
                <a:close/>
                <a:moveTo>
                  <a:pt x="745545" y="63201"/>
                </a:moveTo>
                <a:cubicBezTo>
                  <a:pt x="745545" y="50240"/>
                  <a:pt x="749148" y="40640"/>
                  <a:pt x="756354" y="34402"/>
                </a:cubicBezTo>
                <a:cubicBezTo>
                  <a:pt x="762373" y="29217"/>
                  <a:pt x="769710" y="26625"/>
                  <a:pt x="778365" y="26625"/>
                </a:cubicBezTo>
                <a:cubicBezTo>
                  <a:pt x="787987" y="26625"/>
                  <a:pt x="795852" y="29777"/>
                  <a:pt x="801959" y="36082"/>
                </a:cubicBezTo>
                <a:cubicBezTo>
                  <a:pt x="808066" y="42387"/>
                  <a:pt x="811119" y="51097"/>
                  <a:pt x="811119" y="62213"/>
                </a:cubicBezTo>
                <a:cubicBezTo>
                  <a:pt x="811119" y="71219"/>
                  <a:pt x="809768" y="78304"/>
                  <a:pt x="807066" y="83466"/>
                </a:cubicBezTo>
                <a:cubicBezTo>
                  <a:pt x="804364" y="88629"/>
                  <a:pt x="800432" y="92638"/>
                  <a:pt x="795269" y="95494"/>
                </a:cubicBezTo>
                <a:cubicBezTo>
                  <a:pt x="790107" y="98350"/>
                  <a:pt x="784472" y="99778"/>
                  <a:pt x="778365" y="99778"/>
                </a:cubicBezTo>
                <a:cubicBezTo>
                  <a:pt x="768568" y="99778"/>
                  <a:pt x="760648" y="96636"/>
                  <a:pt x="754607" y="90353"/>
                </a:cubicBezTo>
                <a:cubicBezTo>
                  <a:pt x="748566" y="84071"/>
                  <a:pt x="745545" y="75020"/>
                  <a:pt x="745545" y="63201"/>
                </a:cubicBezTo>
                <a:moveTo>
                  <a:pt x="757738" y="63168"/>
                </a:moveTo>
                <a:cubicBezTo>
                  <a:pt x="757738" y="72098"/>
                  <a:pt x="759693" y="78785"/>
                  <a:pt x="763603" y="83228"/>
                </a:cubicBezTo>
                <a:cubicBezTo>
                  <a:pt x="767513" y="87671"/>
                  <a:pt x="772434" y="89892"/>
                  <a:pt x="778365" y="89892"/>
                </a:cubicBezTo>
                <a:cubicBezTo>
                  <a:pt x="784253" y="89892"/>
                  <a:pt x="789151" y="87660"/>
                  <a:pt x="793062" y="83195"/>
                </a:cubicBezTo>
                <a:cubicBezTo>
                  <a:pt x="796972" y="78730"/>
                  <a:pt x="798927" y="71923"/>
                  <a:pt x="798927" y="62775"/>
                </a:cubicBezTo>
                <a:cubicBezTo>
                  <a:pt x="798927" y="54151"/>
                  <a:pt x="796961" y="47618"/>
                  <a:pt x="793029" y="43175"/>
                </a:cubicBezTo>
                <a:cubicBezTo>
                  <a:pt x="789097" y="38732"/>
                  <a:pt x="784209" y="36510"/>
                  <a:pt x="778365" y="36510"/>
                </a:cubicBezTo>
                <a:cubicBezTo>
                  <a:pt x="772434" y="36510"/>
                  <a:pt x="767513" y="38721"/>
                  <a:pt x="763603" y="43142"/>
                </a:cubicBezTo>
                <a:cubicBezTo>
                  <a:pt x="759693" y="47563"/>
                  <a:pt x="757738" y="54238"/>
                  <a:pt x="757738" y="63168"/>
                </a:cubicBezTo>
                <a:close/>
                <a:moveTo>
                  <a:pt x="825005" y="98196"/>
                </a:moveTo>
                <a:lnTo>
                  <a:pt x="825005" y="28207"/>
                </a:lnTo>
                <a:lnTo>
                  <a:pt x="835615" y="28207"/>
                </a:lnTo>
                <a:lnTo>
                  <a:pt x="835615" y="37960"/>
                </a:lnTo>
                <a:cubicBezTo>
                  <a:pt x="837812" y="34553"/>
                  <a:pt x="840734" y="31811"/>
                  <a:pt x="844380" y="29737"/>
                </a:cubicBezTo>
                <a:cubicBezTo>
                  <a:pt x="848027" y="27662"/>
                  <a:pt x="852179" y="26625"/>
                  <a:pt x="856836" y="26625"/>
                </a:cubicBezTo>
                <a:cubicBezTo>
                  <a:pt x="862020" y="26625"/>
                  <a:pt x="866271" y="27696"/>
                  <a:pt x="869588" y="29838"/>
                </a:cubicBezTo>
                <a:cubicBezTo>
                  <a:pt x="872905" y="31978"/>
                  <a:pt x="875245" y="34971"/>
                  <a:pt x="876607" y="38817"/>
                </a:cubicBezTo>
                <a:cubicBezTo>
                  <a:pt x="882143" y="30689"/>
                  <a:pt x="889348" y="26625"/>
                  <a:pt x="898223" y="26625"/>
                </a:cubicBezTo>
                <a:cubicBezTo>
                  <a:pt x="905165" y="26625"/>
                  <a:pt x="910503" y="28547"/>
                  <a:pt x="914238" y="32391"/>
                </a:cubicBezTo>
                <a:cubicBezTo>
                  <a:pt x="917972" y="36236"/>
                  <a:pt x="919839" y="42156"/>
                  <a:pt x="919839" y="50152"/>
                </a:cubicBezTo>
                <a:lnTo>
                  <a:pt x="919839" y="98196"/>
                </a:lnTo>
                <a:lnTo>
                  <a:pt x="908043" y="98196"/>
                </a:lnTo>
                <a:lnTo>
                  <a:pt x="908043" y="54059"/>
                </a:lnTo>
                <a:cubicBezTo>
                  <a:pt x="908043" y="49309"/>
                  <a:pt x="907658" y="45889"/>
                  <a:pt x="906889" y="43801"/>
                </a:cubicBezTo>
                <a:cubicBezTo>
                  <a:pt x="906121" y="41711"/>
                  <a:pt x="904726" y="40029"/>
                  <a:pt x="902705" y="38753"/>
                </a:cubicBezTo>
                <a:cubicBezTo>
                  <a:pt x="900684" y="37478"/>
                  <a:pt x="898311" y="36840"/>
                  <a:pt x="895587" y="36840"/>
                </a:cubicBezTo>
                <a:cubicBezTo>
                  <a:pt x="890666" y="36840"/>
                  <a:pt x="886580" y="38479"/>
                  <a:pt x="883329" y="41756"/>
                </a:cubicBezTo>
                <a:cubicBezTo>
                  <a:pt x="880078" y="45032"/>
                  <a:pt x="878452" y="50277"/>
                  <a:pt x="878452" y="57490"/>
                </a:cubicBezTo>
                <a:lnTo>
                  <a:pt x="878452" y="98196"/>
                </a:lnTo>
                <a:lnTo>
                  <a:pt x="866590" y="98196"/>
                </a:lnTo>
                <a:lnTo>
                  <a:pt x="866590" y="52673"/>
                </a:lnTo>
                <a:cubicBezTo>
                  <a:pt x="866590" y="47395"/>
                  <a:pt x="865623" y="43437"/>
                  <a:pt x="863690" y="40798"/>
                </a:cubicBezTo>
                <a:cubicBezTo>
                  <a:pt x="861757" y="38159"/>
                  <a:pt x="858593" y="36840"/>
                  <a:pt x="854200" y="36840"/>
                </a:cubicBezTo>
                <a:cubicBezTo>
                  <a:pt x="850861" y="36840"/>
                  <a:pt x="847774" y="37720"/>
                  <a:pt x="844940" y="39480"/>
                </a:cubicBezTo>
                <a:cubicBezTo>
                  <a:pt x="842107" y="41239"/>
                  <a:pt x="840053" y="43812"/>
                  <a:pt x="838778" y="47199"/>
                </a:cubicBezTo>
                <a:cubicBezTo>
                  <a:pt x="837504" y="50585"/>
                  <a:pt x="836867" y="55467"/>
                  <a:pt x="836867" y="61844"/>
                </a:cubicBezTo>
                <a:lnTo>
                  <a:pt x="836867" y="98196"/>
                </a:lnTo>
                <a:lnTo>
                  <a:pt x="825005" y="98196"/>
                </a:lnTo>
                <a:close/>
                <a:moveTo>
                  <a:pt x="972782" y="103995"/>
                </a:moveTo>
                <a:lnTo>
                  <a:pt x="984315" y="105709"/>
                </a:lnTo>
                <a:cubicBezTo>
                  <a:pt x="984798" y="109268"/>
                  <a:pt x="986138" y="111860"/>
                  <a:pt x="988335" y="113485"/>
                </a:cubicBezTo>
                <a:cubicBezTo>
                  <a:pt x="991279" y="115682"/>
                  <a:pt x="995299" y="116781"/>
                  <a:pt x="1000395" y="116781"/>
                </a:cubicBezTo>
                <a:cubicBezTo>
                  <a:pt x="1005887" y="116781"/>
                  <a:pt x="1010127" y="115679"/>
                  <a:pt x="1013115" y="113477"/>
                </a:cubicBezTo>
                <a:cubicBezTo>
                  <a:pt x="1016102" y="111276"/>
                  <a:pt x="1018123" y="108194"/>
                  <a:pt x="1019178" y="104230"/>
                </a:cubicBezTo>
                <a:cubicBezTo>
                  <a:pt x="1019793" y="101810"/>
                  <a:pt x="1020078" y="96724"/>
                  <a:pt x="1020034" y="88974"/>
                </a:cubicBezTo>
                <a:cubicBezTo>
                  <a:pt x="1014850" y="95122"/>
                  <a:pt x="1008391" y="98196"/>
                  <a:pt x="1000659" y="98196"/>
                </a:cubicBezTo>
                <a:cubicBezTo>
                  <a:pt x="991037" y="98196"/>
                  <a:pt x="983590" y="94725"/>
                  <a:pt x="978318" y="87783"/>
                </a:cubicBezTo>
                <a:cubicBezTo>
                  <a:pt x="973045" y="80841"/>
                  <a:pt x="970409" y="72516"/>
                  <a:pt x="970409" y="62806"/>
                </a:cubicBezTo>
                <a:cubicBezTo>
                  <a:pt x="970409" y="56128"/>
                  <a:pt x="971617" y="49966"/>
                  <a:pt x="974034" y="44320"/>
                </a:cubicBezTo>
                <a:cubicBezTo>
                  <a:pt x="976450" y="38674"/>
                  <a:pt x="979954" y="34314"/>
                  <a:pt x="984545" y="31238"/>
                </a:cubicBezTo>
                <a:cubicBezTo>
                  <a:pt x="989137" y="28163"/>
                  <a:pt x="994530" y="26625"/>
                  <a:pt x="1000725" y="26625"/>
                </a:cubicBezTo>
                <a:cubicBezTo>
                  <a:pt x="1008985" y="26625"/>
                  <a:pt x="1015795" y="29986"/>
                  <a:pt x="1021155" y="36708"/>
                </a:cubicBezTo>
                <a:lnTo>
                  <a:pt x="1021155" y="28207"/>
                </a:lnTo>
                <a:lnTo>
                  <a:pt x="1032095" y="28207"/>
                </a:lnTo>
                <a:lnTo>
                  <a:pt x="1032095" y="88747"/>
                </a:lnTo>
                <a:cubicBezTo>
                  <a:pt x="1032095" y="99650"/>
                  <a:pt x="1030985" y="107376"/>
                  <a:pt x="1028767" y="111926"/>
                </a:cubicBezTo>
                <a:cubicBezTo>
                  <a:pt x="1026548" y="116476"/>
                  <a:pt x="1023033" y="120070"/>
                  <a:pt x="1018222" y="122708"/>
                </a:cubicBezTo>
                <a:cubicBezTo>
                  <a:pt x="1013411" y="125347"/>
                  <a:pt x="1007491" y="126666"/>
                  <a:pt x="1000461" y="126666"/>
                </a:cubicBezTo>
                <a:cubicBezTo>
                  <a:pt x="992113" y="126666"/>
                  <a:pt x="985369" y="124782"/>
                  <a:pt x="980229" y="121015"/>
                </a:cubicBezTo>
                <a:cubicBezTo>
                  <a:pt x="975088" y="117247"/>
                  <a:pt x="972606" y="111574"/>
                  <a:pt x="972782" y="103995"/>
                </a:cubicBezTo>
                <a:moveTo>
                  <a:pt x="982601" y="61951"/>
                </a:moveTo>
                <a:cubicBezTo>
                  <a:pt x="982601" y="71110"/>
                  <a:pt x="984425" y="77793"/>
                  <a:pt x="988071" y="82000"/>
                </a:cubicBezTo>
                <a:cubicBezTo>
                  <a:pt x="991718" y="86207"/>
                  <a:pt x="996287" y="88310"/>
                  <a:pt x="1001779" y="88310"/>
                </a:cubicBezTo>
                <a:cubicBezTo>
                  <a:pt x="1007227" y="88310"/>
                  <a:pt x="1011796" y="86218"/>
                  <a:pt x="1015487" y="82033"/>
                </a:cubicBezTo>
                <a:cubicBezTo>
                  <a:pt x="1019178" y="77848"/>
                  <a:pt x="1021023" y="71285"/>
                  <a:pt x="1021023" y="62344"/>
                </a:cubicBezTo>
                <a:cubicBezTo>
                  <a:pt x="1021023" y="53799"/>
                  <a:pt x="1019123" y="47357"/>
                  <a:pt x="1015322" y="43018"/>
                </a:cubicBezTo>
                <a:cubicBezTo>
                  <a:pt x="1011522" y="38680"/>
                  <a:pt x="1006942" y="36510"/>
                  <a:pt x="1001581" y="36510"/>
                </a:cubicBezTo>
                <a:cubicBezTo>
                  <a:pt x="996309" y="36510"/>
                  <a:pt x="991828" y="38647"/>
                  <a:pt x="988137" y="42919"/>
                </a:cubicBezTo>
                <a:cubicBezTo>
                  <a:pt x="984447" y="47192"/>
                  <a:pt x="982601" y="53536"/>
                  <a:pt x="982601" y="61951"/>
                </a:cubicBezTo>
                <a:close/>
                <a:moveTo>
                  <a:pt x="1045584" y="63201"/>
                </a:moveTo>
                <a:cubicBezTo>
                  <a:pt x="1045584" y="50240"/>
                  <a:pt x="1049187" y="40640"/>
                  <a:pt x="1056393" y="34402"/>
                </a:cubicBezTo>
                <a:cubicBezTo>
                  <a:pt x="1062412" y="29217"/>
                  <a:pt x="1069749" y="26625"/>
                  <a:pt x="1078404" y="26625"/>
                </a:cubicBezTo>
                <a:cubicBezTo>
                  <a:pt x="1088026" y="26625"/>
                  <a:pt x="1095891" y="29777"/>
                  <a:pt x="1101998" y="36082"/>
                </a:cubicBezTo>
                <a:cubicBezTo>
                  <a:pt x="1108105" y="42387"/>
                  <a:pt x="1111158" y="51097"/>
                  <a:pt x="1111158" y="62213"/>
                </a:cubicBezTo>
                <a:cubicBezTo>
                  <a:pt x="1111158" y="71219"/>
                  <a:pt x="1109807" y="78304"/>
                  <a:pt x="1107105" y="83466"/>
                </a:cubicBezTo>
                <a:cubicBezTo>
                  <a:pt x="1104403" y="88629"/>
                  <a:pt x="1100471" y="92638"/>
                  <a:pt x="1095308" y="95494"/>
                </a:cubicBezTo>
                <a:cubicBezTo>
                  <a:pt x="1090146" y="98350"/>
                  <a:pt x="1084511" y="99778"/>
                  <a:pt x="1078404" y="99778"/>
                </a:cubicBezTo>
                <a:cubicBezTo>
                  <a:pt x="1068607" y="99778"/>
                  <a:pt x="1060687" y="96636"/>
                  <a:pt x="1054646" y="90353"/>
                </a:cubicBezTo>
                <a:cubicBezTo>
                  <a:pt x="1048605" y="84071"/>
                  <a:pt x="1045584" y="75020"/>
                  <a:pt x="1045584" y="63201"/>
                </a:cubicBezTo>
                <a:moveTo>
                  <a:pt x="1057776" y="63168"/>
                </a:moveTo>
                <a:cubicBezTo>
                  <a:pt x="1057776" y="72098"/>
                  <a:pt x="1059732" y="78785"/>
                  <a:pt x="1063642" y="83228"/>
                </a:cubicBezTo>
                <a:cubicBezTo>
                  <a:pt x="1067552" y="87671"/>
                  <a:pt x="1072473" y="89892"/>
                  <a:pt x="1078404" y="89892"/>
                </a:cubicBezTo>
                <a:cubicBezTo>
                  <a:pt x="1084292" y="89892"/>
                  <a:pt x="1089190" y="87660"/>
                  <a:pt x="1093101" y="83195"/>
                </a:cubicBezTo>
                <a:cubicBezTo>
                  <a:pt x="1097011" y="78730"/>
                  <a:pt x="1098966" y="71923"/>
                  <a:pt x="1098966" y="62775"/>
                </a:cubicBezTo>
                <a:cubicBezTo>
                  <a:pt x="1098966" y="54151"/>
                  <a:pt x="1097000" y="47618"/>
                  <a:pt x="1093068" y="43175"/>
                </a:cubicBezTo>
                <a:cubicBezTo>
                  <a:pt x="1089135" y="38732"/>
                  <a:pt x="1084248" y="36510"/>
                  <a:pt x="1078404" y="36510"/>
                </a:cubicBezTo>
                <a:cubicBezTo>
                  <a:pt x="1072473" y="36510"/>
                  <a:pt x="1067552" y="38721"/>
                  <a:pt x="1063642" y="43142"/>
                </a:cubicBezTo>
                <a:cubicBezTo>
                  <a:pt x="1059732" y="47563"/>
                  <a:pt x="1057776" y="54238"/>
                  <a:pt x="1057776" y="63168"/>
                </a:cubicBezTo>
                <a:close/>
                <a:moveTo>
                  <a:pt x="1144485" y="98196"/>
                </a:moveTo>
                <a:lnTo>
                  <a:pt x="1117860" y="28207"/>
                </a:lnTo>
                <a:lnTo>
                  <a:pt x="1130381" y="28207"/>
                </a:lnTo>
                <a:lnTo>
                  <a:pt x="1145407" y="70121"/>
                </a:lnTo>
                <a:cubicBezTo>
                  <a:pt x="1147033" y="74646"/>
                  <a:pt x="1148527" y="79348"/>
                  <a:pt x="1149889" y="84224"/>
                </a:cubicBezTo>
                <a:cubicBezTo>
                  <a:pt x="1150943" y="80534"/>
                  <a:pt x="1152415" y="76096"/>
                  <a:pt x="1154304" y="70912"/>
                </a:cubicBezTo>
                <a:lnTo>
                  <a:pt x="1169858" y="28207"/>
                </a:lnTo>
                <a:lnTo>
                  <a:pt x="1182050" y="28207"/>
                </a:lnTo>
                <a:lnTo>
                  <a:pt x="1155556" y="98196"/>
                </a:lnTo>
                <a:lnTo>
                  <a:pt x="1144485" y="98196"/>
                </a:lnTo>
                <a:close/>
                <a:moveTo>
                  <a:pt x="1240439" y="75657"/>
                </a:moveTo>
                <a:lnTo>
                  <a:pt x="1252697" y="77173"/>
                </a:lnTo>
                <a:cubicBezTo>
                  <a:pt x="1250764" y="84334"/>
                  <a:pt x="1247183" y="89892"/>
                  <a:pt x="1241955" y="93846"/>
                </a:cubicBezTo>
                <a:cubicBezTo>
                  <a:pt x="1236727" y="97800"/>
                  <a:pt x="1230049" y="99778"/>
                  <a:pt x="1221921" y="99778"/>
                </a:cubicBezTo>
                <a:cubicBezTo>
                  <a:pt x="1211684" y="99778"/>
                  <a:pt x="1203567" y="96625"/>
                  <a:pt x="1197569" y="90320"/>
                </a:cubicBezTo>
                <a:cubicBezTo>
                  <a:pt x="1191572" y="84016"/>
                  <a:pt x="1188574" y="75174"/>
                  <a:pt x="1188574" y="63794"/>
                </a:cubicBezTo>
                <a:cubicBezTo>
                  <a:pt x="1188574" y="52020"/>
                  <a:pt x="1191605" y="42881"/>
                  <a:pt x="1197668" y="36379"/>
                </a:cubicBezTo>
                <a:cubicBezTo>
                  <a:pt x="1203731" y="29876"/>
                  <a:pt x="1211596" y="26625"/>
                  <a:pt x="1221262" y="26625"/>
                </a:cubicBezTo>
                <a:cubicBezTo>
                  <a:pt x="1230620" y="26625"/>
                  <a:pt x="1238265" y="29805"/>
                  <a:pt x="1244196" y="36166"/>
                </a:cubicBezTo>
                <a:cubicBezTo>
                  <a:pt x="1250127" y="42526"/>
                  <a:pt x="1253093" y="51474"/>
                  <a:pt x="1253093" y="63010"/>
                </a:cubicBezTo>
                <a:cubicBezTo>
                  <a:pt x="1253093" y="63711"/>
                  <a:pt x="1253071" y="64764"/>
                  <a:pt x="1253027" y="66167"/>
                </a:cubicBezTo>
                <a:lnTo>
                  <a:pt x="1200832" y="66167"/>
                </a:lnTo>
                <a:cubicBezTo>
                  <a:pt x="1201271" y="73834"/>
                  <a:pt x="1203446" y="79704"/>
                  <a:pt x="1207356" y="83780"/>
                </a:cubicBezTo>
                <a:cubicBezTo>
                  <a:pt x="1211266" y="87855"/>
                  <a:pt x="1216143" y="89892"/>
                  <a:pt x="1221986" y="89892"/>
                </a:cubicBezTo>
                <a:cubicBezTo>
                  <a:pt x="1226336" y="89892"/>
                  <a:pt x="1230049" y="88761"/>
                  <a:pt x="1233124" y="86498"/>
                </a:cubicBezTo>
                <a:cubicBezTo>
                  <a:pt x="1236200" y="84234"/>
                  <a:pt x="1238638" y="80620"/>
                  <a:pt x="1240439" y="75657"/>
                </a:cubicBezTo>
                <a:moveTo>
                  <a:pt x="1201491" y="56281"/>
                </a:moveTo>
                <a:lnTo>
                  <a:pt x="1240571" y="56281"/>
                </a:lnTo>
                <a:cubicBezTo>
                  <a:pt x="1240044" y="50490"/>
                  <a:pt x="1238550" y="46147"/>
                  <a:pt x="1236090" y="43251"/>
                </a:cubicBezTo>
                <a:cubicBezTo>
                  <a:pt x="1232311" y="38757"/>
                  <a:pt x="1227413" y="36510"/>
                  <a:pt x="1221393" y="36510"/>
                </a:cubicBezTo>
                <a:cubicBezTo>
                  <a:pt x="1215945" y="36510"/>
                  <a:pt x="1211365" y="38304"/>
                  <a:pt x="1207653" y="41892"/>
                </a:cubicBezTo>
                <a:cubicBezTo>
                  <a:pt x="1203940" y="45478"/>
                  <a:pt x="1201886" y="50275"/>
                  <a:pt x="1201491" y="56281"/>
                </a:cubicBezTo>
                <a:close/>
                <a:moveTo>
                  <a:pt x="1267439" y="98196"/>
                </a:moveTo>
                <a:lnTo>
                  <a:pt x="1267439" y="28207"/>
                </a:lnTo>
                <a:lnTo>
                  <a:pt x="1278116" y="28207"/>
                </a:lnTo>
                <a:lnTo>
                  <a:pt x="1278116" y="38751"/>
                </a:lnTo>
                <a:cubicBezTo>
                  <a:pt x="1280840" y="33814"/>
                  <a:pt x="1283355" y="30559"/>
                  <a:pt x="1285662" y="28985"/>
                </a:cubicBezTo>
                <a:cubicBezTo>
                  <a:pt x="1287968" y="27412"/>
                  <a:pt x="1290505" y="26625"/>
                  <a:pt x="1293273" y="26625"/>
                </a:cubicBezTo>
                <a:cubicBezTo>
                  <a:pt x="1297272" y="26625"/>
                  <a:pt x="1301336" y="27894"/>
                  <a:pt x="1305465" y="30431"/>
                </a:cubicBezTo>
                <a:lnTo>
                  <a:pt x="1301379" y="41387"/>
                </a:lnTo>
                <a:cubicBezTo>
                  <a:pt x="1298480" y="39674"/>
                  <a:pt x="1295580" y="38817"/>
                  <a:pt x="1292680" y="38817"/>
                </a:cubicBezTo>
                <a:cubicBezTo>
                  <a:pt x="1290088" y="38817"/>
                  <a:pt x="1287759" y="39598"/>
                  <a:pt x="1285694" y="41161"/>
                </a:cubicBezTo>
                <a:cubicBezTo>
                  <a:pt x="1283630" y="42722"/>
                  <a:pt x="1282158" y="44888"/>
                  <a:pt x="1281279" y="47658"/>
                </a:cubicBezTo>
                <a:cubicBezTo>
                  <a:pt x="1279961" y="51880"/>
                  <a:pt x="1279302" y="56498"/>
                  <a:pt x="1279302" y="61512"/>
                </a:cubicBezTo>
                <a:lnTo>
                  <a:pt x="1279302" y="98196"/>
                </a:lnTo>
                <a:lnTo>
                  <a:pt x="1267439" y="98196"/>
                </a:lnTo>
                <a:close/>
                <a:moveTo>
                  <a:pt x="1312516" y="98196"/>
                </a:moveTo>
                <a:lnTo>
                  <a:pt x="1312516" y="28207"/>
                </a:lnTo>
                <a:lnTo>
                  <a:pt x="1323192" y="28207"/>
                </a:lnTo>
                <a:lnTo>
                  <a:pt x="1323192" y="38092"/>
                </a:lnTo>
                <a:cubicBezTo>
                  <a:pt x="1328333" y="30447"/>
                  <a:pt x="1335758" y="26625"/>
                  <a:pt x="1345468" y="26625"/>
                </a:cubicBezTo>
                <a:cubicBezTo>
                  <a:pt x="1349686" y="26625"/>
                  <a:pt x="1353563" y="27383"/>
                  <a:pt x="1357100" y="28899"/>
                </a:cubicBezTo>
                <a:cubicBezTo>
                  <a:pt x="1360637" y="30414"/>
                  <a:pt x="1363284" y="32402"/>
                  <a:pt x="1365041" y="34863"/>
                </a:cubicBezTo>
                <a:cubicBezTo>
                  <a:pt x="1366798" y="37323"/>
                  <a:pt x="1368029" y="40245"/>
                  <a:pt x="1368732" y="43628"/>
                </a:cubicBezTo>
                <a:cubicBezTo>
                  <a:pt x="1369171" y="45825"/>
                  <a:pt x="1369391" y="49669"/>
                  <a:pt x="1369391" y="55161"/>
                </a:cubicBezTo>
                <a:lnTo>
                  <a:pt x="1369391" y="98196"/>
                </a:lnTo>
                <a:lnTo>
                  <a:pt x="1357528" y="98196"/>
                </a:lnTo>
                <a:lnTo>
                  <a:pt x="1357528" y="55577"/>
                </a:lnTo>
                <a:cubicBezTo>
                  <a:pt x="1357528" y="50739"/>
                  <a:pt x="1357067" y="47121"/>
                  <a:pt x="1356144" y="44724"/>
                </a:cubicBezTo>
                <a:cubicBezTo>
                  <a:pt x="1355221" y="42326"/>
                  <a:pt x="1353585" y="40413"/>
                  <a:pt x="1351234" y="38984"/>
                </a:cubicBezTo>
                <a:cubicBezTo>
                  <a:pt x="1348884" y="37555"/>
                  <a:pt x="1346127" y="36840"/>
                  <a:pt x="1342963" y="36840"/>
                </a:cubicBezTo>
                <a:cubicBezTo>
                  <a:pt x="1337911" y="36840"/>
                  <a:pt x="1333550" y="38446"/>
                  <a:pt x="1329882" y="41657"/>
                </a:cubicBezTo>
                <a:cubicBezTo>
                  <a:pt x="1326213" y="44867"/>
                  <a:pt x="1324379" y="50958"/>
                  <a:pt x="1324379" y="59931"/>
                </a:cubicBezTo>
                <a:lnTo>
                  <a:pt x="1324379" y="98196"/>
                </a:lnTo>
                <a:lnTo>
                  <a:pt x="1312516" y="98196"/>
                </a:lnTo>
                <a:close/>
                <a:moveTo>
                  <a:pt x="1387560" y="98196"/>
                </a:moveTo>
                <a:lnTo>
                  <a:pt x="1387560" y="28207"/>
                </a:lnTo>
                <a:lnTo>
                  <a:pt x="1398170" y="28207"/>
                </a:lnTo>
                <a:lnTo>
                  <a:pt x="1398170" y="37960"/>
                </a:lnTo>
                <a:cubicBezTo>
                  <a:pt x="1400367" y="34553"/>
                  <a:pt x="1403288" y="31811"/>
                  <a:pt x="1406935" y="29737"/>
                </a:cubicBezTo>
                <a:cubicBezTo>
                  <a:pt x="1410582" y="27662"/>
                  <a:pt x="1414734" y="26625"/>
                  <a:pt x="1419391" y="26625"/>
                </a:cubicBezTo>
                <a:cubicBezTo>
                  <a:pt x="1424575" y="26625"/>
                  <a:pt x="1428826" y="27696"/>
                  <a:pt x="1432143" y="29838"/>
                </a:cubicBezTo>
                <a:cubicBezTo>
                  <a:pt x="1435460" y="31978"/>
                  <a:pt x="1437800" y="34971"/>
                  <a:pt x="1439162" y="38817"/>
                </a:cubicBezTo>
                <a:cubicBezTo>
                  <a:pt x="1444698" y="30689"/>
                  <a:pt x="1451903" y="26625"/>
                  <a:pt x="1460778" y="26625"/>
                </a:cubicBezTo>
                <a:cubicBezTo>
                  <a:pt x="1467720" y="26625"/>
                  <a:pt x="1473058" y="28547"/>
                  <a:pt x="1476793" y="32391"/>
                </a:cubicBezTo>
                <a:cubicBezTo>
                  <a:pt x="1480527" y="36236"/>
                  <a:pt x="1482394" y="42156"/>
                  <a:pt x="1482394" y="50152"/>
                </a:cubicBezTo>
                <a:lnTo>
                  <a:pt x="1482394" y="98196"/>
                </a:lnTo>
                <a:lnTo>
                  <a:pt x="1470598" y="98196"/>
                </a:lnTo>
                <a:lnTo>
                  <a:pt x="1470598" y="54059"/>
                </a:lnTo>
                <a:cubicBezTo>
                  <a:pt x="1470598" y="49309"/>
                  <a:pt x="1470213" y="45889"/>
                  <a:pt x="1469444" y="43801"/>
                </a:cubicBezTo>
                <a:cubicBezTo>
                  <a:pt x="1468675" y="41711"/>
                  <a:pt x="1467280" y="40029"/>
                  <a:pt x="1465259" y="38753"/>
                </a:cubicBezTo>
                <a:cubicBezTo>
                  <a:pt x="1463238" y="37478"/>
                  <a:pt x="1460866" y="36840"/>
                  <a:pt x="1458142" y="36840"/>
                </a:cubicBezTo>
                <a:cubicBezTo>
                  <a:pt x="1453221" y="36840"/>
                  <a:pt x="1449135" y="38479"/>
                  <a:pt x="1445884" y="41756"/>
                </a:cubicBezTo>
                <a:cubicBezTo>
                  <a:pt x="1442633" y="45032"/>
                  <a:pt x="1441007" y="50277"/>
                  <a:pt x="1441007" y="57490"/>
                </a:cubicBezTo>
                <a:lnTo>
                  <a:pt x="1441007" y="98196"/>
                </a:lnTo>
                <a:lnTo>
                  <a:pt x="1429144" y="98196"/>
                </a:lnTo>
                <a:lnTo>
                  <a:pt x="1429144" y="52673"/>
                </a:lnTo>
                <a:cubicBezTo>
                  <a:pt x="1429144" y="47395"/>
                  <a:pt x="1428178" y="43437"/>
                  <a:pt x="1426245" y="40798"/>
                </a:cubicBezTo>
                <a:cubicBezTo>
                  <a:pt x="1424312" y="38159"/>
                  <a:pt x="1421148" y="36840"/>
                  <a:pt x="1416755" y="36840"/>
                </a:cubicBezTo>
                <a:cubicBezTo>
                  <a:pt x="1413416" y="36840"/>
                  <a:pt x="1410329" y="37720"/>
                  <a:pt x="1407495" y="39480"/>
                </a:cubicBezTo>
                <a:cubicBezTo>
                  <a:pt x="1404661" y="41239"/>
                  <a:pt x="1402607" y="43812"/>
                  <a:pt x="1401333" y="47199"/>
                </a:cubicBezTo>
                <a:cubicBezTo>
                  <a:pt x="1400059" y="50585"/>
                  <a:pt x="1399422" y="55467"/>
                  <a:pt x="1399422" y="61844"/>
                </a:cubicBezTo>
                <a:lnTo>
                  <a:pt x="1399422" y="98196"/>
                </a:lnTo>
                <a:lnTo>
                  <a:pt x="1387560" y="98196"/>
                </a:lnTo>
                <a:close/>
                <a:moveTo>
                  <a:pt x="1547901" y="75657"/>
                </a:moveTo>
                <a:lnTo>
                  <a:pt x="1560159" y="77173"/>
                </a:lnTo>
                <a:cubicBezTo>
                  <a:pt x="1558226" y="84334"/>
                  <a:pt x="1554645" y="89892"/>
                  <a:pt x="1549416" y="93846"/>
                </a:cubicBezTo>
                <a:cubicBezTo>
                  <a:pt x="1544188" y="97800"/>
                  <a:pt x="1537510" y="99778"/>
                  <a:pt x="1529382" y="99778"/>
                </a:cubicBezTo>
                <a:cubicBezTo>
                  <a:pt x="1519145" y="99778"/>
                  <a:pt x="1511028" y="96625"/>
                  <a:pt x="1505031" y="90320"/>
                </a:cubicBezTo>
                <a:cubicBezTo>
                  <a:pt x="1499033" y="84016"/>
                  <a:pt x="1496035" y="75174"/>
                  <a:pt x="1496035" y="63794"/>
                </a:cubicBezTo>
                <a:cubicBezTo>
                  <a:pt x="1496035" y="52020"/>
                  <a:pt x="1499066" y="42881"/>
                  <a:pt x="1505129" y="36379"/>
                </a:cubicBezTo>
                <a:cubicBezTo>
                  <a:pt x="1511193" y="29876"/>
                  <a:pt x="1519057" y="26625"/>
                  <a:pt x="1528723" y="26625"/>
                </a:cubicBezTo>
                <a:cubicBezTo>
                  <a:pt x="1538081" y="26625"/>
                  <a:pt x="1545726" y="29805"/>
                  <a:pt x="1551657" y="36166"/>
                </a:cubicBezTo>
                <a:cubicBezTo>
                  <a:pt x="1557588" y="42526"/>
                  <a:pt x="1560554" y="51474"/>
                  <a:pt x="1560554" y="63010"/>
                </a:cubicBezTo>
                <a:cubicBezTo>
                  <a:pt x="1560554" y="63711"/>
                  <a:pt x="1560532" y="64764"/>
                  <a:pt x="1560488" y="66167"/>
                </a:cubicBezTo>
                <a:lnTo>
                  <a:pt x="1508293" y="66167"/>
                </a:lnTo>
                <a:cubicBezTo>
                  <a:pt x="1508732" y="73834"/>
                  <a:pt x="1510907" y="79704"/>
                  <a:pt x="1514817" y="83780"/>
                </a:cubicBezTo>
                <a:cubicBezTo>
                  <a:pt x="1518728" y="87855"/>
                  <a:pt x="1523604" y="89892"/>
                  <a:pt x="1529448" y="89892"/>
                </a:cubicBezTo>
                <a:cubicBezTo>
                  <a:pt x="1533797" y="89892"/>
                  <a:pt x="1537510" y="88761"/>
                  <a:pt x="1540585" y="86498"/>
                </a:cubicBezTo>
                <a:cubicBezTo>
                  <a:pt x="1543661" y="84234"/>
                  <a:pt x="1546099" y="80620"/>
                  <a:pt x="1547901" y="75657"/>
                </a:cubicBezTo>
                <a:moveTo>
                  <a:pt x="1508952" y="56281"/>
                </a:moveTo>
                <a:lnTo>
                  <a:pt x="1548032" y="56281"/>
                </a:lnTo>
                <a:cubicBezTo>
                  <a:pt x="1547505" y="50490"/>
                  <a:pt x="1546011" y="46147"/>
                  <a:pt x="1543551" y="43251"/>
                </a:cubicBezTo>
                <a:cubicBezTo>
                  <a:pt x="1539773" y="38757"/>
                  <a:pt x="1534874" y="36510"/>
                  <a:pt x="1528855" y="36510"/>
                </a:cubicBezTo>
                <a:cubicBezTo>
                  <a:pt x="1523407" y="36510"/>
                  <a:pt x="1518826" y="38304"/>
                  <a:pt x="1515114" y="41892"/>
                </a:cubicBezTo>
                <a:cubicBezTo>
                  <a:pt x="1511401" y="45478"/>
                  <a:pt x="1509347" y="50275"/>
                  <a:pt x="1508952" y="56281"/>
                </a:cubicBezTo>
                <a:close/>
                <a:moveTo>
                  <a:pt x="1575032" y="98196"/>
                </a:moveTo>
                <a:lnTo>
                  <a:pt x="1575032" y="28207"/>
                </a:lnTo>
                <a:lnTo>
                  <a:pt x="1585709" y="28207"/>
                </a:lnTo>
                <a:lnTo>
                  <a:pt x="1585709" y="38092"/>
                </a:lnTo>
                <a:cubicBezTo>
                  <a:pt x="1590849" y="30447"/>
                  <a:pt x="1598274" y="26625"/>
                  <a:pt x="1607984" y="26625"/>
                </a:cubicBezTo>
                <a:cubicBezTo>
                  <a:pt x="1612202" y="26625"/>
                  <a:pt x="1616079" y="27383"/>
                  <a:pt x="1619616" y="28899"/>
                </a:cubicBezTo>
                <a:cubicBezTo>
                  <a:pt x="1623153" y="30414"/>
                  <a:pt x="1625800" y="32402"/>
                  <a:pt x="1627557" y="34863"/>
                </a:cubicBezTo>
                <a:cubicBezTo>
                  <a:pt x="1629315" y="37323"/>
                  <a:pt x="1630545" y="40245"/>
                  <a:pt x="1631248" y="43628"/>
                </a:cubicBezTo>
                <a:cubicBezTo>
                  <a:pt x="1631687" y="45825"/>
                  <a:pt x="1631907" y="49669"/>
                  <a:pt x="1631907" y="55161"/>
                </a:cubicBezTo>
                <a:lnTo>
                  <a:pt x="1631907" y="98196"/>
                </a:lnTo>
                <a:lnTo>
                  <a:pt x="1620044" y="98196"/>
                </a:lnTo>
                <a:lnTo>
                  <a:pt x="1620044" y="55577"/>
                </a:lnTo>
                <a:cubicBezTo>
                  <a:pt x="1620044" y="50739"/>
                  <a:pt x="1619583" y="47121"/>
                  <a:pt x="1618660" y="44724"/>
                </a:cubicBezTo>
                <a:cubicBezTo>
                  <a:pt x="1617738" y="42326"/>
                  <a:pt x="1616101" y="40413"/>
                  <a:pt x="1613751" y="38984"/>
                </a:cubicBezTo>
                <a:cubicBezTo>
                  <a:pt x="1611400" y="37555"/>
                  <a:pt x="1608643" y="36840"/>
                  <a:pt x="1605480" y="36840"/>
                </a:cubicBezTo>
                <a:cubicBezTo>
                  <a:pt x="1600427" y="36840"/>
                  <a:pt x="1596067" y="38446"/>
                  <a:pt x="1592398" y="41657"/>
                </a:cubicBezTo>
                <a:cubicBezTo>
                  <a:pt x="1588729" y="44867"/>
                  <a:pt x="1586895" y="50958"/>
                  <a:pt x="1586895" y="59931"/>
                </a:cubicBezTo>
                <a:lnTo>
                  <a:pt x="1586895" y="98196"/>
                </a:lnTo>
                <a:lnTo>
                  <a:pt x="1575032" y="98196"/>
                </a:lnTo>
                <a:close/>
                <a:moveTo>
                  <a:pt x="1675976" y="87717"/>
                </a:moveTo>
                <a:lnTo>
                  <a:pt x="1677689" y="98196"/>
                </a:lnTo>
                <a:cubicBezTo>
                  <a:pt x="1674350" y="98811"/>
                  <a:pt x="1671363" y="99119"/>
                  <a:pt x="1668726" y="99119"/>
                </a:cubicBezTo>
                <a:cubicBezTo>
                  <a:pt x="1664421" y="99119"/>
                  <a:pt x="1661082" y="98438"/>
                  <a:pt x="1658709" y="97076"/>
                </a:cubicBezTo>
                <a:cubicBezTo>
                  <a:pt x="1656337" y="95713"/>
                  <a:pt x="1654667" y="93923"/>
                  <a:pt x="1653700" y="91704"/>
                </a:cubicBezTo>
                <a:cubicBezTo>
                  <a:pt x="1652734" y="89486"/>
                  <a:pt x="1652251" y="84817"/>
                  <a:pt x="1652251" y="77700"/>
                </a:cubicBezTo>
                <a:lnTo>
                  <a:pt x="1652251" y="37433"/>
                </a:lnTo>
                <a:lnTo>
                  <a:pt x="1643551" y="37433"/>
                </a:lnTo>
                <a:lnTo>
                  <a:pt x="1643551" y="28207"/>
                </a:lnTo>
                <a:lnTo>
                  <a:pt x="1652251" y="28207"/>
                </a:lnTo>
                <a:lnTo>
                  <a:pt x="1652251" y="10827"/>
                </a:lnTo>
                <a:lnTo>
                  <a:pt x="1664047" y="3691"/>
                </a:lnTo>
                <a:lnTo>
                  <a:pt x="1664047" y="28207"/>
                </a:lnTo>
                <a:lnTo>
                  <a:pt x="1675976" y="28207"/>
                </a:lnTo>
                <a:lnTo>
                  <a:pt x="1675976" y="37433"/>
                </a:lnTo>
                <a:lnTo>
                  <a:pt x="1664047" y="37433"/>
                </a:lnTo>
                <a:lnTo>
                  <a:pt x="1664047" y="78359"/>
                </a:lnTo>
                <a:cubicBezTo>
                  <a:pt x="1664047" y="81742"/>
                  <a:pt x="1664256" y="83917"/>
                  <a:pt x="1664673" y="84883"/>
                </a:cubicBezTo>
                <a:cubicBezTo>
                  <a:pt x="1665091" y="85850"/>
                  <a:pt x="1665772" y="86619"/>
                  <a:pt x="1666716" y="87190"/>
                </a:cubicBezTo>
                <a:cubicBezTo>
                  <a:pt x="1667661" y="87761"/>
                  <a:pt x="1669012" y="88047"/>
                  <a:pt x="1670769" y="88047"/>
                </a:cubicBezTo>
                <a:cubicBezTo>
                  <a:pt x="1672087" y="88047"/>
                  <a:pt x="1673823" y="87937"/>
                  <a:pt x="1675976" y="87717"/>
                </a:cubicBezTo>
                <a:close/>
                <a:moveTo>
                  <a:pt x="1770790" y="72494"/>
                </a:moveTo>
                <a:lnTo>
                  <a:pt x="1782455" y="74009"/>
                </a:lnTo>
                <a:cubicBezTo>
                  <a:pt x="1781181" y="82070"/>
                  <a:pt x="1777919" y="88380"/>
                  <a:pt x="1772668" y="92940"/>
                </a:cubicBezTo>
                <a:cubicBezTo>
                  <a:pt x="1767418" y="97498"/>
                  <a:pt x="1760971" y="99778"/>
                  <a:pt x="1753326" y="99778"/>
                </a:cubicBezTo>
                <a:cubicBezTo>
                  <a:pt x="1743748" y="99778"/>
                  <a:pt x="1736048" y="96647"/>
                  <a:pt x="1730227" y="90386"/>
                </a:cubicBezTo>
                <a:cubicBezTo>
                  <a:pt x="1724405" y="84126"/>
                  <a:pt x="1721494" y="75152"/>
                  <a:pt x="1721494" y="63465"/>
                </a:cubicBezTo>
                <a:cubicBezTo>
                  <a:pt x="1721494" y="55908"/>
                  <a:pt x="1722747" y="49296"/>
                  <a:pt x="1725251" y="43628"/>
                </a:cubicBezTo>
                <a:cubicBezTo>
                  <a:pt x="1727755" y="37960"/>
                  <a:pt x="1731567" y="33710"/>
                  <a:pt x="1736685" y="30876"/>
                </a:cubicBezTo>
                <a:cubicBezTo>
                  <a:pt x="1741804" y="28042"/>
                  <a:pt x="1747372" y="26625"/>
                  <a:pt x="1753392" y="26625"/>
                </a:cubicBezTo>
                <a:cubicBezTo>
                  <a:pt x="1760992" y="26625"/>
                  <a:pt x="1767209" y="28553"/>
                  <a:pt x="1772042" y="32410"/>
                </a:cubicBezTo>
                <a:cubicBezTo>
                  <a:pt x="1776875" y="36265"/>
                  <a:pt x="1779973" y="41740"/>
                  <a:pt x="1781335" y="48834"/>
                </a:cubicBezTo>
                <a:lnTo>
                  <a:pt x="1769802" y="50614"/>
                </a:lnTo>
                <a:cubicBezTo>
                  <a:pt x="1768703" y="45935"/>
                  <a:pt x="1766759" y="42414"/>
                  <a:pt x="1763969" y="40053"/>
                </a:cubicBezTo>
                <a:cubicBezTo>
                  <a:pt x="1761179" y="37691"/>
                  <a:pt x="1757807" y="36510"/>
                  <a:pt x="1753853" y="36510"/>
                </a:cubicBezTo>
                <a:cubicBezTo>
                  <a:pt x="1747878" y="36510"/>
                  <a:pt x="1743023" y="38642"/>
                  <a:pt x="1739288" y="42905"/>
                </a:cubicBezTo>
                <a:cubicBezTo>
                  <a:pt x="1735554" y="47167"/>
                  <a:pt x="1733687" y="53910"/>
                  <a:pt x="1733687" y="63135"/>
                </a:cubicBezTo>
                <a:cubicBezTo>
                  <a:pt x="1733687" y="72492"/>
                  <a:pt x="1735488" y="79291"/>
                  <a:pt x="1739091" y="83532"/>
                </a:cubicBezTo>
                <a:cubicBezTo>
                  <a:pt x="1742693" y="87772"/>
                  <a:pt x="1747394" y="89892"/>
                  <a:pt x="1753194" y="89892"/>
                </a:cubicBezTo>
                <a:cubicBezTo>
                  <a:pt x="1757851" y="89892"/>
                  <a:pt x="1761739" y="88470"/>
                  <a:pt x="1764859" y="85625"/>
                </a:cubicBezTo>
                <a:cubicBezTo>
                  <a:pt x="1767978" y="82780"/>
                  <a:pt x="1769955" y="78403"/>
                  <a:pt x="1770790" y="72494"/>
                </a:cubicBezTo>
                <a:close/>
                <a:moveTo>
                  <a:pt x="1840515" y="75657"/>
                </a:moveTo>
                <a:lnTo>
                  <a:pt x="1852773" y="77173"/>
                </a:lnTo>
                <a:cubicBezTo>
                  <a:pt x="1850840" y="84334"/>
                  <a:pt x="1847259" y="89892"/>
                  <a:pt x="1842031" y="93846"/>
                </a:cubicBezTo>
                <a:cubicBezTo>
                  <a:pt x="1836803" y="97800"/>
                  <a:pt x="1830125" y="99778"/>
                  <a:pt x="1821996" y="99778"/>
                </a:cubicBezTo>
                <a:cubicBezTo>
                  <a:pt x="1811759" y="99778"/>
                  <a:pt x="1803642" y="96625"/>
                  <a:pt x="1797645" y="90320"/>
                </a:cubicBezTo>
                <a:cubicBezTo>
                  <a:pt x="1791648" y="84016"/>
                  <a:pt x="1788649" y="75174"/>
                  <a:pt x="1788649" y="63794"/>
                </a:cubicBezTo>
                <a:cubicBezTo>
                  <a:pt x="1788649" y="52020"/>
                  <a:pt x="1791681" y="42881"/>
                  <a:pt x="1797744" y="36379"/>
                </a:cubicBezTo>
                <a:cubicBezTo>
                  <a:pt x="1803807" y="29876"/>
                  <a:pt x="1811672" y="26625"/>
                  <a:pt x="1821337" y="26625"/>
                </a:cubicBezTo>
                <a:cubicBezTo>
                  <a:pt x="1830696" y="26625"/>
                  <a:pt x="1838340" y="29805"/>
                  <a:pt x="1844272" y="36166"/>
                </a:cubicBezTo>
                <a:cubicBezTo>
                  <a:pt x="1850203" y="42526"/>
                  <a:pt x="1853169" y="51474"/>
                  <a:pt x="1853169" y="63010"/>
                </a:cubicBezTo>
                <a:cubicBezTo>
                  <a:pt x="1853169" y="63711"/>
                  <a:pt x="1853147" y="64764"/>
                  <a:pt x="1853103" y="66167"/>
                </a:cubicBezTo>
                <a:lnTo>
                  <a:pt x="1800907" y="66167"/>
                </a:lnTo>
                <a:cubicBezTo>
                  <a:pt x="1801347" y="73834"/>
                  <a:pt x="1803522" y="79704"/>
                  <a:pt x="1807432" y="83780"/>
                </a:cubicBezTo>
                <a:cubicBezTo>
                  <a:pt x="1811342" y="87855"/>
                  <a:pt x="1816219" y="89892"/>
                  <a:pt x="1822062" y="89892"/>
                </a:cubicBezTo>
                <a:cubicBezTo>
                  <a:pt x="1826412" y="89892"/>
                  <a:pt x="1830125" y="88761"/>
                  <a:pt x="1833200" y="86498"/>
                </a:cubicBezTo>
                <a:cubicBezTo>
                  <a:pt x="1836275" y="84234"/>
                  <a:pt x="1838714" y="80620"/>
                  <a:pt x="1840515" y="75657"/>
                </a:cubicBezTo>
                <a:moveTo>
                  <a:pt x="1801566" y="56281"/>
                </a:moveTo>
                <a:lnTo>
                  <a:pt x="1840647" y="56281"/>
                </a:lnTo>
                <a:cubicBezTo>
                  <a:pt x="1840120" y="50490"/>
                  <a:pt x="1838626" y="46147"/>
                  <a:pt x="1836166" y="43251"/>
                </a:cubicBezTo>
                <a:cubicBezTo>
                  <a:pt x="1832387" y="38757"/>
                  <a:pt x="1827488" y="36510"/>
                  <a:pt x="1821469" y="36510"/>
                </a:cubicBezTo>
                <a:cubicBezTo>
                  <a:pt x="1816021" y="36510"/>
                  <a:pt x="1811441" y="38304"/>
                  <a:pt x="1807728" y="41892"/>
                </a:cubicBezTo>
                <a:cubicBezTo>
                  <a:pt x="1804016" y="45478"/>
                  <a:pt x="1801962" y="50275"/>
                  <a:pt x="1801566" y="56281"/>
                </a:cubicBezTo>
                <a:close/>
                <a:moveTo>
                  <a:pt x="1867646" y="98196"/>
                </a:moveTo>
                <a:lnTo>
                  <a:pt x="1867646" y="28207"/>
                </a:lnTo>
                <a:lnTo>
                  <a:pt x="1878323" y="28207"/>
                </a:lnTo>
                <a:lnTo>
                  <a:pt x="1878323" y="38092"/>
                </a:lnTo>
                <a:cubicBezTo>
                  <a:pt x="1883463" y="30447"/>
                  <a:pt x="1890888" y="26625"/>
                  <a:pt x="1900598" y="26625"/>
                </a:cubicBezTo>
                <a:cubicBezTo>
                  <a:pt x="1904816" y="26625"/>
                  <a:pt x="1908693" y="27383"/>
                  <a:pt x="1912230" y="28899"/>
                </a:cubicBezTo>
                <a:cubicBezTo>
                  <a:pt x="1915767" y="30414"/>
                  <a:pt x="1918414" y="32402"/>
                  <a:pt x="1920171" y="34863"/>
                </a:cubicBezTo>
                <a:cubicBezTo>
                  <a:pt x="1921929" y="37323"/>
                  <a:pt x="1923159" y="40245"/>
                  <a:pt x="1923862" y="43628"/>
                </a:cubicBezTo>
                <a:cubicBezTo>
                  <a:pt x="1924301" y="45825"/>
                  <a:pt x="1924521" y="49669"/>
                  <a:pt x="1924521" y="55161"/>
                </a:cubicBezTo>
                <a:lnTo>
                  <a:pt x="1924521" y="98196"/>
                </a:lnTo>
                <a:lnTo>
                  <a:pt x="1912658" y="98196"/>
                </a:lnTo>
                <a:lnTo>
                  <a:pt x="1912658" y="55577"/>
                </a:lnTo>
                <a:cubicBezTo>
                  <a:pt x="1912658" y="50739"/>
                  <a:pt x="1912197" y="47121"/>
                  <a:pt x="1911274" y="44724"/>
                </a:cubicBezTo>
                <a:cubicBezTo>
                  <a:pt x="1910352" y="42326"/>
                  <a:pt x="1908715" y="40413"/>
                  <a:pt x="1906365" y="38984"/>
                </a:cubicBezTo>
                <a:cubicBezTo>
                  <a:pt x="1904014" y="37555"/>
                  <a:pt x="1901257" y="36840"/>
                  <a:pt x="1898094" y="36840"/>
                </a:cubicBezTo>
                <a:cubicBezTo>
                  <a:pt x="1893041" y="36840"/>
                  <a:pt x="1888681" y="38446"/>
                  <a:pt x="1885012" y="41657"/>
                </a:cubicBezTo>
                <a:cubicBezTo>
                  <a:pt x="1881343" y="44867"/>
                  <a:pt x="1879509" y="50958"/>
                  <a:pt x="1879509" y="59931"/>
                </a:cubicBezTo>
                <a:lnTo>
                  <a:pt x="1879509" y="98196"/>
                </a:lnTo>
                <a:lnTo>
                  <a:pt x="1867646" y="98196"/>
                </a:lnTo>
                <a:close/>
                <a:moveTo>
                  <a:pt x="1937945" y="77239"/>
                </a:moveTo>
                <a:lnTo>
                  <a:pt x="1949676" y="75393"/>
                </a:lnTo>
                <a:cubicBezTo>
                  <a:pt x="1950335" y="80074"/>
                  <a:pt x="1952169" y="83661"/>
                  <a:pt x="1955179" y="86154"/>
                </a:cubicBezTo>
                <a:cubicBezTo>
                  <a:pt x="1958188" y="88646"/>
                  <a:pt x="1962395" y="89892"/>
                  <a:pt x="1967799" y="89892"/>
                </a:cubicBezTo>
                <a:cubicBezTo>
                  <a:pt x="1973247" y="89892"/>
                  <a:pt x="1977289" y="88792"/>
                  <a:pt x="1979925" y="86591"/>
                </a:cubicBezTo>
                <a:cubicBezTo>
                  <a:pt x="1982562" y="84388"/>
                  <a:pt x="1983880" y="81806"/>
                  <a:pt x="1983880" y="78843"/>
                </a:cubicBezTo>
                <a:cubicBezTo>
                  <a:pt x="1983880" y="76183"/>
                  <a:pt x="1982715" y="74091"/>
                  <a:pt x="1980387" y="72566"/>
                </a:cubicBezTo>
                <a:cubicBezTo>
                  <a:pt x="1978761" y="71519"/>
                  <a:pt x="1974719" y="70190"/>
                  <a:pt x="1968261" y="68576"/>
                </a:cubicBezTo>
                <a:cubicBezTo>
                  <a:pt x="1959561" y="66378"/>
                  <a:pt x="1953531" y="64477"/>
                  <a:pt x="1950170" y="62872"/>
                </a:cubicBezTo>
                <a:cubicBezTo>
                  <a:pt x="1946809" y="61267"/>
                  <a:pt x="1944261" y="59046"/>
                  <a:pt x="1942525" y="56209"/>
                </a:cubicBezTo>
                <a:cubicBezTo>
                  <a:pt x="1940790" y="53373"/>
                  <a:pt x="1939922" y="50240"/>
                  <a:pt x="1939922" y="46810"/>
                </a:cubicBezTo>
                <a:cubicBezTo>
                  <a:pt x="1939922" y="43688"/>
                  <a:pt x="1940636" y="40796"/>
                  <a:pt x="1942064" y="38135"/>
                </a:cubicBezTo>
                <a:cubicBezTo>
                  <a:pt x="1943492" y="35474"/>
                  <a:pt x="1945436" y="33265"/>
                  <a:pt x="1947896" y="31506"/>
                </a:cubicBezTo>
                <a:cubicBezTo>
                  <a:pt x="1949742" y="30143"/>
                  <a:pt x="1952257" y="28989"/>
                  <a:pt x="1955442" y="28044"/>
                </a:cubicBezTo>
                <a:cubicBezTo>
                  <a:pt x="1958628" y="27098"/>
                  <a:pt x="1962044" y="26625"/>
                  <a:pt x="1965690" y="26625"/>
                </a:cubicBezTo>
                <a:cubicBezTo>
                  <a:pt x="1971182" y="26625"/>
                  <a:pt x="1976004" y="27421"/>
                  <a:pt x="1980156" y="29014"/>
                </a:cubicBezTo>
                <a:cubicBezTo>
                  <a:pt x="1984308" y="30605"/>
                  <a:pt x="1987372" y="32761"/>
                  <a:pt x="1989350" y="35483"/>
                </a:cubicBezTo>
                <a:cubicBezTo>
                  <a:pt x="1991327" y="38203"/>
                  <a:pt x="1992689" y="41840"/>
                  <a:pt x="1993436" y="46396"/>
                </a:cubicBezTo>
                <a:lnTo>
                  <a:pt x="1981837" y="47978"/>
                </a:lnTo>
                <a:cubicBezTo>
                  <a:pt x="1981309" y="44375"/>
                  <a:pt x="1979783" y="41563"/>
                  <a:pt x="1977256" y="39542"/>
                </a:cubicBezTo>
                <a:cubicBezTo>
                  <a:pt x="1974730" y="37521"/>
                  <a:pt x="1971160" y="36510"/>
                  <a:pt x="1966547" y="36510"/>
                </a:cubicBezTo>
                <a:cubicBezTo>
                  <a:pt x="1961099" y="36510"/>
                  <a:pt x="1957211" y="37407"/>
                  <a:pt x="1954882" y="39200"/>
                </a:cubicBezTo>
                <a:cubicBezTo>
                  <a:pt x="1952554" y="40992"/>
                  <a:pt x="1951389" y="43090"/>
                  <a:pt x="1951389" y="45496"/>
                </a:cubicBezTo>
                <a:cubicBezTo>
                  <a:pt x="1951389" y="47025"/>
                  <a:pt x="1951873" y="48403"/>
                  <a:pt x="1952839" y="49627"/>
                </a:cubicBezTo>
                <a:cubicBezTo>
                  <a:pt x="1953806" y="50894"/>
                  <a:pt x="1955322" y="51943"/>
                  <a:pt x="1957386" y="52774"/>
                </a:cubicBezTo>
                <a:cubicBezTo>
                  <a:pt x="1958573" y="53212"/>
                  <a:pt x="1962066" y="54218"/>
                  <a:pt x="1967865" y="55791"/>
                </a:cubicBezTo>
                <a:cubicBezTo>
                  <a:pt x="1976257" y="58031"/>
                  <a:pt x="1982111" y="59864"/>
                  <a:pt x="1985428" y="61290"/>
                </a:cubicBezTo>
                <a:cubicBezTo>
                  <a:pt x="1988745" y="62717"/>
                  <a:pt x="1991349" y="64791"/>
                  <a:pt x="1993238" y="67514"/>
                </a:cubicBezTo>
                <a:cubicBezTo>
                  <a:pt x="1995127" y="70235"/>
                  <a:pt x="1996072" y="73615"/>
                  <a:pt x="1996072" y="77653"/>
                </a:cubicBezTo>
                <a:cubicBezTo>
                  <a:pt x="1996072" y="81604"/>
                  <a:pt x="1994918" y="85325"/>
                  <a:pt x="1992612" y="88815"/>
                </a:cubicBezTo>
                <a:cubicBezTo>
                  <a:pt x="1990305" y="92304"/>
                  <a:pt x="1986977" y="95003"/>
                  <a:pt x="1982627" y="96913"/>
                </a:cubicBezTo>
                <a:cubicBezTo>
                  <a:pt x="1978278" y="98823"/>
                  <a:pt x="1973357" y="99778"/>
                  <a:pt x="1967865" y="99778"/>
                </a:cubicBezTo>
                <a:cubicBezTo>
                  <a:pt x="1958770" y="99778"/>
                  <a:pt x="1951840" y="97883"/>
                  <a:pt x="1947073" y="94093"/>
                </a:cubicBezTo>
                <a:cubicBezTo>
                  <a:pt x="1942306" y="90304"/>
                  <a:pt x="1939263" y="84686"/>
                  <a:pt x="1937945" y="77239"/>
                </a:cubicBezTo>
                <a:close/>
                <a:moveTo>
                  <a:pt x="2005759" y="63201"/>
                </a:moveTo>
                <a:cubicBezTo>
                  <a:pt x="2005759" y="50240"/>
                  <a:pt x="2009362" y="40640"/>
                  <a:pt x="2016567" y="34402"/>
                </a:cubicBezTo>
                <a:cubicBezTo>
                  <a:pt x="2022587" y="29217"/>
                  <a:pt x="2029924" y="26625"/>
                  <a:pt x="2038579" y="26625"/>
                </a:cubicBezTo>
                <a:cubicBezTo>
                  <a:pt x="2048201" y="26625"/>
                  <a:pt x="2056065" y="29777"/>
                  <a:pt x="2062172" y="36082"/>
                </a:cubicBezTo>
                <a:cubicBezTo>
                  <a:pt x="2068279" y="42387"/>
                  <a:pt x="2071333" y="51097"/>
                  <a:pt x="2071333" y="62213"/>
                </a:cubicBezTo>
                <a:cubicBezTo>
                  <a:pt x="2071333" y="71219"/>
                  <a:pt x="2069982" y="78304"/>
                  <a:pt x="2067280" y="83466"/>
                </a:cubicBezTo>
                <a:cubicBezTo>
                  <a:pt x="2064578" y="88629"/>
                  <a:pt x="2060646" y="92638"/>
                  <a:pt x="2055483" y="95494"/>
                </a:cubicBezTo>
                <a:cubicBezTo>
                  <a:pt x="2050321" y="98350"/>
                  <a:pt x="2044686" y="99778"/>
                  <a:pt x="2038579" y="99778"/>
                </a:cubicBezTo>
                <a:cubicBezTo>
                  <a:pt x="2028781" y="99778"/>
                  <a:pt x="2020862" y="96636"/>
                  <a:pt x="2014821" y="90353"/>
                </a:cubicBezTo>
                <a:cubicBezTo>
                  <a:pt x="2008780" y="84071"/>
                  <a:pt x="2005759" y="75020"/>
                  <a:pt x="2005759" y="63201"/>
                </a:cubicBezTo>
                <a:moveTo>
                  <a:pt x="2017951" y="63168"/>
                </a:moveTo>
                <a:cubicBezTo>
                  <a:pt x="2017951" y="72098"/>
                  <a:pt x="2019906" y="78785"/>
                  <a:pt x="2023817" y="83228"/>
                </a:cubicBezTo>
                <a:cubicBezTo>
                  <a:pt x="2027727" y="87671"/>
                  <a:pt x="2032648" y="89892"/>
                  <a:pt x="2038579" y="89892"/>
                </a:cubicBezTo>
                <a:cubicBezTo>
                  <a:pt x="2044466" y="89892"/>
                  <a:pt x="2049365" y="87660"/>
                  <a:pt x="2053276" y="83195"/>
                </a:cubicBezTo>
                <a:cubicBezTo>
                  <a:pt x="2057186" y="78730"/>
                  <a:pt x="2059141" y="71923"/>
                  <a:pt x="2059141" y="62775"/>
                </a:cubicBezTo>
                <a:cubicBezTo>
                  <a:pt x="2059141" y="54151"/>
                  <a:pt x="2057175" y="47618"/>
                  <a:pt x="2053243" y="43175"/>
                </a:cubicBezTo>
                <a:cubicBezTo>
                  <a:pt x="2049310" y="38732"/>
                  <a:pt x="2044423" y="36510"/>
                  <a:pt x="2038579" y="36510"/>
                </a:cubicBezTo>
                <a:cubicBezTo>
                  <a:pt x="2032648" y="36510"/>
                  <a:pt x="2027727" y="38721"/>
                  <a:pt x="2023817" y="43142"/>
                </a:cubicBezTo>
                <a:cubicBezTo>
                  <a:pt x="2019906" y="47563"/>
                  <a:pt x="2017951" y="54238"/>
                  <a:pt x="2017951" y="63168"/>
                </a:cubicBezTo>
                <a:close/>
                <a:moveTo>
                  <a:pt x="2085086" y="98196"/>
                </a:moveTo>
                <a:lnTo>
                  <a:pt x="2085086" y="28207"/>
                </a:lnTo>
                <a:lnTo>
                  <a:pt x="2095763" y="28207"/>
                </a:lnTo>
                <a:lnTo>
                  <a:pt x="2095763" y="38751"/>
                </a:lnTo>
                <a:cubicBezTo>
                  <a:pt x="2098487" y="33814"/>
                  <a:pt x="2101002" y="30559"/>
                  <a:pt x="2103309" y="28985"/>
                </a:cubicBezTo>
                <a:cubicBezTo>
                  <a:pt x="2105615" y="27412"/>
                  <a:pt x="2108152" y="26625"/>
                  <a:pt x="2110920" y="26625"/>
                </a:cubicBezTo>
                <a:cubicBezTo>
                  <a:pt x="2114919" y="26625"/>
                  <a:pt x="2118983" y="27894"/>
                  <a:pt x="2123113" y="30431"/>
                </a:cubicBezTo>
                <a:lnTo>
                  <a:pt x="2119027" y="41387"/>
                </a:lnTo>
                <a:cubicBezTo>
                  <a:pt x="2116127" y="39674"/>
                  <a:pt x="2113227" y="38817"/>
                  <a:pt x="2110327" y="38817"/>
                </a:cubicBezTo>
                <a:cubicBezTo>
                  <a:pt x="2107735" y="38817"/>
                  <a:pt x="2105407" y="39598"/>
                  <a:pt x="2103342" y="41161"/>
                </a:cubicBezTo>
                <a:cubicBezTo>
                  <a:pt x="2101277" y="42722"/>
                  <a:pt x="2099805" y="44888"/>
                  <a:pt x="2098926" y="47658"/>
                </a:cubicBezTo>
                <a:cubicBezTo>
                  <a:pt x="2097608" y="51880"/>
                  <a:pt x="2096949" y="56498"/>
                  <a:pt x="2096949" y="61512"/>
                </a:cubicBezTo>
                <a:lnTo>
                  <a:pt x="2096949" y="98196"/>
                </a:lnTo>
                <a:lnTo>
                  <a:pt x="2085086" y="98196"/>
                </a:lnTo>
                <a:close/>
                <a:moveTo>
                  <a:pt x="2125418" y="77239"/>
                </a:moveTo>
                <a:lnTo>
                  <a:pt x="2137149" y="75393"/>
                </a:lnTo>
                <a:cubicBezTo>
                  <a:pt x="2137808" y="80074"/>
                  <a:pt x="2139642" y="83661"/>
                  <a:pt x="2142652" y="86154"/>
                </a:cubicBezTo>
                <a:cubicBezTo>
                  <a:pt x="2145661" y="88646"/>
                  <a:pt x="2149868" y="89892"/>
                  <a:pt x="2155272" y="89892"/>
                </a:cubicBezTo>
                <a:cubicBezTo>
                  <a:pt x="2160720" y="89892"/>
                  <a:pt x="2164762" y="88792"/>
                  <a:pt x="2167399" y="86591"/>
                </a:cubicBezTo>
                <a:cubicBezTo>
                  <a:pt x="2170035" y="84388"/>
                  <a:pt x="2171353" y="81806"/>
                  <a:pt x="2171353" y="78843"/>
                </a:cubicBezTo>
                <a:cubicBezTo>
                  <a:pt x="2171353" y="76183"/>
                  <a:pt x="2170188" y="74091"/>
                  <a:pt x="2167860" y="72566"/>
                </a:cubicBezTo>
                <a:cubicBezTo>
                  <a:pt x="2166234" y="71519"/>
                  <a:pt x="2162192" y="70190"/>
                  <a:pt x="2155734" y="68576"/>
                </a:cubicBezTo>
                <a:cubicBezTo>
                  <a:pt x="2147034" y="66378"/>
                  <a:pt x="2141004" y="64477"/>
                  <a:pt x="2137643" y="62872"/>
                </a:cubicBezTo>
                <a:cubicBezTo>
                  <a:pt x="2134282" y="61267"/>
                  <a:pt x="2131734" y="59046"/>
                  <a:pt x="2129998" y="56209"/>
                </a:cubicBezTo>
                <a:cubicBezTo>
                  <a:pt x="2128263" y="53373"/>
                  <a:pt x="2127395" y="50240"/>
                  <a:pt x="2127395" y="46810"/>
                </a:cubicBezTo>
                <a:cubicBezTo>
                  <a:pt x="2127395" y="43688"/>
                  <a:pt x="2128109" y="40796"/>
                  <a:pt x="2129537" y="38135"/>
                </a:cubicBezTo>
                <a:cubicBezTo>
                  <a:pt x="2130965" y="35474"/>
                  <a:pt x="2132909" y="33265"/>
                  <a:pt x="2135370" y="31506"/>
                </a:cubicBezTo>
                <a:cubicBezTo>
                  <a:pt x="2137215" y="30143"/>
                  <a:pt x="2139730" y="28989"/>
                  <a:pt x="2142915" y="28044"/>
                </a:cubicBezTo>
                <a:cubicBezTo>
                  <a:pt x="2146101" y="27098"/>
                  <a:pt x="2149517" y="26625"/>
                  <a:pt x="2153163" y="26625"/>
                </a:cubicBezTo>
                <a:cubicBezTo>
                  <a:pt x="2158655" y="26625"/>
                  <a:pt x="2163477" y="27421"/>
                  <a:pt x="2167629" y="29014"/>
                </a:cubicBezTo>
                <a:cubicBezTo>
                  <a:pt x="2171781" y="30605"/>
                  <a:pt x="2174846" y="32761"/>
                  <a:pt x="2176823" y="35483"/>
                </a:cubicBezTo>
                <a:cubicBezTo>
                  <a:pt x="2178800" y="38203"/>
                  <a:pt x="2180162" y="41840"/>
                  <a:pt x="2180909" y="46396"/>
                </a:cubicBezTo>
                <a:lnTo>
                  <a:pt x="2169310" y="47978"/>
                </a:lnTo>
                <a:cubicBezTo>
                  <a:pt x="2168783" y="44375"/>
                  <a:pt x="2167256" y="41563"/>
                  <a:pt x="2164729" y="39542"/>
                </a:cubicBezTo>
                <a:cubicBezTo>
                  <a:pt x="2162203" y="37521"/>
                  <a:pt x="2158633" y="36510"/>
                  <a:pt x="2154020" y="36510"/>
                </a:cubicBezTo>
                <a:cubicBezTo>
                  <a:pt x="2148572" y="36510"/>
                  <a:pt x="2144684" y="37407"/>
                  <a:pt x="2142355" y="39200"/>
                </a:cubicBezTo>
                <a:cubicBezTo>
                  <a:pt x="2140027" y="40992"/>
                  <a:pt x="2138862" y="43090"/>
                  <a:pt x="2138862" y="45496"/>
                </a:cubicBezTo>
                <a:cubicBezTo>
                  <a:pt x="2138862" y="47025"/>
                  <a:pt x="2139346" y="48403"/>
                  <a:pt x="2140312" y="49627"/>
                </a:cubicBezTo>
                <a:cubicBezTo>
                  <a:pt x="2141279" y="50894"/>
                  <a:pt x="2142795" y="51943"/>
                  <a:pt x="2144860" y="52774"/>
                </a:cubicBezTo>
                <a:cubicBezTo>
                  <a:pt x="2146046" y="53212"/>
                  <a:pt x="2149539" y="54218"/>
                  <a:pt x="2155338" y="55791"/>
                </a:cubicBezTo>
                <a:cubicBezTo>
                  <a:pt x="2163730" y="58031"/>
                  <a:pt x="2169584" y="59864"/>
                  <a:pt x="2172901" y="61290"/>
                </a:cubicBezTo>
                <a:cubicBezTo>
                  <a:pt x="2176219" y="62717"/>
                  <a:pt x="2178822" y="64791"/>
                  <a:pt x="2180711" y="67514"/>
                </a:cubicBezTo>
                <a:cubicBezTo>
                  <a:pt x="2182600" y="70235"/>
                  <a:pt x="2183545" y="73615"/>
                  <a:pt x="2183545" y="77653"/>
                </a:cubicBezTo>
                <a:cubicBezTo>
                  <a:pt x="2183545" y="81604"/>
                  <a:pt x="2182392" y="85325"/>
                  <a:pt x="2180085" y="88815"/>
                </a:cubicBezTo>
                <a:cubicBezTo>
                  <a:pt x="2177778" y="92304"/>
                  <a:pt x="2174450" y="95003"/>
                  <a:pt x="2170101" y="96913"/>
                </a:cubicBezTo>
                <a:cubicBezTo>
                  <a:pt x="2165751" y="98823"/>
                  <a:pt x="2160830" y="99778"/>
                  <a:pt x="2155338" y="99778"/>
                </a:cubicBezTo>
                <a:cubicBezTo>
                  <a:pt x="2146244" y="99778"/>
                  <a:pt x="2139313" y="97883"/>
                  <a:pt x="2134546" y="94093"/>
                </a:cubicBezTo>
                <a:cubicBezTo>
                  <a:pt x="2129779" y="90304"/>
                  <a:pt x="2126736" y="84686"/>
                  <a:pt x="2125418" y="77239"/>
                </a:cubicBezTo>
                <a:close/>
                <a:moveTo>
                  <a:pt x="2197648" y="98196"/>
                </a:moveTo>
                <a:lnTo>
                  <a:pt x="2197648" y="1582"/>
                </a:lnTo>
                <a:lnTo>
                  <a:pt x="2209510" y="1582"/>
                </a:lnTo>
                <a:lnTo>
                  <a:pt x="2209510" y="36247"/>
                </a:lnTo>
                <a:cubicBezTo>
                  <a:pt x="2215046" y="29832"/>
                  <a:pt x="2222032" y="26625"/>
                  <a:pt x="2230467" y="26625"/>
                </a:cubicBezTo>
                <a:cubicBezTo>
                  <a:pt x="2235652" y="26625"/>
                  <a:pt x="2240155" y="27646"/>
                  <a:pt x="2243978" y="29689"/>
                </a:cubicBezTo>
                <a:cubicBezTo>
                  <a:pt x="2247800" y="31732"/>
                  <a:pt x="2250535" y="34555"/>
                  <a:pt x="2252183" y="38158"/>
                </a:cubicBezTo>
                <a:cubicBezTo>
                  <a:pt x="2253830" y="41761"/>
                  <a:pt x="2254654" y="46989"/>
                  <a:pt x="2254654" y="53843"/>
                </a:cubicBezTo>
                <a:lnTo>
                  <a:pt x="2254654" y="98196"/>
                </a:lnTo>
                <a:lnTo>
                  <a:pt x="2242791" y="98196"/>
                </a:lnTo>
                <a:lnTo>
                  <a:pt x="2242791" y="53843"/>
                </a:lnTo>
                <a:cubicBezTo>
                  <a:pt x="2242791" y="47912"/>
                  <a:pt x="2241506" y="43595"/>
                  <a:pt x="2238936" y="40893"/>
                </a:cubicBezTo>
                <a:cubicBezTo>
                  <a:pt x="2236366" y="38191"/>
                  <a:pt x="2232730" y="36840"/>
                  <a:pt x="2228029" y="36840"/>
                </a:cubicBezTo>
                <a:cubicBezTo>
                  <a:pt x="2224514" y="36840"/>
                  <a:pt x="2221208" y="37752"/>
                  <a:pt x="2218111" y="39575"/>
                </a:cubicBezTo>
                <a:cubicBezTo>
                  <a:pt x="2215013" y="41398"/>
                  <a:pt x="2212805" y="43870"/>
                  <a:pt x="2211487" y="46989"/>
                </a:cubicBezTo>
                <a:cubicBezTo>
                  <a:pt x="2210169" y="50108"/>
                  <a:pt x="2209510" y="54414"/>
                  <a:pt x="2209510" y="59906"/>
                </a:cubicBezTo>
                <a:lnTo>
                  <a:pt x="2209510" y="98196"/>
                </a:lnTo>
                <a:lnTo>
                  <a:pt x="2197648" y="98196"/>
                </a:lnTo>
                <a:close/>
                <a:moveTo>
                  <a:pt x="2272757" y="15290"/>
                </a:moveTo>
                <a:lnTo>
                  <a:pt x="2272757" y="1582"/>
                </a:lnTo>
                <a:lnTo>
                  <a:pt x="2284620" y="1582"/>
                </a:lnTo>
                <a:lnTo>
                  <a:pt x="2284620" y="15290"/>
                </a:lnTo>
                <a:lnTo>
                  <a:pt x="2272757" y="15290"/>
                </a:lnTo>
                <a:moveTo>
                  <a:pt x="2272757" y="98196"/>
                </a:moveTo>
                <a:lnTo>
                  <a:pt x="2272757" y="28207"/>
                </a:lnTo>
                <a:lnTo>
                  <a:pt x="2284620" y="28207"/>
                </a:lnTo>
                <a:lnTo>
                  <a:pt x="2284620" y="98196"/>
                </a:lnTo>
                <a:lnTo>
                  <a:pt x="2272757" y="98196"/>
                </a:lnTo>
                <a:close/>
                <a:moveTo>
                  <a:pt x="2302654" y="125084"/>
                </a:moveTo>
                <a:lnTo>
                  <a:pt x="2302654" y="28207"/>
                </a:lnTo>
                <a:lnTo>
                  <a:pt x="2313463" y="28207"/>
                </a:lnTo>
                <a:lnTo>
                  <a:pt x="2313463" y="37235"/>
                </a:lnTo>
                <a:cubicBezTo>
                  <a:pt x="2316011" y="33699"/>
                  <a:pt x="2318889" y="31046"/>
                  <a:pt x="2322096" y="29278"/>
                </a:cubicBezTo>
                <a:cubicBezTo>
                  <a:pt x="2325303" y="27509"/>
                  <a:pt x="2329192" y="26625"/>
                  <a:pt x="2333761" y="26625"/>
                </a:cubicBezTo>
                <a:cubicBezTo>
                  <a:pt x="2339736" y="26625"/>
                  <a:pt x="2345008" y="28163"/>
                  <a:pt x="2349578" y="31238"/>
                </a:cubicBezTo>
                <a:cubicBezTo>
                  <a:pt x="2354147" y="34314"/>
                  <a:pt x="2357596" y="38652"/>
                  <a:pt x="2359924" y="44254"/>
                </a:cubicBezTo>
                <a:cubicBezTo>
                  <a:pt x="2362253" y="49856"/>
                  <a:pt x="2363417" y="55996"/>
                  <a:pt x="2363417" y="62674"/>
                </a:cubicBezTo>
                <a:cubicBezTo>
                  <a:pt x="2363417" y="69835"/>
                  <a:pt x="2362132" y="76283"/>
                  <a:pt x="2359562" y="82017"/>
                </a:cubicBezTo>
                <a:cubicBezTo>
                  <a:pt x="2356992" y="87750"/>
                  <a:pt x="2353257" y="92144"/>
                  <a:pt x="2348358" y="95197"/>
                </a:cubicBezTo>
                <a:cubicBezTo>
                  <a:pt x="2343460" y="98251"/>
                  <a:pt x="2338308" y="99778"/>
                  <a:pt x="2332904" y="99778"/>
                </a:cubicBezTo>
                <a:cubicBezTo>
                  <a:pt x="2328950" y="99778"/>
                  <a:pt x="2325402" y="98932"/>
                  <a:pt x="2322261" y="97240"/>
                </a:cubicBezTo>
                <a:cubicBezTo>
                  <a:pt x="2319119" y="95547"/>
                  <a:pt x="2316538" y="93410"/>
                  <a:pt x="2314517" y="90827"/>
                </a:cubicBezTo>
                <a:lnTo>
                  <a:pt x="2314517" y="125084"/>
                </a:lnTo>
                <a:lnTo>
                  <a:pt x="2302654" y="125084"/>
                </a:lnTo>
                <a:moveTo>
                  <a:pt x="2313397" y="63498"/>
                </a:moveTo>
                <a:cubicBezTo>
                  <a:pt x="2313397" y="72494"/>
                  <a:pt x="2315220" y="79142"/>
                  <a:pt x="2318867" y="83442"/>
                </a:cubicBezTo>
                <a:cubicBezTo>
                  <a:pt x="2322513" y="87742"/>
                  <a:pt x="2326929" y="89892"/>
                  <a:pt x="2332113" y="89892"/>
                </a:cubicBezTo>
                <a:cubicBezTo>
                  <a:pt x="2337385" y="89892"/>
                  <a:pt x="2341900" y="87665"/>
                  <a:pt x="2345656" y="83211"/>
                </a:cubicBezTo>
                <a:cubicBezTo>
                  <a:pt x="2349413" y="78757"/>
                  <a:pt x="2351291" y="71857"/>
                  <a:pt x="2351291" y="62509"/>
                </a:cubicBezTo>
                <a:cubicBezTo>
                  <a:pt x="2351291" y="53601"/>
                  <a:pt x="2349457" y="46931"/>
                  <a:pt x="2345788" y="42499"/>
                </a:cubicBezTo>
                <a:cubicBezTo>
                  <a:pt x="2342120" y="38067"/>
                  <a:pt x="2337737" y="35851"/>
                  <a:pt x="2332640" y="35851"/>
                </a:cubicBezTo>
                <a:cubicBezTo>
                  <a:pt x="2327588" y="35851"/>
                  <a:pt x="2323117" y="38210"/>
                  <a:pt x="2319229" y="42928"/>
                </a:cubicBezTo>
                <a:cubicBezTo>
                  <a:pt x="2315341" y="47645"/>
                  <a:pt x="2313397" y="54502"/>
                  <a:pt x="2313397" y="63498"/>
                </a:cubicBezTo>
                <a:close/>
                <a:moveTo>
                  <a:pt x="2410804" y="63201"/>
                </a:moveTo>
                <a:cubicBezTo>
                  <a:pt x="2410804" y="50240"/>
                  <a:pt x="2414407" y="40640"/>
                  <a:pt x="2421613" y="34402"/>
                </a:cubicBezTo>
                <a:cubicBezTo>
                  <a:pt x="2427632" y="29217"/>
                  <a:pt x="2434969" y="26625"/>
                  <a:pt x="2443624" y="26625"/>
                </a:cubicBezTo>
                <a:cubicBezTo>
                  <a:pt x="2453246" y="26625"/>
                  <a:pt x="2461111" y="29777"/>
                  <a:pt x="2467218" y="36082"/>
                </a:cubicBezTo>
                <a:cubicBezTo>
                  <a:pt x="2473325" y="42387"/>
                  <a:pt x="2476378" y="51097"/>
                  <a:pt x="2476378" y="62213"/>
                </a:cubicBezTo>
                <a:cubicBezTo>
                  <a:pt x="2476378" y="71219"/>
                  <a:pt x="2475027" y="78304"/>
                  <a:pt x="2472325" y="83466"/>
                </a:cubicBezTo>
                <a:cubicBezTo>
                  <a:pt x="2469623" y="88629"/>
                  <a:pt x="2465691" y="92638"/>
                  <a:pt x="2460528" y="95494"/>
                </a:cubicBezTo>
                <a:cubicBezTo>
                  <a:pt x="2455366" y="98350"/>
                  <a:pt x="2449731" y="99778"/>
                  <a:pt x="2443624" y="99778"/>
                </a:cubicBezTo>
                <a:cubicBezTo>
                  <a:pt x="2433827" y="99778"/>
                  <a:pt x="2425907" y="96636"/>
                  <a:pt x="2419866" y="90353"/>
                </a:cubicBezTo>
                <a:cubicBezTo>
                  <a:pt x="2413825" y="84071"/>
                  <a:pt x="2410804" y="75020"/>
                  <a:pt x="2410804" y="63201"/>
                </a:cubicBezTo>
                <a:moveTo>
                  <a:pt x="2422997" y="63168"/>
                </a:moveTo>
                <a:cubicBezTo>
                  <a:pt x="2422997" y="72098"/>
                  <a:pt x="2424952" y="78785"/>
                  <a:pt x="2428862" y="83228"/>
                </a:cubicBezTo>
                <a:cubicBezTo>
                  <a:pt x="2432772" y="87671"/>
                  <a:pt x="2437693" y="89892"/>
                  <a:pt x="2443624" y="89892"/>
                </a:cubicBezTo>
                <a:cubicBezTo>
                  <a:pt x="2449512" y="89892"/>
                  <a:pt x="2454410" y="87660"/>
                  <a:pt x="2458321" y="83195"/>
                </a:cubicBezTo>
                <a:cubicBezTo>
                  <a:pt x="2462231" y="78730"/>
                  <a:pt x="2464186" y="71923"/>
                  <a:pt x="2464186" y="62775"/>
                </a:cubicBezTo>
                <a:cubicBezTo>
                  <a:pt x="2464186" y="54151"/>
                  <a:pt x="2462220" y="47618"/>
                  <a:pt x="2458288" y="43175"/>
                </a:cubicBezTo>
                <a:cubicBezTo>
                  <a:pt x="2454356" y="38732"/>
                  <a:pt x="2449468" y="36510"/>
                  <a:pt x="2443624" y="36510"/>
                </a:cubicBezTo>
                <a:cubicBezTo>
                  <a:pt x="2437693" y="36510"/>
                  <a:pt x="2432772" y="38721"/>
                  <a:pt x="2428862" y="43142"/>
                </a:cubicBezTo>
                <a:cubicBezTo>
                  <a:pt x="2424952" y="47563"/>
                  <a:pt x="2422997" y="54238"/>
                  <a:pt x="2422997" y="63168"/>
                </a:cubicBezTo>
                <a:close/>
                <a:moveTo>
                  <a:pt x="2490131" y="98196"/>
                </a:moveTo>
                <a:lnTo>
                  <a:pt x="2490131" y="28207"/>
                </a:lnTo>
                <a:lnTo>
                  <a:pt x="2500807" y="28207"/>
                </a:lnTo>
                <a:lnTo>
                  <a:pt x="2500807" y="38751"/>
                </a:lnTo>
                <a:cubicBezTo>
                  <a:pt x="2503531" y="33814"/>
                  <a:pt x="2506046" y="30559"/>
                  <a:pt x="2508353" y="28985"/>
                </a:cubicBezTo>
                <a:cubicBezTo>
                  <a:pt x="2510660" y="27412"/>
                  <a:pt x="2513197" y="26625"/>
                  <a:pt x="2515965" y="26625"/>
                </a:cubicBezTo>
                <a:cubicBezTo>
                  <a:pt x="2519963" y="26625"/>
                  <a:pt x="2524027" y="27894"/>
                  <a:pt x="2528157" y="30431"/>
                </a:cubicBezTo>
                <a:lnTo>
                  <a:pt x="2524071" y="41387"/>
                </a:lnTo>
                <a:cubicBezTo>
                  <a:pt x="2521171" y="39674"/>
                  <a:pt x="2518271" y="38817"/>
                  <a:pt x="2515372" y="38817"/>
                </a:cubicBezTo>
                <a:cubicBezTo>
                  <a:pt x="2512779" y="38817"/>
                  <a:pt x="2510451" y="39598"/>
                  <a:pt x="2508386" y="41161"/>
                </a:cubicBezTo>
                <a:cubicBezTo>
                  <a:pt x="2506321" y="42722"/>
                  <a:pt x="2504849" y="44888"/>
                  <a:pt x="2503970" y="47658"/>
                </a:cubicBezTo>
                <a:cubicBezTo>
                  <a:pt x="2502652" y="51880"/>
                  <a:pt x="2501993" y="56498"/>
                  <a:pt x="2501993" y="61512"/>
                </a:cubicBezTo>
                <a:lnTo>
                  <a:pt x="2501993" y="98196"/>
                </a:lnTo>
                <a:lnTo>
                  <a:pt x="2490131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punishmentfortheirspeech,butitdoesnot">
            <a:extLst xmlns:a="http://schemas.openxmlformats.org/drawingml/2006/main">
              <a:ext uri="{FF2B5EF4-FFF2-40B4-BE49-F238E27FC236}">
                <a16:creationId xmlns:a16="http://schemas.microsoft.com/office/drawing/2014/main" id="{90F7AFC3-9E4C-476D-843A-7C8FAD93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994" y="5888552"/>
            <a:ext cx="2578408" cy="125084"/>
          </a:xfrm>
          <a:custGeom xmlns:a="http://schemas.openxmlformats.org/drawingml/2006/main">
            <a:pathLst>
              <a:path w="2578408" h="125084">
                <a:moveTo>
                  <a:pt x="0" y="125084"/>
                </a:moveTo>
                <a:lnTo>
                  <a:pt x="0" y="28207"/>
                </a:lnTo>
                <a:lnTo>
                  <a:pt x="10808" y="28207"/>
                </a:lnTo>
                <a:lnTo>
                  <a:pt x="10808" y="37235"/>
                </a:lnTo>
                <a:cubicBezTo>
                  <a:pt x="13356" y="33699"/>
                  <a:pt x="16234" y="31046"/>
                  <a:pt x="19441" y="29278"/>
                </a:cubicBezTo>
                <a:cubicBezTo>
                  <a:pt x="22649" y="27509"/>
                  <a:pt x="26537" y="26625"/>
                  <a:pt x="31106" y="26625"/>
                </a:cubicBezTo>
                <a:cubicBezTo>
                  <a:pt x="37082" y="26625"/>
                  <a:pt x="42354" y="28163"/>
                  <a:pt x="46923" y="31238"/>
                </a:cubicBezTo>
                <a:cubicBezTo>
                  <a:pt x="51492" y="34314"/>
                  <a:pt x="54941" y="38652"/>
                  <a:pt x="57270" y="44254"/>
                </a:cubicBezTo>
                <a:cubicBezTo>
                  <a:pt x="59599" y="49856"/>
                  <a:pt x="60763" y="55996"/>
                  <a:pt x="60763" y="62674"/>
                </a:cubicBezTo>
                <a:cubicBezTo>
                  <a:pt x="60763" y="69835"/>
                  <a:pt x="59478" y="76283"/>
                  <a:pt x="56907" y="82017"/>
                </a:cubicBezTo>
                <a:cubicBezTo>
                  <a:pt x="54337" y="87750"/>
                  <a:pt x="50603" y="92144"/>
                  <a:pt x="45704" y="95197"/>
                </a:cubicBezTo>
                <a:cubicBezTo>
                  <a:pt x="40805" y="98251"/>
                  <a:pt x="35654" y="99778"/>
                  <a:pt x="30250" y="99778"/>
                </a:cubicBezTo>
                <a:cubicBezTo>
                  <a:pt x="26295" y="99778"/>
                  <a:pt x="22748" y="98932"/>
                  <a:pt x="19606" y="97240"/>
                </a:cubicBezTo>
                <a:cubicBezTo>
                  <a:pt x="16465" y="95547"/>
                  <a:pt x="13884" y="93410"/>
                  <a:pt x="11863" y="90827"/>
                </a:cubicBezTo>
                <a:lnTo>
                  <a:pt x="11863" y="125084"/>
                </a:lnTo>
                <a:lnTo>
                  <a:pt x="0" y="125084"/>
                </a:lnTo>
                <a:moveTo>
                  <a:pt x="10742" y="63498"/>
                </a:moveTo>
                <a:cubicBezTo>
                  <a:pt x="10742" y="72494"/>
                  <a:pt x="12566" y="79142"/>
                  <a:pt x="16212" y="83442"/>
                </a:cubicBezTo>
                <a:cubicBezTo>
                  <a:pt x="19859" y="87742"/>
                  <a:pt x="24274" y="89892"/>
                  <a:pt x="29459" y="89892"/>
                </a:cubicBezTo>
                <a:cubicBezTo>
                  <a:pt x="34731" y="89892"/>
                  <a:pt x="39245" y="87665"/>
                  <a:pt x="43002" y="83211"/>
                </a:cubicBezTo>
                <a:cubicBezTo>
                  <a:pt x="46758" y="78757"/>
                  <a:pt x="48637" y="71857"/>
                  <a:pt x="48637" y="62509"/>
                </a:cubicBezTo>
                <a:cubicBezTo>
                  <a:pt x="48637" y="53601"/>
                  <a:pt x="46802" y="46931"/>
                  <a:pt x="43134" y="42499"/>
                </a:cubicBezTo>
                <a:cubicBezTo>
                  <a:pt x="39465" y="38067"/>
                  <a:pt x="35082" y="35851"/>
                  <a:pt x="29986" y="35851"/>
                </a:cubicBezTo>
                <a:cubicBezTo>
                  <a:pt x="24933" y="35851"/>
                  <a:pt x="20463" y="38210"/>
                  <a:pt x="16575" y="42928"/>
                </a:cubicBezTo>
                <a:cubicBezTo>
                  <a:pt x="12686" y="47645"/>
                  <a:pt x="10742" y="54502"/>
                  <a:pt x="10742" y="63498"/>
                </a:cubicBezTo>
                <a:close/>
                <a:moveTo>
                  <a:pt x="120912" y="98196"/>
                </a:moveTo>
                <a:lnTo>
                  <a:pt x="120912" y="87915"/>
                </a:lnTo>
                <a:cubicBezTo>
                  <a:pt x="115464" y="95823"/>
                  <a:pt x="108061" y="99778"/>
                  <a:pt x="98702" y="99778"/>
                </a:cubicBezTo>
                <a:cubicBezTo>
                  <a:pt x="94572" y="99778"/>
                  <a:pt x="90717" y="98987"/>
                  <a:pt x="87136" y="97405"/>
                </a:cubicBezTo>
                <a:cubicBezTo>
                  <a:pt x="83556" y="95823"/>
                  <a:pt x="80897" y="93835"/>
                  <a:pt x="79162" y="91441"/>
                </a:cubicBezTo>
                <a:cubicBezTo>
                  <a:pt x="77427" y="89046"/>
                  <a:pt x="76207" y="86114"/>
                  <a:pt x="75504" y="82643"/>
                </a:cubicBezTo>
                <a:cubicBezTo>
                  <a:pt x="75021" y="80314"/>
                  <a:pt x="74779" y="76624"/>
                  <a:pt x="74779" y="71571"/>
                </a:cubicBezTo>
                <a:lnTo>
                  <a:pt x="74779" y="28207"/>
                </a:lnTo>
                <a:lnTo>
                  <a:pt x="86642" y="28207"/>
                </a:lnTo>
                <a:lnTo>
                  <a:pt x="86642" y="67024"/>
                </a:lnTo>
                <a:cubicBezTo>
                  <a:pt x="86642" y="73219"/>
                  <a:pt x="86884" y="77392"/>
                  <a:pt x="87367" y="79545"/>
                </a:cubicBezTo>
                <a:cubicBezTo>
                  <a:pt x="88114" y="82665"/>
                  <a:pt x="89696" y="85114"/>
                  <a:pt x="92112" y="86893"/>
                </a:cubicBezTo>
                <a:cubicBezTo>
                  <a:pt x="94528" y="88673"/>
                  <a:pt x="97516" y="89563"/>
                  <a:pt x="101075" y="89563"/>
                </a:cubicBezTo>
                <a:cubicBezTo>
                  <a:pt x="104634" y="89563"/>
                  <a:pt x="107973" y="88651"/>
                  <a:pt x="111092" y="86828"/>
                </a:cubicBezTo>
                <a:cubicBezTo>
                  <a:pt x="114212" y="85004"/>
                  <a:pt x="116419" y="82522"/>
                  <a:pt x="117715" y="79380"/>
                </a:cubicBezTo>
                <a:cubicBezTo>
                  <a:pt x="119012" y="76239"/>
                  <a:pt x="119660" y="71681"/>
                  <a:pt x="119660" y="65706"/>
                </a:cubicBezTo>
                <a:lnTo>
                  <a:pt x="119660" y="28207"/>
                </a:lnTo>
                <a:lnTo>
                  <a:pt x="131522" y="28207"/>
                </a:lnTo>
                <a:lnTo>
                  <a:pt x="131522" y="98196"/>
                </a:lnTo>
                <a:lnTo>
                  <a:pt x="120912" y="98196"/>
                </a:lnTo>
                <a:close/>
                <a:moveTo>
                  <a:pt x="150086" y="98196"/>
                </a:moveTo>
                <a:lnTo>
                  <a:pt x="150086" y="28207"/>
                </a:lnTo>
                <a:lnTo>
                  <a:pt x="160763" y="28207"/>
                </a:lnTo>
                <a:lnTo>
                  <a:pt x="160763" y="38092"/>
                </a:lnTo>
                <a:cubicBezTo>
                  <a:pt x="165903" y="30447"/>
                  <a:pt x="173328" y="26625"/>
                  <a:pt x="183038" y="26625"/>
                </a:cubicBezTo>
                <a:cubicBezTo>
                  <a:pt x="187256" y="26625"/>
                  <a:pt x="191133" y="27383"/>
                  <a:pt x="194670" y="28899"/>
                </a:cubicBezTo>
                <a:cubicBezTo>
                  <a:pt x="198207" y="30414"/>
                  <a:pt x="200854" y="32402"/>
                  <a:pt x="202611" y="34863"/>
                </a:cubicBezTo>
                <a:cubicBezTo>
                  <a:pt x="204369" y="37323"/>
                  <a:pt x="205599" y="40245"/>
                  <a:pt x="206302" y="43628"/>
                </a:cubicBezTo>
                <a:cubicBezTo>
                  <a:pt x="206741" y="45825"/>
                  <a:pt x="206961" y="49669"/>
                  <a:pt x="206961" y="55161"/>
                </a:cubicBezTo>
                <a:lnTo>
                  <a:pt x="206961" y="98196"/>
                </a:lnTo>
                <a:lnTo>
                  <a:pt x="195098" y="98196"/>
                </a:lnTo>
                <a:lnTo>
                  <a:pt x="195098" y="55577"/>
                </a:lnTo>
                <a:cubicBezTo>
                  <a:pt x="195098" y="50739"/>
                  <a:pt x="194637" y="47121"/>
                  <a:pt x="193714" y="44724"/>
                </a:cubicBezTo>
                <a:cubicBezTo>
                  <a:pt x="192791" y="42326"/>
                  <a:pt x="191155" y="40413"/>
                  <a:pt x="188804" y="38984"/>
                </a:cubicBezTo>
                <a:cubicBezTo>
                  <a:pt x="186454" y="37555"/>
                  <a:pt x="183697" y="36840"/>
                  <a:pt x="180533" y="36840"/>
                </a:cubicBezTo>
                <a:cubicBezTo>
                  <a:pt x="175481" y="36840"/>
                  <a:pt x="171120" y="38446"/>
                  <a:pt x="167452" y="41657"/>
                </a:cubicBezTo>
                <a:cubicBezTo>
                  <a:pt x="163783" y="44867"/>
                  <a:pt x="161949" y="50958"/>
                  <a:pt x="161949" y="59931"/>
                </a:cubicBezTo>
                <a:lnTo>
                  <a:pt x="161949" y="98196"/>
                </a:lnTo>
                <a:lnTo>
                  <a:pt x="150086" y="98196"/>
                </a:lnTo>
                <a:close/>
                <a:moveTo>
                  <a:pt x="225196" y="15290"/>
                </a:moveTo>
                <a:lnTo>
                  <a:pt x="225196" y="1582"/>
                </a:lnTo>
                <a:lnTo>
                  <a:pt x="237058" y="1582"/>
                </a:lnTo>
                <a:lnTo>
                  <a:pt x="237058" y="15290"/>
                </a:lnTo>
                <a:lnTo>
                  <a:pt x="225196" y="15290"/>
                </a:lnTo>
                <a:moveTo>
                  <a:pt x="225196" y="98196"/>
                </a:moveTo>
                <a:lnTo>
                  <a:pt x="225196" y="28207"/>
                </a:lnTo>
                <a:lnTo>
                  <a:pt x="237058" y="28207"/>
                </a:lnTo>
                <a:lnTo>
                  <a:pt x="237058" y="98196"/>
                </a:lnTo>
                <a:lnTo>
                  <a:pt x="225196" y="98196"/>
                </a:lnTo>
                <a:close/>
                <a:moveTo>
                  <a:pt x="250348" y="77239"/>
                </a:moveTo>
                <a:lnTo>
                  <a:pt x="262079" y="75393"/>
                </a:lnTo>
                <a:cubicBezTo>
                  <a:pt x="262738" y="80074"/>
                  <a:pt x="264572" y="83661"/>
                  <a:pt x="267582" y="86154"/>
                </a:cubicBezTo>
                <a:cubicBezTo>
                  <a:pt x="270592" y="88646"/>
                  <a:pt x="274798" y="89892"/>
                  <a:pt x="280202" y="89892"/>
                </a:cubicBezTo>
                <a:cubicBezTo>
                  <a:pt x="285650" y="89892"/>
                  <a:pt x="289693" y="88792"/>
                  <a:pt x="292329" y="86591"/>
                </a:cubicBezTo>
                <a:cubicBezTo>
                  <a:pt x="294965" y="84388"/>
                  <a:pt x="296283" y="81806"/>
                  <a:pt x="296283" y="78843"/>
                </a:cubicBezTo>
                <a:cubicBezTo>
                  <a:pt x="296283" y="76183"/>
                  <a:pt x="295119" y="74091"/>
                  <a:pt x="292790" y="72566"/>
                </a:cubicBezTo>
                <a:cubicBezTo>
                  <a:pt x="291164" y="71519"/>
                  <a:pt x="287122" y="70190"/>
                  <a:pt x="280664" y="68576"/>
                </a:cubicBezTo>
                <a:cubicBezTo>
                  <a:pt x="271965" y="66378"/>
                  <a:pt x="265934" y="64477"/>
                  <a:pt x="262573" y="62872"/>
                </a:cubicBezTo>
                <a:cubicBezTo>
                  <a:pt x="259212" y="61267"/>
                  <a:pt x="256664" y="59046"/>
                  <a:pt x="254929" y="56209"/>
                </a:cubicBezTo>
                <a:cubicBezTo>
                  <a:pt x="253193" y="53373"/>
                  <a:pt x="252325" y="50240"/>
                  <a:pt x="252325" y="46810"/>
                </a:cubicBezTo>
                <a:cubicBezTo>
                  <a:pt x="252325" y="43688"/>
                  <a:pt x="253039" y="40796"/>
                  <a:pt x="254467" y="38135"/>
                </a:cubicBezTo>
                <a:cubicBezTo>
                  <a:pt x="255895" y="35474"/>
                  <a:pt x="257839" y="33265"/>
                  <a:pt x="260300" y="31506"/>
                </a:cubicBezTo>
                <a:cubicBezTo>
                  <a:pt x="262145" y="30143"/>
                  <a:pt x="264660" y="28989"/>
                  <a:pt x="267846" y="28044"/>
                </a:cubicBezTo>
                <a:cubicBezTo>
                  <a:pt x="271031" y="27098"/>
                  <a:pt x="274447" y="26625"/>
                  <a:pt x="278094" y="26625"/>
                </a:cubicBezTo>
                <a:cubicBezTo>
                  <a:pt x="283585" y="26625"/>
                  <a:pt x="288407" y="27421"/>
                  <a:pt x="292559" y="29014"/>
                </a:cubicBezTo>
                <a:cubicBezTo>
                  <a:pt x="296711" y="30605"/>
                  <a:pt x="299776" y="32761"/>
                  <a:pt x="301753" y="35483"/>
                </a:cubicBezTo>
                <a:cubicBezTo>
                  <a:pt x="303730" y="38203"/>
                  <a:pt x="305092" y="41840"/>
                  <a:pt x="305839" y="46396"/>
                </a:cubicBezTo>
                <a:lnTo>
                  <a:pt x="294240" y="47978"/>
                </a:lnTo>
                <a:cubicBezTo>
                  <a:pt x="293713" y="44375"/>
                  <a:pt x="292186" y="41563"/>
                  <a:pt x="289660" y="39542"/>
                </a:cubicBezTo>
                <a:cubicBezTo>
                  <a:pt x="287133" y="37521"/>
                  <a:pt x="283564" y="36510"/>
                  <a:pt x="278950" y="36510"/>
                </a:cubicBezTo>
                <a:cubicBezTo>
                  <a:pt x="273502" y="36510"/>
                  <a:pt x="269614" y="37407"/>
                  <a:pt x="267285" y="39200"/>
                </a:cubicBezTo>
                <a:cubicBezTo>
                  <a:pt x="264957" y="40992"/>
                  <a:pt x="263793" y="43090"/>
                  <a:pt x="263793" y="45496"/>
                </a:cubicBezTo>
                <a:cubicBezTo>
                  <a:pt x="263793" y="47025"/>
                  <a:pt x="264276" y="48403"/>
                  <a:pt x="265242" y="49627"/>
                </a:cubicBezTo>
                <a:cubicBezTo>
                  <a:pt x="266209" y="50894"/>
                  <a:pt x="267725" y="51943"/>
                  <a:pt x="269790" y="52774"/>
                </a:cubicBezTo>
                <a:cubicBezTo>
                  <a:pt x="270976" y="53212"/>
                  <a:pt x="274469" y="54218"/>
                  <a:pt x="280268" y="55791"/>
                </a:cubicBezTo>
                <a:cubicBezTo>
                  <a:pt x="288660" y="58031"/>
                  <a:pt x="294514" y="59864"/>
                  <a:pt x="297832" y="61290"/>
                </a:cubicBezTo>
                <a:cubicBezTo>
                  <a:pt x="301149" y="62717"/>
                  <a:pt x="303752" y="64791"/>
                  <a:pt x="305641" y="67514"/>
                </a:cubicBezTo>
                <a:cubicBezTo>
                  <a:pt x="307530" y="70235"/>
                  <a:pt x="308475" y="73615"/>
                  <a:pt x="308475" y="77653"/>
                </a:cubicBezTo>
                <a:cubicBezTo>
                  <a:pt x="308475" y="81604"/>
                  <a:pt x="307322" y="85325"/>
                  <a:pt x="305015" y="88815"/>
                </a:cubicBezTo>
                <a:cubicBezTo>
                  <a:pt x="302708" y="92304"/>
                  <a:pt x="299380" y="95003"/>
                  <a:pt x="295031" y="96913"/>
                </a:cubicBezTo>
                <a:cubicBezTo>
                  <a:pt x="290681" y="98823"/>
                  <a:pt x="285760" y="99778"/>
                  <a:pt x="280268" y="99778"/>
                </a:cubicBezTo>
                <a:cubicBezTo>
                  <a:pt x="271174" y="99778"/>
                  <a:pt x="264243" y="97883"/>
                  <a:pt x="259476" y="94093"/>
                </a:cubicBezTo>
                <a:cubicBezTo>
                  <a:pt x="254709" y="90304"/>
                  <a:pt x="251666" y="84686"/>
                  <a:pt x="250348" y="77239"/>
                </a:cubicBezTo>
                <a:close/>
                <a:moveTo>
                  <a:pt x="322578" y="98196"/>
                </a:moveTo>
                <a:lnTo>
                  <a:pt x="322578" y="1582"/>
                </a:lnTo>
                <a:lnTo>
                  <a:pt x="334440" y="1582"/>
                </a:lnTo>
                <a:lnTo>
                  <a:pt x="334440" y="36247"/>
                </a:lnTo>
                <a:cubicBezTo>
                  <a:pt x="339976" y="29832"/>
                  <a:pt x="346962" y="26625"/>
                  <a:pt x="355398" y="26625"/>
                </a:cubicBezTo>
                <a:cubicBezTo>
                  <a:pt x="360582" y="26625"/>
                  <a:pt x="365085" y="27646"/>
                  <a:pt x="368908" y="29689"/>
                </a:cubicBezTo>
                <a:cubicBezTo>
                  <a:pt x="372730" y="31732"/>
                  <a:pt x="375465" y="34555"/>
                  <a:pt x="377113" y="38158"/>
                </a:cubicBezTo>
                <a:cubicBezTo>
                  <a:pt x="378760" y="41761"/>
                  <a:pt x="379584" y="46989"/>
                  <a:pt x="379584" y="53843"/>
                </a:cubicBezTo>
                <a:lnTo>
                  <a:pt x="379584" y="98196"/>
                </a:lnTo>
                <a:lnTo>
                  <a:pt x="367721" y="98196"/>
                </a:lnTo>
                <a:lnTo>
                  <a:pt x="367721" y="53843"/>
                </a:lnTo>
                <a:cubicBezTo>
                  <a:pt x="367721" y="47912"/>
                  <a:pt x="366436" y="43595"/>
                  <a:pt x="363866" y="40893"/>
                </a:cubicBezTo>
                <a:cubicBezTo>
                  <a:pt x="361296" y="38191"/>
                  <a:pt x="357660" y="36840"/>
                  <a:pt x="352959" y="36840"/>
                </a:cubicBezTo>
                <a:cubicBezTo>
                  <a:pt x="349444" y="36840"/>
                  <a:pt x="346138" y="37752"/>
                  <a:pt x="343041" y="39575"/>
                </a:cubicBezTo>
                <a:cubicBezTo>
                  <a:pt x="339943" y="41398"/>
                  <a:pt x="337735" y="43870"/>
                  <a:pt x="336417" y="46989"/>
                </a:cubicBezTo>
                <a:cubicBezTo>
                  <a:pt x="335099" y="50108"/>
                  <a:pt x="334440" y="54414"/>
                  <a:pt x="334440" y="59906"/>
                </a:cubicBezTo>
                <a:lnTo>
                  <a:pt x="334440" y="98196"/>
                </a:lnTo>
                <a:lnTo>
                  <a:pt x="322578" y="98196"/>
                </a:lnTo>
                <a:close/>
                <a:moveTo>
                  <a:pt x="397621" y="98196"/>
                </a:moveTo>
                <a:lnTo>
                  <a:pt x="397621" y="28207"/>
                </a:lnTo>
                <a:lnTo>
                  <a:pt x="408232" y="28207"/>
                </a:lnTo>
                <a:lnTo>
                  <a:pt x="408232" y="37960"/>
                </a:lnTo>
                <a:cubicBezTo>
                  <a:pt x="410428" y="34553"/>
                  <a:pt x="413350" y="31811"/>
                  <a:pt x="416997" y="29737"/>
                </a:cubicBezTo>
                <a:cubicBezTo>
                  <a:pt x="420643" y="27662"/>
                  <a:pt x="424795" y="26625"/>
                  <a:pt x="429452" y="26625"/>
                </a:cubicBezTo>
                <a:cubicBezTo>
                  <a:pt x="434637" y="26625"/>
                  <a:pt x="438888" y="27696"/>
                  <a:pt x="442205" y="29838"/>
                </a:cubicBezTo>
                <a:cubicBezTo>
                  <a:pt x="445522" y="31978"/>
                  <a:pt x="447861" y="34971"/>
                  <a:pt x="449223" y="38817"/>
                </a:cubicBezTo>
                <a:cubicBezTo>
                  <a:pt x="454759" y="30689"/>
                  <a:pt x="461965" y="26625"/>
                  <a:pt x="470840" y="26625"/>
                </a:cubicBezTo>
                <a:cubicBezTo>
                  <a:pt x="477781" y="26625"/>
                  <a:pt x="483120" y="28547"/>
                  <a:pt x="486854" y="32391"/>
                </a:cubicBezTo>
                <a:cubicBezTo>
                  <a:pt x="490589" y="36236"/>
                  <a:pt x="492456" y="42156"/>
                  <a:pt x="492456" y="50152"/>
                </a:cubicBezTo>
                <a:lnTo>
                  <a:pt x="492456" y="98196"/>
                </a:lnTo>
                <a:lnTo>
                  <a:pt x="480659" y="98196"/>
                </a:lnTo>
                <a:lnTo>
                  <a:pt x="480659" y="54059"/>
                </a:lnTo>
                <a:cubicBezTo>
                  <a:pt x="480659" y="49309"/>
                  <a:pt x="480275" y="45889"/>
                  <a:pt x="479506" y="43801"/>
                </a:cubicBezTo>
                <a:cubicBezTo>
                  <a:pt x="478737" y="41711"/>
                  <a:pt x="477342" y="40029"/>
                  <a:pt x="475321" y="38753"/>
                </a:cubicBezTo>
                <a:cubicBezTo>
                  <a:pt x="473300" y="37478"/>
                  <a:pt x="470928" y="36840"/>
                  <a:pt x="468204" y="36840"/>
                </a:cubicBezTo>
                <a:cubicBezTo>
                  <a:pt x="463283" y="36840"/>
                  <a:pt x="459197" y="38479"/>
                  <a:pt x="455946" y="41756"/>
                </a:cubicBezTo>
                <a:cubicBezTo>
                  <a:pt x="452694" y="45032"/>
                  <a:pt x="451069" y="50277"/>
                  <a:pt x="451069" y="57490"/>
                </a:cubicBezTo>
                <a:lnTo>
                  <a:pt x="451069" y="98196"/>
                </a:lnTo>
                <a:lnTo>
                  <a:pt x="439206" y="98196"/>
                </a:lnTo>
                <a:lnTo>
                  <a:pt x="439206" y="52673"/>
                </a:lnTo>
                <a:cubicBezTo>
                  <a:pt x="439206" y="47395"/>
                  <a:pt x="438239" y="43437"/>
                  <a:pt x="436306" y="40798"/>
                </a:cubicBezTo>
                <a:cubicBezTo>
                  <a:pt x="434373" y="38159"/>
                  <a:pt x="431210" y="36840"/>
                  <a:pt x="426816" y="36840"/>
                </a:cubicBezTo>
                <a:cubicBezTo>
                  <a:pt x="423477" y="36840"/>
                  <a:pt x="420391" y="37720"/>
                  <a:pt x="417557" y="39480"/>
                </a:cubicBezTo>
                <a:cubicBezTo>
                  <a:pt x="414723" y="41239"/>
                  <a:pt x="412669" y="43812"/>
                  <a:pt x="411395" y="47199"/>
                </a:cubicBezTo>
                <a:cubicBezTo>
                  <a:pt x="410121" y="50585"/>
                  <a:pt x="409484" y="55467"/>
                  <a:pt x="409484" y="61844"/>
                </a:cubicBezTo>
                <a:lnTo>
                  <a:pt x="409484" y="98196"/>
                </a:lnTo>
                <a:lnTo>
                  <a:pt x="397621" y="98196"/>
                </a:lnTo>
                <a:close/>
                <a:moveTo>
                  <a:pt x="557963" y="75657"/>
                </a:moveTo>
                <a:lnTo>
                  <a:pt x="570221" y="77173"/>
                </a:lnTo>
                <a:cubicBezTo>
                  <a:pt x="568288" y="84334"/>
                  <a:pt x="564707" y="89892"/>
                  <a:pt x="559479" y="93846"/>
                </a:cubicBezTo>
                <a:cubicBezTo>
                  <a:pt x="554250" y="97800"/>
                  <a:pt x="547572" y="99778"/>
                  <a:pt x="539444" y="99778"/>
                </a:cubicBezTo>
                <a:cubicBezTo>
                  <a:pt x="529207" y="99778"/>
                  <a:pt x="521090" y="96625"/>
                  <a:pt x="515093" y="90320"/>
                </a:cubicBezTo>
                <a:cubicBezTo>
                  <a:pt x="509096" y="84016"/>
                  <a:pt x="506097" y="75174"/>
                  <a:pt x="506097" y="63794"/>
                </a:cubicBezTo>
                <a:cubicBezTo>
                  <a:pt x="506097" y="52020"/>
                  <a:pt x="509129" y="42881"/>
                  <a:pt x="515192" y="36379"/>
                </a:cubicBezTo>
                <a:cubicBezTo>
                  <a:pt x="521255" y="29876"/>
                  <a:pt x="529119" y="26625"/>
                  <a:pt x="538785" y="26625"/>
                </a:cubicBezTo>
                <a:cubicBezTo>
                  <a:pt x="548143" y="26625"/>
                  <a:pt x="555788" y="29805"/>
                  <a:pt x="561719" y="36166"/>
                </a:cubicBezTo>
                <a:cubicBezTo>
                  <a:pt x="567651" y="42526"/>
                  <a:pt x="570616" y="51474"/>
                  <a:pt x="570616" y="63010"/>
                </a:cubicBezTo>
                <a:cubicBezTo>
                  <a:pt x="570616" y="63711"/>
                  <a:pt x="570594" y="64764"/>
                  <a:pt x="570550" y="66167"/>
                </a:cubicBezTo>
                <a:lnTo>
                  <a:pt x="518355" y="66167"/>
                </a:lnTo>
                <a:cubicBezTo>
                  <a:pt x="518794" y="73834"/>
                  <a:pt x="520969" y="79704"/>
                  <a:pt x="524879" y="83780"/>
                </a:cubicBezTo>
                <a:cubicBezTo>
                  <a:pt x="528790" y="87855"/>
                  <a:pt x="533667" y="89892"/>
                  <a:pt x="539510" y="89892"/>
                </a:cubicBezTo>
                <a:cubicBezTo>
                  <a:pt x="543860" y="89892"/>
                  <a:pt x="547572" y="88761"/>
                  <a:pt x="550648" y="86498"/>
                </a:cubicBezTo>
                <a:cubicBezTo>
                  <a:pt x="553723" y="84234"/>
                  <a:pt x="556161" y="80620"/>
                  <a:pt x="557963" y="75657"/>
                </a:cubicBezTo>
                <a:moveTo>
                  <a:pt x="519014" y="56281"/>
                </a:moveTo>
                <a:lnTo>
                  <a:pt x="558095" y="56281"/>
                </a:lnTo>
                <a:cubicBezTo>
                  <a:pt x="557567" y="50490"/>
                  <a:pt x="556074" y="46147"/>
                  <a:pt x="553613" y="43251"/>
                </a:cubicBezTo>
                <a:cubicBezTo>
                  <a:pt x="549835" y="38757"/>
                  <a:pt x="544936" y="36510"/>
                  <a:pt x="538917" y="36510"/>
                </a:cubicBezTo>
                <a:cubicBezTo>
                  <a:pt x="533469" y="36510"/>
                  <a:pt x="528889" y="38304"/>
                  <a:pt x="525176" y="41892"/>
                </a:cubicBezTo>
                <a:cubicBezTo>
                  <a:pt x="521463" y="45478"/>
                  <a:pt x="519409" y="50275"/>
                  <a:pt x="519014" y="56281"/>
                </a:cubicBezTo>
                <a:close/>
                <a:moveTo>
                  <a:pt x="585094" y="98196"/>
                </a:moveTo>
                <a:lnTo>
                  <a:pt x="585094" y="28207"/>
                </a:lnTo>
                <a:lnTo>
                  <a:pt x="595770" y="28207"/>
                </a:lnTo>
                <a:lnTo>
                  <a:pt x="595770" y="38092"/>
                </a:lnTo>
                <a:cubicBezTo>
                  <a:pt x="600911" y="30447"/>
                  <a:pt x="608336" y="26625"/>
                  <a:pt x="618046" y="26625"/>
                </a:cubicBezTo>
                <a:cubicBezTo>
                  <a:pt x="622263" y="26625"/>
                  <a:pt x="626141" y="27383"/>
                  <a:pt x="629678" y="28899"/>
                </a:cubicBezTo>
                <a:cubicBezTo>
                  <a:pt x="633214" y="30414"/>
                  <a:pt x="635861" y="32402"/>
                  <a:pt x="637619" y="34863"/>
                </a:cubicBezTo>
                <a:cubicBezTo>
                  <a:pt x="639376" y="37323"/>
                  <a:pt x="640606" y="40245"/>
                  <a:pt x="641309" y="43628"/>
                </a:cubicBezTo>
                <a:cubicBezTo>
                  <a:pt x="641749" y="45825"/>
                  <a:pt x="641968" y="49669"/>
                  <a:pt x="641968" y="55161"/>
                </a:cubicBezTo>
                <a:lnTo>
                  <a:pt x="641968" y="98196"/>
                </a:lnTo>
                <a:lnTo>
                  <a:pt x="630106" y="98196"/>
                </a:lnTo>
                <a:lnTo>
                  <a:pt x="630106" y="55577"/>
                </a:lnTo>
                <a:cubicBezTo>
                  <a:pt x="630106" y="50739"/>
                  <a:pt x="629645" y="47121"/>
                  <a:pt x="628722" y="44724"/>
                </a:cubicBezTo>
                <a:cubicBezTo>
                  <a:pt x="627799" y="42326"/>
                  <a:pt x="626163" y="40413"/>
                  <a:pt x="623812" y="38984"/>
                </a:cubicBezTo>
                <a:cubicBezTo>
                  <a:pt x="621462" y="37555"/>
                  <a:pt x="618705" y="36840"/>
                  <a:pt x="615541" y="36840"/>
                </a:cubicBezTo>
                <a:cubicBezTo>
                  <a:pt x="610489" y="36840"/>
                  <a:pt x="606128" y="38446"/>
                  <a:pt x="602459" y="41657"/>
                </a:cubicBezTo>
                <a:cubicBezTo>
                  <a:pt x="598791" y="44867"/>
                  <a:pt x="596957" y="50958"/>
                  <a:pt x="596957" y="59931"/>
                </a:cubicBezTo>
                <a:lnTo>
                  <a:pt x="596957" y="98196"/>
                </a:lnTo>
                <a:lnTo>
                  <a:pt x="585094" y="98196"/>
                </a:lnTo>
                <a:close/>
                <a:moveTo>
                  <a:pt x="686037" y="87717"/>
                </a:moveTo>
                <a:lnTo>
                  <a:pt x="687751" y="98196"/>
                </a:lnTo>
                <a:cubicBezTo>
                  <a:pt x="684412" y="98811"/>
                  <a:pt x="681424" y="99119"/>
                  <a:pt x="678788" y="99119"/>
                </a:cubicBezTo>
                <a:cubicBezTo>
                  <a:pt x="674482" y="99119"/>
                  <a:pt x="671143" y="98438"/>
                  <a:pt x="668771" y="97076"/>
                </a:cubicBezTo>
                <a:cubicBezTo>
                  <a:pt x="666398" y="95713"/>
                  <a:pt x="664729" y="93923"/>
                  <a:pt x="663762" y="91704"/>
                </a:cubicBezTo>
                <a:cubicBezTo>
                  <a:pt x="662795" y="89486"/>
                  <a:pt x="662312" y="84817"/>
                  <a:pt x="662312" y="77700"/>
                </a:cubicBezTo>
                <a:lnTo>
                  <a:pt x="662312" y="37433"/>
                </a:lnTo>
                <a:lnTo>
                  <a:pt x="653613" y="37433"/>
                </a:lnTo>
                <a:lnTo>
                  <a:pt x="653613" y="28207"/>
                </a:lnTo>
                <a:lnTo>
                  <a:pt x="662312" y="28207"/>
                </a:lnTo>
                <a:lnTo>
                  <a:pt x="662312" y="10827"/>
                </a:lnTo>
                <a:lnTo>
                  <a:pt x="674109" y="3691"/>
                </a:lnTo>
                <a:lnTo>
                  <a:pt x="674109" y="28207"/>
                </a:lnTo>
                <a:lnTo>
                  <a:pt x="686037" y="28207"/>
                </a:lnTo>
                <a:lnTo>
                  <a:pt x="686037" y="37433"/>
                </a:lnTo>
                <a:lnTo>
                  <a:pt x="674109" y="37433"/>
                </a:lnTo>
                <a:lnTo>
                  <a:pt x="674109" y="78359"/>
                </a:lnTo>
                <a:cubicBezTo>
                  <a:pt x="674109" y="81742"/>
                  <a:pt x="674318" y="83917"/>
                  <a:pt x="674735" y="84883"/>
                </a:cubicBezTo>
                <a:cubicBezTo>
                  <a:pt x="675152" y="85850"/>
                  <a:pt x="675833" y="86619"/>
                  <a:pt x="676778" y="87190"/>
                </a:cubicBezTo>
                <a:cubicBezTo>
                  <a:pt x="677723" y="87761"/>
                  <a:pt x="679074" y="88047"/>
                  <a:pt x="680831" y="88047"/>
                </a:cubicBezTo>
                <a:cubicBezTo>
                  <a:pt x="682149" y="88047"/>
                  <a:pt x="683885" y="87937"/>
                  <a:pt x="686037" y="87717"/>
                </a:cubicBezTo>
                <a:close/>
                <a:moveTo>
                  <a:pt x="738015" y="98196"/>
                </a:moveTo>
                <a:lnTo>
                  <a:pt x="738015" y="37433"/>
                </a:lnTo>
                <a:lnTo>
                  <a:pt x="727536" y="37433"/>
                </a:lnTo>
                <a:lnTo>
                  <a:pt x="727536" y="28207"/>
                </a:lnTo>
                <a:lnTo>
                  <a:pt x="738015" y="28207"/>
                </a:lnTo>
                <a:lnTo>
                  <a:pt x="738015" y="20776"/>
                </a:lnTo>
                <a:cubicBezTo>
                  <a:pt x="738015" y="16086"/>
                  <a:pt x="738432" y="12601"/>
                  <a:pt x="739267" y="10322"/>
                </a:cubicBezTo>
                <a:cubicBezTo>
                  <a:pt x="740409" y="7255"/>
                  <a:pt x="742419" y="4768"/>
                  <a:pt x="745297" y="2861"/>
                </a:cubicBezTo>
                <a:cubicBezTo>
                  <a:pt x="748175" y="954"/>
                  <a:pt x="752206" y="0"/>
                  <a:pt x="757390" y="0"/>
                </a:cubicBezTo>
                <a:cubicBezTo>
                  <a:pt x="760729" y="0"/>
                  <a:pt x="764420" y="395"/>
                  <a:pt x="768462" y="1186"/>
                </a:cubicBezTo>
                <a:lnTo>
                  <a:pt x="766682" y="11533"/>
                </a:lnTo>
                <a:cubicBezTo>
                  <a:pt x="764222" y="11094"/>
                  <a:pt x="761894" y="10874"/>
                  <a:pt x="759697" y="10874"/>
                </a:cubicBezTo>
                <a:cubicBezTo>
                  <a:pt x="756094" y="10874"/>
                  <a:pt x="753546" y="11640"/>
                  <a:pt x="752052" y="13172"/>
                </a:cubicBezTo>
                <a:cubicBezTo>
                  <a:pt x="750558" y="14705"/>
                  <a:pt x="749811" y="17571"/>
                  <a:pt x="749811" y="21773"/>
                </a:cubicBezTo>
                <a:lnTo>
                  <a:pt x="749811" y="28207"/>
                </a:lnTo>
                <a:lnTo>
                  <a:pt x="763453" y="28207"/>
                </a:lnTo>
                <a:lnTo>
                  <a:pt x="763453" y="37433"/>
                </a:lnTo>
                <a:lnTo>
                  <a:pt x="749811" y="37433"/>
                </a:lnTo>
                <a:lnTo>
                  <a:pt x="749811" y="98196"/>
                </a:lnTo>
                <a:lnTo>
                  <a:pt x="738015" y="98196"/>
                </a:lnTo>
                <a:close/>
                <a:moveTo>
                  <a:pt x="768286" y="63201"/>
                </a:moveTo>
                <a:cubicBezTo>
                  <a:pt x="768286" y="50240"/>
                  <a:pt x="771889" y="40640"/>
                  <a:pt x="779095" y="34402"/>
                </a:cubicBezTo>
                <a:cubicBezTo>
                  <a:pt x="785114" y="29217"/>
                  <a:pt x="792451" y="26625"/>
                  <a:pt x="801106" y="26625"/>
                </a:cubicBezTo>
                <a:cubicBezTo>
                  <a:pt x="810728" y="26625"/>
                  <a:pt x="818593" y="29777"/>
                  <a:pt x="824700" y="36082"/>
                </a:cubicBezTo>
                <a:cubicBezTo>
                  <a:pt x="830807" y="42387"/>
                  <a:pt x="833860" y="51097"/>
                  <a:pt x="833860" y="62213"/>
                </a:cubicBezTo>
                <a:cubicBezTo>
                  <a:pt x="833860" y="71219"/>
                  <a:pt x="832509" y="78304"/>
                  <a:pt x="829807" y="83466"/>
                </a:cubicBezTo>
                <a:cubicBezTo>
                  <a:pt x="827105" y="88629"/>
                  <a:pt x="823173" y="92638"/>
                  <a:pt x="818010" y="95494"/>
                </a:cubicBezTo>
                <a:cubicBezTo>
                  <a:pt x="812848" y="98350"/>
                  <a:pt x="807213" y="99778"/>
                  <a:pt x="801106" y="99778"/>
                </a:cubicBezTo>
                <a:cubicBezTo>
                  <a:pt x="791309" y="99778"/>
                  <a:pt x="783389" y="96636"/>
                  <a:pt x="777348" y="90353"/>
                </a:cubicBezTo>
                <a:cubicBezTo>
                  <a:pt x="771307" y="84071"/>
                  <a:pt x="768286" y="75020"/>
                  <a:pt x="768286" y="63201"/>
                </a:cubicBezTo>
                <a:moveTo>
                  <a:pt x="780479" y="63168"/>
                </a:moveTo>
                <a:cubicBezTo>
                  <a:pt x="780479" y="72098"/>
                  <a:pt x="782434" y="78785"/>
                  <a:pt x="786344" y="83228"/>
                </a:cubicBezTo>
                <a:cubicBezTo>
                  <a:pt x="790254" y="87671"/>
                  <a:pt x="795175" y="89892"/>
                  <a:pt x="801106" y="89892"/>
                </a:cubicBezTo>
                <a:cubicBezTo>
                  <a:pt x="806994" y="89892"/>
                  <a:pt x="811892" y="87660"/>
                  <a:pt x="815803" y="83195"/>
                </a:cubicBezTo>
                <a:cubicBezTo>
                  <a:pt x="819713" y="78730"/>
                  <a:pt x="821668" y="71923"/>
                  <a:pt x="821668" y="62775"/>
                </a:cubicBezTo>
                <a:cubicBezTo>
                  <a:pt x="821668" y="54151"/>
                  <a:pt x="819702" y="47618"/>
                  <a:pt x="815770" y="43175"/>
                </a:cubicBezTo>
                <a:cubicBezTo>
                  <a:pt x="811838" y="38732"/>
                  <a:pt x="806950" y="36510"/>
                  <a:pt x="801106" y="36510"/>
                </a:cubicBezTo>
                <a:cubicBezTo>
                  <a:pt x="795175" y="36510"/>
                  <a:pt x="790254" y="38721"/>
                  <a:pt x="786344" y="43142"/>
                </a:cubicBezTo>
                <a:cubicBezTo>
                  <a:pt x="782434" y="47563"/>
                  <a:pt x="780479" y="54238"/>
                  <a:pt x="780479" y="63168"/>
                </a:cubicBezTo>
                <a:close/>
                <a:moveTo>
                  <a:pt x="847613" y="98196"/>
                </a:moveTo>
                <a:lnTo>
                  <a:pt x="847613" y="28207"/>
                </a:lnTo>
                <a:lnTo>
                  <a:pt x="858289" y="28207"/>
                </a:lnTo>
                <a:lnTo>
                  <a:pt x="858289" y="38751"/>
                </a:lnTo>
                <a:cubicBezTo>
                  <a:pt x="861013" y="33814"/>
                  <a:pt x="863529" y="30559"/>
                  <a:pt x="865835" y="28985"/>
                </a:cubicBezTo>
                <a:cubicBezTo>
                  <a:pt x="868142" y="27412"/>
                  <a:pt x="870679" y="26625"/>
                  <a:pt x="873447" y="26625"/>
                </a:cubicBezTo>
                <a:cubicBezTo>
                  <a:pt x="877445" y="26625"/>
                  <a:pt x="881509" y="27894"/>
                  <a:pt x="885639" y="30431"/>
                </a:cubicBezTo>
                <a:lnTo>
                  <a:pt x="881553" y="41387"/>
                </a:lnTo>
                <a:cubicBezTo>
                  <a:pt x="878653" y="39674"/>
                  <a:pt x="875754" y="38817"/>
                  <a:pt x="872854" y="38817"/>
                </a:cubicBezTo>
                <a:cubicBezTo>
                  <a:pt x="870262" y="38817"/>
                  <a:pt x="867933" y="39598"/>
                  <a:pt x="865868" y="41161"/>
                </a:cubicBezTo>
                <a:cubicBezTo>
                  <a:pt x="863803" y="42722"/>
                  <a:pt x="862331" y="44888"/>
                  <a:pt x="861453" y="47658"/>
                </a:cubicBezTo>
                <a:cubicBezTo>
                  <a:pt x="860135" y="51880"/>
                  <a:pt x="859476" y="56498"/>
                  <a:pt x="859476" y="61512"/>
                </a:cubicBezTo>
                <a:lnTo>
                  <a:pt x="859476" y="98196"/>
                </a:lnTo>
                <a:lnTo>
                  <a:pt x="847613" y="98196"/>
                </a:lnTo>
                <a:close/>
                <a:moveTo>
                  <a:pt x="956112" y="87717"/>
                </a:moveTo>
                <a:lnTo>
                  <a:pt x="957826" y="98196"/>
                </a:lnTo>
                <a:cubicBezTo>
                  <a:pt x="954487" y="98811"/>
                  <a:pt x="951499" y="99119"/>
                  <a:pt x="948863" y="99119"/>
                </a:cubicBezTo>
                <a:cubicBezTo>
                  <a:pt x="944557" y="99119"/>
                  <a:pt x="941218" y="98438"/>
                  <a:pt x="938846" y="97076"/>
                </a:cubicBezTo>
                <a:cubicBezTo>
                  <a:pt x="936473" y="95713"/>
                  <a:pt x="934804" y="93923"/>
                  <a:pt x="933837" y="91704"/>
                </a:cubicBezTo>
                <a:cubicBezTo>
                  <a:pt x="932870" y="89486"/>
                  <a:pt x="932387" y="84817"/>
                  <a:pt x="932387" y="77700"/>
                </a:cubicBezTo>
                <a:lnTo>
                  <a:pt x="932387" y="37433"/>
                </a:lnTo>
                <a:lnTo>
                  <a:pt x="923688" y="37433"/>
                </a:lnTo>
                <a:lnTo>
                  <a:pt x="923688" y="28207"/>
                </a:lnTo>
                <a:lnTo>
                  <a:pt x="932387" y="28207"/>
                </a:lnTo>
                <a:lnTo>
                  <a:pt x="932387" y="10827"/>
                </a:lnTo>
                <a:lnTo>
                  <a:pt x="944184" y="3691"/>
                </a:lnTo>
                <a:lnTo>
                  <a:pt x="944184" y="28207"/>
                </a:lnTo>
                <a:lnTo>
                  <a:pt x="956112" y="28207"/>
                </a:lnTo>
                <a:lnTo>
                  <a:pt x="956112" y="37433"/>
                </a:lnTo>
                <a:lnTo>
                  <a:pt x="944184" y="37433"/>
                </a:lnTo>
                <a:lnTo>
                  <a:pt x="944184" y="78359"/>
                </a:lnTo>
                <a:cubicBezTo>
                  <a:pt x="944184" y="81742"/>
                  <a:pt x="944392" y="83917"/>
                  <a:pt x="944810" y="84883"/>
                </a:cubicBezTo>
                <a:cubicBezTo>
                  <a:pt x="945227" y="85850"/>
                  <a:pt x="945908" y="86619"/>
                  <a:pt x="946853" y="87190"/>
                </a:cubicBezTo>
                <a:cubicBezTo>
                  <a:pt x="947797" y="87761"/>
                  <a:pt x="949148" y="88047"/>
                  <a:pt x="950906" y="88047"/>
                </a:cubicBezTo>
                <a:cubicBezTo>
                  <a:pt x="952224" y="88047"/>
                  <a:pt x="953959" y="87937"/>
                  <a:pt x="956112" y="87717"/>
                </a:cubicBezTo>
                <a:close/>
                <a:moveTo>
                  <a:pt x="967734" y="98196"/>
                </a:moveTo>
                <a:lnTo>
                  <a:pt x="967734" y="1582"/>
                </a:lnTo>
                <a:lnTo>
                  <a:pt x="979596" y="1582"/>
                </a:lnTo>
                <a:lnTo>
                  <a:pt x="979596" y="36247"/>
                </a:lnTo>
                <a:cubicBezTo>
                  <a:pt x="985132" y="29832"/>
                  <a:pt x="992118" y="26625"/>
                  <a:pt x="1000554" y="26625"/>
                </a:cubicBezTo>
                <a:cubicBezTo>
                  <a:pt x="1005738" y="26625"/>
                  <a:pt x="1010241" y="27646"/>
                  <a:pt x="1014064" y="29689"/>
                </a:cubicBezTo>
                <a:cubicBezTo>
                  <a:pt x="1017886" y="31732"/>
                  <a:pt x="1020621" y="34555"/>
                  <a:pt x="1022269" y="38158"/>
                </a:cubicBezTo>
                <a:cubicBezTo>
                  <a:pt x="1023916" y="41761"/>
                  <a:pt x="1024740" y="46989"/>
                  <a:pt x="1024740" y="53843"/>
                </a:cubicBezTo>
                <a:lnTo>
                  <a:pt x="1024740" y="98196"/>
                </a:lnTo>
                <a:lnTo>
                  <a:pt x="1012878" y="98196"/>
                </a:lnTo>
                <a:lnTo>
                  <a:pt x="1012878" y="53843"/>
                </a:lnTo>
                <a:cubicBezTo>
                  <a:pt x="1012878" y="47912"/>
                  <a:pt x="1011592" y="43595"/>
                  <a:pt x="1009022" y="40893"/>
                </a:cubicBezTo>
                <a:cubicBezTo>
                  <a:pt x="1006452" y="38191"/>
                  <a:pt x="1002816" y="36840"/>
                  <a:pt x="998115" y="36840"/>
                </a:cubicBezTo>
                <a:cubicBezTo>
                  <a:pt x="994600" y="36840"/>
                  <a:pt x="991294" y="37752"/>
                  <a:pt x="988197" y="39575"/>
                </a:cubicBezTo>
                <a:cubicBezTo>
                  <a:pt x="985099" y="41398"/>
                  <a:pt x="982892" y="43870"/>
                  <a:pt x="981573" y="46989"/>
                </a:cubicBezTo>
                <a:cubicBezTo>
                  <a:pt x="980255" y="50108"/>
                  <a:pt x="979596" y="54414"/>
                  <a:pt x="979596" y="59906"/>
                </a:cubicBezTo>
                <a:lnTo>
                  <a:pt x="979596" y="98196"/>
                </a:lnTo>
                <a:lnTo>
                  <a:pt x="967734" y="98196"/>
                </a:lnTo>
                <a:close/>
                <a:moveTo>
                  <a:pt x="1090689" y="75657"/>
                </a:moveTo>
                <a:lnTo>
                  <a:pt x="1102947" y="77173"/>
                </a:lnTo>
                <a:cubicBezTo>
                  <a:pt x="1101014" y="84334"/>
                  <a:pt x="1097433" y="89892"/>
                  <a:pt x="1092205" y="93846"/>
                </a:cubicBezTo>
                <a:cubicBezTo>
                  <a:pt x="1086976" y="97800"/>
                  <a:pt x="1080298" y="99778"/>
                  <a:pt x="1072170" y="99778"/>
                </a:cubicBezTo>
                <a:cubicBezTo>
                  <a:pt x="1061933" y="99778"/>
                  <a:pt x="1053816" y="96625"/>
                  <a:pt x="1047819" y="90320"/>
                </a:cubicBezTo>
                <a:cubicBezTo>
                  <a:pt x="1041822" y="84016"/>
                  <a:pt x="1038823" y="75174"/>
                  <a:pt x="1038823" y="63794"/>
                </a:cubicBezTo>
                <a:cubicBezTo>
                  <a:pt x="1038823" y="52020"/>
                  <a:pt x="1041855" y="42881"/>
                  <a:pt x="1047918" y="36379"/>
                </a:cubicBezTo>
                <a:cubicBezTo>
                  <a:pt x="1053981" y="29876"/>
                  <a:pt x="1061845" y="26625"/>
                  <a:pt x="1071511" y="26625"/>
                </a:cubicBezTo>
                <a:cubicBezTo>
                  <a:pt x="1080869" y="26625"/>
                  <a:pt x="1088514" y="29805"/>
                  <a:pt x="1094445" y="36166"/>
                </a:cubicBezTo>
                <a:cubicBezTo>
                  <a:pt x="1100377" y="42526"/>
                  <a:pt x="1103342" y="51474"/>
                  <a:pt x="1103342" y="63010"/>
                </a:cubicBezTo>
                <a:cubicBezTo>
                  <a:pt x="1103342" y="63711"/>
                  <a:pt x="1103320" y="64764"/>
                  <a:pt x="1103276" y="66167"/>
                </a:cubicBezTo>
                <a:lnTo>
                  <a:pt x="1051081" y="66167"/>
                </a:lnTo>
                <a:cubicBezTo>
                  <a:pt x="1051520" y="73834"/>
                  <a:pt x="1053695" y="79704"/>
                  <a:pt x="1057605" y="83780"/>
                </a:cubicBezTo>
                <a:cubicBezTo>
                  <a:pt x="1061516" y="87855"/>
                  <a:pt x="1066393" y="89892"/>
                  <a:pt x="1072236" y="89892"/>
                </a:cubicBezTo>
                <a:cubicBezTo>
                  <a:pt x="1076586" y="89892"/>
                  <a:pt x="1080298" y="88761"/>
                  <a:pt x="1083374" y="86498"/>
                </a:cubicBezTo>
                <a:cubicBezTo>
                  <a:pt x="1086449" y="84234"/>
                  <a:pt x="1088888" y="80620"/>
                  <a:pt x="1090689" y="75657"/>
                </a:cubicBezTo>
                <a:moveTo>
                  <a:pt x="1051740" y="56281"/>
                </a:moveTo>
                <a:lnTo>
                  <a:pt x="1090821" y="56281"/>
                </a:lnTo>
                <a:cubicBezTo>
                  <a:pt x="1090293" y="50490"/>
                  <a:pt x="1088800" y="46147"/>
                  <a:pt x="1086339" y="43251"/>
                </a:cubicBezTo>
                <a:cubicBezTo>
                  <a:pt x="1082561" y="38757"/>
                  <a:pt x="1077662" y="36510"/>
                  <a:pt x="1071643" y="36510"/>
                </a:cubicBezTo>
                <a:cubicBezTo>
                  <a:pt x="1066195" y="36510"/>
                  <a:pt x="1061615" y="38304"/>
                  <a:pt x="1057902" y="41892"/>
                </a:cubicBezTo>
                <a:cubicBezTo>
                  <a:pt x="1054189" y="45478"/>
                  <a:pt x="1052135" y="50275"/>
                  <a:pt x="1051740" y="56281"/>
                </a:cubicBezTo>
                <a:close/>
                <a:moveTo>
                  <a:pt x="1117886" y="15290"/>
                </a:moveTo>
                <a:lnTo>
                  <a:pt x="1117886" y="1582"/>
                </a:lnTo>
                <a:lnTo>
                  <a:pt x="1129749" y="1582"/>
                </a:lnTo>
                <a:lnTo>
                  <a:pt x="1129749" y="15290"/>
                </a:lnTo>
                <a:lnTo>
                  <a:pt x="1117886" y="15290"/>
                </a:lnTo>
                <a:moveTo>
                  <a:pt x="1117886" y="98196"/>
                </a:moveTo>
                <a:lnTo>
                  <a:pt x="1117886" y="28207"/>
                </a:lnTo>
                <a:lnTo>
                  <a:pt x="1129749" y="28207"/>
                </a:lnTo>
                <a:lnTo>
                  <a:pt x="1129749" y="98196"/>
                </a:lnTo>
                <a:lnTo>
                  <a:pt x="1117886" y="98196"/>
                </a:lnTo>
                <a:close/>
                <a:moveTo>
                  <a:pt x="1147652" y="98196"/>
                </a:moveTo>
                <a:lnTo>
                  <a:pt x="1147652" y="28207"/>
                </a:lnTo>
                <a:lnTo>
                  <a:pt x="1158328" y="28207"/>
                </a:lnTo>
                <a:lnTo>
                  <a:pt x="1158328" y="38751"/>
                </a:lnTo>
                <a:cubicBezTo>
                  <a:pt x="1161052" y="33814"/>
                  <a:pt x="1163568" y="30559"/>
                  <a:pt x="1165874" y="28985"/>
                </a:cubicBezTo>
                <a:cubicBezTo>
                  <a:pt x="1168181" y="27412"/>
                  <a:pt x="1170718" y="26625"/>
                  <a:pt x="1173486" y="26625"/>
                </a:cubicBezTo>
                <a:cubicBezTo>
                  <a:pt x="1177484" y="26625"/>
                  <a:pt x="1181548" y="27894"/>
                  <a:pt x="1185678" y="30431"/>
                </a:cubicBezTo>
                <a:lnTo>
                  <a:pt x="1181592" y="41387"/>
                </a:lnTo>
                <a:cubicBezTo>
                  <a:pt x="1178692" y="39674"/>
                  <a:pt x="1175793" y="38817"/>
                  <a:pt x="1172893" y="38817"/>
                </a:cubicBezTo>
                <a:cubicBezTo>
                  <a:pt x="1170301" y="38817"/>
                  <a:pt x="1167972" y="39598"/>
                  <a:pt x="1165907" y="41161"/>
                </a:cubicBezTo>
                <a:cubicBezTo>
                  <a:pt x="1163842" y="42722"/>
                  <a:pt x="1162370" y="44888"/>
                  <a:pt x="1161492" y="47658"/>
                </a:cubicBezTo>
                <a:cubicBezTo>
                  <a:pt x="1160174" y="51880"/>
                  <a:pt x="1159515" y="56498"/>
                  <a:pt x="1159515" y="61512"/>
                </a:cubicBezTo>
                <a:lnTo>
                  <a:pt x="1159515" y="98196"/>
                </a:lnTo>
                <a:lnTo>
                  <a:pt x="1147652" y="98196"/>
                </a:lnTo>
                <a:close/>
                <a:moveTo>
                  <a:pt x="1225505" y="77239"/>
                </a:moveTo>
                <a:lnTo>
                  <a:pt x="1237236" y="75393"/>
                </a:lnTo>
                <a:cubicBezTo>
                  <a:pt x="1237895" y="80074"/>
                  <a:pt x="1239729" y="83661"/>
                  <a:pt x="1242738" y="86154"/>
                </a:cubicBezTo>
                <a:cubicBezTo>
                  <a:pt x="1245748" y="88646"/>
                  <a:pt x="1249955" y="89892"/>
                  <a:pt x="1255359" y="89892"/>
                </a:cubicBezTo>
                <a:cubicBezTo>
                  <a:pt x="1260807" y="89892"/>
                  <a:pt x="1264849" y="88792"/>
                  <a:pt x="1267485" y="86591"/>
                </a:cubicBezTo>
                <a:cubicBezTo>
                  <a:pt x="1270121" y="84388"/>
                  <a:pt x="1271439" y="81806"/>
                  <a:pt x="1271439" y="78843"/>
                </a:cubicBezTo>
                <a:cubicBezTo>
                  <a:pt x="1271439" y="76183"/>
                  <a:pt x="1270275" y="74091"/>
                  <a:pt x="1267946" y="72566"/>
                </a:cubicBezTo>
                <a:cubicBezTo>
                  <a:pt x="1266321" y="71519"/>
                  <a:pt x="1262279" y="70190"/>
                  <a:pt x="1255820" y="68576"/>
                </a:cubicBezTo>
                <a:cubicBezTo>
                  <a:pt x="1247121" y="66378"/>
                  <a:pt x="1241091" y="64477"/>
                  <a:pt x="1237730" y="62872"/>
                </a:cubicBezTo>
                <a:cubicBezTo>
                  <a:pt x="1234369" y="61267"/>
                  <a:pt x="1231820" y="59046"/>
                  <a:pt x="1230085" y="56209"/>
                </a:cubicBezTo>
                <a:cubicBezTo>
                  <a:pt x="1228350" y="53373"/>
                  <a:pt x="1227482" y="50240"/>
                  <a:pt x="1227482" y="46810"/>
                </a:cubicBezTo>
                <a:cubicBezTo>
                  <a:pt x="1227482" y="43688"/>
                  <a:pt x="1228196" y="40796"/>
                  <a:pt x="1229624" y="38135"/>
                </a:cubicBezTo>
                <a:cubicBezTo>
                  <a:pt x="1231052" y="35474"/>
                  <a:pt x="1232996" y="33265"/>
                  <a:pt x="1235456" y="31506"/>
                </a:cubicBezTo>
                <a:cubicBezTo>
                  <a:pt x="1237301" y="30143"/>
                  <a:pt x="1239817" y="28989"/>
                  <a:pt x="1243002" y="28044"/>
                </a:cubicBezTo>
                <a:cubicBezTo>
                  <a:pt x="1246187" y="27098"/>
                  <a:pt x="1249603" y="26625"/>
                  <a:pt x="1253250" y="26625"/>
                </a:cubicBezTo>
                <a:cubicBezTo>
                  <a:pt x="1258742" y="26625"/>
                  <a:pt x="1263564" y="27421"/>
                  <a:pt x="1267716" y="29014"/>
                </a:cubicBezTo>
                <a:cubicBezTo>
                  <a:pt x="1271868" y="30605"/>
                  <a:pt x="1274932" y="32761"/>
                  <a:pt x="1276909" y="35483"/>
                </a:cubicBezTo>
                <a:cubicBezTo>
                  <a:pt x="1278886" y="38203"/>
                  <a:pt x="1280248" y="41840"/>
                  <a:pt x="1280995" y="46396"/>
                </a:cubicBezTo>
                <a:lnTo>
                  <a:pt x="1269396" y="47978"/>
                </a:lnTo>
                <a:cubicBezTo>
                  <a:pt x="1268869" y="44375"/>
                  <a:pt x="1267342" y="41563"/>
                  <a:pt x="1264816" y="39542"/>
                </a:cubicBezTo>
                <a:cubicBezTo>
                  <a:pt x="1262290" y="37521"/>
                  <a:pt x="1258720" y="36510"/>
                  <a:pt x="1254107" y="36510"/>
                </a:cubicBezTo>
                <a:cubicBezTo>
                  <a:pt x="1248659" y="36510"/>
                  <a:pt x="1244770" y="37407"/>
                  <a:pt x="1242442" y="39200"/>
                </a:cubicBezTo>
                <a:cubicBezTo>
                  <a:pt x="1240113" y="40992"/>
                  <a:pt x="1238949" y="43090"/>
                  <a:pt x="1238949" y="45496"/>
                </a:cubicBezTo>
                <a:cubicBezTo>
                  <a:pt x="1238949" y="47025"/>
                  <a:pt x="1239432" y="48403"/>
                  <a:pt x="1240399" y="49627"/>
                </a:cubicBezTo>
                <a:cubicBezTo>
                  <a:pt x="1241365" y="50894"/>
                  <a:pt x="1242881" y="51943"/>
                  <a:pt x="1244946" y="52774"/>
                </a:cubicBezTo>
                <a:cubicBezTo>
                  <a:pt x="1246132" y="53212"/>
                  <a:pt x="1249625" y="54218"/>
                  <a:pt x="1255425" y="55791"/>
                </a:cubicBezTo>
                <a:cubicBezTo>
                  <a:pt x="1263816" y="58031"/>
                  <a:pt x="1269671" y="59864"/>
                  <a:pt x="1272988" y="61290"/>
                </a:cubicBezTo>
                <a:cubicBezTo>
                  <a:pt x="1276305" y="62717"/>
                  <a:pt x="1278908" y="64791"/>
                  <a:pt x="1280798" y="67514"/>
                </a:cubicBezTo>
                <a:cubicBezTo>
                  <a:pt x="1282687" y="70235"/>
                  <a:pt x="1283631" y="73615"/>
                  <a:pt x="1283631" y="77653"/>
                </a:cubicBezTo>
                <a:cubicBezTo>
                  <a:pt x="1283631" y="81604"/>
                  <a:pt x="1282478" y="85325"/>
                  <a:pt x="1280171" y="88815"/>
                </a:cubicBezTo>
                <a:cubicBezTo>
                  <a:pt x="1277865" y="92304"/>
                  <a:pt x="1274537" y="95003"/>
                  <a:pt x="1270187" y="96913"/>
                </a:cubicBezTo>
                <a:cubicBezTo>
                  <a:pt x="1265838" y="98823"/>
                  <a:pt x="1260917" y="99778"/>
                  <a:pt x="1255425" y="99778"/>
                </a:cubicBezTo>
                <a:cubicBezTo>
                  <a:pt x="1246330" y="99778"/>
                  <a:pt x="1239399" y="97883"/>
                  <a:pt x="1234632" y="94093"/>
                </a:cubicBezTo>
                <a:cubicBezTo>
                  <a:pt x="1229865" y="90304"/>
                  <a:pt x="1226823" y="84686"/>
                  <a:pt x="1225505" y="77239"/>
                </a:cubicBezTo>
                <a:close/>
                <a:moveTo>
                  <a:pt x="1297735" y="125084"/>
                </a:moveTo>
                <a:lnTo>
                  <a:pt x="1297735" y="28207"/>
                </a:lnTo>
                <a:lnTo>
                  <a:pt x="1308543" y="28207"/>
                </a:lnTo>
                <a:lnTo>
                  <a:pt x="1308543" y="37235"/>
                </a:lnTo>
                <a:cubicBezTo>
                  <a:pt x="1311092" y="33699"/>
                  <a:pt x="1313970" y="31046"/>
                  <a:pt x="1317177" y="29278"/>
                </a:cubicBezTo>
                <a:cubicBezTo>
                  <a:pt x="1320384" y="27509"/>
                  <a:pt x="1324272" y="26625"/>
                  <a:pt x="1328842" y="26625"/>
                </a:cubicBezTo>
                <a:cubicBezTo>
                  <a:pt x="1334817" y="26625"/>
                  <a:pt x="1340089" y="28163"/>
                  <a:pt x="1344658" y="31238"/>
                </a:cubicBezTo>
                <a:cubicBezTo>
                  <a:pt x="1349228" y="34314"/>
                  <a:pt x="1352677" y="38652"/>
                  <a:pt x="1355005" y="44254"/>
                </a:cubicBezTo>
                <a:cubicBezTo>
                  <a:pt x="1357334" y="49856"/>
                  <a:pt x="1358498" y="55996"/>
                  <a:pt x="1358498" y="62674"/>
                </a:cubicBezTo>
                <a:cubicBezTo>
                  <a:pt x="1358498" y="69835"/>
                  <a:pt x="1357213" y="76283"/>
                  <a:pt x="1354643" y="82017"/>
                </a:cubicBezTo>
                <a:cubicBezTo>
                  <a:pt x="1352073" y="87750"/>
                  <a:pt x="1348338" y="92144"/>
                  <a:pt x="1343439" y="95197"/>
                </a:cubicBezTo>
                <a:cubicBezTo>
                  <a:pt x="1338540" y="98251"/>
                  <a:pt x="1333389" y="99778"/>
                  <a:pt x="1327985" y="99778"/>
                </a:cubicBezTo>
                <a:cubicBezTo>
                  <a:pt x="1324031" y="99778"/>
                  <a:pt x="1320483" y="98932"/>
                  <a:pt x="1317342" y="97240"/>
                </a:cubicBezTo>
                <a:cubicBezTo>
                  <a:pt x="1314200" y="95547"/>
                  <a:pt x="1311619" y="93410"/>
                  <a:pt x="1309598" y="90827"/>
                </a:cubicBezTo>
                <a:lnTo>
                  <a:pt x="1309598" y="125084"/>
                </a:lnTo>
                <a:lnTo>
                  <a:pt x="1297735" y="125084"/>
                </a:lnTo>
                <a:moveTo>
                  <a:pt x="1308478" y="63498"/>
                </a:moveTo>
                <a:cubicBezTo>
                  <a:pt x="1308478" y="72494"/>
                  <a:pt x="1310301" y="79142"/>
                  <a:pt x="1313948" y="83442"/>
                </a:cubicBezTo>
                <a:cubicBezTo>
                  <a:pt x="1317594" y="87742"/>
                  <a:pt x="1322010" y="89892"/>
                  <a:pt x="1327194" y="89892"/>
                </a:cubicBezTo>
                <a:cubicBezTo>
                  <a:pt x="1332466" y="89892"/>
                  <a:pt x="1336981" y="87665"/>
                  <a:pt x="1340737" y="83211"/>
                </a:cubicBezTo>
                <a:cubicBezTo>
                  <a:pt x="1344494" y="78757"/>
                  <a:pt x="1346372" y="71857"/>
                  <a:pt x="1346372" y="62509"/>
                </a:cubicBezTo>
                <a:cubicBezTo>
                  <a:pt x="1346372" y="53601"/>
                  <a:pt x="1344538" y="46931"/>
                  <a:pt x="1340869" y="42499"/>
                </a:cubicBezTo>
                <a:cubicBezTo>
                  <a:pt x="1337200" y="38067"/>
                  <a:pt x="1332818" y="35851"/>
                  <a:pt x="1327721" y="35851"/>
                </a:cubicBezTo>
                <a:cubicBezTo>
                  <a:pt x="1322669" y="35851"/>
                  <a:pt x="1318198" y="38210"/>
                  <a:pt x="1314310" y="42928"/>
                </a:cubicBezTo>
                <a:cubicBezTo>
                  <a:pt x="1310422" y="47645"/>
                  <a:pt x="1308478" y="54502"/>
                  <a:pt x="1308478" y="63498"/>
                </a:cubicBezTo>
                <a:close/>
                <a:moveTo>
                  <a:pt x="1420690" y="75657"/>
                </a:moveTo>
                <a:lnTo>
                  <a:pt x="1432948" y="77173"/>
                </a:lnTo>
                <a:cubicBezTo>
                  <a:pt x="1431014" y="84334"/>
                  <a:pt x="1427434" y="89892"/>
                  <a:pt x="1422205" y="93846"/>
                </a:cubicBezTo>
                <a:cubicBezTo>
                  <a:pt x="1416977" y="97800"/>
                  <a:pt x="1410299" y="99778"/>
                  <a:pt x="1402171" y="99778"/>
                </a:cubicBezTo>
                <a:cubicBezTo>
                  <a:pt x="1391934" y="99778"/>
                  <a:pt x="1383817" y="96625"/>
                  <a:pt x="1377819" y="90320"/>
                </a:cubicBezTo>
                <a:cubicBezTo>
                  <a:pt x="1371822" y="84016"/>
                  <a:pt x="1368824" y="75174"/>
                  <a:pt x="1368824" y="63794"/>
                </a:cubicBezTo>
                <a:cubicBezTo>
                  <a:pt x="1368824" y="52020"/>
                  <a:pt x="1371855" y="42881"/>
                  <a:pt x="1377918" y="36379"/>
                </a:cubicBezTo>
                <a:cubicBezTo>
                  <a:pt x="1383981" y="29876"/>
                  <a:pt x="1391846" y="26625"/>
                  <a:pt x="1401512" y="26625"/>
                </a:cubicBezTo>
                <a:cubicBezTo>
                  <a:pt x="1410870" y="26625"/>
                  <a:pt x="1418515" y="29805"/>
                  <a:pt x="1424446" y="36166"/>
                </a:cubicBezTo>
                <a:cubicBezTo>
                  <a:pt x="1430377" y="42526"/>
                  <a:pt x="1433343" y="51474"/>
                  <a:pt x="1433343" y="63010"/>
                </a:cubicBezTo>
                <a:cubicBezTo>
                  <a:pt x="1433343" y="63711"/>
                  <a:pt x="1433321" y="64764"/>
                  <a:pt x="1433277" y="66167"/>
                </a:cubicBezTo>
                <a:lnTo>
                  <a:pt x="1381082" y="66167"/>
                </a:lnTo>
                <a:cubicBezTo>
                  <a:pt x="1381521" y="73834"/>
                  <a:pt x="1383696" y="79704"/>
                  <a:pt x="1387606" y="83780"/>
                </a:cubicBezTo>
                <a:cubicBezTo>
                  <a:pt x="1391516" y="87855"/>
                  <a:pt x="1396393" y="89892"/>
                  <a:pt x="1402237" y="89892"/>
                </a:cubicBezTo>
                <a:cubicBezTo>
                  <a:pt x="1406586" y="89892"/>
                  <a:pt x="1410299" y="88761"/>
                  <a:pt x="1413374" y="86498"/>
                </a:cubicBezTo>
                <a:cubicBezTo>
                  <a:pt x="1416450" y="84234"/>
                  <a:pt x="1418888" y="80620"/>
                  <a:pt x="1420690" y="75657"/>
                </a:cubicBezTo>
                <a:moveTo>
                  <a:pt x="1381741" y="56281"/>
                </a:moveTo>
                <a:lnTo>
                  <a:pt x="1420821" y="56281"/>
                </a:lnTo>
                <a:cubicBezTo>
                  <a:pt x="1420294" y="50490"/>
                  <a:pt x="1418800" y="46147"/>
                  <a:pt x="1416340" y="43251"/>
                </a:cubicBezTo>
                <a:cubicBezTo>
                  <a:pt x="1412561" y="38757"/>
                  <a:pt x="1407663" y="36510"/>
                  <a:pt x="1401643" y="36510"/>
                </a:cubicBezTo>
                <a:cubicBezTo>
                  <a:pt x="1396195" y="36510"/>
                  <a:pt x="1391615" y="38304"/>
                  <a:pt x="1387903" y="41892"/>
                </a:cubicBezTo>
                <a:cubicBezTo>
                  <a:pt x="1384190" y="45478"/>
                  <a:pt x="1382136" y="50275"/>
                  <a:pt x="1381741" y="56281"/>
                </a:cubicBezTo>
                <a:close/>
                <a:moveTo>
                  <a:pt x="1495733" y="75657"/>
                </a:moveTo>
                <a:lnTo>
                  <a:pt x="1507991" y="77173"/>
                </a:lnTo>
                <a:cubicBezTo>
                  <a:pt x="1506058" y="84334"/>
                  <a:pt x="1502477" y="89892"/>
                  <a:pt x="1497249" y="93846"/>
                </a:cubicBezTo>
                <a:cubicBezTo>
                  <a:pt x="1492020" y="97800"/>
                  <a:pt x="1485342" y="99778"/>
                  <a:pt x="1477214" y="99778"/>
                </a:cubicBezTo>
                <a:cubicBezTo>
                  <a:pt x="1466977" y="99778"/>
                  <a:pt x="1458860" y="96625"/>
                  <a:pt x="1452863" y="90320"/>
                </a:cubicBezTo>
                <a:cubicBezTo>
                  <a:pt x="1446866" y="84016"/>
                  <a:pt x="1443867" y="75174"/>
                  <a:pt x="1443867" y="63794"/>
                </a:cubicBezTo>
                <a:cubicBezTo>
                  <a:pt x="1443867" y="52020"/>
                  <a:pt x="1446899" y="42881"/>
                  <a:pt x="1452962" y="36379"/>
                </a:cubicBezTo>
                <a:cubicBezTo>
                  <a:pt x="1459025" y="29876"/>
                  <a:pt x="1466889" y="26625"/>
                  <a:pt x="1476555" y="26625"/>
                </a:cubicBezTo>
                <a:cubicBezTo>
                  <a:pt x="1485913" y="26625"/>
                  <a:pt x="1493558" y="29805"/>
                  <a:pt x="1499489" y="36166"/>
                </a:cubicBezTo>
                <a:cubicBezTo>
                  <a:pt x="1505421" y="42526"/>
                  <a:pt x="1508386" y="51474"/>
                  <a:pt x="1508386" y="63010"/>
                </a:cubicBezTo>
                <a:cubicBezTo>
                  <a:pt x="1508386" y="63711"/>
                  <a:pt x="1508364" y="64764"/>
                  <a:pt x="1508320" y="66167"/>
                </a:cubicBezTo>
                <a:lnTo>
                  <a:pt x="1456125" y="66167"/>
                </a:lnTo>
                <a:cubicBezTo>
                  <a:pt x="1456564" y="73834"/>
                  <a:pt x="1458739" y="79704"/>
                  <a:pt x="1462649" y="83780"/>
                </a:cubicBezTo>
                <a:cubicBezTo>
                  <a:pt x="1466560" y="87855"/>
                  <a:pt x="1471437" y="89892"/>
                  <a:pt x="1477280" y="89892"/>
                </a:cubicBezTo>
                <a:cubicBezTo>
                  <a:pt x="1481630" y="89892"/>
                  <a:pt x="1485342" y="88761"/>
                  <a:pt x="1488418" y="86498"/>
                </a:cubicBezTo>
                <a:cubicBezTo>
                  <a:pt x="1491493" y="84234"/>
                  <a:pt x="1493932" y="80620"/>
                  <a:pt x="1495733" y="75657"/>
                </a:cubicBezTo>
                <a:moveTo>
                  <a:pt x="1456784" y="56281"/>
                </a:moveTo>
                <a:lnTo>
                  <a:pt x="1495865" y="56281"/>
                </a:lnTo>
                <a:cubicBezTo>
                  <a:pt x="1495337" y="50490"/>
                  <a:pt x="1493844" y="46147"/>
                  <a:pt x="1491383" y="43251"/>
                </a:cubicBezTo>
                <a:cubicBezTo>
                  <a:pt x="1487605" y="38757"/>
                  <a:pt x="1482706" y="36510"/>
                  <a:pt x="1476687" y="36510"/>
                </a:cubicBezTo>
                <a:cubicBezTo>
                  <a:pt x="1471239" y="36510"/>
                  <a:pt x="1466659" y="38304"/>
                  <a:pt x="1462946" y="41892"/>
                </a:cubicBezTo>
                <a:cubicBezTo>
                  <a:pt x="1459233" y="45478"/>
                  <a:pt x="1457180" y="50275"/>
                  <a:pt x="1456784" y="56281"/>
                </a:cubicBezTo>
                <a:close/>
                <a:moveTo>
                  <a:pt x="1568536" y="72494"/>
                </a:moveTo>
                <a:lnTo>
                  <a:pt x="1580200" y="74009"/>
                </a:lnTo>
                <a:cubicBezTo>
                  <a:pt x="1578926" y="82070"/>
                  <a:pt x="1575664" y="88380"/>
                  <a:pt x="1570414" y="92940"/>
                </a:cubicBezTo>
                <a:cubicBezTo>
                  <a:pt x="1565164" y="97498"/>
                  <a:pt x="1558716" y="99778"/>
                  <a:pt x="1551071" y="99778"/>
                </a:cubicBezTo>
                <a:cubicBezTo>
                  <a:pt x="1541493" y="99778"/>
                  <a:pt x="1533794" y="96647"/>
                  <a:pt x="1527972" y="90386"/>
                </a:cubicBezTo>
                <a:cubicBezTo>
                  <a:pt x="1522151" y="84126"/>
                  <a:pt x="1519240" y="75152"/>
                  <a:pt x="1519240" y="63465"/>
                </a:cubicBezTo>
                <a:cubicBezTo>
                  <a:pt x="1519240" y="55908"/>
                  <a:pt x="1520492" y="49296"/>
                  <a:pt x="1522996" y="43628"/>
                </a:cubicBezTo>
                <a:cubicBezTo>
                  <a:pt x="1525501" y="37960"/>
                  <a:pt x="1529312" y="33710"/>
                  <a:pt x="1534431" y="30876"/>
                </a:cubicBezTo>
                <a:cubicBezTo>
                  <a:pt x="1539549" y="28042"/>
                  <a:pt x="1545118" y="26625"/>
                  <a:pt x="1551137" y="26625"/>
                </a:cubicBezTo>
                <a:cubicBezTo>
                  <a:pt x="1558738" y="26625"/>
                  <a:pt x="1564955" y="28553"/>
                  <a:pt x="1569788" y="32410"/>
                </a:cubicBezTo>
                <a:cubicBezTo>
                  <a:pt x="1574621" y="36265"/>
                  <a:pt x="1577718" y="41740"/>
                  <a:pt x="1579080" y="48834"/>
                </a:cubicBezTo>
                <a:lnTo>
                  <a:pt x="1567547" y="50614"/>
                </a:lnTo>
                <a:cubicBezTo>
                  <a:pt x="1566449" y="45935"/>
                  <a:pt x="1564504" y="42414"/>
                  <a:pt x="1561715" y="40053"/>
                </a:cubicBezTo>
                <a:cubicBezTo>
                  <a:pt x="1558925" y="37691"/>
                  <a:pt x="1555553" y="36510"/>
                  <a:pt x="1551598" y="36510"/>
                </a:cubicBezTo>
                <a:cubicBezTo>
                  <a:pt x="1545623" y="36510"/>
                  <a:pt x="1540768" y="38642"/>
                  <a:pt x="1537034" y="42905"/>
                </a:cubicBezTo>
                <a:cubicBezTo>
                  <a:pt x="1533299" y="47167"/>
                  <a:pt x="1531432" y="53910"/>
                  <a:pt x="1531432" y="63135"/>
                </a:cubicBezTo>
                <a:cubicBezTo>
                  <a:pt x="1531432" y="72492"/>
                  <a:pt x="1533233" y="79291"/>
                  <a:pt x="1536836" y="83532"/>
                </a:cubicBezTo>
                <a:cubicBezTo>
                  <a:pt x="1540439" y="87772"/>
                  <a:pt x="1545140" y="89892"/>
                  <a:pt x="1550939" y="89892"/>
                </a:cubicBezTo>
                <a:cubicBezTo>
                  <a:pt x="1555597" y="89892"/>
                  <a:pt x="1559485" y="88470"/>
                  <a:pt x="1562604" y="85625"/>
                </a:cubicBezTo>
                <a:cubicBezTo>
                  <a:pt x="1565724" y="82780"/>
                  <a:pt x="1567701" y="78403"/>
                  <a:pt x="1568536" y="72494"/>
                </a:cubicBezTo>
                <a:close/>
                <a:moveTo>
                  <a:pt x="1590349" y="98196"/>
                </a:moveTo>
                <a:lnTo>
                  <a:pt x="1590349" y="1582"/>
                </a:lnTo>
                <a:lnTo>
                  <a:pt x="1602212" y="1582"/>
                </a:lnTo>
                <a:lnTo>
                  <a:pt x="1602212" y="36247"/>
                </a:lnTo>
                <a:cubicBezTo>
                  <a:pt x="1607748" y="29832"/>
                  <a:pt x="1614733" y="26625"/>
                  <a:pt x="1623169" y="26625"/>
                </a:cubicBezTo>
                <a:cubicBezTo>
                  <a:pt x="1628353" y="26625"/>
                  <a:pt x="1632857" y="27646"/>
                  <a:pt x="1636679" y="29689"/>
                </a:cubicBezTo>
                <a:cubicBezTo>
                  <a:pt x="1640501" y="31732"/>
                  <a:pt x="1643236" y="34555"/>
                  <a:pt x="1644884" y="38158"/>
                </a:cubicBezTo>
                <a:cubicBezTo>
                  <a:pt x="1646532" y="41761"/>
                  <a:pt x="1647355" y="46989"/>
                  <a:pt x="1647355" y="53843"/>
                </a:cubicBezTo>
                <a:lnTo>
                  <a:pt x="1647355" y="98196"/>
                </a:lnTo>
                <a:lnTo>
                  <a:pt x="1635493" y="98196"/>
                </a:lnTo>
                <a:lnTo>
                  <a:pt x="1635493" y="53843"/>
                </a:lnTo>
                <a:cubicBezTo>
                  <a:pt x="1635493" y="47912"/>
                  <a:pt x="1634208" y="43595"/>
                  <a:pt x="1631637" y="40893"/>
                </a:cubicBezTo>
                <a:cubicBezTo>
                  <a:pt x="1629067" y="38191"/>
                  <a:pt x="1625432" y="36840"/>
                  <a:pt x="1620730" y="36840"/>
                </a:cubicBezTo>
                <a:cubicBezTo>
                  <a:pt x="1617216" y="36840"/>
                  <a:pt x="1613909" y="37752"/>
                  <a:pt x="1610812" y="39575"/>
                </a:cubicBezTo>
                <a:cubicBezTo>
                  <a:pt x="1607715" y="41398"/>
                  <a:pt x="1605507" y="43870"/>
                  <a:pt x="1604189" y="46989"/>
                </a:cubicBezTo>
                <a:cubicBezTo>
                  <a:pt x="1602871" y="50108"/>
                  <a:pt x="1602212" y="54414"/>
                  <a:pt x="1602212" y="59906"/>
                </a:cubicBezTo>
                <a:lnTo>
                  <a:pt x="1602212" y="98196"/>
                </a:lnTo>
                <a:lnTo>
                  <a:pt x="1590349" y="98196"/>
                </a:lnTo>
                <a:close/>
                <a:moveTo>
                  <a:pt x="1668490" y="98196"/>
                </a:moveTo>
                <a:lnTo>
                  <a:pt x="1668490" y="84620"/>
                </a:lnTo>
                <a:lnTo>
                  <a:pt x="1682000" y="84620"/>
                </a:lnTo>
                <a:lnTo>
                  <a:pt x="1682000" y="98157"/>
                </a:lnTo>
                <a:cubicBezTo>
                  <a:pt x="1682000" y="103132"/>
                  <a:pt x="1681122" y="107150"/>
                  <a:pt x="1679364" y="110209"/>
                </a:cubicBezTo>
                <a:cubicBezTo>
                  <a:pt x="1677607" y="113269"/>
                  <a:pt x="1674817" y="115636"/>
                  <a:pt x="1670994" y="117308"/>
                </a:cubicBezTo>
                <a:lnTo>
                  <a:pt x="1667699" y="112167"/>
                </a:lnTo>
                <a:cubicBezTo>
                  <a:pt x="1670204" y="111074"/>
                  <a:pt x="1672049" y="109467"/>
                  <a:pt x="1673235" y="107346"/>
                </a:cubicBezTo>
                <a:cubicBezTo>
                  <a:pt x="1674421" y="105225"/>
                  <a:pt x="1675080" y="102175"/>
                  <a:pt x="1675212" y="98196"/>
                </a:cubicBezTo>
                <a:lnTo>
                  <a:pt x="1668490" y="98196"/>
                </a:lnTo>
                <a:close/>
                <a:moveTo>
                  <a:pt x="1751376" y="98196"/>
                </a:moveTo>
                <a:lnTo>
                  <a:pt x="1740370" y="98196"/>
                </a:lnTo>
                <a:lnTo>
                  <a:pt x="1740370" y="1582"/>
                </a:lnTo>
                <a:lnTo>
                  <a:pt x="1752233" y="1582"/>
                </a:lnTo>
                <a:lnTo>
                  <a:pt x="1752233" y="36177"/>
                </a:lnTo>
                <a:cubicBezTo>
                  <a:pt x="1757241" y="29809"/>
                  <a:pt x="1763634" y="26625"/>
                  <a:pt x="1771411" y="26625"/>
                </a:cubicBezTo>
                <a:cubicBezTo>
                  <a:pt x="1775716" y="26625"/>
                  <a:pt x="1779791" y="27493"/>
                  <a:pt x="1783636" y="29228"/>
                </a:cubicBezTo>
                <a:cubicBezTo>
                  <a:pt x="1787480" y="30964"/>
                  <a:pt x="1790643" y="33402"/>
                  <a:pt x="1793126" y="36543"/>
                </a:cubicBezTo>
                <a:cubicBezTo>
                  <a:pt x="1795608" y="39685"/>
                  <a:pt x="1797552" y="43474"/>
                  <a:pt x="1798958" y="47912"/>
                </a:cubicBezTo>
                <a:cubicBezTo>
                  <a:pt x="1800364" y="52349"/>
                  <a:pt x="1801067" y="57094"/>
                  <a:pt x="1801067" y="62147"/>
                </a:cubicBezTo>
                <a:cubicBezTo>
                  <a:pt x="1801067" y="74141"/>
                  <a:pt x="1798101" y="83412"/>
                  <a:pt x="1792170" y="89958"/>
                </a:cubicBezTo>
                <a:cubicBezTo>
                  <a:pt x="1786239" y="96504"/>
                  <a:pt x="1779121" y="99778"/>
                  <a:pt x="1770818" y="99778"/>
                </a:cubicBezTo>
                <a:cubicBezTo>
                  <a:pt x="1762558" y="99778"/>
                  <a:pt x="1756077" y="96285"/>
                  <a:pt x="1751376" y="89299"/>
                </a:cubicBezTo>
                <a:lnTo>
                  <a:pt x="1751376" y="98196"/>
                </a:lnTo>
                <a:moveTo>
                  <a:pt x="1751244" y="62676"/>
                </a:moveTo>
                <a:cubicBezTo>
                  <a:pt x="1751244" y="71027"/>
                  <a:pt x="1752387" y="77060"/>
                  <a:pt x="1754671" y="80777"/>
                </a:cubicBezTo>
                <a:cubicBezTo>
                  <a:pt x="1758406" y="86854"/>
                  <a:pt x="1763458" y="89892"/>
                  <a:pt x="1769829" y="89892"/>
                </a:cubicBezTo>
                <a:cubicBezTo>
                  <a:pt x="1775013" y="89892"/>
                  <a:pt x="1779495" y="87651"/>
                  <a:pt x="1783273" y="83170"/>
                </a:cubicBezTo>
                <a:cubicBezTo>
                  <a:pt x="1787052" y="78688"/>
                  <a:pt x="1788941" y="72010"/>
                  <a:pt x="1788941" y="63135"/>
                </a:cubicBezTo>
                <a:cubicBezTo>
                  <a:pt x="1788941" y="54042"/>
                  <a:pt x="1787129" y="47332"/>
                  <a:pt x="1783504" y="43004"/>
                </a:cubicBezTo>
                <a:cubicBezTo>
                  <a:pt x="1779879" y="38675"/>
                  <a:pt x="1775497" y="36510"/>
                  <a:pt x="1770356" y="36510"/>
                </a:cubicBezTo>
                <a:cubicBezTo>
                  <a:pt x="1765172" y="36510"/>
                  <a:pt x="1760690" y="38751"/>
                  <a:pt x="1756912" y="43233"/>
                </a:cubicBezTo>
                <a:cubicBezTo>
                  <a:pt x="1753133" y="47714"/>
                  <a:pt x="1751244" y="54195"/>
                  <a:pt x="1751244" y="62676"/>
                </a:cubicBezTo>
                <a:close/>
                <a:moveTo>
                  <a:pt x="1861348" y="98196"/>
                </a:moveTo>
                <a:lnTo>
                  <a:pt x="1861348" y="87915"/>
                </a:lnTo>
                <a:cubicBezTo>
                  <a:pt x="1855900" y="95823"/>
                  <a:pt x="1848497" y="99778"/>
                  <a:pt x="1839139" y="99778"/>
                </a:cubicBezTo>
                <a:cubicBezTo>
                  <a:pt x="1835009" y="99778"/>
                  <a:pt x="1831153" y="98987"/>
                  <a:pt x="1827573" y="97405"/>
                </a:cubicBezTo>
                <a:cubicBezTo>
                  <a:pt x="1823992" y="95823"/>
                  <a:pt x="1821334" y="93835"/>
                  <a:pt x="1819598" y="91441"/>
                </a:cubicBezTo>
                <a:cubicBezTo>
                  <a:pt x="1817863" y="89046"/>
                  <a:pt x="1816644" y="86114"/>
                  <a:pt x="1815941" y="82643"/>
                </a:cubicBezTo>
                <a:cubicBezTo>
                  <a:pt x="1815458" y="80314"/>
                  <a:pt x="1815216" y="76624"/>
                  <a:pt x="1815216" y="71571"/>
                </a:cubicBezTo>
                <a:lnTo>
                  <a:pt x="1815216" y="28207"/>
                </a:lnTo>
                <a:lnTo>
                  <a:pt x="1827078" y="28207"/>
                </a:lnTo>
                <a:lnTo>
                  <a:pt x="1827078" y="67024"/>
                </a:lnTo>
                <a:cubicBezTo>
                  <a:pt x="1827078" y="73219"/>
                  <a:pt x="1827320" y="77392"/>
                  <a:pt x="1827803" y="79545"/>
                </a:cubicBezTo>
                <a:cubicBezTo>
                  <a:pt x="1828550" y="82665"/>
                  <a:pt x="1830132" y="85114"/>
                  <a:pt x="1832548" y="86893"/>
                </a:cubicBezTo>
                <a:cubicBezTo>
                  <a:pt x="1834965" y="88673"/>
                  <a:pt x="1837952" y="89563"/>
                  <a:pt x="1841511" y="89563"/>
                </a:cubicBezTo>
                <a:cubicBezTo>
                  <a:pt x="1845070" y="89563"/>
                  <a:pt x="1848409" y="88651"/>
                  <a:pt x="1851529" y="86828"/>
                </a:cubicBezTo>
                <a:cubicBezTo>
                  <a:pt x="1854648" y="85004"/>
                  <a:pt x="1856856" y="82522"/>
                  <a:pt x="1858152" y="79380"/>
                </a:cubicBezTo>
                <a:cubicBezTo>
                  <a:pt x="1859448" y="76239"/>
                  <a:pt x="1860096" y="71681"/>
                  <a:pt x="1860096" y="65706"/>
                </a:cubicBezTo>
                <a:lnTo>
                  <a:pt x="1860096" y="28207"/>
                </a:lnTo>
                <a:lnTo>
                  <a:pt x="1871959" y="28207"/>
                </a:lnTo>
                <a:lnTo>
                  <a:pt x="1871959" y="98196"/>
                </a:lnTo>
                <a:lnTo>
                  <a:pt x="1861348" y="98196"/>
                </a:lnTo>
                <a:close/>
                <a:moveTo>
                  <a:pt x="1916423" y="87717"/>
                </a:moveTo>
                <a:lnTo>
                  <a:pt x="1918136" y="98196"/>
                </a:lnTo>
                <a:cubicBezTo>
                  <a:pt x="1914797" y="98811"/>
                  <a:pt x="1911810" y="99119"/>
                  <a:pt x="1909173" y="99119"/>
                </a:cubicBezTo>
                <a:cubicBezTo>
                  <a:pt x="1904868" y="99119"/>
                  <a:pt x="1901529" y="98438"/>
                  <a:pt x="1899156" y="97076"/>
                </a:cubicBezTo>
                <a:cubicBezTo>
                  <a:pt x="1896784" y="95713"/>
                  <a:pt x="1895114" y="93923"/>
                  <a:pt x="1894148" y="91704"/>
                </a:cubicBezTo>
                <a:cubicBezTo>
                  <a:pt x="1893181" y="89486"/>
                  <a:pt x="1892698" y="84817"/>
                  <a:pt x="1892698" y="77700"/>
                </a:cubicBezTo>
                <a:lnTo>
                  <a:pt x="1892698" y="37433"/>
                </a:lnTo>
                <a:lnTo>
                  <a:pt x="1883998" y="37433"/>
                </a:lnTo>
                <a:lnTo>
                  <a:pt x="1883998" y="28207"/>
                </a:lnTo>
                <a:lnTo>
                  <a:pt x="1892698" y="28207"/>
                </a:lnTo>
                <a:lnTo>
                  <a:pt x="1892698" y="10827"/>
                </a:lnTo>
                <a:lnTo>
                  <a:pt x="1904494" y="3691"/>
                </a:lnTo>
                <a:lnTo>
                  <a:pt x="1904494" y="28207"/>
                </a:lnTo>
                <a:lnTo>
                  <a:pt x="1916423" y="28207"/>
                </a:lnTo>
                <a:lnTo>
                  <a:pt x="1916423" y="37433"/>
                </a:lnTo>
                <a:lnTo>
                  <a:pt x="1904494" y="37433"/>
                </a:lnTo>
                <a:lnTo>
                  <a:pt x="1904494" y="78359"/>
                </a:lnTo>
                <a:cubicBezTo>
                  <a:pt x="1904494" y="81742"/>
                  <a:pt x="1904703" y="83917"/>
                  <a:pt x="1905120" y="84883"/>
                </a:cubicBezTo>
                <a:cubicBezTo>
                  <a:pt x="1905538" y="85850"/>
                  <a:pt x="1906219" y="86619"/>
                  <a:pt x="1907163" y="87190"/>
                </a:cubicBezTo>
                <a:cubicBezTo>
                  <a:pt x="1908108" y="87761"/>
                  <a:pt x="1909459" y="88047"/>
                  <a:pt x="1911216" y="88047"/>
                </a:cubicBezTo>
                <a:cubicBezTo>
                  <a:pt x="1912535" y="88047"/>
                  <a:pt x="1914270" y="87937"/>
                  <a:pt x="1916423" y="87717"/>
                </a:cubicBezTo>
                <a:close/>
                <a:moveTo>
                  <a:pt x="1965631" y="15290"/>
                </a:moveTo>
                <a:lnTo>
                  <a:pt x="1965631" y="1582"/>
                </a:lnTo>
                <a:lnTo>
                  <a:pt x="1977494" y="1582"/>
                </a:lnTo>
                <a:lnTo>
                  <a:pt x="1977494" y="15290"/>
                </a:lnTo>
                <a:lnTo>
                  <a:pt x="1965631" y="15290"/>
                </a:lnTo>
                <a:moveTo>
                  <a:pt x="1965631" y="98196"/>
                </a:moveTo>
                <a:lnTo>
                  <a:pt x="1965631" y="28207"/>
                </a:lnTo>
                <a:lnTo>
                  <a:pt x="1977494" y="28207"/>
                </a:lnTo>
                <a:lnTo>
                  <a:pt x="1977494" y="98196"/>
                </a:lnTo>
                <a:lnTo>
                  <a:pt x="1965631" y="98196"/>
                </a:lnTo>
                <a:close/>
                <a:moveTo>
                  <a:pt x="2021429" y="87717"/>
                </a:moveTo>
                <a:lnTo>
                  <a:pt x="2023143" y="98196"/>
                </a:lnTo>
                <a:cubicBezTo>
                  <a:pt x="2019804" y="98811"/>
                  <a:pt x="2016816" y="99119"/>
                  <a:pt x="2014180" y="99119"/>
                </a:cubicBezTo>
                <a:cubicBezTo>
                  <a:pt x="2009874" y="99119"/>
                  <a:pt x="2006535" y="98438"/>
                  <a:pt x="2004163" y="97076"/>
                </a:cubicBezTo>
                <a:cubicBezTo>
                  <a:pt x="2001790" y="95713"/>
                  <a:pt x="2000121" y="93923"/>
                  <a:pt x="1999154" y="91704"/>
                </a:cubicBezTo>
                <a:cubicBezTo>
                  <a:pt x="1998188" y="89486"/>
                  <a:pt x="1997704" y="84817"/>
                  <a:pt x="1997704" y="77700"/>
                </a:cubicBezTo>
                <a:lnTo>
                  <a:pt x="1997704" y="37433"/>
                </a:lnTo>
                <a:lnTo>
                  <a:pt x="1989005" y="37433"/>
                </a:lnTo>
                <a:lnTo>
                  <a:pt x="1989005" y="28207"/>
                </a:lnTo>
                <a:lnTo>
                  <a:pt x="1997704" y="28207"/>
                </a:lnTo>
                <a:lnTo>
                  <a:pt x="1997704" y="10827"/>
                </a:lnTo>
                <a:lnTo>
                  <a:pt x="2009501" y="3691"/>
                </a:lnTo>
                <a:lnTo>
                  <a:pt x="2009501" y="28207"/>
                </a:lnTo>
                <a:lnTo>
                  <a:pt x="2021429" y="28207"/>
                </a:lnTo>
                <a:lnTo>
                  <a:pt x="2021429" y="37433"/>
                </a:lnTo>
                <a:lnTo>
                  <a:pt x="2009501" y="37433"/>
                </a:lnTo>
                <a:lnTo>
                  <a:pt x="2009501" y="78359"/>
                </a:lnTo>
                <a:cubicBezTo>
                  <a:pt x="2009501" y="81742"/>
                  <a:pt x="2009710" y="83917"/>
                  <a:pt x="2010127" y="84883"/>
                </a:cubicBezTo>
                <a:cubicBezTo>
                  <a:pt x="2010544" y="85850"/>
                  <a:pt x="2011225" y="86619"/>
                  <a:pt x="2012170" y="87190"/>
                </a:cubicBezTo>
                <a:cubicBezTo>
                  <a:pt x="2013115" y="87761"/>
                  <a:pt x="2014466" y="88047"/>
                  <a:pt x="2016223" y="88047"/>
                </a:cubicBezTo>
                <a:cubicBezTo>
                  <a:pt x="2017541" y="88047"/>
                  <a:pt x="2019277" y="87937"/>
                  <a:pt x="2021429" y="87717"/>
                </a:cubicBezTo>
                <a:close/>
                <a:moveTo>
                  <a:pt x="2115979" y="98196"/>
                </a:moveTo>
                <a:lnTo>
                  <a:pt x="2115979" y="89365"/>
                </a:lnTo>
                <a:cubicBezTo>
                  <a:pt x="2111542" y="96307"/>
                  <a:pt x="2105017" y="99778"/>
                  <a:pt x="2096406" y="99778"/>
                </a:cubicBezTo>
                <a:cubicBezTo>
                  <a:pt x="2090826" y="99778"/>
                  <a:pt x="2085697" y="98240"/>
                  <a:pt x="2081018" y="95164"/>
                </a:cubicBezTo>
                <a:cubicBezTo>
                  <a:pt x="2076338" y="92089"/>
                  <a:pt x="2072714" y="87794"/>
                  <a:pt x="2070144" y="82280"/>
                </a:cubicBezTo>
                <a:cubicBezTo>
                  <a:pt x="2067573" y="76766"/>
                  <a:pt x="2066288" y="70429"/>
                  <a:pt x="2066288" y="63267"/>
                </a:cubicBezTo>
                <a:cubicBezTo>
                  <a:pt x="2066288" y="56281"/>
                  <a:pt x="2067453" y="49944"/>
                  <a:pt x="2069781" y="44254"/>
                </a:cubicBezTo>
                <a:cubicBezTo>
                  <a:pt x="2072110" y="38564"/>
                  <a:pt x="2075603" y="34204"/>
                  <a:pt x="2080260" y="31172"/>
                </a:cubicBezTo>
                <a:cubicBezTo>
                  <a:pt x="2084917" y="28141"/>
                  <a:pt x="2090123" y="26625"/>
                  <a:pt x="2095879" y="26625"/>
                </a:cubicBezTo>
                <a:cubicBezTo>
                  <a:pt x="2100097" y="26625"/>
                  <a:pt x="2103853" y="27515"/>
                  <a:pt x="2107148" y="29294"/>
                </a:cubicBezTo>
                <a:cubicBezTo>
                  <a:pt x="2110443" y="31073"/>
                  <a:pt x="2113123" y="33391"/>
                  <a:pt x="2115188" y="36247"/>
                </a:cubicBezTo>
                <a:lnTo>
                  <a:pt x="2115188" y="1582"/>
                </a:lnTo>
                <a:lnTo>
                  <a:pt x="2126985" y="1582"/>
                </a:lnTo>
                <a:lnTo>
                  <a:pt x="2126985" y="98196"/>
                </a:lnTo>
                <a:lnTo>
                  <a:pt x="2115979" y="98196"/>
                </a:lnTo>
                <a:moveTo>
                  <a:pt x="2078480" y="63234"/>
                </a:moveTo>
                <a:cubicBezTo>
                  <a:pt x="2078480" y="72164"/>
                  <a:pt x="2080370" y="78840"/>
                  <a:pt x="2084148" y="83261"/>
                </a:cubicBezTo>
                <a:cubicBezTo>
                  <a:pt x="2087926" y="87682"/>
                  <a:pt x="2092386" y="89892"/>
                  <a:pt x="2097526" y="89892"/>
                </a:cubicBezTo>
                <a:cubicBezTo>
                  <a:pt x="2102711" y="89892"/>
                  <a:pt x="2107115" y="87780"/>
                  <a:pt x="2110740" y="83557"/>
                </a:cubicBezTo>
                <a:cubicBezTo>
                  <a:pt x="2114365" y="79332"/>
                  <a:pt x="2116177" y="72886"/>
                  <a:pt x="2116177" y="64219"/>
                </a:cubicBezTo>
                <a:cubicBezTo>
                  <a:pt x="2116177" y="54676"/>
                  <a:pt x="2114332" y="47673"/>
                  <a:pt x="2110641" y="43208"/>
                </a:cubicBezTo>
                <a:cubicBezTo>
                  <a:pt x="2106951" y="38743"/>
                  <a:pt x="2102403" y="36510"/>
                  <a:pt x="2096999" y="36510"/>
                </a:cubicBezTo>
                <a:cubicBezTo>
                  <a:pt x="2091727" y="36510"/>
                  <a:pt x="2087322" y="38656"/>
                  <a:pt x="2083786" y="42946"/>
                </a:cubicBezTo>
                <a:cubicBezTo>
                  <a:pt x="2080249" y="47235"/>
                  <a:pt x="2078480" y="53998"/>
                  <a:pt x="2078480" y="63234"/>
                </a:cubicBezTo>
                <a:close/>
                <a:moveTo>
                  <a:pt x="2141200" y="63201"/>
                </a:moveTo>
                <a:cubicBezTo>
                  <a:pt x="2141200" y="50240"/>
                  <a:pt x="2144803" y="40640"/>
                  <a:pt x="2152008" y="34402"/>
                </a:cubicBezTo>
                <a:cubicBezTo>
                  <a:pt x="2158027" y="29217"/>
                  <a:pt x="2165364" y="26625"/>
                  <a:pt x="2174020" y="26625"/>
                </a:cubicBezTo>
                <a:cubicBezTo>
                  <a:pt x="2183641" y="26625"/>
                  <a:pt x="2191506" y="29777"/>
                  <a:pt x="2197613" y="36082"/>
                </a:cubicBezTo>
                <a:cubicBezTo>
                  <a:pt x="2203720" y="42387"/>
                  <a:pt x="2206774" y="51097"/>
                  <a:pt x="2206774" y="62213"/>
                </a:cubicBezTo>
                <a:cubicBezTo>
                  <a:pt x="2206774" y="71219"/>
                  <a:pt x="2205423" y="78304"/>
                  <a:pt x="2202720" y="83466"/>
                </a:cubicBezTo>
                <a:cubicBezTo>
                  <a:pt x="2200018" y="88629"/>
                  <a:pt x="2196086" y="92638"/>
                  <a:pt x="2190924" y="95494"/>
                </a:cubicBezTo>
                <a:cubicBezTo>
                  <a:pt x="2185761" y="98350"/>
                  <a:pt x="2180127" y="99778"/>
                  <a:pt x="2174020" y="99778"/>
                </a:cubicBezTo>
                <a:cubicBezTo>
                  <a:pt x="2164222" y="99778"/>
                  <a:pt x="2156303" y="96636"/>
                  <a:pt x="2150261" y="90353"/>
                </a:cubicBezTo>
                <a:cubicBezTo>
                  <a:pt x="2144220" y="84071"/>
                  <a:pt x="2141200" y="75020"/>
                  <a:pt x="2141200" y="63201"/>
                </a:cubicBezTo>
                <a:moveTo>
                  <a:pt x="2153392" y="63168"/>
                </a:moveTo>
                <a:cubicBezTo>
                  <a:pt x="2153392" y="72098"/>
                  <a:pt x="2155347" y="78785"/>
                  <a:pt x="2159257" y="83228"/>
                </a:cubicBezTo>
                <a:cubicBezTo>
                  <a:pt x="2163168" y="87671"/>
                  <a:pt x="2168088" y="89892"/>
                  <a:pt x="2174020" y="89892"/>
                </a:cubicBezTo>
                <a:cubicBezTo>
                  <a:pt x="2179907" y="89892"/>
                  <a:pt x="2184806" y="87660"/>
                  <a:pt x="2188716" y="83195"/>
                </a:cubicBezTo>
                <a:cubicBezTo>
                  <a:pt x="2192626" y="78730"/>
                  <a:pt x="2194581" y="71923"/>
                  <a:pt x="2194581" y="62775"/>
                </a:cubicBezTo>
                <a:cubicBezTo>
                  <a:pt x="2194581" y="54151"/>
                  <a:pt x="2192615" y="47618"/>
                  <a:pt x="2188683" y="43175"/>
                </a:cubicBezTo>
                <a:cubicBezTo>
                  <a:pt x="2184751" y="38732"/>
                  <a:pt x="2179863" y="36510"/>
                  <a:pt x="2174020" y="36510"/>
                </a:cubicBezTo>
                <a:cubicBezTo>
                  <a:pt x="2168088" y="36510"/>
                  <a:pt x="2163168" y="38721"/>
                  <a:pt x="2159257" y="43142"/>
                </a:cubicBezTo>
                <a:cubicBezTo>
                  <a:pt x="2155347" y="47563"/>
                  <a:pt x="2153392" y="54238"/>
                  <a:pt x="2153392" y="63168"/>
                </a:cubicBezTo>
                <a:close/>
                <a:moveTo>
                  <a:pt x="2268570" y="75657"/>
                </a:moveTo>
                <a:lnTo>
                  <a:pt x="2280828" y="77173"/>
                </a:lnTo>
                <a:cubicBezTo>
                  <a:pt x="2278895" y="84334"/>
                  <a:pt x="2275314" y="89892"/>
                  <a:pt x="2270086" y="93846"/>
                </a:cubicBezTo>
                <a:cubicBezTo>
                  <a:pt x="2264858" y="97800"/>
                  <a:pt x="2258180" y="99778"/>
                  <a:pt x="2250052" y="99778"/>
                </a:cubicBezTo>
                <a:cubicBezTo>
                  <a:pt x="2239815" y="99778"/>
                  <a:pt x="2231697" y="96625"/>
                  <a:pt x="2225700" y="90320"/>
                </a:cubicBezTo>
                <a:cubicBezTo>
                  <a:pt x="2219703" y="84016"/>
                  <a:pt x="2216704" y="75174"/>
                  <a:pt x="2216704" y="63794"/>
                </a:cubicBezTo>
                <a:cubicBezTo>
                  <a:pt x="2216704" y="52020"/>
                  <a:pt x="2219736" y="42881"/>
                  <a:pt x="2225799" y="36379"/>
                </a:cubicBezTo>
                <a:cubicBezTo>
                  <a:pt x="2231862" y="29876"/>
                  <a:pt x="2239727" y="26625"/>
                  <a:pt x="2249393" y="26625"/>
                </a:cubicBezTo>
                <a:cubicBezTo>
                  <a:pt x="2258751" y="26625"/>
                  <a:pt x="2266396" y="29805"/>
                  <a:pt x="2272327" y="36166"/>
                </a:cubicBezTo>
                <a:cubicBezTo>
                  <a:pt x="2278258" y="42526"/>
                  <a:pt x="2281224" y="51474"/>
                  <a:pt x="2281224" y="63010"/>
                </a:cubicBezTo>
                <a:cubicBezTo>
                  <a:pt x="2281224" y="63711"/>
                  <a:pt x="2281202" y="64764"/>
                  <a:pt x="2281158" y="66167"/>
                </a:cubicBezTo>
                <a:lnTo>
                  <a:pt x="2228962" y="66167"/>
                </a:lnTo>
                <a:cubicBezTo>
                  <a:pt x="2229402" y="73834"/>
                  <a:pt x="2231577" y="79704"/>
                  <a:pt x="2235487" y="83780"/>
                </a:cubicBezTo>
                <a:cubicBezTo>
                  <a:pt x="2239397" y="87855"/>
                  <a:pt x="2244274" y="89892"/>
                  <a:pt x="2250117" y="89892"/>
                </a:cubicBezTo>
                <a:cubicBezTo>
                  <a:pt x="2254467" y="89892"/>
                  <a:pt x="2258180" y="88761"/>
                  <a:pt x="2261255" y="86498"/>
                </a:cubicBezTo>
                <a:cubicBezTo>
                  <a:pt x="2264331" y="84234"/>
                  <a:pt x="2266769" y="80620"/>
                  <a:pt x="2268570" y="75657"/>
                </a:cubicBezTo>
                <a:moveTo>
                  <a:pt x="2229622" y="56281"/>
                </a:moveTo>
                <a:lnTo>
                  <a:pt x="2268702" y="56281"/>
                </a:lnTo>
                <a:cubicBezTo>
                  <a:pt x="2268175" y="50490"/>
                  <a:pt x="2266681" y="46147"/>
                  <a:pt x="2264221" y="43251"/>
                </a:cubicBezTo>
                <a:cubicBezTo>
                  <a:pt x="2260442" y="38757"/>
                  <a:pt x="2255543" y="36510"/>
                  <a:pt x="2249524" y="36510"/>
                </a:cubicBezTo>
                <a:cubicBezTo>
                  <a:pt x="2244076" y="36510"/>
                  <a:pt x="2239496" y="38304"/>
                  <a:pt x="2235783" y="41892"/>
                </a:cubicBezTo>
                <a:cubicBezTo>
                  <a:pt x="2232071" y="45478"/>
                  <a:pt x="2230017" y="50275"/>
                  <a:pt x="2229622" y="56281"/>
                </a:cubicBezTo>
                <a:close/>
                <a:moveTo>
                  <a:pt x="2290957" y="77239"/>
                </a:moveTo>
                <a:lnTo>
                  <a:pt x="2302688" y="75393"/>
                </a:lnTo>
                <a:cubicBezTo>
                  <a:pt x="2303347" y="80074"/>
                  <a:pt x="2305181" y="83661"/>
                  <a:pt x="2308191" y="86154"/>
                </a:cubicBezTo>
                <a:cubicBezTo>
                  <a:pt x="2311200" y="88646"/>
                  <a:pt x="2315407" y="89892"/>
                  <a:pt x="2320811" y="89892"/>
                </a:cubicBezTo>
                <a:cubicBezTo>
                  <a:pt x="2326259" y="89892"/>
                  <a:pt x="2330301" y="88792"/>
                  <a:pt x="2332937" y="86591"/>
                </a:cubicBezTo>
                <a:cubicBezTo>
                  <a:pt x="2335574" y="84388"/>
                  <a:pt x="2336892" y="81806"/>
                  <a:pt x="2336892" y="78843"/>
                </a:cubicBezTo>
                <a:cubicBezTo>
                  <a:pt x="2336892" y="76183"/>
                  <a:pt x="2335727" y="74091"/>
                  <a:pt x="2333399" y="72566"/>
                </a:cubicBezTo>
                <a:cubicBezTo>
                  <a:pt x="2331773" y="71519"/>
                  <a:pt x="2327731" y="70190"/>
                  <a:pt x="2321273" y="68576"/>
                </a:cubicBezTo>
                <a:cubicBezTo>
                  <a:pt x="2312573" y="66378"/>
                  <a:pt x="2306543" y="64477"/>
                  <a:pt x="2303182" y="62872"/>
                </a:cubicBezTo>
                <a:cubicBezTo>
                  <a:pt x="2299821" y="61267"/>
                  <a:pt x="2297273" y="59046"/>
                  <a:pt x="2295537" y="56209"/>
                </a:cubicBezTo>
                <a:cubicBezTo>
                  <a:pt x="2293802" y="53373"/>
                  <a:pt x="2292934" y="50240"/>
                  <a:pt x="2292934" y="46810"/>
                </a:cubicBezTo>
                <a:cubicBezTo>
                  <a:pt x="2292934" y="43688"/>
                  <a:pt x="2293648" y="40796"/>
                  <a:pt x="2295076" y="38135"/>
                </a:cubicBezTo>
                <a:cubicBezTo>
                  <a:pt x="2296504" y="35474"/>
                  <a:pt x="2298448" y="33265"/>
                  <a:pt x="2300908" y="31506"/>
                </a:cubicBezTo>
                <a:cubicBezTo>
                  <a:pt x="2302754" y="30143"/>
                  <a:pt x="2305269" y="28989"/>
                  <a:pt x="2308454" y="28044"/>
                </a:cubicBezTo>
                <a:cubicBezTo>
                  <a:pt x="2311640" y="27098"/>
                  <a:pt x="2315056" y="26625"/>
                  <a:pt x="2318702" y="26625"/>
                </a:cubicBezTo>
                <a:cubicBezTo>
                  <a:pt x="2324194" y="26625"/>
                  <a:pt x="2329016" y="27421"/>
                  <a:pt x="2333168" y="29014"/>
                </a:cubicBezTo>
                <a:cubicBezTo>
                  <a:pt x="2337320" y="30605"/>
                  <a:pt x="2340384" y="32761"/>
                  <a:pt x="2342362" y="35483"/>
                </a:cubicBezTo>
                <a:cubicBezTo>
                  <a:pt x="2344339" y="38203"/>
                  <a:pt x="2345701" y="41840"/>
                  <a:pt x="2346448" y="46396"/>
                </a:cubicBezTo>
                <a:lnTo>
                  <a:pt x="2334849" y="47978"/>
                </a:lnTo>
                <a:cubicBezTo>
                  <a:pt x="2334321" y="44375"/>
                  <a:pt x="2332795" y="41563"/>
                  <a:pt x="2330268" y="39542"/>
                </a:cubicBezTo>
                <a:cubicBezTo>
                  <a:pt x="2327742" y="37521"/>
                  <a:pt x="2324172" y="36510"/>
                  <a:pt x="2319559" y="36510"/>
                </a:cubicBezTo>
                <a:cubicBezTo>
                  <a:pt x="2314111" y="36510"/>
                  <a:pt x="2310223" y="37407"/>
                  <a:pt x="2307894" y="39200"/>
                </a:cubicBezTo>
                <a:cubicBezTo>
                  <a:pt x="2305566" y="40992"/>
                  <a:pt x="2304401" y="43090"/>
                  <a:pt x="2304401" y="45496"/>
                </a:cubicBezTo>
                <a:cubicBezTo>
                  <a:pt x="2304401" y="47025"/>
                  <a:pt x="2304885" y="48403"/>
                  <a:pt x="2305851" y="49627"/>
                </a:cubicBezTo>
                <a:cubicBezTo>
                  <a:pt x="2306818" y="50894"/>
                  <a:pt x="2308334" y="51943"/>
                  <a:pt x="2310398" y="52774"/>
                </a:cubicBezTo>
                <a:cubicBezTo>
                  <a:pt x="2311585" y="53212"/>
                  <a:pt x="2315078" y="54218"/>
                  <a:pt x="2320877" y="55791"/>
                </a:cubicBezTo>
                <a:cubicBezTo>
                  <a:pt x="2329269" y="58031"/>
                  <a:pt x="2335123" y="59864"/>
                  <a:pt x="2338440" y="61290"/>
                </a:cubicBezTo>
                <a:cubicBezTo>
                  <a:pt x="2341757" y="62717"/>
                  <a:pt x="2344361" y="64791"/>
                  <a:pt x="2346250" y="67514"/>
                </a:cubicBezTo>
                <a:cubicBezTo>
                  <a:pt x="2348139" y="70235"/>
                  <a:pt x="2349084" y="73615"/>
                  <a:pt x="2349084" y="77653"/>
                </a:cubicBezTo>
                <a:cubicBezTo>
                  <a:pt x="2349084" y="81604"/>
                  <a:pt x="2347930" y="85325"/>
                  <a:pt x="2345624" y="88815"/>
                </a:cubicBezTo>
                <a:cubicBezTo>
                  <a:pt x="2343317" y="92304"/>
                  <a:pt x="2339989" y="95003"/>
                  <a:pt x="2335639" y="96913"/>
                </a:cubicBezTo>
                <a:cubicBezTo>
                  <a:pt x="2331290" y="98823"/>
                  <a:pt x="2326369" y="99778"/>
                  <a:pt x="2320877" y="99778"/>
                </a:cubicBezTo>
                <a:cubicBezTo>
                  <a:pt x="2311782" y="99778"/>
                  <a:pt x="2304852" y="97883"/>
                  <a:pt x="2300085" y="94093"/>
                </a:cubicBezTo>
                <a:cubicBezTo>
                  <a:pt x="2295318" y="90304"/>
                  <a:pt x="2292275" y="84686"/>
                  <a:pt x="2290957" y="77239"/>
                </a:cubicBezTo>
                <a:close/>
                <a:moveTo>
                  <a:pt x="2400709" y="98196"/>
                </a:moveTo>
                <a:lnTo>
                  <a:pt x="2400709" y="28207"/>
                </a:lnTo>
                <a:lnTo>
                  <a:pt x="2411385" y="28207"/>
                </a:lnTo>
                <a:lnTo>
                  <a:pt x="2411385" y="38092"/>
                </a:lnTo>
                <a:cubicBezTo>
                  <a:pt x="2416526" y="30447"/>
                  <a:pt x="2423951" y="26625"/>
                  <a:pt x="2433661" y="26625"/>
                </a:cubicBezTo>
                <a:cubicBezTo>
                  <a:pt x="2437878" y="26625"/>
                  <a:pt x="2441756" y="27383"/>
                  <a:pt x="2445292" y="28899"/>
                </a:cubicBezTo>
                <a:cubicBezTo>
                  <a:pt x="2448829" y="30414"/>
                  <a:pt x="2451476" y="32402"/>
                  <a:pt x="2453234" y="34863"/>
                </a:cubicBezTo>
                <a:cubicBezTo>
                  <a:pt x="2454991" y="37323"/>
                  <a:pt x="2456221" y="40245"/>
                  <a:pt x="2456924" y="43628"/>
                </a:cubicBezTo>
                <a:cubicBezTo>
                  <a:pt x="2457364" y="45825"/>
                  <a:pt x="2457583" y="49669"/>
                  <a:pt x="2457583" y="55161"/>
                </a:cubicBezTo>
                <a:lnTo>
                  <a:pt x="2457583" y="98196"/>
                </a:lnTo>
                <a:lnTo>
                  <a:pt x="2445721" y="98196"/>
                </a:lnTo>
                <a:lnTo>
                  <a:pt x="2445721" y="55577"/>
                </a:lnTo>
                <a:cubicBezTo>
                  <a:pt x="2445721" y="50739"/>
                  <a:pt x="2445260" y="47121"/>
                  <a:pt x="2444337" y="44724"/>
                </a:cubicBezTo>
                <a:cubicBezTo>
                  <a:pt x="2443414" y="42326"/>
                  <a:pt x="2441778" y="40413"/>
                  <a:pt x="2439427" y="38984"/>
                </a:cubicBezTo>
                <a:cubicBezTo>
                  <a:pt x="2437077" y="37555"/>
                  <a:pt x="2434320" y="36840"/>
                  <a:pt x="2431156" y="36840"/>
                </a:cubicBezTo>
                <a:cubicBezTo>
                  <a:pt x="2426104" y="36840"/>
                  <a:pt x="2421743" y="38446"/>
                  <a:pt x="2418074" y="41657"/>
                </a:cubicBezTo>
                <a:cubicBezTo>
                  <a:pt x="2414406" y="44867"/>
                  <a:pt x="2412571" y="50958"/>
                  <a:pt x="2412571" y="59931"/>
                </a:cubicBezTo>
                <a:lnTo>
                  <a:pt x="2412571" y="98196"/>
                </a:lnTo>
                <a:lnTo>
                  <a:pt x="2400709" y="98196"/>
                </a:lnTo>
                <a:close/>
                <a:moveTo>
                  <a:pt x="2471336" y="63201"/>
                </a:moveTo>
                <a:cubicBezTo>
                  <a:pt x="2471336" y="50240"/>
                  <a:pt x="2474938" y="40640"/>
                  <a:pt x="2482144" y="34402"/>
                </a:cubicBezTo>
                <a:cubicBezTo>
                  <a:pt x="2488163" y="29217"/>
                  <a:pt x="2495500" y="26625"/>
                  <a:pt x="2504155" y="26625"/>
                </a:cubicBezTo>
                <a:cubicBezTo>
                  <a:pt x="2513777" y="26625"/>
                  <a:pt x="2521642" y="29777"/>
                  <a:pt x="2527749" y="36082"/>
                </a:cubicBezTo>
                <a:cubicBezTo>
                  <a:pt x="2533856" y="42387"/>
                  <a:pt x="2536909" y="51097"/>
                  <a:pt x="2536909" y="62213"/>
                </a:cubicBezTo>
                <a:cubicBezTo>
                  <a:pt x="2536909" y="71219"/>
                  <a:pt x="2535558" y="78304"/>
                  <a:pt x="2532856" y="83466"/>
                </a:cubicBezTo>
                <a:cubicBezTo>
                  <a:pt x="2530154" y="88629"/>
                  <a:pt x="2526222" y="92638"/>
                  <a:pt x="2521060" y="95494"/>
                </a:cubicBezTo>
                <a:cubicBezTo>
                  <a:pt x="2515897" y="98350"/>
                  <a:pt x="2510262" y="99778"/>
                  <a:pt x="2504155" y="99778"/>
                </a:cubicBezTo>
                <a:cubicBezTo>
                  <a:pt x="2494358" y="99778"/>
                  <a:pt x="2486438" y="96636"/>
                  <a:pt x="2480397" y="90353"/>
                </a:cubicBezTo>
                <a:cubicBezTo>
                  <a:pt x="2474356" y="84071"/>
                  <a:pt x="2471336" y="75020"/>
                  <a:pt x="2471336" y="63201"/>
                </a:cubicBezTo>
                <a:moveTo>
                  <a:pt x="2483528" y="63168"/>
                </a:moveTo>
                <a:cubicBezTo>
                  <a:pt x="2483528" y="72098"/>
                  <a:pt x="2485483" y="78785"/>
                  <a:pt x="2489393" y="83228"/>
                </a:cubicBezTo>
                <a:cubicBezTo>
                  <a:pt x="2493303" y="87671"/>
                  <a:pt x="2498224" y="89892"/>
                  <a:pt x="2504155" y="89892"/>
                </a:cubicBezTo>
                <a:cubicBezTo>
                  <a:pt x="2510043" y="89892"/>
                  <a:pt x="2514942" y="87660"/>
                  <a:pt x="2518852" y="83195"/>
                </a:cubicBezTo>
                <a:cubicBezTo>
                  <a:pt x="2522762" y="78730"/>
                  <a:pt x="2524717" y="71923"/>
                  <a:pt x="2524717" y="62775"/>
                </a:cubicBezTo>
                <a:cubicBezTo>
                  <a:pt x="2524717" y="54151"/>
                  <a:pt x="2522751" y="47618"/>
                  <a:pt x="2518819" y="43175"/>
                </a:cubicBezTo>
                <a:cubicBezTo>
                  <a:pt x="2514887" y="38732"/>
                  <a:pt x="2509999" y="36510"/>
                  <a:pt x="2504155" y="36510"/>
                </a:cubicBezTo>
                <a:cubicBezTo>
                  <a:pt x="2498224" y="36510"/>
                  <a:pt x="2493303" y="38721"/>
                  <a:pt x="2489393" y="43142"/>
                </a:cubicBezTo>
                <a:cubicBezTo>
                  <a:pt x="2485483" y="47563"/>
                  <a:pt x="2483528" y="54238"/>
                  <a:pt x="2483528" y="63168"/>
                </a:cubicBezTo>
                <a:close/>
                <a:moveTo>
                  <a:pt x="2576695" y="87717"/>
                </a:moveTo>
                <a:lnTo>
                  <a:pt x="2578408" y="98196"/>
                </a:lnTo>
                <a:cubicBezTo>
                  <a:pt x="2575069" y="98811"/>
                  <a:pt x="2572082" y="99119"/>
                  <a:pt x="2569445" y="99119"/>
                </a:cubicBezTo>
                <a:cubicBezTo>
                  <a:pt x="2565140" y="99119"/>
                  <a:pt x="2561801" y="98438"/>
                  <a:pt x="2559428" y="97076"/>
                </a:cubicBezTo>
                <a:cubicBezTo>
                  <a:pt x="2557056" y="95713"/>
                  <a:pt x="2555386" y="93923"/>
                  <a:pt x="2554419" y="91704"/>
                </a:cubicBezTo>
                <a:cubicBezTo>
                  <a:pt x="2553453" y="89486"/>
                  <a:pt x="2552970" y="84817"/>
                  <a:pt x="2552970" y="77700"/>
                </a:cubicBezTo>
                <a:lnTo>
                  <a:pt x="2552970" y="37433"/>
                </a:lnTo>
                <a:lnTo>
                  <a:pt x="2544270" y="37433"/>
                </a:lnTo>
                <a:lnTo>
                  <a:pt x="2544270" y="28207"/>
                </a:lnTo>
                <a:lnTo>
                  <a:pt x="2552970" y="28207"/>
                </a:lnTo>
                <a:lnTo>
                  <a:pt x="2552970" y="10827"/>
                </a:lnTo>
                <a:lnTo>
                  <a:pt x="2564766" y="3691"/>
                </a:lnTo>
                <a:lnTo>
                  <a:pt x="2564766" y="28207"/>
                </a:lnTo>
                <a:lnTo>
                  <a:pt x="2576695" y="28207"/>
                </a:lnTo>
                <a:lnTo>
                  <a:pt x="2576695" y="37433"/>
                </a:lnTo>
                <a:lnTo>
                  <a:pt x="2564766" y="37433"/>
                </a:lnTo>
                <a:lnTo>
                  <a:pt x="2564766" y="78359"/>
                </a:lnTo>
                <a:cubicBezTo>
                  <a:pt x="2564766" y="81742"/>
                  <a:pt x="2564975" y="83917"/>
                  <a:pt x="2565392" y="84883"/>
                </a:cubicBezTo>
                <a:cubicBezTo>
                  <a:pt x="2565810" y="85850"/>
                  <a:pt x="2566491" y="86619"/>
                  <a:pt x="2567435" y="87190"/>
                </a:cubicBezTo>
                <a:cubicBezTo>
                  <a:pt x="2568380" y="87761"/>
                  <a:pt x="2569731" y="88047"/>
                  <a:pt x="2571488" y="88047"/>
                </a:cubicBezTo>
                <a:cubicBezTo>
                  <a:pt x="2572806" y="88047"/>
                  <a:pt x="2574542" y="87937"/>
                  <a:pt x="2576695" y="87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applytoactionstakenbyprivateemployers.">
            <a:extLst xmlns:a="http://schemas.openxmlformats.org/drawingml/2006/main">
              <a:ext uri="{FF2B5EF4-FFF2-40B4-BE49-F238E27FC236}">
                <a16:creationId xmlns:a16="http://schemas.microsoft.com/office/drawing/2014/main" id="{D0D55FFA-4143-4E29-9712-C71A18BA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974" y="6050411"/>
            <a:ext cx="2608938" cy="125084"/>
          </a:xfrm>
          <a:custGeom xmlns:a="http://schemas.openxmlformats.org/drawingml/2006/main">
            <a:pathLst>
              <a:path w="2608938" h="125084">
                <a:moveTo>
                  <a:pt x="49691" y="87973"/>
                </a:moveTo>
                <a:cubicBezTo>
                  <a:pt x="45298" y="91710"/>
                  <a:pt x="41069" y="94348"/>
                  <a:pt x="37005" y="95887"/>
                </a:cubicBezTo>
                <a:cubicBezTo>
                  <a:pt x="32941" y="97426"/>
                  <a:pt x="28580" y="98196"/>
                  <a:pt x="23923" y="98196"/>
                </a:cubicBezTo>
                <a:cubicBezTo>
                  <a:pt x="16234" y="98196"/>
                  <a:pt x="10325" y="96316"/>
                  <a:pt x="6195" y="92557"/>
                </a:cubicBezTo>
                <a:cubicBezTo>
                  <a:pt x="2065" y="88798"/>
                  <a:pt x="0" y="83994"/>
                  <a:pt x="0" y="78147"/>
                </a:cubicBezTo>
                <a:cubicBezTo>
                  <a:pt x="0" y="74719"/>
                  <a:pt x="780" y="71587"/>
                  <a:pt x="2340" y="68752"/>
                </a:cubicBezTo>
                <a:cubicBezTo>
                  <a:pt x="3899" y="65915"/>
                  <a:pt x="5942" y="63639"/>
                  <a:pt x="8469" y="61924"/>
                </a:cubicBezTo>
                <a:cubicBezTo>
                  <a:pt x="10995" y="60209"/>
                  <a:pt x="13840" y="58913"/>
                  <a:pt x="17003" y="58034"/>
                </a:cubicBezTo>
                <a:cubicBezTo>
                  <a:pt x="19332" y="57418"/>
                  <a:pt x="22846" y="56824"/>
                  <a:pt x="27548" y="56253"/>
                </a:cubicBezTo>
                <a:cubicBezTo>
                  <a:pt x="37125" y="55118"/>
                  <a:pt x="44177" y="53766"/>
                  <a:pt x="48703" y="52195"/>
                </a:cubicBezTo>
                <a:cubicBezTo>
                  <a:pt x="48746" y="50577"/>
                  <a:pt x="48768" y="49548"/>
                  <a:pt x="48768" y="49110"/>
                </a:cubicBezTo>
                <a:cubicBezTo>
                  <a:pt x="48768" y="44295"/>
                  <a:pt x="47648" y="40903"/>
                  <a:pt x="45407" y="38934"/>
                </a:cubicBezTo>
                <a:cubicBezTo>
                  <a:pt x="42376" y="36264"/>
                  <a:pt x="37872" y="34929"/>
                  <a:pt x="31897" y="34929"/>
                </a:cubicBezTo>
                <a:cubicBezTo>
                  <a:pt x="26317" y="34929"/>
                  <a:pt x="22198" y="35906"/>
                  <a:pt x="19540" y="37861"/>
                </a:cubicBezTo>
                <a:cubicBezTo>
                  <a:pt x="16882" y="39817"/>
                  <a:pt x="14916" y="43276"/>
                  <a:pt x="13642" y="48241"/>
                </a:cubicBezTo>
                <a:lnTo>
                  <a:pt x="2043" y="46660"/>
                </a:lnTo>
                <a:cubicBezTo>
                  <a:pt x="3097" y="41680"/>
                  <a:pt x="4833" y="37658"/>
                  <a:pt x="7249" y="34595"/>
                </a:cubicBezTo>
                <a:cubicBezTo>
                  <a:pt x="9666" y="31532"/>
                  <a:pt x="13159" y="29175"/>
                  <a:pt x="17728" y="27523"/>
                </a:cubicBezTo>
                <a:cubicBezTo>
                  <a:pt x="22297" y="25870"/>
                  <a:pt x="27591" y="25043"/>
                  <a:pt x="33611" y="25043"/>
                </a:cubicBezTo>
                <a:cubicBezTo>
                  <a:pt x="39586" y="25043"/>
                  <a:pt x="44441" y="25746"/>
                  <a:pt x="48175" y="27152"/>
                </a:cubicBezTo>
                <a:cubicBezTo>
                  <a:pt x="51910" y="28558"/>
                  <a:pt x="54656" y="30326"/>
                  <a:pt x="56413" y="32457"/>
                </a:cubicBezTo>
                <a:cubicBezTo>
                  <a:pt x="58171" y="34588"/>
                  <a:pt x="59401" y="37279"/>
                  <a:pt x="60104" y="40531"/>
                </a:cubicBezTo>
                <a:cubicBezTo>
                  <a:pt x="60499" y="42552"/>
                  <a:pt x="60697" y="46198"/>
                  <a:pt x="60697" y="51470"/>
                </a:cubicBezTo>
                <a:lnTo>
                  <a:pt x="60697" y="67287"/>
                </a:lnTo>
                <a:cubicBezTo>
                  <a:pt x="60697" y="78315"/>
                  <a:pt x="60950" y="85290"/>
                  <a:pt x="61455" y="88212"/>
                </a:cubicBezTo>
                <a:cubicBezTo>
                  <a:pt x="61960" y="91133"/>
                  <a:pt x="62960" y="93934"/>
                  <a:pt x="64453" y="96614"/>
                </a:cubicBezTo>
                <a:lnTo>
                  <a:pt x="52064" y="96614"/>
                </a:lnTo>
                <a:cubicBezTo>
                  <a:pt x="50833" y="94151"/>
                  <a:pt x="50043" y="91271"/>
                  <a:pt x="49691" y="87973"/>
                </a:cubicBezTo>
                <a:moveTo>
                  <a:pt x="48703" y="61422"/>
                </a:moveTo>
                <a:cubicBezTo>
                  <a:pt x="44397" y="63194"/>
                  <a:pt x="37938" y="64701"/>
                  <a:pt x="29327" y="65940"/>
                </a:cubicBezTo>
                <a:cubicBezTo>
                  <a:pt x="24450" y="66646"/>
                  <a:pt x="21001" y="67440"/>
                  <a:pt x="18980" y="68323"/>
                </a:cubicBezTo>
                <a:cubicBezTo>
                  <a:pt x="16959" y="69205"/>
                  <a:pt x="15399" y="70495"/>
                  <a:pt x="14301" y="72195"/>
                </a:cubicBezTo>
                <a:cubicBezTo>
                  <a:pt x="13203" y="73893"/>
                  <a:pt x="12653" y="75779"/>
                  <a:pt x="12653" y="77852"/>
                </a:cubicBezTo>
                <a:cubicBezTo>
                  <a:pt x="12653" y="81028"/>
                  <a:pt x="13851" y="83675"/>
                  <a:pt x="16245" y="85794"/>
                </a:cubicBezTo>
                <a:cubicBezTo>
                  <a:pt x="18640" y="87911"/>
                  <a:pt x="22143" y="88969"/>
                  <a:pt x="26757" y="88969"/>
                </a:cubicBezTo>
                <a:cubicBezTo>
                  <a:pt x="31326" y="88969"/>
                  <a:pt x="35390" y="87965"/>
                  <a:pt x="38949" y="85956"/>
                </a:cubicBezTo>
                <a:cubicBezTo>
                  <a:pt x="42508" y="83948"/>
                  <a:pt x="45122" y="81200"/>
                  <a:pt x="46791" y="77712"/>
                </a:cubicBezTo>
                <a:cubicBezTo>
                  <a:pt x="48065" y="75018"/>
                  <a:pt x="48703" y="71045"/>
                  <a:pt x="48703" y="65792"/>
                </a:cubicBezTo>
                <a:lnTo>
                  <a:pt x="48703" y="61422"/>
                </a:lnTo>
                <a:close/>
                <a:moveTo>
                  <a:pt x="79063" y="123503"/>
                </a:moveTo>
                <a:lnTo>
                  <a:pt x="79063" y="26625"/>
                </a:lnTo>
                <a:lnTo>
                  <a:pt x="89871" y="26625"/>
                </a:lnTo>
                <a:lnTo>
                  <a:pt x="89871" y="35654"/>
                </a:lnTo>
                <a:cubicBezTo>
                  <a:pt x="92420" y="32117"/>
                  <a:pt x="95297" y="29464"/>
                  <a:pt x="98505" y="27696"/>
                </a:cubicBezTo>
                <a:cubicBezTo>
                  <a:pt x="101712" y="25927"/>
                  <a:pt x="105600" y="25043"/>
                  <a:pt x="110170" y="25043"/>
                </a:cubicBezTo>
                <a:cubicBezTo>
                  <a:pt x="116145" y="25043"/>
                  <a:pt x="121417" y="26581"/>
                  <a:pt x="125986" y="29656"/>
                </a:cubicBezTo>
                <a:cubicBezTo>
                  <a:pt x="130556" y="32732"/>
                  <a:pt x="134005" y="37071"/>
                  <a:pt x="136333" y="42672"/>
                </a:cubicBezTo>
                <a:cubicBezTo>
                  <a:pt x="138662" y="48274"/>
                  <a:pt x="139826" y="54414"/>
                  <a:pt x="139826" y="61092"/>
                </a:cubicBezTo>
                <a:cubicBezTo>
                  <a:pt x="139826" y="68254"/>
                  <a:pt x="138541" y="74701"/>
                  <a:pt x="135971" y="80435"/>
                </a:cubicBezTo>
                <a:cubicBezTo>
                  <a:pt x="133400" y="86169"/>
                  <a:pt x="129666" y="90562"/>
                  <a:pt x="124767" y="93616"/>
                </a:cubicBezTo>
                <a:cubicBezTo>
                  <a:pt x="119868" y="96669"/>
                  <a:pt x="114717" y="98196"/>
                  <a:pt x="109313" y="98196"/>
                </a:cubicBezTo>
                <a:cubicBezTo>
                  <a:pt x="105359" y="98196"/>
                  <a:pt x="101811" y="97350"/>
                  <a:pt x="98669" y="95659"/>
                </a:cubicBezTo>
                <a:cubicBezTo>
                  <a:pt x="95528" y="93966"/>
                  <a:pt x="92947" y="91828"/>
                  <a:pt x="90926" y="89245"/>
                </a:cubicBezTo>
                <a:lnTo>
                  <a:pt x="90926" y="123503"/>
                </a:lnTo>
                <a:lnTo>
                  <a:pt x="79063" y="123503"/>
                </a:lnTo>
                <a:moveTo>
                  <a:pt x="89805" y="61916"/>
                </a:moveTo>
                <a:cubicBezTo>
                  <a:pt x="89805" y="70912"/>
                  <a:pt x="91629" y="77560"/>
                  <a:pt x="95275" y="81860"/>
                </a:cubicBezTo>
                <a:cubicBezTo>
                  <a:pt x="98922" y="86160"/>
                  <a:pt x="103338" y="88310"/>
                  <a:pt x="108522" y="88310"/>
                </a:cubicBezTo>
                <a:cubicBezTo>
                  <a:pt x="113794" y="88310"/>
                  <a:pt x="118309" y="86083"/>
                  <a:pt x="122065" y="81629"/>
                </a:cubicBezTo>
                <a:cubicBezTo>
                  <a:pt x="125822" y="77175"/>
                  <a:pt x="127700" y="70275"/>
                  <a:pt x="127700" y="60928"/>
                </a:cubicBezTo>
                <a:cubicBezTo>
                  <a:pt x="127700" y="52020"/>
                  <a:pt x="125865" y="45350"/>
                  <a:pt x="122197" y="40918"/>
                </a:cubicBezTo>
                <a:cubicBezTo>
                  <a:pt x="118528" y="36486"/>
                  <a:pt x="114146" y="34270"/>
                  <a:pt x="109049" y="34270"/>
                </a:cubicBezTo>
                <a:cubicBezTo>
                  <a:pt x="103997" y="34270"/>
                  <a:pt x="99526" y="36628"/>
                  <a:pt x="95638" y="41346"/>
                </a:cubicBezTo>
                <a:cubicBezTo>
                  <a:pt x="91750" y="46064"/>
                  <a:pt x="89805" y="52920"/>
                  <a:pt x="89805" y="61916"/>
                </a:cubicBezTo>
                <a:close/>
                <a:moveTo>
                  <a:pt x="154106" y="123503"/>
                </a:moveTo>
                <a:lnTo>
                  <a:pt x="154106" y="26625"/>
                </a:lnTo>
                <a:lnTo>
                  <a:pt x="164914" y="26625"/>
                </a:lnTo>
                <a:lnTo>
                  <a:pt x="164914" y="35654"/>
                </a:lnTo>
                <a:cubicBezTo>
                  <a:pt x="167463" y="32117"/>
                  <a:pt x="170340" y="29464"/>
                  <a:pt x="173548" y="27696"/>
                </a:cubicBezTo>
                <a:cubicBezTo>
                  <a:pt x="176755" y="25927"/>
                  <a:pt x="180643" y="25043"/>
                  <a:pt x="185213" y="25043"/>
                </a:cubicBezTo>
                <a:cubicBezTo>
                  <a:pt x="191188" y="25043"/>
                  <a:pt x="196460" y="26581"/>
                  <a:pt x="201029" y="29656"/>
                </a:cubicBezTo>
                <a:cubicBezTo>
                  <a:pt x="205599" y="32732"/>
                  <a:pt x="209048" y="37071"/>
                  <a:pt x="211376" y="42672"/>
                </a:cubicBezTo>
                <a:cubicBezTo>
                  <a:pt x="213705" y="48274"/>
                  <a:pt x="214869" y="54414"/>
                  <a:pt x="214869" y="61092"/>
                </a:cubicBezTo>
                <a:cubicBezTo>
                  <a:pt x="214869" y="68254"/>
                  <a:pt x="213584" y="74701"/>
                  <a:pt x="211014" y="80435"/>
                </a:cubicBezTo>
                <a:cubicBezTo>
                  <a:pt x="208444" y="86169"/>
                  <a:pt x="204709" y="90562"/>
                  <a:pt x="199810" y="93616"/>
                </a:cubicBezTo>
                <a:cubicBezTo>
                  <a:pt x="194911" y="96669"/>
                  <a:pt x="189760" y="98196"/>
                  <a:pt x="184356" y="98196"/>
                </a:cubicBezTo>
                <a:cubicBezTo>
                  <a:pt x="180402" y="98196"/>
                  <a:pt x="176854" y="97350"/>
                  <a:pt x="173713" y="95659"/>
                </a:cubicBezTo>
                <a:cubicBezTo>
                  <a:pt x="170571" y="93966"/>
                  <a:pt x="167990" y="91828"/>
                  <a:pt x="165969" y="89245"/>
                </a:cubicBezTo>
                <a:lnTo>
                  <a:pt x="165969" y="123503"/>
                </a:lnTo>
                <a:lnTo>
                  <a:pt x="154106" y="123503"/>
                </a:lnTo>
                <a:moveTo>
                  <a:pt x="164849" y="61916"/>
                </a:moveTo>
                <a:cubicBezTo>
                  <a:pt x="164849" y="70912"/>
                  <a:pt x="166672" y="77560"/>
                  <a:pt x="170318" y="81860"/>
                </a:cubicBezTo>
                <a:cubicBezTo>
                  <a:pt x="173965" y="86160"/>
                  <a:pt x="178381" y="88310"/>
                  <a:pt x="183565" y="88310"/>
                </a:cubicBezTo>
                <a:cubicBezTo>
                  <a:pt x="188837" y="88310"/>
                  <a:pt x="193352" y="86083"/>
                  <a:pt x="197108" y="81629"/>
                </a:cubicBezTo>
                <a:cubicBezTo>
                  <a:pt x="200865" y="77175"/>
                  <a:pt x="202743" y="70275"/>
                  <a:pt x="202743" y="60928"/>
                </a:cubicBezTo>
                <a:cubicBezTo>
                  <a:pt x="202743" y="52020"/>
                  <a:pt x="200909" y="45350"/>
                  <a:pt x="197240" y="40918"/>
                </a:cubicBezTo>
                <a:cubicBezTo>
                  <a:pt x="193571" y="36486"/>
                  <a:pt x="189189" y="34270"/>
                  <a:pt x="184092" y="34270"/>
                </a:cubicBezTo>
                <a:cubicBezTo>
                  <a:pt x="179040" y="34270"/>
                  <a:pt x="174569" y="36628"/>
                  <a:pt x="170681" y="41346"/>
                </a:cubicBezTo>
                <a:cubicBezTo>
                  <a:pt x="166793" y="46064"/>
                  <a:pt x="164849" y="52920"/>
                  <a:pt x="164849" y="61916"/>
                </a:cubicBezTo>
                <a:close/>
                <a:moveTo>
                  <a:pt x="228886" y="96614"/>
                </a:moveTo>
                <a:lnTo>
                  <a:pt x="228886" y="0"/>
                </a:lnTo>
                <a:lnTo>
                  <a:pt x="240749" y="0"/>
                </a:lnTo>
                <a:lnTo>
                  <a:pt x="240749" y="96614"/>
                </a:lnTo>
                <a:lnTo>
                  <a:pt x="228886" y="96614"/>
                </a:lnTo>
                <a:close/>
                <a:moveTo>
                  <a:pt x="258586" y="123635"/>
                </a:moveTo>
                <a:lnTo>
                  <a:pt x="257268" y="112497"/>
                </a:lnTo>
                <a:cubicBezTo>
                  <a:pt x="259860" y="113200"/>
                  <a:pt x="262123" y="113551"/>
                  <a:pt x="264056" y="113551"/>
                </a:cubicBezTo>
                <a:cubicBezTo>
                  <a:pt x="266692" y="113551"/>
                  <a:pt x="268801" y="113106"/>
                  <a:pt x="270383" y="112217"/>
                </a:cubicBezTo>
                <a:cubicBezTo>
                  <a:pt x="271965" y="111328"/>
                  <a:pt x="273261" y="110084"/>
                  <a:pt x="274271" y="108483"/>
                </a:cubicBezTo>
                <a:cubicBezTo>
                  <a:pt x="275018" y="107283"/>
                  <a:pt x="276226" y="104305"/>
                  <a:pt x="277896" y="99549"/>
                </a:cubicBezTo>
                <a:cubicBezTo>
                  <a:pt x="278116" y="98882"/>
                  <a:pt x="278467" y="97903"/>
                  <a:pt x="278950" y="96614"/>
                </a:cubicBezTo>
                <a:lnTo>
                  <a:pt x="252391" y="26625"/>
                </a:lnTo>
                <a:lnTo>
                  <a:pt x="265177" y="26625"/>
                </a:lnTo>
                <a:lnTo>
                  <a:pt x="279741" y="67061"/>
                </a:lnTo>
                <a:cubicBezTo>
                  <a:pt x="281630" y="72190"/>
                  <a:pt x="283322" y="77582"/>
                  <a:pt x="284816" y="83236"/>
                </a:cubicBezTo>
                <a:cubicBezTo>
                  <a:pt x="286178" y="77800"/>
                  <a:pt x="287803" y="72496"/>
                  <a:pt x="289693" y="67324"/>
                </a:cubicBezTo>
                <a:lnTo>
                  <a:pt x="304653" y="26625"/>
                </a:lnTo>
                <a:lnTo>
                  <a:pt x="316515" y="26625"/>
                </a:lnTo>
                <a:lnTo>
                  <a:pt x="289890" y="97848"/>
                </a:lnTo>
                <a:cubicBezTo>
                  <a:pt x="287034" y="105542"/>
                  <a:pt x="284816" y="110840"/>
                  <a:pt x="283234" y="113741"/>
                </a:cubicBezTo>
                <a:cubicBezTo>
                  <a:pt x="281125" y="117654"/>
                  <a:pt x="278709" y="120523"/>
                  <a:pt x="275985" y="122347"/>
                </a:cubicBezTo>
                <a:cubicBezTo>
                  <a:pt x="273261" y="124172"/>
                  <a:pt x="270009" y="125084"/>
                  <a:pt x="266231" y="125084"/>
                </a:cubicBezTo>
                <a:cubicBezTo>
                  <a:pt x="263946" y="125084"/>
                  <a:pt x="261398" y="124601"/>
                  <a:pt x="258586" y="123635"/>
                </a:cubicBezTo>
                <a:close/>
                <a:moveTo>
                  <a:pt x="390020" y="86136"/>
                </a:moveTo>
                <a:lnTo>
                  <a:pt x="391733" y="96614"/>
                </a:lnTo>
                <a:cubicBezTo>
                  <a:pt x="388394" y="97229"/>
                  <a:pt x="385407" y="97537"/>
                  <a:pt x="382771" y="97537"/>
                </a:cubicBezTo>
                <a:cubicBezTo>
                  <a:pt x="378465" y="97537"/>
                  <a:pt x="375126" y="96856"/>
                  <a:pt x="372753" y="95494"/>
                </a:cubicBezTo>
                <a:cubicBezTo>
                  <a:pt x="370381" y="94132"/>
                  <a:pt x="368711" y="92341"/>
                  <a:pt x="367745" y="90123"/>
                </a:cubicBezTo>
                <a:cubicBezTo>
                  <a:pt x="366778" y="87904"/>
                  <a:pt x="366295" y="83236"/>
                  <a:pt x="366295" y="76118"/>
                </a:cubicBezTo>
                <a:lnTo>
                  <a:pt x="366295" y="35851"/>
                </a:lnTo>
                <a:lnTo>
                  <a:pt x="357596" y="35851"/>
                </a:lnTo>
                <a:lnTo>
                  <a:pt x="357596" y="26625"/>
                </a:lnTo>
                <a:lnTo>
                  <a:pt x="366295" y="26625"/>
                </a:lnTo>
                <a:lnTo>
                  <a:pt x="366295" y="9245"/>
                </a:lnTo>
                <a:lnTo>
                  <a:pt x="378091" y="2109"/>
                </a:lnTo>
                <a:lnTo>
                  <a:pt x="378091" y="26625"/>
                </a:lnTo>
                <a:lnTo>
                  <a:pt x="390020" y="26625"/>
                </a:lnTo>
                <a:lnTo>
                  <a:pt x="390020" y="35851"/>
                </a:lnTo>
                <a:lnTo>
                  <a:pt x="378091" y="35851"/>
                </a:lnTo>
                <a:lnTo>
                  <a:pt x="378091" y="76777"/>
                </a:lnTo>
                <a:cubicBezTo>
                  <a:pt x="378091" y="80160"/>
                  <a:pt x="378300" y="82335"/>
                  <a:pt x="378718" y="83302"/>
                </a:cubicBezTo>
                <a:cubicBezTo>
                  <a:pt x="379135" y="84268"/>
                  <a:pt x="379816" y="85037"/>
                  <a:pt x="380761" y="85608"/>
                </a:cubicBezTo>
                <a:cubicBezTo>
                  <a:pt x="381705" y="86179"/>
                  <a:pt x="383056" y="86465"/>
                  <a:pt x="384814" y="86465"/>
                </a:cubicBezTo>
                <a:cubicBezTo>
                  <a:pt x="386132" y="86465"/>
                  <a:pt x="387867" y="86355"/>
                  <a:pt x="390020" y="86136"/>
                </a:cubicBezTo>
                <a:close/>
                <a:moveTo>
                  <a:pt x="397226" y="61620"/>
                </a:moveTo>
                <a:cubicBezTo>
                  <a:pt x="397226" y="48659"/>
                  <a:pt x="400828" y="39059"/>
                  <a:pt x="408034" y="32820"/>
                </a:cubicBezTo>
                <a:cubicBezTo>
                  <a:pt x="414053" y="27635"/>
                  <a:pt x="421390" y="25043"/>
                  <a:pt x="430046" y="25043"/>
                </a:cubicBezTo>
                <a:cubicBezTo>
                  <a:pt x="439667" y="25043"/>
                  <a:pt x="447532" y="28196"/>
                  <a:pt x="453639" y="34500"/>
                </a:cubicBezTo>
                <a:cubicBezTo>
                  <a:pt x="459746" y="40805"/>
                  <a:pt x="462799" y="49515"/>
                  <a:pt x="462799" y="60631"/>
                </a:cubicBezTo>
                <a:cubicBezTo>
                  <a:pt x="462799" y="69638"/>
                  <a:pt x="461448" y="76722"/>
                  <a:pt x="458746" y="81885"/>
                </a:cubicBezTo>
                <a:cubicBezTo>
                  <a:pt x="456044" y="87047"/>
                  <a:pt x="452112" y="91056"/>
                  <a:pt x="446950" y="93912"/>
                </a:cubicBezTo>
                <a:cubicBezTo>
                  <a:pt x="441787" y="96768"/>
                  <a:pt x="436153" y="98196"/>
                  <a:pt x="430046" y="98196"/>
                </a:cubicBezTo>
                <a:cubicBezTo>
                  <a:pt x="420248" y="98196"/>
                  <a:pt x="412329" y="95054"/>
                  <a:pt x="406287" y="88772"/>
                </a:cubicBezTo>
                <a:cubicBezTo>
                  <a:pt x="400246" y="82489"/>
                  <a:pt x="397226" y="73438"/>
                  <a:pt x="397226" y="61620"/>
                </a:cubicBezTo>
                <a:moveTo>
                  <a:pt x="409418" y="61587"/>
                </a:moveTo>
                <a:cubicBezTo>
                  <a:pt x="409418" y="70516"/>
                  <a:pt x="411373" y="77203"/>
                  <a:pt x="415283" y="81646"/>
                </a:cubicBezTo>
                <a:cubicBezTo>
                  <a:pt x="419193" y="86089"/>
                  <a:pt x="424114" y="88310"/>
                  <a:pt x="430046" y="88310"/>
                </a:cubicBezTo>
                <a:cubicBezTo>
                  <a:pt x="435933" y="88310"/>
                  <a:pt x="440832" y="86078"/>
                  <a:pt x="444742" y="81613"/>
                </a:cubicBezTo>
                <a:cubicBezTo>
                  <a:pt x="448652" y="77148"/>
                  <a:pt x="450607" y="70341"/>
                  <a:pt x="450607" y="61193"/>
                </a:cubicBezTo>
                <a:cubicBezTo>
                  <a:pt x="450607" y="52570"/>
                  <a:pt x="448641" y="46036"/>
                  <a:pt x="444709" y="41593"/>
                </a:cubicBezTo>
                <a:cubicBezTo>
                  <a:pt x="440777" y="37150"/>
                  <a:pt x="435889" y="34929"/>
                  <a:pt x="430046" y="34929"/>
                </a:cubicBezTo>
                <a:cubicBezTo>
                  <a:pt x="424114" y="34929"/>
                  <a:pt x="419193" y="37139"/>
                  <a:pt x="415283" y="41560"/>
                </a:cubicBezTo>
                <a:cubicBezTo>
                  <a:pt x="411373" y="45981"/>
                  <a:pt x="409418" y="52657"/>
                  <a:pt x="409418" y="61587"/>
                </a:cubicBezTo>
                <a:close/>
                <a:moveTo>
                  <a:pt x="559877" y="87973"/>
                </a:moveTo>
                <a:cubicBezTo>
                  <a:pt x="555483" y="91710"/>
                  <a:pt x="551254" y="94348"/>
                  <a:pt x="547190" y="95887"/>
                </a:cubicBezTo>
                <a:cubicBezTo>
                  <a:pt x="543126" y="97426"/>
                  <a:pt x="538766" y="98196"/>
                  <a:pt x="534108" y="98196"/>
                </a:cubicBezTo>
                <a:cubicBezTo>
                  <a:pt x="526420" y="98196"/>
                  <a:pt x="520510" y="96316"/>
                  <a:pt x="516380" y="92557"/>
                </a:cubicBezTo>
                <a:cubicBezTo>
                  <a:pt x="512250" y="88798"/>
                  <a:pt x="510185" y="83994"/>
                  <a:pt x="510185" y="78147"/>
                </a:cubicBezTo>
                <a:cubicBezTo>
                  <a:pt x="510185" y="74719"/>
                  <a:pt x="510965" y="71587"/>
                  <a:pt x="512525" y="68752"/>
                </a:cubicBezTo>
                <a:cubicBezTo>
                  <a:pt x="514085" y="65915"/>
                  <a:pt x="516128" y="63639"/>
                  <a:pt x="518654" y="61924"/>
                </a:cubicBezTo>
                <a:cubicBezTo>
                  <a:pt x="521180" y="60209"/>
                  <a:pt x="524025" y="58913"/>
                  <a:pt x="527189" y="58034"/>
                </a:cubicBezTo>
                <a:cubicBezTo>
                  <a:pt x="529517" y="57418"/>
                  <a:pt x="533032" y="56824"/>
                  <a:pt x="537733" y="56253"/>
                </a:cubicBezTo>
                <a:cubicBezTo>
                  <a:pt x="547311" y="55118"/>
                  <a:pt x="554363" y="53766"/>
                  <a:pt x="558888" y="52195"/>
                </a:cubicBezTo>
                <a:cubicBezTo>
                  <a:pt x="558932" y="50577"/>
                  <a:pt x="558954" y="49548"/>
                  <a:pt x="558954" y="49110"/>
                </a:cubicBezTo>
                <a:cubicBezTo>
                  <a:pt x="558954" y="44295"/>
                  <a:pt x="557834" y="40903"/>
                  <a:pt x="555593" y="38934"/>
                </a:cubicBezTo>
                <a:cubicBezTo>
                  <a:pt x="552561" y="36264"/>
                  <a:pt x="548058" y="34929"/>
                  <a:pt x="542083" y="34929"/>
                </a:cubicBezTo>
                <a:cubicBezTo>
                  <a:pt x="536503" y="34929"/>
                  <a:pt x="532384" y="35906"/>
                  <a:pt x="529726" y="37861"/>
                </a:cubicBezTo>
                <a:cubicBezTo>
                  <a:pt x="527068" y="39817"/>
                  <a:pt x="525102" y="43276"/>
                  <a:pt x="523827" y="48241"/>
                </a:cubicBezTo>
                <a:lnTo>
                  <a:pt x="512228" y="46660"/>
                </a:lnTo>
                <a:cubicBezTo>
                  <a:pt x="513283" y="41680"/>
                  <a:pt x="515018" y="37658"/>
                  <a:pt x="517435" y="34595"/>
                </a:cubicBezTo>
                <a:cubicBezTo>
                  <a:pt x="519851" y="31532"/>
                  <a:pt x="523344" y="29175"/>
                  <a:pt x="527913" y="27523"/>
                </a:cubicBezTo>
                <a:cubicBezTo>
                  <a:pt x="532483" y="25870"/>
                  <a:pt x="537777" y="25043"/>
                  <a:pt x="543796" y="25043"/>
                </a:cubicBezTo>
                <a:cubicBezTo>
                  <a:pt x="549771" y="25043"/>
                  <a:pt x="554626" y="25746"/>
                  <a:pt x="558361" y="27152"/>
                </a:cubicBezTo>
                <a:cubicBezTo>
                  <a:pt x="562095" y="28558"/>
                  <a:pt x="564841" y="30326"/>
                  <a:pt x="566599" y="32457"/>
                </a:cubicBezTo>
                <a:cubicBezTo>
                  <a:pt x="568356" y="34588"/>
                  <a:pt x="569586" y="37279"/>
                  <a:pt x="570289" y="40531"/>
                </a:cubicBezTo>
                <a:cubicBezTo>
                  <a:pt x="570685" y="42552"/>
                  <a:pt x="570882" y="46198"/>
                  <a:pt x="570882" y="51470"/>
                </a:cubicBezTo>
                <a:lnTo>
                  <a:pt x="570882" y="67287"/>
                </a:lnTo>
                <a:cubicBezTo>
                  <a:pt x="570882" y="78315"/>
                  <a:pt x="571135" y="85290"/>
                  <a:pt x="571640" y="88212"/>
                </a:cubicBezTo>
                <a:cubicBezTo>
                  <a:pt x="572146" y="91133"/>
                  <a:pt x="573145" y="93934"/>
                  <a:pt x="574639" y="96614"/>
                </a:cubicBezTo>
                <a:lnTo>
                  <a:pt x="562249" y="96614"/>
                </a:lnTo>
                <a:cubicBezTo>
                  <a:pt x="561019" y="94151"/>
                  <a:pt x="560228" y="91271"/>
                  <a:pt x="559877" y="87973"/>
                </a:cubicBezTo>
                <a:moveTo>
                  <a:pt x="558888" y="61422"/>
                </a:moveTo>
                <a:cubicBezTo>
                  <a:pt x="554582" y="63194"/>
                  <a:pt x="548124" y="64701"/>
                  <a:pt x="539512" y="65940"/>
                </a:cubicBezTo>
                <a:cubicBezTo>
                  <a:pt x="534636" y="66646"/>
                  <a:pt x="531187" y="67440"/>
                  <a:pt x="529166" y="68323"/>
                </a:cubicBezTo>
                <a:cubicBezTo>
                  <a:pt x="527145" y="69205"/>
                  <a:pt x="525585" y="70495"/>
                  <a:pt x="524486" y="72195"/>
                </a:cubicBezTo>
                <a:cubicBezTo>
                  <a:pt x="523388" y="73893"/>
                  <a:pt x="522839" y="75779"/>
                  <a:pt x="522839" y="77852"/>
                </a:cubicBezTo>
                <a:cubicBezTo>
                  <a:pt x="522839" y="81028"/>
                  <a:pt x="524036" y="83675"/>
                  <a:pt x="526431" y="85794"/>
                </a:cubicBezTo>
                <a:cubicBezTo>
                  <a:pt x="528825" y="87911"/>
                  <a:pt x="532329" y="88969"/>
                  <a:pt x="536942" y="88969"/>
                </a:cubicBezTo>
                <a:cubicBezTo>
                  <a:pt x="541511" y="88969"/>
                  <a:pt x="545576" y="87965"/>
                  <a:pt x="549134" y="85956"/>
                </a:cubicBezTo>
                <a:cubicBezTo>
                  <a:pt x="552693" y="83948"/>
                  <a:pt x="555307" y="81200"/>
                  <a:pt x="556977" y="77712"/>
                </a:cubicBezTo>
                <a:cubicBezTo>
                  <a:pt x="558251" y="75018"/>
                  <a:pt x="558888" y="71045"/>
                  <a:pt x="558888" y="65792"/>
                </a:cubicBezTo>
                <a:lnTo>
                  <a:pt x="558888" y="61422"/>
                </a:lnTo>
                <a:close/>
                <a:moveTo>
                  <a:pt x="634920" y="70912"/>
                </a:moveTo>
                <a:lnTo>
                  <a:pt x="646585" y="72428"/>
                </a:lnTo>
                <a:cubicBezTo>
                  <a:pt x="645311" y="80488"/>
                  <a:pt x="642049" y="86799"/>
                  <a:pt x="636798" y="91358"/>
                </a:cubicBezTo>
                <a:cubicBezTo>
                  <a:pt x="631548" y="95917"/>
                  <a:pt x="625101" y="98196"/>
                  <a:pt x="617456" y="98196"/>
                </a:cubicBezTo>
                <a:cubicBezTo>
                  <a:pt x="607878" y="98196"/>
                  <a:pt x="600178" y="95065"/>
                  <a:pt x="594357" y="88805"/>
                </a:cubicBezTo>
                <a:cubicBezTo>
                  <a:pt x="588535" y="82544"/>
                  <a:pt x="585625" y="73570"/>
                  <a:pt x="585625" y="61883"/>
                </a:cubicBezTo>
                <a:cubicBezTo>
                  <a:pt x="585625" y="54326"/>
                  <a:pt x="586877" y="47714"/>
                  <a:pt x="589381" y="42046"/>
                </a:cubicBezTo>
                <a:cubicBezTo>
                  <a:pt x="591885" y="36379"/>
                  <a:pt x="595697" y="32128"/>
                  <a:pt x="600815" y="29294"/>
                </a:cubicBezTo>
                <a:cubicBezTo>
                  <a:pt x="605934" y="26460"/>
                  <a:pt x="611503" y="25043"/>
                  <a:pt x="617522" y="25043"/>
                </a:cubicBezTo>
                <a:cubicBezTo>
                  <a:pt x="625123" y="25043"/>
                  <a:pt x="631339" y="26972"/>
                  <a:pt x="636172" y="30828"/>
                </a:cubicBezTo>
                <a:cubicBezTo>
                  <a:pt x="641005" y="34684"/>
                  <a:pt x="644103" y="40158"/>
                  <a:pt x="645465" y="47253"/>
                </a:cubicBezTo>
                <a:lnTo>
                  <a:pt x="633932" y="49032"/>
                </a:lnTo>
                <a:cubicBezTo>
                  <a:pt x="632833" y="44353"/>
                  <a:pt x="630889" y="40833"/>
                  <a:pt x="628099" y="38471"/>
                </a:cubicBezTo>
                <a:cubicBezTo>
                  <a:pt x="625309" y="36109"/>
                  <a:pt x="621937" y="34929"/>
                  <a:pt x="617983" y="34929"/>
                </a:cubicBezTo>
                <a:cubicBezTo>
                  <a:pt x="612008" y="34929"/>
                  <a:pt x="607153" y="37060"/>
                  <a:pt x="603418" y="41323"/>
                </a:cubicBezTo>
                <a:cubicBezTo>
                  <a:pt x="599684" y="45585"/>
                  <a:pt x="597817" y="52329"/>
                  <a:pt x="597817" y="61554"/>
                </a:cubicBezTo>
                <a:cubicBezTo>
                  <a:pt x="597817" y="70911"/>
                  <a:pt x="599618" y="77710"/>
                  <a:pt x="603221" y="81951"/>
                </a:cubicBezTo>
                <a:cubicBezTo>
                  <a:pt x="606823" y="86190"/>
                  <a:pt x="611525" y="88310"/>
                  <a:pt x="617324" y="88310"/>
                </a:cubicBezTo>
                <a:cubicBezTo>
                  <a:pt x="621981" y="88310"/>
                  <a:pt x="625869" y="86888"/>
                  <a:pt x="628989" y="84043"/>
                </a:cubicBezTo>
                <a:cubicBezTo>
                  <a:pt x="632108" y="81198"/>
                  <a:pt x="634085" y="76821"/>
                  <a:pt x="634920" y="70912"/>
                </a:cubicBezTo>
                <a:close/>
                <a:moveTo>
                  <a:pt x="682635" y="86136"/>
                </a:moveTo>
                <a:lnTo>
                  <a:pt x="684348" y="96614"/>
                </a:lnTo>
                <a:cubicBezTo>
                  <a:pt x="681009" y="97229"/>
                  <a:pt x="678022" y="97537"/>
                  <a:pt x="675385" y="97537"/>
                </a:cubicBezTo>
                <a:cubicBezTo>
                  <a:pt x="671080" y="97537"/>
                  <a:pt x="667741" y="96856"/>
                  <a:pt x="665368" y="95494"/>
                </a:cubicBezTo>
                <a:cubicBezTo>
                  <a:pt x="662996" y="94132"/>
                  <a:pt x="661326" y="92341"/>
                  <a:pt x="660359" y="90123"/>
                </a:cubicBezTo>
                <a:cubicBezTo>
                  <a:pt x="659393" y="87904"/>
                  <a:pt x="658910" y="83236"/>
                  <a:pt x="658910" y="76118"/>
                </a:cubicBezTo>
                <a:lnTo>
                  <a:pt x="658910" y="35851"/>
                </a:lnTo>
                <a:lnTo>
                  <a:pt x="650210" y="35851"/>
                </a:lnTo>
                <a:lnTo>
                  <a:pt x="650210" y="26625"/>
                </a:lnTo>
                <a:lnTo>
                  <a:pt x="658910" y="26625"/>
                </a:lnTo>
                <a:lnTo>
                  <a:pt x="658910" y="9245"/>
                </a:lnTo>
                <a:lnTo>
                  <a:pt x="670706" y="2109"/>
                </a:lnTo>
                <a:lnTo>
                  <a:pt x="670706" y="26625"/>
                </a:lnTo>
                <a:lnTo>
                  <a:pt x="682635" y="26625"/>
                </a:lnTo>
                <a:lnTo>
                  <a:pt x="682635" y="35851"/>
                </a:lnTo>
                <a:lnTo>
                  <a:pt x="670706" y="35851"/>
                </a:lnTo>
                <a:lnTo>
                  <a:pt x="670706" y="76777"/>
                </a:lnTo>
                <a:cubicBezTo>
                  <a:pt x="670706" y="80160"/>
                  <a:pt x="670915" y="82335"/>
                  <a:pt x="671332" y="83302"/>
                </a:cubicBezTo>
                <a:cubicBezTo>
                  <a:pt x="671750" y="84268"/>
                  <a:pt x="672431" y="85037"/>
                  <a:pt x="673375" y="85608"/>
                </a:cubicBezTo>
                <a:cubicBezTo>
                  <a:pt x="674320" y="86179"/>
                  <a:pt x="675671" y="86465"/>
                  <a:pt x="677428" y="86465"/>
                </a:cubicBezTo>
                <a:cubicBezTo>
                  <a:pt x="678747" y="86465"/>
                  <a:pt x="680482" y="86355"/>
                  <a:pt x="682635" y="86136"/>
                </a:cubicBezTo>
                <a:close/>
                <a:moveTo>
                  <a:pt x="694322" y="13708"/>
                </a:moveTo>
                <a:lnTo>
                  <a:pt x="694322" y="0"/>
                </a:lnTo>
                <a:lnTo>
                  <a:pt x="706185" y="0"/>
                </a:lnTo>
                <a:lnTo>
                  <a:pt x="706185" y="13708"/>
                </a:lnTo>
                <a:lnTo>
                  <a:pt x="694322" y="13708"/>
                </a:lnTo>
                <a:moveTo>
                  <a:pt x="694322" y="96614"/>
                </a:moveTo>
                <a:lnTo>
                  <a:pt x="694322" y="26625"/>
                </a:lnTo>
                <a:lnTo>
                  <a:pt x="706185" y="26625"/>
                </a:lnTo>
                <a:lnTo>
                  <a:pt x="706185" y="96614"/>
                </a:lnTo>
                <a:lnTo>
                  <a:pt x="694322" y="96614"/>
                </a:lnTo>
                <a:close/>
                <a:moveTo>
                  <a:pt x="719804" y="61620"/>
                </a:moveTo>
                <a:cubicBezTo>
                  <a:pt x="719804" y="48659"/>
                  <a:pt x="723406" y="39059"/>
                  <a:pt x="730612" y="32820"/>
                </a:cubicBezTo>
                <a:cubicBezTo>
                  <a:pt x="736631" y="27635"/>
                  <a:pt x="743968" y="25043"/>
                  <a:pt x="752624" y="25043"/>
                </a:cubicBezTo>
                <a:cubicBezTo>
                  <a:pt x="762245" y="25043"/>
                  <a:pt x="770110" y="28196"/>
                  <a:pt x="776217" y="34500"/>
                </a:cubicBezTo>
                <a:cubicBezTo>
                  <a:pt x="782324" y="40805"/>
                  <a:pt x="785377" y="49515"/>
                  <a:pt x="785377" y="60631"/>
                </a:cubicBezTo>
                <a:cubicBezTo>
                  <a:pt x="785377" y="69638"/>
                  <a:pt x="784026" y="76722"/>
                  <a:pt x="781324" y="81885"/>
                </a:cubicBezTo>
                <a:cubicBezTo>
                  <a:pt x="778622" y="87047"/>
                  <a:pt x="774690" y="91056"/>
                  <a:pt x="769528" y="93912"/>
                </a:cubicBezTo>
                <a:cubicBezTo>
                  <a:pt x="764365" y="96768"/>
                  <a:pt x="758731" y="98196"/>
                  <a:pt x="752624" y="98196"/>
                </a:cubicBezTo>
                <a:cubicBezTo>
                  <a:pt x="742826" y="98196"/>
                  <a:pt x="734907" y="95054"/>
                  <a:pt x="728865" y="88772"/>
                </a:cubicBezTo>
                <a:cubicBezTo>
                  <a:pt x="722824" y="82489"/>
                  <a:pt x="719804" y="73438"/>
                  <a:pt x="719804" y="61620"/>
                </a:cubicBezTo>
                <a:moveTo>
                  <a:pt x="731996" y="61587"/>
                </a:moveTo>
                <a:cubicBezTo>
                  <a:pt x="731996" y="70516"/>
                  <a:pt x="733951" y="77203"/>
                  <a:pt x="737861" y="81646"/>
                </a:cubicBezTo>
                <a:cubicBezTo>
                  <a:pt x="741771" y="86089"/>
                  <a:pt x="746692" y="88310"/>
                  <a:pt x="752624" y="88310"/>
                </a:cubicBezTo>
                <a:cubicBezTo>
                  <a:pt x="758511" y="88310"/>
                  <a:pt x="763410" y="86078"/>
                  <a:pt x="767320" y="81613"/>
                </a:cubicBezTo>
                <a:cubicBezTo>
                  <a:pt x="771230" y="77148"/>
                  <a:pt x="773185" y="70341"/>
                  <a:pt x="773185" y="61193"/>
                </a:cubicBezTo>
                <a:cubicBezTo>
                  <a:pt x="773185" y="52570"/>
                  <a:pt x="771219" y="46036"/>
                  <a:pt x="767287" y="41593"/>
                </a:cubicBezTo>
                <a:cubicBezTo>
                  <a:pt x="763355" y="37150"/>
                  <a:pt x="758467" y="34929"/>
                  <a:pt x="752624" y="34929"/>
                </a:cubicBezTo>
                <a:cubicBezTo>
                  <a:pt x="746692" y="34929"/>
                  <a:pt x="741771" y="37139"/>
                  <a:pt x="737861" y="41560"/>
                </a:cubicBezTo>
                <a:cubicBezTo>
                  <a:pt x="733951" y="45981"/>
                  <a:pt x="731996" y="52657"/>
                  <a:pt x="731996" y="61587"/>
                </a:cubicBezTo>
                <a:close/>
                <a:moveTo>
                  <a:pt x="799263" y="96614"/>
                </a:moveTo>
                <a:lnTo>
                  <a:pt x="799263" y="26625"/>
                </a:lnTo>
                <a:lnTo>
                  <a:pt x="809939" y="26625"/>
                </a:lnTo>
                <a:lnTo>
                  <a:pt x="809939" y="36510"/>
                </a:lnTo>
                <a:cubicBezTo>
                  <a:pt x="815079" y="28866"/>
                  <a:pt x="822505" y="25043"/>
                  <a:pt x="832214" y="25043"/>
                </a:cubicBezTo>
                <a:cubicBezTo>
                  <a:pt x="836432" y="25043"/>
                  <a:pt x="840309" y="25801"/>
                  <a:pt x="843846" y="27317"/>
                </a:cubicBezTo>
                <a:cubicBezTo>
                  <a:pt x="847383" y="28833"/>
                  <a:pt x="850030" y="30821"/>
                  <a:pt x="851788" y="33281"/>
                </a:cubicBezTo>
                <a:cubicBezTo>
                  <a:pt x="853545" y="35742"/>
                  <a:pt x="854775" y="38663"/>
                  <a:pt x="855478" y="42046"/>
                </a:cubicBezTo>
                <a:cubicBezTo>
                  <a:pt x="855917" y="44243"/>
                  <a:pt x="856137" y="48087"/>
                  <a:pt x="856137" y="53579"/>
                </a:cubicBezTo>
                <a:lnTo>
                  <a:pt x="856137" y="96614"/>
                </a:lnTo>
                <a:lnTo>
                  <a:pt x="844275" y="96614"/>
                </a:lnTo>
                <a:lnTo>
                  <a:pt x="844275" y="53995"/>
                </a:lnTo>
                <a:cubicBezTo>
                  <a:pt x="844275" y="49157"/>
                  <a:pt x="843813" y="45539"/>
                  <a:pt x="842891" y="43142"/>
                </a:cubicBezTo>
                <a:cubicBezTo>
                  <a:pt x="841968" y="40745"/>
                  <a:pt x="840331" y="38831"/>
                  <a:pt x="837981" y="37402"/>
                </a:cubicBezTo>
                <a:cubicBezTo>
                  <a:pt x="835630" y="35973"/>
                  <a:pt x="832873" y="35258"/>
                  <a:pt x="829710" y="35258"/>
                </a:cubicBezTo>
                <a:cubicBezTo>
                  <a:pt x="824657" y="35258"/>
                  <a:pt x="820297" y="36864"/>
                  <a:pt x="816628" y="40075"/>
                </a:cubicBezTo>
                <a:cubicBezTo>
                  <a:pt x="812960" y="43285"/>
                  <a:pt x="811125" y="49377"/>
                  <a:pt x="811125" y="58349"/>
                </a:cubicBezTo>
                <a:lnTo>
                  <a:pt x="811125" y="96614"/>
                </a:lnTo>
                <a:lnTo>
                  <a:pt x="799263" y="96614"/>
                </a:lnTo>
                <a:close/>
                <a:moveTo>
                  <a:pt x="869561" y="75657"/>
                </a:moveTo>
                <a:lnTo>
                  <a:pt x="881292" y="73812"/>
                </a:lnTo>
                <a:cubicBezTo>
                  <a:pt x="881951" y="78492"/>
                  <a:pt x="883785" y="82079"/>
                  <a:pt x="886795" y="84572"/>
                </a:cubicBezTo>
                <a:cubicBezTo>
                  <a:pt x="889804" y="87064"/>
                  <a:pt x="894011" y="88310"/>
                  <a:pt x="899415" y="88310"/>
                </a:cubicBezTo>
                <a:cubicBezTo>
                  <a:pt x="904863" y="88310"/>
                  <a:pt x="908905" y="87210"/>
                  <a:pt x="911541" y="85009"/>
                </a:cubicBezTo>
                <a:cubicBezTo>
                  <a:pt x="914177" y="82807"/>
                  <a:pt x="915496" y="80224"/>
                  <a:pt x="915496" y="77261"/>
                </a:cubicBezTo>
                <a:cubicBezTo>
                  <a:pt x="915496" y="74602"/>
                  <a:pt x="914331" y="72509"/>
                  <a:pt x="912003" y="70984"/>
                </a:cubicBezTo>
                <a:cubicBezTo>
                  <a:pt x="910377" y="69938"/>
                  <a:pt x="906335" y="68608"/>
                  <a:pt x="899876" y="66995"/>
                </a:cubicBezTo>
                <a:cubicBezTo>
                  <a:pt x="891177" y="64797"/>
                  <a:pt x="885147" y="62895"/>
                  <a:pt x="881786" y="61290"/>
                </a:cubicBezTo>
                <a:cubicBezTo>
                  <a:pt x="878425" y="59685"/>
                  <a:pt x="875877" y="57464"/>
                  <a:pt x="874141" y="54628"/>
                </a:cubicBezTo>
                <a:cubicBezTo>
                  <a:pt x="872406" y="51791"/>
                  <a:pt x="871538" y="48658"/>
                  <a:pt x="871538" y="45228"/>
                </a:cubicBezTo>
                <a:cubicBezTo>
                  <a:pt x="871538" y="42106"/>
                  <a:pt x="872252" y="39214"/>
                  <a:pt x="873680" y="36554"/>
                </a:cubicBezTo>
                <a:cubicBezTo>
                  <a:pt x="875108" y="33893"/>
                  <a:pt x="877052" y="31683"/>
                  <a:pt x="879512" y="29924"/>
                </a:cubicBezTo>
                <a:cubicBezTo>
                  <a:pt x="881358" y="28561"/>
                  <a:pt x="883873" y="27407"/>
                  <a:pt x="887058" y="26462"/>
                </a:cubicBezTo>
                <a:cubicBezTo>
                  <a:pt x="890244" y="25516"/>
                  <a:pt x="893660" y="25043"/>
                  <a:pt x="897306" y="25043"/>
                </a:cubicBezTo>
                <a:cubicBezTo>
                  <a:pt x="902798" y="25043"/>
                  <a:pt x="907620" y="25840"/>
                  <a:pt x="911772" y="27432"/>
                </a:cubicBezTo>
                <a:cubicBezTo>
                  <a:pt x="915924" y="29024"/>
                  <a:pt x="918988" y="31180"/>
                  <a:pt x="920966" y="33901"/>
                </a:cubicBezTo>
                <a:cubicBezTo>
                  <a:pt x="922943" y="36621"/>
                  <a:pt x="924305" y="40259"/>
                  <a:pt x="925052" y="44814"/>
                </a:cubicBezTo>
                <a:lnTo>
                  <a:pt x="913453" y="46396"/>
                </a:lnTo>
                <a:cubicBezTo>
                  <a:pt x="912925" y="42793"/>
                  <a:pt x="911399" y="39981"/>
                  <a:pt x="908872" y="37960"/>
                </a:cubicBezTo>
                <a:cubicBezTo>
                  <a:pt x="906346" y="35939"/>
                  <a:pt x="902776" y="34929"/>
                  <a:pt x="898163" y="34929"/>
                </a:cubicBezTo>
                <a:cubicBezTo>
                  <a:pt x="892715" y="34929"/>
                  <a:pt x="888827" y="35825"/>
                  <a:pt x="886498" y="37618"/>
                </a:cubicBezTo>
                <a:cubicBezTo>
                  <a:pt x="884170" y="39410"/>
                  <a:pt x="883005" y="41509"/>
                  <a:pt x="883005" y="43914"/>
                </a:cubicBezTo>
                <a:cubicBezTo>
                  <a:pt x="883005" y="45444"/>
                  <a:pt x="883489" y="46821"/>
                  <a:pt x="884455" y="48046"/>
                </a:cubicBezTo>
                <a:cubicBezTo>
                  <a:pt x="885422" y="49313"/>
                  <a:pt x="886937" y="50362"/>
                  <a:pt x="889002" y="51192"/>
                </a:cubicBezTo>
                <a:cubicBezTo>
                  <a:pt x="890189" y="51630"/>
                  <a:pt x="893682" y="52636"/>
                  <a:pt x="899481" y="54210"/>
                </a:cubicBezTo>
                <a:cubicBezTo>
                  <a:pt x="907873" y="56449"/>
                  <a:pt x="913727" y="58282"/>
                  <a:pt x="917044" y="59708"/>
                </a:cubicBezTo>
                <a:cubicBezTo>
                  <a:pt x="920361" y="61135"/>
                  <a:pt x="922965" y="63209"/>
                  <a:pt x="924854" y="65932"/>
                </a:cubicBezTo>
                <a:cubicBezTo>
                  <a:pt x="926743" y="68653"/>
                  <a:pt x="927688" y="72033"/>
                  <a:pt x="927688" y="76071"/>
                </a:cubicBezTo>
                <a:cubicBezTo>
                  <a:pt x="927688" y="80022"/>
                  <a:pt x="926534" y="83743"/>
                  <a:pt x="924228" y="87233"/>
                </a:cubicBezTo>
                <a:cubicBezTo>
                  <a:pt x="921921" y="90722"/>
                  <a:pt x="918593" y="93421"/>
                  <a:pt x="914243" y="95331"/>
                </a:cubicBezTo>
                <a:cubicBezTo>
                  <a:pt x="909894" y="97241"/>
                  <a:pt x="904973" y="98196"/>
                  <a:pt x="899481" y="98196"/>
                </a:cubicBezTo>
                <a:cubicBezTo>
                  <a:pt x="890386" y="98196"/>
                  <a:pt x="883456" y="96301"/>
                  <a:pt x="878689" y="92512"/>
                </a:cubicBezTo>
                <a:cubicBezTo>
                  <a:pt x="873922" y="88722"/>
                  <a:pt x="870879" y="83104"/>
                  <a:pt x="869561" y="75657"/>
                </a:cubicBezTo>
                <a:close/>
                <a:moveTo>
                  <a:pt x="1005212" y="86136"/>
                </a:moveTo>
                <a:lnTo>
                  <a:pt x="1006925" y="96614"/>
                </a:lnTo>
                <a:cubicBezTo>
                  <a:pt x="1003586" y="97229"/>
                  <a:pt x="1000599" y="97537"/>
                  <a:pt x="997963" y="97537"/>
                </a:cubicBezTo>
                <a:cubicBezTo>
                  <a:pt x="993657" y="97537"/>
                  <a:pt x="990318" y="96856"/>
                  <a:pt x="987945" y="95494"/>
                </a:cubicBezTo>
                <a:cubicBezTo>
                  <a:pt x="985573" y="94132"/>
                  <a:pt x="983903" y="92341"/>
                  <a:pt x="982937" y="90123"/>
                </a:cubicBezTo>
                <a:cubicBezTo>
                  <a:pt x="981970" y="87904"/>
                  <a:pt x="981487" y="83236"/>
                  <a:pt x="981487" y="76118"/>
                </a:cubicBezTo>
                <a:lnTo>
                  <a:pt x="981487" y="35851"/>
                </a:lnTo>
                <a:lnTo>
                  <a:pt x="972788" y="35851"/>
                </a:lnTo>
                <a:lnTo>
                  <a:pt x="972788" y="26625"/>
                </a:lnTo>
                <a:lnTo>
                  <a:pt x="981487" y="26625"/>
                </a:lnTo>
                <a:lnTo>
                  <a:pt x="981487" y="9245"/>
                </a:lnTo>
                <a:lnTo>
                  <a:pt x="993283" y="2109"/>
                </a:lnTo>
                <a:lnTo>
                  <a:pt x="993283" y="26625"/>
                </a:lnTo>
                <a:lnTo>
                  <a:pt x="1005212" y="26625"/>
                </a:lnTo>
                <a:lnTo>
                  <a:pt x="1005212" y="35851"/>
                </a:lnTo>
                <a:lnTo>
                  <a:pt x="993283" y="35851"/>
                </a:lnTo>
                <a:lnTo>
                  <a:pt x="993283" y="76777"/>
                </a:lnTo>
                <a:cubicBezTo>
                  <a:pt x="993283" y="80160"/>
                  <a:pt x="993492" y="82335"/>
                  <a:pt x="993910" y="83302"/>
                </a:cubicBezTo>
                <a:cubicBezTo>
                  <a:pt x="994327" y="84268"/>
                  <a:pt x="995008" y="85037"/>
                  <a:pt x="995953" y="85608"/>
                </a:cubicBezTo>
                <a:cubicBezTo>
                  <a:pt x="996897" y="86179"/>
                  <a:pt x="998248" y="86465"/>
                  <a:pt x="1000006" y="86465"/>
                </a:cubicBezTo>
                <a:cubicBezTo>
                  <a:pt x="1001324" y="86465"/>
                  <a:pt x="1003059" y="86355"/>
                  <a:pt x="1005212" y="86136"/>
                </a:cubicBezTo>
                <a:close/>
                <a:moveTo>
                  <a:pt x="1062505" y="87973"/>
                </a:moveTo>
                <a:cubicBezTo>
                  <a:pt x="1058112" y="91710"/>
                  <a:pt x="1053883" y="94348"/>
                  <a:pt x="1049819" y="95887"/>
                </a:cubicBezTo>
                <a:cubicBezTo>
                  <a:pt x="1045755" y="97426"/>
                  <a:pt x="1041394" y="98196"/>
                  <a:pt x="1036737" y="98196"/>
                </a:cubicBezTo>
                <a:cubicBezTo>
                  <a:pt x="1029048" y="98196"/>
                  <a:pt x="1023139" y="96316"/>
                  <a:pt x="1019009" y="92557"/>
                </a:cubicBezTo>
                <a:cubicBezTo>
                  <a:pt x="1014879" y="88798"/>
                  <a:pt x="1012814" y="83994"/>
                  <a:pt x="1012814" y="78147"/>
                </a:cubicBezTo>
                <a:cubicBezTo>
                  <a:pt x="1012814" y="74719"/>
                  <a:pt x="1013594" y="71587"/>
                  <a:pt x="1015154" y="68752"/>
                </a:cubicBezTo>
                <a:cubicBezTo>
                  <a:pt x="1016713" y="65915"/>
                  <a:pt x="1018756" y="63639"/>
                  <a:pt x="1021283" y="61924"/>
                </a:cubicBezTo>
                <a:cubicBezTo>
                  <a:pt x="1023809" y="60209"/>
                  <a:pt x="1026654" y="58913"/>
                  <a:pt x="1029817" y="58034"/>
                </a:cubicBezTo>
                <a:cubicBezTo>
                  <a:pt x="1032146" y="57418"/>
                  <a:pt x="1035660" y="56824"/>
                  <a:pt x="1040362" y="56253"/>
                </a:cubicBezTo>
                <a:cubicBezTo>
                  <a:pt x="1049940" y="55118"/>
                  <a:pt x="1056991" y="53766"/>
                  <a:pt x="1061517" y="52195"/>
                </a:cubicBezTo>
                <a:cubicBezTo>
                  <a:pt x="1061560" y="50577"/>
                  <a:pt x="1061582" y="49548"/>
                  <a:pt x="1061582" y="49110"/>
                </a:cubicBezTo>
                <a:cubicBezTo>
                  <a:pt x="1061582" y="44295"/>
                  <a:pt x="1060462" y="40903"/>
                  <a:pt x="1058221" y="38934"/>
                </a:cubicBezTo>
                <a:cubicBezTo>
                  <a:pt x="1055190" y="36264"/>
                  <a:pt x="1050686" y="34929"/>
                  <a:pt x="1044711" y="34929"/>
                </a:cubicBezTo>
                <a:cubicBezTo>
                  <a:pt x="1039131" y="34929"/>
                  <a:pt x="1035012" y="35906"/>
                  <a:pt x="1032354" y="37861"/>
                </a:cubicBezTo>
                <a:cubicBezTo>
                  <a:pt x="1029696" y="39817"/>
                  <a:pt x="1027730" y="43276"/>
                  <a:pt x="1026456" y="48241"/>
                </a:cubicBezTo>
                <a:lnTo>
                  <a:pt x="1014857" y="46660"/>
                </a:lnTo>
                <a:cubicBezTo>
                  <a:pt x="1015911" y="41680"/>
                  <a:pt x="1017647" y="37658"/>
                  <a:pt x="1020063" y="34595"/>
                </a:cubicBezTo>
                <a:cubicBezTo>
                  <a:pt x="1022480" y="31532"/>
                  <a:pt x="1025973" y="29175"/>
                  <a:pt x="1030542" y="27523"/>
                </a:cubicBezTo>
                <a:cubicBezTo>
                  <a:pt x="1035111" y="25870"/>
                  <a:pt x="1040406" y="25043"/>
                  <a:pt x="1046425" y="25043"/>
                </a:cubicBezTo>
                <a:cubicBezTo>
                  <a:pt x="1052400" y="25043"/>
                  <a:pt x="1057255" y="25746"/>
                  <a:pt x="1060989" y="27152"/>
                </a:cubicBezTo>
                <a:cubicBezTo>
                  <a:pt x="1064724" y="28558"/>
                  <a:pt x="1067470" y="30326"/>
                  <a:pt x="1069227" y="32457"/>
                </a:cubicBezTo>
                <a:cubicBezTo>
                  <a:pt x="1070985" y="34588"/>
                  <a:pt x="1072215" y="37279"/>
                  <a:pt x="1072918" y="40531"/>
                </a:cubicBezTo>
                <a:cubicBezTo>
                  <a:pt x="1073313" y="42552"/>
                  <a:pt x="1073511" y="46198"/>
                  <a:pt x="1073511" y="51470"/>
                </a:cubicBezTo>
                <a:lnTo>
                  <a:pt x="1073511" y="67287"/>
                </a:lnTo>
                <a:cubicBezTo>
                  <a:pt x="1073511" y="78315"/>
                  <a:pt x="1073764" y="85290"/>
                  <a:pt x="1074269" y="88212"/>
                </a:cubicBezTo>
                <a:cubicBezTo>
                  <a:pt x="1074774" y="91133"/>
                  <a:pt x="1075774" y="93934"/>
                  <a:pt x="1077267" y="96614"/>
                </a:cubicBezTo>
                <a:lnTo>
                  <a:pt x="1064878" y="96614"/>
                </a:lnTo>
                <a:cubicBezTo>
                  <a:pt x="1063647" y="94151"/>
                  <a:pt x="1062857" y="91271"/>
                  <a:pt x="1062505" y="87973"/>
                </a:cubicBezTo>
                <a:moveTo>
                  <a:pt x="1061517" y="61422"/>
                </a:moveTo>
                <a:cubicBezTo>
                  <a:pt x="1057211" y="63194"/>
                  <a:pt x="1050752" y="64701"/>
                  <a:pt x="1042141" y="65940"/>
                </a:cubicBezTo>
                <a:cubicBezTo>
                  <a:pt x="1037264" y="66646"/>
                  <a:pt x="1033815" y="67440"/>
                  <a:pt x="1031794" y="68323"/>
                </a:cubicBezTo>
                <a:cubicBezTo>
                  <a:pt x="1029773" y="69205"/>
                  <a:pt x="1028213" y="70495"/>
                  <a:pt x="1027115" y="72195"/>
                </a:cubicBezTo>
                <a:cubicBezTo>
                  <a:pt x="1026017" y="73893"/>
                  <a:pt x="1025467" y="75779"/>
                  <a:pt x="1025467" y="77852"/>
                </a:cubicBezTo>
                <a:cubicBezTo>
                  <a:pt x="1025467" y="81028"/>
                  <a:pt x="1026665" y="83675"/>
                  <a:pt x="1029059" y="85794"/>
                </a:cubicBezTo>
                <a:cubicBezTo>
                  <a:pt x="1031454" y="87911"/>
                  <a:pt x="1034958" y="88969"/>
                  <a:pt x="1039571" y="88969"/>
                </a:cubicBezTo>
                <a:cubicBezTo>
                  <a:pt x="1044140" y="88969"/>
                  <a:pt x="1048204" y="87965"/>
                  <a:pt x="1051763" y="85956"/>
                </a:cubicBezTo>
                <a:cubicBezTo>
                  <a:pt x="1055322" y="83948"/>
                  <a:pt x="1057936" y="81200"/>
                  <a:pt x="1059605" y="77712"/>
                </a:cubicBezTo>
                <a:cubicBezTo>
                  <a:pt x="1060879" y="75018"/>
                  <a:pt x="1061517" y="71045"/>
                  <a:pt x="1061517" y="65792"/>
                </a:cubicBezTo>
                <a:lnTo>
                  <a:pt x="1061517" y="61422"/>
                </a:lnTo>
                <a:close/>
                <a:moveTo>
                  <a:pt x="1091943" y="96614"/>
                </a:moveTo>
                <a:lnTo>
                  <a:pt x="1091943" y="0"/>
                </a:lnTo>
                <a:lnTo>
                  <a:pt x="1103806" y="0"/>
                </a:lnTo>
                <a:lnTo>
                  <a:pt x="1103806" y="55095"/>
                </a:lnTo>
                <a:lnTo>
                  <a:pt x="1131881" y="26625"/>
                </a:lnTo>
                <a:lnTo>
                  <a:pt x="1147236" y="26625"/>
                </a:lnTo>
                <a:lnTo>
                  <a:pt x="1120480" y="52591"/>
                </a:lnTo>
                <a:lnTo>
                  <a:pt x="1149938" y="96614"/>
                </a:lnTo>
                <a:lnTo>
                  <a:pt x="1135308" y="96614"/>
                </a:lnTo>
                <a:lnTo>
                  <a:pt x="1112176" y="60829"/>
                </a:lnTo>
                <a:lnTo>
                  <a:pt x="1103806" y="68869"/>
                </a:lnTo>
                <a:lnTo>
                  <a:pt x="1103806" y="96614"/>
                </a:lnTo>
                <a:lnTo>
                  <a:pt x="1091943" y="96614"/>
                </a:lnTo>
                <a:close/>
                <a:moveTo>
                  <a:pt x="1207274" y="74075"/>
                </a:moveTo>
                <a:lnTo>
                  <a:pt x="1219532" y="75591"/>
                </a:lnTo>
                <a:cubicBezTo>
                  <a:pt x="1217598" y="82753"/>
                  <a:pt x="1214018" y="88310"/>
                  <a:pt x="1208789" y="92265"/>
                </a:cubicBezTo>
                <a:cubicBezTo>
                  <a:pt x="1203561" y="96219"/>
                  <a:pt x="1196883" y="98196"/>
                  <a:pt x="1188755" y="98196"/>
                </a:cubicBezTo>
                <a:cubicBezTo>
                  <a:pt x="1178518" y="98196"/>
                  <a:pt x="1170401" y="95043"/>
                  <a:pt x="1164404" y="88739"/>
                </a:cubicBezTo>
                <a:cubicBezTo>
                  <a:pt x="1158406" y="82434"/>
                  <a:pt x="1155408" y="73592"/>
                  <a:pt x="1155408" y="62213"/>
                </a:cubicBezTo>
                <a:cubicBezTo>
                  <a:pt x="1155408" y="50438"/>
                  <a:pt x="1158439" y="41299"/>
                  <a:pt x="1164502" y="34797"/>
                </a:cubicBezTo>
                <a:cubicBezTo>
                  <a:pt x="1170565" y="28294"/>
                  <a:pt x="1178430" y="25043"/>
                  <a:pt x="1188096" y="25043"/>
                </a:cubicBezTo>
                <a:cubicBezTo>
                  <a:pt x="1197454" y="25043"/>
                  <a:pt x="1205099" y="28224"/>
                  <a:pt x="1211030" y="34585"/>
                </a:cubicBezTo>
                <a:cubicBezTo>
                  <a:pt x="1216961" y="40944"/>
                  <a:pt x="1219927" y="49892"/>
                  <a:pt x="1219927" y="61428"/>
                </a:cubicBezTo>
                <a:cubicBezTo>
                  <a:pt x="1219927" y="62130"/>
                  <a:pt x="1219905" y="63182"/>
                  <a:pt x="1219861" y="64585"/>
                </a:cubicBezTo>
                <a:lnTo>
                  <a:pt x="1167666" y="64585"/>
                </a:lnTo>
                <a:cubicBezTo>
                  <a:pt x="1168105" y="72252"/>
                  <a:pt x="1170280" y="78123"/>
                  <a:pt x="1174190" y="82198"/>
                </a:cubicBezTo>
                <a:cubicBezTo>
                  <a:pt x="1178100" y="86273"/>
                  <a:pt x="1182977" y="88310"/>
                  <a:pt x="1188821" y="88310"/>
                </a:cubicBezTo>
                <a:cubicBezTo>
                  <a:pt x="1193170" y="88310"/>
                  <a:pt x="1196883" y="87179"/>
                  <a:pt x="1199958" y="84916"/>
                </a:cubicBezTo>
                <a:cubicBezTo>
                  <a:pt x="1203034" y="82652"/>
                  <a:pt x="1205472" y="79039"/>
                  <a:pt x="1207274" y="74075"/>
                </a:cubicBezTo>
                <a:moveTo>
                  <a:pt x="1168325" y="54700"/>
                </a:moveTo>
                <a:lnTo>
                  <a:pt x="1207405" y="54700"/>
                </a:lnTo>
                <a:cubicBezTo>
                  <a:pt x="1206878" y="48908"/>
                  <a:pt x="1205384" y="44565"/>
                  <a:pt x="1202924" y="41669"/>
                </a:cubicBezTo>
                <a:cubicBezTo>
                  <a:pt x="1199146" y="37176"/>
                  <a:pt x="1194247" y="34929"/>
                  <a:pt x="1188228" y="34929"/>
                </a:cubicBezTo>
                <a:cubicBezTo>
                  <a:pt x="1182780" y="34929"/>
                  <a:pt x="1178199" y="36723"/>
                  <a:pt x="1174487" y="40310"/>
                </a:cubicBezTo>
                <a:cubicBezTo>
                  <a:pt x="1170774" y="43896"/>
                  <a:pt x="1168720" y="48693"/>
                  <a:pt x="1168325" y="54700"/>
                </a:cubicBezTo>
                <a:close/>
                <a:moveTo>
                  <a:pt x="1234405" y="96614"/>
                </a:moveTo>
                <a:lnTo>
                  <a:pt x="1234405" y="26625"/>
                </a:lnTo>
                <a:lnTo>
                  <a:pt x="1245082" y="26625"/>
                </a:lnTo>
                <a:lnTo>
                  <a:pt x="1245082" y="36510"/>
                </a:lnTo>
                <a:cubicBezTo>
                  <a:pt x="1250222" y="28866"/>
                  <a:pt x="1257647" y="25043"/>
                  <a:pt x="1267357" y="25043"/>
                </a:cubicBezTo>
                <a:cubicBezTo>
                  <a:pt x="1271575" y="25043"/>
                  <a:pt x="1275452" y="25801"/>
                  <a:pt x="1278989" y="27317"/>
                </a:cubicBezTo>
                <a:cubicBezTo>
                  <a:pt x="1282526" y="28833"/>
                  <a:pt x="1285173" y="30821"/>
                  <a:pt x="1286930" y="33281"/>
                </a:cubicBezTo>
                <a:cubicBezTo>
                  <a:pt x="1288688" y="35742"/>
                  <a:pt x="1289918" y="38663"/>
                  <a:pt x="1290621" y="42046"/>
                </a:cubicBezTo>
                <a:cubicBezTo>
                  <a:pt x="1291060" y="44243"/>
                  <a:pt x="1291280" y="48087"/>
                  <a:pt x="1291280" y="53579"/>
                </a:cubicBezTo>
                <a:lnTo>
                  <a:pt x="1291280" y="96614"/>
                </a:lnTo>
                <a:lnTo>
                  <a:pt x="1279417" y="96614"/>
                </a:lnTo>
                <a:lnTo>
                  <a:pt x="1279417" y="53995"/>
                </a:lnTo>
                <a:cubicBezTo>
                  <a:pt x="1279417" y="49157"/>
                  <a:pt x="1278956" y="45539"/>
                  <a:pt x="1278033" y="43142"/>
                </a:cubicBezTo>
                <a:cubicBezTo>
                  <a:pt x="1277111" y="40745"/>
                  <a:pt x="1275474" y="38831"/>
                  <a:pt x="1273123" y="37402"/>
                </a:cubicBezTo>
                <a:cubicBezTo>
                  <a:pt x="1270773" y="35973"/>
                  <a:pt x="1268016" y="35258"/>
                  <a:pt x="1264853" y="35258"/>
                </a:cubicBezTo>
                <a:cubicBezTo>
                  <a:pt x="1259800" y="35258"/>
                  <a:pt x="1255439" y="36864"/>
                  <a:pt x="1251771" y="40075"/>
                </a:cubicBezTo>
                <a:cubicBezTo>
                  <a:pt x="1248102" y="43285"/>
                  <a:pt x="1246268" y="49377"/>
                  <a:pt x="1246268" y="58349"/>
                </a:cubicBezTo>
                <a:lnTo>
                  <a:pt x="1246268" y="96614"/>
                </a:lnTo>
                <a:lnTo>
                  <a:pt x="1234405" y="96614"/>
                </a:lnTo>
                <a:close/>
                <a:moveTo>
                  <a:pt x="1357910" y="96614"/>
                </a:moveTo>
                <a:lnTo>
                  <a:pt x="1346904" y="96614"/>
                </a:lnTo>
                <a:lnTo>
                  <a:pt x="1346904" y="0"/>
                </a:lnTo>
                <a:lnTo>
                  <a:pt x="1358766" y="0"/>
                </a:lnTo>
                <a:lnTo>
                  <a:pt x="1358766" y="34595"/>
                </a:lnTo>
                <a:cubicBezTo>
                  <a:pt x="1363775" y="28227"/>
                  <a:pt x="1370168" y="25043"/>
                  <a:pt x="1377944" y="25043"/>
                </a:cubicBezTo>
                <a:cubicBezTo>
                  <a:pt x="1382250" y="25043"/>
                  <a:pt x="1386325" y="25911"/>
                  <a:pt x="1390169" y="27646"/>
                </a:cubicBezTo>
                <a:cubicBezTo>
                  <a:pt x="1394014" y="29382"/>
                  <a:pt x="1397177" y="31820"/>
                  <a:pt x="1399659" y="34962"/>
                </a:cubicBezTo>
                <a:cubicBezTo>
                  <a:pt x="1402142" y="38103"/>
                  <a:pt x="1404086" y="41893"/>
                  <a:pt x="1405492" y="46330"/>
                </a:cubicBezTo>
                <a:cubicBezTo>
                  <a:pt x="1406898" y="50767"/>
                  <a:pt x="1407601" y="55513"/>
                  <a:pt x="1407601" y="60565"/>
                </a:cubicBezTo>
                <a:cubicBezTo>
                  <a:pt x="1407601" y="72559"/>
                  <a:pt x="1404635" y="81830"/>
                  <a:pt x="1398704" y="88376"/>
                </a:cubicBezTo>
                <a:cubicBezTo>
                  <a:pt x="1392772" y="94923"/>
                  <a:pt x="1385655" y="98196"/>
                  <a:pt x="1377351" y="98196"/>
                </a:cubicBezTo>
                <a:cubicBezTo>
                  <a:pt x="1369091" y="98196"/>
                  <a:pt x="1362611" y="94703"/>
                  <a:pt x="1357910" y="87717"/>
                </a:cubicBezTo>
                <a:lnTo>
                  <a:pt x="1357910" y="96614"/>
                </a:lnTo>
                <a:moveTo>
                  <a:pt x="1357778" y="61094"/>
                </a:moveTo>
                <a:cubicBezTo>
                  <a:pt x="1357778" y="69445"/>
                  <a:pt x="1358920" y="75478"/>
                  <a:pt x="1361205" y="79195"/>
                </a:cubicBezTo>
                <a:cubicBezTo>
                  <a:pt x="1364939" y="85272"/>
                  <a:pt x="1369992" y="88310"/>
                  <a:pt x="1376363" y="88310"/>
                </a:cubicBezTo>
                <a:cubicBezTo>
                  <a:pt x="1381547" y="88310"/>
                  <a:pt x="1386028" y="86070"/>
                  <a:pt x="1389807" y="81588"/>
                </a:cubicBezTo>
                <a:cubicBezTo>
                  <a:pt x="1393585" y="77107"/>
                  <a:pt x="1395474" y="70429"/>
                  <a:pt x="1395474" y="61554"/>
                </a:cubicBezTo>
                <a:cubicBezTo>
                  <a:pt x="1395474" y="52460"/>
                  <a:pt x="1393662" y="45750"/>
                  <a:pt x="1390037" y="41422"/>
                </a:cubicBezTo>
                <a:cubicBezTo>
                  <a:pt x="1386413" y="37093"/>
                  <a:pt x="1382030" y="34929"/>
                  <a:pt x="1376890" y="34929"/>
                </a:cubicBezTo>
                <a:cubicBezTo>
                  <a:pt x="1371705" y="34929"/>
                  <a:pt x="1367224" y="37169"/>
                  <a:pt x="1363445" y="41651"/>
                </a:cubicBezTo>
                <a:cubicBezTo>
                  <a:pt x="1359667" y="46132"/>
                  <a:pt x="1357778" y="52613"/>
                  <a:pt x="1357778" y="61094"/>
                </a:cubicBezTo>
                <a:close/>
                <a:moveTo>
                  <a:pt x="1421486" y="123635"/>
                </a:moveTo>
                <a:lnTo>
                  <a:pt x="1420168" y="112497"/>
                </a:lnTo>
                <a:cubicBezTo>
                  <a:pt x="1422760" y="113200"/>
                  <a:pt x="1425023" y="113551"/>
                  <a:pt x="1426956" y="113551"/>
                </a:cubicBezTo>
                <a:cubicBezTo>
                  <a:pt x="1429592" y="113551"/>
                  <a:pt x="1431701" y="113106"/>
                  <a:pt x="1433283" y="112217"/>
                </a:cubicBezTo>
                <a:cubicBezTo>
                  <a:pt x="1434864" y="111328"/>
                  <a:pt x="1436161" y="110084"/>
                  <a:pt x="1437171" y="108483"/>
                </a:cubicBezTo>
                <a:cubicBezTo>
                  <a:pt x="1437918" y="107283"/>
                  <a:pt x="1439126" y="104305"/>
                  <a:pt x="1440796" y="99549"/>
                </a:cubicBezTo>
                <a:cubicBezTo>
                  <a:pt x="1441015" y="98882"/>
                  <a:pt x="1441367" y="97903"/>
                  <a:pt x="1441850" y="96614"/>
                </a:cubicBezTo>
                <a:lnTo>
                  <a:pt x="1415291" y="26625"/>
                </a:lnTo>
                <a:lnTo>
                  <a:pt x="1428076" y="26625"/>
                </a:lnTo>
                <a:lnTo>
                  <a:pt x="1442641" y="67061"/>
                </a:lnTo>
                <a:cubicBezTo>
                  <a:pt x="1444530" y="72190"/>
                  <a:pt x="1446222" y="77582"/>
                  <a:pt x="1447716" y="83236"/>
                </a:cubicBezTo>
                <a:cubicBezTo>
                  <a:pt x="1449078" y="77800"/>
                  <a:pt x="1450703" y="72496"/>
                  <a:pt x="1452592" y="67324"/>
                </a:cubicBezTo>
                <a:lnTo>
                  <a:pt x="1467552" y="26625"/>
                </a:lnTo>
                <a:lnTo>
                  <a:pt x="1479415" y="26625"/>
                </a:lnTo>
                <a:lnTo>
                  <a:pt x="1452790" y="97848"/>
                </a:lnTo>
                <a:cubicBezTo>
                  <a:pt x="1449934" y="105542"/>
                  <a:pt x="1447716" y="110840"/>
                  <a:pt x="1446134" y="113741"/>
                </a:cubicBezTo>
                <a:cubicBezTo>
                  <a:pt x="1444025" y="117654"/>
                  <a:pt x="1441609" y="120523"/>
                  <a:pt x="1438885" y="122347"/>
                </a:cubicBezTo>
                <a:cubicBezTo>
                  <a:pt x="1436161" y="124172"/>
                  <a:pt x="1432909" y="125084"/>
                  <a:pt x="1429131" y="125084"/>
                </a:cubicBezTo>
                <a:cubicBezTo>
                  <a:pt x="1426846" y="125084"/>
                  <a:pt x="1424298" y="124601"/>
                  <a:pt x="1421486" y="123635"/>
                </a:cubicBezTo>
                <a:close/>
                <a:moveTo>
                  <a:pt x="1527020" y="123503"/>
                </a:moveTo>
                <a:lnTo>
                  <a:pt x="1527020" y="26625"/>
                </a:lnTo>
                <a:lnTo>
                  <a:pt x="1537828" y="26625"/>
                </a:lnTo>
                <a:lnTo>
                  <a:pt x="1537828" y="35654"/>
                </a:lnTo>
                <a:cubicBezTo>
                  <a:pt x="1540376" y="32117"/>
                  <a:pt x="1543254" y="29464"/>
                  <a:pt x="1546461" y="27696"/>
                </a:cubicBezTo>
                <a:cubicBezTo>
                  <a:pt x="1549669" y="25927"/>
                  <a:pt x="1553557" y="25043"/>
                  <a:pt x="1558126" y="25043"/>
                </a:cubicBezTo>
                <a:cubicBezTo>
                  <a:pt x="1564101" y="25043"/>
                  <a:pt x="1569374" y="26581"/>
                  <a:pt x="1573943" y="29656"/>
                </a:cubicBezTo>
                <a:cubicBezTo>
                  <a:pt x="1578512" y="32732"/>
                  <a:pt x="1581961" y="37071"/>
                  <a:pt x="1584290" y="42672"/>
                </a:cubicBezTo>
                <a:cubicBezTo>
                  <a:pt x="1586618" y="48274"/>
                  <a:pt x="1587783" y="54414"/>
                  <a:pt x="1587783" y="61092"/>
                </a:cubicBezTo>
                <a:cubicBezTo>
                  <a:pt x="1587783" y="68254"/>
                  <a:pt x="1586498" y="74701"/>
                  <a:pt x="1583927" y="80435"/>
                </a:cubicBezTo>
                <a:cubicBezTo>
                  <a:pt x="1581357" y="86169"/>
                  <a:pt x="1577623" y="90562"/>
                  <a:pt x="1572724" y="93616"/>
                </a:cubicBezTo>
                <a:cubicBezTo>
                  <a:pt x="1567825" y="96669"/>
                  <a:pt x="1562674" y="98196"/>
                  <a:pt x="1557269" y="98196"/>
                </a:cubicBezTo>
                <a:cubicBezTo>
                  <a:pt x="1553315" y="98196"/>
                  <a:pt x="1549767" y="97350"/>
                  <a:pt x="1546626" y="95659"/>
                </a:cubicBezTo>
                <a:cubicBezTo>
                  <a:pt x="1543485" y="93966"/>
                  <a:pt x="1540903" y="91828"/>
                  <a:pt x="1538882" y="89245"/>
                </a:cubicBezTo>
                <a:lnTo>
                  <a:pt x="1538882" y="123503"/>
                </a:lnTo>
                <a:lnTo>
                  <a:pt x="1527020" y="123503"/>
                </a:lnTo>
                <a:moveTo>
                  <a:pt x="1537762" y="61916"/>
                </a:moveTo>
                <a:cubicBezTo>
                  <a:pt x="1537762" y="70912"/>
                  <a:pt x="1539585" y="77560"/>
                  <a:pt x="1543232" y="81860"/>
                </a:cubicBezTo>
                <a:cubicBezTo>
                  <a:pt x="1546879" y="86160"/>
                  <a:pt x="1551294" y="88310"/>
                  <a:pt x="1556479" y="88310"/>
                </a:cubicBezTo>
                <a:cubicBezTo>
                  <a:pt x="1561751" y="88310"/>
                  <a:pt x="1566265" y="86083"/>
                  <a:pt x="1570022" y="81629"/>
                </a:cubicBezTo>
                <a:cubicBezTo>
                  <a:pt x="1573778" y="77175"/>
                  <a:pt x="1575656" y="70275"/>
                  <a:pt x="1575656" y="60928"/>
                </a:cubicBezTo>
                <a:cubicBezTo>
                  <a:pt x="1575656" y="52020"/>
                  <a:pt x="1573822" y="45350"/>
                  <a:pt x="1570154" y="40918"/>
                </a:cubicBezTo>
                <a:cubicBezTo>
                  <a:pt x="1566485" y="36486"/>
                  <a:pt x="1562102" y="34270"/>
                  <a:pt x="1557006" y="34270"/>
                </a:cubicBezTo>
                <a:cubicBezTo>
                  <a:pt x="1551953" y="34270"/>
                  <a:pt x="1547483" y="36628"/>
                  <a:pt x="1543595" y="41346"/>
                </a:cubicBezTo>
                <a:cubicBezTo>
                  <a:pt x="1539706" y="46064"/>
                  <a:pt x="1537762" y="52920"/>
                  <a:pt x="1537762" y="61916"/>
                </a:cubicBezTo>
                <a:close/>
                <a:moveTo>
                  <a:pt x="1601931" y="96614"/>
                </a:moveTo>
                <a:lnTo>
                  <a:pt x="1601931" y="26625"/>
                </a:lnTo>
                <a:lnTo>
                  <a:pt x="1612608" y="26625"/>
                </a:lnTo>
                <a:lnTo>
                  <a:pt x="1612608" y="37169"/>
                </a:lnTo>
                <a:cubicBezTo>
                  <a:pt x="1615332" y="32232"/>
                  <a:pt x="1617847" y="28977"/>
                  <a:pt x="1620154" y="27403"/>
                </a:cubicBezTo>
                <a:cubicBezTo>
                  <a:pt x="1622460" y="25830"/>
                  <a:pt x="1624998" y="25043"/>
                  <a:pt x="1627766" y="25043"/>
                </a:cubicBezTo>
                <a:cubicBezTo>
                  <a:pt x="1631764" y="25043"/>
                  <a:pt x="1635828" y="26312"/>
                  <a:pt x="1639958" y="28849"/>
                </a:cubicBezTo>
                <a:lnTo>
                  <a:pt x="1635872" y="39806"/>
                </a:lnTo>
                <a:cubicBezTo>
                  <a:pt x="1632972" y="38092"/>
                  <a:pt x="1630072" y="37235"/>
                  <a:pt x="1627172" y="37235"/>
                </a:cubicBezTo>
                <a:cubicBezTo>
                  <a:pt x="1624580" y="37235"/>
                  <a:pt x="1622252" y="38017"/>
                  <a:pt x="1620187" y="39579"/>
                </a:cubicBezTo>
                <a:cubicBezTo>
                  <a:pt x="1618122" y="41140"/>
                  <a:pt x="1616650" y="43306"/>
                  <a:pt x="1615771" y="46077"/>
                </a:cubicBezTo>
                <a:cubicBezTo>
                  <a:pt x="1614453" y="50299"/>
                  <a:pt x="1613794" y="54917"/>
                  <a:pt x="1613794" y="59931"/>
                </a:cubicBezTo>
                <a:lnTo>
                  <a:pt x="1613794" y="96614"/>
                </a:lnTo>
                <a:lnTo>
                  <a:pt x="1601931" y="96614"/>
                </a:lnTo>
                <a:close/>
                <a:moveTo>
                  <a:pt x="1647074" y="13708"/>
                </a:moveTo>
                <a:lnTo>
                  <a:pt x="1647074" y="0"/>
                </a:lnTo>
                <a:lnTo>
                  <a:pt x="1658937" y="0"/>
                </a:lnTo>
                <a:lnTo>
                  <a:pt x="1658937" y="13708"/>
                </a:lnTo>
                <a:lnTo>
                  <a:pt x="1647074" y="13708"/>
                </a:lnTo>
                <a:moveTo>
                  <a:pt x="1647074" y="96614"/>
                </a:moveTo>
                <a:lnTo>
                  <a:pt x="1647074" y="26625"/>
                </a:lnTo>
                <a:lnTo>
                  <a:pt x="1658937" y="26625"/>
                </a:lnTo>
                <a:lnTo>
                  <a:pt x="1658937" y="96614"/>
                </a:lnTo>
                <a:lnTo>
                  <a:pt x="1647074" y="96614"/>
                </a:lnTo>
                <a:close/>
                <a:moveTo>
                  <a:pt x="1696412" y="96614"/>
                </a:moveTo>
                <a:lnTo>
                  <a:pt x="1669787" y="26625"/>
                </a:lnTo>
                <a:lnTo>
                  <a:pt x="1682309" y="26625"/>
                </a:lnTo>
                <a:lnTo>
                  <a:pt x="1697335" y="68539"/>
                </a:lnTo>
                <a:cubicBezTo>
                  <a:pt x="1698961" y="73065"/>
                  <a:pt x="1700454" y="77766"/>
                  <a:pt x="1701816" y="82643"/>
                </a:cubicBezTo>
                <a:cubicBezTo>
                  <a:pt x="1702871" y="78952"/>
                  <a:pt x="1704343" y="74515"/>
                  <a:pt x="1706232" y="69330"/>
                </a:cubicBezTo>
                <a:lnTo>
                  <a:pt x="1721785" y="26625"/>
                </a:lnTo>
                <a:lnTo>
                  <a:pt x="1733977" y="26625"/>
                </a:lnTo>
                <a:lnTo>
                  <a:pt x="1707484" y="96614"/>
                </a:lnTo>
                <a:lnTo>
                  <a:pt x="1696412" y="96614"/>
                </a:lnTo>
                <a:close/>
                <a:moveTo>
                  <a:pt x="1790127" y="87973"/>
                </a:moveTo>
                <a:cubicBezTo>
                  <a:pt x="1785734" y="91710"/>
                  <a:pt x="1781505" y="94348"/>
                  <a:pt x="1777441" y="95887"/>
                </a:cubicBezTo>
                <a:cubicBezTo>
                  <a:pt x="1773377" y="97426"/>
                  <a:pt x="1769016" y="98196"/>
                  <a:pt x="1764359" y="98196"/>
                </a:cubicBezTo>
                <a:cubicBezTo>
                  <a:pt x="1756670" y="98196"/>
                  <a:pt x="1750761" y="96316"/>
                  <a:pt x="1746631" y="92557"/>
                </a:cubicBezTo>
                <a:cubicBezTo>
                  <a:pt x="1742501" y="88798"/>
                  <a:pt x="1740436" y="83994"/>
                  <a:pt x="1740436" y="78147"/>
                </a:cubicBezTo>
                <a:cubicBezTo>
                  <a:pt x="1740436" y="74719"/>
                  <a:pt x="1741216" y="71587"/>
                  <a:pt x="1742776" y="68752"/>
                </a:cubicBezTo>
                <a:cubicBezTo>
                  <a:pt x="1744335" y="65915"/>
                  <a:pt x="1746378" y="63639"/>
                  <a:pt x="1748905" y="61924"/>
                </a:cubicBezTo>
                <a:cubicBezTo>
                  <a:pt x="1751431" y="60209"/>
                  <a:pt x="1754276" y="58913"/>
                  <a:pt x="1757439" y="58034"/>
                </a:cubicBezTo>
                <a:cubicBezTo>
                  <a:pt x="1759768" y="57418"/>
                  <a:pt x="1763283" y="56824"/>
                  <a:pt x="1767984" y="56253"/>
                </a:cubicBezTo>
                <a:cubicBezTo>
                  <a:pt x="1777562" y="55118"/>
                  <a:pt x="1784613" y="53766"/>
                  <a:pt x="1789139" y="52195"/>
                </a:cubicBezTo>
                <a:cubicBezTo>
                  <a:pt x="1789183" y="50577"/>
                  <a:pt x="1789205" y="49548"/>
                  <a:pt x="1789205" y="49110"/>
                </a:cubicBezTo>
                <a:cubicBezTo>
                  <a:pt x="1789205" y="44295"/>
                  <a:pt x="1788084" y="40903"/>
                  <a:pt x="1785843" y="38934"/>
                </a:cubicBezTo>
                <a:cubicBezTo>
                  <a:pt x="1782812" y="36264"/>
                  <a:pt x="1778309" y="34929"/>
                  <a:pt x="1772333" y="34929"/>
                </a:cubicBezTo>
                <a:cubicBezTo>
                  <a:pt x="1766753" y="34929"/>
                  <a:pt x="1762635" y="35906"/>
                  <a:pt x="1759976" y="37861"/>
                </a:cubicBezTo>
                <a:cubicBezTo>
                  <a:pt x="1757318" y="39817"/>
                  <a:pt x="1755352" y="43276"/>
                  <a:pt x="1754078" y="48241"/>
                </a:cubicBezTo>
                <a:lnTo>
                  <a:pt x="1742479" y="46660"/>
                </a:lnTo>
                <a:cubicBezTo>
                  <a:pt x="1743534" y="41680"/>
                  <a:pt x="1745269" y="37658"/>
                  <a:pt x="1747685" y="34595"/>
                </a:cubicBezTo>
                <a:cubicBezTo>
                  <a:pt x="1750102" y="31532"/>
                  <a:pt x="1753595" y="29175"/>
                  <a:pt x="1758164" y="27523"/>
                </a:cubicBezTo>
                <a:cubicBezTo>
                  <a:pt x="1762733" y="25870"/>
                  <a:pt x="1768028" y="25043"/>
                  <a:pt x="1774047" y="25043"/>
                </a:cubicBezTo>
                <a:cubicBezTo>
                  <a:pt x="1780022" y="25043"/>
                  <a:pt x="1784877" y="25746"/>
                  <a:pt x="1788611" y="27152"/>
                </a:cubicBezTo>
                <a:cubicBezTo>
                  <a:pt x="1792346" y="28558"/>
                  <a:pt x="1795092" y="30326"/>
                  <a:pt x="1796849" y="32457"/>
                </a:cubicBezTo>
                <a:cubicBezTo>
                  <a:pt x="1798607" y="34588"/>
                  <a:pt x="1799837" y="37279"/>
                  <a:pt x="1800540" y="40531"/>
                </a:cubicBezTo>
                <a:cubicBezTo>
                  <a:pt x="1800935" y="42552"/>
                  <a:pt x="1801133" y="46198"/>
                  <a:pt x="1801133" y="51470"/>
                </a:cubicBezTo>
                <a:lnTo>
                  <a:pt x="1801133" y="67287"/>
                </a:lnTo>
                <a:cubicBezTo>
                  <a:pt x="1801133" y="78315"/>
                  <a:pt x="1801386" y="85290"/>
                  <a:pt x="1801891" y="88212"/>
                </a:cubicBezTo>
                <a:cubicBezTo>
                  <a:pt x="1802396" y="91133"/>
                  <a:pt x="1803396" y="93934"/>
                  <a:pt x="1804889" y="96614"/>
                </a:cubicBezTo>
                <a:lnTo>
                  <a:pt x="1792500" y="96614"/>
                </a:lnTo>
                <a:cubicBezTo>
                  <a:pt x="1791269" y="94151"/>
                  <a:pt x="1790479" y="91271"/>
                  <a:pt x="1790127" y="87973"/>
                </a:cubicBezTo>
                <a:moveTo>
                  <a:pt x="1789139" y="61422"/>
                </a:moveTo>
                <a:cubicBezTo>
                  <a:pt x="1784833" y="63194"/>
                  <a:pt x="1778374" y="64701"/>
                  <a:pt x="1769763" y="65940"/>
                </a:cubicBezTo>
                <a:cubicBezTo>
                  <a:pt x="1764886" y="66646"/>
                  <a:pt x="1761437" y="67440"/>
                  <a:pt x="1759416" y="68323"/>
                </a:cubicBezTo>
                <a:cubicBezTo>
                  <a:pt x="1757395" y="69205"/>
                  <a:pt x="1755835" y="70495"/>
                  <a:pt x="1754737" y="72195"/>
                </a:cubicBezTo>
                <a:cubicBezTo>
                  <a:pt x="1753639" y="73893"/>
                  <a:pt x="1753090" y="75779"/>
                  <a:pt x="1753090" y="77852"/>
                </a:cubicBezTo>
                <a:cubicBezTo>
                  <a:pt x="1753090" y="81028"/>
                  <a:pt x="1754287" y="83675"/>
                  <a:pt x="1756681" y="85794"/>
                </a:cubicBezTo>
                <a:cubicBezTo>
                  <a:pt x="1759076" y="87911"/>
                  <a:pt x="1762580" y="88969"/>
                  <a:pt x="1767193" y="88969"/>
                </a:cubicBezTo>
                <a:cubicBezTo>
                  <a:pt x="1771762" y="88969"/>
                  <a:pt x="1775826" y="87965"/>
                  <a:pt x="1779385" y="85956"/>
                </a:cubicBezTo>
                <a:cubicBezTo>
                  <a:pt x="1782944" y="83948"/>
                  <a:pt x="1785558" y="81200"/>
                  <a:pt x="1787227" y="77712"/>
                </a:cubicBezTo>
                <a:cubicBezTo>
                  <a:pt x="1788502" y="75018"/>
                  <a:pt x="1789139" y="71045"/>
                  <a:pt x="1789139" y="65792"/>
                </a:cubicBezTo>
                <a:lnTo>
                  <a:pt x="1789139" y="61422"/>
                </a:lnTo>
                <a:close/>
                <a:moveTo>
                  <a:pt x="1845400" y="86136"/>
                </a:moveTo>
                <a:lnTo>
                  <a:pt x="1847113" y="96614"/>
                </a:lnTo>
                <a:cubicBezTo>
                  <a:pt x="1843774" y="97229"/>
                  <a:pt x="1840786" y="97537"/>
                  <a:pt x="1838150" y="97537"/>
                </a:cubicBezTo>
                <a:cubicBezTo>
                  <a:pt x="1833845" y="97537"/>
                  <a:pt x="1830505" y="96856"/>
                  <a:pt x="1828133" y="95494"/>
                </a:cubicBezTo>
                <a:cubicBezTo>
                  <a:pt x="1825760" y="94132"/>
                  <a:pt x="1824091" y="92341"/>
                  <a:pt x="1823124" y="90123"/>
                </a:cubicBezTo>
                <a:cubicBezTo>
                  <a:pt x="1822158" y="87904"/>
                  <a:pt x="1821674" y="83236"/>
                  <a:pt x="1821674" y="76118"/>
                </a:cubicBezTo>
                <a:lnTo>
                  <a:pt x="1821674" y="35851"/>
                </a:lnTo>
                <a:lnTo>
                  <a:pt x="1812975" y="35851"/>
                </a:lnTo>
                <a:lnTo>
                  <a:pt x="1812975" y="26625"/>
                </a:lnTo>
                <a:lnTo>
                  <a:pt x="1821674" y="26625"/>
                </a:lnTo>
                <a:lnTo>
                  <a:pt x="1821674" y="9245"/>
                </a:lnTo>
                <a:lnTo>
                  <a:pt x="1833471" y="2109"/>
                </a:lnTo>
                <a:lnTo>
                  <a:pt x="1833471" y="26625"/>
                </a:lnTo>
                <a:lnTo>
                  <a:pt x="1845400" y="26625"/>
                </a:lnTo>
                <a:lnTo>
                  <a:pt x="1845400" y="35851"/>
                </a:lnTo>
                <a:lnTo>
                  <a:pt x="1833471" y="35851"/>
                </a:lnTo>
                <a:lnTo>
                  <a:pt x="1833471" y="76777"/>
                </a:lnTo>
                <a:cubicBezTo>
                  <a:pt x="1833471" y="80160"/>
                  <a:pt x="1833680" y="82335"/>
                  <a:pt x="1834097" y="83302"/>
                </a:cubicBezTo>
                <a:cubicBezTo>
                  <a:pt x="1834515" y="84268"/>
                  <a:pt x="1835196" y="85037"/>
                  <a:pt x="1836140" y="85608"/>
                </a:cubicBezTo>
                <a:cubicBezTo>
                  <a:pt x="1837085" y="86179"/>
                  <a:pt x="1838436" y="86465"/>
                  <a:pt x="1840193" y="86465"/>
                </a:cubicBezTo>
                <a:cubicBezTo>
                  <a:pt x="1841511" y="86465"/>
                  <a:pt x="1843247" y="86355"/>
                  <a:pt x="1845400" y="86136"/>
                </a:cubicBezTo>
                <a:close/>
                <a:moveTo>
                  <a:pt x="1904933" y="74075"/>
                </a:moveTo>
                <a:lnTo>
                  <a:pt x="1917191" y="75591"/>
                </a:lnTo>
                <a:cubicBezTo>
                  <a:pt x="1915257" y="82753"/>
                  <a:pt x="1911677" y="88310"/>
                  <a:pt x="1906448" y="92265"/>
                </a:cubicBezTo>
                <a:cubicBezTo>
                  <a:pt x="1901220" y="96219"/>
                  <a:pt x="1894542" y="98196"/>
                  <a:pt x="1886414" y="98196"/>
                </a:cubicBezTo>
                <a:cubicBezTo>
                  <a:pt x="1876177" y="98196"/>
                  <a:pt x="1868060" y="95043"/>
                  <a:pt x="1862062" y="88739"/>
                </a:cubicBezTo>
                <a:cubicBezTo>
                  <a:pt x="1856065" y="82434"/>
                  <a:pt x="1853067" y="73592"/>
                  <a:pt x="1853067" y="62213"/>
                </a:cubicBezTo>
                <a:cubicBezTo>
                  <a:pt x="1853067" y="50438"/>
                  <a:pt x="1856098" y="41299"/>
                  <a:pt x="1862161" y="34797"/>
                </a:cubicBezTo>
                <a:cubicBezTo>
                  <a:pt x="1868224" y="28294"/>
                  <a:pt x="1876089" y="25043"/>
                  <a:pt x="1885755" y="25043"/>
                </a:cubicBezTo>
                <a:cubicBezTo>
                  <a:pt x="1895113" y="25043"/>
                  <a:pt x="1902758" y="28224"/>
                  <a:pt x="1908689" y="34585"/>
                </a:cubicBezTo>
                <a:cubicBezTo>
                  <a:pt x="1914620" y="40944"/>
                  <a:pt x="1917586" y="49892"/>
                  <a:pt x="1917586" y="61428"/>
                </a:cubicBezTo>
                <a:cubicBezTo>
                  <a:pt x="1917586" y="62130"/>
                  <a:pt x="1917564" y="63182"/>
                  <a:pt x="1917520" y="64585"/>
                </a:cubicBezTo>
                <a:lnTo>
                  <a:pt x="1865325" y="64585"/>
                </a:lnTo>
                <a:cubicBezTo>
                  <a:pt x="1865764" y="72252"/>
                  <a:pt x="1867939" y="78123"/>
                  <a:pt x="1871849" y="82198"/>
                </a:cubicBezTo>
                <a:cubicBezTo>
                  <a:pt x="1875759" y="86273"/>
                  <a:pt x="1880636" y="88310"/>
                  <a:pt x="1886480" y="88310"/>
                </a:cubicBezTo>
                <a:cubicBezTo>
                  <a:pt x="1890829" y="88310"/>
                  <a:pt x="1894542" y="87179"/>
                  <a:pt x="1897617" y="84916"/>
                </a:cubicBezTo>
                <a:cubicBezTo>
                  <a:pt x="1900693" y="82652"/>
                  <a:pt x="1903131" y="79039"/>
                  <a:pt x="1904933" y="74075"/>
                </a:cubicBezTo>
                <a:moveTo>
                  <a:pt x="1865984" y="54700"/>
                </a:moveTo>
                <a:lnTo>
                  <a:pt x="1905064" y="54700"/>
                </a:lnTo>
                <a:cubicBezTo>
                  <a:pt x="1904537" y="48908"/>
                  <a:pt x="1903043" y="44565"/>
                  <a:pt x="1900583" y="41669"/>
                </a:cubicBezTo>
                <a:cubicBezTo>
                  <a:pt x="1896804" y="37176"/>
                  <a:pt x="1891906" y="34929"/>
                  <a:pt x="1885886" y="34929"/>
                </a:cubicBezTo>
                <a:cubicBezTo>
                  <a:pt x="1880438" y="34929"/>
                  <a:pt x="1875858" y="36723"/>
                  <a:pt x="1872146" y="40310"/>
                </a:cubicBezTo>
                <a:cubicBezTo>
                  <a:pt x="1868433" y="43896"/>
                  <a:pt x="1866379" y="48693"/>
                  <a:pt x="1865984" y="54700"/>
                </a:cubicBezTo>
                <a:close/>
                <a:moveTo>
                  <a:pt x="2017497" y="74075"/>
                </a:moveTo>
                <a:lnTo>
                  <a:pt x="2029755" y="75591"/>
                </a:lnTo>
                <a:cubicBezTo>
                  <a:pt x="2027822" y="82753"/>
                  <a:pt x="2024241" y="88310"/>
                  <a:pt x="2019013" y="92265"/>
                </a:cubicBezTo>
                <a:cubicBezTo>
                  <a:pt x="2013785" y="96219"/>
                  <a:pt x="2007106" y="98196"/>
                  <a:pt x="1998978" y="98196"/>
                </a:cubicBezTo>
                <a:cubicBezTo>
                  <a:pt x="1988741" y="98196"/>
                  <a:pt x="1980624" y="95043"/>
                  <a:pt x="1974627" y="88739"/>
                </a:cubicBezTo>
                <a:cubicBezTo>
                  <a:pt x="1968630" y="82434"/>
                  <a:pt x="1965631" y="73592"/>
                  <a:pt x="1965631" y="62213"/>
                </a:cubicBezTo>
                <a:cubicBezTo>
                  <a:pt x="1965631" y="50438"/>
                  <a:pt x="1968663" y="41299"/>
                  <a:pt x="1974726" y="34797"/>
                </a:cubicBezTo>
                <a:cubicBezTo>
                  <a:pt x="1980789" y="28294"/>
                  <a:pt x="1988653" y="25043"/>
                  <a:pt x="1998319" y="25043"/>
                </a:cubicBezTo>
                <a:cubicBezTo>
                  <a:pt x="2007678" y="25043"/>
                  <a:pt x="2015322" y="28224"/>
                  <a:pt x="2021254" y="34585"/>
                </a:cubicBezTo>
                <a:cubicBezTo>
                  <a:pt x="2027185" y="40944"/>
                  <a:pt x="2030151" y="49892"/>
                  <a:pt x="2030151" y="61428"/>
                </a:cubicBezTo>
                <a:cubicBezTo>
                  <a:pt x="2030151" y="62130"/>
                  <a:pt x="2030129" y="63182"/>
                  <a:pt x="2030085" y="64585"/>
                </a:cubicBezTo>
                <a:lnTo>
                  <a:pt x="1977889" y="64585"/>
                </a:lnTo>
                <a:cubicBezTo>
                  <a:pt x="1978329" y="72252"/>
                  <a:pt x="1980503" y="78123"/>
                  <a:pt x="1984414" y="82198"/>
                </a:cubicBezTo>
                <a:cubicBezTo>
                  <a:pt x="1988324" y="86273"/>
                  <a:pt x="1993201" y="88310"/>
                  <a:pt x="1999044" y="88310"/>
                </a:cubicBezTo>
                <a:cubicBezTo>
                  <a:pt x="2003394" y="88310"/>
                  <a:pt x="2007106" y="87179"/>
                  <a:pt x="2010182" y="84916"/>
                </a:cubicBezTo>
                <a:cubicBezTo>
                  <a:pt x="2013257" y="82652"/>
                  <a:pt x="2015696" y="79039"/>
                  <a:pt x="2017497" y="74075"/>
                </a:cubicBezTo>
                <a:moveTo>
                  <a:pt x="1978548" y="54700"/>
                </a:moveTo>
                <a:lnTo>
                  <a:pt x="2017629" y="54700"/>
                </a:lnTo>
                <a:cubicBezTo>
                  <a:pt x="2017102" y="48908"/>
                  <a:pt x="2015608" y="44565"/>
                  <a:pt x="2013148" y="41669"/>
                </a:cubicBezTo>
                <a:cubicBezTo>
                  <a:pt x="2009369" y="37176"/>
                  <a:pt x="2004470" y="34929"/>
                  <a:pt x="1998451" y="34929"/>
                </a:cubicBezTo>
                <a:cubicBezTo>
                  <a:pt x="1993003" y="34929"/>
                  <a:pt x="1988423" y="36723"/>
                  <a:pt x="1984710" y="40310"/>
                </a:cubicBezTo>
                <a:cubicBezTo>
                  <a:pt x="1980998" y="43896"/>
                  <a:pt x="1978944" y="48693"/>
                  <a:pt x="1978548" y="54700"/>
                </a:cubicBezTo>
                <a:close/>
                <a:moveTo>
                  <a:pt x="2044628" y="96614"/>
                </a:moveTo>
                <a:lnTo>
                  <a:pt x="2044628" y="26625"/>
                </a:lnTo>
                <a:lnTo>
                  <a:pt x="2055239" y="26625"/>
                </a:lnTo>
                <a:lnTo>
                  <a:pt x="2055239" y="36379"/>
                </a:lnTo>
                <a:cubicBezTo>
                  <a:pt x="2057435" y="32971"/>
                  <a:pt x="2060357" y="30230"/>
                  <a:pt x="2064004" y="28155"/>
                </a:cubicBezTo>
                <a:cubicBezTo>
                  <a:pt x="2067650" y="26081"/>
                  <a:pt x="2071802" y="25043"/>
                  <a:pt x="2076460" y="25043"/>
                </a:cubicBezTo>
                <a:cubicBezTo>
                  <a:pt x="2081644" y="25043"/>
                  <a:pt x="2085895" y="26114"/>
                  <a:pt x="2089212" y="28256"/>
                </a:cubicBezTo>
                <a:cubicBezTo>
                  <a:pt x="2092529" y="30397"/>
                  <a:pt x="2094869" y="33390"/>
                  <a:pt x="2096231" y="37235"/>
                </a:cubicBezTo>
                <a:cubicBezTo>
                  <a:pt x="2101766" y="29107"/>
                  <a:pt x="2108972" y="25043"/>
                  <a:pt x="2117847" y="25043"/>
                </a:cubicBezTo>
                <a:cubicBezTo>
                  <a:pt x="2124789" y="25043"/>
                  <a:pt x="2130127" y="26965"/>
                  <a:pt x="2133861" y="30810"/>
                </a:cubicBezTo>
                <a:cubicBezTo>
                  <a:pt x="2137596" y="34654"/>
                  <a:pt x="2139463" y="40574"/>
                  <a:pt x="2139463" y="48571"/>
                </a:cubicBezTo>
                <a:lnTo>
                  <a:pt x="2139463" y="96614"/>
                </a:lnTo>
                <a:lnTo>
                  <a:pt x="2127666" y="96614"/>
                </a:lnTo>
                <a:lnTo>
                  <a:pt x="2127666" y="52478"/>
                </a:lnTo>
                <a:cubicBezTo>
                  <a:pt x="2127666" y="47727"/>
                  <a:pt x="2127282" y="44308"/>
                  <a:pt x="2126513" y="42219"/>
                </a:cubicBezTo>
                <a:cubicBezTo>
                  <a:pt x="2125744" y="40130"/>
                  <a:pt x="2124349" y="38447"/>
                  <a:pt x="2122328" y="37171"/>
                </a:cubicBezTo>
                <a:cubicBezTo>
                  <a:pt x="2120307" y="35896"/>
                  <a:pt x="2117935" y="35258"/>
                  <a:pt x="2115211" y="35258"/>
                </a:cubicBezTo>
                <a:cubicBezTo>
                  <a:pt x="2110290" y="35258"/>
                  <a:pt x="2106204" y="36897"/>
                  <a:pt x="2102953" y="40174"/>
                </a:cubicBezTo>
                <a:cubicBezTo>
                  <a:pt x="2099701" y="43450"/>
                  <a:pt x="2098076" y="48695"/>
                  <a:pt x="2098076" y="55909"/>
                </a:cubicBezTo>
                <a:lnTo>
                  <a:pt x="2098076" y="96614"/>
                </a:lnTo>
                <a:lnTo>
                  <a:pt x="2086213" y="96614"/>
                </a:lnTo>
                <a:lnTo>
                  <a:pt x="2086213" y="51091"/>
                </a:lnTo>
                <a:cubicBezTo>
                  <a:pt x="2086213" y="45814"/>
                  <a:pt x="2085247" y="41855"/>
                  <a:pt x="2083313" y="39217"/>
                </a:cubicBezTo>
                <a:cubicBezTo>
                  <a:pt x="2081380" y="36578"/>
                  <a:pt x="2078217" y="35258"/>
                  <a:pt x="2073823" y="35258"/>
                </a:cubicBezTo>
                <a:cubicBezTo>
                  <a:pt x="2070484" y="35258"/>
                  <a:pt x="2067398" y="36138"/>
                  <a:pt x="2064564" y="37898"/>
                </a:cubicBezTo>
                <a:cubicBezTo>
                  <a:pt x="2061730" y="39657"/>
                  <a:pt x="2059676" y="42230"/>
                  <a:pt x="2058402" y="45617"/>
                </a:cubicBezTo>
                <a:cubicBezTo>
                  <a:pt x="2057128" y="49003"/>
                  <a:pt x="2056491" y="53885"/>
                  <a:pt x="2056491" y="60262"/>
                </a:cubicBezTo>
                <a:lnTo>
                  <a:pt x="2056491" y="96614"/>
                </a:lnTo>
                <a:lnTo>
                  <a:pt x="2044628" y="96614"/>
                </a:lnTo>
                <a:close/>
                <a:moveTo>
                  <a:pt x="2157059" y="123503"/>
                </a:moveTo>
                <a:lnTo>
                  <a:pt x="2157059" y="26625"/>
                </a:lnTo>
                <a:lnTo>
                  <a:pt x="2167867" y="26625"/>
                </a:lnTo>
                <a:lnTo>
                  <a:pt x="2167867" y="35654"/>
                </a:lnTo>
                <a:cubicBezTo>
                  <a:pt x="2170416" y="32117"/>
                  <a:pt x="2173293" y="29464"/>
                  <a:pt x="2176501" y="27696"/>
                </a:cubicBezTo>
                <a:cubicBezTo>
                  <a:pt x="2179708" y="25927"/>
                  <a:pt x="2183596" y="25043"/>
                  <a:pt x="2188166" y="25043"/>
                </a:cubicBezTo>
                <a:cubicBezTo>
                  <a:pt x="2194141" y="25043"/>
                  <a:pt x="2199413" y="26581"/>
                  <a:pt x="2203982" y="29656"/>
                </a:cubicBezTo>
                <a:cubicBezTo>
                  <a:pt x="2208552" y="32732"/>
                  <a:pt x="2212001" y="37071"/>
                  <a:pt x="2214329" y="42672"/>
                </a:cubicBezTo>
                <a:cubicBezTo>
                  <a:pt x="2216658" y="48274"/>
                  <a:pt x="2217822" y="54414"/>
                  <a:pt x="2217822" y="61092"/>
                </a:cubicBezTo>
                <a:cubicBezTo>
                  <a:pt x="2217822" y="68254"/>
                  <a:pt x="2216537" y="74701"/>
                  <a:pt x="2213967" y="80435"/>
                </a:cubicBezTo>
                <a:cubicBezTo>
                  <a:pt x="2211396" y="86169"/>
                  <a:pt x="2207662" y="90562"/>
                  <a:pt x="2202763" y="93616"/>
                </a:cubicBezTo>
                <a:cubicBezTo>
                  <a:pt x="2197864" y="96669"/>
                  <a:pt x="2192713" y="98196"/>
                  <a:pt x="2187309" y="98196"/>
                </a:cubicBezTo>
                <a:cubicBezTo>
                  <a:pt x="2183355" y="98196"/>
                  <a:pt x="2179807" y="97350"/>
                  <a:pt x="2176665" y="95659"/>
                </a:cubicBezTo>
                <a:cubicBezTo>
                  <a:pt x="2173524" y="93966"/>
                  <a:pt x="2170943" y="91828"/>
                  <a:pt x="2168922" y="89245"/>
                </a:cubicBezTo>
                <a:lnTo>
                  <a:pt x="2168922" y="123503"/>
                </a:lnTo>
                <a:lnTo>
                  <a:pt x="2157059" y="123503"/>
                </a:lnTo>
                <a:moveTo>
                  <a:pt x="2167801" y="61916"/>
                </a:moveTo>
                <a:cubicBezTo>
                  <a:pt x="2167801" y="70912"/>
                  <a:pt x="2169625" y="77560"/>
                  <a:pt x="2173271" y="81860"/>
                </a:cubicBezTo>
                <a:cubicBezTo>
                  <a:pt x="2176918" y="86160"/>
                  <a:pt x="2181334" y="88310"/>
                  <a:pt x="2186518" y="88310"/>
                </a:cubicBezTo>
                <a:cubicBezTo>
                  <a:pt x="2191790" y="88310"/>
                  <a:pt x="2196305" y="86083"/>
                  <a:pt x="2200061" y="81629"/>
                </a:cubicBezTo>
                <a:cubicBezTo>
                  <a:pt x="2203818" y="77175"/>
                  <a:pt x="2205696" y="70275"/>
                  <a:pt x="2205696" y="60928"/>
                </a:cubicBezTo>
                <a:cubicBezTo>
                  <a:pt x="2205696" y="52020"/>
                  <a:pt x="2203861" y="45350"/>
                  <a:pt x="2200193" y="40918"/>
                </a:cubicBezTo>
                <a:cubicBezTo>
                  <a:pt x="2196524" y="36486"/>
                  <a:pt x="2192142" y="34270"/>
                  <a:pt x="2187045" y="34270"/>
                </a:cubicBezTo>
                <a:cubicBezTo>
                  <a:pt x="2181993" y="34270"/>
                  <a:pt x="2177522" y="36628"/>
                  <a:pt x="2173634" y="41346"/>
                </a:cubicBezTo>
                <a:cubicBezTo>
                  <a:pt x="2169746" y="46064"/>
                  <a:pt x="2167801" y="52920"/>
                  <a:pt x="2167801" y="61916"/>
                </a:cubicBezTo>
                <a:close/>
                <a:moveTo>
                  <a:pt x="2231839" y="96614"/>
                </a:moveTo>
                <a:lnTo>
                  <a:pt x="2231839" y="0"/>
                </a:lnTo>
                <a:lnTo>
                  <a:pt x="2243702" y="0"/>
                </a:lnTo>
                <a:lnTo>
                  <a:pt x="2243702" y="96614"/>
                </a:lnTo>
                <a:lnTo>
                  <a:pt x="2231839" y="96614"/>
                </a:lnTo>
                <a:close/>
                <a:moveTo>
                  <a:pt x="2257650" y="61620"/>
                </a:moveTo>
                <a:cubicBezTo>
                  <a:pt x="2257650" y="48659"/>
                  <a:pt x="2261253" y="39059"/>
                  <a:pt x="2268458" y="32820"/>
                </a:cubicBezTo>
                <a:cubicBezTo>
                  <a:pt x="2274478" y="27635"/>
                  <a:pt x="2281815" y="25043"/>
                  <a:pt x="2290470" y="25043"/>
                </a:cubicBezTo>
                <a:cubicBezTo>
                  <a:pt x="2300092" y="25043"/>
                  <a:pt x="2307956" y="28196"/>
                  <a:pt x="2314063" y="34500"/>
                </a:cubicBezTo>
                <a:cubicBezTo>
                  <a:pt x="2320170" y="40805"/>
                  <a:pt x="2323224" y="49515"/>
                  <a:pt x="2323224" y="60631"/>
                </a:cubicBezTo>
                <a:cubicBezTo>
                  <a:pt x="2323224" y="69638"/>
                  <a:pt x="2321873" y="76722"/>
                  <a:pt x="2319171" y="81885"/>
                </a:cubicBezTo>
                <a:cubicBezTo>
                  <a:pt x="2316469" y="87047"/>
                  <a:pt x="2312537" y="91056"/>
                  <a:pt x="2307374" y="93912"/>
                </a:cubicBezTo>
                <a:cubicBezTo>
                  <a:pt x="2302212" y="96768"/>
                  <a:pt x="2296577" y="98196"/>
                  <a:pt x="2290470" y="98196"/>
                </a:cubicBezTo>
                <a:cubicBezTo>
                  <a:pt x="2280672" y="98196"/>
                  <a:pt x="2272753" y="95054"/>
                  <a:pt x="2266712" y="88772"/>
                </a:cubicBezTo>
                <a:cubicBezTo>
                  <a:pt x="2260671" y="82489"/>
                  <a:pt x="2257650" y="73438"/>
                  <a:pt x="2257650" y="61620"/>
                </a:cubicBezTo>
                <a:moveTo>
                  <a:pt x="2269842" y="61587"/>
                </a:moveTo>
                <a:cubicBezTo>
                  <a:pt x="2269842" y="70516"/>
                  <a:pt x="2271797" y="77203"/>
                  <a:pt x="2275708" y="81646"/>
                </a:cubicBezTo>
                <a:cubicBezTo>
                  <a:pt x="2279618" y="86089"/>
                  <a:pt x="2284539" y="88310"/>
                  <a:pt x="2290470" y="88310"/>
                </a:cubicBezTo>
                <a:cubicBezTo>
                  <a:pt x="2296357" y="88310"/>
                  <a:pt x="2301256" y="86078"/>
                  <a:pt x="2305166" y="81613"/>
                </a:cubicBezTo>
                <a:cubicBezTo>
                  <a:pt x="2309077" y="77148"/>
                  <a:pt x="2311032" y="70341"/>
                  <a:pt x="2311032" y="61193"/>
                </a:cubicBezTo>
                <a:cubicBezTo>
                  <a:pt x="2311032" y="52570"/>
                  <a:pt x="2309066" y="46036"/>
                  <a:pt x="2305134" y="41593"/>
                </a:cubicBezTo>
                <a:cubicBezTo>
                  <a:pt x="2301201" y="37150"/>
                  <a:pt x="2296313" y="34929"/>
                  <a:pt x="2290470" y="34929"/>
                </a:cubicBezTo>
                <a:cubicBezTo>
                  <a:pt x="2284539" y="34929"/>
                  <a:pt x="2279618" y="37139"/>
                  <a:pt x="2275708" y="41560"/>
                </a:cubicBezTo>
                <a:cubicBezTo>
                  <a:pt x="2271797" y="45981"/>
                  <a:pt x="2269842" y="52657"/>
                  <a:pt x="2269842" y="61587"/>
                </a:cubicBezTo>
                <a:close/>
                <a:moveTo>
                  <a:pt x="2336580" y="123635"/>
                </a:moveTo>
                <a:lnTo>
                  <a:pt x="2335262" y="112497"/>
                </a:lnTo>
                <a:cubicBezTo>
                  <a:pt x="2337855" y="113200"/>
                  <a:pt x="2340117" y="113551"/>
                  <a:pt x="2342050" y="113551"/>
                </a:cubicBezTo>
                <a:cubicBezTo>
                  <a:pt x="2344687" y="113551"/>
                  <a:pt x="2346795" y="113106"/>
                  <a:pt x="2348377" y="112217"/>
                </a:cubicBezTo>
                <a:cubicBezTo>
                  <a:pt x="2349959" y="111328"/>
                  <a:pt x="2351255" y="110084"/>
                  <a:pt x="2352265" y="108483"/>
                </a:cubicBezTo>
                <a:cubicBezTo>
                  <a:pt x="2353012" y="107283"/>
                  <a:pt x="2354221" y="104305"/>
                  <a:pt x="2355890" y="99549"/>
                </a:cubicBezTo>
                <a:cubicBezTo>
                  <a:pt x="2356110" y="98882"/>
                  <a:pt x="2356461" y="97903"/>
                  <a:pt x="2356945" y="96614"/>
                </a:cubicBezTo>
                <a:lnTo>
                  <a:pt x="2330386" y="26625"/>
                </a:lnTo>
                <a:lnTo>
                  <a:pt x="2343171" y="26625"/>
                </a:lnTo>
                <a:lnTo>
                  <a:pt x="2357735" y="67061"/>
                </a:lnTo>
                <a:cubicBezTo>
                  <a:pt x="2359625" y="72190"/>
                  <a:pt x="2361316" y="77582"/>
                  <a:pt x="2362810" y="83236"/>
                </a:cubicBezTo>
                <a:cubicBezTo>
                  <a:pt x="2364172" y="77800"/>
                  <a:pt x="2365798" y="72496"/>
                  <a:pt x="2367687" y="67324"/>
                </a:cubicBezTo>
                <a:lnTo>
                  <a:pt x="2382647" y="26625"/>
                </a:lnTo>
                <a:lnTo>
                  <a:pt x="2394509" y="26625"/>
                </a:lnTo>
                <a:lnTo>
                  <a:pt x="2367885" y="97848"/>
                </a:lnTo>
                <a:cubicBezTo>
                  <a:pt x="2365029" y="105542"/>
                  <a:pt x="2362810" y="110840"/>
                  <a:pt x="2361228" y="113741"/>
                </a:cubicBezTo>
                <a:cubicBezTo>
                  <a:pt x="2359119" y="117654"/>
                  <a:pt x="2356703" y="120523"/>
                  <a:pt x="2353979" y="122347"/>
                </a:cubicBezTo>
                <a:cubicBezTo>
                  <a:pt x="2351255" y="124172"/>
                  <a:pt x="2348004" y="125084"/>
                  <a:pt x="2344225" y="125084"/>
                </a:cubicBezTo>
                <a:cubicBezTo>
                  <a:pt x="2341941" y="125084"/>
                  <a:pt x="2339392" y="124601"/>
                  <a:pt x="2336580" y="123635"/>
                </a:cubicBezTo>
                <a:close/>
                <a:moveTo>
                  <a:pt x="2452505" y="74075"/>
                </a:moveTo>
                <a:lnTo>
                  <a:pt x="2464763" y="75591"/>
                </a:lnTo>
                <a:cubicBezTo>
                  <a:pt x="2462830" y="82753"/>
                  <a:pt x="2459249" y="88310"/>
                  <a:pt x="2454021" y="92265"/>
                </a:cubicBezTo>
                <a:cubicBezTo>
                  <a:pt x="2448792" y="96219"/>
                  <a:pt x="2442114" y="98196"/>
                  <a:pt x="2433986" y="98196"/>
                </a:cubicBezTo>
                <a:cubicBezTo>
                  <a:pt x="2423749" y="98196"/>
                  <a:pt x="2415632" y="95043"/>
                  <a:pt x="2409635" y="88739"/>
                </a:cubicBezTo>
                <a:cubicBezTo>
                  <a:pt x="2403638" y="82434"/>
                  <a:pt x="2400639" y="73592"/>
                  <a:pt x="2400639" y="62213"/>
                </a:cubicBezTo>
                <a:cubicBezTo>
                  <a:pt x="2400639" y="50438"/>
                  <a:pt x="2403671" y="41299"/>
                  <a:pt x="2409734" y="34797"/>
                </a:cubicBezTo>
                <a:cubicBezTo>
                  <a:pt x="2415797" y="28294"/>
                  <a:pt x="2423661" y="25043"/>
                  <a:pt x="2433327" y="25043"/>
                </a:cubicBezTo>
                <a:cubicBezTo>
                  <a:pt x="2442685" y="25043"/>
                  <a:pt x="2450330" y="28224"/>
                  <a:pt x="2456261" y="34585"/>
                </a:cubicBezTo>
                <a:cubicBezTo>
                  <a:pt x="2462193" y="40944"/>
                  <a:pt x="2465158" y="49892"/>
                  <a:pt x="2465158" y="61428"/>
                </a:cubicBezTo>
                <a:cubicBezTo>
                  <a:pt x="2465158" y="62130"/>
                  <a:pt x="2465136" y="63182"/>
                  <a:pt x="2465092" y="64585"/>
                </a:cubicBezTo>
                <a:lnTo>
                  <a:pt x="2412897" y="64585"/>
                </a:lnTo>
                <a:cubicBezTo>
                  <a:pt x="2413336" y="72252"/>
                  <a:pt x="2415511" y="78123"/>
                  <a:pt x="2419422" y="82198"/>
                </a:cubicBezTo>
                <a:cubicBezTo>
                  <a:pt x="2423332" y="86273"/>
                  <a:pt x="2428209" y="88310"/>
                  <a:pt x="2434052" y="88310"/>
                </a:cubicBezTo>
                <a:cubicBezTo>
                  <a:pt x="2438402" y="88310"/>
                  <a:pt x="2442114" y="87179"/>
                  <a:pt x="2445190" y="84916"/>
                </a:cubicBezTo>
                <a:cubicBezTo>
                  <a:pt x="2448265" y="82652"/>
                  <a:pt x="2450704" y="79039"/>
                  <a:pt x="2452505" y="74075"/>
                </a:cubicBezTo>
                <a:moveTo>
                  <a:pt x="2413556" y="54700"/>
                </a:moveTo>
                <a:lnTo>
                  <a:pt x="2452637" y="54700"/>
                </a:lnTo>
                <a:cubicBezTo>
                  <a:pt x="2452110" y="48908"/>
                  <a:pt x="2450616" y="44565"/>
                  <a:pt x="2448155" y="41669"/>
                </a:cubicBezTo>
                <a:cubicBezTo>
                  <a:pt x="2444377" y="37176"/>
                  <a:pt x="2439478" y="34929"/>
                  <a:pt x="2433459" y="34929"/>
                </a:cubicBezTo>
                <a:cubicBezTo>
                  <a:pt x="2428011" y="34929"/>
                  <a:pt x="2423431" y="36723"/>
                  <a:pt x="2419718" y="40310"/>
                </a:cubicBezTo>
                <a:cubicBezTo>
                  <a:pt x="2416006" y="43896"/>
                  <a:pt x="2413952" y="48693"/>
                  <a:pt x="2413556" y="54700"/>
                </a:cubicBezTo>
                <a:close/>
                <a:moveTo>
                  <a:pt x="2479505" y="96614"/>
                </a:moveTo>
                <a:lnTo>
                  <a:pt x="2479505" y="26625"/>
                </a:lnTo>
                <a:lnTo>
                  <a:pt x="2490181" y="26625"/>
                </a:lnTo>
                <a:lnTo>
                  <a:pt x="2490181" y="37169"/>
                </a:lnTo>
                <a:cubicBezTo>
                  <a:pt x="2492905" y="32232"/>
                  <a:pt x="2495421" y="28977"/>
                  <a:pt x="2497727" y="27403"/>
                </a:cubicBezTo>
                <a:cubicBezTo>
                  <a:pt x="2500034" y="25830"/>
                  <a:pt x="2502571" y="25043"/>
                  <a:pt x="2505339" y="25043"/>
                </a:cubicBezTo>
                <a:cubicBezTo>
                  <a:pt x="2509337" y="25043"/>
                  <a:pt x="2513401" y="26312"/>
                  <a:pt x="2517531" y="28849"/>
                </a:cubicBezTo>
                <a:lnTo>
                  <a:pt x="2513445" y="39806"/>
                </a:lnTo>
                <a:cubicBezTo>
                  <a:pt x="2510546" y="38092"/>
                  <a:pt x="2507646" y="37235"/>
                  <a:pt x="2504746" y="37235"/>
                </a:cubicBezTo>
                <a:cubicBezTo>
                  <a:pt x="2502154" y="37235"/>
                  <a:pt x="2499825" y="38017"/>
                  <a:pt x="2497760" y="39579"/>
                </a:cubicBezTo>
                <a:cubicBezTo>
                  <a:pt x="2495695" y="41140"/>
                  <a:pt x="2494224" y="43306"/>
                  <a:pt x="2493345" y="46077"/>
                </a:cubicBezTo>
                <a:cubicBezTo>
                  <a:pt x="2492027" y="50299"/>
                  <a:pt x="2491368" y="54917"/>
                  <a:pt x="2491368" y="59931"/>
                </a:cubicBezTo>
                <a:lnTo>
                  <a:pt x="2491368" y="96614"/>
                </a:lnTo>
                <a:lnTo>
                  <a:pt x="2479505" y="96614"/>
                </a:lnTo>
                <a:close/>
                <a:moveTo>
                  <a:pt x="2519837" y="75657"/>
                </a:moveTo>
                <a:lnTo>
                  <a:pt x="2531568" y="73812"/>
                </a:lnTo>
                <a:cubicBezTo>
                  <a:pt x="2532227" y="78492"/>
                  <a:pt x="2534061" y="82079"/>
                  <a:pt x="2537071" y="84572"/>
                </a:cubicBezTo>
                <a:cubicBezTo>
                  <a:pt x="2540080" y="87064"/>
                  <a:pt x="2544287" y="88310"/>
                  <a:pt x="2549691" y="88310"/>
                </a:cubicBezTo>
                <a:cubicBezTo>
                  <a:pt x="2555139" y="88310"/>
                  <a:pt x="2559181" y="87210"/>
                  <a:pt x="2561817" y="85009"/>
                </a:cubicBezTo>
                <a:cubicBezTo>
                  <a:pt x="2564453" y="82807"/>
                  <a:pt x="2565772" y="80224"/>
                  <a:pt x="2565772" y="77261"/>
                </a:cubicBezTo>
                <a:cubicBezTo>
                  <a:pt x="2565772" y="74602"/>
                  <a:pt x="2564607" y="72509"/>
                  <a:pt x="2562279" y="70984"/>
                </a:cubicBezTo>
                <a:cubicBezTo>
                  <a:pt x="2560653" y="69938"/>
                  <a:pt x="2556611" y="68608"/>
                  <a:pt x="2550152" y="66995"/>
                </a:cubicBezTo>
                <a:cubicBezTo>
                  <a:pt x="2541453" y="64797"/>
                  <a:pt x="2535423" y="62895"/>
                  <a:pt x="2532062" y="61290"/>
                </a:cubicBezTo>
                <a:cubicBezTo>
                  <a:pt x="2528701" y="59685"/>
                  <a:pt x="2526153" y="57464"/>
                  <a:pt x="2524417" y="54628"/>
                </a:cubicBezTo>
                <a:cubicBezTo>
                  <a:pt x="2522682" y="51791"/>
                  <a:pt x="2521814" y="48658"/>
                  <a:pt x="2521814" y="45228"/>
                </a:cubicBezTo>
                <a:cubicBezTo>
                  <a:pt x="2521814" y="42106"/>
                  <a:pt x="2522528" y="39214"/>
                  <a:pt x="2523956" y="36554"/>
                </a:cubicBezTo>
                <a:cubicBezTo>
                  <a:pt x="2525384" y="33893"/>
                  <a:pt x="2527328" y="31683"/>
                  <a:pt x="2529788" y="29924"/>
                </a:cubicBezTo>
                <a:cubicBezTo>
                  <a:pt x="2531634" y="28561"/>
                  <a:pt x="2534149" y="27407"/>
                  <a:pt x="2537334" y="26462"/>
                </a:cubicBezTo>
                <a:cubicBezTo>
                  <a:pt x="2540520" y="25516"/>
                  <a:pt x="2543936" y="25043"/>
                  <a:pt x="2547582" y="25043"/>
                </a:cubicBezTo>
                <a:cubicBezTo>
                  <a:pt x="2553074" y="25043"/>
                  <a:pt x="2557896" y="25840"/>
                  <a:pt x="2562048" y="27432"/>
                </a:cubicBezTo>
                <a:cubicBezTo>
                  <a:pt x="2566200" y="29024"/>
                  <a:pt x="2569264" y="31180"/>
                  <a:pt x="2571241" y="33901"/>
                </a:cubicBezTo>
                <a:cubicBezTo>
                  <a:pt x="2573219" y="36621"/>
                  <a:pt x="2574581" y="40259"/>
                  <a:pt x="2575327" y="44814"/>
                </a:cubicBezTo>
                <a:lnTo>
                  <a:pt x="2563729" y="46396"/>
                </a:lnTo>
                <a:cubicBezTo>
                  <a:pt x="2563201" y="42793"/>
                  <a:pt x="2561675" y="39981"/>
                  <a:pt x="2559148" y="37960"/>
                </a:cubicBezTo>
                <a:cubicBezTo>
                  <a:pt x="2556622" y="35939"/>
                  <a:pt x="2553052" y="34929"/>
                  <a:pt x="2548439" y="34929"/>
                </a:cubicBezTo>
                <a:cubicBezTo>
                  <a:pt x="2542991" y="34929"/>
                  <a:pt x="2539103" y="35825"/>
                  <a:pt x="2536774" y="37618"/>
                </a:cubicBezTo>
                <a:cubicBezTo>
                  <a:pt x="2534446" y="39410"/>
                  <a:pt x="2533281" y="41509"/>
                  <a:pt x="2533281" y="43914"/>
                </a:cubicBezTo>
                <a:cubicBezTo>
                  <a:pt x="2533281" y="45444"/>
                  <a:pt x="2533765" y="46821"/>
                  <a:pt x="2534731" y="48046"/>
                </a:cubicBezTo>
                <a:cubicBezTo>
                  <a:pt x="2535698" y="49313"/>
                  <a:pt x="2537213" y="50362"/>
                  <a:pt x="2539278" y="51192"/>
                </a:cubicBezTo>
                <a:cubicBezTo>
                  <a:pt x="2540465" y="51630"/>
                  <a:pt x="2543958" y="52636"/>
                  <a:pt x="2549757" y="54210"/>
                </a:cubicBezTo>
                <a:cubicBezTo>
                  <a:pt x="2558149" y="56449"/>
                  <a:pt x="2564003" y="58282"/>
                  <a:pt x="2567320" y="59708"/>
                </a:cubicBezTo>
                <a:cubicBezTo>
                  <a:pt x="2570637" y="61135"/>
                  <a:pt x="2573241" y="63209"/>
                  <a:pt x="2575130" y="65932"/>
                </a:cubicBezTo>
                <a:cubicBezTo>
                  <a:pt x="2577019" y="68653"/>
                  <a:pt x="2577964" y="72033"/>
                  <a:pt x="2577964" y="76071"/>
                </a:cubicBezTo>
                <a:cubicBezTo>
                  <a:pt x="2577964" y="80022"/>
                  <a:pt x="2576810" y="83743"/>
                  <a:pt x="2574504" y="87233"/>
                </a:cubicBezTo>
                <a:cubicBezTo>
                  <a:pt x="2572197" y="90722"/>
                  <a:pt x="2568869" y="93421"/>
                  <a:pt x="2564519" y="95331"/>
                </a:cubicBezTo>
                <a:cubicBezTo>
                  <a:pt x="2560170" y="97241"/>
                  <a:pt x="2555249" y="98196"/>
                  <a:pt x="2549757" y="98196"/>
                </a:cubicBezTo>
                <a:cubicBezTo>
                  <a:pt x="2540662" y="98196"/>
                  <a:pt x="2533732" y="96301"/>
                  <a:pt x="2528965" y="92512"/>
                </a:cubicBezTo>
                <a:cubicBezTo>
                  <a:pt x="2524198" y="88722"/>
                  <a:pt x="2521155" y="83104"/>
                  <a:pt x="2519837" y="75657"/>
                </a:cubicBezTo>
                <a:close/>
                <a:moveTo>
                  <a:pt x="2595428" y="96614"/>
                </a:moveTo>
                <a:lnTo>
                  <a:pt x="2595428" y="83038"/>
                </a:lnTo>
                <a:lnTo>
                  <a:pt x="2608938" y="83038"/>
                </a:lnTo>
                <a:lnTo>
                  <a:pt x="2608938" y="96614"/>
                </a:lnTo>
                <a:lnTo>
                  <a:pt x="2595428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6EF6A-DBBE-40CA-9B54-F6F1C63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6315737"/>
            <a:ext cx="2657219" cy="923700"/>
          </a:xfrm>
          <a:custGeom xmlns:a="http://schemas.openxmlformats.org/drawingml/2006/main">
            <a:pathLst>
              <a:path w="2657219" h="923700">
                <a:moveTo>
                  <a:pt x="0" y="0"/>
                </a:moveTo>
                <a:lnTo>
                  <a:pt x="2657219" y="0"/>
                </a:lnTo>
                <a:lnTo>
                  <a:pt x="2657219" y="923700"/>
                </a:lnTo>
                <a:lnTo>
                  <a:pt x="0" y="923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F7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2EFB2-F615-4542-8D1B-B00508E8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44" y="6315737"/>
            <a:ext cx="2657219" cy="923700"/>
          </a:xfrm>
          <a:custGeom xmlns:a="http://schemas.openxmlformats.org/drawingml/2006/main">
            <a:pathLst>
              <a:path w="2657219" h="923700" fill="none">
                <a:moveTo>
                  <a:pt x="0" y="0"/>
                </a:moveTo>
                <a:lnTo>
                  <a:pt x="2657219" y="0"/>
                </a:lnTo>
                <a:lnTo>
                  <a:pt x="2657219" y="923700"/>
                </a:lnTo>
                <a:lnTo>
                  <a:pt x="0" y="9237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36" cap="flat">
            <a:solidFill>
              <a:srgbClr val="36393D"/>
            </a:solidFill>
            <a:miter/>
          </a:ln>
        </p:spPr>
      </p:sp>
      <p:sp>
        <p:nvSpPr>
          <p:cNvPr id="191" name="Text Verification">
            <a:extLst xmlns:a="http://schemas.openxmlformats.org/drawingml/2006/main">
              <a:ext uri="{FF2B5EF4-FFF2-40B4-BE49-F238E27FC236}">
                <a16:creationId xmlns:a16="http://schemas.microsoft.com/office/drawing/2014/main" id="{AABCC83E-2805-41BA-AF6C-61002E1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31" y="6386122"/>
            <a:ext cx="718547" cy="99909"/>
          </a:xfrm>
          <a:custGeom xmlns:a="http://schemas.openxmlformats.org/drawingml/2006/main">
            <a:pathLst>
              <a:path w="718547" h="99909">
                <a:moveTo>
                  <a:pt x="34533" y="98328"/>
                </a:moveTo>
                <a:lnTo>
                  <a:pt x="0" y="1713"/>
                </a:lnTo>
                <a:lnTo>
                  <a:pt x="21155" y="1713"/>
                </a:lnTo>
                <a:lnTo>
                  <a:pt x="45605" y="73153"/>
                </a:lnTo>
                <a:lnTo>
                  <a:pt x="69264" y="1713"/>
                </a:lnTo>
                <a:lnTo>
                  <a:pt x="89958" y="1713"/>
                </a:lnTo>
                <a:lnTo>
                  <a:pt x="55359" y="98328"/>
                </a:lnTo>
                <a:lnTo>
                  <a:pt x="34533" y="98328"/>
                </a:lnTo>
                <a:close/>
                <a:moveTo>
                  <a:pt x="132861" y="76052"/>
                </a:moveTo>
                <a:lnTo>
                  <a:pt x="151314" y="79216"/>
                </a:lnTo>
                <a:cubicBezTo>
                  <a:pt x="148941" y="85960"/>
                  <a:pt x="145196" y="91095"/>
                  <a:pt x="140077" y="94621"/>
                </a:cubicBezTo>
                <a:cubicBezTo>
                  <a:pt x="134959" y="98146"/>
                  <a:pt x="128555" y="99909"/>
                  <a:pt x="120866" y="99909"/>
                </a:cubicBezTo>
                <a:cubicBezTo>
                  <a:pt x="108696" y="99909"/>
                  <a:pt x="99689" y="95933"/>
                  <a:pt x="93846" y="87981"/>
                </a:cubicBezTo>
                <a:cubicBezTo>
                  <a:pt x="89233" y="81610"/>
                  <a:pt x="86926" y="73570"/>
                  <a:pt x="86926" y="63860"/>
                </a:cubicBezTo>
                <a:cubicBezTo>
                  <a:pt x="86926" y="52261"/>
                  <a:pt x="89958" y="43178"/>
                  <a:pt x="96021" y="36609"/>
                </a:cubicBezTo>
                <a:cubicBezTo>
                  <a:pt x="102084" y="30041"/>
                  <a:pt x="109751" y="26757"/>
                  <a:pt x="119021" y="26757"/>
                </a:cubicBezTo>
                <a:cubicBezTo>
                  <a:pt x="129434" y="26757"/>
                  <a:pt x="137650" y="30195"/>
                  <a:pt x="143669" y="37071"/>
                </a:cubicBezTo>
                <a:cubicBezTo>
                  <a:pt x="149688" y="43946"/>
                  <a:pt x="152566" y="54480"/>
                  <a:pt x="152302" y="68671"/>
                </a:cubicBezTo>
                <a:lnTo>
                  <a:pt x="105906" y="68671"/>
                </a:lnTo>
                <a:cubicBezTo>
                  <a:pt x="106038" y="74163"/>
                  <a:pt x="107532" y="78436"/>
                  <a:pt x="110388" y="81489"/>
                </a:cubicBezTo>
                <a:cubicBezTo>
                  <a:pt x="113244" y="84543"/>
                  <a:pt x="116802" y="86070"/>
                  <a:pt x="121064" y="86070"/>
                </a:cubicBezTo>
                <a:cubicBezTo>
                  <a:pt x="123964" y="86070"/>
                  <a:pt x="126402" y="85279"/>
                  <a:pt x="128379" y="83697"/>
                </a:cubicBezTo>
                <a:cubicBezTo>
                  <a:pt x="130356" y="82115"/>
                  <a:pt x="131850" y="79567"/>
                  <a:pt x="132861" y="76052"/>
                </a:cubicBezTo>
                <a:moveTo>
                  <a:pt x="133915" y="57336"/>
                </a:moveTo>
                <a:cubicBezTo>
                  <a:pt x="133783" y="51998"/>
                  <a:pt x="132399" y="47939"/>
                  <a:pt x="129763" y="45160"/>
                </a:cubicBezTo>
                <a:cubicBezTo>
                  <a:pt x="127127" y="42381"/>
                  <a:pt x="123920" y="40992"/>
                  <a:pt x="120141" y="40992"/>
                </a:cubicBezTo>
                <a:cubicBezTo>
                  <a:pt x="116099" y="40992"/>
                  <a:pt x="112760" y="42457"/>
                  <a:pt x="110124" y="45389"/>
                </a:cubicBezTo>
                <a:cubicBezTo>
                  <a:pt x="107488" y="48321"/>
                  <a:pt x="106192" y="52304"/>
                  <a:pt x="106236" y="57336"/>
                </a:cubicBezTo>
                <a:lnTo>
                  <a:pt x="133915" y="57336"/>
                </a:lnTo>
                <a:close/>
                <a:moveTo>
                  <a:pt x="185102" y="98328"/>
                </a:moveTo>
                <a:lnTo>
                  <a:pt x="166583" y="98328"/>
                </a:lnTo>
                <a:lnTo>
                  <a:pt x="166583" y="28338"/>
                </a:lnTo>
                <a:lnTo>
                  <a:pt x="183784" y="28338"/>
                </a:lnTo>
                <a:lnTo>
                  <a:pt x="183784" y="38290"/>
                </a:lnTo>
                <a:cubicBezTo>
                  <a:pt x="186728" y="33589"/>
                  <a:pt x="189375" y="30491"/>
                  <a:pt x="191725" y="28997"/>
                </a:cubicBezTo>
                <a:cubicBezTo>
                  <a:pt x="194076" y="27504"/>
                  <a:pt x="196745" y="26757"/>
                  <a:pt x="199732" y="26757"/>
                </a:cubicBezTo>
                <a:cubicBezTo>
                  <a:pt x="203950" y="26757"/>
                  <a:pt x="208014" y="27921"/>
                  <a:pt x="211925" y="30250"/>
                </a:cubicBezTo>
                <a:lnTo>
                  <a:pt x="206191" y="46396"/>
                </a:lnTo>
                <a:cubicBezTo>
                  <a:pt x="203072" y="44375"/>
                  <a:pt x="200172" y="43364"/>
                  <a:pt x="197492" y="43364"/>
                </a:cubicBezTo>
                <a:cubicBezTo>
                  <a:pt x="194900" y="43364"/>
                  <a:pt x="192703" y="44078"/>
                  <a:pt x="190901" y="45506"/>
                </a:cubicBezTo>
                <a:cubicBezTo>
                  <a:pt x="189100" y="46934"/>
                  <a:pt x="187683" y="49515"/>
                  <a:pt x="186651" y="53250"/>
                </a:cubicBezTo>
                <a:cubicBezTo>
                  <a:pt x="185618" y="56984"/>
                  <a:pt x="185102" y="64805"/>
                  <a:pt x="185102" y="76711"/>
                </a:cubicBezTo>
                <a:lnTo>
                  <a:pt x="185102" y="98328"/>
                </a:lnTo>
                <a:close/>
                <a:moveTo>
                  <a:pt x="219877" y="18848"/>
                </a:moveTo>
                <a:lnTo>
                  <a:pt x="219877" y="1713"/>
                </a:lnTo>
                <a:lnTo>
                  <a:pt x="238396" y="1713"/>
                </a:lnTo>
                <a:lnTo>
                  <a:pt x="238396" y="18848"/>
                </a:lnTo>
                <a:lnTo>
                  <a:pt x="219877" y="18848"/>
                </a:lnTo>
                <a:moveTo>
                  <a:pt x="219877" y="98328"/>
                </a:moveTo>
                <a:lnTo>
                  <a:pt x="219877" y="28338"/>
                </a:lnTo>
                <a:lnTo>
                  <a:pt x="238396" y="28338"/>
                </a:lnTo>
                <a:lnTo>
                  <a:pt x="238396" y="98328"/>
                </a:lnTo>
                <a:lnTo>
                  <a:pt x="219877" y="98328"/>
                </a:lnTo>
                <a:close/>
                <a:moveTo>
                  <a:pt x="249293" y="28338"/>
                </a:moveTo>
                <a:lnTo>
                  <a:pt x="259574" y="28338"/>
                </a:lnTo>
                <a:lnTo>
                  <a:pt x="259574" y="23054"/>
                </a:lnTo>
                <a:cubicBezTo>
                  <a:pt x="259574" y="17153"/>
                  <a:pt x="260200" y="12749"/>
                  <a:pt x="261452" y="9842"/>
                </a:cubicBezTo>
                <a:cubicBezTo>
                  <a:pt x="262704" y="6936"/>
                  <a:pt x="265011" y="4569"/>
                  <a:pt x="268372" y="2741"/>
                </a:cubicBezTo>
                <a:cubicBezTo>
                  <a:pt x="271733" y="914"/>
                  <a:pt x="275984" y="0"/>
                  <a:pt x="281124" y="0"/>
                </a:cubicBezTo>
                <a:cubicBezTo>
                  <a:pt x="286396" y="0"/>
                  <a:pt x="291559" y="791"/>
                  <a:pt x="296611" y="2373"/>
                </a:cubicBezTo>
                <a:lnTo>
                  <a:pt x="294107" y="15290"/>
                </a:lnTo>
                <a:cubicBezTo>
                  <a:pt x="291163" y="14587"/>
                  <a:pt x="288330" y="14235"/>
                  <a:pt x="285606" y="14235"/>
                </a:cubicBezTo>
                <a:cubicBezTo>
                  <a:pt x="282925" y="14235"/>
                  <a:pt x="281003" y="14865"/>
                  <a:pt x="279839" y="16124"/>
                </a:cubicBezTo>
                <a:cubicBezTo>
                  <a:pt x="278675" y="17381"/>
                  <a:pt x="278093" y="19798"/>
                  <a:pt x="278093" y="23373"/>
                </a:cubicBezTo>
                <a:lnTo>
                  <a:pt x="278093" y="28338"/>
                </a:lnTo>
                <a:lnTo>
                  <a:pt x="291932" y="28338"/>
                </a:lnTo>
                <a:lnTo>
                  <a:pt x="291932" y="42969"/>
                </a:lnTo>
                <a:lnTo>
                  <a:pt x="278093" y="42969"/>
                </a:lnTo>
                <a:lnTo>
                  <a:pt x="278093" y="98328"/>
                </a:lnTo>
                <a:lnTo>
                  <a:pt x="259574" y="98328"/>
                </a:lnTo>
                <a:lnTo>
                  <a:pt x="259574" y="42969"/>
                </a:lnTo>
                <a:lnTo>
                  <a:pt x="249293" y="42969"/>
                </a:lnTo>
                <a:lnTo>
                  <a:pt x="249293" y="28338"/>
                </a:lnTo>
                <a:close/>
                <a:moveTo>
                  <a:pt x="302343" y="18848"/>
                </a:moveTo>
                <a:lnTo>
                  <a:pt x="302343" y="1713"/>
                </a:lnTo>
                <a:lnTo>
                  <a:pt x="320862" y="1713"/>
                </a:lnTo>
                <a:lnTo>
                  <a:pt x="320862" y="18848"/>
                </a:lnTo>
                <a:lnTo>
                  <a:pt x="302343" y="18848"/>
                </a:lnTo>
                <a:moveTo>
                  <a:pt x="302343" y="98328"/>
                </a:moveTo>
                <a:lnTo>
                  <a:pt x="302343" y="28338"/>
                </a:lnTo>
                <a:lnTo>
                  <a:pt x="320862" y="28338"/>
                </a:lnTo>
                <a:lnTo>
                  <a:pt x="320862" y="98328"/>
                </a:lnTo>
                <a:lnTo>
                  <a:pt x="302343" y="98328"/>
                </a:lnTo>
                <a:close/>
                <a:moveTo>
                  <a:pt x="400891" y="49032"/>
                </a:moveTo>
                <a:lnTo>
                  <a:pt x="382636" y="52327"/>
                </a:lnTo>
                <a:cubicBezTo>
                  <a:pt x="382021" y="48703"/>
                  <a:pt x="380626" y="45973"/>
                  <a:pt x="378451" y="44139"/>
                </a:cubicBezTo>
                <a:cubicBezTo>
                  <a:pt x="376276" y="42304"/>
                  <a:pt x="373454" y="41387"/>
                  <a:pt x="369983" y="41387"/>
                </a:cubicBezTo>
                <a:cubicBezTo>
                  <a:pt x="365370" y="41387"/>
                  <a:pt x="361690" y="42975"/>
                  <a:pt x="358944" y="46151"/>
                </a:cubicBezTo>
                <a:cubicBezTo>
                  <a:pt x="356198" y="49327"/>
                  <a:pt x="354825" y="54637"/>
                  <a:pt x="354825" y="62083"/>
                </a:cubicBezTo>
                <a:cubicBezTo>
                  <a:pt x="354825" y="70362"/>
                  <a:pt x="356220" y="76210"/>
                  <a:pt x="359010" y="79628"/>
                </a:cubicBezTo>
                <a:cubicBezTo>
                  <a:pt x="361800" y="83044"/>
                  <a:pt x="365545" y="84752"/>
                  <a:pt x="370246" y="84752"/>
                </a:cubicBezTo>
                <a:cubicBezTo>
                  <a:pt x="373761" y="84752"/>
                  <a:pt x="376639" y="83752"/>
                  <a:pt x="378880" y="81753"/>
                </a:cubicBezTo>
                <a:cubicBezTo>
                  <a:pt x="381120" y="79754"/>
                  <a:pt x="382702" y="76316"/>
                  <a:pt x="383625" y="71439"/>
                </a:cubicBezTo>
                <a:lnTo>
                  <a:pt x="401814" y="74602"/>
                </a:lnTo>
                <a:cubicBezTo>
                  <a:pt x="399925" y="82950"/>
                  <a:pt x="396300" y="89255"/>
                  <a:pt x="390940" y="93517"/>
                </a:cubicBezTo>
                <a:cubicBezTo>
                  <a:pt x="385580" y="97778"/>
                  <a:pt x="378396" y="99909"/>
                  <a:pt x="369390" y="99909"/>
                </a:cubicBezTo>
                <a:cubicBezTo>
                  <a:pt x="359153" y="99909"/>
                  <a:pt x="350992" y="96680"/>
                  <a:pt x="344907" y="90222"/>
                </a:cubicBezTo>
                <a:cubicBezTo>
                  <a:pt x="338821" y="83763"/>
                  <a:pt x="335779" y="74822"/>
                  <a:pt x="335779" y="63399"/>
                </a:cubicBezTo>
                <a:cubicBezTo>
                  <a:pt x="335779" y="51844"/>
                  <a:pt x="338832" y="42848"/>
                  <a:pt x="344939" y="36412"/>
                </a:cubicBezTo>
                <a:cubicBezTo>
                  <a:pt x="351047" y="29975"/>
                  <a:pt x="359306" y="26757"/>
                  <a:pt x="369719" y="26757"/>
                </a:cubicBezTo>
                <a:cubicBezTo>
                  <a:pt x="378243" y="26757"/>
                  <a:pt x="385020" y="28591"/>
                  <a:pt x="390050" y="32260"/>
                </a:cubicBezTo>
                <a:cubicBezTo>
                  <a:pt x="395081" y="35928"/>
                  <a:pt x="398695" y="41519"/>
                  <a:pt x="400891" y="49032"/>
                </a:cubicBezTo>
                <a:close/>
                <a:moveTo>
                  <a:pt x="428748" y="49955"/>
                </a:moveTo>
                <a:lnTo>
                  <a:pt x="411943" y="46923"/>
                </a:lnTo>
                <a:cubicBezTo>
                  <a:pt x="413832" y="40068"/>
                  <a:pt x="417083" y="34993"/>
                  <a:pt x="421696" y="31699"/>
                </a:cubicBezTo>
                <a:cubicBezTo>
                  <a:pt x="426310" y="28404"/>
                  <a:pt x="433164" y="26757"/>
                  <a:pt x="442258" y="26757"/>
                </a:cubicBezTo>
                <a:cubicBezTo>
                  <a:pt x="450518" y="26757"/>
                  <a:pt x="456669" y="27734"/>
                  <a:pt x="460711" y="29689"/>
                </a:cubicBezTo>
                <a:cubicBezTo>
                  <a:pt x="464753" y="31645"/>
                  <a:pt x="467598" y="34127"/>
                  <a:pt x="469246" y="37136"/>
                </a:cubicBezTo>
                <a:cubicBezTo>
                  <a:pt x="470893" y="40146"/>
                  <a:pt x="471717" y="45671"/>
                  <a:pt x="471717" y="53711"/>
                </a:cubicBezTo>
                <a:lnTo>
                  <a:pt x="471519" y="75327"/>
                </a:lnTo>
                <a:cubicBezTo>
                  <a:pt x="471519" y="81478"/>
                  <a:pt x="471816" y="86015"/>
                  <a:pt x="472409" y="88936"/>
                </a:cubicBezTo>
                <a:cubicBezTo>
                  <a:pt x="473002" y="91858"/>
                  <a:pt x="474111" y="94989"/>
                  <a:pt x="475737" y="98328"/>
                </a:cubicBezTo>
                <a:lnTo>
                  <a:pt x="457416" y="98328"/>
                </a:lnTo>
                <a:cubicBezTo>
                  <a:pt x="456933" y="97097"/>
                  <a:pt x="456340" y="95274"/>
                  <a:pt x="455637" y="92858"/>
                </a:cubicBezTo>
                <a:cubicBezTo>
                  <a:pt x="455329" y="91759"/>
                  <a:pt x="455109" y="91034"/>
                  <a:pt x="454978" y="90683"/>
                </a:cubicBezTo>
                <a:cubicBezTo>
                  <a:pt x="451814" y="93758"/>
                  <a:pt x="448431" y="96065"/>
                  <a:pt x="444828" y="97603"/>
                </a:cubicBezTo>
                <a:cubicBezTo>
                  <a:pt x="441226" y="99140"/>
                  <a:pt x="437381" y="99909"/>
                  <a:pt x="433295" y="99909"/>
                </a:cubicBezTo>
                <a:cubicBezTo>
                  <a:pt x="426090" y="99909"/>
                  <a:pt x="420411" y="97962"/>
                  <a:pt x="416259" y="94069"/>
                </a:cubicBezTo>
                <a:cubicBezTo>
                  <a:pt x="412107" y="90175"/>
                  <a:pt x="410031" y="85253"/>
                  <a:pt x="410031" y="79302"/>
                </a:cubicBezTo>
                <a:cubicBezTo>
                  <a:pt x="410031" y="75364"/>
                  <a:pt x="410976" y="71854"/>
                  <a:pt x="412865" y="68770"/>
                </a:cubicBezTo>
                <a:cubicBezTo>
                  <a:pt x="414755" y="65685"/>
                  <a:pt x="417402" y="63322"/>
                  <a:pt x="420807" y="61681"/>
                </a:cubicBezTo>
                <a:cubicBezTo>
                  <a:pt x="424212" y="60041"/>
                  <a:pt x="429121" y="58608"/>
                  <a:pt x="435536" y="57383"/>
                </a:cubicBezTo>
                <a:cubicBezTo>
                  <a:pt x="444191" y="55764"/>
                  <a:pt x="450189" y="54255"/>
                  <a:pt x="453528" y="52854"/>
                </a:cubicBezTo>
                <a:lnTo>
                  <a:pt x="453528" y="50989"/>
                </a:lnTo>
                <a:cubicBezTo>
                  <a:pt x="453528" y="47390"/>
                  <a:pt x="452649" y="44825"/>
                  <a:pt x="450891" y="43292"/>
                </a:cubicBezTo>
                <a:cubicBezTo>
                  <a:pt x="449134" y="41759"/>
                  <a:pt x="445817" y="40992"/>
                  <a:pt x="440940" y="40992"/>
                </a:cubicBezTo>
                <a:cubicBezTo>
                  <a:pt x="437645" y="40992"/>
                  <a:pt x="435075" y="41655"/>
                  <a:pt x="433229" y="42981"/>
                </a:cubicBezTo>
                <a:cubicBezTo>
                  <a:pt x="431384" y="44306"/>
                  <a:pt x="429890" y="46631"/>
                  <a:pt x="428748" y="49955"/>
                </a:cubicBezTo>
                <a:moveTo>
                  <a:pt x="453528" y="64981"/>
                </a:moveTo>
                <a:cubicBezTo>
                  <a:pt x="451155" y="65762"/>
                  <a:pt x="447399" y="66695"/>
                  <a:pt x="442258" y="67781"/>
                </a:cubicBezTo>
                <a:cubicBezTo>
                  <a:pt x="437118" y="68866"/>
                  <a:pt x="433757" y="69930"/>
                  <a:pt x="432175" y="70972"/>
                </a:cubicBezTo>
                <a:cubicBezTo>
                  <a:pt x="429759" y="72665"/>
                  <a:pt x="428550" y="74813"/>
                  <a:pt x="428550" y="77418"/>
                </a:cubicBezTo>
                <a:cubicBezTo>
                  <a:pt x="428550" y="79980"/>
                  <a:pt x="429517" y="82194"/>
                  <a:pt x="431450" y="84062"/>
                </a:cubicBezTo>
                <a:cubicBezTo>
                  <a:pt x="433383" y="85928"/>
                  <a:pt x="435844" y="86860"/>
                  <a:pt x="438831" y="86860"/>
                </a:cubicBezTo>
                <a:cubicBezTo>
                  <a:pt x="442170" y="86860"/>
                  <a:pt x="445356" y="85775"/>
                  <a:pt x="448387" y="83604"/>
                </a:cubicBezTo>
                <a:cubicBezTo>
                  <a:pt x="450628" y="81956"/>
                  <a:pt x="452100" y="79937"/>
                  <a:pt x="452803" y="77548"/>
                </a:cubicBezTo>
                <a:cubicBezTo>
                  <a:pt x="453286" y="75985"/>
                  <a:pt x="453528" y="73012"/>
                  <a:pt x="453528" y="68628"/>
                </a:cubicBezTo>
                <a:lnTo>
                  <a:pt x="453528" y="64981"/>
                </a:lnTo>
                <a:close/>
                <a:moveTo>
                  <a:pt x="522047" y="28338"/>
                </a:moveTo>
                <a:lnTo>
                  <a:pt x="522047" y="43101"/>
                </a:lnTo>
                <a:lnTo>
                  <a:pt x="509393" y="43101"/>
                </a:lnTo>
                <a:lnTo>
                  <a:pt x="509393" y="71262"/>
                </a:lnTo>
                <a:cubicBezTo>
                  <a:pt x="509393" y="76965"/>
                  <a:pt x="509514" y="80289"/>
                  <a:pt x="509756" y="81232"/>
                </a:cubicBezTo>
                <a:cubicBezTo>
                  <a:pt x="509997" y="82174"/>
                  <a:pt x="510546" y="82952"/>
                  <a:pt x="511403" y="83567"/>
                </a:cubicBezTo>
                <a:cubicBezTo>
                  <a:pt x="512260" y="84181"/>
                  <a:pt x="513303" y="84488"/>
                  <a:pt x="514534" y="84488"/>
                </a:cubicBezTo>
                <a:cubicBezTo>
                  <a:pt x="516247" y="84488"/>
                  <a:pt x="518729" y="83895"/>
                  <a:pt x="521981" y="82709"/>
                </a:cubicBezTo>
                <a:lnTo>
                  <a:pt x="523562" y="97129"/>
                </a:lnTo>
                <a:cubicBezTo>
                  <a:pt x="519257" y="98983"/>
                  <a:pt x="514380" y="99909"/>
                  <a:pt x="508932" y="99909"/>
                </a:cubicBezTo>
                <a:cubicBezTo>
                  <a:pt x="505593" y="99909"/>
                  <a:pt x="502583" y="99349"/>
                  <a:pt x="499903" y="98229"/>
                </a:cubicBezTo>
                <a:cubicBezTo>
                  <a:pt x="497223" y="97108"/>
                  <a:pt x="495257" y="95659"/>
                  <a:pt x="494005" y="93879"/>
                </a:cubicBezTo>
                <a:cubicBezTo>
                  <a:pt x="492753" y="92100"/>
                  <a:pt x="491885" y="89694"/>
                  <a:pt x="491402" y="86663"/>
                </a:cubicBezTo>
                <a:cubicBezTo>
                  <a:pt x="491006" y="84510"/>
                  <a:pt x="490808" y="80160"/>
                  <a:pt x="490808" y="73614"/>
                </a:cubicBezTo>
                <a:lnTo>
                  <a:pt x="490808" y="43101"/>
                </a:lnTo>
                <a:lnTo>
                  <a:pt x="482307" y="43101"/>
                </a:lnTo>
                <a:lnTo>
                  <a:pt x="482307" y="28338"/>
                </a:lnTo>
                <a:lnTo>
                  <a:pt x="490808" y="28338"/>
                </a:lnTo>
                <a:lnTo>
                  <a:pt x="490808" y="14367"/>
                </a:lnTo>
                <a:lnTo>
                  <a:pt x="509393" y="3427"/>
                </a:lnTo>
                <a:lnTo>
                  <a:pt x="509393" y="28338"/>
                </a:lnTo>
                <a:lnTo>
                  <a:pt x="522047" y="28338"/>
                </a:lnTo>
                <a:close/>
                <a:moveTo>
                  <a:pt x="534897" y="18848"/>
                </a:moveTo>
                <a:lnTo>
                  <a:pt x="534897" y="1713"/>
                </a:lnTo>
                <a:lnTo>
                  <a:pt x="553416" y="1713"/>
                </a:lnTo>
                <a:lnTo>
                  <a:pt x="553416" y="18848"/>
                </a:lnTo>
                <a:lnTo>
                  <a:pt x="534897" y="18848"/>
                </a:lnTo>
                <a:moveTo>
                  <a:pt x="534897" y="98328"/>
                </a:moveTo>
                <a:lnTo>
                  <a:pt x="534897" y="28338"/>
                </a:lnTo>
                <a:lnTo>
                  <a:pt x="553416" y="28338"/>
                </a:lnTo>
                <a:lnTo>
                  <a:pt x="553416" y="98328"/>
                </a:lnTo>
                <a:lnTo>
                  <a:pt x="534897" y="98328"/>
                </a:lnTo>
                <a:close/>
                <a:moveTo>
                  <a:pt x="568134" y="62344"/>
                </a:moveTo>
                <a:cubicBezTo>
                  <a:pt x="568134" y="56194"/>
                  <a:pt x="569650" y="50240"/>
                  <a:pt x="572682" y="44485"/>
                </a:cubicBezTo>
                <a:cubicBezTo>
                  <a:pt x="575713" y="38729"/>
                  <a:pt x="580008" y="34336"/>
                  <a:pt x="585566" y="31304"/>
                </a:cubicBezTo>
                <a:cubicBezTo>
                  <a:pt x="591124" y="28272"/>
                  <a:pt x="597329" y="26757"/>
                  <a:pt x="604183" y="26757"/>
                </a:cubicBezTo>
                <a:cubicBezTo>
                  <a:pt x="614772" y="26757"/>
                  <a:pt x="623449" y="30195"/>
                  <a:pt x="630215" y="37071"/>
                </a:cubicBezTo>
                <a:cubicBezTo>
                  <a:pt x="636981" y="43946"/>
                  <a:pt x="640364" y="52635"/>
                  <a:pt x="640364" y="63135"/>
                </a:cubicBezTo>
                <a:cubicBezTo>
                  <a:pt x="640364" y="73724"/>
                  <a:pt x="636948" y="82500"/>
                  <a:pt x="630116" y="89464"/>
                </a:cubicBezTo>
                <a:cubicBezTo>
                  <a:pt x="623284" y="96427"/>
                  <a:pt x="614684" y="99909"/>
                  <a:pt x="604315" y="99909"/>
                </a:cubicBezTo>
                <a:cubicBezTo>
                  <a:pt x="597901" y="99909"/>
                  <a:pt x="591783" y="98459"/>
                  <a:pt x="585961" y="95560"/>
                </a:cubicBezTo>
                <a:cubicBezTo>
                  <a:pt x="580140" y="92660"/>
                  <a:pt x="575713" y="88409"/>
                  <a:pt x="572682" y="82807"/>
                </a:cubicBezTo>
                <a:cubicBezTo>
                  <a:pt x="569650" y="77206"/>
                  <a:pt x="568134" y="70385"/>
                  <a:pt x="568134" y="62344"/>
                </a:cubicBezTo>
                <a:moveTo>
                  <a:pt x="587114" y="63333"/>
                </a:moveTo>
                <a:cubicBezTo>
                  <a:pt x="587114" y="70253"/>
                  <a:pt x="588762" y="75553"/>
                  <a:pt x="592057" y="79232"/>
                </a:cubicBezTo>
                <a:cubicBezTo>
                  <a:pt x="595352" y="82912"/>
                  <a:pt x="599416" y="84752"/>
                  <a:pt x="604249" y="84752"/>
                </a:cubicBezTo>
                <a:cubicBezTo>
                  <a:pt x="609082" y="84752"/>
                  <a:pt x="613135" y="82912"/>
                  <a:pt x="616408" y="79232"/>
                </a:cubicBezTo>
                <a:cubicBezTo>
                  <a:pt x="619682" y="75553"/>
                  <a:pt x="621318" y="70209"/>
                  <a:pt x="621318" y="63201"/>
                </a:cubicBezTo>
                <a:cubicBezTo>
                  <a:pt x="621318" y="56369"/>
                  <a:pt x="619682" y="51113"/>
                  <a:pt x="616408" y="47434"/>
                </a:cubicBezTo>
                <a:cubicBezTo>
                  <a:pt x="613135" y="43754"/>
                  <a:pt x="609082" y="41914"/>
                  <a:pt x="604249" y="41914"/>
                </a:cubicBezTo>
                <a:cubicBezTo>
                  <a:pt x="599416" y="41914"/>
                  <a:pt x="595352" y="43754"/>
                  <a:pt x="592057" y="47434"/>
                </a:cubicBezTo>
                <a:cubicBezTo>
                  <a:pt x="588762" y="51113"/>
                  <a:pt x="587114" y="56413"/>
                  <a:pt x="587114" y="63333"/>
                </a:cubicBezTo>
                <a:close/>
                <a:moveTo>
                  <a:pt x="718547" y="98328"/>
                </a:moveTo>
                <a:lnTo>
                  <a:pt x="700028" y="98328"/>
                </a:lnTo>
                <a:lnTo>
                  <a:pt x="700028" y="62649"/>
                </a:lnTo>
                <a:cubicBezTo>
                  <a:pt x="700028" y="55101"/>
                  <a:pt x="699633" y="50218"/>
                  <a:pt x="698842" y="48002"/>
                </a:cubicBezTo>
                <a:cubicBezTo>
                  <a:pt x="698051" y="45786"/>
                  <a:pt x="696766" y="44064"/>
                  <a:pt x="694987" y="42835"/>
                </a:cubicBezTo>
                <a:cubicBezTo>
                  <a:pt x="693207" y="41606"/>
                  <a:pt x="691065" y="40992"/>
                  <a:pt x="688561" y="40992"/>
                </a:cubicBezTo>
                <a:cubicBezTo>
                  <a:pt x="685354" y="40992"/>
                  <a:pt x="682476" y="41870"/>
                  <a:pt x="679928" y="43626"/>
                </a:cubicBezTo>
                <a:cubicBezTo>
                  <a:pt x="677380" y="45381"/>
                  <a:pt x="675633" y="47706"/>
                  <a:pt x="674689" y="50603"/>
                </a:cubicBezTo>
                <a:cubicBezTo>
                  <a:pt x="673744" y="53499"/>
                  <a:pt x="673272" y="58853"/>
                  <a:pt x="673272" y="66665"/>
                </a:cubicBezTo>
                <a:lnTo>
                  <a:pt x="673272" y="98328"/>
                </a:lnTo>
                <a:lnTo>
                  <a:pt x="654753" y="98328"/>
                </a:lnTo>
                <a:lnTo>
                  <a:pt x="654753" y="28338"/>
                </a:lnTo>
                <a:lnTo>
                  <a:pt x="671954" y="28338"/>
                </a:lnTo>
                <a:lnTo>
                  <a:pt x="671954" y="38619"/>
                </a:lnTo>
                <a:cubicBezTo>
                  <a:pt x="678061" y="30711"/>
                  <a:pt x="685749" y="26757"/>
                  <a:pt x="695020" y="26757"/>
                </a:cubicBezTo>
                <a:cubicBezTo>
                  <a:pt x="699106" y="26757"/>
                  <a:pt x="702840" y="27493"/>
                  <a:pt x="706223" y="28964"/>
                </a:cubicBezTo>
                <a:cubicBezTo>
                  <a:pt x="709606" y="30436"/>
                  <a:pt x="712166" y="32315"/>
                  <a:pt x="713901" y="34599"/>
                </a:cubicBezTo>
                <a:cubicBezTo>
                  <a:pt x="715636" y="36884"/>
                  <a:pt x="716845" y="39476"/>
                  <a:pt x="717526" y="42376"/>
                </a:cubicBezTo>
                <a:cubicBezTo>
                  <a:pt x="718207" y="45276"/>
                  <a:pt x="718547" y="49427"/>
                  <a:pt x="718547" y="54832"/>
                </a:cubicBezTo>
                <a:lnTo>
                  <a:pt x="718547" y="98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1">
            <a:extLst xmlns:a="http://schemas.openxmlformats.org/drawingml/2006/main">
              <a:ext uri="{FF2B5EF4-FFF2-40B4-BE49-F238E27FC236}">
                <a16:creationId xmlns:a16="http://schemas.microsoft.com/office/drawing/2014/main" id="{EDF8D0DB-4585-46C5-BCBF-46930BC5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564" y="6438953"/>
            <a:ext cx="35359" cy="80821"/>
          </a:xfrm>
          <a:custGeom xmlns:a="http://schemas.openxmlformats.org/drawingml/2006/main">
            <a:pathLst>
              <a:path w="35359" h="80821">
                <a:moveTo>
                  <a:pt x="35359" y="80821"/>
                </a:moveTo>
                <a:lnTo>
                  <a:pt x="19931" y="80821"/>
                </a:lnTo>
                <a:lnTo>
                  <a:pt x="19931" y="22740"/>
                </a:lnTo>
                <a:cubicBezTo>
                  <a:pt x="14294" y="28031"/>
                  <a:pt x="7650" y="31945"/>
                  <a:pt x="0" y="34481"/>
                </a:cubicBezTo>
                <a:lnTo>
                  <a:pt x="0" y="20425"/>
                </a:lnTo>
                <a:cubicBezTo>
                  <a:pt x="4026" y="19104"/>
                  <a:pt x="8401" y="16599"/>
                  <a:pt x="13122" y="12911"/>
                </a:cubicBezTo>
                <a:cubicBezTo>
                  <a:pt x="17844" y="9222"/>
                  <a:pt x="21084" y="4919"/>
                  <a:pt x="22841" y="0"/>
                </a:cubicBezTo>
                <a:lnTo>
                  <a:pt x="35359" y="0"/>
                </a:lnTo>
                <a:lnTo>
                  <a:pt x="35359" y="80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:Yes,thatstatementis">
            <a:extLst xmlns:a="http://schemas.openxmlformats.org/drawingml/2006/main">
              <a:ext uri="{FF2B5EF4-FFF2-40B4-BE49-F238E27FC236}">
                <a16:creationId xmlns:a16="http://schemas.microsoft.com/office/drawing/2014/main" id="{D8350E2C-337E-449A-8982-66D830BF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524" y="6387835"/>
            <a:ext cx="1440433" cy="118230"/>
          </a:xfrm>
          <a:custGeom xmlns:a="http://schemas.openxmlformats.org/drawingml/2006/main">
            <a:pathLst>
              <a:path w="1440433" h="118230">
                <a:moveTo>
                  <a:pt x="0" y="45210"/>
                </a:moveTo>
                <a:lnTo>
                  <a:pt x="0" y="26625"/>
                </a:lnTo>
                <a:lnTo>
                  <a:pt x="18519" y="26625"/>
                </a:lnTo>
                <a:lnTo>
                  <a:pt x="18519" y="45210"/>
                </a:lnTo>
                <a:lnTo>
                  <a:pt x="0" y="45210"/>
                </a:lnTo>
                <a:moveTo>
                  <a:pt x="0" y="96614"/>
                </a:moveTo>
                <a:lnTo>
                  <a:pt x="0" y="78029"/>
                </a:lnTo>
                <a:lnTo>
                  <a:pt x="18519" y="78029"/>
                </a:lnTo>
                <a:lnTo>
                  <a:pt x="18519" y="96614"/>
                </a:lnTo>
                <a:lnTo>
                  <a:pt x="0" y="96614"/>
                </a:lnTo>
                <a:close/>
                <a:moveTo>
                  <a:pt x="101952" y="96614"/>
                </a:moveTo>
                <a:lnTo>
                  <a:pt x="101952" y="55952"/>
                </a:lnTo>
                <a:lnTo>
                  <a:pt x="66562" y="0"/>
                </a:lnTo>
                <a:lnTo>
                  <a:pt x="89430" y="0"/>
                </a:lnTo>
                <a:lnTo>
                  <a:pt x="112167" y="38279"/>
                </a:lnTo>
                <a:lnTo>
                  <a:pt x="134442" y="0"/>
                </a:lnTo>
                <a:lnTo>
                  <a:pt x="156915" y="0"/>
                </a:lnTo>
                <a:lnTo>
                  <a:pt x="121393" y="56084"/>
                </a:lnTo>
                <a:lnTo>
                  <a:pt x="121393" y="96614"/>
                </a:lnTo>
                <a:lnTo>
                  <a:pt x="101952" y="96614"/>
                </a:lnTo>
                <a:close/>
                <a:moveTo>
                  <a:pt x="199555" y="74339"/>
                </a:moveTo>
                <a:lnTo>
                  <a:pt x="218008" y="77502"/>
                </a:lnTo>
                <a:cubicBezTo>
                  <a:pt x="215635" y="84246"/>
                  <a:pt x="211890" y="89381"/>
                  <a:pt x="206771" y="92907"/>
                </a:cubicBezTo>
                <a:cubicBezTo>
                  <a:pt x="201653" y="96433"/>
                  <a:pt x="195249" y="98196"/>
                  <a:pt x="187560" y="98196"/>
                </a:cubicBezTo>
                <a:cubicBezTo>
                  <a:pt x="175390" y="98196"/>
                  <a:pt x="166383" y="94220"/>
                  <a:pt x="160540" y="86267"/>
                </a:cubicBezTo>
                <a:cubicBezTo>
                  <a:pt x="155927" y="79897"/>
                  <a:pt x="153620" y="71857"/>
                  <a:pt x="153620" y="62147"/>
                </a:cubicBezTo>
                <a:cubicBezTo>
                  <a:pt x="153620" y="50548"/>
                  <a:pt x="156652" y="41464"/>
                  <a:pt x="162715" y="34896"/>
                </a:cubicBezTo>
                <a:cubicBezTo>
                  <a:pt x="168778" y="28327"/>
                  <a:pt x="176445" y="25043"/>
                  <a:pt x="185715" y="25043"/>
                </a:cubicBezTo>
                <a:cubicBezTo>
                  <a:pt x="196128" y="25043"/>
                  <a:pt x="204344" y="28481"/>
                  <a:pt x="210363" y="35357"/>
                </a:cubicBezTo>
                <a:cubicBezTo>
                  <a:pt x="216382" y="42233"/>
                  <a:pt x="219260" y="52767"/>
                  <a:pt x="218996" y="66958"/>
                </a:cubicBezTo>
                <a:lnTo>
                  <a:pt x="172600" y="66958"/>
                </a:lnTo>
                <a:cubicBezTo>
                  <a:pt x="172732" y="72450"/>
                  <a:pt x="174226" y="76722"/>
                  <a:pt x="177082" y="79776"/>
                </a:cubicBezTo>
                <a:cubicBezTo>
                  <a:pt x="179937" y="82829"/>
                  <a:pt x="183496" y="84356"/>
                  <a:pt x="187758" y="84356"/>
                </a:cubicBezTo>
                <a:cubicBezTo>
                  <a:pt x="190658" y="84356"/>
                  <a:pt x="193096" y="83565"/>
                  <a:pt x="195073" y="81984"/>
                </a:cubicBezTo>
                <a:cubicBezTo>
                  <a:pt x="197050" y="80402"/>
                  <a:pt x="198544" y="77854"/>
                  <a:pt x="199555" y="74339"/>
                </a:cubicBezTo>
                <a:moveTo>
                  <a:pt x="200609" y="55622"/>
                </a:moveTo>
                <a:cubicBezTo>
                  <a:pt x="200477" y="50284"/>
                  <a:pt x="199093" y="46226"/>
                  <a:pt x="196457" y="43447"/>
                </a:cubicBezTo>
                <a:cubicBezTo>
                  <a:pt x="193821" y="40668"/>
                  <a:pt x="190614" y="39278"/>
                  <a:pt x="186835" y="39278"/>
                </a:cubicBezTo>
                <a:cubicBezTo>
                  <a:pt x="182793" y="39278"/>
                  <a:pt x="179454" y="40744"/>
                  <a:pt x="176818" y="43675"/>
                </a:cubicBezTo>
                <a:cubicBezTo>
                  <a:pt x="174182" y="46608"/>
                  <a:pt x="172886" y="50590"/>
                  <a:pt x="172930" y="55622"/>
                </a:cubicBezTo>
                <a:lnTo>
                  <a:pt x="200609" y="55622"/>
                </a:lnTo>
                <a:close/>
                <a:moveTo>
                  <a:pt x="227543" y="76711"/>
                </a:moveTo>
                <a:lnTo>
                  <a:pt x="246128" y="73812"/>
                </a:lnTo>
                <a:cubicBezTo>
                  <a:pt x="246919" y="77392"/>
                  <a:pt x="248522" y="80111"/>
                  <a:pt x="250939" y="81967"/>
                </a:cubicBezTo>
                <a:cubicBezTo>
                  <a:pt x="253355" y="83823"/>
                  <a:pt x="256738" y="84752"/>
                  <a:pt x="261088" y="84752"/>
                </a:cubicBezTo>
                <a:cubicBezTo>
                  <a:pt x="265877" y="84752"/>
                  <a:pt x="269480" y="83874"/>
                  <a:pt x="271896" y="82120"/>
                </a:cubicBezTo>
                <a:cubicBezTo>
                  <a:pt x="273522" y="80891"/>
                  <a:pt x="274334" y="79245"/>
                  <a:pt x="274334" y="77183"/>
                </a:cubicBezTo>
                <a:cubicBezTo>
                  <a:pt x="274334" y="75778"/>
                  <a:pt x="273895" y="74616"/>
                  <a:pt x="273016" y="73694"/>
                </a:cubicBezTo>
                <a:cubicBezTo>
                  <a:pt x="272094" y="72817"/>
                  <a:pt x="270029" y="72005"/>
                  <a:pt x="266821" y="71260"/>
                </a:cubicBezTo>
                <a:cubicBezTo>
                  <a:pt x="251883" y="67970"/>
                  <a:pt x="242415" y="64965"/>
                  <a:pt x="238417" y="62244"/>
                </a:cubicBezTo>
                <a:cubicBezTo>
                  <a:pt x="232881" y="58468"/>
                  <a:pt x="230113" y="53222"/>
                  <a:pt x="230113" y="46507"/>
                </a:cubicBezTo>
                <a:cubicBezTo>
                  <a:pt x="230113" y="40449"/>
                  <a:pt x="232508" y="35358"/>
                  <a:pt x="237297" y="31232"/>
                </a:cubicBezTo>
                <a:cubicBezTo>
                  <a:pt x="242086" y="27106"/>
                  <a:pt x="249511" y="25043"/>
                  <a:pt x="259572" y="25043"/>
                </a:cubicBezTo>
                <a:cubicBezTo>
                  <a:pt x="269150" y="25043"/>
                  <a:pt x="276268" y="26597"/>
                  <a:pt x="280925" y="29706"/>
                </a:cubicBezTo>
                <a:cubicBezTo>
                  <a:pt x="285582" y="32814"/>
                  <a:pt x="288789" y="37411"/>
                  <a:pt x="290547" y="43496"/>
                </a:cubicBezTo>
                <a:lnTo>
                  <a:pt x="273082" y="46791"/>
                </a:lnTo>
                <a:cubicBezTo>
                  <a:pt x="272335" y="44067"/>
                  <a:pt x="270918" y="41980"/>
                  <a:pt x="268831" y="40531"/>
                </a:cubicBezTo>
                <a:cubicBezTo>
                  <a:pt x="266745" y="39081"/>
                  <a:pt x="263768" y="38356"/>
                  <a:pt x="259902" y="38356"/>
                </a:cubicBezTo>
                <a:cubicBezTo>
                  <a:pt x="255025" y="38356"/>
                  <a:pt x="251532" y="39036"/>
                  <a:pt x="249423" y="40397"/>
                </a:cubicBezTo>
                <a:cubicBezTo>
                  <a:pt x="248017" y="41360"/>
                  <a:pt x="247314" y="42611"/>
                  <a:pt x="247314" y="44147"/>
                </a:cubicBezTo>
                <a:cubicBezTo>
                  <a:pt x="247314" y="45462"/>
                  <a:pt x="247929" y="46581"/>
                  <a:pt x="249159" y="47502"/>
                </a:cubicBezTo>
                <a:cubicBezTo>
                  <a:pt x="250829" y="48731"/>
                  <a:pt x="256595" y="50464"/>
                  <a:pt x="266459" y="52702"/>
                </a:cubicBezTo>
                <a:cubicBezTo>
                  <a:pt x="276322" y="54940"/>
                  <a:pt x="283209" y="57685"/>
                  <a:pt x="287120" y="60938"/>
                </a:cubicBezTo>
                <a:cubicBezTo>
                  <a:pt x="290986" y="64236"/>
                  <a:pt x="292919" y="68830"/>
                  <a:pt x="292919" y="74720"/>
                </a:cubicBezTo>
                <a:cubicBezTo>
                  <a:pt x="292919" y="81139"/>
                  <a:pt x="290239" y="86656"/>
                  <a:pt x="284879" y="91272"/>
                </a:cubicBezTo>
                <a:cubicBezTo>
                  <a:pt x="279519" y="95888"/>
                  <a:pt x="271588" y="98196"/>
                  <a:pt x="261088" y="98196"/>
                </a:cubicBezTo>
                <a:cubicBezTo>
                  <a:pt x="251554" y="98196"/>
                  <a:pt x="244008" y="96269"/>
                  <a:pt x="238450" y="92415"/>
                </a:cubicBezTo>
                <a:cubicBezTo>
                  <a:pt x="232892" y="88560"/>
                  <a:pt x="229257" y="83325"/>
                  <a:pt x="227543" y="76711"/>
                </a:cubicBezTo>
                <a:close/>
                <a:moveTo>
                  <a:pt x="308650" y="78029"/>
                </a:moveTo>
                <a:lnTo>
                  <a:pt x="327168" y="78029"/>
                </a:lnTo>
                <a:lnTo>
                  <a:pt x="327168" y="91319"/>
                </a:lnTo>
                <a:cubicBezTo>
                  <a:pt x="327168" y="96697"/>
                  <a:pt x="326707" y="100940"/>
                  <a:pt x="325784" y="104047"/>
                </a:cubicBezTo>
                <a:cubicBezTo>
                  <a:pt x="324862" y="107155"/>
                  <a:pt x="323115" y="109944"/>
                  <a:pt x="320545" y="112412"/>
                </a:cubicBezTo>
                <a:cubicBezTo>
                  <a:pt x="317975" y="114881"/>
                  <a:pt x="314713" y="116820"/>
                  <a:pt x="310758" y="118230"/>
                </a:cubicBezTo>
                <a:lnTo>
                  <a:pt x="307134" y="110586"/>
                </a:lnTo>
                <a:cubicBezTo>
                  <a:pt x="310868" y="109350"/>
                  <a:pt x="313526" y="107650"/>
                  <a:pt x="315108" y="105486"/>
                </a:cubicBezTo>
                <a:cubicBezTo>
                  <a:pt x="316690" y="103324"/>
                  <a:pt x="317525" y="100367"/>
                  <a:pt x="317612" y="96614"/>
                </a:cubicBezTo>
                <a:lnTo>
                  <a:pt x="308650" y="96614"/>
                </a:lnTo>
                <a:lnTo>
                  <a:pt x="308650" y="78029"/>
                </a:lnTo>
                <a:close/>
                <a:moveTo>
                  <a:pt x="416248" y="26625"/>
                </a:moveTo>
                <a:lnTo>
                  <a:pt x="416248" y="41387"/>
                </a:lnTo>
                <a:lnTo>
                  <a:pt x="403595" y="41387"/>
                </a:lnTo>
                <a:lnTo>
                  <a:pt x="403595" y="69549"/>
                </a:lnTo>
                <a:cubicBezTo>
                  <a:pt x="403595" y="75252"/>
                  <a:pt x="403716" y="78575"/>
                  <a:pt x="403957" y="79518"/>
                </a:cubicBezTo>
                <a:cubicBezTo>
                  <a:pt x="404199" y="80460"/>
                  <a:pt x="404748" y="81239"/>
                  <a:pt x="405605" y="81854"/>
                </a:cubicBezTo>
                <a:cubicBezTo>
                  <a:pt x="406462" y="82468"/>
                  <a:pt x="407505" y="82774"/>
                  <a:pt x="408735" y="82774"/>
                </a:cubicBezTo>
                <a:cubicBezTo>
                  <a:pt x="410449" y="82774"/>
                  <a:pt x="412931" y="82181"/>
                  <a:pt x="416182" y="80995"/>
                </a:cubicBezTo>
                <a:lnTo>
                  <a:pt x="417764" y="95416"/>
                </a:lnTo>
                <a:cubicBezTo>
                  <a:pt x="413458" y="97269"/>
                  <a:pt x="408582" y="98196"/>
                  <a:pt x="403134" y="98196"/>
                </a:cubicBezTo>
                <a:cubicBezTo>
                  <a:pt x="399794" y="98196"/>
                  <a:pt x="396785" y="97636"/>
                  <a:pt x="394105" y="96515"/>
                </a:cubicBezTo>
                <a:cubicBezTo>
                  <a:pt x="391425" y="95395"/>
                  <a:pt x="389459" y="93945"/>
                  <a:pt x="388206" y="92166"/>
                </a:cubicBezTo>
                <a:cubicBezTo>
                  <a:pt x="386954" y="90386"/>
                  <a:pt x="386087" y="87981"/>
                  <a:pt x="385603" y="84949"/>
                </a:cubicBezTo>
                <a:cubicBezTo>
                  <a:pt x="385208" y="82796"/>
                  <a:pt x="385010" y="78447"/>
                  <a:pt x="385010" y="71900"/>
                </a:cubicBezTo>
                <a:lnTo>
                  <a:pt x="385010" y="41387"/>
                </a:lnTo>
                <a:lnTo>
                  <a:pt x="376509" y="41387"/>
                </a:lnTo>
                <a:lnTo>
                  <a:pt x="376509" y="26625"/>
                </a:lnTo>
                <a:lnTo>
                  <a:pt x="385010" y="26625"/>
                </a:lnTo>
                <a:lnTo>
                  <a:pt x="385010" y="12653"/>
                </a:lnTo>
                <a:lnTo>
                  <a:pt x="403595" y="1713"/>
                </a:lnTo>
                <a:lnTo>
                  <a:pt x="403595" y="26625"/>
                </a:lnTo>
                <a:lnTo>
                  <a:pt x="416248" y="26625"/>
                </a:lnTo>
                <a:close/>
                <a:moveTo>
                  <a:pt x="447552" y="0"/>
                </a:moveTo>
                <a:lnTo>
                  <a:pt x="447552" y="35571"/>
                </a:lnTo>
                <a:cubicBezTo>
                  <a:pt x="453527" y="28553"/>
                  <a:pt x="460667" y="25043"/>
                  <a:pt x="468971" y="25043"/>
                </a:cubicBezTo>
                <a:cubicBezTo>
                  <a:pt x="473233" y="25043"/>
                  <a:pt x="477077" y="25834"/>
                  <a:pt x="480504" y="27416"/>
                </a:cubicBezTo>
                <a:cubicBezTo>
                  <a:pt x="483931" y="28997"/>
                  <a:pt x="486512" y="31018"/>
                  <a:pt x="488247" y="33479"/>
                </a:cubicBezTo>
                <a:cubicBezTo>
                  <a:pt x="489983" y="35939"/>
                  <a:pt x="491169" y="38663"/>
                  <a:pt x="491806" y="41651"/>
                </a:cubicBezTo>
                <a:cubicBezTo>
                  <a:pt x="492443" y="44638"/>
                  <a:pt x="492762" y="49274"/>
                  <a:pt x="492762" y="55556"/>
                </a:cubicBezTo>
                <a:lnTo>
                  <a:pt x="492762" y="96614"/>
                </a:lnTo>
                <a:lnTo>
                  <a:pt x="474243" y="96614"/>
                </a:lnTo>
                <a:lnTo>
                  <a:pt x="474243" y="59686"/>
                </a:lnTo>
                <a:cubicBezTo>
                  <a:pt x="474243" y="52357"/>
                  <a:pt x="473892" y="47705"/>
                  <a:pt x="473189" y="45731"/>
                </a:cubicBezTo>
                <a:cubicBezTo>
                  <a:pt x="472486" y="43755"/>
                  <a:pt x="471244" y="42186"/>
                  <a:pt x="469465" y="41023"/>
                </a:cubicBezTo>
                <a:cubicBezTo>
                  <a:pt x="467686" y="39860"/>
                  <a:pt x="465456" y="39278"/>
                  <a:pt x="462776" y="39278"/>
                </a:cubicBezTo>
                <a:cubicBezTo>
                  <a:pt x="459700" y="39278"/>
                  <a:pt x="456954" y="40025"/>
                  <a:pt x="454538" y="41517"/>
                </a:cubicBezTo>
                <a:cubicBezTo>
                  <a:pt x="452122" y="43009"/>
                  <a:pt x="450353" y="45258"/>
                  <a:pt x="449233" y="48264"/>
                </a:cubicBezTo>
                <a:cubicBezTo>
                  <a:pt x="448112" y="51269"/>
                  <a:pt x="447552" y="55713"/>
                  <a:pt x="447552" y="61595"/>
                </a:cubicBezTo>
                <a:lnTo>
                  <a:pt x="447552" y="96614"/>
                </a:lnTo>
                <a:lnTo>
                  <a:pt x="429033" y="96614"/>
                </a:lnTo>
                <a:lnTo>
                  <a:pt x="429033" y="0"/>
                </a:lnTo>
                <a:lnTo>
                  <a:pt x="447552" y="0"/>
                </a:lnTo>
                <a:close/>
                <a:moveTo>
                  <a:pt x="525405" y="48241"/>
                </a:moveTo>
                <a:lnTo>
                  <a:pt x="508600" y="45210"/>
                </a:lnTo>
                <a:cubicBezTo>
                  <a:pt x="510489" y="38354"/>
                  <a:pt x="513740" y="33280"/>
                  <a:pt x="518354" y="29986"/>
                </a:cubicBezTo>
                <a:cubicBezTo>
                  <a:pt x="522967" y="26691"/>
                  <a:pt x="529821" y="25043"/>
                  <a:pt x="538915" y="25043"/>
                </a:cubicBezTo>
                <a:cubicBezTo>
                  <a:pt x="547175" y="25043"/>
                  <a:pt x="553326" y="26021"/>
                  <a:pt x="557368" y="27976"/>
                </a:cubicBezTo>
                <a:cubicBezTo>
                  <a:pt x="561410" y="29931"/>
                  <a:pt x="564255" y="32413"/>
                  <a:pt x="565903" y="35423"/>
                </a:cubicBezTo>
                <a:cubicBezTo>
                  <a:pt x="567550" y="38433"/>
                  <a:pt x="568374" y="43957"/>
                  <a:pt x="568374" y="51998"/>
                </a:cubicBezTo>
                <a:lnTo>
                  <a:pt x="568177" y="73614"/>
                </a:lnTo>
                <a:cubicBezTo>
                  <a:pt x="568177" y="79765"/>
                  <a:pt x="568473" y="84301"/>
                  <a:pt x="569066" y="87223"/>
                </a:cubicBezTo>
                <a:cubicBezTo>
                  <a:pt x="569659" y="90145"/>
                  <a:pt x="570769" y="93275"/>
                  <a:pt x="572394" y="96614"/>
                </a:cubicBezTo>
                <a:lnTo>
                  <a:pt x="554073" y="96614"/>
                </a:lnTo>
                <a:cubicBezTo>
                  <a:pt x="553590" y="95384"/>
                  <a:pt x="552997" y="93561"/>
                  <a:pt x="552294" y="91144"/>
                </a:cubicBezTo>
                <a:cubicBezTo>
                  <a:pt x="551986" y="90046"/>
                  <a:pt x="551767" y="89321"/>
                  <a:pt x="551635" y="88969"/>
                </a:cubicBezTo>
                <a:cubicBezTo>
                  <a:pt x="548471" y="92045"/>
                  <a:pt x="545088" y="94351"/>
                  <a:pt x="541486" y="95889"/>
                </a:cubicBezTo>
                <a:cubicBezTo>
                  <a:pt x="537883" y="97427"/>
                  <a:pt x="534039" y="98196"/>
                  <a:pt x="529953" y="98196"/>
                </a:cubicBezTo>
                <a:cubicBezTo>
                  <a:pt x="522747" y="98196"/>
                  <a:pt x="517069" y="96249"/>
                  <a:pt x="512917" y="92355"/>
                </a:cubicBezTo>
                <a:cubicBezTo>
                  <a:pt x="508765" y="88461"/>
                  <a:pt x="506689" y="83539"/>
                  <a:pt x="506689" y="77589"/>
                </a:cubicBezTo>
                <a:cubicBezTo>
                  <a:pt x="506689" y="73651"/>
                  <a:pt x="507633" y="70140"/>
                  <a:pt x="509523" y="67057"/>
                </a:cubicBezTo>
                <a:cubicBezTo>
                  <a:pt x="511412" y="63971"/>
                  <a:pt x="514059" y="61609"/>
                  <a:pt x="517464" y="59968"/>
                </a:cubicBezTo>
                <a:cubicBezTo>
                  <a:pt x="520869" y="58327"/>
                  <a:pt x="525779" y="56894"/>
                  <a:pt x="532193" y="55670"/>
                </a:cubicBezTo>
                <a:cubicBezTo>
                  <a:pt x="540849" y="54051"/>
                  <a:pt x="546846" y="52541"/>
                  <a:pt x="550185" y="51141"/>
                </a:cubicBezTo>
                <a:lnTo>
                  <a:pt x="550185" y="49275"/>
                </a:lnTo>
                <a:cubicBezTo>
                  <a:pt x="550185" y="45676"/>
                  <a:pt x="549306" y="43111"/>
                  <a:pt x="547549" y="41579"/>
                </a:cubicBezTo>
                <a:cubicBezTo>
                  <a:pt x="545791" y="40045"/>
                  <a:pt x="542474" y="39278"/>
                  <a:pt x="537597" y="39278"/>
                </a:cubicBezTo>
                <a:cubicBezTo>
                  <a:pt x="534302" y="39278"/>
                  <a:pt x="531732" y="39941"/>
                  <a:pt x="529887" y="41268"/>
                </a:cubicBezTo>
                <a:cubicBezTo>
                  <a:pt x="528041" y="42593"/>
                  <a:pt x="526548" y="44917"/>
                  <a:pt x="525405" y="48241"/>
                </a:cubicBezTo>
                <a:moveTo>
                  <a:pt x="550185" y="63267"/>
                </a:moveTo>
                <a:cubicBezTo>
                  <a:pt x="547812" y="64048"/>
                  <a:pt x="544056" y="64982"/>
                  <a:pt x="538915" y="66068"/>
                </a:cubicBezTo>
                <a:cubicBezTo>
                  <a:pt x="533775" y="67153"/>
                  <a:pt x="530414" y="68216"/>
                  <a:pt x="528832" y="69258"/>
                </a:cubicBezTo>
                <a:cubicBezTo>
                  <a:pt x="526416" y="70951"/>
                  <a:pt x="525208" y="73100"/>
                  <a:pt x="525208" y="75704"/>
                </a:cubicBezTo>
                <a:cubicBezTo>
                  <a:pt x="525208" y="78266"/>
                  <a:pt x="526174" y="80481"/>
                  <a:pt x="528107" y="82348"/>
                </a:cubicBezTo>
                <a:cubicBezTo>
                  <a:pt x="530040" y="84214"/>
                  <a:pt x="532501" y="85147"/>
                  <a:pt x="535488" y="85147"/>
                </a:cubicBezTo>
                <a:cubicBezTo>
                  <a:pt x="538828" y="85147"/>
                  <a:pt x="542013" y="84062"/>
                  <a:pt x="545044" y="81891"/>
                </a:cubicBezTo>
                <a:cubicBezTo>
                  <a:pt x="547285" y="80242"/>
                  <a:pt x="548757" y="78223"/>
                  <a:pt x="549460" y="75834"/>
                </a:cubicBezTo>
                <a:cubicBezTo>
                  <a:pt x="549943" y="74272"/>
                  <a:pt x="550185" y="71298"/>
                  <a:pt x="550185" y="66914"/>
                </a:cubicBezTo>
                <a:lnTo>
                  <a:pt x="550185" y="63267"/>
                </a:lnTo>
                <a:close/>
                <a:moveTo>
                  <a:pt x="618704" y="26625"/>
                </a:moveTo>
                <a:lnTo>
                  <a:pt x="618704" y="41387"/>
                </a:lnTo>
                <a:lnTo>
                  <a:pt x="606050" y="41387"/>
                </a:lnTo>
                <a:lnTo>
                  <a:pt x="606050" y="69549"/>
                </a:lnTo>
                <a:cubicBezTo>
                  <a:pt x="606050" y="75252"/>
                  <a:pt x="606171" y="78575"/>
                  <a:pt x="606413" y="79518"/>
                </a:cubicBezTo>
                <a:cubicBezTo>
                  <a:pt x="606655" y="80460"/>
                  <a:pt x="607204" y="81239"/>
                  <a:pt x="608060" y="81854"/>
                </a:cubicBezTo>
                <a:cubicBezTo>
                  <a:pt x="608917" y="82468"/>
                  <a:pt x="609961" y="82774"/>
                  <a:pt x="611191" y="82774"/>
                </a:cubicBezTo>
                <a:cubicBezTo>
                  <a:pt x="612904" y="82774"/>
                  <a:pt x="615387" y="82181"/>
                  <a:pt x="618638" y="80995"/>
                </a:cubicBezTo>
                <a:lnTo>
                  <a:pt x="620220" y="95416"/>
                </a:lnTo>
                <a:cubicBezTo>
                  <a:pt x="615914" y="97269"/>
                  <a:pt x="611037" y="98196"/>
                  <a:pt x="605589" y="98196"/>
                </a:cubicBezTo>
                <a:cubicBezTo>
                  <a:pt x="602250" y="98196"/>
                  <a:pt x="599240" y="97636"/>
                  <a:pt x="596560" y="96515"/>
                </a:cubicBezTo>
                <a:cubicBezTo>
                  <a:pt x="593880" y="95395"/>
                  <a:pt x="591914" y="93945"/>
                  <a:pt x="590662" y="92166"/>
                </a:cubicBezTo>
                <a:cubicBezTo>
                  <a:pt x="589410" y="90386"/>
                  <a:pt x="588542" y="87981"/>
                  <a:pt x="588059" y="84949"/>
                </a:cubicBezTo>
                <a:cubicBezTo>
                  <a:pt x="587663" y="82796"/>
                  <a:pt x="587466" y="78447"/>
                  <a:pt x="587466" y="71900"/>
                </a:cubicBezTo>
                <a:lnTo>
                  <a:pt x="587466" y="41387"/>
                </a:lnTo>
                <a:lnTo>
                  <a:pt x="578964" y="41387"/>
                </a:lnTo>
                <a:lnTo>
                  <a:pt x="578964" y="26625"/>
                </a:lnTo>
                <a:lnTo>
                  <a:pt x="587466" y="26625"/>
                </a:lnTo>
                <a:lnTo>
                  <a:pt x="587466" y="12653"/>
                </a:lnTo>
                <a:lnTo>
                  <a:pt x="606050" y="1713"/>
                </a:lnTo>
                <a:lnTo>
                  <a:pt x="606050" y="26625"/>
                </a:lnTo>
                <a:lnTo>
                  <a:pt x="618704" y="26625"/>
                </a:lnTo>
                <a:close/>
                <a:moveTo>
                  <a:pt x="662551" y="76711"/>
                </a:moveTo>
                <a:lnTo>
                  <a:pt x="681135" y="73812"/>
                </a:lnTo>
                <a:cubicBezTo>
                  <a:pt x="681926" y="77392"/>
                  <a:pt x="683530" y="80111"/>
                  <a:pt x="685946" y="81967"/>
                </a:cubicBezTo>
                <a:cubicBezTo>
                  <a:pt x="688363" y="83823"/>
                  <a:pt x="691746" y="84752"/>
                  <a:pt x="696095" y="84752"/>
                </a:cubicBezTo>
                <a:cubicBezTo>
                  <a:pt x="700884" y="84752"/>
                  <a:pt x="704487" y="83874"/>
                  <a:pt x="706903" y="82120"/>
                </a:cubicBezTo>
                <a:cubicBezTo>
                  <a:pt x="708529" y="80891"/>
                  <a:pt x="709342" y="79245"/>
                  <a:pt x="709342" y="77183"/>
                </a:cubicBezTo>
                <a:cubicBezTo>
                  <a:pt x="709342" y="75778"/>
                  <a:pt x="708903" y="74616"/>
                  <a:pt x="708024" y="73694"/>
                </a:cubicBezTo>
                <a:cubicBezTo>
                  <a:pt x="707101" y="72817"/>
                  <a:pt x="705036" y="72005"/>
                  <a:pt x="701829" y="71260"/>
                </a:cubicBezTo>
                <a:cubicBezTo>
                  <a:pt x="686891" y="67970"/>
                  <a:pt x="677423" y="64965"/>
                  <a:pt x="673425" y="62244"/>
                </a:cubicBezTo>
                <a:cubicBezTo>
                  <a:pt x="667889" y="58468"/>
                  <a:pt x="665121" y="53222"/>
                  <a:pt x="665121" y="46507"/>
                </a:cubicBezTo>
                <a:cubicBezTo>
                  <a:pt x="665121" y="40449"/>
                  <a:pt x="667515" y="35358"/>
                  <a:pt x="672304" y="31232"/>
                </a:cubicBezTo>
                <a:cubicBezTo>
                  <a:pt x="677093" y="27106"/>
                  <a:pt x="684518" y="25043"/>
                  <a:pt x="694580" y="25043"/>
                </a:cubicBezTo>
                <a:cubicBezTo>
                  <a:pt x="704158" y="25043"/>
                  <a:pt x="711275" y="26597"/>
                  <a:pt x="715932" y="29706"/>
                </a:cubicBezTo>
                <a:cubicBezTo>
                  <a:pt x="720589" y="32814"/>
                  <a:pt x="723797" y="37411"/>
                  <a:pt x="725554" y="43496"/>
                </a:cubicBezTo>
                <a:lnTo>
                  <a:pt x="708090" y="46791"/>
                </a:lnTo>
                <a:cubicBezTo>
                  <a:pt x="707343" y="44067"/>
                  <a:pt x="705926" y="41980"/>
                  <a:pt x="703839" y="40531"/>
                </a:cubicBezTo>
                <a:cubicBezTo>
                  <a:pt x="701752" y="39081"/>
                  <a:pt x="698775" y="38356"/>
                  <a:pt x="694909" y="38356"/>
                </a:cubicBezTo>
                <a:cubicBezTo>
                  <a:pt x="690032" y="38356"/>
                  <a:pt x="686539" y="39036"/>
                  <a:pt x="684430" y="40397"/>
                </a:cubicBezTo>
                <a:cubicBezTo>
                  <a:pt x="683025" y="41360"/>
                  <a:pt x="682322" y="42611"/>
                  <a:pt x="682322" y="44147"/>
                </a:cubicBezTo>
                <a:cubicBezTo>
                  <a:pt x="682322" y="45462"/>
                  <a:pt x="682937" y="46581"/>
                  <a:pt x="684167" y="47502"/>
                </a:cubicBezTo>
                <a:cubicBezTo>
                  <a:pt x="685836" y="48731"/>
                  <a:pt x="691603" y="50464"/>
                  <a:pt x="701466" y="52702"/>
                </a:cubicBezTo>
                <a:cubicBezTo>
                  <a:pt x="711330" y="54940"/>
                  <a:pt x="718217" y="57685"/>
                  <a:pt x="722127" y="60938"/>
                </a:cubicBezTo>
                <a:cubicBezTo>
                  <a:pt x="725993" y="64236"/>
                  <a:pt x="727927" y="68830"/>
                  <a:pt x="727927" y="74720"/>
                </a:cubicBezTo>
                <a:cubicBezTo>
                  <a:pt x="727927" y="81139"/>
                  <a:pt x="725247" y="86656"/>
                  <a:pt x="719886" y="91272"/>
                </a:cubicBezTo>
                <a:cubicBezTo>
                  <a:pt x="714526" y="95888"/>
                  <a:pt x="706596" y="98196"/>
                  <a:pt x="696095" y="98196"/>
                </a:cubicBezTo>
                <a:cubicBezTo>
                  <a:pt x="686561" y="98196"/>
                  <a:pt x="679015" y="96269"/>
                  <a:pt x="673458" y="92415"/>
                </a:cubicBezTo>
                <a:cubicBezTo>
                  <a:pt x="667900" y="88560"/>
                  <a:pt x="664264" y="83325"/>
                  <a:pt x="662551" y="76711"/>
                </a:cubicBezTo>
                <a:close/>
                <a:moveTo>
                  <a:pt x="776213" y="26625"/>
                </a:moveTo>
                <a:lnTo>
                  <a:pt x="776213" y="41387"/>
                </a:lnTo>
                <a:lnTo>
                  <a:pt x="763560" y="41387"/>
                </a:lnTo>
                <a:lnTo>
                  <a:pt x="763560" y="69549"/>
                </a:lnTo>
                <a:cubicBezTo>
                  <a:pt x="763560" y="75252"/>
                  <a:pt x="763681" y="78575"/>
                  <a:pt x="763922" y="79518"/>
                </a:cubicBezTo>
                <a:cubicBezTo>
                  <a:pt x="764164" y="80460"/>
                  <a:pt x="764713" y="81239"/>
                  <a:pt x="765570" y="81854"/>
                </a:cubicBezTo>
                <a:cubicBezTo>
                  <a:pt x="766427" y="82468"/>
                  <a:pt x="767470" y="82774"/>
                  <a:pt x="768700" y="82774"/>
                </a:cubicBezTo>
                <a:cubicBezTo>
                  <a:pt x="770414" y="82774"/>
                  <a:pt x="772896" y="82181"/>
                  <a:pt x="776147" y="80995"/>
                </a:cubicBezTo>
                <a:lnTo>
                  <a:pt x="777729" y="95416"/>
                </a:lnTo>
                <a:cubicBezTo>
                  <a:pt x="773423" y="97269"/>
                  <a:pt x="768547" y="98196"/>
                  <a:pt x="763099" y="98196"/>
                </a:cubicBezTo>
                <a:cubicBezTo>
                  <a:pt x="759759" y="98196"/>
                  <a:pt x="756750" y="97636"/>
                  <a:pt x="754070" y="96515"/>
                </a:cubicBezTo>
                <a:cubicBezTo>
                  <a:pt x="751390" y="95395"/>
                  <a:pt x="749424" y="93945"/>
                  <a:pt x="748171" y="92166"/>
                </a:cubicBezTo>
                <a:cubicBezTo>
                  <a:pt x="746919" y="90386"/>
                  <a:pt x="746052" y="87981"/>
                  <a:pt x="745568" y="84949"/>
                </a:cubicBezTo>
                <a:cubicBezTo>
                  <a:pt x="745173" y="82796"/>
                  <a:pt x="744975" y="78447"/>
                  <a:pt x="744975" y="71900"/>
                </a:cubicBezTo>
                <a:lnTo>
                  <a:pt x="744975" y="41387"/>
                </a:lnTo>
                <a:lnTo>
                  <a:pt x="736474" y="41387"/>
                </a:lnTo>
                <a:lnTo>
                  <a:pt x="736474" y="26625"/>
                </a:lnTo>
                <a:lnTo>
                  <a:pt x="744975" y="26625"/>
                </a:lnTo>
                <a:lnTo>
                  <a:pt x="744975" y="12653"/>
                </a:lnTo>
                <a:lnTo>
                  <a:pt x="763560" y="1713"/>
                </a:lnTo>
                <a:lnTo>
                  <a:pt x="763560" y="26625"/>
                </a:lnTo>
                <a:lnTo>
                  <a:pt x="776213" y="26625"/>
                </a:lnTo>
                <a:close/>
                <a:moveTo>
                  <a:pt x="802903" y="48241"/>
                </a:moveTo>
                <a:lnTo>
                  <a:pt x="786098" y="45210"/>
                </a:lnTo>
                <a:cubicBezTo>
                  <a:pt x="787987" y="38354"/>
                  <a:pt x="791238" y="33280"/>
                  <a:pt x="795851" y="29986"/>
                </a:cubicBezTo>
                <a:cubicBezTo>
                  <a:pt x="800464" y="26691"/>
                  <a:pt x="807318" y="25043"/>
                  <a:pt x="816413" y="25043"/>
                </a:cubicBezTo>
                <a:cubicBezTo>
                  <a:pt x="824673" y="25043"/>
                  <a:pt x="830824" y="26021"/>
                  <a:pt x="834866" y="27976"/>
                </a:cubicBezTo>
                <a:cubicBezTo>
                  <a:pt x="838908" y="29931"/>
                  <a:pt x="841753" y="32413"/>
                  <a:pt x="843400" y="35423"/>
                </a:cubicBezTo>
                <a:cubicBezTo>
                  <a:pt x="845048" y="38433"/>
                  <a:pt x="845872" y="43957"/>
                  <a:pt x="845872" y="51998"/>
                </a:cubicBezTo>
                <a:lnTo>
                  <a:pt x="845674" y="73614"/>
                </a:lnTo>
                <a:cubicBezTo>
                  <a:pt x="845674" y="79765"/>
                  <a:pt x="845971" y="84301"/>
                  <a:pt x="846564" y="87223"/>
                </a:cubicBezTo>
                <a:cubicBezTo>
                  <a:pt x="847157" y="90145"/>
                  <a:pt x="848266" y="93275"/>
                  <a:pt x="849892" y="96614"/>
                </a:cubicBezTo>
                <a:lnTo>
                  <a:pt x="831571" y="96614"/>
                </a:lnTo>
                <a:cubicBezTo>
                  <a:pt x="831087" y="95384"/>
                  <a:pt x="830494" y="93561"/>
                  <a:pt x="829791" y="91144"/>
                </a:cubicBezTo>
                <a:cubicBezTo>
                  <a:pt x="829484" y="90046"/>
                  <a:pt x="829264" y="89321"/>
                  <a:pt x="829132" y="88969"/>
                </a:cubicBezTo>
                <a:cubicBezTo>
                  <a:pt x="825969" y="92045"/>
                  <a:pt x="822586" y="94351"/>
                  <a:pt x="818983" y="95889"/>
                </a:cubicBezTo>
                <a:cubicBezTo>
                  <a:pt x="815381" y="97427"/>
                  <a:pt x="811536" y="98196"/>
                  <a:pt x="807450" y="98196"/>
                </a:cubicBezTo>
                <a:cubicBezTo>
                  <a:pt x="800245" y="98196"/>
                  <a:pt x="794566" y="96249"/>
                  <a:pt x="790414" y="92355"/>
                </a:cubicBezTo>
                <a:cubicBezTo>
                  <a:pt x="786262" y="88461"/>
                  <a:pt x="784186" y="83539"/>
                  <a:pt x="784186" y="77589"/>
                </a:cubicBezTo>
                <a:cubicBezTo>
                  <a:pt x="784186" y="73651"/>
                  <a:pt x="785131" y="70140"/>
                  <a:pt x="787020" y="67057"/>
                </a:cubicBezTo>
                <a:cubicBezTo>
                  <a:pt x="788909" y="63971"/>
                  <a:pt x="791556" y="61609"/>
                  <a:pt x="794961" y="59968"/>
                </a:cubicBezTo>
                <a:cubicBezTo>
                  <a:pt x="798366" y="58327"/>
                  <a:pt x="803276" y="56894"/>
                  <a:pt x="809691" y="55670"/>
                </a:cubicBezTo>
                <a:cubicBezTo>
                  <a:pt x="818346" y="54051"/>
                  <a:pt x="824343" y="52541"/>
                  <a:pt x="827682" y="51141"/>
                </a:cubicBezTo>
                <a:lnTo>
                  <a:pt x="827682" y="49275"/>
                </a:lnTo>
                <a:cubicBezTo>
                  <a:pt x="827682" y="45676"/>
                  <a:pt x="826804" y="43111"/>
                  <a:pt x="825046" y="41579"/>
                </a:cubicBezTo>
                <a:cubicBezTo>
                  <a:pt x="823289" y="40045"/>
                  <a:pt x="819972" y="39278"/>
                  <a:pt x="815095" y="39278"/>
                </a:cubicBezTo>
                <a:cubicBezTo>
                  <a:pt x="811800" y="39278"/>
                  <a:pt x="809230" y="39941"/>
                  <a:pt x="807384" y="41268"/>
                </a:cubicBezTo>
                <a:cubicBezTo>
                  <a:pt x="805539" y="42593"/>
                  <a:pt x="804045" y="44917"/>
                  <a:pt x="802903" y="48241"/>
                </a:cubicBezTo>
                <a:moveTo>
                  <a:pt x="827682" y="63267"/>
                </a:moveTo>
                <a:cubicBezTo>
                  <a:pt x="825310" y="64048"/>
                  <a:pt x="821553" y="64982"/>
                  <a:pt x="816413" y="66068"/>
                </a:cubicBezTo>
                <a:cubicBezTo>
                  <a:pt x="811273" y="67153"/>
                  <a:pt x="807911" y="68216"/>
                  <a:pt x="806330" y="69258"/>
                </a:cubicBezTo>
                <a:cubicBezTo>
                  <a:pt x="803913" y="70951"/>
                  <a:pt x="802705" y="73100"/>
                  <a:pt x="802705" y="75704"/>
                </a:cubicBezTo>
                <a:cubicBezTo>
                  <a:pt x="802705" y="78266"/>
                  <a:pt x="803672" y="80481"/>
                  <a:pt x="805605" y="82348"/>
                </a:cubicBezTo>
                <a:cubicBezTo>
                  <a:pt x="807538" y="84214"/>
                  <a:pt x="809998" y="85147"/>
                  <a:pt x="812986" y="85147"/>
                </a:cubicBezTo>
                <a:cubicBezTo>
                  <a:pt x="816325" y="85147"/>
                  <a:pt x="819510" y="84062"/>
                  <a:pt x="822542" y="81891"/>
                </a:cubicBezTo>
                <a:cubicBezTo>
                  <a:pt x="824783" y="80242"/>
                  <a:pt x="826255" y="78223"/>
                  <a:pt x="826958" y="75834"/>
                </a:cubicBezTo>
                <a:cubicBezTo>
                  <a:pt x="827441" y="74272"/>
                  <a:pt x="827682" y="71298"/>
                  <a:pt x="827682" y="66914"/>
                </a:cubicBezTo>
                <a:lnTo>
                  <a:pt x="827682" y="63267"/>
                </a:lnTo>
                <a:close/>
                <a:moveTo>
                  <a:pt x="896202" y="26625"/>
                </a:moveTo>
                <a:lnTo>
                  <a:pt x="896202" y="41387"/>
                </a:lnTo>
                <a:lnTo>
                  <a:pt x="883548" y="41387"/>
                </a:lnTo>
                <a:lnTo>
                  <a:pt x="883548" y="69549"/>
                </a:lnTo>
                <a:cubicBezTo>
                  <a:pt x="883548" y="75252"/>
                  <a:pt x="883669" y="78575"/>
                  <a:pt x="883911" y="79518"/>
                </a:cubicBezTo>
                <a:cubicBezTo>
                  <a:pt x="884152" y="80460"/>
                  <a:pt x="884702" y="81239"/>
                  <a:pt x="885558" y="81854"/>
                </a:cubicBezTo>
                <a:cubicBezTo>
                  <a:pt x="886415" y="82468"/>
                  <a:pt x="887459" y="82774"/>
                  <a:pt x="888689" y="82774"/>
                </a:cubicBezTo>
                <a:cubicBezTo>
                  <a:pt x="890402" y="82774"/>
                  <a:pt x="892885" y="82181"/>
                  <a:pt x="896136" y="80995"/>
                </a:cubicBezTo>
                <a:lnTo>
                  <a:pt x="897717" y="95416"/>
                </a:lnTo>
                <a:cubicBezTo>
                  <a:pt x="893412" y="97269"/>
                  <a:pt x="888535" y="98196"/>
                  <a:pt x="883087" y="98196"/>
                </a:cubicBezTo>
                <a:cubicBezTo>
                  <a:pt x="879748" y="98196"/>
                  <a:pt x="876738" y="97636"/>
                  <a:pt x="874058" y="96515"/>
                </a:cubicBezTo>
                <a:cubicBezTo>
                  <a:pt x="871378" y="95395"/>
                  <a:pt x="869412" y="93945"/>
                  <a:pt x="868160" y="92166"/>
                </a:cubicBezTo>
                <a:cubicBezTo>
                  <a:pt x="866908" y="90386"/>
                  <a:pt x="866040" y="87981"/>
                  <a:pt x="865557" y="84949"/>
                </a:cubicBezTo>
                <a:cubicBezTo>
                  <a:pt x="865161" y="82796"/>
                  <a:pt x="864964" y="78447"/>
                  <a:pt x="864964" y="71900"/>
                </a:cubicBezTo>
                <a:lnTo>
                  <a:pt x="864964" y="41387"/>
                </a:lnTo>
                <a:lnTo>
                  <a:pt x="856462" y="41387"/>
                </a:lnTo>
                <a:lnTo>
                  <a:pt x="856462" y="26625"/>
                </a:lnTo>
                <a:lnTo>
                  <a:pt x="864964" y="26625"/>
                </a:lnTo>
                <a:lnTo>
                  <a:pt x="864964" y="12653"/>
                </a:lnTo>
                <a:lnTo>
                  <a:pt x="883548" y="1713"/>
                </a:lnTo>
                <a:lnTo>
                  <a:pt x="883548" y="26625"/>
                </a:lnTo>
                <a:lnTo>
                  <a:pt x="896202" y="26625"/>
                </a:lnTo>
                <a:close/>
                <a:moveTo>
                  <a:pt x="949582" y="74339"/>
                </a:moveTo>
                <a:lnTo>
                  <a:pt x="968035" y="77502"/>
                </a:lnTo>
                <a:cubicBezTo>
                  <a:pt x="965662" y="84246"/>
                  <a:pt x="961917" y="89381"/>
                  <a:pt x="956798" y="92907"/>
                </a:cubicBezTo>
                <a:cubicBezTo>
                  <a:pt x="951680" y="96433"/>
                  <a:pt x="945276" y="98196"/>
                  <a:pt x="937588" y="98196"/>
                </a:cubicBezTo>
                <a:cubicBezTo>
                  <a:pt x="925418" y="98196"/>
                  <a:pt x="916411" y="94220"/>
                  <a:pt x="910567" y="86267"/>
                </a:cubicBezTo>
                <a:cubicBezTo>
                  <a:pt x="905954" y="79897"/>
                  <a:pt x="903648" y="71857"/>
                  <a:pt x="903648" y="62147"/>
                </a:cubicBezTo>
                <a:cubicBezTo>
                  <a:pt x="903648" y="50548"/>
                  <a:pt x="906679" y="41464"/>
                  <a:pt x="912742" y="34896"/>
                </a:cubicBezTo>
                <a:cubicBezTo>
                  <a:pt x="918805" y="28327"/>
                  <a:pt x="926472" y="25043"/>
                  <a:pt x="935742" y="25043"/>
                </a:cubicBezTo>
                <a:cubicBezTo>
                  <a:pt x="946155" y="25043"/>
                  <a:pt x="954371" y="28481"/>
                  <a:pt x="960390" y="35357"/>
                </a:cubicBezTo>
                <a:cubicBezTo>
                  <a:pt x="966409" y="42233"/>
                  <a:pt x="969287" y="52767"/>
                  <a:pt x="969024" y="66958"/>
                </a:cubicBezTo>
                <a:lnTo>
                  <a:pt x="922628" y="66958"/>
                </a:lnTo>
                <a:cubicBezTo>
                  <a:pt x="922759" y="72450"/>
                  <a:pt x="924253" y="76722"/>
                  <a:pt x="927109" y="79776"/>
                </a:cubicBezTo>
                <a:cubicBezTo>
                  <a:pt x="929965" y="82829"/>
                  <a:pt x="933524" y="84356"/>
                  <a:pt x="937785" y="84356"/>
                </a:cubicBezTo>
                <a:cubicBezTo>
                  <a:pt x="940685" y="84356"/>
                  <a:pt x="943124" y="83565"/>
                  <a:pt x="945101" y="81984"/>
                </a:cubicBezTo>
                <a:cubicBezTo>
                  <a:pt x="947078" y="80402"/>
                  <a:pt x="948572" y="77854"/>
                  <a:pt x="949582" y="74339"/>
                </a:cubicBezTo>
                <a:moveTo>
                  <a:pt x="950637" y="55622"/>
                </a:moveTo>
                <a:cubicBezTo>
                  <a:pt x="950505" y="50284"/>
                  <a:pt x="949121" y="46226"/>
                  <a:pt x="946485" y="43447"/>
                </a:cubicBezTo>
                <a:cubicBezTo>
                  <a:pt x="943848" y="40668"/>
                  <a:pt x="940641" y="39278"/>
                  <a:pt x="936863" y="39278"/>
                </a:cubicBezTo>
                <a:cubicBezTo>
                  <a:pt x="932821" y="39278"/>
                  <a:pt x="929482" y="40744"/>
                  <a:pt x="926845" y="43675"/>
                </a:cubicBezTo>
                <a:cubicBezTo>
                  <a:pt x="924209" y="46608"/>
                  <a:pt x="922913" y="50590"/>
                  <a:pt x="922957" y="55622"/>
                </a:cubicBezTo>
                <a:lnTo>
                  <a:pt x="950637" y="55622"/>
                </a:lnTo>
                <a:close/>
                <a:moveTo>
                  <a:pt x="982711" y="26625"/>
                </a:moveTo>
                <a:lnTo>
                  <a:pt x="999780" y="26625"/>
                </a:lnTo>
                <a:lnTo>
                  <a:pt x="999780" y="36181"/>
                </a:lnTo>
                <a:cubicBezTo>
                  <a:pt x="1005887" y="28756"/>
                  <a:pt x="1013158" y="25043"/>
                  <a:pt x="1021594" y="25043"/>
                </a:cubicBezTo>
                <a:cubicBezTo>
                  <a:pt x="1026075" y="25043"/>
                  <a:pt x="1029964" y="25970"/>
                  <a:pt x="1033259" y="27824"/>
                </a:cubicBezTo>
                <a:cubicBezTo>
                  <a:pt x="1036554" y="29677"/>
                  <a:pt x="1039256" y="32480"/>
                  <a:pt x="1041365" y="36232"/>
                </a:cubicBezTo>
                <a:cubicBezTo>
                  <a:pt x="1044440" y="32480"/>
                  <a:pt x="1047758" y="29677"/>
                  <a:pt x="1051316" y="27824"/>
                </a:cubicBezTo>
                <a:cubicBezTo>
                  <a:pt x="1054875" y="25970"/>
                  <a:pt x="1058675" y="25043"/>
                  <a:pt x="1062718" y="25043"/>
                </a:cubicBezTo>
                <a:cubicBezTo>
                  <a:pt x="1067858" y="25043"/>
                  <a:pt x="1072208" y="26087"/>
                  <a:pt x="1075766" y="28174"/>
                </a:cubicBezTo>
                <a:cubicBezTo>
                  <a:pt x="1079325" y="30261"/>
                  <a:pt x="1081983" y="33325"/>
                  <a:pt x="1083741" y="37367"/>
                </a:cubicBezTo>
                <a:cubicBezTo>
                  <a:pt x="1085015" y="40355"/>
                  <a:pt x="1085652" y="45188"/>
                  <a:pt x="1085652" y="51866"/>
                </a:cubicBezTo>
                <a:lnTo>
                  <a:pt x="1085652" y="96614"/>
                </a:lnTo>
                <a:lnTo>
                  <a:pt x="1067133" y="96614"/>
                </a:lnTo>
                <a:lnTo>
                  <a:pt x="1067133" y="56656"/>
                </a:lnTo>
                <a:cubicBezTo>
                  <a:pt x="1067133" y="49723"/>
                  <a:pt x="1066496" y="45247"/>
                  <a:pt x="1065222" y="43228"/>
                </a:cubicBezTo>
                <a:cubicBezTo>
                  <a:pt x="1063508" y="40595"/>
                  <a:pt x="1060872" y="39278"/>
                  <a:pt x="1057313" y="39278"/>
                </a:cubicBezTo>
                <a:cubicBezTo>
                  <a:pt x="1054721" y="39278"/>
                  <a:pt x="1052283" y="40068"/>
                  <a:pt x="1049998" y="41649"/>
                </a:cubicBezTo>
                <a:cubicBezTo>
                  <a:pt x="1047714" y="43228"/>
                  <a:pt x="1046066" y="45543"/>
                  <a:pt x="1045055" y="48593"/>
                </a:cubicBezTo>
                <a:cubicBezTo>
                  <a:pt x="1044045" y="51643"/>
                  <a:pt x="1043540" y="56459"/>
                  <a:pt x="1043540" y="63043"/>
                </a:cubicBezTo>
                <a:lnTo>
                  <a:pt x="1043540" y="96614"/>
                </a:lnTo>
                <a:lnTo>
                  <a:pt x="1025021" y="96614"/>
                </a:lnTo>
                <a:lnTo>
                  <a:pt x="1025021" y="58302"/>
                </a:lnTo>
                <a:cubicBezTo>
                  <a:pt x="1025021" y="51500"/>
                  <a:pt x="1024691" y="47112"/>
                  <a:pt x="1024032" y="45138"/>
                </a:cubicBezTo>
                <a:cubicBezTo>
                  <a:pt x="1023373" y="43162"/>
                  <a:pt x="1022352" y="41691"/>
                  <a:pt x="1020968" y="40726"/>
                </a:cubicBezTo>
                <a:cubicBezTo>
                  <a:pt x="1019584" y="39761"/>
                  <a:pt x="1017706" y="39278"/>
                  <a:pt x="1015333" y="39278"/>
                </a:cubicBezTo>
                <a:cubicBezTo>
                  <a:pt x="1012477" y="39278"/>
                  <a:pt x="1009907" y="40047"/>
                  <a:pt x="1007622" y="41583"/>
                </a:cubicBezTo>
                <a:cubicBezTo>
                  <a:pt x="1005338" y="43118"/>
                  <a:pt x="1003701" y="45334"/>
                  <a:pt x="1002713" y="48231"/>
                </a:cubicBezTo>
                <a:cubicBezTo>
                  <a:pt x="1001724" y="51128"/>
                  <a:pt x="1001230" y="55933"/>
                  <a:pt x="1001230" y="62647"/>
                </a:cubicBezTo>
                <a:lnTo>
                  <a:pt x="1001230" y="96614"/>
                </a:lnTo>
                <a:lnTo>
                  <a:pt x="982711" y="96614"/>
                </a:lnTo>
                <a:lnTo>
                  <a:pt x="982711" y="26625"/>
                </a:lnTo>
                <a:close/>
                <a:moveTo>
                  <a:pt x="1144614" y="74339"/>
                </a:moveTo>
                <a:lnTo>
                  <a:pt x="1163067" y="77502"/>
                </a:lnTo>
                <a:cubicBezTo>
                  <a:pt x="1160694" y="84246"/>
                  <a:pt x="1156949" y="89381"/>
                  <a:pt x="1151830" y="92907"/>
                </a:cubicBezTo>
                <a:cubicBezTo>
                  <a:pt x="1146712" y="96433"/>
                  <a:pt x="1140308" y="98196"/>
                  <a:pt x="1132619" y="98196"/>
                </a:cubicBezTo>
                <a:cubicBezTo>
                  <a:pt x="1120449" y="98196"/>
                  <a:pt x="1111443" y="94220"/>
                  <a:pt x="1105599" y="86267"/>
                </a:cubicBezTo>
                <a:cubicBezTo>
                  <a:pt x="1100986" y="79897"/>
                  <a:pt x="1098679" y="71857"/>
                  <a:pt x="1098679" y="62147"/>
                </a:cubicBezTo>
                <a:cubicBezTo>
                  <a:pt x="1098679" y="50548"/>
                  <a:pt x="1101711" y="41464"/>
                  <a:pt x="1107774" y="34896"/>
                </a:cubicBezTo>
                <a:cubicBezTo>
                  <a:pt x="1113837" y="28327"/>
                  <a:pt x="1121504" y="25043"/>
                  <a:pt x="1130774" y="25043"/>
                </a:cubicBezTo>
                <a:cubicBezTo>
                  <a:pt x="1141187" y="25043"/>
                  <a:pt x="1149403" y="28481"/>
                  <a:pt x="1155422" y="35357"/>
                </a:cubicBezTo>
                <a:cubicBezTo>
                  <a:pt x="1161441" y="42233"/>
                  <a:pt x="1164319" y="52767"/>
                  <a:pt x="1164055" y="66958"/>
                </a:cubicBezTo>
                <a:lnTo>
                  <a:pt x="1117659" y="66958"/>
                </a:lnTo>
                <a:cubicBezTo>
                  <a:pt x="1117791" y="72450"/>
                  <a:pt x="1119285" y="76722"/>
                  <a:pt x="1122141" y="79776"/>
                </a:cubicBezTo>
                <a:cubicBezTo>
                  <a:pt x="1124997" y="82829"/>
                  <a:pt x="1128555" y="84356"/>
                  <a:pt x="1132817" y="84356"/>
                </a:cubicBezTo>
                <a:cubicBezTo>
                  <a:pt x="1135717" y="84356"/>
                  <a:pt x="1138155" y="83565"/>
                  <a:pt x="1140132" y="81984"/>
                </a:cubicBezTo>
                <a:cubicBezTo>
                  <a:pt x="1142110" y="80402"/>
                  <a:pt x="1143603" y="77854"/>
                  <a:pt x="1144614" y="74339"/>
                </a:cubicBezTo>
                <a:moveTo>
                  <a:pt x="1145668" y="55622"/>
                </a:moveTo>
                <a:cubicBezTo>
                  <a:pt x="1145537" y="50284"/>
                  <a:pt x="1144153" y="46226"/>
                  <a:pt x="1141516" y="43447"/>
                </a:cubicBezTo>
                <a:cubicBezTo>
                  <a:pt x="1138880" y="40668"/>
                  <a:pt x="1135673" y="39278"/>
                  <a:pt x="1131895" y="39278"/>
                </a:cubicBezTo>
                <a:cubicBezTo>
                  <a:pt x="1127852" y="39278"/>
                  <a:pt x="1124513" y="40744"/>
                  <a:pt x="1121877" y="43675"/>
                </a:cubicBezTo>
                <a:cubicBezTo>
                  <a:pt x="1119241" y="46608"/>
                  <a:pt x="1117945" y="50590"/>
                  <a:pt x="1117989" y="55622"/>
                </a:cubicBezTo>
                <a:lnTo>
                  <a:pt x="1145668" y="55622"/>
                </a:lnTo>
                <a:close/>
                <a:moveTo>
                  <a:pt x="1242788" y="96614"/>
                </a:moveTo>
                <a:lnTo>
                  <a:pt x="1224270" y="96614"/>
                </a:lnTo>
                <a:lnTo>
                  <a:pt x="1224270" y="60936"/>
                </a:lnTo>
                <a:cubicBezTo>
                  <a:pt x="1224270" y="53387"/>
                  <a:pt x="1223874" y="48505"/>
                  <a:pt x="1223083" y="46289"/>
                </a:cubicBezTo>
                <a:cubicBezTo>
                  <a:pt x="1222293" y="44073"/>
                  <a:pt x="1221007" y="42350"/>
                  <a:pt x="1219228" y="41122"/>
                </a:cubicBezTo>
                <a:cubicBezTo>
                  <a:pt x="1217449" y="39893"/>
                  <a:pt x="1215307" y="39278"/>
                  <a:pt x="1212802" y="39278"/>
                </a:cubicBezTo>
                <a:cubicBezTo>
                  <a:pt x="1209595" y="39278"/>
                  <a:pt x="1206717" y="40156"/>
                  <a:pt x="1204169" y="41912"/>
                </a:cubicBezTo>
                <a:cubicBezTo>
                  <a:pt x="1201621" y="43667"/>
                  <a:pt x="1199874" y="45993"/>
                  <a:pt x="1198930" y="48890"/>
                </a:cubicBezTo>
                <a:cubicBezTo>
                  <a:pt x="1197985" y="51786"/>
                  <a:pt x="1197513" y="57139"/>
                  <a:pt x="1197513" y="64952"/>
                </a:cubicBezTo>
                <a:lnTo>
                  <a:pt x="1197513" y="96614"/>
                </a:lnTo>
                <a:lnTo>
                  <a:pt x="1178994" y="96614"/>
                </a:lnTo>
                <a:lnTo>
                  <a:pt x="1178994" y="26625"/>
                </a:lnTo>
                <a:lnTo>
                  <a:pt x="1196195" y="26625"/>
                </a:lnTo>
                <a:lnTo>
                  <a:pt x="1196195" y="36906"/>
                </a:lnTo>
                <a:cubicBezTo>
                  <a:pt x="1202302" y="28997"/>
                  <a:pt x="1209991" y="25043"/>
                  <a:pt x="1219261" y="25043"/>
                </a:cubicBezTo>
                <a:cubicBezTo>
                  <a:pt x="1223347" y="25043"/>
                  <a:pt x="1227082" y="25779"/>
                  <a:pt x="1230465" y="27251"/>
                </a:cubicBezTo>
                <a:cubicBezTo>
                  <a:pt x="1233848" y="28723"/>
                  <a:pt x="1236407" y="30601"/>
                  <a:pt x="1238142" y="32886"/>
                </a:cubicBezTo>
                <a:cubicBezTo>
                  <a:pt x="1239878" y="35170"/>
                  <a:pt x="1241086" y="37763"/>
                  <a:pt x="1241767" y="40662"/>
                </a:cubicBezTo>
                <a:cubicBezTo>
                  <a:pt x="1242448" y="43562"/>
                  <a:pt x="1242788" y="47714"/>
                  <a:pt x="1242788" y="53118"/>
                </a:cubicBezTo>
                <a:lnTo>
                  <a:pt x="1242788" y="96614"/>
                </a:lnTo>
                <a:close/>
                <a:moveTo>
                  <a:pt x="1293688" y="26625"/>
                </a:moveTo>
                <a:lnTo>
                  <a:pt x="1293688" y="41387"/>
                </a:lnTo>
                <a:lnTo>
                  <a:pt x="1281035" y="41387"/>
                </a:lnTo>
                <a:lnTo>
                  <a:pt x="1281035" y="69549"/>
                </a:lnTo>
                <a:cubicBezTo>
                  <a:pt x="1281035" y="75252"/>
                  <a:pt x="1281155" y="78575"/>
                  <a:pt x="1281397" y="79518"/>
                </a:cubicBezTo>
                <a:cubicBezTo>
                  <a:pt x="1281639" y="80460"/>
                  <a:pt x="1282188" y="81239"/>
                  <a:pt x="1283045" y="81854"/>
                </a:cubicBezTo>
                <a:cubicBezTo>
                  <a:pt x="1283901" y="82468"/>
                  <a:pt x="1284945" y="82774"/>
                  <a:pt x="1286175" y="82774"/>
                </a:cubicBezTo>
                <a:cubicBezTo>
                  <a:pt x="1287888" y="82774"/>
                  <a:pt x="1290371" y="82181"/>
                  <a:pt x="1293622" y="80995"/>
                </a:cubicBezTo>
                <a:lnTo>
                  <a:pt x="1295204" y="95416"/>
                </a:lnTo>
                <a:cubicBezTo>
                  <a:pt x="1290898" y="97269"/>
                  <a:pt x="1286021" y="98196"/>
                  <a:pt x="1280573" y="98196"/>
                </a:cubicBezTo>
                <a:cubicBezTo>
                  <a:pt x="1277234" y="98196"/>
                  <a:pt x="1274225" y="97636"/>
                  <a:pt x="1271544" y="96515"/>
                </a:cubicBezTo>
                <a:cubicBezTo>
                  <a:pt x="1268864" y="95395"/>
                  <a:pt x="1266898" y="93945"/>
                  <a:pt x="1265646" y="92166"/>
                </a:cubicBezTo>
                <a:cubicBezTo>
                  <a:pt x="1264394" y="90386"/>
                  <a:pt x="1263526" y="87981"/>
                  <a:pt x="1263043" y="84949"/>
                </a:cubicBezTo>
                <a:cubicBezTo>
                  <a:pt x="1262648" y="82796"/>
                  <a:pt x="1262450" y="78447"/>
                  <a:pt x="1262450" y="71900"/>
                </a:cubicBezTo>
                <a:lnTo>
                  <a:pt x="1262450" y="41387"/>
                </a:lnTo>
                <a:lnTo>
                  <a:pt x="1253948" y="41387"/>
                </a:lnTo>
                <a:lnTo>
                  <a:pt x="1253948" y="26625"/>
                </a:lnTo>
                <a:lnTo>
                  <a:pt x="1262450" y="26625"/>
                </a:lnTo>
                <a:lnTo>
                  <a:pt x="1262450" y="12653"/>
                </a:lnTo>
                <a:lnTo>
                  <a:pt x="1281035" y="1713"/>
                </a:lnTo>
                <a:lnTo>
                  <a:pt x="1281035" y="26625"/>
                </a:lnTo>
                <a:lnTo>
                  <a:pt x="1293688" y="26625"/>
                </a:lnTo>
                <a:close/>
                <a:moveTo>
                  <a:pt x="1344059" y="17135"/>
                </a:moveTo>
                <a:lnTo>
                  <a:pt x="1344059" y="0"/>
                </a:lnTo>
                <a:lnTo>
                  <a:pt x="1362578" y="0"/>
                </a:lnTo>
                <a:lnTo>
                  <a:pt x="1362578" y="17135"/>
                </a:lnTo>
                <a:lnTo>
                  <a:pt x="1344059" y="17135"/>
                </a:lnTo>
                <a:moveTo>
                  <a:pt x="1344059" y="96614"/>
                </a:moveTo>
                <a:lnTo>
                  <a:pt x="1344059" y="26625"/>
                </a:lnTo>
                <a:lnTo>
                  <a:pt x="1362578" y="26625"/>
                </a:lnTo>
                <a:lnTo>
                  <a:pt x="1362578" y="96614"/>
                </a:lnTo>
                <a:lnTo>
                  <a:pt x="1344059" y="96614"/>
                </a:lnTo>
                <a:close/>
                <a:moveTo>
                  <a:pt x="1375057" y="76711"/>
                </a:moveTo>
                <a:lnTo>
                  <a:pt x="1393641" y="73812"/>
                </a:lnTo>
                <a:cubicBezTo>
                  <a:pt x="1394432" y="77392"/>
                  <a:pt x="1396036" y="80111"/>
                  <a:pt x="1398452" y="81967"/>
                </a:cubicBezTo>
                <a:cubicBezTo>
                  <a:pt x="1400869" y="83823"/>
                  <a:pt x="1404252" y="84752"/>
                  <a:pt x="1408602" y="84752"/>
                </a:cubicBezTo>
                <a:cubicBezTo>
                  <a:pt x="1413391" y="84752"/>
                  <a:pt x="1416993" y="83874"/>
                  <a:pt x="1419410" y="82120"/>
                </a:cubicBezTo>
                <a:cubicBezTo>
                  <a:pt x="1421035" y="80891"/>
                  <a:pt x="1421848" y="79245"/>
                  <a:pt x="1421848" y="77183"/>
                </a:cubicBezTo>
                <a:cubicBezTo>
                  <a:pt x="1421848" y="75778"/>
                  <a:pt x="1421409" y="74616"/>
                  <a:pt x="1420530" y="73694"/>
                </a:cubicBezTo>
                <a:cubicBezTo>
                  <a:pt x="1419607" y="72817"/>
                  <a:pt x="1417542" y="72005"/>
                  <a:pt x="1414335" y="71260"/>
                </a:cubicBezTo>
                <a:cubicBezTo>
                  <a:pt x="1399397" y="67970"/>
                  <a:pt x="1389929" y="64965"/>
                  <a:pt x="1385931" y="62244"/>
                </a:cubicBezTo>
                <a:cubicBezTo>
                  <a:pt x="1380395" y="58468"/>
                  <a:pt x="1377627" y="53222"/>
                  <a:pt x="1377627" y="46507"/>
                </a:cubicBezTo>
                <a:cubicBezTo>
                  <a:pt x="1377627" y="40449"/>
                  <a:pt x="1380021" y="35358"/>
                  <a:pt x="1384810" y="31232"/>
                </a:cubicBezTo>
                <a:cubicBezTo>
                  <a:pt x="1389599" y="27106"/>
                  <a:pt x="1397025" y="25043"/>
                  <a:pt x="1407086" y="25043"/>
                </a:cubicBezTo>
                <a:cubicBezTo>
                  <a:pt x="1416664" y="25043"/>
                  <a:pt x="1423781" y="26597"/>
                  <a:pt x="1428438" y="29706"/>
                </a:cubicBezTo>
                <a:cubicBezTo>
                  <a:pt x="1433096" y="32814"/>
                  <a:pt x="1436303" y="37411"/>
                  <a:pt x="1438060" y="43496"/>
                </a:cubicBezTo>
                <a:lnTo>
                  <a:pt x="1420596" y="46791"/>
                </a:lnTo>
                <a:cubicBezTo>
                  <a:pt x="1419849" y="44067"/>
                  <a:pt x="1418432" y="41980"/>
                  <a:pt x="1416345" y="40531"/>
                </a:cubicBezTo>
                <a:cubicBezTo>
                  <a:pt x="1414258" y="39081"/>
                  <a:pt x="1411282" y="38356"/>
                  <a:pt x="1407415" y="38356"/>
                </a:cubicBezTo>
                <a:cubicBezTo>
                  <a:pt x="1402538" y="38356"/>
                  <a:pt x="1399046" y="39036"/>
                  <a:pt x="1396937" y="40397"/>
                </a:cubicBezTo>
                <a:cubicBezTo>
                  <a:pt x="1395531" y="41360"/>
                  <a:pt x="1394828" y="42611"/>
                  <a:pt x="1394828" y="44147"/>
                </a:cubicBezTo>
                <a:cubicBezTo>
                  <a:pt x="1394828" y="45462"/>
                  <a:pt x="1395443" y="46581"/>
                  <a:pt x="1396673" y="47502"/>
                </a:cubicBezTo>
                <a:cubicBezTo>
                  <a:pt x="1398343" y="48731"/>
                  <a:pt x="1404109" y="50464"/>
                  <a:pt x="1413973" y="52702"/>
                </a:cubicBezTo>
                <a:cubicBezTo>
                  <a:pt x="1423836" y="54940"/>
                  <a:pt x="1430723" y="57685"/>
                  <a:pt x="1434633" y="60938"/>
                </a:cubicBezTo>
                <a:cubicBezTo>
                  <a:pt x="1438500" y="64236"/>
                  <a:pt x="1440433" y="68830"/>
                  <a:pt x="1440433" y="74720"/>
                </a:cubicBezTo>
                <a:cubicBezTo>
                  <a:pt x="1440433" y="81139"/>
                  <a:pt x="1437753" y="86656"/>
                  <a:pt x="1432393" y="91272"/>
                </a:cubicBezTo>
                <a:cubicBezTo>
                  <a:pt x="1427032" y="95888"/>
                  <a:pt x="1419102" y="98196"/>
                  <a:pt x="1408602" y="98196"/>
                </a:cubicBezTo>
                <a:cubicBezTo>
                  <a:pt x="1399068" y="98196"/>
                  <a:pt x="1391522" y="96269"/>
                  <a:pt x="1385964" y="92415"/>
                </a:cubicBezTo>
                <a:cubicBezTo>
                  <a:pt x="1380406" y="88560"/>
                  <a:pt x="1376770" y="83325"/>
                  <a:pt x="1375057" y="767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correct.Ifaprivateemployerterminatesan">
            <a:extLst xmlns:a="http://schemas.openxmlformats.org/drawingml/2006/main">
              <a:ext uri="{FF2B5EF4-FFF2-40B4-BE49-F238E27FC236}">
                <a16:creationId xmlns:a16="http://schemas.microsoft.com/office/drawing/2014/main" id="{A3AE7605-F672-4007-9782-81E8AB5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699" y="6580273"/>
            <a:ext cx="2595706" cy="126666"/>
          </a:xfrm>
          <a:custGeom xmlns:a="http://schemas.openxmlformats.org/drawingml/2006/main">
            <a:pathLst>
              <a:path w="2595706" h="126666">
                <a:moveTo>
                  <a:pt x="65112" y="48900"/>
                </a:moveTo>
                <a:lnTo>
                  <a:pt x="46857" y="52195"/>
                </a:lnTo>
                <a:cubicBezTo>
                  <a:pt x="46242" y="48571"/>
                  <a:pt x="44847" y="45841"/>
                  <a:pt x="42672" y="44007"/>
                </a:cubicBezTo>
                <a:cubicBezTo>
                  <a:pt x="40498" y="42173"/>
                  <a:pt x="37675" y="41255"/>
                  <a:pt x="34204" y="41255"/>
                </a:cubicBezTo>
                <a:cubicBezTo>
                  <a:pt x="29591" y="41255"/>
                  <a:pt x="25911" y="42843"/>
                  <a:pt x="23165" y="46019"/>
                </a:cubicBezTo>
                <a:cubicBezTo>
                  <a:pt x="20419" y="49195"/>
                  <a:pt x="19046" y="54505"/>
                  <a:pt x="19046" y="61951"/>
                </a:cubicBezTo>
                <a:cubicBezTo>
                  <a:pt x="19046" y="70230"/>
                  <a:pt x="20441" y="76078"/>
                  <a:pt x="23231" y="79496"/>
                </a:cubicBezTo>
                <a:cubicBezTo>
                  <a:pt x="26021" y="82912"/>
                  <a:pt x="29766" y="84620"/>
                  <a:pt x="34467" y="84620"/>
                </a:cubicBezTo>
                <a:cubicBezTo>
                  <a:pt x="37982" y="84620"/>
                  <a:pt x="40860" y="83620"/>
                  <a:pt x="43101" y="81621"/>
                </a:cubicBezTo>
                <a:cubicBezTo>
                  <a:pt x="45341" y="79622"/>
                  <a:pt x="46923" y="76184"/>
                  <a:pt x="47846" y="71307"/>
                </a:cubicBezTo>
                <a:lnTo>
                  <a:pt x="66035" y="74471"/>
                </a:lnTo>
                <a:cubicBezTo>
                  <a:pt x="64146" y="82818"/>
                  <a:pt x="60521" y="89123"/>
                  <a:pt x="55161" y="93385"/>
                </a:cubicBezTo>
                <a:cubicBezTo>
                  <a:pt x="49801" y="97647"/>
                  <a:pt x="42617" y="99778"/>
                  <a:pt x="33611" y="99778"/>
                </a:cubicBezTo>
                <a:cubicBezTo>
                  <a:pt x="23374" y="99778"/>
                  <a:pt x="15213" y="96548"/>
                  <a:pt x="9128" y="90090"/>
                </a:cubicBezTo>
                <a:cubicBezTo>
                  <a:pt x="3043" y="83631"/>
                  <a:pt x="0" y="74690"/>
                  <a:pt x="0" y="63267"/>
                </a:cubicBezTo>
                <a:cubicBezTo>
                  <a:pt x="0" y="51712"/>
                  <a:pt x="3054" y="42716"/>
                  <a:pt x="9161" y="36280"/>
                </a:cubicBezTo>
                <a:cubicBezTo>
                  <a:pt x="15268" y="29843"/>
                  <a:pt x="23527" y="26625"/>
                  <a:pt x="33940" y="26625"/>
                </a:cubicBezTo>
                <a:cubicBezTo>
                  <a:pt x="42464" y="26625"/>
                  <a:pt x="49241" y="28459"/>
                  <a:pt x="54271" y="32128"/>
                </a:cubicBezTo>
                <a:cubicBezTo>
                  <a:pt x="59302" y="35796"/>
                  <a:pt x="62916" y="41387"/>
                  <a:pt x="65112" y="48900"/>
                </a:cubicBezTo>
                <a:close/>
                <a:moveTo>
                  <a:pt x="74845" y="62213"/>
                </a:moveTo>
                <a:cubicBezTo>
                  <a:pt x="74845" y="56062"/>
                  <a:pt x="76361" y="50108"/>
                  <a:pt x="79393" y="44353"/>
                </a:cubicBezTo>
                <a:cubicBezTo>
                  <a:pt x="82424" y="38597"/>
                  <a:pt x="86719" y="34204"/>
                  <a:pt x="92277" y="31172"/>
                </a:cubicBezTo>
                <a:cubicBezTo>
                  <a:pt x="97835" y="28141"/>
                  <a:pt x="104041" y="26625"/>
                  <a:pt x="110894" y="26625"/>
                </a:cubicBezTo>
                <a:cubicBezTo>
                  <a:pt x="121483" y="26625"/>
                  <a:pt x="130160" y="30063"/>
                  <a:pt x="136926" y="36939"/>
                </a:cubicBezTo>
                <a:cubicBezTo>
                  <a:pt x="143692" y="43815"/>
                  <a:pt x="147075" y="52503"/>
                  <a:pt x="147075" y="63004"/>
                </a:cubicBezTo>
                <a:cubicBezTo>
                  <a:pt x="147075" y="73592"/>
                  <a:pt x="143659" y="82368"/>
                  <a:pt x="136827" y="89332"/>
                </a:cubicBezTo>
                <a:cubicBezTo>
                  <a:pt x="129995" y="96296"/>
                  <a:pt x="121395" y="99778"/>
                  <a:pt x="111026" y="99778"/>
                </a:cubicBezTo>
                <a:cubicBezTo>
                  <a:pt x="104612" y="99778"/>
                  <a:pt x="98494" y="98328"/>
                  <a:pt x="92672" y="95428"/>
                </a:cubicBezTo>
                <a:cubicBezTo>
                  <a:pt x="86851" y="92528"/>
                  <a:pt x="82424" y="88277"/>
                  <a:pt x="79393" y="82676"/>
                </a:cubicBezTo>
                <a:cubicBezTo>
                  <a:pt x="76361" y="77074"/>
                  <a:pt x="74845" y="70253"/>
                  <a:pt x="74845" y="62213"/>
                </a:cubicBezTo>
                <a:moveTo>
                  <a:pt x="93826" y="63201"/>
                </a:moveTo>
                <a:cubicBezTo>
                  <a:pt x="93826" y="70121"/>
                  <a:pt x="95473" y="75421"/>
                  <a:pt x="98768" y="79100"/>
                </a:cubicBezTo>
                <a:cubicBezTo>
                  <a:pt x="102063" y="82780"/>
                  <a:pt x="106127" y="84620"/>
                  <a:pt x="110960" y="84620"/>
                </a:cubicBezTo>
                <a:cubicBezTo>
                  <a:pt x="115793" y="84620"/>
                  <a:pt x="119846" y="82780"/>
                  <a:pt x="123120" y="79100"/>
                </a:cubicBezTo>
                <a:cubicBezTo>
                  <a:pt x="126393" y="75421"/>
                  <a:pt x="128029" y="70077"/>
                  <a:pt x="128029" y="63069"/>
                </a:cubicBezTo>
                <a:cubicBezTo>
                  <a:pt x="128029" y="56237"/>
                  <a:pt x="126393" y="50982"/>
                  <a:pt x="123120" y="47302"/>
                </a:cubicBezTo>
                <a:cubicBezTo>
                  <a:pt x="119846" y="43622"/>
                  <a:pt x="115793" y="41783"/>
                  <a:pt x="110960" y="41783"/>
                </a:cubicBezTo>
                <a:cubicBezTo>
                  <a:pt x="106127" y="41783"/>
                  <a:pt x="102063" y="43622"/>
                  <a:pt x="98768" y="47302"/>
                </a:cubicBezTo>
                <a:cubicBezTo>
                  <a:pt x="95473" y="50982"/>
                  <a:pt x="93826" y="56281"/>
                  <a:pt x="93826" y="63201"/>
                </a:cubicBezTo>
                <a:close/>
                <a:moveTo>
                  <a:pt x="179324" y="98196"/>
                </a:moveTo>
                <a:lnTo>
                  <a:pt x="160805" y="98196"/>
                </a:lnTo>
                <a:lnTo>
                  <a:pt x="160805" y="28207"/>
                </a:lnTo>
                <a:lnTo>
                  <a:pt x="178006" y="28207"/>
                </a:lnTo>
                <a:lnTo>
                  <a:pt x="178006" y="38158"/>
                </a:lnTo>
                <a:cubicBezTo>
                  <a:pt x="180950" y="33457"/>
                  <a:pt x="183597" y="30359"/>
                  <a:pt x="185947" y="28866"/>
                </a:cubicBezTo>
                <a:cubicBezTo>
                  <a:pt x="188298" y="27372"/>
                  <a:pt x="190967" y="26625"/>
                  <a:pt x="193954" y="26625"/>
                </a:cubicBezTo>
                <a:cubicBezTo>
                  <a:pt x="198172" y="26625"/>
                  <a:pt x="202236" y="27789"/>
                  <a:pt x="206147" y="30118"/>
                </a:cubicBezTo>
                <a:lnTo>
                  <a:pt x="200413" y="46264"/>
                </a:lnTo>
                <a:cubicBezTo>
                  <a:pt x="197294" y="44243"/>
                  <a:pt x="194394" y="43233"/>
                  <a:pt x="191714" y="43233"/>
                </a:cubicBezTo>
                <a:cubicBezTo>
                  <a:pt x="189122" y="43233"/>
                  <a:pt x="186925" y="43946"/>
                  <a:pt x="185123" y="45374"/>
                </a:cubicBezTo>
                <a:cubicBezTo>
                  <a:pt x="183322" y="46802"/>
                  <a:pt x="181905" y="49384"/>
                  <a:pt x="180873" y="53118"/>
                </a:cubicBezTo>
                <a:cubicBezTo>
                  <a:pt x="179840" y="56853"/>
                  <a:pt x="179324" y="64673"/>
                  <a:pt x="179324" y="76580"/>
                </a:cubicBezTo>
                <a:lnTo>
                  <a:pt x="179324" y="98196"/>
                </a:lnTo>
                <a:close/>
                <a:moveTo>
                  <a:pt x="231827" y="98196"/>
                </a:moveTo>
                <a:lnTo>
                  <a:pt x="213308" y="98196"/>
                </a:lnTo>
                <a:lnTo>
                  <a:pt x="213308" y="28207"/>
                </a:lnTo>
                <a:lnTo>
                  <a:pt x="230509" y="28207"/>
                </a:lnTo>
                <a:lnTo>
                  <a:pt x="230509" y="38158"/>
                </a:lnTo>
                <a:cubicBezTo>
                  <a:pt x="233453" y="33457"/>
                  <a:pt x="236100" y="30359"/>
                  <a:pt x="238450" y="28866"/>
                </a:cubicBezTo>
                <a:cubicBezTo>
                  <a:pt x="240801" y="27372"/>
                  <a:pt x="243470" y="26625"/>
                  <a:pt x="246458" y="26625"/>
                </a:cubicBezTo>
                <a:cubicBezTo>
                  <a:pt x="250675" y="26625"/>
                  <a:pt x="254739" y="27789"/>
                  <a:pt x="258650" y="30118"/>
                </a:cubicBezTo>
                <a:lnTo>
                  <a:pt x="252916" y="46264"/>
                </a:lnTo>
                <a:cubicBezTo>
                  <a:pt x="249797" y="44243"/>
                  <a:pt x="246897" y="43233"/>
                  <a:pt x="244217" y="43233"/>
                </a:cubicBezTo>
                <a:cubicBezTo>
                  <a:pt x="241625" y="43233"/>
                  <a:pt x="239428" y="43946"/>
                  <a:pt x="237627" y="45374"/>
                </a:cubicBezTo>
                <a:cubicBezTo>
                  <a:pt x="235825" y="46802"/>
                  <a:pt x="234408" y="49384"/>
                  <a:pt x="233376" y="53118"/>
                </a:cubicBezTo>
                <a:cubicBezTo>
                  <a:pt x="232343" y="56853"/>
                  <a:pt x="231827" y="64673"/>
                  <a:pt x="231827" y="76580"/>
                </a:cubicBezTo>
                <a:lnTo>
                  <a:pt x="231827" y="98196"/>
                </a:lnTo>
                <a:close/>
                <a:moveTo>
                  <a:pt x="307133" y="75921"/>
                </a:moveTo>
                <a:lnTo>
                  <a:pt x="325586" y="79084"/>
                </a:lnTo>
                <a:cubicBezTo>
                  <a:pt x="323214" y="85828"/>
                  <a:pt x="319468" y="90963"/>
                  <a:pt x="314350" y="94489"/>
                </a:cubicBezTo>
                <a:cubicBezTo>
                  <a:pt x="309231" y="98015"/>
                  <a:pt x="302828" y="99778"/>
                  <a:pt x="295139" y="99778"/>
                </a:cubicBezTo>
                <a:cubicBezTo>
                  <a:pt x="282969" y="99778"/>
                  <a:pt x="273962" y="95801"/>
                  <a:pt x="268119" y="87849"/>
                </a:cubicBezTo>
                <a:cubicBezTo>
                  <a:pt x="263505" y="81478"/>
                  <a:pt x="261199" y="73438"/>
                  <a:pt x="261199" y="63728"/>
                </a:cubicBezTo>
                <a:cubicBezTo>
                  <a:pt x="261199" y="52129"/>
                  <a:pt x="264230" y="43046"/>
                  <a:pt x="270293" y="36477"/>
                </a:cubicBezTo>
                <a:cubicBezTo>
                  <a:pt x="276356" y="29909"/>
                  <a:pt x="284023" y="26625"/>
                  <a:pt x="293294" y="26625"/>
                </a:cubicBezTo>
                <a:cubicBezTo>
                  <a:pt x="303706" y="26625"/>
                  <a:pt x="311922" y="30063"/>
                  <a:pt x="317941" y="36939"/>
                </a:cubicBezTo>
                <a:cubicBezTo>
                  <a:pt x="323961" y="43815"/>
                  <a:pt x="326838" y="54348"/>
                  <a:pt x="326575" y="68539"/>
                </a:cubicBezTo>
                <a:lnTo>
                  <a:pt x="280179" y="68539"/>
                </a:lnTo>
                <a:cubicBezTo>
                  <a:pt x="280311" y="74031"/>
                  <a:pt x="281804" y="78304"/>
                  <a:pt x="284660" y="81358"/>
                </a:cubicBezTo>
                <a:cubicBezTo>
                  <a:pt x="287516" y="84411"/>
                  <a:pt x="291075" y="85938"/>
                  <a:pt x="295337" y="85938"/>
                </a:cubicBezTo>
                <a:cubicBezTo>
                  <a:pt x="298236" y="85938"/>
                  <a:pt x="300675" y="85147"/>
                  <a:pt x="302652" y="83565"/>
                </a:cubicBezTo>
                <a:cubicBezTo>
                  <a:pt x="304629" y="81984"/>
                  <a:pt x="306123" y="79435"/>
                  <a:pt x="307133" y="75921"/>
                </a:cubicBezTo>
                <a:moveTo>
                  <a:pt x="308188" y="57204"/>
                </a:moveTo>
                <a:cubicBezTo>
                  <a:pt x="308056" y="51866"/>
                  <a:pt x="306672" y="47807"/>
                  <a:pt x="304036" y="45028"/>
                </a:cubicBezTo>
                <a:cubicBezTo>
                  <a:pt x="301400" y="42249"/>
                  <a:pt x="298192" y="40860"/>
                  <a:pt x="294414" y="40860"/>
                </a:cubicBezTo>
                <a:cubicBezTo>
                  <a:pt x="290372" y="40860"/>
                  <a:pt x="287033" y="42326"/>
                  <a:pt x="284397" y="45257"/>
                </a:cubicBezTo>
                <a:cubicBezTo>
                  <a:pt x="281761" y="48190"/>
                  <a:pt x="280464" y="52172"/>
                  <a:pt x="280508" y="57204"/>
                </a:cubicBezTo>
                <a:lnTo>
                  <a:pt x="308188" y="57204"/>
                </a:lnTo>
                <a:close/>
                <a:moveTo>
                  <a:pt x="402672" y="48900"/>
                </a:moveTo>
                <a:lnTo>
                  <a:pt x="384417" y="52195"/>
                </a:lnTo>
                <a:cubicBezTo>
                  <a:pt x="383801" y="48571"/>
                  <a:pt x="382406" y="45841"/>
                  <a:pt x="380232" y="44007"/>
                </a:cubicBezTo>
                <a:cubicBezTo>
                  <a:pt x="378057" y="42173"/>
                  <a:pt x="375234" y="41255"/>
                  <a:pt x="371763" y="41255"/>
                </a:cubicBezTo>
                <a:cubicBezTo>
                  <a:pt x="367150" y="41255"/>
                  <a:pt x="363470" y="42843"/>
                  <a:pt x="360724" y="46019"/>
                </a:cubicBezTo>
                <a:cubicBezTo>
                  <a:pt x="357978" y="49195"/>
                  <a:pt x="356605" y="54505"/>
                  <a:pt x="356605" y="61951"/>
                </a:cubicBezTo>
                <a:cubicBezTo>
                  <a:pt x="356605" y="70230"/>
                  <a:pt x="358000" y="76078"/>
                  <a:pt x="360790" y="79496"/>
                </a:cubicBezTo>
                <a:cubicBezTo>
                  <a:pt x="363580" y="82912"/>
                  <a:pt x="367326" y="84620"/>
                  <a:pt x="372027" y="84620"/>
                </a:cubicBezTo>
                <a:cubicBezTo>
                  <a:pt x="375542" y="84620"/>
                  <a:pt x="378419" y="83620"/>
                  <a:pt x="380660" y="81621"/>
                </a:cubicBezTo>
                <a:cubicBezTo>
                  <a:pt x="382901" y="79622"/>
                  <a:pt x="384482" y="76184"/>
                  <a:pt x="385405" y="71307"/>
                </a:cubicBezTo>
                <a:lnTo>
                  <a:pt x="403594" y="74471"/>
                </a:lnTo>
                <a:cubicBezTo>
                  <a:pt x="401705" y="82818"/>
                  <a:pt x="398080" y="89123"/>
                  <a:pt x="392720" y="93385"/>
                </a:cubicBezTo>
                <a:cubicBezTo>
                  <a:pt x="387360" y="97647"/>
                  <a:pt x="380177" y="99778"/>
                  <a:pt x="371170" y="99778"/>
                </a:cubicBezTo>
                <a:cubicBezTo>
                  <a:pt x="360933" y="99778"/>
                  <a:pt x="352772" y="96548"/>
                  <a:pt x="346687" y="90090"/>
                </a:cubicBezTo>
                <a:cubicBezTo>
                  <a:pt x="340602" y="83631"/>
                  <a:pt x="337559" y="74690"/>
                  <a:pt x="337559" y="63267"/>
                </a:cubicBezTo>
                <a:cubicBezTo>
                  <a:pt x="337559" y="51712"/>
                  <a:pt x="340613" y="42716"/>
                  <a:pt x="346720" y="36280"/>
                </a:cubicBezTo>
                <a:cubicBezTo>
                  <a:pt x="352827" y="29843"/>
                  <a:pt x="361087" y="26625"/>
                  <a:pt x="371500" y="26625"/>
                </a:cubicBezTo>
                <a:cubicBezTo>
                  <a:pt x="380023" y="26625"/>
                  <a:pt x="386800" y="28459"/>
                  <a:pt x="391831" y="32128"/>
                </a:cubicBezTo>
                <a:cubicBezTo>
                  <a:pt x="396861" y="35796"/>
                  <a:pt x="400475" y="41387"/>
                  <a:pt x="402672" y="48900"/>
                </a:cubicBezTo>
                <a:close/>
                <a:moveTo>
                  <a:pt x="448784" y="28207"/>
                </a:moveTo>
                <a:lnTo>
                  <a:pt x="448784" y="42969"/>
                </a:lnTo>
                <a:lnTo>
                  <a:pt x="436130" y="42969"/>
                </a:lnTo>
                <a:lnTo>
                  <a:pt x="436130" y="71130"/>
                </a:lnTo>
                <a:cubicBezTo>
                  <a:pt x="436130" y="76834"/>
                  <a:pt x="436251" y="80157"/>
                  <a:pt x="436493" y="81100"/>
                </a:cubicBezTo>
                <a:cubicBezTo>
                  <a:pt x="436734" y="82042"/>
                  <a:pt x="437283" y="82820"/>
                  <a:pt x="438140" y="83436"/>
                </a:cubicBezTo>
                <a:cubicBezTo>
                  <a:pt x="438997" y="84049"/>
                  <a:pt x="440040" y="84356"/>
                  <a:pt x="441271" y="84356"/>
                </a:cubicBezTo>
                <a:cubicBezTo>
                  <a:pt x="442984" y="84356"/>
                  <a:pt x="445466" y="83763"/>
                  <a:pt x="448718" y="82577"/>
                </a:cubicBezTo>
                <a:lnTo>
                  <a:pt x="450299" y="96997"/>
                </a:lnTo>
                <a:cubicBezTo>
                  <a:pt x="445994" y="98851"/>
                  <a:pt x="441117" y="99778"/>
                  <a:pt x="435669" y="99778"/>
                </a:cubicBezTo>
                <a:cubicBezTo>
                  <a:pt x="432330" y="99778"/>
                  <a:pt x="429320" y="99217"/>
                  <a:pt x="426640" y="98097"/>
                </a:cubicBezTo>
                <a:cubicBezTo>
                  <a:pt x="423960" y="96977"/>
                  <a:pt x="421994" y="95527"/>
                  <a:pt x="420742" y="93747"/>
                </a:cubicBezTo>
                <a:cubicBezTo>
                  <a:pt x="419490" y="91968"/>
                  <a:pt x="418622" y="89563"/>
                  <a:pt x="418139" y="86531"/>
                </a:cubicBezTo>
                <a:cubicBezTo>
                  <a:pt x="417743" y="84378"/>
                  <a:pt x="417545" y="80029"/>
                  <a:pt x="417545" y="73482"/>
                </a:cubicBezTo>
                <a:lnTo>
                  <a:pt x="417545" y="42969"/>
                </a:lnTo>
                <a:lnTo>
                  <a:pt x="409044" y="42969"/>
                </a:lnTo>
                <a:lnTo>
                  <a:pt x="409044" y="28207"/>
                </a:lnTo>
                <a:lnTo>
                  <a:pt x="417545" y="28207"/>
                </a:lnTo>
                <a:lnTo>
                  <a:pt x="417545" y="14235"/>
                </a:lnTo>
                <a:lnTo>
                  <a:pt x="436130" y="3295"/>
                </a:lnTo>
                <a:lnTo>
                  <a:pt x="436130" y="28207"/>
                </a:lnTo>
                <a:lnTo>
                  <a:pt x="448784" y="28207"/>
                </a:lnTo>
                <a:close/>
                <a:moveTo>
                  <a:pt x="461633" y="98196"/>
                </a:moveTo>
                <a:lnTo>
                  <a:pt x="461633" y="79611"/>
                </a:lnTo>
                <a:lnTo>
                  <a:pt x="480152" y="79611"/>
                </a:lnTo>
                <a:lnTo>
                  <a:pt x="480152" y="98196"/>
                </a:lnTo>
                <a:lnTo>
                  <a:pt x="461633" y="98196"/>
                </a:lnTo>
                <a:close/>
                <a:moveTo>
                  <a:pt x="539704" y="98196"/>
                </a:moveTo>
                <a:lnTo>
                  <a:pt x="539704" y="1582"/>
                </a:lnTo>
                <a:lnTo>
                  <a:pt x="552490" y="1582"/>
                </a:lnTo>
                <a:lnTo>
                  <a:pt x="552490" y="98196"/>
                </a:lnTo>
                <a:lnTo>
                  <a:pt x="539704" y="98196"/>
                </a:lnTo>
                <a:close/>
                <a:moveTo>
                  <a:pt x="576370" y="98196"/>
                </a:moveTo>
                <a:lnTo>
                  <a:pt x="576370" y="37433"/>
                </a:lnTo>
                <a:lnTo>
                  <a:pt x="565891" y="37433"/>
                </a:lnTo>
                <a:lnTo>
                  <a:pt x="565891" y="28207"/>
                </a:lnTo>
                <a:lnTo>
                  <a:pt x="576370" y="28207"/>
                </a:lnTo>
                <a:lnTo>
                  <a:pt x="576370" y="20776"/>
                </a:lnTo>
                <a:cubicBezTo>
                  <a:pt x="576370" y="16086"/>
                  <a:pt x="576787" y="12601"/>
                  <a:pt x="577622" y="10322"/>
                </a:cubicBezTo>
                <a:cubicBezTo>
                  <a:pt x="578764" y="7255"/>
                  <a:pt x="580774" y="4768"/>
                  <a:pt x="583652" y="2861"/>
                </a:cubicBezTo>
                <a:cubicBezTo>
                  <a:pt x="586530" y="954"/>
                  <a:pt x="590561" y="0"/>
                  <a:pt x="595745" y="0"/>
                </a:cubicBezTo>
                <a:cubicBezTo>
                  <a:pt x="599084" y="0"/>
                  <a:pt x="602775" y="395"/>
                  <a:pt x="606817" y="1186"/>
                </a:cubicBezTo>
                <a:lnTo>
                  <a:pt x="605038" y="11533"/>
                </a:lnTo>
                <a:cubicBezTo>
                  <a:pt x="602577" y="11094"/>
                  <a:pt x="600249" y="10874"/>
                  <a:pt x="598052" y="10874"/>
                </a:cubicBezTo>
                <a:cubicBezTo>
                  <a:pt x="594449" y="10874"/>
                  <a:pt x="591901" y="11640"/>
                  <a:pt x="590407" y="13172"/>
                </a:cubicBezTo>
                <a:cubicBezTo>
                  <a:pt x="588913" y="14705"/>
                  <a:pt x="588166" y="17571"/>
                  <a:pt x="588166" y="21773"/>
                </a:cubicBezTo>
                <a:lnTo>
                  <a:pt x="588166" y="28207"/>
                </a:lnTo>
                <a:lnTo>
                  <a:pt x="601808" y="28207"/>
                </a:lnTo>
                <a:lnTo>
                  <a:pt x="601808" y="37433"/>
                </a:lnTo>
                <a:lnTo>
                  <a:pt x="588166" y="37433"/>
                </a:lnTo>
                <a:lnTo>
                  <a:pt x="588166" y="98196"/>
                </a:lnTo>
                <a:lnTo>
                  <a:pt x="576370" y="98196"/>
                </a:lnTo>
                <a:close/>
                <a:moveTo>
                  <a:pt x="694250" y="89554"/>
                </a:moveTo>
                <a:cubicBezTo>
                  <a:pt x="689857" y="93292"/>
                  <a:pt x="685628" y="95930"/>
                  <a:pt x="681564" y="97469"/>
                </a:cubicBezTo>
                <a:cubicBezTo>
                  <a:pt x="677500" y="99008"/>
                  <a:pt x="673139" y="99778"/>
                  <a:pt x="668482" y="99778"/>
                </a:cubicBezTo>
                <a:cubicBezTo>
                  <a:pt x="660793" y="99778"/>
                  <a:pt x="654884" y="97898"/>
                  <a:pt x="650754" y="94139"/>
                </a:cubicBezTo>
                <a:cubicBezTo>
                  <a:pt x="646624" y="90379"/>
                  <a:pt x="644559" y="85576"/>
                  <a:pt x="644559" y="79729"/>
                </a:cubicBezTo>
                <a:cubicBezTo>
                  <a:pt x="644559" y="76300"/>
                  <a:pt x="645339" y="73168"/>
                  <a:pt x="646899" y="70333"/>
                </a:cubicBezTo>
                <a:cubicBezTo>
                  <a:pt x="648458" y="67497"/>
                  <a:pt x="650501" y="65221"/>
                  <a:pt x="653028" y="63506"/>
                </a:cubicBezTo>
                <a:cubicBezTo>
                  <a:pt x="655554" y="61791"/>
                  <a:pt x="658399" y="60494"/>
                  <a:pt x="661562" y="59616"/>
                </a:cubicBezTo>
                <a:cubicBezTo>
                  <a:pt x="663891" y="58999"/>
                  <a:pt x="667406" y="58405"/>
                  <a:pt x="672107" y="57834"/>
                </a:cubicBezTo>
                <a:cubicBezTo>
                  <a:pt x="681685" y="56700"/>
                  <a:pt x="688736" y="55348"/>
                  <a:pt x="693262" y="53777"/>
                </a:cubicBezTo>
                <a:cubicBezTo>
                  <a:pt x="693306" y="52158"/>
                  <a:pt x="693328" y="51130"/>
                  <a:pt x="693328" y="50692"/>
                </a:cubicBezTo>
                <a:cubicBezTo>
                  <a:pt x="693328" y="45877"/>
                  <a:pt x="692207" y="42485"/>
                  <a:pt x="689966" y="40516"/>
                </a:cubicBezTo>
                <a:cubicBezTo>
                  <a:pt x="686935" y="37846"/>
                  <a:pt x="682432" y="36510"/>
                  <a:pt x="676456" y="36510"/>
                </a:cubicBezTo>
                <a:cubicBezTo>
                  <a:pt x="670877" y="36510"/>
                  <a:pt x="666758" y="37488"/>
                  <a:pt x="664099" y="39443"/>
                </a:cubicBezTo>
                <a:cubicBezTo>
                  <a:pt x="661441" y="41398"/>
                  <a:pt x="659475" y="44858"/>
                  <a:pt x="658201" y="49823"/>
                </a:cubicBezTo>
                <a:lnTo>
                  <a:pt x="646602" y="48241"/>
                </a:lnTo>
                <a:cubicBezTo>
                  <a:pt x="647657" y="43261"/>
                  <a:pt x="649392" y="39240"/>
                  <a:pt x="651809" y="36177"/>
                </a:cubicBezTo>
                <a:cubicBezTo>
                  <a:pt x="654225" y="33114"/>
                  <a:pt x="657718" y="30756"/>
                  <a:pt x="662287" y="29105"/>
                </a:cubicBezTo>
                <a:cubicBezTo>
                  <a:pt x="666856" y="27451"/>
                  <a:pt x="672151" y="26625"/>
                  <a:pt x="678170" y="26625"/>
                </a:cubicBezTo>
                <a:cubicBezTo>
                  <a:pt x="684145" y="26625"/>
                  <a:pt x="689000" y="27328"/>
                  <a:pt x="692734" y="28734"/>
                </a:cubicBezTo>
                <a:cubicBezTo>
                  <a:pt x="696469" y="30140"/>
                  <a:pt x="699215" y="31908"/>
                  <a:pt x="700972" y="34039"/>
                </a:cubicBezTo>
                <a:cubicBezTo>
                  <a:pt x="702730" y="36170"/>
                  <a:pt x="703960" y="38861"/>
                  <a:pt x="704663" y="42112"/>
                </a:cubicBezTo>
                <a:cubicBezTo>
                  <a:pt x="705058" y="44133"/>
                  <a:pt x="705256" y="47780"/>
                  <a:pt x="705256" y="53052"/>
                </a:cubicBezTo>
                <a:lnTo>
                  <a:pt x="705256" y="68869"/>
                </a:lnTo>
                <a:cubicBezTo>
                  <a:pt x="705256" y="79897"/>
                  <a:pt x="705509" y="86871"/>
                  <a:pt x="706014" y="89793"/>
                </a:cubicBezTo>
                <a:cubicBezTo>
                  <a:pt x="706519" y="92715"/>
                  <a:pt x="707519" y="95516"/>
                  <a:pt x="709013" y="98196"/>
                </a:cubicBezTo>
                <a:lnTo>
                  <a:pt x="696623" y="98196"/>
                </a:lnTo>
                <a:cubicBezTo>
                  <a:pt x="695393" y="95733"/>
                  <a:pt x="694602" y="92852"/>
                  <a:pt x="694250" y="89554"/>
                </a:cubicBezTo>
                <a:moveTo>
                  <a:pt x="693262" y="63004"/>
                </a:moveTo>
                <a:cubicBezTo>
                  <a:pt x="688956" y="64776"/>
                  <a:pt x="682497" y="66282"/>
                  <a:pt x="673886" y="67522"/>
                </a:cubicBezTo>
                <a:cubicBezTo>
                  <a:pt x="669009" y="68228"/>
                  <a:pt x="665560" y="69022"/>
                  <a:pt x="663539" y="69905"/>
                </a:cubicBezTo>
                <a:cubicBezTo>
                  <a:pt x="661518" y="70786"/>
                  <a:pt x="659959" y="72077"/>
                  <a:pt x="658860" y="73777"/>
                </a:cubicBezTo>
                <a:cubicBezTo>
                  <a:pt x="657762" y="75475"/>
                  <a:pt x="657213" y="77361"/>
                  <a:pt x="657213" y="79434"/>
                </a:cubicBezTo>
                <a:cubicBezTo>
                  <a:pt x="657213" y="82610"/>
                  <a:pt x="658410" y="85257"/>
                  <a:pt x="660804" y="87375"/>
                </a:cubicBezTo>
                <a:cubicBezTo>
                  <a:pt x="663199" y="89493"/>
                  <a:pt x="666703" y="90551"/>
                  <a:pt x="671316" y="90551"/>
                </a:cubicBezTo>
                <a:cubicBezTo>
                  <a:pt x="675885" y="90551"/>
                  <a:pt x="679949" y="89547"/>
                  <a:pt x="683508" y="87538"/>
                </a:cubicBezTo>
                <a:cubicBezTo>
                  <a:pt x="687067" y="85529"/>
                  <a:pt x="689681" y="82781"/>
                  <a:pt x="691350" y="79294"/>
                </a:cubicBezTo>
                <a:cubicBezTo>
                  <a:pt x="692625" y="76600"/>
                  <a:pt x="693262" y="72627"/>
                  <a:pt x="693262" y="67374"/>
                </a:cubicBezTo>
                <a:lnTo>
                  <a:pt x="693262" y="63004"/>
                </a:lnTo>
                <a:close/>
                <a:moveTo>
                  <a:pt x="761144" y="125084"/>
                </a:moveTo>
                <a:lnTo>
                  <a:pt x="761144" y="28207"/>
                </a:lnTo>
                <a:lnTo>
                  <a:pt x="771952" y="28207"/>
                </a:lnTo>
                <a:lnTo>
                  <a:pt x="771952" y="37235"/>
                </a:lnTo>
                <a:cubicBezTo>
                  <a:pt x="774500" y="33699"/>
                  <a:pt x="777378" y="31046"/>
                  <a:pt x="780585" y="29278"/>
                </a:cubicBezTo>
                <a:cubicBezTo>
                  <a:pt x="783793" y="27509"/>
                  <a:pt x="787681" y="26625"/>
                  <a:pt x="792250" y="26625"/>
                </a:cubicBezTo>
                <a:cubicBezTo>
                  <a:pt x="798225" y="26625"/>
                  <a:pt x="803498" y="28163"/>
                  <a:pt x="808067" y="31238"/>
                </a:cubicBezTo>
                <a:cubicBezTo>
                  <a:pt x="812636" y="34314"/>
                  <a:pt x="816085" y="38652"/>
                  <a:pt x="818414" y="44254"/>
                </a:cubicBezTo>
                <a:cubicBezTo>
                  <a:pt x="820742" y="49856"/>
                  <a:pt x="821907" y="55996"/>
                  <a:pt x="821907" y="62674"/>
                </a:cubicBezTo>
                <a:cubicBezTo>
                  <a:pt x="821907" y="69835"/>
                  <a:pt x="820622" y="76283"/>
                  <a:pt x="818051" y="82017"/>
                </a:cubicBezTo>
                <a:cubicBezTo>
                  <a:pt x="815481" y="87750"/>
                  <a:pt x="811747" y="92144"/>
                  <a:pt x="806848" y="95197"/>
                </a:cubicBezTo>
                <a:cubicBezTo>
                  <a:pt x="801949" y="98251"/>
                  <a:pt x="796798" y="99778"/>
                  <a:pt x="791393" y="99778"/>
                </a:cubicBezTo>
                <a:cubicBezTo>
                  <a:pt x="787439" y="99778"/>
                  <a:pt x="783891" y="98932"/>
                  <a:pt x="780750" y="97240"/>
                </a:cubicBezTo>
                <a:cubicBezTo>
                  <a:pt x="777609" y="95547"/>
                  <a:pt x="775028" y="93410"/>
                  <a:pt x="773006" y="90827"/>
                </a:cubicBezTo>
                <a:lnTo>
                  <a:pt x="773006" y="125084"/>
                </a:lnTo>
                <a:lnTo>
                  <a:pt x="761144" y="125084"/>
                </a:lnTo>
                <a:moveTo>
                  <a:pt x="771886" y="63498"/>
                </a:moveTo>
                <a:cubicBezTo>
                  <a:pt x="771886" y="72494"/>
                  <a:pt x="773709" y="79142"/>
                  <a:pt x="777356" y="83442"/>
                </a:cubicBezTo>
                <a:cubicBezTo>
                  <a:pt x="781003" y="87742"/>
                  <a:pt x="785418" y="89892"/>
                  <a:pt x="790603" y="89892"/>
                </a:cubicBezTo>
                <a:cubicBezTo>
                  <a:pt x="795875" y="89892"/>
                  <a:pt x="800389" y="87665"/>
                  <a:pt x="804146" y="83211"/>
                </a:cubicBezTo>
                <a:cubicBezTo>
                  <a:pt x="807902" y="78757"/>
                  <a:pt x="809780" y="71857"/>
                  <a:pt x="809780" y="62509"/>
                </a:cubicBezTo>
                <a:cubicBezTo>
                  <a:pt x="809780" y="53601"/>
                  <a:pt x="807946" y="46931"/>
                  <a:pt x="804278" y="42499"/>
                </a:cubicBezTo>
                <a:cubicBezTo>
                  <a:pt x="800609" y="38067"/>
                  <a:pt x="796226" y="35851"/>
                  <a:pt x="791130" y="35851"/>
                </a:cubicBezTo>
                <a:cubicBezTo>
                  <a:pt x="786077" y="35851"/>
                  <a:pt x="781607" y="38210"/>
                  <a:pt x="777719" y="42928"/>
                </a:cubicBezTo>
                <a:cubicBezTo>
                  <a:pt x="773830" y="47645"/>
                  <a:pt x="771886" y="54502"/>
                  <a:pt x="771886" y="63498"/>
                </a:cubicBezTo>
                <a:close/>
                <a:moveTo>
                  <a:pt x="836055" y="98196"/>
                </a:moveTo>
                <a:lnTo>
                  <a:pt x="836055" y="28207"/>
                </a:lnTo>
                <a:lnTo>
                  <a:pt x="846731" y="28207"/>
                </a:lnTo>
                <a:lnTo>
                  <a:pt x="846731" y="38751"/>
                </a:lnTo>
                <a:cubicBezTo>
                  <a:pt x="849455" y="33814"/>
                  <a:pt x="851971" y="30559"/>
                  <a:pt x="854277" y="28985"/>
                </a:cubicBezTo>
                <a:cubicBezTo>
                  <a:pt x="856584" y="27412"/>
                  <a:pt x="859121" y="26625"/>
                  <a:pt x="861889" y="26625"/>
                </a:cubicBezTo>
                <a:cubicBezTo>
                  <a:pt x="865887" y="26625"/>
                  <a:pt x="869951" y="27894"/>
                  <a:pt x="874081" y="30431"/>
                </a:cubicBezTo>
                <a:lnTo>
                  <a:pt x="869995" y="41387"/>
                </a:lnTo>
                <a:cubicBezTo>
                  <a:pt x="867095" y="39674"/>
                  <a:pt x="864196" y="38817"/>
                  <a:pt x="861296" y="38817"/>
                </a:cubicBezTo>
                <a:cubicBezTo>
                  <a:pt x="858704" y="38817"/>
                  <a:pt x="856375" y="39598"/>
                  <a:pt x="854310" y="41161"/>
                </a:cubicBezTo>
                <a:cubicBezTo>
                  <a:pt x="852245" y="42722"/>
                  <a:pt x="850773" y="44888"/>
                  <a:pt x="849895" y="47658"/>
                </a:cubicBezTo>
                <a:cubicBezTo>
                  <a:pt x="848577" y="51880"/>
                  <a:pt x="847917" y="56498"/>
                  <a:pt x="847917" y="61512"/>
                </a:cubicBezTo>
                <a:lnTo>
                  <a:pt x="847917" y="98196"/>
                </a:lnTo>
                <a:lnTo>
                  <a:pt x="836055" y="98196"/>
                </a:lnTo>
                <a:close/>
                <a:moveTo>
                  <a:pt x="881198" y="15290"/>
                </a:moveTo>
                <a:lnTo>
                  <a:pt x="881198" y="1582"/>
                </a:lnTo>
                <a:lnTo>
                  <a:pt x="893061" y="1582"/>
                </a:lnTo>
                <a:lnTo>
                  <a:pt x="893061" y="15290"/>
                </a:lnTo>
                <a:lnTo>
                  <a:pt x="881198" y="15290"/>
                </a:lnTo>
                <a:moveTo>
                  <a:pt x="881198" y="98196"/>
                </a:moveTo>
                <a:lnTo>
                  <a:pt x="881198" y="28207"/>
                </a:lnTo>
                <a:lnTo>
                  <a:pt x="893061" y="28207"/>
                </a:lnTo>
                <a:lnTo>
                  <a:pt x="893061" y="98196"/>
                </a:lnTo>
                <a:lnTo>
                  <a:pt x="881198" y="98196"/>
                </a:lnTo>
                <a:close/>
                <a:moveTo>
                  <a:pt x="930537" y="98196"/>
                </a:moveTo>
                <a:lnTo>
                  <a:pt x="903912" y="28207"/>
                </a:lnTo>
                <a:lnTo>
                  <a:pt x="916434" y="28207"/>
                </a:lnTo>
                <a:lnTo>
                  <a:pt x="931460" y="70121"/>
                </a:lnTo>
                <a:cubicBezTo>
                  <a:pt x="933085" y="74646"/>
                  <a:pt x="934579" y="79348"/>
                  <a:pt x="935941" y="84224"/>
                </a:cubicBezTo>
                <a:cubicBezTo>
                  <a:pt x="936995" y="80534"/>
                  <a:pt x="938467" y="76096"/>
                  <a:pt x="940357" y="70912"/>
                </a:cubicBezTo>
                <a:lnTo>
                  <a:pt x="955910" y="28207"/>
                </a:lnTo>
                <a:lnTo>
                  <a:pt x="968102" y="28207"/>
                </a:lnTo>
                <a:lnTo>
                  <a:pt x="941609" y="98196"/>
                </a:lnTo>
                <a:lnTo>
                  <a:pt x="930537" y="98196"/>
                </a:lnTo>
                <a:close/>
                <a:moveTo>
                  <a:pt x="1024251" y="89554"/>
                </a:moveTo>
                <a:cubicBezTo>
                  <a:pt x="1019857" y="93292"/>
                  <a:pt x="1015629" y="95930"/>
                  <a:pt x="1011564" y="97469"/>
                </a:cubicBezTo>
                <a:cubicBezTo>
                  <a:pt x="1007500" y="99008"/>
                  <a:pt x="1003140" y="99778"/>
                  <a:pt x="998483" y="99778"/>
                </a:cubicBezTo>
                <a:cubicBezTo>
                  <a:pt x="990794" y="99778"/>
                  <a:pt x="984885" y="97898"/>
                  <a:pt x="980755" y="94139"/>
                </a:cubicBezTo>
                <a:cubicBezTo>
                  <a:pt x="976625" y="90379"/>
                  <a:pt x="974560" y="85576"/>
                  <a:pt x="974560" y="79729"/>
                </a:cubicBezTo>
                <a:cubicBezTo>
                  <a:pt x="974560" y="76300"/>
                  <a:pt x="975340" y="73168"/>
                  <a:pt x="976899" y="70333"/>
                </a:cubicBezTo>
                <a:cubicBezTo>
                  <a:pt x="978459" y="67497"/>
                  <a:pt x="980502" y="65221"/>
                  <a:pt x="983028" y="63506"/>
                </a:cubicBezTo>
                <a:cubicBezTo>
                  <a:pt x="985555" y="61791"/>
                  <a:pt x="988400" y="60494"/>
                  <a:pt x="991563" y="59616"/>
                </a:cubicBezTo>
                <a:cubicBezTo>
                  <a:pt x="993891" y="58999"/>
                  <a:pt x="997406" y="58405"/>
                  <a:pt x="1002107" y="57834"/>
                </a:cubicBezTo>
                <a:cubicBezTo>
                  <a:pt x="1011685" y="56700"/>
                  <a:pt x="1018737" y="55348"/>
                  <a:pt x="1023262" y="53777"/>
                </a:cubicBezTo>
                <a:cubicBezTo>
                  <a:pt x="1023306" y="52158"/>
                  <a:pt x="1023328" y="51130"/>
                  <a:pt x="1023328" y="50692"/>
                </a:cubicBezTo>
                <a:cubicBezTo>
                  <a:pt x="1023328" y="45877"/>
                  <a:pt x="1022208" y="42485"/>
                  <a:pt x="1019967" y="40516"/>
                </a:cubicBezTo>
                <a:cubicBezTo>
                  <a:pt x="1016936" y="37846"/>
                  <a:pt x="1012432" y="36510"/>
                  <a:pt x="1006457" y="36510"/>
                </a:cubicBezTo>
                <a:cubicBezTo>
                  <a:pt x="1000877" y="36510"/>
                  <a:pt x="996758" y="37488"/>
                  <a:pt x="994100" y="39443"/>
                </a:cubicBezTo>
                <a:cubicBezTo>
                  <a:pt x="991442" y="41398"/>
                  <a:pt x="989476" y="44858"/>
                  <a:pt x="988202" y="49823"/>
                </a:cubicBezTo>
                <a:lnTo>
                  <a:pt x="976603" y="48241"/>
                </a:lnTo>
                <a:cubicBezTo>
                  <a:pt x="977657" y="43261"/>
                  <a:pt x="979393" y="39240"/>
                  <a:pt x="981809" y="36177"/>
                </a:cubicBezTo>
                <a:cubicBezTo>
                  <a:pt x="984226" y="33114"/>
                  <a:pt x="987718" y="30756"/>
                  <a:pt x="992288" y="29105"/>
                </a:cubicBezTo>
                <a:cubicBezTo>
                  <a:pt x="996857" y="27451"/>
                  <a:pt x="1002151" y="26625"/>
                  <a:pt x="1008170" y="26625"/>
                </a:cubicBezTo>
                <a:cubicBezTo>
                  <a:pt x="1014146" y="26625"/>
                  <a:pt x="1019001" y="27328"/>
                  <a:pt x="1022735" y="28734"/>
                </a:cubicBezTo>
                <a:cubicBezTo>
                  <a:pt x="1026470" y="30140"/>
                  <a:pt x="1029216" y="31908"/>
                  <a:pt x="1030973" y="34039"/>
                </a:cubicBezTo>
                <a:cubicBezTo>
                  <a:pt x="1032730" y="36170"/>
                  <a:pt x="1033961" y="38861"/>
                  <a:pt x="1034664" y="42112"/>
                </a:cubicBezTo>
                <a:cubicBezTo>
                  <a:pt x="1035059" y="44133"/>
                  <a:pt x="1035257" y="47780"/>
                  <a:pt x="1035257" y="53052"/>
                </a:cubicBezTo>
                <a:lnTo>
                  <a:pt x="1035257" y="68869"/>
                </a:lnTo>
                <a:cubicBezTo>
                  <a:pt x="1035257" y="79897"/>
                  <a:pt x="1035509" y="86871"/>
                  <a:pt x="1036015" y="89793"/>
                </a:cubicBezTo>
                <a:cubicBezTo>
                  <a:pt x="1036520" y="92715"/>
                  <a:pt x="1037519" y="95516"/>
                  <a:pt x="1039013" y="98196"/>
                </a:cubicBezTo>
                <a:lnTo>
                  <a:pt x="1026623" y="98196"/>
                </a:lnTo>
                <a:cubicBezTo>
                  <a:pt x="1025393" y="95733"/>
                  <a:pt x="1024602" y="92852"/>
                  <a:pt x="1024251" y="89554"/>
                </a:cubicBezTo>
                <a:moveTo>
                  <a:pt x="1023262" y="63004"/>
                </a:moveTo>
                <a:cubicBezTo>
                  <a:pt x="1018957" y="64776"/>
                  <a:pt x="1012498" y="66282"/>
                  <a:pt x="1003887" y="67522"/>
                </a:cubicBezTo>
                <a:cubicBezTo>
                  <a:pt x="999010" y="68228"/>
                  <a:pt x="995561" y="69022"/>
                  <a:pt x="993540" y="69905"/>
                </a:cubicBezTo>
                <a:cubicBezTo>
                  <a:pt x="991519" y="70786"/>
                  <a:pt x="989959" y="72077"/>
                  <a:pt x="988861" y="73777"/>
                </a:cubicBezTo>
                <a:cubicBezTo>
                  <a:pt x="987762" y="75475"/>
                  <a:pt x="987213" y="77361"/>
                  <a:pt x="987213" y="79434"/>
                </a:cubicBezTo>
                <a:cubicBezTo>
                  <a:pt x="987213" y="82610"/>
                  <a:pt x="988410" y="85257"/>
                  <a:pt x="990805" y="87375"/>
                </a:cubicBezTo>
                <a:cubicBezTo>
                  <a:pt x="993199" y="89493"/>
                  <a:pt x="996703" y="90551"/>
                  <a:pt x="1001317" y="90551"/>
                </a:cubicBezTo>
                <a:cubicBezTo>
                  <a:pt x="1005886" y="90551"/>
                  <a:pt x="1009950" y="89547"/>
                  <a:pt x="1013509" y="87538"/>
                </a:cubicBezTo>
                <a:cubicBezTo>
                  <a:pt x="1017067" y="85529"/>
                  <a:pt x="1019682" y="82781"/>
                  <a:pt x="1021351" y="79294"/>
                </a:cubicBezTo>
                <a:cubicBezTo>
                  <a:pt x="1022625" y="76600"/>
                  <a:pt x="1023262" y="72627"/>
                  <a:pt x="1023262" y="67374"/>
                </a:cubicBezTo>
                <a:lnTo>
                  <a:pt x="1023262" y="63004"/>
                </a:lnTo>
                <a:close/>
                <a:moveTo>
                  <a:pt x="1079523" y="87717"/>
                </a:moveTo>
                <a:lnTo>
                  <a:pt x="1081237" y="98196"/>
                </a:lnTo>
                <a:cubicBezTo>
                  <a:pt x="1077898" y="98811"/>
                  <a:pt x="1074910" y="99119"/>
                  <a:pt x="1072274" y="99119"/>
                </a:cubicBezTo>
                <a:cubicBezTo>
                  <a:pt x="1067968" y="99119"/>
                  <a:pt x="1064629" y="98438"/>
                  <a:pt x="1062257" y="97076"/>
                </a:cubicBezTo>
                <a:cubicBezTo>
                  <a:pt x="1059884" y="95713"/>
                  <a:pt x="1058215" y="93923"/>
                  <a:pt x="1057248" y="91704"/>
                </a:cubicBezTo>
                <a:cubicBezTo>
                  <a:pt x="1056281" y="89486"/>
                  <a:pt x="1055798" y="84817"/>
                  <a:pt x="1055798" y="77700"/>
                </a:cubicBezTo>
                <a:lnTo>
                  <a:pt x="1055798" y="37433"/>
                </a:lnTo>
                <a:lnTo>
                  <a:pt x="1047099" y="37433"/>
                </a:lnTo>
                <a:lnTo>
                  <a:pt x="1047099" y="28207"/>
                </a:lnTo>
                <a:lnTo>
                  <a:pt x="1055798" y="28207"/>
                </a:lnTo>
                <a:lnTo>
                  <a:pt x="1055798" y="10827"/>
                </a:lnTo>
                <a:lnTo>
                  <a:pt x="1067595" y="3691"/>
                </a:lnTo>
                <a:lnTo>
                  <a:pt x="1067595" y="28207"/>
                </a:lnTo>
                <a:lnTo>
                  <a:pt x="1079523" y="28207"/>
                </a:lnTo>
                <a:lnTo>
                  <a:pt x="1079523" y="37433"/>
                </a:lnTo>
                <a:lnTo>
                  <a:pt x="1067595" y="37433"/>
                </a:lnTo>
                <a:lnTo>
                  <a:pt x="1067595" y="78359"/>
                </a:lnTo>
                <a:cubicBezTo>
                  <a:pt x="1067595" y="81742"/>
                  <a:pt x="1067803" y="83917"/>
                  <a:pt x="1068221" y="84883"/>
                </a:cubicBezTo>
                <a:cubicBezTo>
                  <a:pt x="1068638" y="85850"/>
                  <a:pt x="1069319" y="86619"/>
                  <a:pt x="1070264" y="87190"/>
                </a:cubicBezTo>
                <a:cubicBezTo>
                  <a:pt x="1071208" y="87761"/>
                  <a:pt x="1072559" y="88047"/>
                  <a:pt x="1074317" y="88047"/>
                </a:cubicBezTo>
                <a:cubicBezTo>
                  <a:pt x="1075635" y="88047"/>
                  <a:pt x="1077370" y="87937"/>
                  <a:pt x="1079523" y="87717"/>
                </a:cubicBezTo>
                <a:close/>
                <a:moveTo>
                  <a:pt x="1139056" y="75657"/>
                </a:moveTo>
                <a:lnTo>
                  <a:pt x="1151314" y="77173"/>
                </a:lnTo>
                <a:cubicBezTo>
                  <a:pt x="1149381" y="84334"/>
                  <a:pt x="1145800" y="89892"/>
                  <a:pt x="1140572" y="93846"/>
                </a:cubicBezTo>
                <a:cubicBezTo>
                  <a:pt x="1135343" y="97800"/>
                  <a:pt x="1128665" y="99778"/>
                  <a:pt x="1120537" y="99778"/>
                </a:cubicBezTo>
                <a:cubicBezTo>
                  <a:pt x="1110300" y="99778"/>
                  <a:pt x="1102183" y="96625"/>
                  <a:pt x="1096186" y="90320"/>
                </a:cubicBezTo>
                <a:cubicBezTo>
                  <a:pt x="1090189" y="84016"/>
                  <a:pt x="1087190" y="75174"/>
                  <a:pt x="1087190" y="63794"/>
                </a:cubicBezTo>
                <a:cubicBezTo>
                  <a:pt x="1087190" y="52020"/>
                  <a:pt x="1090222" y="42881"/>
                  <a:pt x="1096285" y="36379"/>
                </a:cubicBezTo>
                <a:cubicBezTo>
                  <a:pt x="1102348" y="29876"/>
                  <a:pt x="1110212" y="26625"/>
                  <a:pt x="1119878" y="26625"/>
                </a:cubicBezTo>
                <a:cubicBezTo>
                  <a:pt x="1129236" y="26625"/>
                  <a:pt x="1136881" y="29805"/>
                  <a:pt x="1142812" y="36166"/>
                </a:cubicBezTo>
                <a:cubicBezTo>
                  <a:pt x="1148744" y="42526"/>
                  <a:pt x="1151709" y="51474"/>
                  <a:pt x="1151709" y="63010"/>
                </a:cubicBezTo>
                <a:cubicBezTo>
                  <a:pt x="1151709" y="63711"/>
                  <a:pt x="1151687" y="64764"/>
                  <a:pt x="1151643" y="66167"/>
                </a:cubicBezTo>
                <a:lnTo>
                  <a:pt x="1099448" y="66167"/>
                </a:lnTo>
                <a:cubicBezTo>
                  <a:pt x="1099887" y="73834"/>
                  <a:pt x="1102062" y="79704"/>
                  <a:pt x="1105973" y="83780"/>
                </a:cubicBezTo>
                <a:cubicBezTo>
                  <a:pt x="1109883" y="87855"/>
                  <a:pt x="1114760" y="89892"/>
                  <a:pt x="1120603" y="89892"/>
                </a:cubicBezTo>
                <a:cubicBezTo>
                  <a:pt x="1124953" y="89892"/>
                  <a:pt x="1128665" y="88761"/>
                  <a:pt x="1131741" y="86498"/>
                </a:cubicBezTo>
                <a:cubicBezTo>
                  <a:pt x="1134816" y="84234"/>
                  <a:pt x="1137255" y="80620"/>
                  <a:pt x="1139056" y="75657"/>
                </a:cubicBezTo>
                <a:moveTo>
                  <a:pt x="1100107" y="56281"/>
                </a:moveTo>
                <a:lnTo>
                  <a:pt x="1139188" y="56281"/>
                </a:lnTo>
                <a:cubicBezTo>
                  <a:pt x="1138661" y="50490"/>
                  <a:pt x="1137167" y="46147"/>
                  <a:pt x="1134706" y="43251"/>
                </a:cubicBezTo>
                <a:cubicBezTo>
                  <a:pt x="1130928" y="38757"/>
                  <a:pt x="1126029" y="36510"/>
                  <a:pt x="1120010" y="36510"/>
                </a:cubicBezTo>
                <a:cubicBezTo>
                  <a:pt x="1114562" y="36510"/>
                  <a:pt x="1109982" y="38304"/>
                  <a:pt x="1106269" y="41892"/>
                </a:cubicBezTo>
                <a:cubicBezTo>
                  <a:pt x="1102557" y="45478"/>
                  <a:pt x="1100503" y="50275"/>
                  <a:pt x="1100107" y="56281"/>
                </a:cubicBezTo>
                <a:close/>
                <a:moveTo>
                  <a:pt x="1251621" y="75657"/>
                </a:moveTo>
                <a:lnTo>
                  <a:pt x="1263879" y="77173"/>
                </a:lnTo>
                <a:cubicBezTo>
                  <a:pt x="1261946" y="84334"/>
                  <a:pt x="1258366" y="89892"/>
                  <a:pt x="1253137" y="93846"/>
                </a:cubicBezTo>
                <a:cubicBezTo>
                  <a:pt x="1247909" y="97800"/>
                  <a:pt x="1241231" y="99778"/>
                  <a:pt x="1233103" y="99778"/>
                </a:cubicBezTo>
                <a:cubicBezTo>
                  <a:pt x="1222866" y="99778"/>
                  <a:pt x="1214749" y="96625"/>
                  <a:pt x="1208751" y="90320"/>
                </a:cubicBezTo>
                <a:cubicBezTo>
                  <a:pt x="1202754" y="84016"/>
                  <a:pt x="1199756" y="75174"/>
                  <a:pt x="1199756" y="63794"/>
                </a:cubicBezTo>
                <a:cubicBezTo>
                  <a:pt x="1199756" y="52020"/>
                  <a:pt x="1202787" y="42881"/>
                  <a:pt x="1208850" y="36379"/>
                </a:cubicBezTo>
                <a:cubicBezTo>
                  <a:pt x="1214913" y="29876"/>
                  <a:pt x="1222778" y="26625"/>
                  <a:pt x="1232444" y="26625"/>
                </a:cubicBezTo>
                <a:cubicBezTo>
                  <a:pt x="1241802" y="26625"/>
                  <a:pt x="1249447" y="29805"/>
                  <a:pt x="1255378" y="36166"/>
                </a:cubicBezTo>
                <a:cubicBezTo>
                  <a:pt x="1261309" y="42526"/>
                  <a:pt x="1264275" y="51474"/>
                  <a:pt x="1264275" y="63010"/>
                </a:cubicBezTo>
                <a:cubicBezTo>
                  <a:pt x="1264275" y="63711"/>
                  <a:pt x="1264253" y="64764"/>
                  <a:pt x="1264209" y="66167"/>
                </a:cubicBezTo>
                <a:lnTo>
                  <a:pt x="1212014" y="66167"/>
                </a:lnTo>
                <a:cubicBezTo>
                  <a:pt x="1212453" y="73834"/>
                  <a:pt x="1214628" y="79704"/>
                  <a:pt x="1218538" y="83780"/>
                </a:cubicBezTo>
                <a:cubicBezTo>
                  <a:pt x="1222448" y="87855"/>
                  <a:pt x="1227325" y="89892"/>
                  <a:pt x="1233169" y="89892"/>
                </a:cubicBezTo>
                <a:cubicBezTo>
                  <a:pt x="1237518" y="89892"/>
                  <a:pt x="1241231" y="88761"/>
                  <a:pt x="1244306" y="86498"/>
                </a:cubicBezTo>
                <a:cubicBezTo>
                  <a:pt x="1247382" y="84234"/>
                  <a:pt x="1249820" y="80620"/>
                  <a:pt x="1251621" y="75657"/>
                </a:cubicBezTo>
                <a:moveTo>
                  <a:pt x="1212673" y="56281"/>
                </a:moveTo>
                <a:lnTo>
                  <a:pt x="1251753" y="56281"/>
                </a:lnTo>
                <a:cubicBezTo>
                  <a:pt x="1251226" y="50490"/>
                  <a:pt x="1249732" y="46147"/>
                  <a:pt x="1247272" y="43251"/>
                </a:cubicBezTo>
                <a:cubicBezTo>
                  <a:pt x="1243493" y="38757"/>
                  <a:pt x="1238595" y="36510"/>
                  <a:pt x="1232575" y="36510"/>
                </a:cubicBezTo>
                <a:cubicBezTo>
                  <a:pt x="1227127" y="36510"/>
                  <a:pt x="1222547" y="38304"/>
                  <a:pt x="1218835" y="41892"/>
                </a:cubicBezTo>
                <a:cubicBezTo>
                  <a:pt x="1215122" y="45478"/>
                  <a:pt x="1213068" y="50275"/>
                  <a:pt x="1212673" y="56281"/>
                </a:cubicBezTo>
                <a:close/>
                <a:moveTo>
                  <a:pt x="1278753" y="98196"/>
                </a:moveTo>
                <a:lnTo>
                  <a:pt x="1278753" y="28207"/>
                </a:lnTo>
                <a:lnTo>
                  <a:pt x="1289363" y="28207"/>
                </a:lnTo>
                <a:lnTo>
                  <a:pt x="1289363" y="37960"/>
                </a:lnTo>
                <a:cubicBezTo>
                  <a:pt x="1291560" y="34553"/>
                  <a:pt x="1294481" y="31811"/>
                  <a:pt x="1298128" y="29737"/>
                </a:cubicBezTo>
                <a:cubicBezTo>
                  <a:pt x="1301775" y="27662"/>
                  <a:pt x="1305927" y="26625"/>
                  <a:pt x="1310584" y="26625"/>
                </a:cubicBezTo>
                <a:cubicBezTo>
                  <a:pt x="1315768" y="26625"/>
                  <a:pt x="1320019" y="27696"/>
                  <a:pt x="1323336" y="29838"/>
                </a:cubicBezTo>
                <a:cubicBezTo>
                  <a:pt x="1326653" y="31978"/>
                  <a:pt x="1328993" y="34971"/>
                  <a:pt x="1330355" y="38817"/>
                </a:cubicBezTo>
                <a:cubicBezTo>
                  <a:pt x="1335891" y="30689"/>
                  <a:pt x="1343096" y="26625"/>
                  <a:pt x="1351971" y="26625"/>
                </a:cubicBezTo>
                <a:cubicBezTo>
                  <a:pt x="1358913" y="26625"/>
                  <a:pt x="1364251" y="28547"/>
                  <a:pt x="1367986" y="32391"/>
                </a:cubicBezTo>
                <a:cubicBezTo>
                  <a:pt x="1371720" y="36236"/>
                  <a:pt x="1373587" y="42156"/>
                  <a:pt x="1373587" y="50152"/>
                </a:cubicBezTo>
                <a:lnTo>
                  <a:pt x="1373587" y="98196"/>
                </a:lnTo>
                <a:lnTo>
                  <a:pt x="1361791" y="98196"/>
                </a:lnTo>
                <a:lnTo>
                  <a:pt x="1361791" y="54059"/>
                </a:lnTo>
                <a:cubicBezTo>
                  <a:pt x="1361791" y="49309"/>
                  <a:pt x="1361406" y="45889"/>
                  <a:pt x="1360637" y="43801"/>
                </a:cubicBezTo>
                <a:cubicBezTo>
                  <a:pt x="1359868" y="41711"/>
                  <a:pt x="1358474" y="40029"/>
                  <a:pt x="1356453" y="38753"/>
                </a:cubicBezTo>
                <a:cubicBezTo>
                  <a:pt x="1354431" y="37478"/>
                  <a:pt x="1352059" y="36840"/>
                  <a:pt x="1349335" y="36840"/>
                </a:cubicBezTo>
                <a:cubicBezTo>
                  <a:pt x="1344414" y="36840"/>
                  <a:pt x="1340328" y="38479"/>
                  <a:pt x="1337077" y="41756"/>
                </a:cubicBezTo>
                <a:cubicBezTo>
                  <a:pt x="1333826" y="45032"/>
                  <a:pt x="1332200" y="50277"/>
                  <a:pt x="1332200" y="57490"/>
                </a:cubicBezTo>
                <a:lnTo>
                  <a:pt x="1332200" y="98196"/>
                </a:lnTo>
                <a:lnTo>
                  <a:pt x="1320338" y="98196"/>
                </a:lnTo>
                <a:lnTo>
                  <a:pt x="1320338" y="52673"/>
                </a:lnTo>
                <a:cubicBezTo>
                  <a:pt x="1320338" y="47395"/>
                  <a:pt x="1319371" y="43437"/>
                  <a:pt x="1317438" y="40798"/>
                </a:cubicBezTo>
                <a:cubicBezTo>
                  <a:pt x="1315505" y="38159"/>
                  <a:pt x="1312341" y="36840"/>
                  <a:pt x="1307948" y="36840"/>
                </a:cubicBezTo>
                <a:cubicBezTo>
                  <a:pt x="1304609" y="36840"/>
                  <a:pt x="1301522" y="37720"/>
                  <a:pt x="1298688" y="39480"/>
                </a:cubicBezTo>
                <a:cubicBezTo>
                  <a:pt x="1295854" y="41239"/>
                  <a:pt x="1293800" y="43812"/>
                  <a:pt x="1292526" y="47199"/>
                </a:cubicBezTo>
                <a:cubicBezTo>
                  <a:pt x="1291252" y="50585"/>
                  <a:pt x="1290615" y="55467"/>
                  <a:pt x="1290615" y="61844"/>
                </a:cubicBezTo>
                <a:lnTo>
                  <a:pt x="1290615" y="98196"/>
                </a:lnTo>
                <a:lnTo>
                  <a:pt x="1278753" y="98196"/>
                </a:lnTo>
                <a:close/>
                <a:moveTo>
                  <a:pt x="1391183" y="125084"/>
                </a:moveTo>
                <a:lnTo>
                  <a:pt x="1391183" y="28207"/>
                </a:lnTo>
                <a:lnTo>
                  <a:pt x="1401991" y="28207"/>
                </a:lnTo>
                <a:lnTo>
                  <a:pt x="1401991" y="37235"/>
                </a:lnTo>
                <a:cubicBezTo>
                  <a:pt x="1404539" y="33699"/>
                  <a:pt x="1407417" y="31046"/>
                  <a:pt x="1410624" y="29278"/>
                </a:cubicBezTo>
                <a:cubicBezTo>
                  <a:pt x="1413832" y="27509"/>
                  <a:pt x="1417720" y="26625"/>
                  <a:pt x="1422289" y="26625"/>
                </a:cubicBezTo>
                <a:cubicBezTo>
                  <a:pt x="1428264" y="26625"/>
                  <a:pt x="1433537" y="28163"/>
                  <a:pt x="1438106" y="31238"/>
                </a:cubicBezTo>
                <a:cubicBezTo>
                  <a:pt x="1442675" y="34314"/>
                  <a:pt x="1446124" y="38652"/>
                  <a:pt x="1448453" y="44254"/>
                </a:cubicBezTo>
                <a:cubicBezTo>
                  <a:pt x="1450781" y="49856"/>
                  <a:pt x="1451946" y="55996"/>
                  <a:pt x="1451946" y="62674"/>
                </a:cubicBezTo>
                <a:cubicBezTo>
                  <a:pt x="1451946" y="69835"/>
                  <a:pt x="1450661" y="76283"/>
                  <a:pt x="1448090" y="82017"/>
                </a:cubicBezTo>
                <a:cubicBezTo>
                  <a:pt x="1445520" y="87750"/>
                  <a:pt x="1441786" y="92144"/>
                  <a:pt x="1436887" y="95197"/>
                </a:cubicBezTo>
                <a:cubicBezTo>
                  <a:pt x="1431988" y="98251"/>
                  <a:pt x="1426837" y="99778"/>
                  <a:pt x="1421433" y="99778"/>
                </a:cubicBezTo>
                <a:cubicBezTo>
                  <a:pt x="1417478" y="99778"/>
                  <a:pt x="1413931" y="98932"/>
                  <a:pt x="1410789" y="97240"/>
                </a:cubicBezTo>
                <a:cubicBezTo>
                  <a:pt x="1407648" y="95547"/>
                  <a:pt x="1405067" y="93410"/>
                  <a:pt x="1403045" y="90827"/>
                </a:cubicBezTo>
                <a:lnTo>
                  <a:pt x="1403045" y="125084"/>
                </a:lnTo>
                <a:lnTo>
                  <a:pt x="1391183" y="125084"/>
                </a:lnTo>
                <a:moveTo>
                  <a:pt x="1401925" y="63498"/>
                </a:moveTo>
                <a:cubicBezTo>
                  <a:pt x="1401925" y="72494"/>
                  <a:pt x="1403748" y="79142"/>
                  <a:pt x="1407395" y="83442"/>
                </a:cubicBezTo>
                <a:cubicBezTo>
                  <a:pt x="1411042" y="87742"/>
                  <a:pt x="1415457" y="89892"/>
                  <a:pt x="1420642" y="89892"/>
                </a:cubicBezTo>
                <a:cubicBezTo>
                  <a:pt x="1425914" y="89892"/>
                  <a:pt x="1430428" y="87665"/>
                  <a:pt x="1434185" y="83211"/>
                </a:cubicBezTo>
                <a:cubicBezTo>
                  <a:pt x="1437941" y="78757"/>
                  <a:pt x="1439820" y="71857"/>
                  <a:pt x="1439820" y="62509"/>
                </a:cubicBezTo>
                <a:cubicBezTo>
                  <a:pt x="1439820" y="53601"/>
                  <a:pt x="1437985" y="46931"/>
                  <a:pt x="1434317" y="42499"/>
                </a:cubicBezTo>
                <a:cubicBezTo>
                  <a:pt x="1430648" y="38067"/>
                  <a:pt x="1426265" y="35851"/>
                  <a:pt x="1421169" y="35851"/>
                </a:cubicBezTo>
                <a:cubicBezTo>
                  <a:pt x="1416116" y="35851"/>
                  <a:pt x="1411646" y="38210"/>
                  <a:pt x="1407758" y="42928"/>
                </a:cubicBezTo>
                <a:cubicBezTo>
                  <a:pt x="1403869" y="47645"/>
                  <a:pt x="1401925" y="54502"/>
                  <a:pt x="1401925" y="63498"/>
                </a:cubicBezTo>
                <a:close/>
                <a:moveTo>
                  <a:pt x="1465963" y="98196"/>
                </a:moveTo>
                <a:lnTo>
                  <a:pt x="1465963" y="1582"/>
                </a:lnTo>
                <a:lnTo>
                  <a:pt x="1477825" y="1582"/>
                </a:lnTo>
                <a:lnTo>
                  <a:pt x="1477825" y="98196"/>
                </a:lnTo>
                <a:lnTo>
                  <a:pt x="1465963" y="98196"/>
                </a:lnTo>
                <a:close/>
                <a:moveTo>
                  <a:pt x="1491774" y="63201"/>
                </a:moveTo>
                <a:cubicBezTo>
                  <a:pt x="1491774" y="50240"/>
                  <a:pt x="1495376" y="40640"/>
                  <a:pt x="1502582" y="34402"/>
                </a:cubicBezTo>
                <a:cubicBezTo>
                  <a:pt x="1508601" y="29217"/>
                  <a:pt x="1515938" y="26625"/>
                  <a:pt x="1524593" y="26625"/>
                </a:cubicBezTo>
                <a:cubicBezTo>
                  <a:pt x="1534215" y="26625"/>
                  <a:pt x="1542080" y="29777"/>
                  <a:pt x="1548187" y="36082"/>
                </a:cubicBezTo>
                <a:cubicBezTo>
                  <a:pt x="1554294" y="42387"/>
                  <a:pt x="1557347" y="51097"/>
                  <a:pt x="1557347" y="62213"/>
                </a:cubicBezTo>
                <a:cubicBezTo>
                  <a:pt x="1557347" y="71219"/>
                  <a:pt x="1555996" y="78304"/>
                  <a:pt x="1553294" y="83466"/>
                </a:cubicBezTo>
                <a:cubicBezTo>
                  <a:pt x="1550592" y="88629"/>
                  <a:pt x="1546660" y="92638"/>
                  <a:pt x="1541498" y="95494"/>
                </a:cubicBezTo>
                <a:cubicBezTo>
                  <a:pt x="1536335" y="98350"/>
                  <a:pt x="1530701" y="99778"/>
                  <a:pt x="1524593" y="99778"/>
                </a:cubicBezTo>
                <a:cubicBezTo>
                  <a:pt x="1514796" y="99778"/>
                  <a:pt x="1506876" y="96636"/>
                  <a:pt x="1500835" y="90353"/>
                </a:cubicBezTo>
                <a:cubicBezTo>
                  <a:pt x="1494794" y="84071"/>
                  <a:pt x="1491774" y="75020"/>
                  <a:pt x="1491774" y="63201"/>
                </a:cubicBezTo>
                <a:moveTo>
                  <a:pt x="1503966" y="63168"/>
                </a:moveTo>
                <a:cubicBezTo>
                  <a:pt x="1503966" y="72098"/>
                  <a:pt x="1505921" y="78785"/>
                  <a:pt x="1509831" y="83228"/>
                </a:cubicBezTo>
                <a:cubicBezTo>
                  <a:pt x="1513741" y="87671"/>
                  <a:pt x="1518662" y="89892"/>
                  <a:pt x="1524593" y="89892"/>
                </a:cubicBezTo>
                <a:cubicBezTo>
                  <a:pt x="1530481" y="89892"/>
                  <a:pt x="1535380" y="87660"/>
                  <a:pt x="1539290" y="83195"/>
                </a:cubicBezTo>
                <a:cubicBezTo>
                  <a:pt x="1543200" y="78730"/>
                  <a:pt x="1545155" y="71923"/>
                  <a:pt x="1545155" y="62775"/>
                </a:cubicBezTo>
                <a:cubicBezTo>
                  <a:pt x="1545155" y="54151"/>
                  <a:pt x="1543189" y="47618"/>
                  <a:pt x="1539257" y="43175"/>
                </a:cubicBezTo>
                <a:cubicBezTo>
                  <a:pt x="1535325" y="38732"/>
                  <a:pt x="1530437" y="36510"/>
                  <a:pt x="1524593" y="36510"/>
                </a:cubicBezTo>
                <a:cubicBezTo>
                  <a:pt x="1518662" y="36510"/>
                  <a:pt x="1513741" y="38721"/>
                  <a:pt x="1509831" y="43142"/>
                </a:cubicBezTo>
                <a:cubicBezTo>
                  <a:pt x="1505921" y="47563"/>
                  <a:pt x="1503966" y="54238"/>
                  <a:pt x="1503966" y="63168"/>
                </a:cubicBezTo>
                <a:close/>
                <a:moveTo>
                  <a:pt x="1570706" y="125216"/>
                </a:moveTo>
                <a:lnTo>
                  <a:pt x="1569388" y="114079"/>
                </a:lnTo>
                <a:cubicBezTo>
                  <a:pt x="1571980" y="114782"/>
                  <a:pt x="1574242" y="115133"/>
                  <a:pt x="1576176" y="115133"/>
                </a:cubicBezTo>
                <a:cubicBezTo>
                  <a:pt x="1578812" y="115133"/>
                  <a:pt x="1580921" y="114688"/>
                  <a:pt x="1582502" y="113798"/>
                </a:cubicBezTo>
                <a:cubicBezTo>
                  <a:pt x="1584084" y="112910"/>
                  <a:pt x="1585380" y="111666"/>
                  <a:pt x="1586391" y="110065"/>
                </a:cubicBezTo>
                <a:cubicBezTo>
                  <a:pt x="1587137" y="108865"/>
                  <a:pt x="1588346" y="105887"/>
                  <a:pt x="1590015" y="101131"/>
                </a:cubicBezTo>
                <a:cubicBezTo>
                  <a:pt x="1590235" y="100463"/>
                  <a:pt x="1590586" y="99485"/>
                  <a:pt x="1591070" y="98196"/>
                </a:cubicBezTo>
                <a:lnTo>
                  <a:pt x="1564511" y="28207"/>
                </a:lnTo>
                <a:lnTo>
                  <a:pt x="1577296" y="28207"/>
                </a:lnTo>
                <a:lnTo>
                  <a:pt x="1591861" y="68642"/>
                </a:lnTo>
                <a:cubicBezTo>
                  <a:pt x="1593750" y="73772"/>
                  <a:pt x="1595441" y="79164"/>
                  <a:pt x="1596935" y="84817"/>
                </a:cubicBezTo>
                <a:cubicBezTo>
                  <a:pt x="1598297" y="79382"/>
                  <a:pt x="1599923" y="74078"/>
                  <a:pt x="1601812" y="68906"/>
                </a:cubicBezTo>
                <a:lnTo>
                  <a:pt x="1616772" y="28207"/>
                </a:lnTo>
                <a:lnTo>
                  <a:pt x="1628635" y="28207"/>
                </a:lnTo>
                <a:lnTo>
                  <a:pt x="1602010" y="99429"/>
                </a:lnTo>
                <a:cubicBezTo>
                  <a:pt x="1599154" y="107124"/>
                  <a:pt x="1596935" y="112421"/>
                  <a:pt x="1595353" y="115322"/>
                </a:cubicBezTo>
                <a:cubicBezTo>
                  <a:pt x="1593245" y="119235"/>
                  <a:pt x="1590828" y="122104"/>
                  <a:pt x="1588104" y="123929"/>
                </a:cubicBezTo>
                <a:cubicBezTo>
                  <a:pt x="1585380" y="125754"/>
                  <a:pt x="1582129" y="126666"/>
                  <a:pt x="1578350" y="126666"/>
                </a:cubicBezTo>
                <a:cubicBezTo>
                  <a:pt x="1576066" y="126666"/>
                  <a:pt x="1573517" y="126183"/>
                  <a:pt x="1570706" y="125216"/>
                </a:cubicBezTo>
                <a:close/>
                <a:moveTo>
                  <a:pt x="1686629" y="75657"/>
                </a:moveTo>
                <a:lnTo>
                  <a:pt x="1698887" y="77173"/>
                </a:lnTo>
                <a:cubicBezTo>
                  <a:pt x="1696954" y="84334"/>
                  <a:pt x="1693373" y="89892"/>
                  <a:pt x="1688145" y="93846"/>
                </a:cubicBezTo>
                <a:cubicBezTo>
                  <a:pt x="1682917" y="97800"/>
                  <a:pt x="1676238" y="99778"/>
                  <a:pt x="1668110" y="99778"/>
                </a:cubicBezTo>
                <a:cubicBezTo>
                  <a:pt x="1657873" y="99778"/>
                  <a:pt x="1649756" y="96625"/>
                  <a:pt x="1643759" y="90320"/>
                </a:cubicBezTo>
                <a:cubicBezTo>
                  <a:pt x="1637762" y="84016"/>
                  <a:pt x="1634763" y="75174"/>
                  <a:pt x="1634763" y="63794"/>
                </a:cubicBezTo>
                <a:cubicBezTo>
                  <a:pt x="1634763" y="52020"/>
                  <a:pt x="1637795" y="42881"/>
                  <a:pt x="1643858" y="36379"/>
                </a:cubicBezTo>
                <a:cubicBezTo>
                  <a:pt x="1649921" y="29876"/>
                  <a:pt x="1657786" y="26625"/>
                  <a:pt x="1667451" y="26625"/>
                </a:cubicBezTo>
                <a:cubicBezTo>
                  <a:pt x="1676810" y="26625"/>
                  <a:pt x="1684454" y="29805"/>
                  <a:pt x="1690386" y="36166"/>
                </a:cubicBezTo>
                <a:cubicBezTo>
                  <a:pt x="1696317" y="42526"/>
                  <a:pt x="1699283" y="51474"/>
                  <a:pt x="1699283" y="63010"/>
                </a:cubicBezTo>
                <a:cubicBezTo>
                  <a:pt x="1699283" y="63711"/>
                  <a:pt x="1699261" y="64764"/>
                  <a:pt x="1699217" y="66167"/>
                </a:cubicBezTo>
                <a:lnTo>
                  <a:pt x="1647021" y="66167"/>
                </a:lnTo>
                <a:cubicBezTo>
                  <a:pt x="1647461" y="73834"/>
                  <a:pt x="1649636" y="79704"/>
                  <a:pt x="1653546" y="83780"/>
                </a:cubicBezTo>
                <a:cubicBezTo>
                  <a:pt x="1657456" y="87855"/>
                  <a:pt x="1662333" y="89892"/>
                  <a:pt x="1668176" y="89892"/>
                </a:cubicBezTo>
                <a:cubicBezTo>
                  <a:pt x="1672526" y="89892"/>
                  <a:pt x="1676238" y="88761"/>
                  <a:pt x="1679314" y="86498"/>
                </a:cubicBezTo>
                <a:cubicBezTo>
                  <a:pt x="1682389" y="84234"/>
                  <a:pt x="1684828" y="80620"/>
                  <a:pt x="1686629" y="75657"/>
                </a:cubicBezTo>
                <a:moveTo>
                  <a:pt x="1647680" y="56281"/>
                </a:moveTo>
                <a:lnTo>
                  <a:pt x="1686761" y="56281"/>
                </a:lnTo>
                <a:cubicBezTo>
                  <a:pt x="1686234" y="50490"/>
                  <a:pt x="1684740" y="46147"/>
                  <a:pt x="1682280" y="43251"/>
                </a:cubicBezTo>
                <a:cubicBezTo>
                  <a:pt x="1678501" y="38757"/>
                  <a:pt x="1673602" y="36510"/>
                  <a:pt x="1667583" y="36510"/>
                </a:cubicBezTo>
                <a:cubicBezTo>
                  <a:pt x="1662135" y="36510"/>
                  <a:pt x="1657555" y="38304"/>
                  <a:pt x="1653842" y="41892"/>
                </a:cubicBezTo>
                <a:cubicBezTo>
                  <a:pt x="1650130" y="45478"/>
                  <a:pt x="1648076" y="50275"/>
                  <a:pt x="1647680" y="56281"/>
                </a:cubicBezTo>
                <a:close/>
                <a:moveTo>
                  <a:pt x="1713629" y="98196"/>
                </a:moveTo>
                <a:lnTo>
                  <a:pt x="1713629" y="28207"/>
                </a:lnTo>
                <a:lnTo>
                  <a:pt x="1724305" y="28207"/>
                </a:lnTo>
                <a:lnTo>
                  <a:pt x="1724305" y="38751"/>
                </a:lnTo>
                <a:cubicBezTo>
                  <a:pt x="1727029" y="33814"/>
                  <a:pt x="1729545" y="30559"/>
                  <a:pt x="1731851" y="28985"/>
                </a:cubicBezTo>
                <a:cubicBezTo>
                  <a:pt x="1734158" y="27412"/>
                  <a:pt x="1736695" y="26625"/>
                  <a:pt x="1739463" y="26625"/>
                </a:cubicBezTo>
                <a:cubicBezTo>
                  <a:pt x="1743461" y="26625"/>
                  <a:pt x="1747525" y="27894"/>
                  <a:pt x="1751655" y="30431"/>
                </a:cubicBezTo>
                <a:lnTo>
                  <a:pt x="1747569" y="41387"/>
                </a:lnTo>
                <a:cubicBezTo>
                  <a:pt x="1744670" y="39674"/>
                  <a:pt x="1741770" y="38817"/>
                  <a:pt x="1738870" y="38817"/>
                </a:cubicBezTo>
                <a:cubicBezTo>
                  <a:pt x="1736278" y="38817"/>
                  <a:pt x="1733949" y="39598"/>
                  <a:pt x="1731884" y="41161"/>
                </a:cubicBezTo>
                <a:cubicBezTo>
                  <a:pt x="1729819" y="42722"/>
                  <a:pt x="1728348" y="44888"/>
                  <a:pt x="1727469" y="47658"/>
                </a:cubicBezTo>
                <a:cubicBezTo>
                  <a:pt x="1726151" y="51880"/>
                  <a:pt x="1725492" y="56498"/>
                  <a:pt x="1725492" y="61512"/>
                </a:cubicBezTo>
                <a:lnTo>
                  <a:pt x="1725492" y="98196"/>
                </a:lnTo>
                <a:lnTo>
                  <a:pt x="1713629" y="98196"/>
                </a:lnTo>
                <a:close/>
                <a:moveTo>
                  <a:pt x="1822127" y="87717"/>
                </a:moveTo>
                <a:lnTo>
                  <a:pt x="1823840" y="98196"/>
                </a:lnTo>
                <a:cubicBezTo>
                  <a:pt x="1820501" y="98811"/>
                  <a:pt x="1817513" y="99119"/>
                  <a:pt x="1814877" y="99119"/>
                </a:cubicBezTo>
                <a:cubicBezTo>
                  <a:pt x="1810572" y="99119"/>
                  <a:pt x="1807233" y="98438"/>
                  <a:pt x="1804860" y="97076"/>
                </a:cubicBezTo>
                <a:cubicBezTo>
                  <a:pt x="1802487" y="95713"/>
                  <a:pt x="1800818" y="93923"/>
                  <a:pt x="1799851" y="91704"/>
                </a:cubicBezTo>
                <a:cubicBezTo>
                  <a:pt x="1798885" y="89486"/>
                  <a:pt x="1798401" y="84817"/>
                  <a:pt x="1798401" y="77700"/>
                </a:cubicBezTo>
                <a:lnTo>
                  <a:pt x="1798401" y="37433"/>
                </a:lnTo>
                <a:lnTo>
                  <a:pt x="1789702" y="37433"/>
                </a:lnTo>
                <a:lnTo>
                  <a:pt x="1789702" y="28207"/>
                </a:lnTo>
                <a:lnTo>
                  <a:pt x="1798401" y="28207"/>
                </a:lnTo>
                <a:lnTo>
                  <a:pt x="1798401" y="10827"/>
                </a:lnTo>
                <a:lnTo>
                  <a:pt x="1810198" y="3691"/>
                </a:lnTo>
                <a:lnTo>
                  <a:pt x="1810198" y="28207"/>
                </a:lnTo>
                <a:lnTo>
                  <a:pt x="1822127" y="28207"/>
                </a:lnTo>
                <a:lnTo>
                  <a:pt x="1822127" y="37433"/>
                </a:lnTo>
                <a:lnTo>
                  <a:pt x="1810198" y="37433"/>
                </a:lnTo>
                <a:lnTo>
                  <a:pt x="1810198" y="78359"/>
                </a:lnTo>
                <a:cubicBezTo>
                  <a:pt x="1810198" y="81742"/>
                  <a:pt x="1810407" y="83917"/>
                  <a:pt x="1810824" y="84883"/>
                </a:cubicBezTo>
                <a:cubicBezTo>
                  <a:pt x="1811242" y="85850"/>
                  <a:pt x="1811923" y="86619"/>
                  <a:pt x="1812867" y="87190"/>
                </a:cubicBezTo>
                <a:cubicBezTo>
                  <a:pt x="1813812" y="87761"/>
                  <a:pt x="1815163" y="88047"/>
                  <a:pt x="1816920" y="88047"/>
                </a:cubicBezTo>
                <a:cubicBezTo>
                  <a:pt x="1818238" y="88047"/>
                  <a:pt x="1819974" y="87937"/>
                  <a:pt x="1822127" y="87717"/>
                </a:cubicBezTo>
                <a:close/>
                <a:moveTo>
                  <a:pt x="1881661" y="75657"/>
                </a:moveTo>
                <a:lnTo>
                  <a:pt x="1893919" y="77173"/>
                </a:lnTo>
                <a:cubicBezTo>
                  <a:pt x="1891986" y="84334"/>
                  <a:pt x="1888405" y="89892"/>
                  <a:pt x="1883177" y="93846"/>
                </a:cubicBezTo>
                <a:cubicBezTo>
                  <a:pt x="1877948" y="97800"/>
                  <a:pt x="1871270" y="99778"/>
                  <a:pt x="1863142" y="99778"/>
                </a:cubicBezTo>
                <a:cubicBezTo>
                  <a:pt x="1852905" y="99778"/>
                  <a:pt x="1844788" y="96625"/>
                  <a:pt x="1838791" y="90320"/>
                </a:cubicBezTo>
                <a:cubicBezTo>
                  <a:pt x="1832794" y="84016"/>
                  <a:pt x="1829795" y="75174"/>
                  <a:pt x="1829795" y="63794"/>
                </a:cubicBezTo>
                <a:cubicBezTo>
                  <a:pt x="1829795" y="52020"/>
                  <a:pt x="1832827" y="42881"/>
                  <a:pt x="1838890" y="36379"/>
                </a:cubicBezTo>
                <a:cubicBezTo>
                  <a:pt x="1844953" y="29876"/>
                  <a:pt x="1852817" y="26625"/>
                  <a:pt x="1862483" y="26625"/>
                </a:cubicBezTo>
                <a:cubicBezTo>
                  <a:pt x="1871841" y="26625"/>
                  <a:pt x="1879486" y="29805"/>
                  <a:pt x="1885418" y="36166"/>
                </a:cubicBezTo>
                <a:cubicBezTo>
                  <a:pt x="1891349" y="42526"/>
                  <a:pt x="1894314" y="51474"/>
                  <a:pt x="1894314" y="63010"/>
                </a:cubicBezTo>
                <a:cubicBezTo>
                  <a:pt x="1894314" y="63711"/>
                  <a:pt x="1894292" y="64764"/>
                  <a:pt x="1894249" y="66167"/>
                </a:cubicBezTo>
                <a:lnTo>
                  <a:pt x="1842053" y="66167"/>
                </a:lnTo>
                <a:cubicBezTo>
                  <a:pt x="1842493" y="73834"/>
                  <a:pt x="1844667" y="79704"/>
                  <a:pt x="1848578" y="83780"/>
                </a:cubicBezTo>
                <a:cubicBezTo>
                  <a:pt x="1852488" y="87855"/>
                  <a:pt x="1857365" y="89892"/>
                  <a:pt x="1863208" y="89892"/>
                </a:cubicBezTo>
                <a:cubicBezTo>
                  <a:pt x="1867558" y="89892"/>
                  <a:pt x="1871270" y="88761"/>
                  <a:pt x="1874346" y="86498"/>
                </a:cubicBezTo>
                <a:cubicBezTo>
                  <a:pt x="1877421" y="84234"/>
                  <a:pt x="1879860" y="80620"/>
                  <a:pt x="1881661" y="75657"/>
                </a:cubicBezTo>
                <a:moveTo>
                  <a:pt x="1842712" y="56281"/>
                </a:moveTo>
                <a:lnTo>
                  <a:pt x="1881793" y="56281"/>
                </a:lnTo>
                <a:cubicBezTo>
                  <a:pt x="1881266" y="50490"/>
                  <a:pt x="1879772" y="46147"/>
                  <a:pt x="1877311" y="43251"/>
                </a:cubicBezTo>
                <a:cubicBezTo>
                  <a:pt x="1873533" y="38757"/>
                  <a:pt x="1868634" y="36510"/>
                  <a:pt x="1862615" y="36510"/>
                </a:cubicBezTo>
                <a:cubicBezTo>
                  <a:pt x="1857167" y="36510"/>
                  <a:pt x="1852587" y="38304"/>
                  <a:pt x="1848874" y="41892"/>
                </a:cubicBezTo>
                <a:cubicBezTo>
                  <a:pt x="1845162" y="45478"/>
                  <a:pt x="1843108" y="50275"/>
                  <a:pt x="1842712" y="56281"/>
                </a:cubicBezTo>
                <a:close/>
                <a:moveTo>
                  <a:pt x="1908660" y="98196"/>
                </a:moveTo>
                <a:lnTo>
                  <a:pt x="1908660" y="28207"/>
                </a:lnTo>
                <a:lnTo>
                  <a:pt x="1919336" y="28207"/>
                </a:lnTo>
                <a:lnTo>
                  <a:pt x="1919336" y="38751"/>
                </a:lnTo>
                <a:cubicBezTo>
                  <a:pt x="1922060" y="33814"/>
                  <a:pt x="1924576" y="30559"/>
                  <a:pt x="1926882" y="28985"/>
                </a:cubicBezTo>
                <a:cubicBezTo>
                  <a:pt x="1929189" y="27412"/>
                  <a:pt x="1931726" y="26625"/>
                  <a:pt x="1934494" y="26625"/>
                </a:cubicBezTo>
                <a:cubicBezTo>
                  <a:pt x="1938492" y="26625"/>
                  <a:pt x="1942556" y="27894"/>
                  <a:pt x="1946686" y="30431"/>
                </a:cubicBezTo>
                <a:lnTo>
                  <a:pt x="1942600" y="41387"/>
                </a:lnTo>
                <a:cubicBezTo>
                  <a:pt x="1939701" y="39674"/>
                  <a:pt x="1936801" y="38817"/>
                  <a:pt x="1933901" y="38817"/>
                </a:cubicBezTo>
                <a:cubicBezTo>
                  <a:pt x="1931309" y="38817"/>
                  <a:pt x="1928980" y="39598"/>
                  <a:pt x="1926915" y="41161"/>
                </a:cubicBezTo>
                <a:cubicBezTo>
                  <a:pt x="1924850" y="42722"/>
                  <a:pt x="1923378" y="44888"/>
                  <a:pt x="1922500" y="47658"/>
                </a:cubicBezTo>
                <a:cubicBezTo>
                  <a:pt x="1921182" y="51880"/>
                  <a:pt x="1920523" y="56498"/>
                  <a:pt x="1920523" y="61512"/>
                </a:cubicBezTo>
                <a:lnTo>
                  <a:pt x="1920523" y="98196"/>
                </a:lnTo>
                <a:lnTo>
                  <a:pt x="1908660" y="98196"/>
                </a:lnTo>
                <a:close/>
                <a:moveTo>
                  <a:pt x="1953738" y="98196"/>
                </a:moveTo>
                <a:lnTo>
                  <a:pt x="1953738" y="28207"/>
                </a:lnTo>
                <a:lnTo>
                  <a:pt x="1964348" y="28207"/>
                </a:lnTo>
                <a:lnTo>
                  <a:pt x="1964348" y="37960"/>
                </a:lnTo>
                <a:cubicBezTo>
                  <a:pt x="1966545" y="34553"/>
                  <a:pt x="1969466" y="31811"/>
                  <a:pt x="1973113" y="29737"/>
                </a:cubicBezTo>
                <a:cubicBezTo>
                  <a:pt x="1976760" y="27662"/>
                  <a:pt x="1980912" y="26625"/>
                  <a:pt x="1985569" y="26625"/>
                </a:cubicBezTo>
                <a:cubicBezTo>
                  <a:pt x="1990753" y="26625"/>
                  <a:pt x="1995004" y="27696"/>
                  <a:pt x="1998321" y="29838"/>
                </a:cubicBezTo>
                <a:cubicBezTo>
                  <a:pt x="2001638" y="31978"/>
                  <a:pt x="2003978" y="34971"/>
                  <a:pt x="2005340" y="38817"/>
                </a:cubicBezTo>
                <a:cubicBezTo>
                  <a:pt x="2010876" y="30689"/>
                  <a:pt x="2018081" y="26625"/>
                  <a:pt x="2026956" y="26625"/>
                </a:cubicBezTo>
                <a:cubicBezTo>
                  <a:pt x="2033898" y="26625"/>
                  <a:pt x="2039236" y="28547"/>
                  <a:pt x="2042971" y="32391"/>
                </a:cubicBezTo>
                <a:cubicBezTo>
                  <a:pt x="2046705" y="36236"/>
                  <a:pt x="2048572" y="42156"/>
                  <a:pt x="2048572" y="50152"/>
                </a:cubicBezTo>
                <a:lnTo>
                  <a:pt x="2048572" y="98196"/>
                </a:lnTo>
                <a:lnTo>
                  <a:pt x="2036776" y="98196"/>
                </a:lnTo>
                <a:lnTo>
                  <a:pt x="2036776" y="54059"/>
                </a:lnTo>
                <a:cubicBezTo>
                  <a:pt x="2036776" y="49309"/>
                  <a:pt x="2036391" y="45889"/>
                  <a:pt x="2035622" y="43801"/>
                </a:cubicBezTo>
                <a:cubicBezTo>
                  <a:pt x="2034853" y="41711"/>
                  <a:pt x="2033458" y="40029"/>
                  <a:pt x="2031437" y="38753"/>
                </a:cubicBezTo>
                <a:cubicBezTo>
                  <a:pt x="2029416" y="37478"/>
                  <a:pt x="2027044" y="36840"/>
                  <a:pt x="2024320" y="36840"/>
                </a:cubicBezTo>
                <a:cubicBezTo>
                  <a:pt x="2019399" y="36840"/>
                  <a:pt x="2015313" y="38479"/>
                  <a:pt x="2012062" y="41756"/>
                </a:cubicBezTo>
                <a:cubicBezTo>
                  <a:pt x="2008811" y="45032"/>
                  <a:pt x="2007185" y="50277"/>
                  <a:pt x="2007185" y="57490"/>
                </a:cubicBezTo>
                <a:lnTo>
                  <a:pt x="2007185" y="98196"/>
                </a:lnTo>
                <a:lnTo>
                  <a:pt x="1995322" y="98196"/>
                </a:lnTo>
                <a:lnTo>
                  <a:pt x="1995322" y="52673"/>
                </a:lnTo>
                <a:cubicBezTo>
                  <a:pt x="1995322" y="47395"/>
                  <a:pt x="1994356" y="43437"/>
                  <a:pt x="1992423" y="40798"/>
                </a:cubicBezTo>
                <a:cubicBezTo>
                  <a:pt x="1990490" y="38159"/>
                  <a:pt x="1987326" y="36840"/>
                  <a:pt x="1982933" y="36840"/>
                </a:cubicBezTo>
                <a:cubicBezTo>
                  <a:pt x="1979594" y="36840"/>
                  <a:pt x="1976507" y="37720"/>
                  <a:pt x="1973673" y="39480"/>
                </a:cubicBezTo>
                <a:cubicBezTo>
                  <a:pt x="1970839" y="41239"/>
                  <a:pt x="1968785" y="43812"/>
                  <a:pt x="1967511" y="47199"/>
                </a:cubicBezTo>
                <a:cubicBezTo>
                  <a:pt x="1966237" y="50585"/>
                  <a:pt x="1965600" y="55467"/>
                  <a:pt x="1965600" y="61844"/>
                </a:cubicBezTo>
                <a:lnTo>
                  <a:pt x="1965600" y="98196"/>
                </a:lnTo>
                <a:lnTo>
                  <a:pt x="1953738" y="98196"/>
                </a:lnTo>
                <a:close/>
                <a:moveTo>
                  <a:pt x="2066233" y="15290"/>
                </a:moveTo>
                <a:lnTo>
                  <a:pt x="2066233" y="1582"/>
                </a:lnTo>
                <a:lnTo>
                  <a:pt x="2078095" y="1582"/>
                </a:lnTo>
                <a:lnTo>
                  <a:pt x="2078095" y="15290"/>
                </a:lnTo>
                <a:lnTo>
                  <a:pt x="2066233" y="15290"/>
                </a:lnTo>
                <a:moveTo>
                  <a:pt x="2066233" y="98196"/>
                </a:moveTo>
                <a:lnTo>
                  <a:pt x="2066233" y="28207"/>
                </a:lnTo>
                <a:lnTo>
                  <a:pt x="2078095" y="28207"/>
                </a:lnTo>
                <a:lnTo>
                  <a:pt x="2078095" y="98196"/>
                </a:lnTo>
                <a:lnTo>
                  <a:pt x="2066233" y="98196"/>
                </a:lnTo>
                <a:close/>
                <a:moveTo>
                  <a:pt x="2096130" y="98196"/>
                </a:moveTo>
                <a:lnTo>
                  <a:pt x="2096130" y="28207"/>
                </a:lnTo>
                <a:lnTo>
                  <a:pt x="2106806" y="28207"/>
                </a:lnTo>
                <a:lnTo>
                  <a:pt x="2106806" y="38092"/>
                </a:lnTo>
                <a:cubicBezTo>
                  <a:pt x="2111947" y="30447"/>
                  <a:pt x="2119372" y="26625"/>
                  <a:pt x="2129082" y="26625"/>
                </a:cubicBezTo>
                <a:cubicBezTo>
                  <a:pt x="2133299" y="26625"/>
                  <a:pt x="2137177" y="27383"/>
                  <a:pt x="2140713" y="28899"/>
                </a:cubicBezTo>
                <a:cubicBezTo>
                  <a:pt x="2144250" y="30414"/>
                  <a:pt x="2146897" y="32402"/>
                  <a:pt x="2148655" y="34863"/>
                </a:cubicBezTo>
                <a:cubicBezTo>
                  <a:pt x="2150412" y="37323"/>
                  <a:pt x="2151642" y="40245"/>
                  <a:pt x="2152345" y="43628"/>
                </a:cubicBezTo>
                <a:cubicBezTo>
                  <a:pt x="2152785" y="45825"/>
                  <a:pt x="2153004" y="49669"/>
                  <a:pt x="2153004" y="55161"/>
                </a:cubicBezTo>
                <a:lnTo>
                  <a:pt x="2153004" y="98196"/>
                </a:lnTo>
                <a:lnTo>
                  <a:pt x="2141142" y="98196"/>
                </a:lnTo>
                <a:lnTo>
                  <a:pt x="2141142" y="55577"/>
                </a:lnTo>
                <a:cubicBezTo>
                  <a:pt x="2141142" y="50739"/>
                  <a:pt x="2140680" y="47121"/>
                  <a:pt x="2139758" y="44724"/>
                </a:cubicBezTo>
                <a:cubicBezTo>
                  <a:pt x="2138835" y="42326"/>
                  <a:pt x="2137199" y="40413"/>
                  <a:pt x="2134848" y="38984"/>
                </a:cubicBezTo>
                <a:cubicBezTo>
                  <a:pt x="2132497" y="37555"/>
                  <a:pt x="2129741" y="36840"/>
                  <a:pt x="2126577" y="36840"/>
                </a:cubicBezTo>
                <a:cubicBezTo>
                  <a:pt x="2121525" y="36840"/>
                  <a:pt x="2117164" y="38446"/>
                  <a:pt x="2113495" y="41657"/>
                </a:cubicBezTo>
                <a:cubicBezTo>
                  <a:pt x="2109827" y="44867"/>
                  <a:pt x="2107992" y="50958"/>
                  <a:pt x="2107992" y="59931"/>
                </a:cubicBezTo>
                <a:lnTo>
                  <a:pt x="2107992" y="98196"/>
                </a:lnTo>
                <a:lnTo>
                  <a:pt x="2096130" y="98196"/>
                </a:lnTo>
                <a:close/>
                <a:moveTo>
                  <a:pt x="2216844" y="89554"/>
                </a:moveTo>
                <a:cubicBezTo>
                  <a:pt x="2212451" y="93292"/>
                  <a:pt x="2208222" y="95930"/>
                  <a:pt x="2204158" y="97469"/>
                </a:cubicBezTo>
                <a:cubicBezTo>
                  <a:pt x="2200094" y="99008"/>
                  <a:pt x="2195733" y="99778"/>
                  <a:pt x="2191076" y="99778"/>
                </a:cubicBezTo>
                <a:cubicBezTo>
                  <a:pt x="2183388" y="99778"/>
                  <a:pt x="2177478" y="97898"/>
                  <a:pt x="2173348" y="94139"/>
                </a:cubicBezTo>
                <a:cubicBezTo>
                  <a:pt x="2169218" y="90379"/>
                  <a:pt x="2167153" y="85576"/>
                  <a:pt x="2167153" y="79729"/>
                </a:cubicBezTo>
                <a:cubicBezTo>
                  <a:pt x="2167153" y="76300"/>
                  <a:pt x="2167933" y="73168"/>
                  <a:pt x="2169493" y="70333"/>
                </a:cubicBezTo>
                <a:cubicBezTo>
                  <a:pt x="2171053" y="67497"/>
                  <a:pt x="2173096" y="65221"/>
                  <a:pt x="2175622" y="63506"/>
                </a:cubicBezTo>
                <a:cubicBezTo>
                  <a:pt x="2178148" y="61791"/>
                  <a:pt x="2180993" y="60494"/>
                  <a:pt x="2184156" y="59616"/>
                </a:cubicBezTo>
                <a:cubicBezTo>
                  <a:pt x="2186485" y="58999"/>
                  <a:pt x="2190000" y="58405"/>
                  <a:pt x="2194701" y="57834"/>
                </a:cubicBezTo>
                <a:cubicBezTo>
                  <a:pt x="2204279" y="56700"/>
                  <a:pt x="2211331" y="55348"/>
                  <a:pt x="2215856" y="53777"/>
                </a:cubicBezTo>
                <a:cubicBezTo>
                  <a:pt x="2215900" y="52158"/>
                  <a:pt x="2215922" y="51130"/>
                  <a:pt x="2215922" y="50692"/>
                </a:cubicBezTo>
                <a:cubicBezTo>
                  <a:pt x="2215922" y="45877"/>
                  <a:pt x="2214801" y="42485"/>
                  <a:pt x="2212561" y="40516"/>
                </a:cubicBezTo>
                <a:cubicBezTo>
                  <a:pt x="2209529" y="37846"/>
                  <a:pt x="2205026" y="36510"/>
                  <a:pt x="2199051" y="36510"/>
                </a:cubicBezTo>
                <a:cubicBezTo>
                  <a:pt x="2193471" y="36510"/>
                  <a:pt x="2189352" y="37488"/>
                  <a:pt x="2186694" y="39443"/>
                </a:cubicBezTo>
                <a:cubicBezTo>
                  <a:pt x="2184036" y="41398"/>
                  <a:pt x="2182070" y="44858"/>
                  <a:pt x="2180795" y="49823"/>
                </a:cubicBezTo>
                <a:lnTo>
                  <a:pt x="2169196" y="48241"/>
                </a:lnTo>
                <a:cubicBezTo>
                  <a:pt x="2170251" y="43261"/>
                  <a:pt x="2171986" y="39240"/>
                  <a:pt x="2174403" y="36177"/>
                </a:cubicBezTo>
                <a:cubicBezTo>
                  <a:pt x="2176819" y="33114"/>
                  <a:pt x="2180312" y="30756"/>
                  <a:pt x="2184881" y="29105"/>
                </a:cubicBezTo>
                <a:cubicBezTo>
                  <a:pt x="2189451" y="27451"/>
                  <a:pt x="2194745" y="26625"/>
                  <a:pt x="2200764" y="26625"/>
                </a:cubicBezTo>
                <a:cubicBezTo>
                  <a:pt x="2206739" y="26625"/>
                  <a:pt x="2211594" y="27328"/>
                  <a:pt x="2215329" y="28734"/>
                </a:cubicBezTo>
                <a:cubicBezTo>
                  <a:pt x="2219063" y="30140"/>
                  <a:pt x="2221809" y="31908"/>
                  <a:pt x="2223567" y="34039"/>
                </a:cubicBezTo>
                <a:cubicBezTo>
                  <a:pt x="2225324" y="36170"/>
                  <a:pt x="2226554" y="38861"/>
                  <a:pt x="2227257" y="42112"/>
                </a:cubicBezTo>
                <a:cubicBezTo>
                  <a:pt x="2227653" y="44133"/>
                  <a:pt x="2227850" y="47780"/>
                  <a:pt x="2227850" y="53052"/>
                </a:cubicBezTo>
                <a:lnTo>
                  <a:pt x="2227850" y="68869"/>
                </a:lnTo>
                <a:cubicBezTo>
                  <a:pt x="2227850" y="79897"/>
                  <a:pt x="2228103" y="86871"/>
                  <a:pt x="2228608" y="89793"/>
                </a:cubicBezTo>
                <a:cubicBezTo>
                  <a:pt x="2229113" y="92715"/>
                  <a:pt x="2230113" y="95516"/>
                  <a:pt x="2231607" y="98196"/>
                </a:cubicBezTo>
                <a:lnTo>
                  <a:pt x="2219217" y="98196"/>
                </a:lnTo>
                <a:cubicBezTo>
                  <a:pt x="2217987" y="95733"/>
                  <a:pt x="2217196" y="92852"/>
                  <a:pt x="2216844" y="89554"/>
                </a:cubicBezTo>
                <a:moveTo>
                  <a:pt x="2215856" y="63004"/>
                </a:moveTo>
                <a:cubicBezTo>
                  <a:pt x="2211550" y="64776"/>
                  <a:pt x="2205092" y="66282"/>
                  <a:pt x="2196480" y="67522"/>
                </a:cubicBezTo>
                <a:cubicBezTo>
                  <a:pt x="2191604" y="68228"/>
                  <a:pt x="2188155" y="69022"/>
                  <a:pt x="2186134" y="69905"/>
                </a:cubicBezTo>
                <a:cubicBezTo>
                  <a:pt x="2184113" y="70786"/>
                  <a:pt x="2182553" y="72077"/>
                  <a:pt x="2181454" y="73777"/>
                </a:cubicBezTo>
                <a:cubicBezTo>
                  <a:pt x="2180356" y="75475"/>
                  <a:pt x="2179807" y="77361"/>
                  <a:pt x="2179807" y="79434"/>
                </a:cubicBezTo>
                <a:cubicBezTo>
                  <a:pt x="2179807" y="82610"/>
                  <a:pt x="2181004" y="85257"/>
                  <a:pt x="2183399" y="87375"/>
                </a:cubicBezTo>
                <a:cubicBezTo>
                  <a:pt x="2185793" y="89493"/>
                  <a:pt x="2189297" y="90551"/>
                  <a:pt x="2193910" y="90551"/>
                </a:cubicBezTo>
                <a:cubicBezTo>
                  <a:pt x="2198479" y="90551"/>
                  <a:pt x="2202543" y="89547"/>
                  <a:pt x="2206102" y="87538"/>
                </a:cubicBezTo>
                <a:cubicBezTo>
                  <a:pt x="2209661" y="85529"/>
                  <a:pt x="2212275" y="82781"/>
                  <a:pt x="2213945" y="79294"/>
                </a:cubicBezTo>
                <a:cubicBezTo>
                  <a:pt x="2215219" y="76600"/>
                  <a:pt x="2215856" y="72627"/>
                  <a:pt x="2215856" y="67374"/>
                </a:cubicBezTo>
                <a:lnTo>
                  <a:pt x="2215856" y="63004"/>
                </a:lnTo>
                <a:close/>
                <a:moveTo>
                  <a:pt x="2272117" y="87717"/>
                </a:moveTo>
                <a:lnTo>
                  <a:pt x="2273831" y="98196"/>
                </a:lnTo>
                <a:cubicBezTo>
                  <a:pt x="2270492" y="98811"/>
                  <a:pt x="2267504" y="99119"/>
                  <a:pt x="2264868" y="99119"/>
                </a:cubicBezTo>
                <a:cubicBezTo>
                  <a:pt x="2260562" y="99119"/>
                  <a:pt x="2257223" y="98438"/>
                  <a:pt x="2254851" y="97076"/>
                </a:cubicBezTo>
                <a:cubicBezTo>
                  <a:pt x="2252478" y="95713"/>
                  <a:pt x="2250808" y="93923"/>
                  <a:pt x="2249842" y="91704"/>
                </a:cubicBezTo>
                <a:cubicBezTo>
                  <a:pt x="2248875" y="89486"/>
                  <a:pt x="2248392" y="84817"/>
                  <a:pt x="2248392" y="77700"/>
                </a:cubicBezTo>
                <a:lnTo>
                  <a:pt x="2248392" y="37433"/>
                </a:lnTo>
                <a:lnTo>
                  <a:pt x="2239693" y="37433"/>
                </a:lnTo>
                <a:lnTo>
                  <a:pt x="2239693" y="28207"/>
                </a:lnTo>
                <a:lnTo>
                  <a:pt x="2248392" y="28207"/>
                </a:lnTo>
                <a:lnTo>
                  <a:pt x="2248392" y="10827"/>
                </a:lnTo>
                <a:lnTo>
                  <a:pt x="2260189" y="3691"/>
                </a:lnTo>
                <a:lnTo>
                  <a:pt x="2260189" y="28207"/>
                </a:lnTo>
                <a:lnTo>
                  <a:pt x="2272117" y="28207"/>
                </a:lnTo>
                <a:lnTo>
                  <a:pt x="2272117" y="37433"/>
                </a:lnTo>
                <a:lnTo>
                  <a:pt x="2260189" y="37433"/>
                </a:lnTo>
                <a:lnTo>
                  <a:pt x="2260189" y="78359"/>
                </a:lnTo>
                <a:cubicBezTo>
                  <a:pt x="2260189" y="81742"/>
                  <a:pt x="2260397" y="83917"/>
                  <a:pt x="2260815" y="84883"/>
                </a:cubicBezTo>
                <a:cubicBezTo>
                  <a:pt x="2261232" y="85850"/>
                  <a:pt x="2261913" y="86619"/>
                  <a:pt x="2262858" y="87190"/>
                </a:cubicBezTo>
                <a:cubicBezTo>
                  <a:pt x="2263802" y="87761"/>
                  <a:pt x="2265153" y="88047"/>
                  <a:pt x="2266911" y="88047"/>
                </a:cubicBezTo>
                <a:cubicBezTo>
                  <a:pt x="2268229" y="88047"/>
                  <a:pt x="2269964" y="87937"/>
                  <a:pt x="2272117" y="87717"/>
                </a:cubicBezTo>
                <a:close/>
                <a:moveTo>
                  <a:pt x="2331650" y="75657"/>
                </a:moveTo>
                <a:lnTo>
                  <a:pt x="2343908" y="77173"/>
                </a:lnTo>
                <a:cubicBezTo>
                  <a:pt x="2341975" y="84334"/>
                  <a:pt x="2338394" y="89892"/>
                  <a:pt x="2333166" y="93846"/>
                </a:cubicBezTo>
                <a:cubicBezTo>
                  <a:pt x="2327938" y="97800"/>
                  <a:pt x="2321259" y="99778"/>
                  <a:pt x="2313131" y="99778"/>
                </a:cubicBezTo>
                <a:cubicBezTo>
                  <a:pt x="2302894" y="99778"/>
                  <a:pt x="2294777" y="96625"/>
                  <a:pt x="2288780" y="90320"/>
                </a:cubicBezTo>
                <a:cubicBezTo>
                  <a:pt x="2282783" y="84016"/>
                  <a:pt x="2279784" y="75174"/>
                  <a:pt x="2279784" y="63794"/>
                </a:cubicBezTo>
                <a:cubicBezTo>
                  <a:pt x="2279784" y="52020"/>
                  <a:pt x="2282816" y="42881"/>
                  <a:pt x="2288879" y="36379"/>
                </a:cubicBezTo>
                <a:cubicBezTo>
                  <a:pt x="2294942" y="29876"/>
                  <a:pt x="2302806" y="26625"/>
                  <a:pt x="2312472" y="26625"/>
                </a:cubicBezTo>
                <a:cubicBezTo>
                  <a:pt x="2321831" y="26625"/>
                  <a:pt x="2329475" y="29805"/>
                  <a:pt x="2335407" y="36166"/>
                </a:cubicBezTo>
                <a:cubicBezTo>
                  <a:pt x="2341338" y="42526"/>
                  <a:pt x="2344304" y="51474"/>
                  <a:pt x="2344304" y="63010"/>
                </a:cubicBezTo>
                <a:cubicBezTo>
                  <a:pt x="2344304" y="63711"/>
                  <a:pt x="2344282" y="64764"/>
                  <a:pt x="2344238" y="66167"/>
                </a:cubicBezTo>
                <a:lnTo>
                  <a:pt x="2292042" y="66167"/>
                </a:lnTo>
                <a:cubicBezTo>
                  <a:pt x="2292482" y="73834"/>
                  <a:pt x="2294656" y="79704"/>
                  <a:pt x="2298567" y="83780"/>
                </a:cubicBezTo>
                <a:cubicBezTo>
                  <a:pt x="2302477" y="87855"/>
                  <a:pt x="2307354" y="89892"/>
                  <a:pt x="2313197" y="89892"/>
                </a:cubicBezTo>
                <a:cubicBezTo>
                  <a:pt x="2317547" y="89892"/>
                  <a:pt x="2321259" y="88761"/>
                  <a:pt x="2324335" y="86498"/>
                </a:cubicBezTo>
                <a:cubicBezTo>
                  <a:pt x="2327410" y="84234"/>
                  <a:pt x="2329849" y="80620"/>
                  <a:pt x="2331650" y="75657"/>
                </a:cubicBezTo>
                <a:moveTo>
                  <a:pt x="2292701" y="56281"/>
                </a:moveTo>
                <a:lnTo>
                  <a:pt x="2331782" y="56281"/>
                </a:lnTo>
                <a:cubicBezTo>
                  <a:pt x="2331255" y="50490"/>
                  <a:pt x="2329761" y="46147"/>
                  <a:pt x="2327301" y="43251"/>
                </a:cubicBezTo>
                <a:cubicBezTo>
                  <a:pt x="2323522" y="38757"/>
                  <a:pt x="2318623" y="36510"/>
                  <a:pt x="2312604" y="36510"/>
                </a:cubicBezTo>
                <a:cubicBezTo>
                  <a:pt x="2307156" y="36510"/>
                  <a:pt x="2302576" y="38304"/>
                  <a:pt x="2298863" y="41892"/>
                </a:cubicBezTo>
                <a:cubicBezTo>
                  <a:pt x="2295151" y="45478"/>
                  <a:pt x="2293097" y="50275"/>
                  <a:pt x="2292701" y="56281"/>
                </a:cubicBezTo>
                <a:close/>
                <a:moveTo>
                  <a:pt x="2354037" y="77239"/>
                </a:moveTo>
                <a:lnTo>
                  <a:pt x="2365768" y="75393"/>
                </a:lnTo>
                <a:cubicBezTo>
                  <a:pt x="2366427" y="80074"/>
                  <a:pt x="2368261" y="83661"/>
                  <a:pt x="2371271" y="86154"/>
                </a:cubicBezTo>
                <a:cubicBezTo>
                  <a:pt x="2374280" y="88646"/>
                  <a:pt x="2378487" y="89892"/>
                  <a:pt x="2383891" y="89892"/>
                </a:cubicBezTo>
                <a:cubicBezTo>
                  <a:pt x="2389339" y="89892"/>
                  <a:pt x="2393381" y="88792"/>
                  <a:pt x="2396017" y="86591"/>
                </a:cubicBezTo>
                <a:cubicBezTo>
                  <a:pt x="2398653" y="84388"/>
                  <a:pt x="2399971" y="81806"/>
                  <a:pt x="2399971" y="78843"/>
                </a:cubicBezTo>
                <a:cubicBezTo>
                  <a:pt x="2399971" y="76183"/>
                  <a:pt x="2398807" y="74091"/>
                  <a:pt x="2396479" y="72566"/>
                </a:cubicBezTo>
                <a:cubicBezTo>
                  <a:pt x="2394853" y="71519"/>
                  <a:pt x="2390811" y="70190"/>
                  <a:pt x="2384352" y="68576"/>
                </a:cubicBezTo>
                <a:cubicBezTo>
                  <a:pt x="2375653" y="66378"/>
                  <a:pt x="2369623" y="64477"/>
                  <a:pt x="2366262" y="62872"/>
                </a:cubicBezTo>
                <a:cubicBezTo>
                  <a:pt x="2362901" y="61267"/>
                  <a:pt x="2360353" y="59046"/>
                  <a:pt x="2358617" y="56209"/>
                </a:cubicBezTo>
                <a:cubicBezTo>
                  <a:pt x="2356882" y="53373"/>
                  <a:pt x="2356014" y="50240"/>
                  <a:pt x="2356014" y="46810"/>
                </a:cubicBezTo>
                <a:cubicBezTo>
                  <a:pt x="2356014" y="43688"/>
                  <a:pt x="2356728" y="40796"/>
                  <a:pt x="2358156" y="38135"/>
                </a:cubicBezTo>
                <a:cubicBezTo>
                  <a:pt x="2359584" y="35474"/>
                  <a:pt x="2361528" y="33265"/>
                  <a:pt x="2363988" y="31506"/>
                </a:cubicBezTo>
                <a:cubicBezTo>
                  <a:pt x="2365833" y="30143"/>
                  <a:pt x="2368349" y="28989"/>
                  <a:pt x="2371534" y="28044"/>
                </a:cubicBezTo>
                <a:cubicBezTo>
                  <a:pt x="2374719" y="27098"/>
                  <a:pt x="2378135" y="26625"/>
                  <a:pt x="2381782" y="26625"/>
                </a:cubicBezTo>
                <a:cubicBezTo>
                  <a:pt x="2387274" y="26625"/>
                  <a:pt x="2392096" y="27421"/>
                  <a:pt x="2396248" y="29014"/>
                </a:cubicBezTo>
                <a:cubicBezTo>
                  <a:pt x="2400400" y="30605"/>
                  <a:pt x="2403464" y="32761"/>
                  <a:pt x="2405441" y="35483"/>
                </a:cubicBezTo>
                <a:cubicBezTo>
                  <a:pt x="2407418" y="38203"/>
                  <a:pt x="2408780" y="41840"/>
                  <a:pt x="2409527" y="46396"/>
                </a:cubicBezTo>
                <a:lnTo>
                  <a:pt x="2397928" y="47978"/>
                </a:lnTo>
                <a:cubicBezTo>
                  <a:pt x="2397401" y="44375"/>
                  <a:pt x="2395874" y="41563"/>
                  <a:pt x="2393348" y="39542"/>
                </a:cubicBezTo>
                <a:cubicBezTo>
                  <a:pt x="2390822" y="37521"/>
                  <a:pt x="2387252" y="36510"/>
                  <a:pt x="2382639" y="36510"/>
                </a:cubicBezTo>
                <a:cubicBezTo>
                  <a:pt x="2377191" y="36510"/>
                  <a:pt x="2373303" y="37407"/>
                  <a:pt x="2370974" y="39200"/>
                </a:cubicBezTo>
                <a:cubicBezTo>
                  <a:pt x="2368645" y="40992"/>
                  <a:pt x="2367481" y="43090"/>
                  <a:pt x="2367481" y="45496"/>
                </a:cubicBezTo>
                <a:cubicBezTo>
                  <a:pt x="2367481" y="47025"/>
                  <a:pt x="2367964" y="48403"/>
                  <a:pt x="2368931" y="49627"/>
                </a:cubicBezTo>
                <a:cubicBezTo>
                  <a:pt x="2369898" y="50894"/>
                  <a:pt x="2371413" y="51943"/>
                  <a:pt x="2373478" y="52774"/>
                </a:cubicBezTo>
                <a:cubicBezTo>
                  <a:pt x="2374665" y="53212"/>
                  <a:pt x="2378157" y="54218"/>
                  <a:pt x="2383957" y="55791"/>
                </a:cubicBezTo>
                <a:cubicBezTo>
                  <a:pt x="2392349" y="58031"/>
                  <a:pt x="2398203" y="59864"/>
                  <a:pt x="2401520" y="61290"/>
                </a:cubicBezTo>
                <a:cubicBezTo>
                  <a:pt x="2404837" y="62717"/>
                  <a:pt x="2407440" y="64791"/>
                  <a:pt x="2409330" y="67514"/>
                </a:cubicBezTo>
                <a:cubicBezTo>
                  <a:pt x="2411219" y="70235"/>
                  <a:pt x="2412163" y="73615"/>
                  <a:pt x="2412163" y="77653"/>
                </a:cubicBezTo>
                <a:cubicBezTo>
                  <a:pt x="2412163" y="81604"/>
                  <a:pt x="2411010" y="85325"/>
                  <a:pt x="2408704" y="88815"/>
                </a:cubicBezTo>
                <a:cubicBezTo>
                  <a:pt x="2406397" y="92304"/>
                  <a:pt x="2403069" y="95003"/>
                  <a:pt x="2398719" y="96913"/>
                </a:cubicBezTo>
                <a:cubicBezTo>
                  <a:pt x="2394370" y="98823"/>
                  <a:pt x="2389449" y="99778"/>
                  <a:pt x="2383957" y="99778"/>
                </a:cubicBezTo>
                <a:cubicBezTo>
                  <a:pt x="2374862" y="99778"/>
                  <a:pt x="2367931" y="97883"/>
                  <a:pt x="2363164" y="94093"/>
                </a:cubicBezTo>
                <a:cubicBezTo>
                  <a:pt x="2358397" y="90304"/>
                  <a:pt x="2355355" y="84686"/>
                  <a:pt x="2354037" y="77239"/>
                </a:cubicBezTo>
                <a:close/>
                <a:moveTo>
                  <a:pt x="2509459" y="89554"/>
                </a:moveTo>
                <a:cubicBezTo>
                  <a:pt x="2505066" y="93292"/>
                  <a:pt x="2500837" y="95930"/>
                  <a:pt x="2496773" y="97469"/>
                </a:cubicBezTo>
                <a:cubicBezTo>
                  <a:pt x="2492709" y="99008"/>
                  <a:pt x="2488348" y="99778"/>
                  <a:pt x="2483691" y="99778"/>
                </a:cubicBezTo>
                <a:cubicBezTo>
                  <a:pt x="2476002" y="99778"/>
                  <a:pt x="2470093" y="97898"/>
                  <a:pt x="2465963" y="94139"/>
                </a:cubicBezTo>
                <a:cubicBezTo>
                  <a:pt x="2461833" y="90379"/>
                  <a:pt x="2459768" y="85576"/>
                  <a:pt x="2459768" y="79729"/>
                </a:cubicBezTo>
                <a:cubicBezTo>
                  <a:pt x="2459768" y="76300"/>
                  <a:pt x="2460548" y="73168"/>
                  <a:pt x="2462108" y="70333"/>
                </a:cubicBezTo>
                <a:cubicBezTo>
                  <a:pt x="2463668" y="67497"/>
                  <a:pt x="2465711" y="65221"/>
                  <a:pt x="2468237" y="63506"/>
                </a:cubicBezTo>
                <a:cubicBezTo>
                  <a:pt x="2470763" y="61791"/>
                  <a:pt x="2473608" y="60494"/>
                  <a:pt x="2476771" y="59616"/>
                </a:cubicBezTo>
                <a:cubicBezTo>
                  <a:pt x="2479100" y="58999"/>
                  <a:pt x="2482615" y="58405"/>
                  <a:pt x="2487316" y="57834"/>
                </a:cubicBezTo>
                <a:cubicBezTo>
                  <a:pt x="2496894" y="56700"/>
                  <a:pt x="2503945" y="55348"/>
                  <a:pt x="2508471" y="53777"/>
                </a:cubicBezTo>
                <a:cubicBezTo>
                  <a:pt x="2508515" y="52158"/>
                  <a:pt x="2508537" y="51130"/>
                  <a:pt x="2508537" y="50692"/>
                </a:cubicBezTo>
                <a:cubicBezTo>
                  <a:pt x="2508537" y="45877"/>
                  <a:pt x="2507416" y="42485"/>
                  <a:pt x="2505176" y="40516"/>
                </a:cubicBezTo>
                <a:cubicBezTo>
                  <a:pt x="2502144" y="37846"/>
                  <a:pt x="2497641" y="36510"/>
                  <a:pt x="2491665" y="36510"/>
                </a:cubicBezTo>
                <a:cubicBezTo>
                  <a:pt x="2486086" y="36510"/>
                  <a:pt x="2481967" y="37488"/>
                  <a:pt x="2479309" y="39443"/>
                </a:cubicBezTo>
                <a:cubicBezTo>
                  <a:pt x="2476651" y="41398"/>
                  <a:pt x="2474684" y="44858"/>
                  <a:pt x="2473410" y="49823"/>
                </a:cubicBezTo>
                <a:lnTo>
                  <a:pt x="2461811" y="48241"/>
                </a:lnTo>
                <a:cubicBezTo>
                  <a:pt x="2462866" y="43261"/>
                  <a:pt x="2464601" y="39240"/>
                  <a:pt x="2467018" y="36177"/>
                </a:cubicBezTo>
                <a:cubicBezTo>
                  <a:pt x="2469434" y="33114"/>
                  <a:pt x="2472927" y="30756"/>
                  <a:pt x="2477496" y="29105"/>
                </a:cubicBezTo>
                <a:cubicBezTo>
                  <a:pt x="2482066" y="27451"/>
                  <a:pt x="2487360" y="26625"/>
                  <a:pt x="2493379" y="26625"/>
                </a:cubicBezTo>
                <a:cubicBezTo>
                  <a:pt x="2499354" y="26625"/>
                  <a:pt x="2504209" y="27328"/>
                  <a:pt x="2507944" y="28734"/>
                </a:cubicBezTo>
                <a:cubicBezTo>
                  <a:pt x="2511678" y="30140"/>
                  <a:pt x="2514424" y="31908"/>
                  <a:pt x="2516181" y="34039"/>
                </a:cubicBezTo>
                <a:cubicBezTo>
                  <a:pt x="2517939" y="36170"/>
                  <a:pt x="2519169" y="38861"/>
                  <a:pt x="2519872" y="42112"/>
                </a:cubicBezTo>
                <a:cubicBezTo>
                  <a:pt x="2520267" y="44133"/>
                  <a:pt x="2520465" y="47780"/>
                  <a:pt x="2520465" y="53052"/>
                </a:cubicBezTo>
                <a:lnTo>
                  <a:pt x="2520465" y="68869"/>
                </a:lnTo>
                <a:cubicBezTo>
                  <a:pt x="2520465" y="79897"/>
                  <a:pt x="2520718" y="86871"/>
                  <a:pt x="2521223" y="89793"/>
                </a:cubicBezTo>
                <a:cubicBezTo>
                  <a:pt x="2521728" y="92715"/>
                  <a:pt x="2522728" y="95516"/>
                  <a:pt x="2524222" y="98196"/>
                </a:cubicBezTo>
                <a:lnTo>
                  <a:pt x="2511832" y="98196"/>
                </a:lnTo>
                <a:cubicBezTo>
                  <a:pt x="2510602" y="95733"/>
                  <a:pt x="2509811" y="92852"/>
                  <a:pt x="2509459" y="89554"/>
                </a:cubicBezTo>
                <a:moveTo>
                  <a:pt x="2508471" y="63004"/>
                </a:moveTo>
                <a:cubicBezTo>
                  <a:pt x="2504165" y="64776"/>
                  <a:pt x="2497707" y="66282"/>
                  <a:pt x="2489095" y="67522"/>
                </a:cubicBezTo>
                <a:cubicBezTo>
                  <a:pt x="2484218" y="68228"/>
                  <a:pt x="2480769" y="69022"/>
                  <a:pt x="2478748" y="69905"/>
                </a:cubicBezTo>
                <a:cubicBezTo>
                  <a:pt x="2476727" y="70786"/>
                  <a:pt x="2475168" y="72077"/>
                  <a:pt x="2474069" y="73777"/>
                </a:cubicBezTo>
                <a:cubicBezTo>
                  <a:pt x="2472971" y="75475"/>
                  <a:pt x="2472422" y="77361"/>
                  <a:pt x="2472422" y="79434"/>
                </a:cubicBezTo>
                <a:cubicBezTo>
                  <a:pt x="2472422" y="82610"/>
                  <a:pt x="2473619" y="85257"/>
                  <a:pt x="2476013" y="87375"/>
                </a:cubicBezTo>
                <a:cubicBezTo>
                  <a:pt x="2478408" y="89493"/>
                  <a:pt x="2481912" y="90551"/>
                  <a:pt x="2486525" y="90551"/>
                </a:cubicBezTo>
                <a:cubicBezTo>
                  <a:pt x="2491094" y="90551"/>
                  <a:pt x="2495158" y="89547"/>
                  <a:pt x="2498717" y="87538"/>
                </a:cubicBezTo>
                <a:cubicBezTo>
                  <a:pt x="2502276" y="85529"/>
                  <a:pt x="2504890" y="82781"/>
                  <a:pt x="2506560" y="79294"/>
                </a:cubicBezTo>
                <a:cubicBezTo>
                  <a:pt x="2507834" y="76600"/>
                  <a:pt x="2508471" y="72627"/>
                  <a:pt x="2508471" y="67374"/>
                </a:cubicBezTo>
                <a:lnTo>
                  <a:pt x="2508471" y="63004"/>
                </a:lnTo>
                <a:close/>
                <a:moveTo>
                  <a:pt x="2538832" y="98196"/>
                </a:moveTo>
                <a:lnTo>
                  <a:pt x="2538832" y="28207"/>
                </a:lnTo>
                <a:lnTo>
                  <a:pt x="2549508" y="28207"/>
                </a:lnTo>
                <a:lnTo>
                  <a:pt x="2549508" y="38092"/>
                </a:lnTo>
                <a:cubicBezTo>
                  <a:pt x="2554649" y="30447"/>
                  <a:pt x="2562074" y="26625"/>
                  <a:pt x="2571783" y="26625"/>
                </a:cubicBezTo>
                <a:cubicBezTo>
                  <a:pt x="2576001" y="26625"/>
                  <a:pt x="2579879" y="27383"/>
                  <a:pt x="2583415" y="28899"/>
                </a:cubicBezTo>
                <a:cubicBezTo>
                  <a:pt x="2586952" y="30414"/>
                  <a:pt x="2589599" y="32402"/>
                  <a:pt x="2591357" y="34863"/>
                </a:cubicBezTo>
                <a:cubicBezTo>
                  <a:pt x="2593114" y="37323"/>
                  <a:pt x="2594344" y="40245"/>
                  <a:pt x="2595047" y="43628"/>
                </a:cubicBezTo>
                <a:cubicBezTo>
                  <a:pt x="2595487" y="45825"/>
                  <a:pt x="2595706" y="49669"/>
                  <a:pt x="2595706" y="55161"/>
                </a:cubicBezTo>
                <a:lnTo>
                  <a:pt x="2595706" y="98196"/>
                </a:lnTo>
                <a:lnTo>
                  <a:pt x="2583844" y="98196"/>
                </a:lnTo>
                <a:lnTo>
                  <a:pt x="2583844" y="55577"/>
                </a:lnTo>
                <a:cubicBezTo>
                  <a:pt x="2583844" y="50739"/>
                  <a:pt x="2583382" y="47121"/>
                  <a:pt x="2582460" y="44724"/>
                </a:cubicBezTo>
                <a:cubicBezTo>
                  <a:pt x="2581537" y="42326"/>
                  <a:pt x="2579900" y="40413"/>
                  <a:pt x="2577550" y="38984"/>
                </a:cubicBezTo>
                <a:cubicBezTo>
                  <a:pt x="2575199" y="37555"/>
                  <a:pt x="2572442" y="36840"/>
                  <a:pt x="2569279" y="36840"/>
                </a:cubicBezTo>
                <a:cubicBezTo>
                  <a:pt x="2564226" y="36840"/>
                  <a:pt x="2559866" y="38446"/>
                  <a:pt x="2556197" y="41657"/>
                </a:cubicBezTo>
                <a:cubicBezTo>
                  <a:pt x="2552529" y="44867"/>
                  <a:pt x="2550694" y="50958"/>
                  <a:pt x="2550694" y="59931"/>
                </a:cubicBezTo>
                <a:lnTo>
                  <a:pt x="2550694" y="98196"/>
                </a:lnTo>
                <a:lnTo>
                  <a:pt x="2538832" y="9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employeeduetoaFacebookpostabout">
            <a:extLst xmlns:a="http://schemas.openxmlformats.org/drawingml/2006/main">
              <a:ext uri="{FF2B5EF4-FFF2-40B4-BE49-F238E27FC236}">
                <a16:creationId xmlns:a16="http://schemas.microsoft.com/office/drawing/2014/main" id="{CAD953F4-8F65-477C-8FB4-6026E23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040" y="6742131"/>
            <a:ext cx="2402447" cy="125084"/>
          </a:xfrm>
          <a:custGeom xmlns:a="http://schemas.openxmlformats.org/drawingml/2006/main">
            <a:pathLst>
              <a:path w="2402447" h="125084">
                <a:moveTo>
                  <a:pt x="51866" y="74075"/>
                </a:moveTo>
                <a:lnTo>
                  <a:pt x="64124" y="75591"/>
                </a:lnTo>
                <a:cubicBezTo>
                  <a:pt x="62191" y="82753"/>
                  <a:pt x="58610" y="88310"/>
                  <a:pt x="53382" y="92265"/>
                </a:cubicBezTo>
                <a:cubicBezTo>
                  <a:pt x="48153" y="96219"/>
                  <a:pt x="41475" y="98196"/>
                  <a:pt x="33347" y="98196"/>
                </a:cubicBezTo>
                <a:cubicBezTo>
                  <a:pt x="23110" y="98196"/>
                  <a:pt x="14993" y="95043"/>
                  <a:pt x="8996" y="88739"/>
                </a:cubicBezTo>
                <a:cubicBezTo>
                  <a:pt x="2999" y="82434"/>
                  <a:pt x="0" y="73592"/>
                  <a:pt x="0" y="62213"/>
                </a:cubicBezTo>
                <a:cubicBezTo>
                  <a:pt x="0" y="50438"/>
                  <a:pt x="3032" y="41299"/>
                  <a:pt x="9095" y="34797"/>
                </a:cubicBezTo>
                <a:cubicBezTo>
                  <a:pt x="15158" y="28294"/>
                  <a:pt x="23022" y="25043"/>
                  <a:pt x="32688" y="25043"/>
                </a:cubicBezTo>
                <a:cubicBezTo>
                  <a:pt x="42046" y="25043"/>
                  <a:pt x="49691" y="28224"/>
                  <a:pt x="55622" y="34585"/>
                </a:cubicBezTo>
                <a:cubicBezTo>
                  <a:pt x="61554" y="40944"/>
                  <a:pt x="64519" y="49892"/>
                  <a:pt x="64519" y="61428"/>
                </a:cubicBezTo>
                <a:cubicBezTo>
                  <a:pt x="64519" y="62130"/>
                  <a:pt x="64497" y="63182"/>
                  <a:pt x="64453" y="64585"/>
                </a:cubicBezTo>
                <a:lnTo>
                  <a:pt x="12258" y="64585"/>
                </a:lnTo>
                <a:cubicBezTo>
                  <a:pt x="12697" y="72252"/>
                  <a:pt x="14872" y="78123"/>
                  <a:pt x="18782" y="82198"/>
                </a:cubicBezTo>
                <a:cubicBezTo>
                  <a:pt x="22693" y="86273"/>
                  <a:pt x="27570" y="88310"/>
                  <a:pt x="33413" y="88310"/>
                </a:cubicBezTo>
                <a:cubicBezTo>
                  <a:pt x="37763" y="88310"/>
                  <a:pt x="41475" y="87179"/>
                  <a:pt x="44551" y="84916"/>
                </a:cubicBezTo>
                <a:cubicBezTo>
                  <a:pt x="47626" y="82652"/>
                  <a:pt x="50065" y="79039"/>
                  <a:pt x="51866" y="74075"/>
                </a:cubicBezTo>
                <a:moveTo>
                  <a:pt x="12917" y="54700"/>
                </a:moveTo>
                <a:lnTo>
                  <a:pt x="51998" y="54700"/>
                </a:lnTo>
                <a:cubicBezTo>
                  <a:pt x="51470" y="48908"/>
                  <a:pt x="49977" y="44565"/>
                  <a:pt x="47516" y="41669"/>
                </a:cubicBezTo>
                <a:cubicBezTo>
                  <a:pt x="43738" y="37176"/>
                  <a:pt x="38839" y="34929"/>
                  <a:pt x="32820" y="34929"/>
                </a:cubicBezTo>
                <a:cubicBezTo>
                  <a:pt x="27372" y="34929"/>
                  <a:pt x="22792" y="36723"/>
                  <a:pt x="19079" y="40310"/>
                </a:cubicBezTo>
                <a:cubicBezTo>
                  <a:pt x="15366" y="43896"/>
                  <a:pt x="13312" y="48693"/>
                  <a:pt x="12917" y="54700"/>
                </a:cubicBezTo>
                <a:close/>
                <a:moveTo>
                  <a:pt x="78997" y="96614"/>
                </a:moveTo>
                <a:lnTo>
                  <a:pt x="78997" y="26625"/>
                </a:lnTo>
                <a:lnTo>
                  <a:pt x="89608" y="26625"/>
                </a:lnTo>
                <a:lnTo>
                  <a:pt x="89608" y="36379"/>
                </a:lnTo>
                <a:cubicBezTo>
                  <a:pt x="91804" y="32971"/>
                  <a:pt x="94726" y="30230"/>
                  <a:pt x="98373" y="28155"/>
                </a:cubicBezTo>
                <a:cubicBezTo>
                  <a:pt x="102019" y="26081"/>
                  <a:pt x="106171" y="25043"/>
                  <a:pt x="110829" y="25043"/>
                </a:cubicBezTo>
                <a:cubicBezTo>
                  <a:pt x="116013" y="25043"/>
                  <a:pt x="120264" y="26114"/>
                  <a:pt x="123581" y="28256"/>
                </a:cubicBezTo>
                <a:cubicBezTo>
                  <a:pt x="126898" y="30397"/>
                  <a:pt x="129238" y="33390"/>
                  <a:pt x="130600" y="37235"/>
                </a:cubicBezTo>
                <a:cubicBezTo>
                  <a:pt x="136135" y="29107"/>
                  <a:pt x="143341" y="25043"/>
                  <a:pt x="152216" y="25043"/>
                </a:cubicBezTo>
                <a:cubicBezTo>
                  <a:pt x="159158" y="25043"/>
                  <a:pt x="164496" y="26965"/>
                  <a:pt x="168230" y="30810"/>
                </a:cubicBezTo>
                <a:cubicBezTo>
                  <a:pt x="171965" y="34654"/>
                  <a:pt x="173832" y="40574"/>
                  <a:pt x="173832" y="48571"/>
                </a:cubicBezTo>
                <a:lnTo>
                  <a:pt x="173832" y="96614"/>
                </a:lnTo>
                <a:lnTo>
                  <a:pt x="162035" y="96614"/>
                </a:lnTo>
                <a:lnTo>
                  <a:pt x="162035" y="52478"/>
                </a:lnTo>
                <a:cubicBezTo>
                  <a:pt x="162035" y="47727"/>
                  <a:pt x="161651" y="44308"/>
                  <a:pt x="160882" y="42219"/>
                </a:cubicBezTo>
                <a:cubicBezTo>
                  <a:pt x="160113" y="40130"/>
                  <a:pt x="158718" y="38447"/>
                  <a:pt x="156697" y="37171"/>
                </a:cubicBezTo>
                <a:cubicBezTo>
                  <a:pt x="154676" y="35896"/>
                  <a:pt x="152304" y="35258"/>
                  <a:pt x="149580" y="35258"/>
                </a:cubicBezTo>
                <a:cubicBezTo>
                  <a:pt x="144659" y="35258"/>
                  <a:pt x="140573" y="36897"/>
                  <a:pt x="137322" y="40174"/>
                </a:cubicBezTo>
                <a:cubicBezTo>
                  <a:pt x="134070" y="43450"/>
                  <a:pt x="132445" y="48695"/>
                  <a:pt x="132445" y="55909"/>
                </a:cubicBezTo>
                <a:lnTo>
                  <a:pt x="132445" y="96614"/>
                </a:lnTo>
                <a:lnTo>
                  <a:pt x="120582" y="96614"/>
                </a:lnTo>
                <a:lnTo>
                  <a:pt x="120582" y="51091"/>
                </a:lnTo>
                <a:cubicBezTo>
                  <a:pt x="120582" y="45814"/>
                  <a:pt x="119616" y="41855"/>
                  <a:pt x="117683" y="39217"/>
                </a:cubicBezTo>
                <a:cubicBezTo>
                  <a:pt x="115749" y="36578"/>
                  <a:pt x="112586" y="35258"/>
                  <a:pt x="108192" y="35258"/>
                </a:cubicBezTo>
                <a:cubicBezTo>
                  <a:pt x="104853" y="35258"/>
                  <a:pt x="101767" y="36138"/>
                  <a:pt x="98933" y="37898"/>
                </a:cubicBezTo>
                <a:cubicBezTo>
                  <a:pt x="96099" y="39657"/>
                  <a:pt x="94045" y="42230"/>
                  <a:pt x="92771" y="45617"/>
                </a:cubicBezTo>
                <a:cubicBezTo>
                  <a:pt x="91497" y="49003"/>
                  <a:pt x="90860" y="53885"/>
                  <a:pt x="90860" y="60262"/>
                </a:cubicBezTo>
                <a:lnTo>
                  <a:pt x="90860" y="96614"/>
                </a:lnTo>
                <a:lnTo>
                  <a:pt x="78997" y="96614"/>
                </a:lnTo>
                <a:close/>
                <a:moveTo>
                  <a:pt x="191428" y="123503"/>
                </a:moveTo>
                <a:lnTo>
                  <a:pt x="191428" y="26625"/>
                </a:lnTo>
                <a:lnTo>
                  <a:pt x="202236" y="26625"/>
                </a:lnTo>
                <a:lnTo>
                  <a:pt x="202236" y="35654"/>
                </a:lnTo>
                <a:cubicBezTo>
                  <a:pt x="204784" y="32117"/>
                  <a:pt x="207662" y="29464"/>
                  <a:pt x="210869" y="27696"/>
                </a:cubicBezTo>
                <a:cubicBezTo>
                  <a:pt x="214076" y="25927"/>
                  <a:pt x="217965" y="25043"/>
                  <a:pt x="222534" y="25043"/>
                </a:cubicBezTo>
                <a:cubicBezTo>
                  <a:pt x="228509" y="25043"/>
                  <a:pt x="233781" y="26581"/>
                  <a:pt x="238351" y="29656"/>
                </a:cubicBezTo>
                <a:cubicBezTo>
                  <a:pt x="242920" y="32732"/>
                  <a:pt x="246369" y="37071"/>
                  <a:pt x="248698" y="42672"/>
                </a:cubicBezTo>
                <a:cubicBezTo>
                  <a:pt x="251026" y="48274"/>
                  <a:pt x="252190" y="54414"/>
                  <a:pt x="252190" y="61092"/>
                </a:cubicBezTo>
                <a:cubicBezTo>
                  <a:pt x="252190" y="68254"/>
                  <a:pt x="250905" y="74701"/>
                  <a:pt x="248335" y="80435"/>
                </a:cubicBezTo>
                <a:cubicBezTo>
                  <a:pt x="245765" y="86169"/>
                  <a:pt x="242030" y="90562"/>
                  <a:pt x="237132" y="93616"/>
                </a:cubicBezTo>
                <a:cubicBezTo>
                  <a:pt x="232233" y="96669"/>
                  <a:pt x="227081" y="98196"/>
                  <a:pt x="221677" y="98196"/>
                </a:cubicBezTo>
                <a:cubicBezTo>
                  <a:pt x="217723" y="98196"/>
                  <a:pt x="214175" y="97350"/>
                  <a:pt x="211034" y="95659"/>
                </a:cubicBezTo>
                <a:cubicBezTo>
                  <a:pt x="207892" y="93966"/>
                  <a:pt x="205311" y="91828"/>
                  <a:pt x="203290" y="89245"/>
                </a:cubicBezTo>
                <a:lnTo>
                  <a:pt x="203290" y="123503"/>
                </a:lnTo>
                <a:lnTo>
                  <a:pt x="191428" y="123503"/>
                </a:lnTo>
                <a:moveTo>
                  <a:pt x="202170" y="61916"/>
                </a:moveTo>
                <a:cubicBezTo>
                  <a:pt x="202170" y="70912"/>
                  <a:pt x="203993" y="77560"/>
                  <a:pt x="207640" y="81860"/>
                </a:cubicBezTo>
                <a:cubicBezTo>
                  <a:pt x="211286" y="86160"/>
                  <a:pt x="215702" y="88310"/>
                  <a:pt x="220886" y="88310"/>
                </a:cubicBezTo>
                <a:cubicBezTo>
                  <a:pt x="226159" y="88310"/>
                  <a:pt x="230673" y="86083"/>
                  <a:pt x="234430" y="81629"/>
                </a:cubicBezTo>
                <a:cubicBezTo>
                  <a:pt x="238186" y="77175"/>
                  <a:pt x="240064" y="70275"/>
                  <a:pt x="240064" y="60928"/>
                </a:cubicBezTo>
                <a:cubicBezTo>
                  <a:pt x="240064" y="52020"/>
                  <a:pt x="238230" y="45350"/>
                  <a:pt x="234561" y="40918"/>
                </a:cubicBezTo>
                <a:cubicBezTo>
                  <a:pt x="230893" y="36486"/>
                  <a:pt x="226510" y="34270"/>
                  <a:pt x="221414" y="34270"/>
                </a:cubicBezTo>
                <a:cubicBezTo>
                  <a:pt x="216361" y="34270"/>
                  <a:pt x="211891" y="36628"/>
                  <a:pt x="208002" y="41346"/>
                </a:cubicBezTo>
                <a:cubicBezTo>
                  <a:pt x="204114" y="46064"/>
                  <a:pt x="202170" y="52920"/>
                  <a:pt x="202170" y="61916"/>
                </a:cubicBezTo>
                <a:close/>
                <a:moveTo>
                  <a:pt x="266207" y="96614"/>
                </a:moveTo>
                <a:lnTo>
                  <a:pt x="266207" y="0"/>
                </a:lnTo>
                <a:lnTo>
                  <a:pt x="278070" y="0"/>
                </a:lnTo>
                <a:lnTo>
                  <a:pt x="278070" y="96614"/>
                </a:lnTo>
                <a:lnTo>
                  <a:pt x="266207" y="96614"/>
                </a:lnTo>
                <a:close/>
                <a:moveTo>
                  <a:pt x="292019" y="61620"/>
                </a:moveTo>
                <a:cubicBezTo>
                  <a:pt x="292019" y="48659"/>
                  <a:pt x="295622" y="39059"/>
                  <a:pt x="302827" y="32820"/>
                </a:cubicBezTo>
                <a:cubicBezTo>
                  <a:pt x="308846" y="27635"/>
                  <a:pt x="316183" y="25043"/>
                  <a:pt x="324839" y="25043"/>
                </a:cubicBezTo>
                <a:cubicBezTo>
                  <a:pt x="334461" y="25043"/>
                  <a:pt x="342325" y="28196"/>
                  <a:pt x="348432" y="34500"/>
                </a:cubicBezTo>
                <a:cubicBezTo>
                  <a:pt x="354539" y="40805"/>
                  <a:pt x="357593" y="49515"/>
                  <a:pt x="357593" y="60631"/>
                </a:cubicBezTo>
                <a:cubicBezTo>
                  <a:pt x="357593" y="69638"/>
                  <a:pt x="356242" y="76722"/>
                  <a:pt x="353540" y="81885"/>
                </a:cubicBezTo>
                <a:cubicBezTo>
                  <a:pt x="350838" y="87047"/>
                  <a:pt x="346905" y="91056"/>
                  <a:pt x="341743" y="93912"/>
                </a:cubicBezTo>
                <a:cubicBezTo>
                  <a:pt x="336581" y="96768"/>
                  <a:pt x="330946" y="98196"/>
                  <a:pt x="324839" y="98196"/>
                </a:cubicBezTo>
                <a:cubicBezTo>
                  <a:pt x="315041" y="98196"/>
                  <a:pt x="307122" y="95054"/>
                  <a:pt x="301081" y="88772"/>
                </a:cubicBezTo>
                <a:cubicBezTo>
                  <a:pt x="295040" y="82489"/>
                  <a:pt x="292019" y="73438"/>
                  <a:pt x="292019" y="61620"/>
                </a:cubicBezTo>
                <a:moveTo>
                  <a:pt x="304211" y="61587"/>
                </a:moveTo>
                <a:cubicBezTo>
                  <a:pt x="304211" y="70516"/>
                  <a:pt x="306166" y="77203"/>
                  <a:pt x="310076" y="81646"/>
                </a:cubicBezTo>
                <a:cubicBezTo>
                  <a:pt x="313987" y="86089"/>
                  <a:pt x="318907" y="88310"/>
                  <a:pt x="324839" y="88310"/>
                </a:cubicBezTo>
                <a:cubicBezTo>
                  <a:pt x="330726" y="88310"/>
                  <a:pt x="335625" y="86078"/>
                  <a:pt x="339535" y="81613"/>
                </a:cubicBezTo>
                <a:cubicBezTo>
                  <a:pt x="343445" y="77148"/>
                  <a:pt x="345401" y="70341"/>
                  <a:pt x="345401" y="61193"/>
                </a:cubicBezTo>
                <a:cubicBezTo>
                  <a:pt x="345401" y="52570"/>
                  <a:pt x="343434" y="46036"/>
                  <a:pt x="339502" y="41593"/>
                </a:cubicBezTo>
                <a:cubicBezTo>
                  <a:pt x="335570" y="37150"/>
                  <a:pt x="330682" y="34929"/>
                  <a:pt x="324839" y="34929"/>
                </a:cubicBezTo>
                <a:cubicBezTo>
                  <a:pt x="318907" y="34929"/>
                  <a:pt x="313987" y="37139"/>
                  <a:pt x="310076" y="41560"/>
                </a:cubicBezTo>
                <a:cubicBezTo>
                  <a:pt x="306166" y="45981"/>
                  <a:pt x="304211" y="52657"/>
                  <a:pt x="304211" y="61587"/>
                </a:cubicBezTo>
                <a:close/>
                <a:moveTo>
                  <a:pt x="370950" y="123635"/>
                </a:moveTo>
                <a:lnTo>
                  <a:pt x="369632" y="112497"/>
                </a:lnTo>
                <a:cubicBezTo>
                  <a:pt x="372224" y="113200"/>
                  <a:pt x="374487" y="113551"/>
                  <a:pt x="376420" y="113551"/>
                </a:cubicBezTo>
                <a:cubicBezTo>
                  <a:pt x="379056" y="113551"/>
                  <a:pt x="381165" y="113106"/>
                  <a:pt x="382746" y="112217"/>
                </a:cubicBezTo>
                <a:cubicBezTo>
                  <a:pt x="384328" y="111328"/>
                  <a:pt x="385624" y="110084"/>
                  <a:pt x="386635" y="108483"/>
                </a:cubicBezTo>
                <a:cubicBezTo>
                  <a:pt x="387382" y="107283"/>
                  <a:pt x="388590" y="104305"/>
                  <a:pt x="390259" y="99549"/>
                </a:cubicBezTo>
                <a:cubicBezTo>
                  <a:pt x="390479" y="98882"/>
                  <a:pt x="390831" y="97903"/>
                  <a:pt x="391314" y="96614"/>
                </a:cubicBezTo>
                <a:lnTo>
                  <a:pt x="364755" y="26625"/>
                </a:lnTo>
                <a:lnTo>
                  <a:pt x="377540" y="26625"/>
                </a:lnTo>
                <a:lnTo>
                  <a:pt x="392105" y="67061"/>
                </a:lnTo>
                <a:cubicBezTo>
                  <a:pt x="393994" y="72190"/>
                  <a:pt x="395685" y="77582"/>
                  <a:pt x="397179" y="83236"/>
                </a:cubicBezTo>
                <a:cubicBezTo>
                  <a:pt x="398541" y="77800"/>
                  <a:pt x="400167" y="72496"/>
                  <a:pt x="402056" y="67324"/>
                </a:cubicBezTo>
                <a:lnTo>
                  <a:pt x="417016" y="26625"/>
                </a:lnTo>
                <a:lnTo>
                  <a:pt x="428879" y="26625"/>
                </a:lnTo>
                <a:lnTo>
                  <a:pt x="402254" y="97848"/>
                </a:lnTo>
                <a:cubicBezTo>
                  <a:pt x="399398" y="105542"/>
                  <a:pt x="397179" y="110840"/>
                  <a:pt x="395598" y="113741"/>
                </a:cubicBezTo>
                <a:cubicBezTo>
                  <a:pt x="393489" y="117654"/>
                  <a:pt x="391072" y="120523"/>
                  <a:pt x="388348" y="122347"/>
                </a:cubicBezTo>
                <a:cubicBezTo>
                  <a:pt x="385624" y="124172"/>
                  <a:pt x="382373" y="125084"/>
                  <a:pt x="378595" y="125084"/>
                </a:cubicBezTo>
                <a:cubicBezTo>
                  <a:pt x="376310" y="125084"/>
                  <a:pt x="373762" y="124601"/>
                  <a:pt x="370950" y="123635"/>
                </a:cubicBezTo>
                <a:close/>
                <a:moveTo>
                  <a:pt x="486873" y="74075"/>
                </a:moveTo>
                <a:lnTo>
                  <a:pt x="499131" y="75591"/>
                </a:lnTo>
                <a:cubicBezTo>
                  <a:pt x="497198" y="82753"/>
                  <a:pt x="493617" y="88310"/>
                  <a:pt x="488389" y="92265"/>
                </a:cubicBezTo>
                <a:cubicBezTo>
                  <a:pt x="483161" y="96219"/>
                  <a:pt x="476483" y="98196"/>
                  <a:pt x="468355" y="98196"/>
                </a:cubicBezTo>
                <a:cubicBezTo>
                  <a:pt x="458118" y="98196"/>
                  <a:pt x="450001" y="95043"/>
                  <a:pt x="444003" y="88739"/>
                </a:cubicBezTo>
                <a:cubicBezTo>
                  <a:pt x="438006" y="82434"/>
                  <a:pt x="435008" y="73592"/>
                  <a:pt x="435008" y="62213"/>
                </a:cubicBezTo>
                <a:cubicBezTo>
                  <a:pt x="435008" y="50438"/>
                  <a:pt x="438039" y="41299"/>
                  <a:pt x="444102" y="34797"/>
                </a:cubicBezTo>
                <a:cubicBezTo>
                  <a:pt x="450165" y="28294"/>
                  <a:pt x="458030" y="25043"/>
                  <a:pt x="467696" y="25043"/>
                </a:cubicBezTo>
                <a:cubicBezTo>
                  <a:pt x="477054" y="25043"/>
                  <a:pt x="484699" y="28224"/>
                  <a:pt x="490630" y="34585"/>
                </a:cubicBezTo>
                <a:cubicBezTo>
                  <a:pt x="496561" y="40944"/>
                  <a:pt x="499527" y="49892"/>
                  <a:pt x="499527" y="61428"/>
                </a:cubicBezTo>
                <a:cubicBezTo>
                  <a:pt x="499527" y="62130"/>
                  <a:pt x="499505" y="63182"/>
                  <a:pt x="499461" y="64585"/>
                </a:cubicBezTo>
                <a:lnTo>
                  <a:pt x="447266" y="64585"/>
                </a:lnTo>
                <a:cubicBezTo>
                  <a:pt x="447705" y="72252"/>
                  <a:pt x="449880" y="78123"/>
                  <a:pt x="453790" y="82198"/>
                </a:cubicBezTo>
                <a:cubicBezTo>
                  <a:pt x="457700" y="86273"/>
                  <a:pt x="462577" y="88310"/>
                  <a:pt x="468420" y="88310"/>
                </a:cubicBezTo>
                <a:cubicBezTo>
                  <a:pt x="472770" y="88310"/>
                  <a:pt x="476483" y="87179"/>
                  <a:pt x="479558" y="84916"/>
                </a:cubicBezTo>
                <a:cubicBezTo>
                  <a:pt x="482634" y="82652"/>
                  <a:pt x="485072" y="79039"/>
                  <a:pt x="486873" y="74075"/>
                </a:cubicBezTo>
                <a:moveTo>
                  <a:pt x="447925" y="54700"/>
                </a:moveTo>
                <a:lnTo>
                  <a:pt x="487005" y="54700"/>
                </a:lnTo>
                <a:cubicBezTo>
                  <a:pt x="486478" y="48908"/>
                  <a:pt x="484984" y="44565"/>
                  <a:pt x="482524" y="41669"/>
                </a:cubicBezTo>
                <a:cubicBezTo>
                  <a:pt x="478745" y="37176"/>
                  <a:pt x="473846" y="34929"/>
                  <a:pt x="467827" y="34929"/>
                </a:cubicBezTo>
                <a:cubicBezTo>
                  <a:pt x="462379" y="34929"/>
                  <a:pt x="457799" y="36723"/>
                  <a:pt x="454087" y="40310"/>
                </a:cubicBezTo>
                <a:cubicBezTo>
                  <a:pt x="450374" y="43896"/>
                  <a:pt x="448320" y="48693"/>
                  <a:pt x="447925" y="54700"/>
                </a:cubicBezTo>
                <a:close/>
                <a:moveTo>
                  <a:pt x="561917" y="74075"/>
                </a:moveTo>
                <a:lnTo>
                  <a:pt x="574175" y="75591"/>
                </a:lnTo>
                <a:cubicBezTo>
                  <a:pt x="572242" y="82753"/>
                  <a:pt x="568661" y="88310"/>
                  <a:pt x="563433" y="92265"/>
                </a:cubicBezTo>
                <a:cubicBezTo>
                  <a:pt x="558204" y="96219"/>
                  <a:pt x="551526" y="98196"/>
                  <a:pt x="543398" y="98196"/>
                </a:cubicBezTo>
                <a:cubicBezTo>
                  <a:pt x="533161" y="98196"/>
                  <a:pt x="525044" y="95043"/>
                  <a:pt x="519047" y="88739"/>
                </a:cubicBezTo>
                <a:cubicBezTo>
                  <a:pt x="513050" y="82434"/>
                  <a:pt x="510051" y="73592"/>
                  <a:pt x="510051" y="62213"/>
                </a:cubicBezTo>
                <a:cubicBezTo>
                  <a:pt x="510051" y="50438"/>
                  <a:pt x="513083" y="41299"/>
                  <a:pt x="519146" y="34797"/>
                </a:cubicBezTo>
                <a:cubicBezTo>
                  <a:pt x="525209" y="28294"/>
                  <a:pt x="533073" y="25043"/>
                  <a:pt x="542739" y="25043"/>
                </a:cubicBezTo>
                <a:cubicBezTo>
                  <a:pt x="552097" y="25043"/>
                  <a:pt x="559742" y="28224"/>
                  <a:pt x="565674" y="34585"/>
                </a:cubicBezTo>
                <a:cubicBezTo>
                  <a:pt x="571605" y="40944"/>
                  <a:pt x="574570" y="49892"/>
                  <a:pt x="574570" y="61428"/>
                </a:cubicBezTo>
                <a:cubicBezTo>
                  <a:pt x="574570" y="62130"/>
                  <a:pt x="574548" y="63182"/>
                  <a:pt x="574505" y="64585"/>
                </a:cubicBezTo>
                <a:lnTo>
                  <a:pt x="522309" y="64585"/>
                </a:lnTo>
                <a:cubicBezTo>
                  <a:pt x="522749" y="72252"/>
                  <a:pt x="524923" y="78123"/>
                  <a:pt x="528834" y="82198"/>
                </a:cubicBezTo>
                <a:cubicBezTo>
                  <a:pt x="532744" y="86273"/>
                  <a:pt x="537621" y="88310"/>
                  <a:pt x="543464" y="88310"/>
                </a:cubicBezTo>
                <a:cubicBezTo>
                  <a:pt x="547814" y="88310"/>
                  <a:pt x="551526" y="87179"/>
                  <a:pt x="554602" y="84916"/>
                </a:cubicBezTo>
                <a:cubicBezTo>
                  <a:pt x="557677" y="82652"/>
                  <a:pt x="560116" y="79039"/>
                  <a:pt x="561917" y="74075"/>
                </a:cubicBezTo>
                <a:moveTo>
                  <a:pt x="522968" y="54700"/>
                </a:moveTo>
                <a:lnTo>
                  <a:pt x="562049" y="54700"/>
                </a:lnTo>
                <a:cubicBezTo>
                  <a:pt x="561522" y="48908"/>
                  <a:pt x="560028" y="44565"/>
                  <a:pt x="557567" y="41669"/>
                </a:cubicBezTo>
                <a:cubicBezTo>
                  <a:pt x="553789" y="37176"/>
                  <a:pt x="548890" y="34929"/>
                  <a:pt x="542871" y="34929"/>
                </a:cubicBezTo>
                <a:cubicBezTo>
                  <a:pt x="537423" y="34929"/>
                  <a:pt x="532843" y="36723"/>
                  <a:pt x="529130" y="40310"/>
                </a:cubicBezTo>
                <a:cubicBezTo>
                  <a:pt x="525418" y="43896"/>
                  <a:pt x="523364" y="48693"/>
                  <a:pt x="522968" y="54700"/>
                </a:cubicBezTo>
                <a:close/>
                <a:moveTo>
                  <a:pt x="671978" y="96614"/>
                </a:moveTo>
                <a:lnTo>
                  <a:pt x="671978" y="87783"/>
                </a:lnTo>
                <a:cubicBezTo>
                  <a:pt x="667540" y="94725"/>
                  <a:pt x="661016" y="98196"/>
                  <a:pt x="652404" y="98196"/>
                </a:cubicBezTo>
                <a:cubicBezTo>
                  <a:pt x="646825" y="98196"/>
                  <a:pt x="641695" y="96658"/>
                  <a:pt x="637016" y="93583"/>
                </a:cubicBezTo>
                <a:cubicBezTo>
                  <a:pt x="632337" y="90507"/>
                  <a:pt x="628712" y="86212"/>
                  <a:pt x="626142" y="80699"/>
                </a:cubicBezTo>
                <a:cubicBezTo>
                  <a:pt x="623572" y="75185"/>
                  <a:pt x="622287" y="68847"/>
                  <a:pt x="622287" y="61685"/>
                </a:cubicBezTo>
                <a:cubicBezTo>
                  <a:pt x="622287" y="54700"/>
                  <a:pt x="623451" y="48362"/>
                  <a:pt x="625779" y="42672"/>
                </a:cubicBezTo>
                <a:cubicBezTo>
                  <a:pt x="628108" y="36983"/>
                  <a:pt x="631601" y="32622"/>
                  <a:pt x="636258" y="29591"/>
                </a:cubicBezTo>
                <a:cubicBezTo>
                  <a:pt x="640915" y="26559"/>
                  <a:pt x="646122" y="25043"/>
                  <a:pt x="651877" y="25043"/>
                </a:cubicBezTo>
                <a:cubicBezTo>
                  <a:pt x="656095" y="25043"/>
                  <a:pt x="659851" y="25933"/>
                  <a:pt x="663147" y="27712"/>
                </a:cubicBezTo>
                <a:cubicBezTo>
                  <a:pt x="666442" y="29492"/>
                  <a:pt x="669122" y="31809"/>
                  <a:pt x="671187" y="34665"/>
                </a:cubicBezTo>
                <a:lnTo>
                  <a:pt x="671187" y="0"/>
                </a:lnTo>
                <a:lnTo>
                  <a:pt x="682983" y="0"/>
                </a:lnTo>
                <a:lnTo>
                  <a:pt x="682983" y="96614"/>
                </a:lnTo>
                <a:lnTo>
                  <a:pt x="671978" y="96614"/>
                </a:lnTo>
                <a:moveTo>
                  <a:pt x="634479" y="61652"/>
                </a:moveTo>
                <a:cubicBezTo>
                  <a:pt x="634479" y="70582"/>
                  <a:pt x="636368" y="77258"/>
                  <a:pt x="640146" y="81679"/>
                </a:cubicBezTo>
                <a:cubicBezTo>
                  <a:pt x="643925" y="86100"/>
                  <a:pt x="648384" y="88310"/>
                  <a:pt x="653525" y="88310"/>
                </a:cubicBezTo>
                <a:cubicBezTo>
                  <a:pt x="658709" y="88310"/>
                  <a:pt x="663114" y="86199"/>
                  <a:pt x="666738" y="81975"/>
                </a:cubicBezTo>
                <a:cubicBezTo>
                  <a:pt x="670363" y="77751"/>
                  <a:pt x="672175" y="71305"/>
                  <a:pt x="672175" y="62637"/>
                </a:cubicBezTo>
                <a:cubicBezTo>
                  <a:pt x="672175" y="53095"/>
                  <a:pt x="670330" y="46091"/>
                  <a:pt x="666639" y="41626"/>
                </a:cubicBezTo>
                <a:cubicBezTo>
                  <a:pt x="662949" y="37161"/>
                  <a:pt x="658402" y="34929"/>
                  <a:pt x="652998" y="34929"/>
                </a:cubicBezTo>
                <a:cubicBezTo>
                  <a:pt x="647725" y="34929"/>
                  <a:pt x="643321" y="37074"/>
                  <a:pt x="639784" y="41365"/>
                </a:cubicBezTo>
                <a:cubicBezTo>
                  <a:pt x="636247" y="45654"/>
                  <a:pt x="634479" y="52416"/>
                  <a:pt x="634479" y="61652"/>
                </a:cubicBezTo>
                <a:close/>
                <a:moveTo>
                  <a:pt x="747482" y="96614"/>
                </a:moveTo>
                <a:lnTo>
                  <a:pt x="747482" y="86333"/>
                </a:lnTo>
                <a:cubicBezTo>
                  <a:pt x="742034" y="94242"/>
                  <a:pt x="734631" y="98196"/>
                  <a:pt x="725273" y="98196"/>
                </a:cubicBezTo>
                <a:cubicBezTo>
                  <a:pt x="721143" y="98196"/>
                  <a:pt x="717288" y="97405"/>
                  <a:pt x="713707" y="95823"/>
                </a:cubicBezTo>
                <a:cubicBezTo>
                  <a:pt x="710126" y="94242"/>
                  <a:pt x="707468" y="92254"/>
                  <a:pt x="705733" y="89859"/>
                </a:cubicBezTo>
                <a:cubicBezTo>
                  <a:pt x="703997" y="87465"/>
                  <a:pt x="702778" y="84532"/>
                  <a:pt x="702075" y="81061"/>
                </a:cubicBezTo>
                <a:cubicBezTo>
                  <a:pt x="701592" y="78732"/>
                  <a:pt x="701350" y="75042"/>
                  <a:pt x="701350" y="69989"/>
                </a:cubicBezTo>
                <a:lnTo>
                  <a:pt x="701350" y="26625"/>
                </a:lnTo>
                <a:lnTo>
                  <a:pt x="713213" y="26625"/>
                </a:lnTo>
                <a:lnTo>
                  <a:pt x="713213" y="65442"/>
                </a:lnTo>
                <a:cubicBezTo>
                  <a:pt x="713213" y="71637"/>
                  <a:pt x="713454" y="75811"/>
                  <a:pt x="713938" y="77964"/>
                </a:cubicBezTo>
                <a:cubicBezTo>
                  <a:pt x="714684" y="81083"/>
                  <a:pt x="716266" y="83532"/>
                  <a:pt x="718683" y="85312"/>
                </a:cubicBezTo>
                <a:cubicBezTo>
                  <a:pt x="721099" y="87091"/>
                  <a:pt x="724087" y="87981"/>
                  <a:pt x="727645" y="87981"/>
                </a:cubicBezTo>
                <a:cubicBezTo>
                  <a:pt x="731204" y="87981"/>
                  <a:pt x="734543" y="87069"/>
                  <a:pt x="737663" y="85246"/>
                </a:cubicBezTo>
                <a:cubicBezTo>
                  <a:pt x="740782" y="83423"/>
                  <a:pt x="742990" y="80940"/>
                  <a:pt x="744286" y="77799"/>
                </a:cubicBezTo>
                <a:cubicBezTo>
                  <a:pt x="745582" y="74657"/>
                  <a:pt x="746230" y="70099"/>
                  <a:pt x="746230" y="64124"/>
                </a:cubicBezTo>
                <a:lnTo>
                  <a:pt x="746230" y="26625"/>
                </a:lnTo>
                <a:lnTo>
                  <a:pt x="758093" y="26625"/>
                </a:lnTo>
                <a:lnTo>
                  <a:pt x="758093" y="96614"/>
                </a:lnTo>
                <a:lnTo>
                  <a:pt x="747482" y="96614"/>
                </a:lnTo>
                <a:close/>
                <a:moveTo>
                  <a:pt x="824568" y="74075"/>
                </a:moveTo>
                <a:lnTo>
                  <a:pt x="836826" y="75591"/>
                </a:lnTo>
                <a:cubicBezTo>
                  <a:pt x="834893" y="82753"/>
                  <a:pt x="831312" y="88310"/>
                  <a:pt x="826084" y="92265"/>
                </a:cubicBezTo>
                <a:cubicBezTo>
                  <a:pt x="820855" y="96219"/>
                  <a:pt x="814177" y="98196"/>
                  <a:pt x="806049" y="98196"/>
                </a:cubicBezTo>
                <a:cubicBezTo>
                  <a:pt x="795812" y="98196"/>
                  <a:pt x="787695" y="95043"/>
                  <a:pt x="781698" y="88739"/>
                </a:cubicBezTo>
                <a:cubicBezTo>
                  <a:pt x="775701" y="82434"/>
                  <a:pt x="772702" y="73592"/>
                  <a:pt x="772702" y="62213"/>
                </a:cubicBezTo>
                <a:cubicBezTo>
                  <a:pt x="772702" y="50438"/>
                  <a:pt x="775734" y="41299"/>
                  <a:pt x="781797" y="34797"/>
                </a:cubicBezTo>
                <a:cubicBezTo>
                  <a:pt x="787860" y="28294"/>
                  <a:pt x="795724" y="25043"/>
                  <a:pt x="805390" y="25043"/>
                </a:cubicBezTo>
                <a:cubicBezTo>
                  <a:pt x="814748" y="25043"/>
                  <a:pt x="822393" y="28224"/>
                  <a:pt x="828324" y="34585"/>
                </a:cubicBezTo>
                <a:cubicBezTo>
                  <a:pt x="834256" y="40944"/>
                  <a:pt x="837221" y="49892"/>
                  <a:pt x="837221" y="61428"/>
                </a:cubicBezTo>
                <a:cubicBezTo>
                  <a:pt x="837221" y="62130"/>
                  <a:pt x="837199" y="63182"/>
                  <a:pt x="837155" y="64585"/>
                </a:cubicBezTo>
                <a:lnTo>
                  <a:pt x="784960" y="64585"/>
                </a:lnTo>
                <a:cubicBezTo>
                  <a:pt x="785399" y="72252"/>
                  <a:pt x="787574" y="78123"/>
                  <a:pt x="791484" y="82198"/>
                </a:cubicBezTo>
                <a:cubicBezTo>
                  <a:pt x="795395" y="86273"/>
                  <a:pt x="800272" y="88310"/>
                  <a:pt x="806115" y="88310"/>
                </a:cubicBezTo>
                <a:cubicBezTo>
                  <a:pt x="810465" y="88310"/>
                  <a:pt x="814177" y="87179"/>
                  <a:pt x="817253" y="84916"/>
                </a:cubicBezTo>
                <a:cubicBezTo>
                  <a:pt x="820328" y="82652"/>
                  <a:pt x="822767" y="79039"/>
                  <a:pt x="824568" y="74075"/>
                </a:cubicBezTo>
                <a:moveTo>
                  <a:pt x="785619" y="54700"/>
                </a:moveTo>
                <a:lnTo>
                  <a:pt x="824700" y="54700"/>
                </a:lnTo>
                <a:cubicBezTo>
                  <a:pt x="824172" y="48908"/>
                  <a:pt x="822679" y="44565"/>
                  <a:pt x="820218" y="41669"/>
                </a:cubicBezTo>
                <a:cubicBezTo>
                  <a:pt x="816440" y="37176"/>
                  <a:pt x="811541" y="34929"/>
                  <a:pt x="805522" y="34929"/>
                </a:cubicBezTo>
                <a:cubicBezTo>
                  <a:pt x="800074" y="34929"/>
                  <a:pt x="795494" y="36723"/>
                  <a:pt x="791781" y="40310"/>
                </a:cubicBezTo>
                <a:cubicBezTo>
                  <a:pt x="788068" y="43896"/>
                  <a:pt x="786014" y="48693"/>
                  <a:pt x="785619" y="54700"/>
                </a:cubicBezTo>
                <a:close/>
                <a:moveTo>
                  <a:pt x="915122" y="86136"/>
                </a:moveTo>
                <a:lnTo>
                  <a:pt x="916835" y="96614"/>
                </a:lnTo>
                <a:cubicBezTo>
                  <a:pt x="913496" y="97229"/>
                  <a:pt x="910508" y="97537"/>
                  <a:pt x="907872" y="97537"/>
                </a:cubicBezTo>
                <a:cubicBezTo>
                  <a:pt x="903567" y="97537"/>
                  <a:pt x="900228" y="96856"/>
                  <a:pt x="897855" y="95494"/>
                </a:cubicBezTo>
                <a:cubicBezTo>
                  <a:pt x="895483" y="94132"/>
                  <a:pt x="893813" y="92341"/>
                  <a:pt x="892846" y="90123"/>
                </a:cubicBezTo>
                <a:cubicBezTo>
                  <a:pt x="891880" y="87904"/>
                  <a:pt x="891397" y="83236"/>
                  <a:pt x="891397" y="76118"/>
                </a:cubicBezTo>
                <a:lnTo>
                  <a:pt x="891397" y="35851"/>
                </a:lnTo>
                <a:lnTo>
                  <a:pt x="882697" y="35851"/>
                </a:lnTo>
                <a:lnTo>
                  <a:pt x="882697" y="26625"/>
                </a:lnTo>
                <a:lnTo>
                  <a:pt x="891397" y="26625"/>
                </a:lnTo>
                <a:lnTo>
                  <a:pt x="891397" y="9245"/>
                </a:lnTo>
                <a:lnTo>
                  <a:pt x="903193" y="2109"/>
                </a:lnTo>
                <a:lnTo>
                  <a:pt x="903193" y="26625"/>
                </a:lnTo>
                <a:lnTo>
                  <a:pt x="915122" y="26625"/>
                </a:lnTo>
                <a:lnTo>
                  <a:pt x="915122" y="35851"/>
                </a:lnTo>
                <a:lnTo>
                  <a:pt x="903193" y="35851"/>
                </a:lnTo>
                <a:lnTo>
                  <a:pt x="903193" y="76777"/>
                </a:lnTo>
                <a:cubicBezTo>
                  <a:pt x="903193" y="80160"/>
                  <a:pt x="903402" y="82335"/>
                  <a:pt x="903819" y="83302"/>
                </a:cubicBezTo>
                <a:cubicBezTo>
                  <a:pt x="904237" y="84268"/>
                  <a:pt x="904918" y="85037"/>
                  <a:pt x="905862" y="85608"/>
                </a:cubicBezTo>
                <a:cubicBezTo>
                  <a:pt x="906807" y="86179"/>
                  <a:pt x="908158" y="86465"/>
                  <a:pt x="909915" y="86465"/>
                </a:cubicBezTo>
                <a:cubicBezTo>
                  <a:pt x="911233" y="86465"/>
                  <a:pt x="912969" y="86355"/>
                  <a:pt x="915122" y="86136"/>
                </a:cubicBezTo>
                <a:close/>
                <a:moveTo>
                  <a:pt x="922327" y="61620"/>
                </a:moveTo>
                <a:cubicBezTo>
                  <a:pt x="922327" y="48659"/>
                  <a:pt x="925930" y="39059"/>
                  <a:pt x="933135" y="32820"/>
                </a:cubicBezTo>
                <a:cubicBezTo>
                  <a:pt x="939154" y="27635"/>
                  <a:pt x="946492" y="25043"/>
                  <a:pt x="955147" y="25043"/>
                </a:cubicBezTo>
                <a:cubicBezTo>
                  <a:pt x="964769" y="25043"/>
                  <a:pt x="972633" y="28196"/>
                  <a:pt x="978740" y="34500"/>
                </a:cubicBezTo>
                <a:cubicBezTo>
                  <a:pt x="984847" y="40805"/>
                  <a:pt x="987901" y="49515"/>
                  <a:pt x="987901" y="60631"/>
                </a:cubicBezTo>
                <a:cubicBezTo>
                  <a:pt x="987901" y="69638"/>
                  <a:pt x="986550" y="76722"/>
                  <a:pt x="983848" y="81885"/>
                </a:cubicBezTo>
                <a:cubicBezTo>
                  <a:pt x="981146" y="87047"/>
                  <a:pt x="977214" y="91056"/>
                  <a:pt x="972051" y="93912"/>
                </a:cubicBezTo>
                <a:cubicBezTo>
                  <a:pt x="966889" y="96768"/>
                  <a:pt x="961254" y="98196"/>
                  <a:pt x="955147" y="98196"/>
                </a:cubicBezTo>
                <a:cubicBezTo>
                  <a:pt x="945349" y="98196"/>
                  <a:pt x="937430" y="95054"/>
                  <a:pt x="931389" y="88772"/>
                </a:cubicBezTo>
                <a:cubicBezTo>
                  <a:pt x="925348" y="82489"/>
                  <a:pt x="922327" y="73438"/>
                  <a:pt x="922327" y="61620"/>
                </a:cubicBezTo>
                <a:moveTo>
                  <a:pt x="934519" y="61587"/>
                </a:moveTo>
                <a:cubicBezTo>
                  <a:pt x="934519" y="70516"/>
                  <a:pt x="936474" y="77203"/>
                  <a:pt x="940385" y="81646"/>
                </a:cubicBezTo>
                <a:cubicBezTo>
                  <a:pt x="944295" y="86089"/>
                  <a:pt x="949216" y="88310"/>
                  <a:pt x="955147" y="88310"/>
                </a:cubicBezTo>
                <a:cubicBezTo>
                  <a:pt x="961034" y="88310"/>
                  <a:pt x="965933" y="86078"/>
                  <a:pt x="969843" y="81613"/>
                </a:cubicBezTo>
                <a:cubicBezTo>
                  <a:pt x="973754" y="77148"/>
                  <a:pt x="975709" y="70341"/>
                  <a:pt x="975709" y="61193"/>
                </a:cubicBezTo>
                <a:cubicBezTo>
                  <a:pt x="975709" y="52570"/>
                  <a:pt x="973743" y="46036"/>
                  <a:pt x="969810" y="41593"/>
                </a:cubicBezTo>
                <a:cubicBezTo>
                  <a:pt x="965878" y="37150"/>
                  <a:pt x="960990" y="34929"/>
                  <a:pt x="955147" y="34929"/>
                </a:cubicBezTo>
                <a:cubicBezTo>
                  <a:pt x="949216" y="34929"/>
                  <a:pt x="944295" y="37139"/>
                  <a:pt x="940385" y="41560"/>
                </a:cubicBezTo>
                <a:cubicBezTo>
                  <a:pt x="936474" y="45981"/>
                  <a:pt x="934519" y="52657"/>
                  <a:pt x="934519" y="61587"/>
                </a:cubicBezTo>
                <a:close/>
                <a:moveTo>
                  <a:pt x="1084979" y="87973"/>
                </a:moveTo>
                <a:cubicBezTo>
                  <a:pt x="1080585" y="91710"/>
                  <a:pt x="1076356" y="94348"/>
                  <a:pt x="1072292" y="95887"/>
                </a:cubicBezTo>
                <a:cubicBezTo>
                  <a:pt x="1068228" y="97426"/>
                  <a:pt x="1063868" y="98196"/>
                  <a:pt x="1059210" y="98196"/>
                </a:cubicBezTo>
                <a:cubicBezTo>
                  <a:pt x="1051522" y="98196"/>
                  <a:pt x="1045612" y="96316"/>
                  <a:pt x="1041482" y="92557"/>
                </a:cubicBezTo>
                <a:cubicBezTo>
                  <a:pt x="1037352" y="88798"/>
                  <a:pt x="1035287" y="83994"/>
                  <a:pt x="1035287" y="78147"/>
                </a:cubicBezTo>
                <a:cubicBezTo>
                  <a:pt x="1035287" y="74719"/>
                  <a:pt x="1036067" y="71587"/>
                  <a:pt x="1037627" y="68752"/>
                </a:cubicBezTo>
                <a:cubicBezTo>
                  <a:pt x="1039187" y="65915"/>
                  <a:pt x="1041230" y="63639"/>
                  <a:pt x="1043756" y="61924"/>
                </a:cubicBezTo>
                <a:cubicBezTo>
                  <a:pt x="1046282" y="60209"/>
                  <a:pt x="1049127" y="58913"/>
                  <a:pt x="1052291" y="58034"/>
                </a:cubicBezTo>
                <a:cubicBezTo>
                  <a:pt x="1054619" y="57418"/>
                  <a:pt x="1058134" y="56824"/>
                  <a:pt x="1062835" y="56253"/>
                </a:cubicBezTo>
                <a:cubicBezTo>
                  <a:pt x="1072413" y="55118"/>
                  <a:pt x="1079465" y="53766"/>
                  <a:pt x="1083990" y="52195"/>
                </a:cubicBezTo>
                <a:cubicBezTo>
                  <a:pt x="1084034" y="50577"/>
                  <a:pt x="1084056" y="49548"/>
                  <a:pt x="1084056" y="49110"/>
                </a:cubicBezTo>
                <a:cubicBezTo>
                  <a:pt x="1084056" y="44295"/>
                  <a:pt x="1082936" y="40903"/>
                  <a:pt x="1080695" y="38934"/>
                </a:cubicBezTo>
                <a:cubicBezTo>
                  <a:pt x="1077663" y="36264"/>
                  <a:pt x="1073160" y="34929"/>
                  <a:pt x="1067185" y="34929"/>
                </a:cubicBezTo>
                <a:cubicBezTo>
                  <a:pt x="1061605" y="34929"/>
                  <a:pt x="1057486" y="35906"/>
                  <a:pt x="1054828" y="37861"/>
                </a:cubicBezTo>
                <a:cubicBezTo>
                  <a:pt x="1052170" y="39817"/>
                  <a:pt x="1050204" y="43276"/>
                  <a:pt x="1048929" y="48241"/>
                </a:cubicBezTo>
                <a:lnTo>
                  <a:pt x="1037331" y="46660"/>
                </a:lnTo>
                <a:cubicBezTo>
                  <a:pt x="1038385" y="41680"/>
                  <a:pt x="1040120" y="37658"/>
                  <a:pt x="1042537" y="34595"/>
                </a:cubicBezTo>
                <a:cubicBezTo>
                  <a:pt x="1044953" y="31532"/>
                  <a:pt x="1048446" y="29175"/>
                  <a:pt x="1053015" y="27523"/>
                </a:cubicBezTo>
                <a:cubicBezTo>
                  <a:pt x="1057585" y="25870"/>
                  <a:pt x="1062879" y="25043"/>
                  <a:pt x="1068898" y="25043"/>
                </a:cubicBezTo>
                <a:cubicBezTo>
                  <a:pt x="1074873" y="25043"/>
                  <a:pt x="1079728" y="25746"/>
                  <a:pt x="1083463" y="27152"/>
                </a:cubicBezTo>
                <a:cubicBezTo>
                  <a:pt x="1087197" y="28558"/>
                  <a:pt x="1089943" y="30326"/>
                  <a:pt x="1091701" y="32457"/>
                </a:cubicBezTo>
                <a:cubicBezTo>
                  <a:pt x="1093458" y="34588"/>
                  <a:pt x="1094688" y="37279"/>
                  <a:pt x="1095391" y="40531"/>
                </a:cubicBezTo>
                <a:cubicBezTo>
                  <a:pt x="1095787" y="42552"/>
                  <a:pt x="1095984" y="46198"/>
                  <a:pt x="1095984" y="51470"/>
                </a:cubicBezTo>
                <a:lnTo>
                  <a:pt x="1095984" y="67287"/>
                </a:lnTo>
                <a:cubicBezTo>
                  <a:pt x="1095984" y="78315"/>
                  <a:pt x="1096237" y="85290"/>
                  <a:pt x="1096742" y="88212"/>
                </a:cubicBezTo>
                <a:cubicBezTo>
                  <a:pt x="1097248" y="91133"/>
                  <a:pt x="1098247" y="93934"/>
                  <a:pt x="1099741" y="96614"/>
                </a:cubicBezTo>
                <a:lnTo>
                  <a:pt x="1087351" y="96614"/>
                </a:lnTo>
                <a:cubicBezTo>
                  <a:pt x="1086121" y="94151"/>
                  <a:pt x="1085330" y="91271"/>
                  <a:pt x="1084979" y="87973"/>
                </a:cubicBezTo>
                <a:moveTo>
                  <a:pt x="1083990" y="61422"/>
                </a:moveTo>
                <a:cubicBezTo>
                  <a:pt x="1079684" y="63194"/>
                  <a:pt x="1073226" y="64701"/>
                  <a:pt x="1064614" y="65940"/>
                </a:cubicBezTo>
                <a:cubicBezTo>
                  <a:pt x="1059738" y="66646"/>
                  <a:pt x="1056289" y="67440"/>
                  <a:pt x="1054268" y="68323"/>
                </a:cubicBezTo>
                <a:cubicBezTo>
                  <a:pt x="1052247" y="69205"/>
                  <a:pt x="1050687" y="70495"/>
                  <a:pt x="1049589" y="72195"/>
                </a:cubicBezTo>
                <a:cubicBezTo>
                  <a:pt x="1048490" y="73893"/>
                  <a:pt x="1047941" y="75779"/>
                  <a:pt x="1047941" y="77852"/>
                </a:cubicBezTo>
                <a:cubicBezTo>
                  <a:pt x="1047941" y="81028"/>
                  <a:pt x="1049138" y="83675"/>
                  <a:pt x="1051533" y="85794"/>
                </a:cubicBezTo>
                <a:cubicBezTo>
                  <a:pt x="1053927" y="87911"/>
                  <a:pt x="1057431" y="88969"/>
                  <a:pt x="1062044" y="88969"/>
                </a:cubicBezTo>
                <a:cubicBezTo>
                  <a:pt x="1066614" y="88969"/>
                  <a:pt x="1070678" y="87965"/>
                  <a:pt x="1074236" y="85956"/>
                </a:cubicBezTo>
                <a:cubicBezTo>
                  <a:pt x="1077795" y="83948"/>
                  <a:pt x="1080409" y="81200"/>
                  <a:pt x="1082079" y="77712"/>
                </a:cubicBezTo>
                <a:cubicBezTo>
                  <a:pt x="1083353" y="75018"/>
                  <a:pt x="1083990" y="71045"/>
                  <a:pt x="1083990" y="65792"/>
                </a:cubicBezTo>
                <a:lnTo>
                  <a:pt x="1083990" y="61422"/>
                </a:lnTo>
                <a:close/>
                <a:moveTo>
                  <a:pt x="1154047" y="96614"/>
                </a:moveTo>
                <a:lnTo>
                  <a:pt x="1154047" y="0"/>
                </a:lnTo>
                <a:lnTo>
                  <a:pt x="1219225" y="0"/>
                </a:lnTo>
                <a:lnTo>
                  <a:pt x="1219225" y="11401"/>
                </a:lnTo>
                <a:lnTo>
                  <a:pt x="1166832" y="11401"/>
                </a:lnTo>
                <a:lnTo>
                  <a:pt x="1166832" y="41255"/>
                </a:lnTo>
                <a:lnTo>
                  <a:pt x="1212174" y="41255"/>
                </a:lnTo>
                <a:lnTo>
                  <a:pt x="1212174" y="52657"/>
                </a:lnTo>
                <a:lnTo>
                  <a:pt x="1166832" y="52657"/>
                </a:lnTo>
                <a:lnTo>
                  <a:pt x="1166832" y="96614"/>
                </a:lnTo>
                <a:lnTo>
                  <a:pt x="1154047" y="96614"/>
                </a:lnTo>
                <a:close/>
                <a:moveTo>
                  <a:pt x="1280010" y="87973"/>
                </a:moveTo>
                <a:cubicBezTo>
                  <a:pt x="1275617" y="91710"/>
                  <a:pt x="1271388" y="94348"/>
                  <a:pt x="1267324" y="95887"/>
                </a:cubicBezTo>
                <a:cubicBezTo>
                  <a:pt x="1263260" y="97426"/>
                  <a:pt x="1258899" y="98196"/>
                  <a:pt x="1254242" y="98196"/>
                </a:cubicBezTo>
                <a:cubicBezTo>
                  <a:pt x="1246553" y="98196"/>
                  <a:pt x="1240644" y="96316"/>
                  <a:pt x="1236514" y="92557"/>
                </a:cubicBezTo>
                <a:cubicBezTo>
                  <a:pt x="1232384" y="88798"/>
                  <a:pt x="1230319" y="83994"/>
                  <a:pt x="1230319" y="78147"/>
                </a:cubicBezTo>
                <a:cubicBezTo>
                  <a:pt x="1230319" y="74719"/>
                  <a:pt x="1231099" y="71587"/>
                  <a:pt x="1232659" y="68752"/>
                </a:cubicBezTo>
                <a:cubicBezTo>
                  <a:pt x="1234219" y="65915"/>
                  <a:pt x="1236262" y="63639"/>
                  <a:pt x="1238788" y="61924"/>
                </a:cubicBezTo>
                <a:cubicBezTo>
                  <a:pt x="1241314" y="60209"/>
                  <a:pt x="1244159" y="58913"/>
                  <a:pt x="1247322" y="58034"/>
                </a:cubicBezTo>
                <a:cubicBezTo>
                  <a:pt x="1249651" y="57418"/>
                  <a:pt x="1253166" y="56824"/>
                  <a:pt x="1257867" y="56253"/>
                </a:cubicBezTo>
                <a:cubicBezTo>
                  <a:pt x="1267445" y="55118"/>
                  <a:pt x="1274496" y="53766"/>
                  <a:pt x="1279022" y="52195"/>
                </a:cubicBezTo>
                <a:cubicBezTo>
                  <a:pt x="1279066" y="50577"/>
                  <a:pt x="1279088" y="49548"/>
                  <a:pt x="1279088" y="49110"/>
                </a:cubicBezTo>
                <a:cubicBezTo>
                  <a:pt x="1279088" y="44295"/>
                  <a:pt x="1277967" y="40903"/>
                  <a:pt x="1275727" y="38934"/>
                </a:cubicBezTo>
                <a:cubicBezTo>
                  <a:pt x="1272695" y="36264"/>
                  <a:pt x="1268192" y="34929"/>
                  <a:pt x="1262216" y="34929"/>
                </a:cubicBezTo>
                <a:cubicBezTo>
                  <a:pt x="1256637" y="34929"/>
                  <a:pt x="1252518" y="35906"/>
                  <a:pt x="1249860" y="37861"/>
                </a:cubicBezTo>
                <a:cubicBezTo>
                  <a:pt x="1247202" y="39817"/>
                  <a:pt x="1245235" y="43276"/>
                  <a:pt x="1243961" y="48241"/>
                </a:cubicBezTo>
                <a:lnTo>
                  <a:pt x="1232362" y="46660"/>
                </a:lnTo>
                <a:cubicBezTo>
                  <a:pt x="1233417" y="41680"/>
                  <a:pt x="1235152" y="37658"/>
                  <a:pt x="1237569" y="34595"/>
                </a:cubicBezTo>
                <a:cubicBezTo>
                  <a:pt x="1239985" y="31532"/>
                  <a:pt x="1243478" y="29175"/>
                  <a:pt x="1248047" y="27523"/>
                </a:cubicBezTo>
                <a:cubicBezTo>
                  <a:pt x="1252617" y="25870"/>
                  <a:pt x="1257911" y="25043"/>
                  <a:pt x="1263930" y="25043"/>
                </a:cubicBezTo>
                <a:cubicBezTo>
                  <a:pt x="1269905" y="25043"/>
                  <a:pt x="1274760" y="25746"/>
                  <a:pt x="1278495" y="27152"/>
                </a:cubicBezTo>
                <a:cubicBezTo>
                  <a:pt x="1282229" y="28558"/>
                  <a:pt x="1284975" y="30326"/>
                  <a:pt x="1286732" y="32457"/>
                </a:cubicBezTo>
                <a:cubicBezTo>
                  <a:pt x="1288490" y="34588"/>
                  <a:pt x="1289720" y="37279"/>
                  <a:pt x="1290423" y="40531"/>
                </a:cubicBezTo>
                <a:cubicBezTo>
                  <a:pt x="1290818" y="42552"/>
                  <a:pt x="1291016" y="46198"/>
                  <a:pt x="1291016" y="51470"/>
                </a:cubicBezTo>
                <a:lnTo>
                  <a:pt x="1291016" y="67287"/>
                </a:lnTo>
                <a:cubicBezTo>
                  <a:pt x="1291016" y="78315"/>
                  <a:pt x="1291269" y="85290"/>
                  <a:pt x="1291774" y="88212"/>
                </a:cubicBezTo>
                <a:cubicBezTo>
                  <a:pt x="1292279" y="91133"/>
                  <a:pt x="1293279" y="93934"/>
                  <a:pt x="1294773" y="96614"/>
                </a:cubicBezTo>
                <a:lnTo>
                  <a:pt x="1282383" y="96614"/>
                </a:lnTo>
                <a:cubicBezTo>
                  <a:pt x="1281153" y="94151"/>
                  <a:pt x="1280362" y="91271"/>
                  <a:pt x="1280010" y="87973"/>
                </a:cubicBezTo>
                <a:moveTo>
                  <a:pt x="1279022" y="61422"/>
                </a:moveTo>
                <a:cubicBezTo>
                  <a:pt x="1274716" y="63194"/>
                  <a:pt x="1268258" y="64701"/>
                  <a:pt x="1259646" y="65940"/>
                </a:cubicBezTo>
                <a:cubicBezTo>
                  <a:pt x="1254769" y="66646"/>
                  <a:pt x="1251320" y="67440"/>
                  <a:pt x="1249299" y="68323"/>
                </a:cubicBezTo>
                <a:cubicBezTo>
                  <a:pt x="1247278" y="69205"/>
                  <a:pt x="1245719" y="70495"/>
                  <a:pt x="1244620" y="72195"/>
                </a:cubicBezTo>
                <a:cubicBezTo>
                  <a:pt x="1243522" y="73893"/>
                  <a:pt x="1242973" y="75779"/>
                  <a:pt x="1242973" y="77852"/>
                </a:cubicBezTo>
                <a:cubicBezTo>
                  <a:pt x="1242973" y="81028"/>
                  <a:pt x="1244170" y="83675"/>
                  <a:pt x="1246564" y="85794"/>
                </a:cubicBezTo>
                <a:cubicBezTo>
                  <a:pt x="1248959" y="87911"/>
                  <a:pt x="1252463" y="88969"/>
                  <a:pt x="1257076" y="88969"/>
                </a:cubicBezTo>
                <a:cubicBezTo>
                  <a:pt x="1261645" y="88969"/>
                  <a:pt x="1265709" y="87965"/>
                  <a:pt x="1269268" y="85956"/>
                </a:cubicBezTo>
                <a:cubicBezTo>
                  <a:pt x="1272827" y="83948"/>
                  <a:pt x="1275441" y="81200"/>
                  <a:pt x="1277111" y="77712"/>
                </a:cubicBezTo>
                <a:cubicBezTo>
                  <a:pt x="1278385" y="75018"/>
                  <a:pt x="1279022" y="71045"/>
                  <a:pt x="1279022" y="65792"/>
                </a:cubicBezTo>
                <a:lnTo>
                  <a:pt x="1279022" y="61422"/>
                </a:lnTo>
                <a:close/>
                <a:moveTo>
                  <a:pt x="1355054" y="70912"/>
                </a:moveTo>
                <a:lnTo>
                  <a:pt x="1366719" y="72428"/>
                </a:lnTo>
                <a:cubicBezTo>
                  <a:pt x="1365444" y="80488"/>
                  <a:pt x="1362182" y="86799"/>
                  <a:pt x="1356932" y="91358"/>
                </a:cubicBezTo>
                <a:cubicBezTo>
                  <a:pt x="1351682" y="95917"/>
                  <a:pt x="1345234" y="98196"/>
                  <a:pt x="1337589" y="98196"/>
                </a:cubicBezTo>
                <a:cubicBezTo>
                  <a:pt x="1328011" y="98196"/>
                  <a:pt x="1320312" y="95065"/>
                  <a:pt x="1314490" y="88805"/>
                </a:cubicBezTo>
                <a:cubicBezTo>
                  <a:pt x="1308669" y="82544"/>
                  <a:pt x="1305758" y="73570"/>
                  <a:pt x="1305758" y="61883"/>
                </a:cubicBezTo>
                <a:cubicBezTo>
                  <a:pt x="1305758" y="54326"/>
                  <a:pt x="1307010" y="47714"/>
                  <a:pt x="1309515" y="42046"/>
                </a:cubicBezTo>
                <a:cubicBezTo>
                  <a:pt x="1312019" y="36379"/>
                  <a:pt x="1315830" y="32128"/>
                  <a:pt x="1320949" y="29294"/>
                </a:cubicBezTo>
                <a:cubicBezTo>
                  <a:pt x="1326067" y="26460"/>
                  <a:pt x="1331636" y="25043"/>
                  <a:pt x="1337655" y="25043"/>
                </a:cubicBezTo>
                <a:cubicBezTo>
                  <a:pt x="1345256" y="25043"/>
                  <a:pt x="1351473" y="26972"/>
                  <a:pt x="1356306" y="30828"/>
                </a:cubicBezTo>
                <a:cubicBezTo>
                  <a:pt x="1361139" y="34684"/>
                  <a:pt x="1364236" y="40158"/>
                  <a:pt x="1365598" y="47253"/>
                </a:cubicBezTo>
                <a:lnTo>
                  <a:pt x="1354065" y="49032"/>
                </a:lnTo>
                <a:cubicBezTo>
                  <a:pt x="1352967" y="44353"/>
                  <a:pt x="1351023" y="40833"/>
                  <a:pt x="1348233" y="38471"/>
                </a:cubicBezTo>
                <a:cubicBezTo>
                  <a:pt x="1345443" y="36109"/>
                  <a:pt x="1342071" y="34929"/>
                  <a:pt x="1338117" y="34929"/>
                </a:cubicBezTo>
                <a:cubicBezTo>
                  <a:pt x="1332141" y="34929"/>
                  <a:pt x="1327286" y="37060"/>
                  <a:pt x="1323552" y="41323"/>
                </a:cubicBezTo>
                <a:cubicBezTo>
                  <a:pt x="1319817" y="45585"/>
                  <a:pt x="1317950" y="52329"/>
                  <a:pt x="1317950" y="61554"/>
                </a:cubicBezTo>
                <a:cubicBezTo>
                  <a:pt x="1317950" y="70911"/>
                  <a:pt x="1319752" y="77710"/>
                  <a:pt x="1323354" y="81951"/>
                </a:cubicBezTo>
                <a:cubicBezTo>
                  <a:pt x="1326957" y="86190"/>
                  <a:pt x="1331658" y="88310"/>
                  <a:pt x="1337458" y="88310"/>
                </a:cubicBezTo>
                <a:cubicBezTo>
                  <a:pt x="1342115" y="88310"/>
                  <a:pt x="1346003" y="86888"/>
                  <a:pt x="1349122" y="84043"/>
                </a:cubicBezTo>
                <a:cubicBezTo>
                  <a:pt x="1352242" y="81198"/>
                  <a:pt x="1354219" y="76821"/>
                  <a:pt x="1355054" y="70912"/>
                </a:cubicBezTo>
                <a:close/>
                <a:moveTo>
                  <a:pt x="1424779" y="74075"/>
                </a:moveTo>
                <a:lnTo>
                  <a:pt x="1437037" y="75591"/>
                </a:lnTo>
                <a:cubicBezTo>
                  <a:pt x="1435104" y="82753"/>
                  <a:pt x="1431523" y="88310"/>
                  <a:pt x="1426295" y="92265"/>
                </a:cubicBezTo>
                <a:cubicBezTo>
                  <a:pt x="1421066" y="96219"/>
                  <a:pt x="1414388" y="98196"/>
                  <a:pt x="1406260" y="98196"/>
                </a:cubicBezTo>
                <a:cubicBezTo>
                  <a:pt x="1396023" y="98196"/>
                  <a:pt x="1387906" y="95043"/>
                  <a:pt x="1381909" y="88739"/>
                </a:cubicBezTo>
                <a:cubicBezTo>
                  <a:pt x="1375912" y="82434"/>
                  <a:pt x="1372913" y="73592"/>
                  <a:pt x="1372913" y="62213"/>
                </a:cubicBezTo>
                <a:cubicBezTo>
                  <a:pt x="1372913" y="50438"/>
                  <a:pt x="1375945" y="41299"/>
                  <a:pt x="1382008" y="34797"/>
                </a:cubicBezTo>
                <a:cubicBezTo>
                  <a:pt x="1388071" y="28294"/>
                  <a:pt x="1395935" y="25043"/>
                  <a:pt x="1405601" y="25043"/>
                </a:cubicBezTo>
                <a:cubicBezTo>
                  <a:pt x="1414959" y="25043"/>
                  <a:pt x="1422604" y="28224"/>
                  <a:pt x="1428535" y="34585"/>
                </a:cubicBezTo>
                <a:cubicBezTo>
                  <a:pt x="1434467" y="40944"/>
                  <a:pt x="1437432" y="49892"/>
                  <a:pt x="1437432" y="61428"/>
                </a:cubicBezTo>
                <a:cubicBezTo>
                  <a:pt x="1437432" y="62130"/>
                  <a:pt x="1437410" y="63182"/>
                  <a:pt x="1437366" y="64585"/>
                </a:cubicBezTo>
                <a:lnTo>
                  <a:pt x="1385171" y="64585"/>
                </a:lnTo>
                <a:cubicBezTo>
                  <a:pt x="1385610" y="72252"/>
                  <a:pt x="1387785" y="78123"/>
                  <a:pt x="1391695" y="82198"/>
                </a:cubicBezTo>
                <a:cubicBezTo>
                  <a:pt x="1395606" y="86273"/>
                  <a:pt x="1400483" y="88310"/>
                  <a:pt x="1406326" y="88310"/>
                </a:cubicBezTo>
                <a:cubicBezTo>
                  <a:pt x="1410676" y="88310"/>
                  <a:pt x="1414388" y="87179"/>
                  <a:pt x="1417464" y="84916"/>
                </a:cubicBezTo>
                <a:cubicBezTo>
                  <a:pt x="1420539" y="82652"/>
                  <a:pt x="1422978" y="79039"/>
                  <a:pt x="1424779" y="74075"/>
                </a:cubicBezTo>
                <a:moveTo>
                  <a:pt x="1385830" y="54700"/>
                </a:moveTo>
                <a:lnTo>
                  <a:pt x="1424911" y="54700"/>
                </a:lnTo>
                <a:cubicBezTo>
                  <a:pt x="1424383" y="48908"/>
                  <a:pt x="1422890" y="44565"/>
                  <a:pt x="1420429" y="41669"/>
                </a:cubicBezTo>
                <a:cubicBezTo>
                  <a:pt x="1416651" y="37176"/>
                  <a:pt x="1411752" y="34929"/>
                  <a:pt x="1405733" y="34929"/>
                </a:cubicBezTo>
                <a:cubicBezTo>
                  <a:pt x="1400285" y="34929"/>
                  <a:pt x="1395705" y="36723"/>
                  <a:pt x="1391992" y="40310"/>
                </a:cubicBezTo>
                <a:cubicBezTo>
                  <a:pt x="1388279" y="43896"/>
                  <a:pt x="1386225" y="48693"/>
                  <a:pt x="1385830" y="54700"/>
                </a:cubicBezTo>
                <a:close/>
                <a:moveTo>
                  <a:pt x="1462851" y="96614"/>
                </a:moveTo>
                <a:lnTo>
                  <a:pt x="1451845" y="96614"/>
                </a:lnTo>
                <a:lnTo>
                  <a:pt x="1451845" y="0"/>
                </a:lnTo>
                <a:lnTo>
                  <a:pt x="1463707" y="0"/>
                </a:lnTo>
                <a:lnTo>
                  <a:pt x="1463707" y="34595"/>
                </a:lnTo>
                <a:cubicBezTo>
                  <a:pt x="1468716" y="28227"/>
                  <a:pt x="1475109" y="25043"/>
                  <a:pt x="1482885" y="25043"/>
                </a:cubicBezTo>
                <a:cubicBezTo>
                  <a:pt x="1487191" y="25043"/>
                  <a:pt x="1491266" y="25911"/>
                  <a:pt x="1495110" y="27646"/>
                </a:cubicBezTo>
                <a:cubicBezTo>
                  <a:pt x="1498955" y="29382"/>
                  <a:pt x="1502118" y="31820"/>
                  <a:pt x="1504600" y="34962"/>
                </a:cubicBezTo>
                <a:cubicBezTo>
                  <a:pt x="1507083" y="38103"/>
                  <a:pt x="1509027" y="41893"/>
                  <a:pt x="1510433" y="46330"/>
                </a:cubicBezTo>
                <a:cubicBezTo>
                  <a:pt x="1511839" y="50767"/>
                  <a:pt x="1512542" y="55513"/>
                  <a:pt x="1512542" y="60565"/>
                </a:cubicBezTo>
                <a:cubicBezTo>
                  <a:pt x="1512542" y="72559"/>
                  <a:pt x="1509576" y="81830"/>
                  <a:pt x="1503645" y="88376"/>
                </a:cubicBezTo>
                <a:cubicBezTo>
                  <a:pt x="1497713" y="94923"/>
                  <a:pt x="1490596" y="98196"/>
                  <a:pt x="1482292" y="98196"/>
                </a:cubicBezTo>
                <a:cubicBezTo>
                  <a:pt x="1474032" y="98196"/>
                  <a:pt x="1467552" y="94703"/>
                  <a:pt x="1462851" y="87717"/>
                </a:cubicBezTo>
                <a:lnTo>
                  <a:pt x="1462851" y="96614"/>
                </a:lnTo>
                <a:moveTo>
                  <a:pt x="1462719" y="61094"/>
                </a:moveTo>
                <a:cubicBezTo>
                  <a:pt x="1462719" y="69445"/>
                  <a:pt x="1463861" y="75478"/>
                  <a:pt x="1466146" y="79195"/>
                </a:cubicBezTo>
                <a:cubicBezTo>
                  <a:pt x="1469880" y="85272"/>
                  <a:pt x="1474933" y="88310"/>
                  <a:pt x="1481303" y="88310"/>
                </a:cubicBezTo>
                <a:cubicBezTo>
                  <a:pt x="1486488" y="88310"/>
                  <a:pt x="1490969" y="86070"/>
                  <a:pt x="1494748" y="81588"/>
                </a:cubicBezTo>
                <a:cubicBezTo>
                  <a:pt x="1498526" y="77107"/>
                  <a:pt x="1500415" y="70429"/>
                  <a:pt x="1500415" y="61554"/>
                </a:cubicBezTo>
                <a:cubicBezTo>
                  <a:pt x="1500415" y="52460"/>
                  <a:pt x="1498603" y="45750"/>
                  <a:pt x="1494978" y="41422"/>
                </a:cubicBezTo>
                <a:cubicBezTo>
                  <a:pt x="1491354" y="37093"/>
                  <a:pt x="1486971" y="34929"/>
                  <a:pt x="1481831" y="34929"/>
                </a:cubicBezTo>
                <a:cubicBezTo>
                  <a:pt x="1476646" y="34929"/>
                  <a:pt x="1472165" y="37169"/>
                  <a:pt x="1468386" y="41651"/>
                </a:cubicBezTo>
                <a:cubicBezTo>
                  <a:pt x="1464608" y="46132"/>
                  <a:pt x="1462719" y="52613"/>
                  <a:pt x="1462719" y="61094"/>
                </a:cubicBezTo>
                <a:close/>
                <a:moveTo>
                  <a:pt x="1522538" y="61620"/>
                </a:moveTo>
                <a:cubicBezTo>
                  <a:pt x="1522538" y="48659"/>
                  <a:pt x="1526141" y="39059"/>
                  <a:pt x="1533347" y="32820"/>
                </a:cubicBezTo>
                <a:cubicBezTo>
                  <a:pt x="1539366" y="27635"/>
                  <a:pt x="1546703" y="25043"/>
                  <a:pt x="1555358" y="25043"/>
                </a:cubicBezTo>
                <a:cubicBezTo>
                  <a:pt x="1564980" y="25043"/>
                  <a:pt x="1572845" y="28196"/>
                  <a:pt x="1578952" y="34500"/>
                </a:cubicBezTo>
                <a:cubicBezTo>
                  <a:pt x="1585059" y="40805"/>
                  <a:pt x="1588112" y="49515"/>
                  <a:pt x="1588112" y="60631"/>
                </a:cubicBezTo>
                <a:cubicBezTo>
                  <a:pt x="1588112" y="69638"/>
                  <a:pt x="1586761" y="76722"/>
                  <a:pt x="1584059" y="81885"/>
                </a:cubicBezTo>
                <a:cubicBezTo>
                  <a:pt x="1581357" y="87047"/>
                  <a:pt x="1577425" y="91056"/>
                  <a:pt x="1572262" y="93912"/>
                </a:cubicBezTo>
                <a:cubicBezTo>
                  <a:pt x="1567100" y="96768"/>
                  <a:pt x="1561465" y="98196"/>
                  <a:pt x="1555358" y="98196"/>
                </a:cubicBezTo>
                <a:cubicBezTo>
                  <a:pt x="1545561" y="98196"/>
                  <a:pt x="1537641" y="95054"/>
                  <a:pt x="1531600" y="88772"/>
                </a:cubicBezTo>
                <a:cubicBezTo>
                  <a:pt x="1525559" y="82489"/>
                  <a:pt x="1522538" y="73438"/>
                  <a:pt x="1522538" y="61620"/>
                </a:cubicBezTo>
                <a:moveTo>
                  <a:pt x="1534731" y="61587"/>
                </a:moveTo>
                <a:cubicBezTo>
                  <a:pt x="1534731" y="70516"/>
                  <a:pt x="1536686" y="77203"/>
                  <a:pt x="1540596" y="81646"/>
                </a:cubicBezTo>
                <a:cubicBezTo>
                  <a:pt x="1544506" y="86089"/>
                  <a:pt x="1549427" y="88310"/>
                  <a:pt x="1555358" y="88310"/>
                </a:cubicBezTo>
                <a:cubicBezTo>
                  <a:pt x="1561246" y="88310"/>
                  <a:pt x="1566144" y="86078"/>
                  <a:pt x="1570055" y="81613"/>
                </a:cubicBezTo>
                <a:cubicBezTo>
                  <a:pt x="1573965" y="77148"/>
                  <a:pt x="1575920" y="70341"/>
                  <a:pt x="1575920" y="61193"/>
                </a:cubicBezTo>
                <a:cubicBezTo>
                  <a:pt x="1575920" y="52570"/>
                  <a:pt x="1573954" y="46036"/>
                  <a:pt x="1570022" y="41593"/>
                </a:cubicBezTo>
                <a:cubicBezTo>
                  <a:pt x="1566090" y="37150"/>
                  <a:pt x="1561202" y="34929"/>
                  <a:pt x="1555358" y="34929"/>
                </a:cubicBezTo>
                <a:cubicBezTo>
                  <a:pt x="1549427" y="34929"/>
                  <a:pt x="1544506" y="37139"/>
                  <a:pt x="1540596" y="41560"/>
                </a:cubicBezTo>
                <a:cubicBezTo>
                  <a:pt x="1536686" y="45981"/>
                  <a:pt x="1534731" y="52657"/>
                  <a:pt x="1534731" y="61587"/>
                </a:cubicBezTo>
                <a:close/>
                <a:moveTo>
                  <a:pt x="1597582" y="61620"/>
                </a:moveTo>
                <a:cubicBezTo>
                  <a:pt x="1597582" y="48659"/>
                  <a:pt x="1601185" y="39059"/>
                  <a:pt x="1608390" y="32820"/>
                </a:cubicBezTo>
                <a:cubicBezTo>
                  <a:pt x="1614409" y="27635"/>
                  <a:pt x="1621746" y="25043"/>
                  <a:pt x="1630402" y="25043"/>
                </a:cubicBezTo>
                <a:cubicBezTo>
                  <a:pt x="1640024" y="25043"/>
                  <a:pt x="1647888" y="28196"/>
                  <a:pt x="1653995" y="34500"/>
                </a:cubicBezTo>
                <a:cubicBezTo>
                  <a:pt x="1660102" y="40805"/>
                  <a:pt x="1663156" y="49515"/>
                  <a:pt x="1663156" y="60631"/>
                </a:cubicBezTo>
                <a:cubicBezTo>
                  <a:pt x="1663156" y="69638"/>
                  <a:pt x="1661805" y="76722"/>
                  <a:pt x="1659103" y="81885"/>
                </a:cubicBezTo>
                <a:cubicBezTo>
                  <a:pt x="1656400" y="87047"/>
                  <a:pt x="1652468" y="91056"/>
                  <a:pt x="1647306" y="93912"/>
                </a:cubicBezTo>
                <a:cubicBezTo>
                  <a:pt x="1642143" y="96768"/>
                  <a:pt x="1636509" y="98196"/>
                  <a:pt x="1630402" y="98196"/>
                </a:cubicBezTo>
                <a:cubicBezTo>
                  <a:pt x="1620604" y="98196"/>
                  <a:pt x="1612685" y="95054"/>
                  <a:pt x="1606644" y="88772"/>
                </a:cubicBezTo>
                <a:cubicBezTo>
                  <a:pt x="1600602" y="82489"/>
                  <a:pt x="1597582" y="73438"/>
                  <a:pt x="1597582" y="61620"/>
                </a:cubicBezTo>
                <a:moveTo>
                  <a:pt x="1609774" y="61587"/>
                </a:moveTo>
                <a:cubicBezTo>
                  <a:pt x="1609774" y="70516"/>
                  <a:pt x="1611729" y="77203"/>
                  <a:pt x="1615639" y="81646"/>
                </a:cubicBezTo>
                <a:cubicBezTo>
                  <a:pt x="1619550" y="86089"/>
                  <a:pt x="1624470" y="88310"/>
                  <a:pt x="1630402" y="88310"/>
                </a:cubicBezTo>
                <a:cubicBezTo>
                  <a:pt x="1636289" y="88310"/>
                  <a:pt x="1641188" y="86078"/>
                  <a:pt x="1645098" y="81613"/>
                </a:cubicBezTo>
                <a:cubicBezTo>
                  <a:pt x="1649008" y="77148"/>
                  <a:pt x="1650963" y="70341"/>
                  <a:pt x="1650963" y="61193"/>
                </a:cubicBezTo>
                <a:cubicBezTo>
                  <a:pt x="1650963" y="52570"/>
                  <a:pt x="1648997" y="46036"/>
                  <a:pt x="1645065" y="41593"/>
                </a:cubicBezTo>
                <a:cubicBezTo>
                  <a:pt x="1641133" y="37150"/>
                  <a:pt x="1636245" y="34929"/>
                  <a:pt x="1630402" y="34929"/>
                </a:cubicBezTo>
                <a:cubicBezTo>
                  <a:pt x="1624470" y="34929"/>
                  <a:pt x="1619550" y="37139"/>
                  <a:pt x="1615639" y="41560"/>
                </a:cubicBezTo>
                <a:cubicBezTo>
                  <a:pt x="1611729" y="45981"/>
                  <a:pt x="1609774" y="52657"/>
                  <a:pt x="1609774" y="61587"/>
                </a:cubicBezTo>
                <a:close/>
                <a:moveTo>
                  <a:pt x="1677105" y="96614"/>
                </a:moveTo>
                <a:lnTo>
                  <a:pt x="1677105" y="0"/>
                </a:lnTo>
                <a:lnTo>
                  <a:pt x="1688968" y="0"/>
                </a:lnTo>
                <a:lnTo>
                  <a:pt x="1688968" y="55095"/>
                </a:lnTo>
                <a:lnTo>
                  <a:pt x="1717043" y="26625"/>
                </a:lnTo>
                <a:lnTo>
                  <a:pt x="1732398" y="26625"/>
                </a:lnTo>
                <a:lnTo>
                  <a:pt x="1705641" y="52591"/>
                </a:lnTo>
                <a:lnTo>
                  <a:pt x="1735100" y="96614"/>
                </a:lnTo>
                <a:lnTo>
                  <a:pt x="1720470" y="96614"/>
                </a:lnTo>
                <a:lnTo>
                  <a:pt x="1697338" y="60829"/>
                </a:lnTo>
                <a:lnTo>
                  <a:pt x="1688968" y="68869"/>
                </a:lnTo>
                <a:lnTo>
                  <a:pt x="1688968" y="96614"/>
                </a:lnTo>
                <a:lnTo>
                  <a:pt x="1677105" y="96614"/>
                </a:lnTo>
                <a:close/>
                <a:moveTo>
                  <a:pt x="1782047" y="123503"/>
                </a:moveTo>
                <a:lnTo>
                  <a:pt x="1782047" y="26625"/>
                </a:lnTo>
                <a:lnTo>
                  <a:pt x="1792855" y="26625"/>
                </a:lnTo>
                <a:lnTo>
                  <a:pt x="1792855" y="35654"/>
                </a:lnTo>
                <a:cubicBezTo>
                  <a:pt x="1795403" y="32117"/>
                  <a:pt x="1798281" y="29464"/>
                  <a:pt x="1801488" y="27696"/>
                </a:cubicBezTo>
                <a:cubicBezTo>
                  <a:pt x="1804695" y="25927"/>
                  <a:pt x="1808584" y="25043"/>
                  <a:pt x="1813153" y="25043"/>
                </a:cubicBezTo>
                <a:cubicBezTo>
                  <a:pt x="1819128" y="25043"/>
                  <a:pt x="1824401" y="26581"/>
                  <a:pt x="1828970" y="29656"/>
                </a:cubicBezTo>
                <a:cubicBezTo>
                  <a:pt x="1833539" y="32732"/>
                  <a:pt x="1836988" y="37071"/>
                  <a:pt x="1839317" y="42672"/>
                </a:cubicBezTo>
                <a:cubicBezTo>
                  <a:pt x="1841645" y="48274"/>
                  <a:pt x="1842810" y="54414"/>
                  <a:pt x="1842810" y="61092"/>
                </a:cubicBezTo>
                <a:cubicBezTo>
                  <a:pt x="1842810" y="68254"/>
                  <a:pt x="1841524" y="74701"/>
                  <a:pt x="1838954" y="80435"/>
                </a:cubicBezTo>
                <a:cubicBezTo>
                  <a:pt x="1836384" y="86169"/>
                  <a:pt x="1832649" y="90562"/>
                  <a:pt x="1827751" y="93616"/>
                </a:cubicBezTo>
                <a:cubicBezTo>
                  <a:pt x="1822852" y="96669"/>
                  <a:pt x="1817700" y="98196"/>
                  <a:pt x="1812296" y="98196"/>
                </a:cubicBezTo>
                <a:cubicBezTo>
                  <a:pt x="1808342" y="98196"/>
                  <a:pt x="1804794" y="97350"/>
                  <a:pt x="1801653" y="95659"/>
                </a:cubicBezTo>
                <a:cubicBezTo>
                  <a:pt x="1798512" y="93966"/>
                  <a:pt x="1795930" y="91828"/>
                  <a:pt x="1793909" y="89245"/>
                </a:cubicBezTo>
                <a:lnTo>
                  <a:pt x="1793909" y="123503"/>
                </a:lnTo>
                <a:lnTo>
                  <a:pt x="1782047" y="123503"/>
                </a:lnTo>
                <a:moveTo>
                  <a:pt x="1792789" y="61916"/>
                </a:moveTo>
                <a:cubicBezTo>
                  <a:pt x="1792789" y="70912"/>
                  <a:pt x="1794612" y="77560"/>
                  <a:pt x="1798259" y="81860"/>
                </a:cubicBezTo>
                <a:cubicBezTo>
                  <a:pt x="1801906" y="86160"/>
                  <a:pt x="1806321" y="88310"/>
                  <a:pt x="1811505" y="88310"/>
                </a:cubicBezTo>
                <a:cubicBezTo>
                  <a:pt x="1816778" y="88310"/>
                  <a:pt x="1821292" y="86083"/>
                  <a:pt x="1825049" y="81629"/>
                </a:cubicBezTo>
                <a:cubicBezTo>
                  <a:pt x="1828805" y="77175"/>
                  <a:pt x="1830683" y="70275"/>
                  <a:pt x="1830683" y="60928"/>
                </a:cubicBezTo>
                <a:cubicBezTo>
                  <a:pt x="1830683" y="52020"/>
                  <a:pt x="1828849" y="45350"/>
                  <a:pt x="1825180" y="40918"/>
                </a:cubicBezTo>
                <a:cubicBezTo>
                  <a:pt x="1821512" y="36486"/>
                  <a:pt x="1817129" y="34270"/>
                  <a:pt x="1812033" y="34270"/>
                </a:cubicBezTo>
                <a:cubicBezTo>
                  <a:pt x="1806980" y="34270"/>
                  <a:pt x="1802510" y="36628"/>
                  <a:pt x="1798621" y="41346"/>
                </a:cubicBezTo>
                <a:cubicBezTo>
                  <a:pt x="1794733" y="46064"/>
                  <a:pt x="1792789" y="52920"/>
                  <a:pt x="1792789" y="61916"/>
                </a:cubicBezTo>
                <a:close/>
                <a:moveTo>
                  <a:pt x="1852675" y="61620"/>
                </a:moveTo>
                <a:cubicBezTo>
                  <a:pt x="1852675" y="48659"/>
                  <a:pt x="1856277" y="39059"/>
                  <a:pt x="1863483" y="32820"/>
                </a:cubicBezTo>
                <a:cubicBezTo>
                  <a:pt x="1869502" y="27635"/>
                  <a:pt x="1876839" y="25043"/>
                  <a:pt x="1885494" y="25043"/>
                </a:cubicBezTo>
                <a:cubicBezTo>
                  <a:pt x="1895116" y="25043"/>
                  <a:pt x="1902981" y="28196"/>
                  <a:pt x="1909088" y="34500"/>
                </a:cubicBezTo>
                <a:cubicBezTo>
                  <a:pt x="1915195" y="40805"/>
                  <a:pt x="1918248" y="49515"/>
                  <a:pt x="1918248" y="60631"/>
                </a:cubicBezTo>
                <a:cubicBezTo>
                  <a:pt x="1918248" y="69638"/>
                  <a:pt x="1916897" y="76722"/>
                  <a:pt x="1914195" y="81885"/>
                </a:cubicBezTo>
                <a:cubicBezTo>
                  <a:pt x="1911493" y="87047"/>
                  <a:pt x="1907561" y="91056"/>
                  <a:pt x="1902399" y="93912"/>
                </a:cubicBezTo>
                <a:cubicBezTo>
                  <a:pt x="1897236" y="96768"/>
                  <a:pt x="1891601" y="98196"/>
                  <a:pt x="1885494" y="98196"/>
                </a:cubicBezTo>
                <a:cubicBezTo>
                  <a:pt x="1875697" y="98196"/>
                  <a:pt x="1867777" y="95054"/>
                  <a:pt x="1861736" y="88772"/>
                </a:cubicBezTo>
                <a:cubicBezTo>
                  <a:pt x="1855695" y="82489"/>
                  <a:pt x="1852675" y="73438"/>
                  <a:pt x="1852675" y="61620"/>
                </a:cubicBezTo>
                <a:moveTo>
                  <a:pt x="1864867" y="61587"/>
                </a:moveTo>
                <a:cubicBezTo>
                  <a:pt x="1864867" y="70516"/>
                  <a:pt x="1866822" y="77203"/>
                  <a:pt x="1870732" y="81646"/>
                </a:cubicBezTo>
                <a:cubicBezTo>
                  <a:pt x="1874642" y="86089"/>
                  <a:pt x="1879563" y="88310"/>
                  <a:pt x="1885494" y="88310"/>
                </a:cubicBezTo>
                <a:cubicBezTo>
                  <a:pt x="1891382" y="88310"/>
                  <a:pt x="1896281" y="86078"/>
                  <a:pt x="1900191" y="81613"/>
                </a:cubicBezTo>
                <a:cubicBezTo>
                  <a:pt x="1904101" y="77148"/>
                  <a:pt x="1906056" y="70341"/>
                  <a:pt x="1906056" y="61193"/>
                </a:cubicBezTo>
                <a:cubicBezTo>
                  <a:pt x="1906056" y="52570"/>
                  <a:pt x="1904090" y="46036"/>
                  <a:pt x="1900158" y="41593"/>
                </a:cubicBezTo>
                <a:cubicBezTo>
                  <a:pt x="1896226" y="37150"/>
                  <a:pt x="1891338" y="34929"/>
                  <a:pt x="1885494" y="34929"/>
                </a:cubicBezTo>
                <a:cubicBezTo>
                  <a:pt x="1879563" y="34929"/>
                  <a:pt x="1874642" y="37139"/>
                  <a:pt x="1870732" y="41560"/>
                </a:cubicBezTo>
                <a:cubicBezTo>
                  <a:pt x="1866822" y="45981"/>
                  <a:pt x="1864867" y="52657"/>
                  <a:pt x="1864867" y="61587"/>
                </a:cubicBezTo>
                <a:close/>
                <a:moveTo>
                  <a:pt x="1927388" y="75657"/>
                </a:moveTo>
                <a:lnTo>
                  <a:pt x="1939119" y="73812"/>
                </a:lnTo>
                <a:cubicBezTo>
                  <a:pt x="1939778" y="78492"/>
                  <a:pt x="1941613" y="82079"/>
                  <a:pt x="1944622" y="84572"/>
                </a:cubicBezTo>
                <a:cubicBezTo>
                  <a:pt x="1947632" y="87064"/>
                  <a:pt x="1951839" y="88310"/>
                  <a:pt x="1957243" y="88310"/>
                </a:cubicBezTo>
                <a:cubicBezTo>
                  <a:pt x="1962691" y="88310"/>
                  <a:pt x="1966733" y="87210"/>
                  <a:pt x="1969369" y="85009"/>
                </a:cubicBezTo>
                <a:cubicBezTo>
                  <a:pt x="1972005" y="82807"/>
                  <a:pt x="1973323" y="80224"/>
                  <a:pt x="1973323" y="77261"/>
                </a:cubicBezTo>
                <a:cubicBezTo>
                  <a:pt x="1973323" y="74602"/>
                  <a:pt x="1972159" y="72509"/>
                  <a:pt x="1969830" y="70984"/>
                </a:cubicBezTo>
                <a:cubicBezTo>
                  <a:pt x="1968205" y="69938"/>
                  <a:pt x="1964162" y="68608"/>
                  <a:pt x="1957704" y="66995"/>
                </a:cubicBezTo>
                <a:cubicBezTo>
                  <a:pt x="1949005" y="64797"/>
                  <a:pt x="1942975" y="62895"/>
                  <a:pt x="1939613" y="61290"/>
                </a:cubicBezTo>
                <a:cubicBezTo>
                  <a:pt x="1936252" y="59685"/>
                  <a:pt x="1933704" y="57464"/>
                  <a:pt x="1931969" y="54628"/>
                </a:cubicBezTo>
                <a:cubicBezTo>
                  <a:pt x="1930233" y="51791"/>
                  <a:pt x="1929366" y="48658"/>
                  <a:pt x="1929366" y="45228"/>
                </a:cubicBezTo>
                <a:cubicBezTo>
                  <a:pt x="1929366" y="42106"/>
                  <a:pt x="1930079" y="39214"/>
                  <a:pt x="1931507" y="36554"/>
                </a:cubicBezTo>
                <a:cubicBezTo>
                  <a:pt x="1932935" y="33893"/>
                  <a:pt x="1934879" y="31683"/>
                  <a:pt x="1937340" y="29924"/>
                </a:cubicBezTo>
                <a:cubicBezTo>
                  <a:pt x="1939185" y="28561"/>
                  <a:pt x="1941700" y="27407"/>
                  <a:pt x="1944886" y="26462"/>
                </a:cubicBezTo>
                <a:cubicBezTo>
                  <a:pt x="1948071" y="25516"/>
                  <a:pt x="1951487" y="25043"/>
                  <a:pt x="1955134" y="25043"/>
                </a:cubicBezTo>
                <a:cubicBezTo>
                  <a:pt x="1960626" y="25043"/>
                  <a:pt x="1965448" y="25840"/>
                  <a:pt x="1969599" y="27432"/>
                </a:cubicBezTo>
                <a:cubicBezTo>
                  <a:pt x="1973751" y="29024"/>
                  <a:pt x="1976816" y="31180"/>
                  <a:pt x="1978793" y="33901"/>
                </a:cubicBezTo>
                <a:cubicBezTo>
                  <a:pt x="1980770" y="36621"/>
                  <a:pt x="1982132" y="40259"/>
                  <a:pt x="1982879" y="44814"/>
                </a:cubicBezTo>
                <a:lnTo>
                  <a:pt x="1971280" y="46396"/>
                </a:lnTo>
                <a:cubicBezTo>
                  <a:pt x="1970753" y="42793"/>
                  <a:pt x="1969226" y="39981"/>
                  <a:pt x="1966700" y="37960"/>
                </a:cubicBezTo>
                <a:cubicBezTo>
                  <a:pt x="1964173" y="35939"/>
                  <a:pt x="1960604" y="34929"/>
                  <a:pt x="1955990" y="34929"/>
                </a:cubicBezTo>
                <a:cubicBezTo>
                  <a:pt x="1950542" y="34929"/>
                  <a:pt x="1946654" y="35825"/>
                  <a:pt x="1944326" y="37618"/>
                </a:cubicBezTo>
                <a:cubicBezTo>
                  <a:pt x="1941997" y="39410"/>
                  <a:pt x="1940833" y="41509"/>
                  <a:pt x="1940833" y="43914"/>
                </a:cubicBezTo>
                <a:cubicBezTo>
                  <a:pt x="1940833" y="45444"/>
                  <a:pt x="1941316" y="46821"/>
                  <a:pt x="1942283" y="48046"/>
                </a:cubicBezTo>
                <a:cubicBezTo>
                  <a:pt x="1943249" y="49313"/>
                  <a:pt x="1944765" y="50362"/>
                  <a:pt x="1946830" y="51192"/>
                </a:cubicBezTo>
                <a:cubicBezTo>
                  <a:pt x="1948016" y="51630"/>
                  <a:pt x="1951509" y="52636"/>
                  <a:pt x="1957309" y="54210"/>
                </a:cubicBezTo>
                <a:cubicBezTo>
                  <a:pt x="1965700" y="56449"/>
                  <a:pt x="1971555" y="58282"/>
                  <a:pt x="1974872" y="59708"/>
                </a:cubicBezTo>
                <a:cubicBezTo>
                  <a:pt x="1978189" y="61135"/>
                  <a:pt x="1980792" y="63209"/>
                  <a:pt x="1982681" y="65932"/>
                </a:cubicBezTo>
                <a:cubicBezTo>
                  <a:pt x="1984570" y="68653"/>
                  <a:pt x="1985515" y="72033"/>
                  <a:pt x="1985515" y="76071"/>
                </a:cubicBezTo>
                <a:cubicBezTo>
                  <a:pt x="1985515" y="80022"/>
                  <a:pt x="1984362" y="83743"/>
                  <a:pt x="1982055" y="87233"/>
                </a:cubicBezTo>
                <a:cubicBezTo>
                  <a:pt x="1979749" y="90722"/>
                  <a:pt x="1976420" y="93421"/>
                  <a:pt x="1972071" y="95331"/>
                </a:cubicBezTo>
                <a:cubicBezTo>
                  <a:pt x="1967721" y="97241"/>
                  <a:pt x="1962800" y="98196"/>
                  <a:pt x="1957309" y="98196"/>
                </a:cubicBezTo>
                <a:cubicBezTo>
                  <a:pt x="1948214" y="98196"/>
                  <a:pt x="1941283" y="96301"/>
                  <a:pt x="1936516" y="92512"/>
                </a:cubicBezTo>
                <a:cubicBezTo>
                  <a:pt x="1931749" y="88722"/>
                  <a:pt x="1928707" y="83104"/>
                  <a:pt x="1927388" y="75657"/>
                </a:cubicBezTo>
                <a:close/>
                <a:moveTo>
                  <a:pt x="2025518" y="86136"/>
                </a:moveTo>
                <a:lnTo>
                  <a:pt x="2027231" y="96614"/>
                </a:lnTo>
                <a:cubicBezTo>
                  <a:pt x="2023892" y="97229"/>
                  <a:pt x="2020905" y="97537"/>
                  <a:pt x="2018269" y="97537"/>
                </a:cubicBezTo>
                <a:cubicBezTo>
                  <a:pt x="2013963" y="97537"/>
                  <a:pt x="2010624" y="96856"/>
                  <a:pt x="2008251" y="95494"/>
                </a:cubicBezTo>
                <a:cubicBezTo>
                  <a:pt x="2005879" y="94132"/>
                  <a:pt x="2004209" y="92341"/>
                  <a:pt x="2003243" y="90123"/>
                </a:cubicBezTo>
                <a:cubicBezTo>
                  <a:pt x="2002276" y="87904"/>
                  <a:pt x="2001793" y="83236"/>
                  <a:pt x="2001793" y="76118"/>
                </a:cubicBezTo>
                <a:lnTo>
                  <a:pt x="2001793" y="35851"/>
                </a:lnTo>
                <a:lnTo>
                  <a:pt x="1993093" y="35851"/>
                </a:lnTo>
                <a:lnTo>
                  <a:pt x="1993093" y="26625"/>
                </a:lnTo>
                <a:lnTo>
                  <a:pt x="2001793" y="26625"/>
                </a:lnTo>
                <a:lnTo>
                  <a:pt x="2001793" y="9245"/>
                </a:lnTo>
                <a:lnTo>
                  <a:pt x="2013589" y="2109"/>
                </a:lnTo>
                <a:lnTo>
                  <a:pt x="2013589" y="26625"/>
                </a:lnTo>
                <a:lnTo>
                  <a:pt x="2025518" y="26625"/>
                </a:lnTo>
                <a:lnTo>
                  <a:pt x="2025518" y="35851"/>
                </a:lnTo>
                <a:lnTo>
                  <a:pt x="2013589" y="35851"/>
                </a:lnTo>
                <a:lnTo>
                  <a:pt x="2013589" y="76777"/>
                </a:lnTo>
                <a:cubicBezTo>
                  <a:pt x="2013589" y="80160"/>
                  <a:pt x="2013798" y="82335"/>
                  <a:pt x="2014215" y="83302"/>
                </a:cubicBezTo>
                <a:cubicBezTo>
                  <a:pt x="2014633" y="84268"/>
                  <a:pt x="2015314" y="85037"/>
                  <a:pt x="2016258" y="85608"/>
                </a:cubicBezTo>
                <a:cubicBezTo>
                  <a:pt x="2017203" y="86179"/>
                  <a:pt x="2018554" y="86465"/>
                  <a:pt x="2020312" y="86465"/>
                </a:cubicBezTo>
                <a:cubicBezTo>
                  <a:pt x="2021630" y="86465"/>
                  <a:pt x="2023365" y="86355"/>
                  <a:pt x="2025518" y="86136"/>
                </a:cubicBezTo>
                <a:close/>
                <a:moveTo>
                  <a:pt x="2120332" y="87973"/>
                </a:moveTo>
                <a:cubicBezTo>
                  <a:pt x="2115939" y="91710"/>
                  <a:pt x="2111710" y="94348"/>
                  <a:pt x="2107646" y="95887"/>
                </a:cubicBezTo>
                <a:cubicBezTo>
                  <a:pt x="2103582" y="97426"/>
                  <a:pt x="2099221" y="98196"/>
                  <a:pt x="2094564" y="98196"/>
                </a:cubicBezTo>
                <a:cubicBezTo>
                  <a:pt x="2086875" y="98196"/>
                  <a:pt x="2080966" y="96316"/>
                  <a:pt x="2076836" y="92557"/>
                </a:cubicBezTo>
                <a:cubicBezTo>
                  <a:pt x="2072706" y="88798"/>
                  <a:pt x="2070641" y="83994"/>
                  <a:pt x="2070641" y="78147"/>
                </a:cubicBezTo>
                <a:cubicBezTo>
                  <a:pt x="2070641" y="74719"/>
                  <a:pt x="2071421" y="71587"/>
                  <a:pt x="2072981" y="68752"/>
                </a:cubicBezTo>
                <a:cubicBezTo>
                  <a:pt x="2074540" y="65915"/>
                  <a:pt x="2076583" y="63639"/>
                  <a:pt x="2079110" y="61924"/>
                </a:cubicBezTo>
                <a:cubicBezTo>
                  <a:pt x="2081636" y="60209"/>
                  <a:pt x="2084481" y="58913"/>
                  <a:pt x="2087644" y="58034"/>
                </a:cubicBezTo>
                <a:cubicBezTo>
                  <a:pt x="2089973" y="57418"/>
                  <a:pt x="2093488" y="56824"/>
                  <a:pt x="2098189" y="56253"/>
                </a:cubicBezTo>
                <a:cubicBezTo>
                  <a:pt x="2107767" y="55118"/>
                  <a:pt x="2114818" y="53766"/>
                  <a:pt x="2119344" y="52195"/>
                </a:cubicBezTo>
                <a:cubicBezTo>
                  <a:pt x="2119388" y="50577"/>
                  <a:pt x="2119410" y="49548"/>
                  <a:pt x="2119410" y="49110"/>
                </a:cubicBezTo>
                <a:cubicBezTo>
                  <a:pt x="2119410" y="44295"/>
                  <a:pt x="2118289" y="40903"/>
                  <a:pt x="2116049" y="38934"/>
                </a:cubicBezTo>
                <a:cubicBezTo>
                  <a:pt x="2113017" y="36264"/>
                  <a:pt x="2108514" y="34929"/>
                  <a:pt x="2102538" y="34929"/>
                </a:cubicBezTo>
                <a:cubicBezTo>
                  <a:pt x="2096959" y="34929"/>
                  <a:pt x="2092840" y="35906"/>
                  <a:pt x="2090182" y="37861"/>
                </a:cubicBezTo>
                <a:cubicBezTo>
                  <a:pt x="2087523" y="39817"/>
                  <a:pt x="2085557" y="43276"/>
                  <a:pt x="2084283" y="48241"/>
                </a:cubicBezTo>
                <a:lnTo>
                  <a:pt x="2072684" y="46660"/>
                </a:lnTo>
                <a:cubicBezTo>
                  <a:pt x="2073739" y="41680"/>
                  <a:pt x="2075474" y="37658"/>
                  <a:pt x="2077891" y="34595"/>
                </a:cubicBezTo>
                <a:cubicBezTo>
                  <a:pt x="2080307" y="31532"/>
                  <a:pt x="2083800" y="29175"/>
                  <a:pt x="2088369" y="27523"/>
                </a:cubicBezTo>
                <a:cubicBezTo>
                  <a:pt x="2092938" y="25870"/>
                  <a:pt x="2098233" y="25043"/>
                  <a:pt x="2104252" y="25043"/>
                </a:cubicBezTo>
                <a:cubicBezTo>
                  <a:pt x="2110227" y="25043"/>
                  <a:pt x="2115082" y="25746"/>
                  <a:pt x="2118816" y="27152"/>
                </a:cubicBezTo>
                <a:cubicBezTo>
                  <a:pt x="2122551" y="28558"/>
                  <a:pt x="2125297" y="30326"/>
                  <a:pt x="2127054" y="32457"/>
                </a:cubicBezTo>
                <a:cubicBezTo>
                  <a:pt x="2128812" y="34588"/>
                  <a:pt x="2130042" y="37279"/>
                  <a:pt x="2130745" y="40531"/>
                </a:cubicBezTo>
                <a:cubicBezTo>
                  <a:pt x="2131140" y="42552"/>
                  <a:pt x="2131338" y="46198"/>
                  <a:pt x="2131338" y="51470"/>
                </a:cubicBezTo>
                <a:lnTo>
                  <a:pt x="2131338" y="67287"/>
                </a:lnTo>
                <a:cubicBezTo>
                  <a:pt x="2131338" y="78315"/>
                  <a:pt x="2131591" y="85290"/>
                  <a:pt x="2132096" y="88212"/>
                </a:cubicBezTo>
                <a:cubicBezTo>
                  <a:pt x="2132601" y="91133"/>
                  <a:pt x="2133601" y="93934"/>
                  <a:pt x="2135095" y="96614"/>
                </a:cubicBezTo>
                <a:lnTo>
                  <a:pt x="2122705" y="96614"/>
                </a:lnTo>
                <a:cubicBezTo>
                  <a:pt x="2121475" y="94151"/>
                  <a:pt x="2120684" y="91271"/>
                  <a:pt x="2120332" y="87973"/>
                </a:cubicBezTo>
                <a:moveTo>
                  <a:pt x="2119344" y="61422"/>
                </a:moveTo>
                <a:cubicBezTo>
                  <a:pt x="2115038" y="63194"/>
                  <a:pt x="2108579" y="64701"/>
                  <a:pt x="2099968" y="65940"/>
                </a:cubicBezTo>
                <a:cubicBezTo>
                  <a:pt x="2095091" y="66646"/>
                  <a:pt x="2091642" y="67440"/>
                  <a:pt x="2089621" y="68323"/>
                </a:cubicBezTo>
                <a:cubicBezTo>
                  <a:pt x="2087600" y="69205"/>
                  <a:pt x="2086041" y="70495"/>
                  <a:pt x="2084942" y="72195"/>
                </a:cubicBezTo>
                <a:cubicBezTo>
                  <a:pt x="2083844" y="73893"/>
                  <a:pt x="2083295" y="75779"/>
                  <a:pt x="2083295" y="77852"/>
                </a:cubicBezTo>
                <a:cubicBezTo>
                  <a:pt x="2083295" y="81028"/>
                  <a:pt x="2084492" y="83675"/>
                  <a:pt x="2086886" y="85794"/>
                </a:cubicBezTo>
                <a:cubicBezTo>
                  <a:pt x="2089281" y="87911"/>
                  <a:pt x="2092785" y="88969"/>
                  <a:pt x="2097398" y="88969"/>
                </a:cubicBezTo>
                <a:cubicBezTo>
                  <a:pt x="2101967" y="88969"/>
                  <a:pt x="2106031" y="87965"/>
                  <a:pt x="2109590" y="85956"/>
                </a:cubicBezTo>
                <a:cubicBezTo>
                  <a:pt x="2113149" y="83948"/>
                  <a:pt x="2115763" y="81200"/>
                  <a:pt x="2117433" y="77712"/>
                </a:cubicBezTo>
                <a:cubicBezTo>
                  <a:pt x="2118707" y="75018"/>
                  <a:pt x="2119344" y="71045"/>
                  <a:pt x="2119344" y="65792"/>
                </a:cubicBezTo>
                <a:lnTo>
                  <a:pt x="2119344" y="61422"/>
                </a:lnTo>
                <a:close/>
                <a:moveTo>
                  <a:pt x="2160644" y="96614"/>
                </a:moveTo>
                <a:lnTo>
                  <a:pt x="2149638" y="96614"/>
                </a:lnTo>
                <a:lnTo>
                  <a:pt x="2149638" y="0"/>
                </a:lnTo>
                <a:lnTo>
                  <a:pt x="2161501" y="0"/>
                </a:lnTo>
                <a:lnTo>
                  <a:pt x="2161501" y="34595"/>
                </a:lnTo>
                <a:cubicBezTo>
                  <a:pt x="2166509" y="28227"/>
                  <a:pt x="2172902" y="25043"/>
                  <a:pt x="2180679" y="25043"/>
                </a:cubicBezTo>
                <a:cubicBezTo>
                  <a:pt x="2184984" y="25043"/>
                  <a:pt x="2189059" y="25911"/>
                  <a:pt x="2192904" y="27646"/>
                </a:cubicBezTo>
                <a:cubicBezTo>
                  <a:pt x="2196748" y="29382"/>
                  <a:pt x="2199911" y="31820"/>
                  <a:pt x="2202394" y="34962"/>
                </a:cubicBezTo>
                <a:cubicBezTo>
                  <a:pt x="2204876" y="38103"/>
                  <a:pt x="2206820" y="41893"/>
                  <a:pt x="2208226" y="46330"/>
                </a:cubicBezTo>
                <a:cubicBezTo>
                  <a:pt x="2209632" y="50767"/>
                  <a:pt x="2210335" y="55513"/>
                  <a:pt x="2210335" y="60565"/>
                </a:cubicBezTo>
                <a:cubicBezTo>
                  <a:pt x="2210335" y="72559"/>
                  <a:pt x="2207369" y="81830"/>
                  <a:pt x="2201438" y="88376"/>
                </a:cubicBezTo>
                <a:cubicBezTo>
                  <a:pt x="2195507" y="94923"/>
                  <a:pt x="2188389" y="98196"/>
                  <a:pt x="2180085" y="98196"/>
                </a:cubicBezTo>
                <a:cubicBezTo>
                  <a:pt x="2171826" y="98196"/>
                  <a:pt x="2165345" y="94703"/>
                  <a:pt x="2160644" y="87717"/>
                </a:cubicBezTo>
                <a:lnTo>
                  <a:pt x="2160644" y="96614"/>
                </a:lnTo>
                <a:moveTo>
                  <a:pt x="2160512" y="61094"/>
                </a:moveTo>
                <a:cubicBezTo>
                  <a:pt x="2160512" y="69445"/>
                  <a:pt x="2161655" y="75478"/>
                  <a:pt x="2163939" y="79195"/>
                </a:cubicBezTo>
                <a:cubicBezTo>
                  <a:pt x="2167674" y="85272"/>
                  <a:pt x="2172726" y="88310"/>
                  <a:pt x="2179097" y="88310"/>
                </a:cubicBezTo>
                <a:cubicBezTo>
                  <a:pt x="2184281" y="88310"/>
                  <a:pt x="2188763" y="86070"/>
                  <a:pt x="2192541" y="81588"/>
                </a:cubicBezTo>
                <a:cubicBezTo>
                  <a:pt x="2196320" y="77107"/>
                  <a:pt x="2198209" y="70429"/>
                  <a:pt x="2198209" y="61554"/>
                </a:cubicBezTo>
                <a:cubicBezTo>
                  <a:pt x="2198209" y="52460"/>
                  <a:pt x="2196397" y="45750"/>
                  <a:pt x="2192772" y="41422"/>
                </a:cubicBezTo>
                <a:cubicBezTo>
                  <a:pt x="2189147" y="37093"/>
                  <a:pt x="2184765" y="34929"/>
                  <a:pt x="2179624" y="34929"/>
                </a:cubicBezTo>
                <a:cubicBezTo>
                  <a:pt x="2174440" y="34929"/>
                  <a:pt x="2169958" y="37169"/>
                  <a:pt x="2166180" y="41651"/>
                </a:cubicBezTo>
                <a:cubicBezTo>
                  <a:pt x="2162401" y="46132"/>
                  <a:pt x="2160512" y="52613"/>
                  <a:pt x="2160512" y="61094"/>
                </a:cubicBezTo>
                <a:close/>
                <a:moveTo>
                  <a:pt x="2220332" y="61620"/>
                </a:moveTo>
                <a:cubicBezTo>
                  <a:pt x="2220332" y="48659"/>
                  <a:pt x="2223935" y="39059"/>
                  <a:pt x="2231140" y="32820"/>
                </a:cubicBezTo>
                <a:cubicBezTo>
                  <a:pt x="2237160" y="27635"/>
                  <a:pt x="2244497" y="25043"/>
                  <a:pt x="2253152" y="25043"/>
                </a:cubicBezTo>
                <a:cubicBezTo>
                  <a:pt x="2262774" y="25043"/>
                  <a:pt x="2270638" y="28196"/>
                  <a:pt x="2276745" y="34500"/>
                </a:cubicBezTo>
                <a:cubicBezTo>
                  <a:pt x="2282852" y="40805"/>
                  <a:pt x="2285906" y="49515"/>
                  <a:pt x="2285906" y="60631"/>
                </a:cubicBezTo>
                <a:cubicBezTo>
                  <a:pt x="2285906" y="69638"/>
                  <a:pt x="2284555" y="76722"/>
                  <a:pt x="2281853" y="81885"/>
                </a:cubicBezTo>
                <a:cubicBezTo>
                  <a:pt x="2279151" y="87047"/>
                  <a:pt x="2275219" y="91056"/>
                  <a:pt x="2270056" y="93912"/>
                </a:cubicBezTo>
                <a:cubicBezTo>
                  <a:pt x="2264894" y="96768"/>
                  <a:pt x="2259259" y="98196"/>
                  <a:pt x="2253152" y="98196"/>
                </a:cubicBezTo>
                <a:cubicBezTo>
                  <a:pt x="2243354" y="98196"/>
                  <a:pt x="2235435" y="95054"/>
                  <a:pt x="2229394" y="88772"/>
                </a:cubicBezTo>
                <a:cubicBezTo>
                  <a:pt x="2223353" y="82489"/>
                  <a:pt x="2220332" y="73438"/>
                  <a:pt x="2220332" y="61620"/>
                </a:cubicBezTo>
                <a:moveTo>
                  <a:pt x="2232524" y="61587"/>
                </a:moveTo>
                <a:cubicBezTo>
                  <a:pt x="2232524" y="70516"/>
                  <a:pt x="2234479" y="77203"/>
                  <a:pt x="2238390" y="81646"/>
                </a:cubicBezTo>
                <a:cubicBezTo>
                  <a:pt x="2242300" y="86089"/>
                  <a:pt x="2247221" y="88310"/>
                  <a:pt x="2253152" y="88310"/>
                </a:cubicBezTo>
                <a:cubicBezTo>
                  <a:pt x="2259039" y="88310"/>
                  <a:pt x="2263938" y="86078"/>
                  <a:pt x="2267848" y="81613"/>
                </a:cubicBezTo>
                <a:cubicBezTo>
                  <a:pt x="2271759" y="77148"/>
                  <a:pt x="2273714" y="70341"/>
                  <a:pt x="2273714" y="61193"/>
                </a:cubicBezTo>
                <a:cubicBezTo>
                  <a:pt x="2273714" y="52570"/>
                  <a:pt x="2271748" y="46036"/>
                  <a:pt x="2267816" y="41593"/>
                </a:cubicBezTo>
                <a:cubicBezTo>
                  <a:pt x="2263883" y="37150"/>
                  <a:pt x="2258995" y="34929"/>
                  <a:pt x="2253152" y="34929"/>
                </a:cubicBezTo>
                <a:cubicBezTo>
                  <a:pt x="2247221" y="34929"/>
                  <a:pt x="2242300" y="37139"/>
                  <a:pt x="2238390" y="41560"/>
                </a:cubicBezTo>
                <a:cubicBezTo>
                  <a:pt x="2234479" y="45981"/>
                  <a:pt x="2232524" y="52657"/>
                  <a:pt x="2232524" y="61587"/>
                </a:cubicBezTo>
                <a:close/>
                <a:moveTo>
                  <a:pt x="2345659" y="96614"/>
                </a:moveTo>
                <a:lnTo>
                  <a:pt x="2345659" y="86333"/>
                </a:lnTo>
                <a:cubicBezTo>
                  <a:pt x="2340211" y="94242"/>
                  <a:pt x="2332808" y="98196"/>
                  <a:pt x="2323450" y="98196"/>
                </a:cubicBezTo>
                <a:cubicBezTo>
                  <a:pt x="2319320" y="98196"/>
                  <a:pt x="2315465" y="97405"/>
                  <a:pt x="2311884" y="95823"/>
                </a:cubicBezTo>
                <a:cubicBezTo>
                  <a:pt x="2308303" y="94242"/>
                  <a:pt x="2305645" y="92254"/>
                  <a:pt x="2303910" y="89859"/>
                </a:cubicBezTo>
                <a:cubicBezTo>
                  <a:pt x="2302174" y="87465"/>
                  <a:pt x="2300955" y="84532"/>
                  <a:pt x="2300252" y="81061"/>
                </a:cubicBezTo>
                <a:cubicBezTo>
                  <a:pt x="2299769" y="78732"/>
                  <a:pt x="2299527" y="75042"/>
                  <a:pt x="2299527" y="69989"/>
                </a:cubicBezTo>
                <a:lnTo>
                  <a:pt x="2299527" y="26625"/>
                </a:lnTo>
                <a:lnTo>
                  <a:pt x="2311390" y="26625"/>
                </a:lnTo>
                <a:lnTo>
                  <a:pt x="2311390" y="65442"/>
                </a:lnTo>
                <a:cubicBezTo>
                  <a:pt x="2311390" y="71637"/>
                  <a:pt x="2311631" y="75811"/>
                  <a:pt x="2312114" y="77964"/>
                </a:cubicBezTo>
                <a:cubicBezTo>
                  <a:pt x="2312861" y="81083"/>
                  <a:pt x="2314443" y="83532"/>
                  <a:pt x="2316860" y="85312"/>
                </a:cubicBezTo>
                <a:cubicBezTo>
                  <a:pt x="2319276" y="87091"/>
                  <a:pt x="2322264" y="87981"/>
                  <a:pt x="2325822" y="87981"/>
                </a:cubicBezTo>
                <a:cubicBezTo>
                  <a:pt x="2329381" y="87981"/>
                  <a:pt x="2332720" y="87069"/>
                  <a:pt x="2335840" y="85246"/>
                </a:cubicBezTo>
                <a:cubicBezTo>
                  <a:pt x="2338959" y="83423"/>
                  <a:pt x="2341167" y="80940"/>
                  <a:pt x="2342463" y="77799"/>
                </a:cubicBezTo>
                <a:cubicBezTo>
                  <a:pt x="2343759" y="74657"/>
                  <a:pt x="2344407" y="70099"/>
                  <a:pt x="2344407" y="64124"/>
                </a:cubicBezTo>
                <a:lnTo>
                  <a:pt x="2344407" y="26625"/>
                </a:lnTo>
                <a:lnTo>
                  <a:pt x="2356270" y="26625"/>
                </a:lnTo>
                <a:lnTo>
                  <a:pt x="2356270" y="96614"/>
                </a:lnTo>
                <a:lnTo>
                  <a:pt x="2345659" y="96614"/>
                </a:lnTo>
                <a:close/>
                <a:moveTo>
                  <a:pt x="2400734" y="86136"/>
                </a:moveTo>
                <a:lnTo>
                  <a:pt x="2402447" y="96614"/>
                </a:lnTo>
                <a:cubicBezTo>
                  <a:pt x="2399108" y="97229"/>
                  <a:pt x="2396121" y="97537"/>
                  <a:pt x="2393485" y="97537"/>
                </a:cubicBezTo>
                <a:cubicBezTo>
                  <a:pt x="2389179" y="97537"/>
                  <a:pt x="2385840" y="96856"/>
                  <a:pt x="2383467" y="95494"/>
                </a:cubicBezTo>
                <a:cubicBezTo>
                  <a:pt x="2381095" y="94132"/>
                  <a:pt x="2379425" y="92341"/>
                  <a:pt x="2378459" y="90123"/>
                </a:cubicBezTo>
                <a:cubicBezTo>
                  <a:pt x="2377492" y="87904"/>
                  <a:pt x="2377009" y="83236"/>
                  <a:pt x="2377009" y="76118"/>
                </a:cubicBezTo>
                <a:lnTo>
                  <a:pt x="2377009" y="35851"/>
                </a:lnTo>
                <a:lnTo>
                  <a:pt x="2368310" y="35851"/>
                </a:lnTo>
                <a:lnTo>
                  <a:pt x="2368310" y="26625"/>
                </a:lnTo>
                <a:lnTo>
                  <a:pt x="2377009" y="26625"/>
                </a:lnTo>
                <a:lnTo>
                  <a:pt x="2377009" y="9245"/>
                </a:lnTo>
                <a:lnTo>
                  <a:pt x="2388805" y="2109"/>
                </a:lnTo>
                <a:lnTo>
                  <a:pt x="2388805" y="26625"/>
                </a:lnTo>
                <a:lnTo>
                  <a:pt x="2400734" y="26625"/>
                </a:lnTo>
                <a:lnTo>
                  <a:pt x="2400734" y="35851"/>
                </a:lnTo>
                <a:lnTo>
                  <a:pt x="2388805" y="35851"/>
                </a:lnTo>
                <a:lnTo>
                  <a:pt x="2388805" y="76777"/>
                </a:lnTo>
                <a:cubicBezTo>
                  <a:pt x="2388805" y="80160"/>
                  <a:pt x="2389014" y="82335"/>
                  <a:pt x="2389432" y="83302"/>
                </a:cubicBezTo>
                <a:cubicBezTo>
                  <a:pt x="2389849" y="84268"/>
                  <a:pt x="2390530" y="85037"/>
                  <a:pt x="2391475" y="85608"/>
                </a:cubicBezTo>
                <a:cubicBezTo>
                  <a:pt x="2392419" y="86179"/>
                  <a:pt x="2393770" y="86465"/>
                  <a:pt x="2395528" y="86465"/>
                </a:cubicBezTo>
                <a:cubicBezTo>
                  <a:pt x="2396846" y="86465"/>
                  <a:pt x="2398581" y="86355"/>
                  <a:pt x="2400734" y="861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vaccines,itdoesnotviolateany">
            <a:extLst xmlns:a="http://schemas.openxmlformats.org/drawingml/2006/main">
              <a:ext uri="{FF2B5EF4-FFF2-40B4-BE49-F238E27FC236}">
                <a16:creationId xmlns:a16="http://schemas.microsoft.com/office/drawing/2014/main" id="{5B278C07-9927-49EC-B26B-9305464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811" y="6902408"/>
            <a:ext cx="1902604" cy="125084"/>
          </a:xfrm>
          <a:custGeom xmlns:a="http://schemas.openxmlformats.org/drawingml/2006/main">
            <a:pathLst>
              <a:path w="1902604" h="125084">
                <a:moveTo>
                  <a:pt x="26625" y="96614"/>
                </a:moveTo>
                <a:lnTo>
                  <a:pt x="0" y="26625"/>
                </a:lnTo>
                <a:lnTo>
                  <a:pt x="12522" y="26625"/>
                </a:lnTo>
                <a:lnTo>
                  <a:pt x="27548" y="68539"/>
                </a:lnTo>
                <a:cubicBezTo>
                  <a:pt x="29173" y="73065"/>
                  <a:pt x="30667" y="77766"/>
                  <a:pt x="32029" y="82643"/>
                </a:cubicBezTo>
                <a:cubicBezTo>
                  <a:pt x="33083" y="78952"/>
                  <a:pt x="34555" y="74515"/>
                  <a:pt x="36445" y="69330"/>
                </a:cubicBezTo>
                <a:lnTo>
                  <a:pt x="51998" y="26625"/>
                </a:lnTo>
                <a:lnTo>
                  <a:pt x="64190" y="26625"/>
                </a:lnTo>
                <a:lnTo>
                  <a:pt x="37697" y="96614"/>
                </a:lnTo>
                <a:lnTo>
                  <a:pt x="26625" y="96614"/>
                </a:lnTo>
                <a:close/>
                <a:moveTo>
                  <a:pt x="120339" y="87973"/>
                </a:moveTo>
                <a:cubicBezTo>
                  <a:pt x="115946" y="91710"/>
                  <a:pt x="111717" y="94348"/>
                  <a:pt x="107653" y="95887"/>
                </a:cubicBezTo>
                <a:cubicBezTo>
                  <a:pt x="103589" y="97426"/>
                  <a:pt x="99228" y="98196"/>
                  <a:pt x="94571" y="98196"/>
                </a:cubicBezTo>
                <a:cubicBezTo>
                  <a:pt x="86883" y="98196"/>
                  <a:pt x="80973" y="96316"/>
                  <a:pt x="76843" y="92557"/>
                </a:cubicBezTo>
                <a:cubicBezTo>
                  <a:pt x="72713" y="88798"/>
                  <a:pt x="70648" y="83994"/>
                  <a:pt x="70648" y="78147"/>
                </a:cubicBezTo>
                <a:cubicBezTo>
                  <a:pt x="70648" y="74719"/>
                  <a:pt x="71428" y="71587"/>
                  <a:pt x="72988" y="68752"/>
                </a:cubicBezTo>
                <a:cubicBezTo>
                  <a:pt x="74548" y="65915"/>
                  <a:pt x="76591" y="63639"/>
                  <a:pt x="79117" y="61924"/>
                </a:cubicBezTo>
                <a:cubicBezTo>
                  <a:pt x="81643" y="60209"/>
                  <a:pt x="84488" y="58913"/>
                  <a:pt x="87651" y="58034"/>
                </a:cubicBezTo>
                <a:cubicBezTo>
                  <a:pt x="89980" y="57418"/>
                  <a:pt x="93495" y="56824"/>
                  <a:pt x="98196" y="56253"/>
                </a:cubicBezTo>
                <a:cubicBezTo>
                  <a:pt x="107774" y="55118"/>
                  <a:pt x="114826" y="53766"/>
                  <a:pt x="119351" y="52195"/>
                </a:cubicBezTo>
                <a:cubicBezTo>
                  <a:pt x="119395" y="50577"/>
                  <a:pt x="119417" y="49548"/>
                  <a:pt x="119417" y="49110"/>
                </a:cubicBezTo>
                <a:cubicBezTo>
                  <a:pt x="119417" y="44295"/>
                  <a:pt x="118296" y="40903"/>
                  <a:pt x="116056" y="38934"/>
                </a:cubicBezTo>
                <a:cubicBezTo>
                  <a:pt x="113024" y="36264"/>
                  <a:pt x="108521" y="34929"/>
                  <a:pt x="102546" y="34929"/>
                </a:cubicBezTo>
                <a:cubicBezTo>
                  <a:pt x="96966" y="34929"/>
                  <a:pt x="92847" y="35906"/>
                  <a:pt x="90189" y="37861"/>
                </a:cubicBezTo>
                <a:cubicBezTo>
                  <a:pt x="87531" y="39817"/>
                  <a:pt x="85564" y="43276"/>
                  <a:pt x="84290" y="48241"/>
                </a:cubicBezTo>
                <a:lnTo>
                  <a:pt x="72691" y="46660"/>
                </a:lnTo>
                <a:cubicBezTo>
                  <a:pt x="73746" y="41680"/>
                  <a:pt x="75481" y="37658"/>
                  <a:pt x="77898" y="34595"/>
                </a:cubicBezTo>
                <a:cubicBezTo>
                  <a:pt x="80314" y="31532"/>
                  <a:pt x="83807" y="29175"/>
                  <a:pt x="88376" y="27523"/>
                </a:cubicBezTo>
                <a:cubicBezTo>
                  <a:pt x="92946" y="25870"/>
                  <a:pt x="98240" y="25043"/>
                  <a:pt x="104259" y="25043"/>
                </a:cubicBezTo>
                <a:cubicBezTo>
                  <a:pt x="110234" y="25043"/>
                  <a:pt x="115089" y="25746"/>
                  <a:pt x="118824" y="27152"/>
                </a:cubicBezTo>
                <a:cubicBezTo>
                  <a:pt x="122558" y="28558"/>
                  <a:pt x="125304" y="30326"/>
                  <a:pt x="127062" y="32457"/>
                </a:cubicBezTo>
                <a:cubicBezTo>
                  <a:pt x="128819" y="34588"/>
                  <a:pt x="130049" y="37279"/>
                  <a:pt x="130752" y="40531"/>
                </a:cubicBezTo>
                <a:cubicBezTo>
                  <a:pt x="131148" y="42552"/>
                  <a:pt x="131345" y="46198"/>
                  <a:pt x="131345" y="51470"/>
                </a:cubicBezTo>
                <a:lnTo>
                  <a:pt x="131345" y="67287"/>
                </a:lnTo>
                <a:cubicBezTo>
                  <a:pt x="131345" y="78315"/>
                  <a:pt x="131598" y="85290"/>
                  <a:pt x="132103" y="88212"/>
                </a:cubicBezTo>
                <a:cubicBezTo>
                  <a:pt x="132608" y="91133"/>
                  <a:pt x="133608" y="93934"/>
                  <a:pt x="135102" y="96614"/>
                </a:cubicBezTo>
                <a:lnTo>
                  <a:pt x="122712" y="96614"/>
                </a:lnTo>
                <a:cubicBezTo>
                  <a:pt x="121482" y="94151"/>
                  <a:pt x="120691" y="91271"/>
                  <a:pt x="120339" y="87973"/>
                </a:cubicBezTo>
                <a:moveTo>
                  <a:pt x="119351" y="61422"/>
                </a:moveTo>
                <a:cubicBezTo>
                  <a:pt x="115045" y="63194"/>
                  <a:pt x="108587" y="64701"/>
                  <a:pt x="99975" y="65940"/>
                </a:cubicBezTo>
                <a:cubicBezTo>
                  <a:pt x="95098" y="66646"/>
                  <a:pt x="91650" y="67440"/>
                  <a:pt x="89628" y="68323"/>
                </a:cubicBezTo>
                <a:cubicBezTo>
                  <a:pt x="87607" y="69205"/>
                  <a:pt x="86048" y="70495"/>
                  <a:pt x="84949" y="72195"/>
                </a:cubicBezTo>
                <a:cubicBezTo>
                  <a:pt x="83851" y="73893"/>
                  <a:pt x="83302" y="75779"/>
                  <a:pt x="83302" y="77852"/>
                </a:cubicBezTo>
                <a:cubicBezTo>
                  <a:pt x="83302" y="81028"/>
                  <a:pt x="84499" y="83675"/>
                  <a:pt x="86894" y="85794"/>
                </a:cubicBezTo>
                <a:cubicBezTo>
                  <a:pt x="89288" y="87911"/>
                  <a:pt x="92792" y="88969"/>
                  <a:pt x="97405" y="88969"/>
                </a:cubicBezTo>
                <a:cubicBezTo>
                  <a:pt x="101974" y="88969"/>
                  <a:pt x="106038" y="87965"/>
                  <a:pt x="109597" y="85956"/>
                </a:cubicBezTo>
                <a:cubicBezTo>
                  <a:pt x="113156" y="83948"/>
                  <a:pt x="115770" y="81200"/>
                  <a:pt x="117440" y="77712"/>
                </a:cubicBezTo>
                <a:cubicBezTo>
                  <a:pt x="118714" y="75018"/>
                  <a:pt x="119351" y="71045"/>
                  <a:pt x="119351" y="65792"/>
                </a:cubicBezTo>
                <a:lnTo>
                  <a:pt x="119351" y="61422"/>
                </a:lnTo>
                <a:close/>
                <a:moveTo>
                  <a:pt x="195383" y="70912"/>
                </a:moveTo>
                <a:lnTo>
                  <a:pt x="207048" y="72428"/>
                </a:lnTo>
                <a:cubicBezTo>
                  <a:pt x="205774" y="80488"/>
                  <a:pt x="202511" y="86799"/>
                  <a:pt x="197261" y="91358"/>
                </a:cubicBezTo>
                <a:cubicBezTo>
                  <a:pt x="192011" y="95917"/>
                  <a:pt x="185563" y="98196"/>
                  <a:pt x="177918" y="98196"/>
                </a:cubicBezTo>
                <a:cubicBezTo>
                  <a:pt x="168340" y="98196"/>
                  <a:pt x="160641" y="95065"/>
                  <a:pt x="154819" y="88805"/>
                </a:cubicBezTo>
                <a:cubicBezTo>
                  <a:pt x="148998" y="82544"/>
                  <a:pt x="146087" y="73570"/>
                  <a:pt x="146087" y="61883"/>
                </a:cubicBezTo>
                <a:cubicBezTo>
                  <a:pt x="146087" y="54326"/>
                  <a:pt x="147339" y="47714"/>
                  <a:pt x="149844" y="42046"/>
                </a:cubicBezTo>
                <a:cubicBezTo>
                  <a:pt x="152348" y="36379"/>
                  <a:pt x="156159" y="32128"/>
                  <a:pt x="161278" y="29294"/>
                </a:cubicBezTo>
                <a:cubicBezTo>
                  <a:pt x="166396" y="26460"/>
                  <a:pt x="171965" y="25043"/>
                  <a:pt x="177984" y="25043"/>
                </a:cubicBezTo>
                <a:cubicBezTo>
                  <a:pt x="185585" y="25043"/>
                  <a:pt x="191802" y="26972"/>
                  <a:pt x="196635" y="30828"/>
                </a:cubicBezTo>
                <a:cubicBezTo>
                  <a:pt x="201468" y="34684"/>
                  <a:pt x="204565" y="40158"/>
                  <a:pt x="205927" y="47253"/>
                </a:cubicBezTo>
                <a:lnTo>
                  <a:pt x="194394" y="49032"/>
                </a:lnTo>
                <a:cubicBezTo>
                  <a:pt x="193296" y="44353"/>
                  <a:pt x="191352" y="40833"/>
                  <a:pt x="188562" y="38471"/>
                </a:cubicBezTo>
                <a:cubicBezTo>
                  <a:pt x="185772" y="36109"/>
                  <a:pt x="182400" y="34929"/>
                  <a:pt x="178446" y="34929"/>
                </a:cubicBezTo>
                <a:cubicBezTo>
                  <a:pt x="172470" y="34929"/>
                  <a:pt x="167616" y="37060"/>
                  <a:pt x="163881" y="41323"/>
                </a:cubicBezTo>
                <a:cubicBezTo>
                  <a:pt x="160147" y="45585"/>
                  <a:pt x="158279" y="52329"/>
                  <a:pt x="158279" y="61554"/>
                </a:cubicBezTo>
                <a:cubicBezTo>
                  <a:pt x="158279" y="70911"/>
                  <a:pt x="160081" y="77710"/>
                  <a:pt x="163683" y="81951"/>
                </a:cubicBezTo>
                <a:cubicBezTo>
                  <a:pt x="167286" y="86190"/>
                  <a:pt x="171987" y="88310"/>
                  <a:pt x="177787" y="88310"/>
                </a:cubicBezTo>
                <a:cubicBezTo>
                  <a:pt x="182444" y="88310"/>
                  <a:pt x="186332" y="86888"/>
                  <a:pt x="189452" y="84043"/>
                </a:cubicBezTo>
                <a:cubicBezTo>
                  <a:pt x="192571" y="81198"/>
                  <a:pt x="194548" y="76821"/>
                  <a:pt x="195383" y="70912"/>
                </a:cubicBezTo>
                <a:close/>
                <a:moveTo>
                  <a:pt x="262868" y="70912"/>
                </a:moveTo>
                <a:lnTo>
                  <a:pt x="274532" y="72428"/>
                </a:lnTo>
                <a:cubicBezTo>
                  <a:pt x="273258" y="80488"/>
                  <a:pt x="269996" y="86799"/>
                  <a:pt x="264746" y="91358"/>
                </a:cubicBezTo>
                <a:cubicBezTo>
                  <a:pt x="259495" y="95917"/>
                  <a:pt x="253048" y="98196"/>
                  <a:pt x="245403" y="98196"/>
                </a:cubicBezTo>
                <a:cubicBezTo>
                  <a:pt x="235825" y="98196"/>
                  <a:pt x="228126" y="95065"/>
                  <a:pt x="222304" y="88805"/>
                </a:cubicBezTo>
                <a:cubicBezTo>
                  <a:pt x="216483" y="82544"/>
                  <a:pt x="213572" y="73570"/>
                  <a:pt x="213572" y="61883"/>
                </a:cubicBezTo>
                <a:cubicBezTo>
                  <a:pt x="213572" y="54326"/>
                  <a:pt x="214824" y="47714"/>
                  <a:pt x="217328" y="42046"/>
                </a:cubicBezTo>
                <a:cubicBezTo>
                  <a:pt x="219833" y="36379"/>
                  <a:pt x="223644" y="32128"/>
                  <a:pt x="228763" y="29294"/>
                </a:cubicBezTo>
                <a:cubicBezTo>
                  <a:pt x="233881" y="26460"/>
                  <a:pt x="239450" y="25043"/>
                  <a:pt x="245469" y="25043"/>
                </a:cubicBezTo>
                <a:cubicBezTo>
                  <a:pt x="253070" y="25043"/>
                  <a:pt x="259287" y="26972"/>
                  <a:pt x="264120" y="30828"/>
                </a:cubicBezTo>
                <a:cubicBezTo>
                  <a:pt x="268953" y="34684"/>
                  <a:pt x="272050" y="40158"/>
                  <a:pt x="273412" y="47253"/>
                </a:cubicBezTo>
                <a:lnTo>
                  <a:pt x="261879" y="49032"/>
                </a:lnTo>
                <a:cubicBezTo>
                  <a:pt x="260781" y="44353"/>
                  <a:pt x="258836" y="40833"/>
                  <a:pt x="256047" y="38471"/>
                </a:cubicBezTo>
                <a:cubicBezTo>
                  <a:pt x="253257" y="36109"/>
                  <a:pt x="249885" y="34929"/>
                  <a:pt x="245930" y="34929"/>
                </a:cubicBezTo>
                <a:cubicBezTo>
                  <a:pt x="239955" y="34929"/>
                  <a:pt x="235100" y="37060"/>
                  <a:pt x="231366" y="41323"/>
                </a:cubicBezTo>
                <a:cubicBezTo>
                  <a:pt x="227631" y="45585"/>
                  <a:pt x="225764" y="52329"/>
                  <a:pt x="225764" y="61554"/>
                </a:cubicBezTo>
                <a:cubicBezTo>
                  <a:pt x="225764" y="70911"/>
                  <a:pt x="227565" y="77710"/>
                  <a:pt x="231168" y="81951"/>
                </a:cubicBezTo>
                <a:cubicBezTo>
                  <a:pt x="234771" y="86190"/>
                  <a:pt x="239472" y="88310"/>
                  <a:pt x="245271" y="88310"/>
                </a:cubicBezTo>
                <a:cubicBezTo>
                  <a:pt x="249929" y="88310"/>
                  <a:pt x="253817" y="86888"/>
                  <a:pt x="256936" y="84043"/>
                </a:cubicBezTo>
                <a:cubicBezTo>
                  <a:pt x="260056" y="81198"/>
                  <a:pt x="262033" y="76821"/>
                  <a:pt x="262868" y="70912"/>
                </a:cubicBezTo>
                <a:close/>
                <a:moveTo>
                  <a:pt x="284748" y="13708"/>
                </a:moveTo>
                <a:lnTo>
                  <a:pt x="284748" y="0"/>
                </a:lnTo>
                <a:lnTo>
                  <a:pt x="296611" y="0"/>
                </a:lnTo>
                <a:lnTo>
                  <a:pt x="296611" y="13708"/>
                </a:lnTo>
                <a:lnTo>
                  <a:pt x="284748" y="13708"/>
                </a:lnTo>
                <a:moveTo>
                  <a:pt x="284748" y="96614"/>
                </a:moveTo>
                <a:lnTo>
                  <a:pt x="284748" y="26625"/>
                </a:lnTo>
                <a:lnTo>
                  <a:pt x="296611" y="26625"/>
                </a:lnTo>
                <a:lnTo>
                  <a:pt x="296611" y="96614"/>
                </a:lnTo>
                <a:lnTo>
                  <a:pt x="284748" y="96614"/>
                </a:lnTo>
                <a:close/>
                <a:moveTo>
                  <a:pt x="314645" y="96614"/>
                </a:moveTo>
                <a:lnTo>
                  <a:pt x="314645" y="26625"/>
                </a:lnTo>
                <a:lnTo>
                  <a:pt x="325322" y="26625"/>
                </a:lnTo>
                <a:lnTo>
                  <a:pt x="325322" y="36510"/>
                </a:lnTo>
                <a:cubicBezTo>
                  <a:pt x="330462" y="28866"/>
                  <a:pt x="337887" y="25043"/>
                  <a:pt x="347597" y="25043"/>
                </a:cubicBezTo>
                <a:cubicBezTo>
                  <a:pt x="351815" y="25043"/>
                  <a:pt x="355692" y="25801"/>
                  <a:pt x="359229" y="27317"/>
                </a:cubicBezTo>
                <a:cubicBezTo>
                  <a:pt x="362766" y="28833"/>
                  <a:pt x="365413" y="30821"/>
                  <a:pt x="367170" y="33281"/>
                </a:cubicBezTo>
                <a:cubicBezTo>
                  <a:pt x="368928" y="35742"/>
                  <a:pt x="370158" y="38663"/>
                  <a:pt x="370861" y="42046"/>
                </a:cubicBezTo>
                <a:cubicBezTo>
                  <a:pt x="371300" y="44243"/>
                  <a:pt x="371520" y="48087"/>
                  <a:pt x="371520" y="53579"/>
                </a:cubicBezTo>
                <a:lnTo>
                  <a:pt x="371520" y="96614"/>
                </a:lnTo>
                <a:lnTo>
                  <a:pt x="359657" y="96614"/>
                </a:lnTo>
                <a:lnTo>
                  <a:pt x="359657" y="53995"/>
                </a:lnTo>
                <a:cubicBezTo>
                  <a:pt x="359657" y="49157"/>
                  <a:pt x="359196" y="45539"/>
                  <a:pt x="358273" y="43142"/>
                </a:cubicBezTo>
                <a:cubicBezTo>
                  <a:pt x="357351" y="40745"/>
                  <a:pt x="355714" y="38831"/>
                  <a:pt x="353363" y="37402"/>
                </a:cubicBezTo>
                <a:cubicBezTo>
                  <a:pt x="351013" y="35973"/>
                  <a:pt x="348256" y="35258"/>
                  <a:pt x="345093" y="35258"/>
                </a:cubicBezTo>
                <a:cubicBezTo>
                  <a:pt x="340040" y="35258"/>
                  <a:pt x="335679" y="36864"/>
                  <a:pt x="332011" y="40075"/>
                </a:cubicBezTo>
                <a:cubicBezTo>
                  <a:pt x="328342" y="43285"/>
                  <a:pt x="326508" y="49377"/>
                  <a:pt x="326508" y="58349"/>
                </a:cubicBezTo>
                <a:lnTo>
                  <a:pt x="326508" y="96614"/>
                </a:lnTo>
                <a:lnTo>
                  <a:pt x="314645" y="96614"/>
                </a:lnTo>
                <a:close/>
                <a:moveTo>
                  <a:pt x="437599" y="74075"/>
                </a:moveTo>
                <a:lnTo>
                  <a:pt x="449857" y="75591"/>
                </a:lnTo>
                <a:cubicBezTo>
                  <a:pt x="447924" y="82753"/>
                  <a:pt x="444343" y="88310"/>
                  <a:pt x="439115" y="92265"/>
                </a:cubicBezTo>
                <a:cubicBezTo>
                  <a:pt x="433886" y="96219"/>
                  <a:pt x="427208" y="98196"/>
                  <a:pt x="419080" y="98196"/>
                </a:cubicBezTo>
                <a:cubicBezTo>
                  <a:pt x="408843" y="98196"/>
                  <a:pt x="400726" y="95043"/>
                  <a:pt x="394729" y="88739"/>
                </a:cubicBezTo>
                <a:cubicBezTo>
                  <a:pt x="388732" y="82434"/>
                  <a:pt x="385733" y="73592"/>
                  <a:pt x="385733" y="62213"/>
                </a:cubicBezTo>
                <a:cubicBezTo>
                  <a:pt x="385733" y="50438"/>
                  <a:pt x="388765" y="41299"/>
                  <a:pt x="394828" y="34797"/>
                </a:cubicBezTo>
                <a:cubicBezTo>
                  <a:pt x="400891" y="28294"/>
                  <a:pt x="408755" y="25043"/>
                  <a:pt x="418421" y="25043"/>
                </a:cubicBezTo>
                <a:cubicBezTo>
                  <a:pt x="427779" y="25043"/>
                  <a:pt x="435424" y="28224"/>
                  <a:pt x="441355" y="34585"/>
                </a:cubicBezTo>
                <a:cubicBezTo>
                  <a:pt x="447287" y="40944"/>
                  <a:pt x="450252" y="49892"/>
                  <a:pt x="450252" y="61428"/>
                </a:cubicBezTo>
                <a:cubicBezTo>
                  <a:pt x="450252" y="62130"/>
                  <a:pt x="450230" y="63182"/>
                  <a:pt x="450186" y="64585"/>
                </a:cubicBezTo>
                <a:lnTo>
                  <a:pt x="397991" y="64585"/>
                </a:lnTo>
                <a:cubicBezTo>
                  <a:pt x="398430" y="72252"/>
                  <a:pt x="400605" y="78123"/>
                  <a:pt x="404515" y="82198"/>
                </a:cubicBezTo>
                <a:cubicBezTo>
                  <a:pt x="408426" y="86273"/>
                  <a:pt x="413303" y="88310"/>
                  <a:pt x="419146" y="88310"/>
                </a:cubicBezTo>
                <a:cubicBezTo>
                  <a:pt x="423496" y="88310"/>
                  <a:pt x="427208" y="87179"/>
                  <a:pt x="430284" y="84916"/>
                </a:cubicBezTo>
                <a:cubicBezTo>
                  <a:pt x="433359" y="82652"/>
                  <a:pt x="435798" y="79039"/>
                  <a:pt x="437599" y="74075"/>
                </a:cubicBezTo>
                <a:moveTo>
                  <a:pt x="398650" y="54700"/>
                </a:moveTo>
                <a:lnTo>
                  <a:pt x="437731" y="54700"/>
                </a:lnTo>
                <a:cubicBezTo>
                  <a:pt x="437204" y="48908"/>
                  <a:pt x="435710" y="44565"/>
                  <a:pt x="433249" y="41669"/>
                </a:cubicBezTo>
                <a:cubicBezTo>
                  <a:pt x="429471" y="37176"/>
                  <a:pt x="424572" y="34929"/>
                  <a:pt x="418553" y="34929"/>
                </a:cubicBezTo>
                <a:cubicBezTo>
                  <a:pt x="413105" y="34929"/>
                  <a:pt x="408525" y="36723"/>
                  <a:pt x="404812" y="40310"/>
                </a:cubicBezTo>
                <a:cubicBezTo>
                  <a:pt x="401100" y="43896"/>
                  <a:pt x="399046" y="48693"/>
                  <a:pt x="398650" y="54700"/>
                </a:cubicBezTo>
                <a:close/>
                <a:moveTo>
                  <a:pt x="459986" y="75657"/>
                </a:moveTo>
                <a:lnTo>
                  <a:pt x="471717" y="73812"/>
                </a:lnTo>
                <a:cubicBezTo>
                  <a:pt x="472376" y="78492"/>
                  <a:pt x="474210" y="82079"/>
                  <a:pt x="477220" y="84572"/>
                </a:cubicBezTo>
                <a:cubicBezTo>
                  <a:pt x="480229" y="87064"/>
                  <a:pt x="484436" y="88310"/>
                  <a:pt x="489840" y="88310"/>
                </a:cubicBezTo>
                <a:cubicBezTo>
                  <a:pt x="495288" y="88310"/>
                  <a:pt x="499330" y="87210"/>
                  <a:pt x="501966" y="85009"/>
                </a:cubicBezTo>
                <a:cubicBezTo>
                  <a:pt x="504602" y="82807"/>
                  <a:pt x="505920" y="80224"/>
                  <a:pt x="505920" y="77261"/>
                </a:cubicBezTo>
                <a:cubicBezTo>
                  <a:pt x="505920" y="74602"/>
                  <a:pt x="504756" y="72509"/>
                  <a:pt x="502428" y="70984"/>
                </a:cubicBezTo>
                <a:cubicBezTo>
                  <a:pt x="500802" y="69938"/>
                  <a:pt x="496760" y="68608"/>
                  <a:pt x="490301" y="66995"/>
                </a:cubicBezTo>
                <a:cubicBezTo>
                  <a:pt x="481602" y="64797"/>
                  <a:pt x="475572" y="62895"/>
                  <a:pt x="472211" y="61290"/>
                </a:cubicBezTo>
                <a:cubicBezTo>
                  <a:pt x="468850" y="59685"/>
                  <a:pt x="466302" y="57464"/>
                  <a:pt x="464566" y="54628"/>
                </a:cubicBezTo>
                <a:cubicBezTo>
                  <a:pt x="462831" y="51791"/>
                  <a:pt x="461963" y="48658"/>
                  <a:pt x="461963" y="45228"/>
                </a:cubicBezTo>
                <a:cubicBezTo>
                  <a:pt x="461963" y="42106"/>
                  <a:pt x="462677" y="39214"/>
                  <a:pt x="464105" y="36554"/>
                </a:cubicBezTo>
                <a:cubicBezTo>
                  <a:pt x="465533" y="33893"/>
                  <a:pt x="467477" y="31683"/>
                  <a:pt x="469937" y="29924"/>
                </a:cubicBezTo>
                <a:cubicBezTo>
                  <a:pt x="471783" y="28561"/>
                  <a:pt x="474298" y="27407"/>
                  <a:pt x="477483" y="26462"/>
                </a:cubicBezTo>
                <a:cubicBezTo>
                  <a:pt x="480669" y="25516"/>
                  <a:pt x="484085" y="25043"/>
                  <a:pt x="487731" y="25043"/>
                </a:cubicBezTo>
                <a:cubicBezTo>
                  <a:pt x="493223" y="25043"/>
                  <a:pt x="498045" y="25840"/>
                  <a:pt x="502197" y="27432"/>
                </a:cubicBezTo>
                <a:cubicBezTo>
                  <a:pt x="506349" y="29024"/>
                  <a:pt x="509413" y="31180"/>
                  <a:pt x="511390" y="33901"/>
                </a:cubicBezTo>
                <a:cubicBezTo>
                  <a:pt x="513368" y="36621"/>
                  <a:pt x="514730" y="40259"/>
                  <a:pt x="515476" y="44814"/>
                </a:cubicBezTo>
                <a:lnTo>
                  <a:pt x="503877" y="46396"/>
                </a:lnTo>
                <a:cubicBezTo>
                  <a:pt x="503350" y="42793"/>
                  <a:pt x="501823" y="39981"/>
                  <a:pt x="499297" y="37960"/>
                </a:cubicBezTo>
                <a:cubicBezTo>
                  <a:pt x="496771" y="35939"/>
                  <a:pt x="493201" y="34929"/>
                  <a:pt x="488588" y="34929"/>
                </a:cubicBezTo>
                <a:cubicBezTo>
                  <a:pt x="483140" y="34929"/>
                  <a:pt x="479252" y="35825"/>
                  <a:pt x="476923" y="37618"/>
                </a:cubicBezTo>
                <a:cubicBezTo>
                  <a:pt x="474594" y="39410"/>
                  <a:pt x="473430" y="41509"/>
                  <a:pt x="473430" y="43914"/>
                </a:cubicBezTo>
                <a:cubicBezTo>
                  <a:pt x="473430" y="45444"/>
                  <a:pt x="473913" y="46821"/>
                  <a:pt x="474880" y="48046"/>
                </a:cubicBezTo>
                <a:cubicBezTo>
                  <a:pt x="475847" y="49313"/>
                  <a:pt x="477362" y="50362"/>
                  <a:pt x="479427" y="51192"/>
                </a:cubicBezTo>
                <a:cubicBezTo>
                  <a:pt x="480614" y="51630"/>
                  <a:pt x="484106" y="52636"/>
                  <a:pt x="489906" y="54210"/>
                </a:cubicBezTo>
                <a:cubicBezTo>
                  <a:pt x="498298" y="56449"/>
                  <a:pt x="504152" y="58282"/>
                  <a:pt x="507469" y="59708"/>
                </a:cubicBezTo>
                <a:cubicBezTo>
                  <a:pt x="510786" y="61135"/>
                  <a:pt x="513389" y="63209"/>
                  <a:pt x="515279" y="65932"/>
                </a:cubicBezTo>
                <a:cubicBezTo>
                  <a:pt x="517168" y="68653"/>
                  <a:pt x="518113" y="72033"/>
                  <a:pt x="518113" y="76071"/>
                </a:cubicBezTo>
                <a:cubicBezTo>
                  <a:pt x="518113" y="80022"/>
                  <a:pt x="516959" y="83743"/>
                  <a:pt x="514653" y="87233"/>
                </a:cubicBezTo>
                <a:cubicBezTo>
                  <a:pt x="512346" y="90722"/>
                  <a:pt x="509018" y="93421"/>
                  <a:pt x="504668" y="95331"/>
                </a:cubicBezTo>
                <a:cubicBezTo>
                  <a:pt x="500319" y="97241"/>
                  <a:pt x="495398" y="98196"/>
                  <a:pt x="489906" y="98196"/>
                </a:cubicBezTo>
                <a:cubicBezTo>
                  <a:pt x="480811" y="98196"/>
                  <a:pt x="473880" y="96301"/>
                  <a:pt x="469113" y="92512"/>
                </a:cubicBezTo>
                <a:cubicBezTo>
                  <a:pt x="464346" y="88722"/>
                  <a:pt x="461304" y="83104"/>
                  <a:pt x="459986" y="75657"/>
                </a:cubicBezTo>
                <a:close/>
                <a:moveTo>
                  <a:pt x="535314" y="96614"/>
                </a:moveTo>
                <a:lnTo>
                  <a:pt x="535314" y="83038"/>
                </a:lnTo>
                <a:lnTo>
                  <a:pt x="548824" y="83038"/>
                </a:lnTo>
                <a:lnTo>
                  <a:pt x="548824" y="96575"/>
                </a:lnTo>
                <a:cubicBezTo>
                  <a:pt x="548824" y="101551"/>
                  <a:pt x="547945" y="105568"/>
                  <a:pt x="546188" y="108627"/>
                </a:cubicBezTo>
                <a:cubicBezTo>
                  <a:pt x="544431" y="111687"/>
                  <a:pt x="541641" y="114054"/>
                  <a:pt x="537818" y="115726"/>
                </a:cubicBezTo>
                <a:lnTo>
                  <a:pt x="534523" y="110586"/>
                </a:lnTo>
                <a:cubicBezTo>
                  <a:pt x="537027" y="109493"/>
                  <a:pt x="538873" y="107886"/>
                  <a:pt x="540059" y="105764"/>
                </a:cubicBezTo>
                <a:cubicBezTo>
                  <a:pt x="541245" y="103643"/>
                  <a:pt x="541904" y="100593"/>
                  <a:pt x="542036" y="96614"/>
                </a:cubicBezTo>
                <a:lnTo>
                  <a:pt x="535314" y="96614"/>
                </a:lnTo>
                <a:close/>
                <a:moveTo>
                  <a:pt x="607325" y="13708"/>
                </a:moveTo>
                <a:lnTo>
                  <a:pt x="607325" y="0"/>
                </a:lnTo>
                <a:lnTo>
                  <a:pt x="619188" y="0"/>
                </a:lnTo>
                <a:lnTo>
                  <a:pt x="619188" y="13708"/>
                </a:lnTo>
                <a:lnTo>
                  <a:pt x="607325" y="13708"/>
                </a:lnTo>
                <a:moveTo>
                  <a:pt x="607325" y="96614"/>
                </a:moveTo>
                <a:lnTo>
                  <a:pt x="607325" y="26625"/>
                </a:lnTo>
                <a:lnTo>
                  <a:pt x="619188" y="26625"/>
                </a:lnTo>
                <a:lnTo>
                  <a:pt x="619188" y="96614"/>
                </a:lnTo>
                <a:lnTo>
                  <a:pt x="607325" y="96614"/>
                </a:lnTo>
                <a:close/>
                <a:moveTo>
                  <a:pt x="663122" y="86136"/>
                </a:moveTo>
                <a:lnTo>
                  <a:pt x="664836" y="96614"/>
                </a:lnTo>
                <a:cubicBezTo>
                  <a:pt x="661497" y="97229"/>
                  <a:pt x="658509" y="97537"/>
                  <a:pt x="655873" y="97537"/>
                </a:cubicBezTo>
                <a:cubicBezTo>
                  <a:pt x="651567" y="97537"/>
                  <a:pt x="648228" y="96856"/>
                  <a:pt x="645856" y="95494"/>
                </a:cubicBezTo>
                <a:cubicBezTo>
                  <a:pt x="643483" y="94132"/>
                  <a:pt x="641814" y="92341"/>
                  <a:pt x="640847" y="90123"/>
                </a:cubicBezTo>
                <a:cubicBezTo>
                  <a:pt x="639881" y="87904"/>
                  <a:pt x="639397" y="83236"/>
                  <a:pt x="639397" y="76118"/>
                </a:cubicBezTo>
                <a:lnTo>
                  <a:pt x="639397" y="35851"/>
                </a:lnTo>
                <a:lnTo>
                  <a:pt x="630698" y="35851"/>
                </a:lnTo>
                <a:lnTo>
                  <a:pt x="630698" y="26625"/>
                </a:lnTo>
                <a:lnTo>
                  <a:pt x="639397" y="26625"/>
                </a:lnTo>
                <a:lnTo>
                  <a:pt x="639397" y="9245"/>
                </a:lnTo>
                <a:lnTo>
                  <a:pt x="651194" y="2109"/>
                </a:lnTo>
                <a:lnTo>
                  <a:pt x="651194" y="26625"/>
                </a:lnTo>
                <a:lnTo>
                  <a:pt x="663122" y="26625"/>
                </a:lnTo>
                <a:lnTo>
                  <a:pt x="663122" y="35851"/>
                </a:lnTo>
                <a:lnTo>
                  <a:pt x="651194" y="35851"/>
                </a:lnTo>
                <a:lnTo>
                  <a:pt x="651194" y="76777"/>
                </a:lnTo>
                <a:cubicBezTo>
                  <a:pt x="651194" y="80160"/>
                  <a:pt x="651403" y="82335"/>
                  <a:pt x="651820" y="83302"/>
                </a:cubicBezTo>
                <a:cubicBezTo>
                  <a:pt x="652237" y="84268"/>
                  <a:pt x="652918" y="85037"/>
                  <a:pt x="653863" y="85608"/>
                </a:cubicBezTo>
                <a:cubicBezTo>
                  <a:pt x="654808" y="86179"/>
                  <a:pt x="656159" y="86465"/>
                  <a:pt x="657916" y="86465"/>
                </a:cubicBezTo>
                <a:cubicBezTo>
                  <a:pt x="659234" y="86465"/>
                  <a:pt x="660970" y="86355"/>
                  <a:pt x="663122" y="86136"/>
                </a:cubicBezTo>
                <a:close/>
                <a:moveTo>
                  <a:pt x="757673" y="96614"/>
                </a:moveTo>
                <a:lnTo>
                  <a:pt x="757673" y="87783"/>
                </a:lnTo>
                <a:cubicBezTo>
                  <a:pt x="753236" y="94725"/>
                  <a:pt x="746711" y="98196"/>
                  <a:pt x="738100" y="98196"/>
                </a:cubicBezTo>
                <a:cubicBezTo>
                  <a:pt x="732520" y="98196"/>
                  <a:pt x="727391" y="96658"/>
                  <a:pt x="722712" y="93583"/>
                </a:cubicBezTo>
                <a:cubicBezTo>
                  <a:pt x="718032" y="90507"/>
                  <a:pt x="714408" y="86212"/>
                  <a:pt x="711837" y="80699"/>
                </a:cubicBezTo>
                <a:cubicBezTo>
                  <a:pt x="709267" y="75185"/>
                  <a:pt x="707982" y="68847"/>
                  <a:pt x="707982" y="61685"/>
                </a:cubicBezTo>
                <a:cubicBezTo>
                  <a:pt x="707982" y="54700"/>
                  <a:pt x="709146" y="48362"/>
                  <a:pt x="711475" y="42672"/>
                </a:cubicBezTo>
                <a:cubicBezTo>
                  <a:pt x="713804" y="36983"/>
                  <a:pt x="717296" y="32622"/>
                  <a:pt x="721954" y="29591"/>
                </a:cubicBezTo>
                <a:cubicBezTo>
                  <a:pt x="726611" y="26559"/>
                  <a:pt x="731817" y="25043"/>
                  <a:pt x="737573" y="25043"/>
                </a:cubicBezTo>
                <a:cubicBezTo>
                  <a:pt x="741791" y="25043"/>
                  <a:pt x="745547" y="25933"/>
                  <a:pt x="748842" y="27712"/>
                </a:cubicBezTo>
                <a:cubicBezTo>
                  <a:pt x="752137" y="29492"/>
                  <a:pt x="754817" y="31809"/>
                  <a:pt x="756882" y="34665"/>
                </a:cubicBezTo>
                <a:lnTo>
                  <a:pt x="756882" y="0"/>
                </a:lnTo>
                <a:lnTo>
                  <a:pt x="768679" y="0"/>
                </a:lnTo>
                <a:lnTo>
                  <a:pt x="768679" y="96614"/>
                </a:lnTo>
                <a:lnTo>
                  <a:pt x="757673" y="96614"/>
                </a:lnTo>
                <a:moveTo>
                  <a:pt x="720174" y="61652"/>
                </a:moveTo>
                <a:cubicBezTo>
                  <a:pt x="720174" y="70582"/>
                  <a:pt x="722063" y="77258"/>
                  <a:pt x="725842" y="81679"/>
                </a:cubicBezTo>
                <a:cubicBezTo>
                  <a:pt x="729620" y="86100"/>
                  <a:pt x="734080" y="88310"/>
                  <a:pt x="739220" y="88310"/>
                </a:cubicBezTo>
                <a:cubicBezTo>
                  <a:pt x="744405" y="88310"/>
                  <a:pt x="748809" y="86199"/>
                  <a:pt x="752434" y="81975"/>
                </a:cubicBezTo>
                <a:cubicBezTo>
                  <a:pt x="756059" y="77751"/>
                  <a:pt x="757871" y="71305"/>
                  <a:pt x="757871" y="62637"/>
                </a:cubicBezTo>
                <a:cubicBezTo>
                  <a:pt x="757871" y="53095"/>
                  <a:pt x="756026" y="46091"/>
                  <a:pt x="752335" y="41626"/>
                </a:cubicBezTo>
                <a:cubicBezTo>
                  <a:pt x="748644" y="37161"/>
                  <a:pt x="744097" y="34929"/>
                  <a:pt x="738693" y="34929"/>
                </a:cubicBezTo>
                <a:cubicBezTo>
                  <a:pt x="733421" y="34929"/>
                  <a:pt x="729016" y="37074"/>
                  <a:pt x="725479" y="41365"/>
                </a:cubicBezTo>
                <a:cubicBezTo>
                  <a:pt x="721943" y="45654"/>
                  <a:pt x="720174" y="52416"/>
                  <a:pt x="720174" y="61652"/>
                </a:cubicBezTo>
                <a:close/>
                <a:moveTo>
                  <a:pt x="782894" y="61620"/>
                </a:moveTo>
                <a:cubicBezTo>
                  <a:pt x="782894" y="48659"/>
                  <a:pt x="786496" y="39059"/>
                  <a:pt x="793702" y="32820"/>
                </a:cubicBezTo>
                <a:cubicBezTo>
                  <a:pt x="799721" y="27635"/>
                  <a:pt x="807058" y="25043"/>
                  <a:pt x="815714" y="25043"/>
                </a:cubicBezTo>
                <a:cubicBezTo>
                  <a:pt x="825335" y="25043"/>
                  <a:pt x="833200" y="28196"/>
                  <a:pt x="839307" y="34500"/>
                </a:cubicBezTo>
                <a:cubicBezTo>
                  <a:pt x="845414" y="40805"/>
                  <a:pt x="848467" y="49515"/>
                  <a:pt x="848467" y="60631"/>
                </a:cubicBezTo>
                <a:cubicBezTo>
                  <a:pt x="848467" y="69638"/>
                  <a:pt x="847116" y="76722"/>
                  <a:pt x="844414" y="81885"/>
                </a:cubicBezTo>
                <a:cubicBezTo>
                  <a:pt x="841712" y="87047"/>
                  <a:pt x="837780" y="91056"/>
                  <a:pt x="832618" y="93912"/>
                </a:cubicBezTo>
                <a:cubicBezTo>
                  <a:pt x="827455" y="96768"/>
                  <a:pt x="821821" y="98196"/>
                  <a:pt x="815714" y="98196"/>
                </a:cubicBezTo>
                <a:cubicBezTo>
                  <a:pt x="805916" y="98196"/>
                  <a:pt x="797997" y="95054"/>
                  <a:pt x="791955" y="88772"/>
                </a:cubicBezTo>
                <a:cubicBezTo>
                  <a:pt x="785914" y="82489"/>
                  <a:pt x="782894" y="73438"/>
                  <a:pt x="782894" y="61620"/>
                </a:cubicBezTo>
                <a:moveTo>
                  <a:pt x="795086" y="61587"/>
                </a:moveTo>
                <a:cubicBezTo>
                  <a:pt x="795086" y="70516"/>
                  <a:pt x="797041" y="77203"/>
                  <a:pt x="800951" y="81646"/>
                </a:cubicBezTo>
                <a:cubicBezTo>
                  <a:pt x="804861" y="86089"/>
                  <a:pt x="809782" y="88310"/>
                  <a:pt x="815714" y="88310"/>
                </a:cubicBezTo>
                <a:cubicBezTo>
                  <a:pt x="821601" y="88310"/>
                  <a:pt x="826500" y="86078"/>
                  <a:pt x="830410" y="81613"/>
                </a:cubicBezTo>
                <a:cubicBezTo>
                  <a:pt x="834320" y="77148"/>
                  <a:pt x="836275" y="70341"/>
                  <a:pt x="836275" y="61193"/>
                </a:cubicBezTo>
                <a:cubicBezTo>
                  <a:pt x="836275" y="52570"/>
                  <a:pt x="834309" y="46036"/>
                  <a:pt x="830377" y="41593"/>
                </a:cubicBezTo>
                <a:cubicBezTo>
                  <a:pt x="826445" y="37150"/>
                  <a:pt x="821557" y="34929"/>
                  <a:pt x="815714" y="34929"/>
                </a:cubicBezTo>
                <a:cubicBezTo>
                  <a:pt x="809782" y="34929"/>
                  <a:pt x="804861" y="37139"/>
                  <a:pt x="800951" y="41560"/>
                </a:cubicBezTo>
                <a:cubicBezTo>
                  <a:pt x="797041" y="45981"/>
                  <a:pt x="795086" y="52657"/>
                  <a:pt x="795086" y="61587"/>
                </a:cubicBezTo>
                <a:close/>
                <a:moveTo>
                  <a:pt x="910264" y="74075"/>
                </a:moveTo>
                <a:lnTo>
                  <a:pt x="922522" y="75591"/>
                </a:lnTo>
                <a:cubicBezTo>
                  <a:pt x="920589" y="82753"/>
                  <a:pt x="917008" y="88310"/>
                  <a:pt x="911779" y="92265"/>
                </a:cubicBezTo>
                <a:cubicBezTo>
                  <a:pt x="906551" y="96219"/>
                  <a:pt x="899873" y="98196"/>
                  <a:pt x="891745" y="98196"/>
                </a:cubicBezTo>
                <a:cubicBezTo>
                  <a:pt x="881508" y="98196"/>
                  <a:pt x="873391" y="95043"/>
                  <a:pt x="867394" y="88739"/>
                </a:cubicBezTo>
                <a:cubicBezTo>
                  <a:pt x="861396" y="82434"/>
                  <a:pt x="858398" y="73592"/>
                  <a:pt x="858398" y="62213"/>
                </a:cubicBezTo>
                <a:cubicBezTo>
                  <a:pt x="858398" y="50438"/>
                  <a:pt x="861429" y="41299"/>
                  <a:pt x="867493" y="34797"/>
                </a:cubicBezTo>
                <a:cubicBezTo>
                  <a:pt x="873556" y="28294"/>
                  <a:pt x="881420" y="25043"/>
                  <a:pt x="891086" y="25043"/>
                </a:cubicBezTo>
                <a:cubicBezTo>
                  <a:pt x="900444" y="25043"/>
                  <a:pt x="908089" y="28224"/>
                  <a:pt x="914020" y="34585"/>
                </a:cubicBezTo>
                <a:cubicBezTo>
                  <a:pt x="919951" y="40944"/>
                  <a:pt x="922917" y="49892"/>
                  <a:pt x="922917" y="61428"/>
                </a:cubicBezTo>
                <a:cubicBezTo>
                  <a:pt x="922917" y="62130"/>
                  <a:pt x="922895" y="63182"/>
                  <a:pt x="922851" y="64585"/>
                </a:cubicBezTo>
                <a:lnTo>
                  <a:pt x="870656" y="64585"/>
                </a:lnTo>
                <a:cubicBezTo>
                  <a:pt x="871095" y="72252"/>
                  <a:pt x="873270" y="78123"/>
                  <a:pt x="877180" y="82198"/>
                </a:cubicBezTo>
                <a:cubicBezTo>
                  <a:pt x="881091" y="86273"/>
                  <a:pt x="885967" y="88310"/>
                  <a:pt x="891811" y="88310"/>
                </a:cubicBezTo>
                <a:cubicBezTo>
                  <a:pt x="896160" y="88310"/>
                  <a:pt x="899873" y="87179"/>
                  <a:pt x="902948" y="84916"/>
                </a:cubicBezTo>
                <a:cubicBezTo>
                  <a:pt x="906024" y="82652"/>
                  <a:pt x="908462" y="79039"/>
                  <a:pt x="910264" y="74075"/>
                </a:cubicBezTo>
                <a:moveTo>
                  <a:pt x="871315" y="54700"/>
                </a:moveTo>
                <a:lnTo>
                  <a:pt x="910396" y="54700"/>
                </a:lnTo>
                <a:cubicBezTo>
                  <a:pt x="909868" y="48908"/>
                  <a:pt x="908374" y="44565"/>
                  <a:pt x="905914" y="41669"/>
                </a:cubicBezTo>
                <a:cubicBezTo>
                  <a:pt x="902136" y="37176"/>
                  <a:pt x="897237" y="34929"/>
                  <a:pt x="891218" y="34929"/>
                </a:cubicBezTo>
                <a:cubicBezTo>
                  <a:pt x="885770" y="34929"/>
                  <a:pt x="881189" y="36723"/>
                  <a:pt x="877477" y="40310"/>
                </a:cubicBezTo>
                <a:cubicBezTo>
                  <a:pt x="873764" y="43896"/>
                  <a:pt x="871710" y="48693"/>
                  <a:pt x="871315" y="54700"/>
                </a:cubicBezTo>
                <a:close/>
                <a:moveTo>
                  <a:pt x="932651" y="75657"/>
                </a:moveTo>
                <a:lnTo>
                  <a:pt x="944381" y="73812"/>
                </a:lnTo>
                <a:cubicBezTo>
                  <a:pt x="945040" y="78492"/>
                  <a:pt x="946875" y="82079"/>
                  <a:pt x="949884" y="84572"/>
                </a:cubicBezTo>
                <a:cubicBezTo>
                  <a:pt x="952894" y="87064"/>
                  <a:pt x="957101" y="88310"/>
                  <a:pt x="962505" y="88310"/>
                </a:cubicBezTo>
                <a:cubicBezTo>
                  <a:pt x="967953" y="88310"/>
                  <a:pt x="971995" y="87210"/>
                  <a:pt x="974631" y="85009"/>
                </a:cubicBezTo>
                <a:cubicBezTo>
                  <a:pt x="977267" y="82807"/>
                  <a:pt x="978585" y="80224"/>
                  <a:pt x="978585" y="77261"/>
                </a:cubicBezTo>
                <a:cubicBezTo>
                  <a:pt x="978585" y="74602"/>
                  <a:pt x="977421" y="72509"/>
                  <a:pt x="975092" y="70984"/>
                </a:cubicBezTo>
                <a:cubicBezTo>
                  <a:pt x="973467" y="69938"/>
                  <a:pt x="969425" y="68608"/>
                  <a:pt x="962966" y="66995"/>
                </a:cubicBezTo>
                <a:cubicBezTo>
                  <a:pt x="954267" y="64797"/>
                  <a:pt x="948237" y="62895"/>
                  <a:pt x="944876" y="61290"/>
                </a:cubicBezTo>
                <a:cubicBezTo>
                  <a:pt x="941515" y="59685"/>
                  <a:pt x="938966" y="57464"/>
                  <a:pt x="937231" y="54628"/>
                </a:cubicBezTo>
                <a:cubicBezTo>
                  <a:pt x="935496" y="51791"/>
                  <a:pt x="934628" y="48658"/>
                  <a:pt x="934628" y="45228"/>
                </a:cubicBezTo>
                <a:cubicBezTo>
                  <a:pt x="934628" y="42106"/>
                  <a:pt x="935342" y="39214"/>
                  <a:pt x="936770" y="36554"/>
                </a:cubicBezTo>
                <a:cubicBezTo>
                  <a:pt x="938198" y="33893"/>
                  <a:pt x="940142" y="31683"/>
                  <a:pt x="942602" y="29924"/>
                </a:cubicBezTo>
                <a:cubicBezTo>
                  <a:pt x="944447" y="28561"/>
                  <a:pt x="946963" y="27407"/>
                  <a:pt x="950148" y="26462"/>
                </a:cubicBezTo>
                <a:cubicBezTo>
                  <a:pt x="953333" y="25516"/>
                  <a:pt x="956749" y="25043"/>
                  <a:pt x="960396" y="25043"/>
                </a:cubicBezTo>
                <a:cubicBezTo>
                  <a:pt x="965888" y="25043"/>
                  <a:pt x="970710" y="25840"/>
                  <a:pt x="974862" y="27432"/>
                </a:cubicBezTo>
                <a:cubicBezTo>
                  <a:pt x="979014" y="29024"/>
                  <a:pt x="982078" y="31180"/>
                  <a:pt x="984055" y="33901"/>
                </a:cubicBezTo>
                <a:cubicBezTo>
                  <a:pt x="986032" y="36621"/>
                  <a:pt x="987394" y="40259"/>
                  <a:pt x="988141" y="44814"/>
                </a:cubicBezTo>
                <a:lnTo>
                  <a:pt x="976542" y="46396"/>
                </a:lnTo>
                <a:cubicBezTo>
                  <a:pt x="976015" y="42793"/>
                  <a:pt x="974488" y="39981"/>
                  <a:pt x="971962" y="37960"/>
                </a:cubicBezTo>
                <a:cubicBezTo>
                  <a:pt x="969436" y="35939"/>
                  <a:pt x="965866" y="34929"/>
                  <a:pt x="961253" y="34929"/>
                </a:cubicBezTo>
                <a:cubicBezTo>
                  <a:pt x="955805" y="34929"/>
                  <a:pt x="951916" y="35825"/>
                  <a:pt x="949588" y="37618"/>
                </a:cubicBezTo>
                <a:cubicBezTo>
                  <a:pt x="947259" y="39410"/>
                  <a:pt x="946095" y="41509"/>
                  <a:pt x="946095" y="43914"/>
                </a:cubicBezTo>
                <a:cubicBezTo>
                  <a:pt x="946095" y="45444"/>
                  <a:pt x="946578" y="46821"/>
                  <a:pt x="947545" y="48046"/>
                </a:cubicBezTo>
                <a:cubicBezTo>
                  <a:pt x="948511" y="49313"/>
                  <a:pt x="950027" y="50362"/>
                  <a:pt x="952092" y="51192"/>
                </a:cubicBezTo>
                <a:cubicBezTo>
                  <a:pt x="953278" y="51630"/>
                  <a:pt x="956771" y="52636"/>
                  <a:pt x="962571" y="54210"/>
                </a:cubicBezTo>
                <a:cubicBezTo>
                  <a:pt x="970962" y="56449"/>
                  <a:pt x="976817" y="58282"/>
                  <a:pt x="980134" y="59708"/>
                </a:cubicBezTo>
                <a:cubicBezTo>
                  <a:pt x="983451" y="61135"/>
                  <a:pt x="986054" y="63209"/>
                  <a:pt x="987944" y="65932"/>
                </a:cubicBezTo>
                <a:cubicBezTo>
                  <a:pt x="989833" y="68653"/>
                  <a:pt x="990777" y="72033"/>
                  <a:pt x="990777" y="76071"/>
                </a:cubicBezTo>
                <a:cubicBezTo>
                  <a:pt x="990777" y="80022"/>
                  <a:pt x="989624" y="83743"/>
                  <a:pt x="987317" y="87233"/>
                </a:cubicBezTo>
                <a:cubicBezTo>
                  <a:pt x="985011" y="90722"/>
                  <a:pt x="981683" y="93421"/>
                  <a:pt x="977333" y="95331"/>
                </a:cubicBezTo>
                <a:cubicBezTo>
                  <a:pt x="972983" y="97241"/>
                  <a:pt x="968063" y="98196"/>
                  <a:pt x="962571" y="98196"/>
                </a:cubicBezTo>
                <a:cubicBezTo>
                  <a:pt x="953476" y="98196"/>
                  <a:pt x="946545" y="96301"/>
                  <a:pt x="941778" y="92512"/>
                </a:cubicBezTo>
                <a:cubicBezTo>
                  <a:pt x="937011" y="88722"/>
                  <a:pt x="933969" y="83104"/>
                  <a:pt x="932651" y="75657"/>
                </a:cubicBezTo>
                <a:close/>
                <a:moveTo>
                  <a:pt x="1042403" y="96614"/>
                </a:moveTo>
                <a:lnTo>
                  <a:pt x="1042403" y="26625"/>
                </a:lnTo>
                <a:lnTo>
                  <a:pt x="1053079" y="26625"/>
                </a:lnTo>
                <a:lnTo>
                  <a:pt x="1053079" y="36510"/>
                </a:lnTo>
                <a:cubicBezTo>
                  <a:pt x="1058219" y="28866"/>
                  <a:pt x="1065644" y="25043"/>
                  <a:pt x="1075354" y="25043"/>
                </a:cubicBezTo>
                <a:cubicBezTo>
                  <a:pt x="1079572" y="25043"/>
                  <a:pt x="1083449" y="25801"/>
                  <a:pt x="1086986" y="27317"/>
                </a:cubicBezTo>
                <a:cubicBezTo>
                  <a:pt x="1090523" y="28833"/>
                  <a:pt x="1093170" y="30821"/>
                  <a:pt x="1094927" y="33281"/>
                </a:cubicBezTo>
                <a:cubicBezTo>
                  <a:pt x="1096685" y="35742"/>
                  <a:pt x="1097915" y="38663"/>
                  <a:pt x="1098618" y="42046"/>
                </a:cubicBezTo>
                <a:cubicBezTo>
                  <a:pt x="1099057" y="44243"/>
                  <a:pt x="1099277" y="48087"/>
                  <a:pt x="1099277" y="53579"/>
                </a:cubicBezTo>
                <a:lnTo>
                  <a:pt x="1099277" y="96614"/>
                </a:lnTo>
                <a:lnTo>
                  <a:pt x="1087414" y="96614"/>
                </a:lnTo>
                <a:lnTo>
                  <a:pt x="1087414" y="53995"/>
                </a:lnTo>
                <a:cubicBezTo>
                  <a:pt x="1087414" y="49157"/>
                  <a:pt x="1086953" y="45539"/>
                  <a:pt x="1086031" y="43142"/>
                </a:cubicBezTo>
                <a:cubicBezTo>
                  <a:pt x="1085108" y="40745"/>
                  <a:pt x="1083471" y="38831"/>
                  <a:pt x="1081121" y="37402"/>
                </a:cubicBezTo>
                <a:cubicBezTo>
                  <a:pt x="1078770" y="35973"/>
                  <a:pt x="1076013" y="35258"/>
                  <a:pt x="1072850" y="35258"/>
                </a:cubicBezTo>
                <a:cubicBezTo>
                  <a:pt x="1067797" y="35258"/>
                  <a:pt x="1063437" y="36864"/>
                  <a:pt x="1059768" y="40075"/>
                </a:cubicBezTo>
                <a:cubicBezTo>
                  <a:pt x="1056099" y="43285"/>
                  <a:pt x="1054265" y="49377"/>
                  <a:pt x="1054265" y="58349"/>
                </a:cubicBezTo>
                <a:lnTo>
                  <a:pt x="1054265" y="96614"/>
                </a:lnTo>
                <a:lnTo>
                  <a:pt x="1042403" y="96614"/>
                </a:lnTo>
                <a:close/>
                <a:moveTo>
                  <a:pt x="1113030" y="61620"/>
                </a:moveTo>
                <a:cubicBezTo>
                  <a:pt x="1113030" y="48659"/>
                  <a:pt x="1116632" y="39059"/>
                  <a:pt x="1123838" y="32820"/>
                </a:cubicBezTo>
                <a:cubicBezTo>
                  <a:pt x="1129857" y="27635"/>
                  <a:pt x="1137194" y="25043"/>
                  <a:pt x="1145849" y="25043"/>
                </a:cubicBezTo>
                <a:cubicBezTo>
                  <a:pt x="1155471" y="25043"/>
                  <a:pt x="1163336" y="28196"/>
                  <a:pt x="1169443" y="34500"/>
                </a:cubicBezTo>
                <a:cubicBezTo>
                  <a:pt x="1175550" y="40805"/>
                  <a:pt x="1178603" y="49515"/>
                  <a:pt x="1178603" y="60631"/>
                </a:cubicBezTo>
                <a:cubicBezTo>
                  <a:pt x="1178603" y="69638"/>
                  <a:pt x="1177252" y="76722"/>
                  <a:pt x="1174550" y="81885"/>
                </a:cubicBezTo>
                <a:cubicBezTo>
                  <a:pt x="1171848" y="87047"/>
                  <a:pt x="1167916" y="91056"/>
                  <a:pt x="1162754" y="93912"/>
                </a:cubicBezTo>
                <a:cubicBezTo>
                  <a:pt x="1157591" y="96768"/>
                  <a:pt x="1151956" y="98196"/>
                  <a:pt x="1145849" y="98196"/>
                </a:cubicBezTo>
                <a:cubicBezTo>
                  <a:pt x="1136052" y="98196"/>
                  <a:pt x="1128132" y="95054"/>
                  <a:pt x="1122091" y="88772"/>
                </a:cubicBezTo>
                <a:cubicBezTo>
                  <a:pt x="1116050" y="82489"/>
                  <a:pt x="1113030" y="73438"/>
                  <a:pt x="1113030" y="61620"/>
                </a:cubicBezTo>
                <a:moveTo>
                  <a:pt x="1125222" y="61587"/>
                </a:moveTo>
                <a:cubicBezTo>
                  <a:pt x="1125222" y="70516"/>
                  <a:pt x="1127177" y="77203"/>
                  <a:pt x="1131087" y="81646"/>
                </a:cubicBezTo>
                <a:cubicBezTo>
                  <a:pt x="1134997" y="86089"/>
                  <a:pt x="1139918" y="88310"/>
                  <a:pt x="1145849" y="88310"/>
                </a:cubicBezTo>
                <a:cubicBezTo>
                  <a:pt x="1151737" y="88310"/>
                  <a:pt x="1156636" y="86078"/>
                  <a:pt x="1160546" y="81613"/>
                </a:cubicBezTo>
                <a:cubicBezTo>
                  <a:pt x="1164456" y="77148"/>
                  <a:pt x="1166411" y="70341"/>
                  <a:pt x="1166411" y="61193"/>
                </a:cubicBezTo>
                <a:cubicBezTo>
                  <a:pt x="1166411" y="52570"/>
                  <a:pt x="1164445" y="46036"/>
                  <a:pt x="1160513" y="41593"/>
                </a:cubicBezTo>
                <a:cubicBezTo>
                  <a:pt x="1156581" y="37150"/>
                  <a:pt x="1151693" y="34929"/>
                  <a:pt x="1145849" y="34929"/>
                </a:cubicBezTo>
                <a:cubicBezTo>
                  <a:pt x="1139918" y="34929"/>
                  <a:pt x="1134997" y="37139"/>
                  <a:pt x="1131087" y="41560"/>
                </a:cubicBezTo>
                <a:cubicBezTo>
                  <a:pt x="1127177" y="45981"/>
                  <a:pt x="1125222" y="52657"/>
                  <a:pt x="1125222" y="61587"/>
                </a:cubicBezTo>
                <a:close/>
                <a:moveTo>
                  <a:pt x="1218388" y="86136"/>
                </a:moveTo>
                <a:lnTo>
                  <a:pt x="1220102" y="96614"/>
                </a:lnTo>
                <a:cubicBezTo>
                  <a:pt x="1216763" y="97229"/>
                  <a:pt x="1213775" y="97537"/>
                  <a:pt x="1211139" y="97537"/>
                </a:cubicBezTo>
                <a:cubicBezTo>
                  <a:pt x="1206833" y="97537"/>
                  <a:pt x="1203494" y="96856"/>
                  <a:pt x="1201122" y="95494"/>
                </a:cubicBezTo>
                <a:cubicBezTo>
                  <a:pt x="1198749" y="94132"/>
                  <a:pt x="1197080" y="92341"/>
                  <a:pt x="1196113" y="90123"/>
                </a:cubicBezTo>
                <a:cubicBezTo>
                  <a:pt x="1195147" y="87904"/>
                  <a:pt x="1194663" y="83236"/>
                  <a:pt x="1194663" y="76118"/>
                </a:cubicBezTo>
                <a:lnTo>
                  <a:pt x="1194663" y="35851"/>
                </a:lnTo>
                <a:lnTo>
                  <a:pt x="1185964" y="35851"/>
                </a:lnTo>
                <a:lnTo>
                  <a:pt x="1185964" y="26625"/>
                </a:lnTo>
                <a:lnTo>
                  <a:pt x="1194663" y="26625"/>
                </a:lnTo>
                <a:lnTo>
                  <a:pt x="1194663" y="9245"/>
                </a:lnTo>
                <a:lnTo>
                  <a:pt x="1206460" y="2109"/>
                </a:lnTo>
                <a:lnTo>
                  <a:pt x="1206460" y="26625"/>
                </a:lnTo>
                <a:lnTo>
                  <a:pt x="1218388" y="26625"/>
                </a:lnTo>
                <a:lnTo>
                  <a:pt x="1218388" y="35851"/>
                </a:lnTo>
                <a:lnTo>
                  <a:pt x="1206460" y="35851"/>
                </a:lnTo>
                <a:lnTo>
                  <a:pt x="1206460" y="76777"/>
                </a:lnTo>
                <a:cubicBezTo>
                  <a:pt x="1206460" y="80160"/>
                  <a:pt x="1206669" y="82335"/>
                  <a:pt x="1207086" y="83302"/>
                </a:cubicBezTo>
                <a:cubicBezTo>
                  <a:pt x="1207503" y="84268"/>
                  <a:pt x="1208184" y="85037"/>
                  <a:pt x="1209129" y="85608"/>
                </a:cubicBezTo>
                <a:cubicBezTo>
                  <a:pt x="1210074" y="86179"/>
                  <a:pt x="1211425" y="86465"/>
                  <a:pt x="1213182" y="86465"/>
                </a:cubicBezTo>
                <a:cubicBezTo>
                  <a:pt x="1214500" y="86465"/>
                  <a:pt x="1216236" y="86355"/>
                  <a:pt x="1218388" y="86136"/>
                </a:cubicBezTo>
                <a:close/>
                <a:moveTo>
                  <a:pt x="1286973" y="96614"/>
                </a:moveTo>
                <a:lnTo>
                  <a:pt x="1260348" y="26625"/>
                </a:lnTo>
                <a:lnTo>
                  <a:pt x="1272869" y="26625"/>
                </a:lnTo>
                <a:lnTo>
                  <a:pt x="1287895" y="68539"/>
                </a:lnTo>
                <a:cubicBezTo>
                  <a:pt x="1289521" y="73065"/>
                  <a:pt x="1291015" y="77766"/>
                  <a:pt x="1292377" y="82643"/>
                </a:cubicBezTo>
                <a:cubicBezTo>
                  <a:pt x="1293431" y="78952"/>
                  <a:pt x="1294903" y="74515"/>
                  <a:pt x="1296792" y="69330"/>
                </a:cubicBezTo>
                <a:lnTo>
                  <a:pt x="1312345" y="26625"/>
                </a:lnTo>
                <a:lnTo>
                  <a:pt x="1324538" y="26625"/>
                </a:lnTo>
                <a:lnTo>
                  <a:pt x="1298044" y="96614"/>
                </a:lnTo>
                <a:lnTo>
                  <a:pt x="1286973" y="96614"/>
                </a:lnTo>
                <a:close/>
                <a:moveTo>
                  <a:pt x="1335082" y="13708"/>
                </a:moveTo>
                <a:lnTo>
                  <a:pt x="1335082" y="0"/>
                </a:lnTo>
                <a:lnTo>
                  <a:pt x="1346945" y="0"/>
                </a:lnTo>
                <a:lnTo>
                  <a:pt x="1346945" y="13708"/>
                </a:lnTo>
                <a:lnTo>
                  <a:pt x="1335082" y="13708"/>
                </a:lnTo>
                <a:moveTo>
                  <a:pt x="1335082" y="96614"/>
                </a:moveTo>
                <a:lnTo>
                  <a:pt x="1335082" y="26625"/>
                </a:lnTo>
                <a:lnTo>
                  <a:pt x="1346945" y="26625"/>
                </a:lnTo>
                <a:lnTo>
                  <a:pt x="1346945" y="96614"/>
                </a:lnTo>
                <a:lnTo>
                  <a:pt x="1335082" y="96614"/>
                </a:lnTo>
                <a:close/>
                <a:moveTo>
                  <a:pt x="1360564" y="61620"/>
                </a:moveTo>
                <a:cubicBezTo>
                  <a:pt x="1360564" y="48659"/>
                  <a:pt x="1364167" y="39059"/>
                  <a:pt x="1371372" y="32820"/>
                </a:cubicBezTo>
                <a:cubicBezTo>
                  <a:pt x="1377392" y="27635"/>
                  <a:pt x="1384729" y="25043"/>
                  <a:pt x="1393384" y="25043"/>
                </a:cubicBezTo>
                <a:cubicBezTo>
                  <a:pt x="1403006" y="25043"/>
                  <a:pt x="1410870" y="28196"/>
                  <a:pt x="1416977" y="34500"/>
                </a:cubicBezTo>
                <a:cubicBezTo>
                  <a:pt x="1423084" y="40805"/>
                  <a:pt x="1426138" y="49515"/>
                  <a:pt x="1426138" y="60631"/>
                </a:cubicBezTo>
                <a:cubicBezTo>
                  <a:pt x="1426138" y="69638"/>
                  <a:pt x="1424787" y="76722"/>
                  <a:pt x="1422085" y="81885"/>
                </a:cubicBezTo>
                <a:cubicBezTo>
                  <a:pt x="1419383" y="87047"/>
                  <a:pt x="1415451" y="91056"/>
                  <a:pt x="1410288" y="93912"/>
                </a:cubicBezTo>
                <a:cubicBezTo>
                  <a:pt x="1405126" y="96768"/>
                  <a:pt x="1399491" y="98196"/>
                  <a:pt x="1393384" y="98196"/>
                </a:cubicBezTo>
                <a:cubicBezTo>
                  <a:pt x="1383586" y="98196"/>
                  <a:pt x="1375667" y="95054"/>
                  <a:pt x="1369626" y="88772"/>
                </a:cubicBezTo>
                <a:cubicBezTo>
                  <a:pt x="1363585" y="82489"/>
                  <a:pt x="1360564" y="73438"/>
                  <a:pt x="1360564" y="61620"/>
                </a:cubicBezTo>
                <a:moveTo>
                  <a:pt x="1372756" y="61587"/>
                </a:moveTo>
                <a:cubicBezTo>
                  <a:pt x="1372756" y="70516"/>
                  <a:pt x="1374711" y="77203"/>
                  <a:pt x="1378622" y="81646"/>
                </a:cubicBezTo>
                <a:cubicBezTo>
                  <a:pt x="1382532" y="86089"/>
                  <a:pt x="1387453" y="88310"/>
                  <a:pt x="1393384" y="88310"/>
                </a:cubicBezTo>
                <a:cubicBezTo>
                  <a:pt x="1399271" y="88310"/>
                  <a:pt x="1404170" y="86078"/>
                  <a:pt x="1408080" y="81613"/>
                </a:cubicBezTo>
                <a:cubicBezTo>
                  <a:pt x="1411991" y="77148"/>
                  <a:pt x="1413946" y="70341"/>
                  <a:pt x="1413946" y="61193"/>
                </a:cubicBezTo>
                <a:cubicBezTo>
                  <a:pt x="1413946" y="52570"/>
                  <a:pt x="1411980" y="46036"/>
                  <a:pt x="1408048" y="41593"/>
                </a:cubicBezTo>
                <a:cubicBezTo>
                  <a:pt x="1404115" y="37150"/>
                  <a:pt x="1399227" y="34929"/>
                  <a:pt x="1393384" y="34929"/>
                </a:cubicBezTo>
                <a:cubicBezTo>
                  <a:pt x="1387453" y="34929"/>
                  <a:pt x="1382532" y="37139"/>
                  <a:pt x="1378622" y="41560"/>
                </a:cubicBezTo>
                <a:cubicBezTo>
                  <a:pt x="1374711" y="45981"/>
                  <a:pt x="1372756" y="52657"/>
                  <a:pt x="1372756" y="61587"/>
                </a:cubicBezTo>
                <a:close/>
                <a:moveTo>
                  <a:pt x="1439759" y="96614"/>
                </a:moveTo>
                <a:lnTo>
                  <a:pt x="1439759" y="0"/>
                </a:lnTo>
                <a:lnTo>
                  <a:pt x="1451622" y="0"/>
                </a:lnTo>
                <a:lnTo>
                  <a:pt x="1451622" y="96614"/>
                </a:lnTo>
                <a:lnTo>
                  <a:pt x="1439759" y="96614"/>
                </a:lnTo>
                <a:close/>
                <a:moveTo>
                  <a:pt x="1515658" y="87973"/>
                </a:moveTo>
                <a:cubicBezTo>
                  <a:pt x="1511264" y="91710"/>
                  <a:pt x="1507035" y="94348"/>
                  <a:pt x="1502971" y="95887"/>
                </a:cubicBezTo>
                <a:cubicBezTo>
                  <a:pt x="1498907" y="97426"/>
                  <a:pt x="1494547" y="98196"/>
                  <a:pt x="1489889" y="98196"/>
                </a:cubicBezTo>
                <a:cubicBezTo>
                  <a:pt x="1482201" y="98196"/>
                  <a:pt x="1476291" y="96316"/>
                  <a:pt x="1472161" y="92557"/>
                </a:cubicBezTo>
                <a:cubicBezTo>
                  <a:pt x="1468031" y="88798"/>
                  <a:pt x="1465966" y="83994"/>
                  <a:pt x="1465966" y="78147"/>
                </a:cubicBezTo>
                <a:cubicBezTo>
                  <a:pt x="1465966" y="74719"/>
                  <a:pt x="1466746" y="71587"/>
                  <a:pt x="1468306" y="68752"/>
                </a:cubicBezTo>
                <a:cubicBezTo>
                  <a:pt x="1469866" y="65915"/>
                  <a:pt x="1471909" y="63639"/>
                  <a:pt x="1474435" y="61924"/>
                </a:cubicBezTo>
                <a:cubicBezTo>
                  <a:pt x="1476961" y="60209"/>
                  <a:pt x="1479806" y="58913"/>
                  <a:pt x="1482970" y="58034"/>
                </a:cubicBezTo>
                <a:cubicBezTo>
                  <a:pt x="1485298" y="57418"/>
                  <a:pt x="1488813" y="56824"/>
                  <a:pt x="1493514" y="56253"/>
                </a:cubicBezTo>
                <a:cubicBezTo>
                  <a:pt x="1503092" y="55118"/>
                  <a:pt x="1510144" y="53766"/>
                  <a:pt x="1514669" y="52195"/>
                </a:cubicBezTo>
                <a:cubicBezTo>
                  <a:pt x="1514713" y="50577"/>
                  <a:pt x="1514735" y="49548"/>
                  <a:pt x="1514735" y="49110"/>
                </a:cubicBezTo>
                <a:cubicBezTo>
                  <a:pt x="1514735" y="44295"/>
                  <a:pt x="1513615" y="40903"/>
                  <a:pt x="1511374" y="38934"/>
                </a:cubicBezTo>
                <a:cubicBezTo>
                  <a:pt x="1508342" y="36264"/>
                  <a:pt x="1503839" y="34929"/>
                  <a:pt x="1497864" y="34929"/>
                </a:cubicBezTo>
                <a:cubicBezTo>
                  <a:pt x="1492284" y="34929"/>
                  <a:pt x="1488165" y="35906"/>
                  <a:pt x="1485507" y="37861"/>
                </a:cubicBezTo>
                <a:cubicBezTo>
                  <a:pt x="1482849" y="39817"/>
                  <a:pt x="1480883" y="43276"/>
                  <a:pt x="1479608" y="48241"/>
                </a:cubicBezTo>
                <a:lnTo>
                  <a:pt x="1468009" y="46660"/>
                </a:lnTo>
                <a:cubicBezTo>
                  <a:pt x="1469064" y="41680"/>
                  <a:pt x="1470799" y="37658"/>
                  <a:pt x="1473216" y="34595"/>
                </a:cubicBezTo>
                <a:cubicBezTo>
                  <a:pt x="1475632" y="31532"/>
                  <a:pt x="1479125" y="29175"/>
                  <a:pt x="1483694" y="27523"/>
                </a:cubicBezTo>
                <a:cubicBezTo>
                  <a:pt x="1488264" y="25870"/>
                  <a:pt x="1493558" y="25043"/>
                  <a:pt x="1499577" y="25043"/>
                </a:cubicBezTo>
                <a:cubicBezTo>
                  <a:pt x="1505552" y="25043"/>
                  <a:pt x="1510407" y="25746"/>
                  <a:pt x="1514142" y="27152"/>
                </a:cubicBezTo>
                <a:cubicBezTo>
                  <a:pt x="1517876" y="28558"/>
                  <a:pt x="1520622" y="30326"/>
                  <a:pt x="1522380" y="32457"/>
                </a:cubicBezTo>
                <a:cubicBezTo>
                  <a:pt x="1524137" y="34588"/>
                  <a:pt x="1525367" y="37279"/>
                  <a:pt x="1526070" y="40531"/>
                </a:cubicBezTo>
                <a:cubicBezTo>
                  <a:pt x="1526466" y="42552"/>
                  <a:pt x="1526663" y="46198"/>
                  <a:pt x="1526663" y="51470"/>
                </a:cubicBezTo>
                <a:lnTo>
                  <a:pt x="1526663" y="67287"/>
                </a:lnTo>
                <a:cubicBezTo>
                  <a:pt x="1526663" y="78315"/>
                  <a:pt x="1526916" y="85290"/>
                  <a:pt x="1527421" y="88212"/>
                </a:cubicBezTo>
                <a:cubicBezTo>
                  <a:pt x="1527927" y="91133"/>
                  <a:pt x="1528926" y="93934"/>
                  <a:pt x="1530420" y="96614"/>
                </a:cubicBezTo>
                <a:lnTo>
                  <a:pt x="1518030" y="96614"/>
                </a:lnTo>
                <a:cubicBezTo>
                  <a:pt x="1516800" y="94151"/>
                  <a:pt x="1516009" y="91271"/>
                  <a:pt x="1515658" y="87973"/>
                </a:cubicBezTo>
                <a:moveTo>
                  <a:pt x="1514669" y="61422"/>
                </a:moveTo>
                <a:cubicBezTo>
                  <a:pt x="1510363" y="63194"/>
                  <a:pt x="1503905" y="64701"/>
                  <a:pt x="1495293" y="65940"/>
                </a:cubicBezTo>
                <a:cubicBezTo>
                  <a:pt x="1490417" y="66646"/>
                  <a:pt x="1486968" y="67440"/>
                  <a:pt x="1484947" y="68323"/>
                </a:cubicBezTo>
                <a:cubicBezTo>
                  <a:pt x="1482926" y="69205"/>
                  <a:pt x="1481366" y="70495"/>
                  <a:pt x="1480267" y="72195"/>
                </a:cubicBezTo>
                <a:cubicBezTo>
                  <a:pt x="1479169" y="73893"/>
                  <a:pt x="1478620" y="75779"/>
                  <a:pt x="1478620" y="77852"/>
                </a:cubicBezTo>
                <a:cubicBezTo>
                  <a:pt x="1478620" y="81028"/>
                  <a:pt x="1479817" y="83675"/>
                  <a:pt x="1482212" y="85794"/>
                </a:cubicBezTo>
                <a:cubicBezTo>
                  <a:pt x="1484606" y="87911"/>
                  <a:pt x="1488110" y="88969"/>
                  <a:pt x="1492723" y="88969"/>
                </a:cubicBezTo>
                <a:cubicBezTo>
                  <a:pt x="1497292" y="88969"/>
                  <a:pt x="1501357" y="87965"/>
                  <a:pt x="1504915" y="85956"/>
                </a:cubicBezTo>
                <a:cubicBezTo>
                  <a:pt x="1508474" y="83948"/>
                  <a:pt x="1511088" y="81200"/>
                  <a:pt x="1512758" y="77712"/>
                </a:cubicBezTo>
                <a:cubicBezTo>
                  <a:pt x="1514032" y="75018"/>
                  <a:pt x="1514669" y="71045"/>
                  <a:pt x="1514669" y="65792"/>
                </a:cubicBezTo>
                <a:lnTo>
                  <a:pt x="1514669" y="61422"/>
                </a:lnTo>
                <a:close/>
                <a:moveTo>
                  <a:pt x="1570930" y="86136"/>
                </a:moveTo>
                <a:lnTo>
                  <a:pt x="1572643" y="96614"/>
                </a:lnTo>
                <a:cubicBezTo>
                  <a:pt x="1569304" y="97229"/>
                  <a:pt x="1566317" y="97537"/>
                  <a:pt x="1563681" y="97537"/>
                </a:cubicBezTo>
                <a:cubicBezTo>
                  <a:pt x="1559375" y="97537"/>
                  <a:pt x="1556036" y="96856"/>
                  <a:pt x="1553663" y="95494"/>
                </a:cubicBezTo>
                <a:cubicBezTo>
                  <a:pt x="1551291" y="94132"/>
                  <a:pt x="1549621" y="92341"/>
                  <a:pt x="1548655" y="90123"/>
                </a:cubicBezTo>
                <a:cubicBezTo>
                  <a:pt x="1547688" y="87904"/>
                  <a:pt x="1547205" y="83236"/>
                  <a:pt x="1547205" y="76118"/>
                </a:cubicBezTo>
                <a:lnTo>
                  <a:pt x="1547205" y="35851"/>
                </a:lnTo>
                <a:lnTo>
                  <a:pt x="1538506" y="35851"/>
                </a:lnTo>
                <a:lnTo>
                  <a:pt x="1538506" y="26625"/>
                </a:lnTo>
                <a:lnTo>
                  <a:pt x="1547205" y="26625"/>
                </a:lnTo>
                <a:lnTo>
                  <a:pt x="1547205" y="9245"/>
                </a:lnTo>
                <a:lnTo>
                  <a:pt x="1559001" y="2109"/>
                </a:lnTo>
                <a:lnTo>
                  <a:pt x="1559001" y="26625"/>
                </a:lnTo>
                <a:lnTo>
                  <a:pt x="1570930" y="26625"/>
                </a:lnTo>
                <a:lnTo>
                  <a:pt x="1570930" y="35851"/>
                </a:lnTo>
                <a:lnTo>
                  <a:pt x="1559001" y="35851"/>
                </a:lnTo>
                <a:lnTo>
                  <a:pt x="1559001" y="76777"/>
                </a:lnTo>
                <a:cubicBezTo>
                  <a:pt x="1559001" y="80160"/>
                  <a:pt x="1559210" y="82335"/>
                  <a:pt x="1559628" y="83302"/>
                </a:cubicBezTo>
                <a:cubicBezTo>
                  <a:pt x="1560045" y="84268"/>
                  <a:pt x="1560726" y="85037"/>
                  <a:pt x="1561671" y="85608"/>
                </a:cubicBezTo>
                <a:cubicBezTo>
                  <a:pt x="1562615" y="86179"/>
                  <a:pt x="1563966" y="86465"/>
                  <a:pt x="1565724" y="86465"/>
                </a:cubicBezTo>
                <a:cubicBezTo>
                  <a:pt x="1567042" y="86465"/>
                  <a:pt x="1568777" y="86355"/>
                  <a:pt x="1570930" y="86136"/>
                </a:cubicBezTo>
                <a:close/>
                <a:moveTo>
                  <a:pt x="1630462" y="74075"/>
                </a:moveTo>
                <a:lnTo>
                  <a:pt x="1642720" y="75591"/>
                </a:lnTo>
                <a:cubicBezTo>
                  <a:pt x="1640787" y="82753"/>
                  <a:pt x="1637206" y="88310"/>
                  <a:pt x="1631978" y="92265"/>
                </a:cubicBezTo>
                <a:cubicBezTo>
                  <a:pt x="1626750" y="96219"/>
                  <a:pt x="1620072" y="98196"/>
                  <a:pt x="1611943" y="98196"/>
                </a:cubicBezTo>
                <a:cubicBezTo>
                  <a:pt x="1601707" y="98196"/>
                  <a:pt x="1593589" y="95043"/>
                  <a:pt x="1587592" y="88739"/>
                </a:cubicBezTo>
                <a:cubicBezTo>
                  <a:pt x="1581595" y="82434"/>
                  <a:pt x="1578596" y="73592"/>
                  <a:pt x="1578596" y="62213"/>
                </a:cubicBezTo>
                <a:cubicBezTo>
                  <a:pt x="1578596" y="50438"/>
                  <a:pt x="1581628" y="41299"/>
                  <a:pt x="1587691" y="34797"/>
                </a:cubicBezTo>
                <a:cubicBezTo>
                  <a:pt x="1593754" y="28294"/>
                  <a:pt x="1601619" y="25043"/>
                  <a:pt x="1611284" y="25043"/>
                </a:cubicBezTo>
                <a:cubicBezTo>
                  <a:pt x="1620643" y="25043"/>
                  <a:pt x="1628287" y="28224"/>
                  <a:pt x="1634219" y="34585"/>
                </a:cubicBezTo>
                <a:cubicBezTo>
                  <a:pt x="1640150" y="40944"/>
                  <a:pt x="1643116" y="49892"/>
                  <a:pt x="1643116" y="61428"/>
                </a:cubicBezTo>
                <a:cubicBezTo>
                  <a:pt x="1643116" y="62130"/>
                  <a:pt x="1643094" y="63182"/>
                  <a:pt x="1643050" y="64585"/>
                </a:cubicBezTo>
                <a:lnTo>
                  <a:pt x="1590854" y="64585"/>
                </a:lnTo>
                <a:cubicBezTo>
                  <a:pt x="1591294" y="72252"/>
                  <a:pt x="1593469" y="78123"/>
                  <a:pt x="1597379" y="82198"/>
                </a:cubicBezTo>
                <a:cubicBezTo>
                  <a:pt x="1601289" y="86273"/>
                  <a:pt x="1606166" y="88310"/>
                  <a:pt x="1612009" y="88310"/>
                </a:cubicBezTo>
                <a:cubicBezTo>
                  <a:pt x="1616359" y="88310"/>
                  <a:pt x="1620072" y="87179"/>
                  <a:pt x="1623147" y="84916"/>
                </a:cubicBezTo>
                <a:cubicBezTo>
                  <a:pt x="1626223" y="82652"/>
                  <a:pt x="1628661" y="79039"/>
                  <a:pt x="1630462" y="74075"/>
                </a:cubicBezTo>
                <a:moveTo>
                  <a:pt x="1591513" y="54700"/>
                </a:moveTo>
                <a:lnTo>
                  <a:pt x="1630594" y="54700"/>
                </a:lnTo>
                <a:cubicBezTo>
                  <a:pt x="1630067" y="48908"/>
                  <a:pt x="1628573" y="44565"/>
                  <a:pt x="1626113" y="41669"/>
                </a:cubicBezTo>
                <a:cubicBezTo>
                  <a:pt x="1622334" y="37176"/>
                  <a:pt x="1617435" y="34929"/>
                  <a:pt x="1611416" y="34929"/>
                </a:cubicBezTo>
                <a:cubicBezTo>
                  <a:pt x="1605968" y="34929"/>
                  <a:pt x="1601388" y="36723"/>
                  <a:pt x="1597675" y="40310"/>
                </a:cubicBezTo>
                <a:cubicBezTo>
                  <a:pt x="1593963" y="43896"/>
                  <a:pt x="1591909" y="48693"/>
                  <a:pt x="1591513" y="54700"/>
                </a:cubicBezTo>
                <a:close/>
                <a:moveTo>
                  <a:pt x="1740787" y="87973"/>
                </a:moveTo>
                <a:cubicBezTo>
                  <a:pt x="1736394" y="91710"/>
                  <a:pt x="1732165" y="94348"/>
                  <a:pt x="1728101" y="95887"/>
                </a:cubicBezTo>
                <a:cubicBezTo>
                  <a:pt x="1724037" y="97426"/>
                  <a:pt x="1719676" y="98196"/>
                  <a:pt x="1715019" y="98196"/>
                </a:cubicBezTo>
                <a:cubicBezTo>
                  <a:pt x="1707330" y="98196"/>
                  <a:pt x="1701421" y="96316"/>
                  <a:pt x="1697291" y="92557"/>
                </a:cubicBezTo>
                <a:cubicBezTo>
                  <a:pt x="1693161" y="88798"/>
                  <a:pt x="1691096" y="83994"/>
                  <a:pt x="1691096" y="78147"/>
                </a:cubicBezTo>
                <a:cubicBezTo>
                  <a:pt x="1691096" y="74719"/>
                  <a:pt x="1691876" y="71587"/>
                  <a:pt x="1693436" y="68752"/>
                </a:cubicBezTo>
                <a:cubicBezTo>
                  <a:pt x="1694995" y="65915"/>
                  <a:pt x="1697038" y="63639"/>
                  <a:pt x="1699565" y="61924"/>
                </a:cubicBezTo>
                <a:cubicBezTo>
                  <a:pt x="1702091" y="60209"/>
                  <a:pt x="1704936" y="58913"/>
                  <a:pt x="1708099" y="58034"/>
                </a:cubicBezTo>
                <a:cubicBezTo>
                  <a:pt x="1710428" y="57418"/>
                  <a:pt x="1713942" y="56824"/>
                  <a:pt x="1718644" y="56253"/>
                </a:cubicBezTo>
                <a:cubicBezTo>
                  <a:pt x="1728222" y="55118"/>
                  <a:pt x="1735273" y="53766"/>
                  <a:pt x="1739799" y="52195"/>
                </a:cubicBezTo>
                <a:cubicBezTo>
                  <a:pt x="1739842" y="50577"/>
                  <a:pt x="1739864" y="49548"/>
                  <a:pt x="1739864" y="49110"/>
                </a:cubicBezTo>
                <a:cubicBezTo>
                  <a:pt x="1739864" y="44295"/>
                  <a:pt x="1738744" y="40903"/>
                  <a:pt x="1736503" y="38934"/>
                </a:cubicBezTo>
                <a:cubicBezTo>
                  <a:pt x="1733472" y="36264"/>
                  <a:pt x="1728968" y="34929"/>
                  <a:pt x="1722993" y="34929"/>
                </a:cubicBezTo>
                <a:cubicBezTo>
                  <a:pt x="1717413" y="34929"/>
                  <a:pt x="1713294" y="35906"/>
                  <a:pt x="1710636" y="37861"/>
                </a:cubicBezTo>
                <a:cubicBezTo>
                  <a:pt x="1707978" y="39817"/>
                  <a:pt x="1706012" y="43276"/>
                  <a:pt x="1704738" y="48241"/>
                </a:cubicBezTo>
                <a:lnTo>
                  <a:pt x="1693139" y="46660"/>
                </a:lnTo>
                <a:cubicBezTo>
                  <a:pt x="1694193" y="41680"/>
                  <a:pt x="1695929" y="37658"/>
                  <a:pt x="1698345" y="34595"/>
                </a:cubicBezTo>
                <a:cubicBezTo>
                  <a:pt x="1700762" y="31532"/>
                  <a:pt x="1704255" y="29175"/>
                  <a:pt x="1708824" y="27523"/>
                </a:cubicBezTo>
                <a:cubicBezTo>
                  <a:pt x="1713393" y="25870"/>
                  <a:pt x="1718688" y="25043"/>
                  <a:pt x="1724707" y="25043"/>
                </a:cubicBezTo>
                <a:cubicBezTo>
                  <a:pt x="1730682" y="25043"/>
                  <a:pt x="1735537" y="25746"/>
                  <a:pt x="1739271" y="27152"/>
                </a:cubicBezTo>
                <a:cubicBezTo>
                  <a:pt x="1743006" y="28558"/>
                  <a:pt x="1745752" y="30326"/>
                  <a:pt x="1747509" y="32457"/>
                </a:cubicBezTo>
                <a:cubicBezTo>
                  <a:pt x="1749267" y="34588"/>
                  <a:pt x="1750497" y="37279"/>
                  <a:pt x="1751200" y="40531"/>
                </a:cubicBezTo>
                <a:cubicBezTo>
                  <a:pt x="1751595" y="42552"/>
                  <a:pt x="1751793" y="46198"/>
                  <a:pt x="1751793" y="51470"/>
                </a:cubicBezTo>
                <a:lnTo>
                  <a:pt x="1751793" y="67287"/>
                </a:lnTo>
                <a:cubicBezTo>
                  <a:pt x="1751793" y="78315"/>
                  <a:pt x="1752046" y="85290"/>
                  <a:pt x="1752551" y="88212"/>
                </a:cubicBezTo>
                <a:cubicBezTo>
                  <a:pt x="1753056" y="91133"/>
                  <a:pt x="1754056" y="93934"/>
                  <a:pt x="1755549" y="96614"/>
                </a:cubicBezTo>
                <a:lnTo>
                  <a:pt x="1743160" y="96614"/>
                </a:lnTo>
                <a:cubicBezTo>
                  <a:pt x="1741929" y="94151"/>
                  <a:pt x="1741139" y="91271"/>
                  <a:pt x="1740787" y="87973"/>
                </a:cubicBezTo>
                <a:moveTo>
                  <a:pt x="1739799" y="61422"/>
                </a:moveTo>
                <a:cubicBezTo>
                  <a:pt x="1735493" y="63194"/>
                  <a:pt x="1729034" y="64701"/>
                  <a:pt x="1720423" y="65940"/>
                </a:cubicBezTo>
                <a:cubicBezTo>
                  <a:pt x="1715546" y="66646"/>
                  <a:pt x="1712097" y="67440"/>
                  <a:pt x="1710076" y="68323"/>
                </a:cubicBezTo>
                <a:cubicBezTo>
                  <a:pt x="1708055" y="69205"/>
                  <a:pt x="1706495" y="70495"/>
                  <a:pt x="1705397" y="72195"/>
                </a:cubicBezTo>
                <a:cubicBezTo>
                  <a:pt x="1704299" y="73893"/>
                  <a:pt x="1703749" y="75779"/>
                  <a:pt x="1703749" y="77852"/>
                </a:cubicBezTo>
                <a:cubicBezTo>
                  <a:pt x="1703749" y="81028"/>
                  <a:pt x="1704947" y="83675"/>
                  <a:pt x="1707341" y="85794"/>
                </a:cubicBezTo>
                <a:cubicBezTo>
                  <a:pt x="1709736" y="87911"/>
                  <a:pt x="1713240" y="88969"/>
                  <a:pt x="1717853" y="88969"/>
                </a:cubicBezTo>
                <a:cubicBezTo>
                  <a:pt x="1722422" y="88969"/>
                  <a:pt x="1726486" y="87965"/>
                  <a:pt x="1730045" y="85956"/>
                </a:cubicBezTo>
                <a:cubicBezTo>
                  <a:pt x="1733604" y="83948"/>
                  <a:pt x="1736218" y="81200"/>
                  <a:pt x="1737887" y="77712"/>
                </a:cubicBezTo>
                <a:cubicBezTo>
                  <a:pt x="1739161" y="75018"/>
                  <a:pt x="1739799" y="71045"/>
                  <a:pt x="1739799" y="65792"/>
                </a:cubicBezTo>
                <a:lnTo>
                  <a:pt x="1739799" y="61422"/>
                </a:lnTo>
                <a:close/>
                <a:moveTo>
                  <a:pt x="1770159" y="96614"/>
                </a:moveTo>
                <a:lnTo>
                  <a:pt x="1770159" y="26625"/>
                </a:lnTo>
                <a:lnTo>
                  <a:pt x="1780836" y="26625"/>
                </a:lnTo>
                <a:lnTo>
                  <a:pt x="1780836" y="36510"/>
                </a:lnTo>
                <a:cubicBezTo>
                  <a:pt x="1785976" y="28866"/>
                  <a:pt x="1793401" y="25043"/>
                  <a:pt x="1803111" y="25043"/>
                </a:cubicBezTo>
                <a:cubicBezTo>
                  <a:pt x="1807329" y="25043"/>
                  <a:pt x="1811206" y="25801"/>
                  <a:pt x="1814743" y="27317"/>
                </a:cubicBezTo>
                <a:cubicBezTo>
                  <a:pt x="1818280" y="28833"/>
                  <a:pt x="1820927" y="30821"/>
                  <a:pt x="1822684" y="33281"/>
                </a:cubicBezTo>
                <a:cubicBezTo>
                  <a:pt x="1824442" y="35742"/>
                  <a:pt x="1825672" y="38663"/>
                  <a:pt x="1826375" y="42046"/>
                </a:cubicBezTo>
                <a:cubicBezTo>
                  <a:pt x="1826814" y="44243"/>
                  <a:pt x="1827034" y="48087"/>
                  <a:pt x="1827034" y="53579"/>
                </a:cubicBezTo>
                <a:lnTo>
                  <a:pt x="1827034" y="96614"/>
                </a:lnTo>
                <a:lnTo>
                  <a:pt x="1815171" y="96614"/>
                </a:lnTo>
                <a:lnTo>
                  <a:pt x="1815171" y="53995"/>
                </a:lnTo>
                <a:cubicBezTo>
                  <a:pt x="1815171" y="49157"/>
                  <a:pt x="1814710" y="45539"/>
                  <a:pt x="1813787" y="43142"/>
                </a:cubicBezTo>
                <a:cubicBezTo>
                  <a:pt x="1812865" y="40745"/>
                  <a:pt x="1811228" y="38831"/>
                  <a:pt x="1808877" y="37402"/>
                </a:cubicBezTo>
                <a:cubicBezTo>
                  <a:pt x="1806527" y="35973"/>
                  <a:pt x="1803770" y="35258"/>
                  <a:pt x="1800607" y="35258"/>
                </a:cubicBezTo>
                <a:cubicBezTo>
                  <a:pt x="1795554" y="35258"/>
                  <a:pt x="1791193" y="36864"/>
                  <a:pt x="1787525" y="40075"/>
                </a:cubicBezTo>
                <a:cubicBezTo>
                  <a:pt x="1783856" y="43285"/>
                  <a:pt x="1782022" y="49377"/>
                  <a:pt x="1782022" y="58349"/>
                </a:cubicBezTo>
                <a:lnTo>
                  <a:pt x="1782022" y="96614"/>
                </a:lnTo>
                <a:lnTo>
                  <a:pt x="1770159" y="96614"/>
                </a:lnTo>
                <a:close/>
                <a:moveTo>
                  <a:pt x="1844675" y="123635"/>
                </a:moveTo>
                <a:lnTo>
                  <a:pt x="1843357" y="112497"/>
                </a:lnTo>
                <a:cubicBezTo>
                  <a:pt x="1845950" y="113200"/>
                  <a:pt x="1848212" y="113551"/>
                  <a:pt x="1850145" y="113551"/>
                </a:cubicBezTo>
                <a:cubicBezTo>
                  <a:pt x="1852781" y="113551"/>
                  <a:pt x="1854890" y="113106"/>
                  <a:pt x="1856472" y="112217"/>
                </a:cubicBezTo>
                <a:cubicBezTo>
                  <a:pt x="1858054" y="111328"/>
                  <a:pt x="1859350" y="110084"/>
                  <a:pt x="1860360" y="108483"/>
                </a:cubicBezTo>
                <a:cubicBezTo>
                  <a:pt x="1861107" y="107283"/>
                  <a:pt x="1862315" y="104305"/>
                  <a:pt x="1863985" y="99549"/>
                </a:cubicBezTo>
                <a:cubicBezTo>
                  <a:pt x="1864205" y="98882"/>
                  <a:pt x="1864556" y="97903"/>
                  <a:pt x="1865039" y="96614"/>
                </a:cubicBezTo>
                <a:lnTo>
                  <a:pt x="1838480" y="26625"/>
                </a:lnTo>
                <a:lnTo>
                  <a:pt x="1851266" y="26625"/>
                </a:lnTo>
                <a:lnTo>
                  <a:pt x="1865830" y="67061"/>
                </a:lnTo>
                <a:cubicBezTo>
                  <a:pt x="1867720" y="72190"/>
                  <a:pt x="1869411" y="77582"/>
                  <a:pt x="1870905" y="83236"/>
                </a:cubicBezTo>
                <a:cubicBezTo>
                  <a:pt x="1872267" y="77800"/>
                  <a:pt x="1873892" y="72496"/>
                  <a:pt x="1875782" y="67324"/>
                </a:cubicBezTo>
                <a:lnTo>
                  <a:pt x="1890742" y="26625"/>
                </a:lnTo>
                <a:lnTo>
                  <a:pt x="1902604" y="26625"/>
                </a:lnTo>
                <a:lnTo>
                  <a:pt x="1875979" y="97848"/>
                </a:lnTo>
                <a:cubicBezTo>
                  <a:pt x="1873124" y="105542"/>
                  <a:pt x="1870905" y="110840"/>
                  <a:pt x="1869323" y="113741"/>
                </a:cubicBezTo>
                <a:cubicBezTo>
                  <a:pt x="1867214" y="117654"/>
                  <a:pt x="1864798" y="120523"/>
                  <a:pt x="1862074" y="122347"/>
                </a:cubicBezTo>
                <a:cubicBezTo>
                  <a:pt x="1859350" y="124172"/>
                  <a:pt x="1856099" y="125084"/>
                  <a:pt x="1852320" y="125084"/>
                </a:cubicBezTo>
                <a:cubicBezTo>
                  <a:pt x="1850036" y="125084"/>
                  <a:pt x="1847487" y="124601"/>
                  <a:pt x="1844675" y="1236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constitutionalrights.">
            <a:extLst xmlns:a="http://schemas.openxmlformats.org/drawingml/2006/main">
              <a:ext uri="{FF2B5EF4-FFF2-40B4-BE49-F238E27FC236}">
                <a16:creationId xmlns:a16="http://schemas.microsoft.com/office/drawing/2014/main" id="{796612FC-7735-4AFA-BFCC-BF09345C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369" y="7062685"/>
            <a:ext cx="1175702" cy="125084"/>
          </a:xfrm>
          <a:custGeom xmlns:a="http://schemas.openxmlformats.org/drawingml/2006/main">
            <a:pathLst>
              <a:path w="1175702" h="125084">
                <a:moveTo>
                  <a:pt x="49296" y="70912"/>
                </a:moveTo>
                <a:lnTo>
                  <a:pt x="60961" y="72428"/>
                </a:lnTo>
                <a:cubicBezTo>
                  <a:pt x="59686" y="80488"/>
                  <a:pt x="56424" y="86799"/>
                  <a:pt x="51174" y="91358"/>
                </a:cubicBezTo>
                <a:cubicBezTo>
                  <a:pt x="45924" y="95917"/>
                  <a:pt x="39476" y="98196"/>
                  <a:pt x="31831" y="98196"/>
                </a:cubicBezTo>
                <a:cubicBezTo>
                  <a:pt x="22253" y="98196"/>
                  <a:pt x="14554" y="95065"/>
                  <a:pt x="8732" y="88805"/>
                </a:cubicBezTo>
                <a:cubicBezTo>
                  <a:pt x="2911" y="82544"/>
                  <a:pt x="0" y="73570"/>
                  <a:pt x="0" y="61883"/>
                </a:cubicBezTo>
                <a:cubicBezTo>
                  <a:pt x="0" y="54326"/>
                  <a:pt x="1252" y="47714"/>
                  <a:pt x="3756" y="42046"/>
                </a:cubicBezTo>
                <a:cubicBezTo>
                  <a:pt x="6261" y="36379"/>
                  <a:pt x="10072" y="32128"/>
                  <a:pt x="15191" y="29294"/>
                </a:cubicBezTo>
                <a:cubicBezTo>
                  <a:pt x="20309" y="26460"/>
                  <a:pt x="25878" y="25043"/>
                  <a:pt x="31897" y="25043"/>
                </a:cubicBezTo>
                <a:cubicBezTo>
                  <a:pt x="39498" y="25043"/>
                  <a:pt x="45715" y="26972"/>
                  <a:pt x="50548" y="30828"/>
                </a:cubicBezTo>
                <a:cubicBezTo>
                  <a:pt x="55381" y="34684"/>
                  <a:pt x="58478" y="40158"/>
                  <a:pt x="59840" y="47253"/>
                </a:cubicBezTo>
                <a:lnTo>
                  <a:pt x="48307" y="49032"/>
                </a:lnTo>
                <a:cubicBezTo>
                  <a:pt x="47209" y="44353"/>
                  <a:pt x="45265" y="40833"/>
                  <a:pt x="42475" y="38471"/>
                </a:cubicBezTo>
                <a:cubicBezTo>
                  <a:pt x="39685" y="36109"/>
                  <a:pt x="36313" y="34929"/>
                  <a:pt x="32358" y="34929"/>
                </a:cubicBezTo>
                <a:cubicBezTo>
                  <a:pt x="26383" y="34929"/>
                  <a:pt x="21528" y="37060"/>
                  <a:pt x="17794" y="41323"/>
                </a:cubicBezTo>
                <a:cubicBezTo>
                  <a:pt x="14059" y="45585"/>
                  <a:pt x="12192" y="52329"/>
                  <a:pt x="12192" y="61554"/>
                </a:cubicBezTo>
                <a:cubicBezTo>
                  <a:pt x="12192" y="70911"/>
                  <a:pt x="13993" y="77710"/>
                  <a:pt x="17596" y="81951"/>
                </a:cubicBezTo>
                <a:cubicBezTo>
                  <a:pt x="21199" y="86190"/>
                  <a:pt x="25900" y="88310"/>
                  <a:pt x="31699" y="88310"/>
                </a:cubicBezTo>
                <a:cubicBezTo>
                  <a:pt x="36357" y="88310"/>
                  <a:pt x="40245" y="86888"/>
                  <a:pt x="43364" y="84043"/>
                </a:cubicBezTo>
                <a:cubicBezTo>
                  <a:pt x="46484" y="81198"/>
                  <a:pt x="48461" y="76821"/>
                  <a:pt x="49296" y="70912"/>
                </a:cubicBezTo>
                <a:close/>
                <a:moveTo>
                  <a:pt x="66694" y="61620"/>
                </a:moveTo>
                <a:cubicBezTo>
                  <a:pt x="66694" y="48659"/>
                  <a:pt x="70297" y="39059"/>
                  <a:pt x="77502" y="32820"/>
                </a:cubicBezTo>
                <a:cubicBezTo>
                  <a:pt x="83521" y="27635"/>
                  <a:pt x="90859" y="25043"/>
                  <a:pt x="99514" y="25043"/>
                </a:cubicBezTo>
                <a:cubicBezTo>
                  <a:pt x="109136" y="25043"/>
                  <a:pt x="117000" y="28196"/>
                  <a:pt x="123107" y="34500"/>
                </a:cubicBezTo>
                <a:cubicBezTo>
                  <a:pt x="129214" y="40805"/>
                  <a:pt x="132268" y="49515"/>
                  <a:pt x="132268" y="60631"/>
                </a:cubicBezTo>
                <a:cubicBezTo>
                  <a:pt x="132268" y="69638"/>
                  <a:pt x="130917" y="76722"/>
                  <a:pt x="128215" y="81885"/>
                </a:cubicBezTo>
                <a:cubicBezTo>
                  <a:pt x="125513" y="87047"/>
                  <a:pt x="121581" y="91056"/>
                  <a:pt x="116418" y="93912"/>
                </a:cubicBezTo>
                <a:cubicBezTo>
                  <a:pt x="111256" y="96768"/>
                  <a:pt x="105621" y="98196"/>
                  <a:pt x="99514" y="98196"/>
                </a:cubicBezTo>
                <a:cubicBezTo>
                  <a:pt x="89716" y="98196"/>
                  <a:pt x="81797" y="95054"/>
                  <a:pt x="75756" y="88772"/>
                </a:cubicBezTo>
                <a:cubicBezTo>
                  <a:pt x="69715" y="82489"/>
                  <a:pt x="66694" y="73438"/>
                  <a:pt x="66694" y="61620"/>
                </a:cubicBezTo>
                <a:moveTo>
                  <a:pt x="78886" y="61587"/>
                </a:moveTo>
                <a:cubicBezTo>
                  <a:pt x="78886" y="70516"/>
                  <a:pt x="80841" y="77203"/>
                  <a:pt x="84752" y="81646"/>
                </a:cubicBezTo>
                <a:cubicBezTo>
                  <a:pt x="88662" y="86089"/>
                  <a:pt x="93583" y="88310"/>
                  <a:pt x="99514" y="88310"/>
                </a:cubicBezTo>
                <a:cubicBezTo>
                  <a:pt x="105401" y="88310"/>
                  <a:pt x="110300" y="86078"/>
                  <a:pt x="114210" y="81613"/>
                </a:cubicBezTo>
                <a:cubicBezTo>
                  <a:pt x="118121" y="77148"/>
                  <a:pt x="120076" y="70341"/>
                  <a:pt x="120076" y="61193"/>
                </a:cubicBezTo>
                <a:cubicBezTo>
                  <a:pt x="120076" y="52570"/>
                  <a:pt x="118110" y="46036"/>
                  <a:pt x="114177" y="41593"/>
                </a:cubicBezTo>
                <a:cubicBezTo>
                  <a:pt x="110245" y="37150"/>
                  <a:pt x="105357" y="34929"/>
                  <a:pt x="99514" y="34929"/>
                </a:cubicBezTo>
                <a:cubicBezTo>
                  <a:pt x="93583" y="34929"/>
                  <a:pt x="88662" y="37139"/>
                  <a:pt x="84752" y="41560"/>
                </a:cubicBezTo>
                <a:cubicBezTo>
                  <a:pt x="80841" y="45981"/>
                  <a:pt x="78886" y="52657"/>
                  <a:pt x="78886" y="61587"/>
                </a:cubicBezTo>
                <a:close/>
                <a:moveTo>
                  <a:pt x="146153" y="96614"/>
                </a:moveTo>
                <a:lnTo>
                  <a:pt x="146153" y="26625"/>
                </a:lnTo>
                <a:lnTo>
                  <a:pt x="156829" y="26625"/>
                </a:lnTo>
                <a:lnTo>
                  <a:pt x="156829" y="36510"/>
                </a:lnTo>
                <a:cubicBezTo>
                  <a:pt x="161970" y="28866"/>
                  <a:pt x="169395" y="25043"/>
                  <a:pt x="179105" y="25043"/>
                </a:cubicBezTo>
                <a:cubicBezTo>
                  <a:pt x="183323" y="25043"/>
                  <a:pt x="187200" y="25801"/>
                  <a:pt x="190737" y="27317"/>
                </a:cubicBezTo>
                <a:cubicBezTo>
                  <a:pt x="194273" y="28833"/>
                  <a:pt x="196921" y="30821"/>
                  <a:pt x="198678" y="33281"/>
                </a:cubicBezTo>
                <a:cubicBezTo>
                  <a:pt x="200435" y="35742"/>
                  <a:pt x="201666" y="38663"/>
                  <a:pt x="202369" y="42046"/>
                </a:cubicBezTo>
                <a:cubicBezTo>
                  <a:pt x="202808" y="44243"/>
                  <a:pt x="203028" y="48087"/>
                  <a:pt x="203028" y="53579"/>
                </a:cubicBezTo>
                <a:lnTo>
                  <a:pt x="203028" y="96614"/>
                </a:lnTo>
                <a:lnTo>
                  <a:pt x="191165" y="96614"/>
                </a:lnTo>
                <a:lnTo>
                  <a:pt x="191165" y="53995"/>
                </a:lnTo>
                <a:cubicBezTo>
                  <a:pt x="191165" y="49157"/>
                  <a:pt x="190704" y="45539"/>
                  <a:pt x="189781" y="43142"/>
                </a:cubicBezTo>
                <a:cubicBezTo>
                  <a:pt x="188858" y="40745"/>
                  <a:pt x="187222" y="38831"/>
                  <a:pt x="184871" y="37402"/>
                </a:cubicBezTo>
                <a:cubicBezTo>
                  <a:pt x="182521" y="35973"/>
                  <a:pt x="179764" y="35258"/>
                  <a:pt x="176600" y="35258"/>
                </a:cubicBezTo>
                <a:cubicBezTo>
                  <a:pt x="171548" y="35258"/>
                  <a:pt x="167187" y="36864"/>
                  <a:pt x="163519" y="40075"/>
                </a:cubicBezTo>
                <a:cubicBezTo>
                  <a:pt x="159850" y="43285"/>
                  <a:pt x="158016" y="49377"/>
                  <a:pt x="158016" y="58349"/>
                </a:cubicBezTo>
                <a:lnTo>
                  <a:pt x="158016" y="96614"/>
                </a:lnTo>
                <a:lnTo>
                  <a:pt x="146153" y="96614"/>
                </a:lnTo>
                <a:close/>
                <a:moveTo>
                  <a:pt x="216451" y="75657"/>
                </a:moveTo>
                <a:lnTo>
                  <a:pt x="228182" y="73812"/>
                </a:lnTo>
                <a:cubicBezTo>
                  <a:pt x="228841" y="78492"/>
                  <a:pt x="230675" y="82079"/>
                  <a:pt x="233685" y="84572"/>
                </a:cubicBezTo>
                <a:cubicBezTo>
                  <a:pt x="236694" y="87064"/>
                  <a:pt x="240901" y="88310"/>
                  <a:pt x="246305" y="88310"/>
                </a:cubicBezTo>
                <a:cubicBezTo>
                  <a:pt x="251753" y="88310"/>
                  <a:pt x="255795" y="87210"/>
                  <a:pt x="258431" y="85009"/>
                </a:cubicBezTo>
                <a:cubicBezTo>
                  <a:pt x="261067" y="82807"/>
                  <a:pt x="262385" y="80224"/>
                  <a:pt x="262385" y="77261"/>
                </a:cubicBezTo>
                <a:cubicBezTo>
                  <a:pt x="262385" y="74602"/>
                  <a:pt x="261221" y="72509"/>
                  <a:pt x="258893" y="70984"/>
                </a:cubicBezTo>
                <a:cubicBezTo>
                  <a:pt x="257267" y="69938"/>
                  <a:pt x="253225" y="68608"/>
                  <a:pt x="246766" y="66995"/>
                </a:cubicBezTo>
                <a:cubicBezTo>
                  <a:pt x="238067" y="64797"/>
                  <a:pt x="232037" y="62895"/>
                  <a:pt x="228676" y="61290"/>
                </a:cubicBezTo>
                <a:cubicBezTo>
                  <a:pt x="225315" y="59685"/>
                  <a:pt x="222767" y="57464"/>
                  <a:pt x="221031" y="54628"/>
                </a:cubicBezTo>
                <a:cubicBezTo>
                  <a:pt x="219296" y="51791"/>
                  <a:pt x="218428" y="48658"/>
                  <a:pt x="218428" y="45228"/>
                </a:cubicBezTo>
                <a:cubicBezTo>
                  <a:pt x="218428" y="42106"/>
                  <a:pt x="219142" y="39214"/>
                  <a:pt x="220570" y="36554"/>
                </a:cubicBezTo>
                <a:cubicBezTo>
                  <a:pt x="221998" y="33893"/>
                  <a:pt x="223942" y="31683"/>
                  <a:pt x="226402" y="29924"/>
                </a:cubicBezTo>
                <a:cubicBezTo>
                  <a:pt x="228248" y="28561"/>
                  <a:pt x="230763" y="27407"/>
                  <a:pt x="233948" y="26462"/>
                </a:cubicBezTo>
                <a:cubicBezTo>
                  <a:pt x="237133" y="25516"/>
                  <a:pt x="240549" y="25043"/>
                  <a:pt x="244196" y="25043"/>
                </a:cubicBezTo>
                <a:cubicBezTo>
                  <a:pt x="249688" y="25043"/>
                  <a:pt x="254510" y="25840"/>
                  <a:pt x="258662" y="27432"/>
                </a:cubicBezTo>
                <a:cubicBezTo>
                  <a:pt x="262814" y="29024"/>
                  <a:pt x="265878" y="31180"/>
                  <a:pt x="267855" y="33901"/>
                </a:cubicBezTo>
                <a:cubicBezTo>
                  <a:pt x="269832" y="36621"/>
                  <a:pt x="271194" y="40259"/>
                  <a:pt x="271941" y="44814"/>
                </a:cubicBezTo>
                <a:lnTo>
                  <a:pt x="260342" y="46396"/>
                </a:lnTo>
                <a:cubicBezTo>
                  <a:pt x="259815" y="42793"/>
                  <a:pt x="258288" y="39981"/>
                  <a:pt x="255762" y="37960"/>
                </a:cubicBezTo>
                <a:cubicBezTo>
                  <a:pt x="253236" y="35939"/>
                  <a:pt x="249666" y="34929"/>
                  <a:pt x="245053" y="34929"/>
                </a:cubicBezTo>
                <a:cubicBezTo>
                  <a:pt x="239605" y="34929"/>
                  <a:pt x="235717" y="35825"/>
                  <a:pt x="233388" y="37618"/>
                </a:cubicBezTo>
                <a:cubicBezTo>
                  <a:pt x="231059" y="39410"/>
                  <a:pt x="229895" y="41509"/>
                  <a:pt x="229895" y="43914"/>
                </a:cubicBezTo>
                <a:cubicBezTo>
                  <a:pt x="229895" y="45444"/>
                  <a:pt x="230378" y="46821"/>
                  <a:pt x="231345" y="48046"/>
                </a:cubicBezTo>
                <a:cubicBezTo>
                  <a:pt x="232312" y="49313"/>
                  <a:pt x="233827" y="50362"/>
                  <a:pt x="235892" y="51192"/>
                </a:cubicBezTo>
                <a:cubicBezTo>
                  <a:pt x="237079" y="51630"/>
                  <a:pt x="240571" y="52636"/>
                  <a:pt x="246371" y="54210"/>
                </a:cubicBezTo>
                <a:cubicBezTo>
                  <a:pt x="254763" y="56449"/>
                  <a:pt x="260617" y="58282"/>
                  <a:pt x="263934" y="59708"/>
                </a:cubicBezTo>
                <a:cubicBezTo>
                  <a:pt x="267251" y="61135"/>
                  <a:pt x="269854" y="63209"/>
                  <a:pt x="271744" y="65932"/>
                </a:cubicBezTo>
                <a:cubicBezTo>
                  <a:pt x="273633" y="68653"/>
                  <a:pt x="274578" y="72033"/>
                  <a:pt x="274578" y="76071"/>
                </a:cubicBezTo>
                <a:cubicBezTo>
                  <a:pt x="274578" y="80022"/>
                  <a:pt x="273424" y="83743"/>
                  <a:pt x="271118" y="87233"/>
                </a:cubicBezTo>
                <a:cubicBezTo>
                  <a:pt x="268811" y="90722"/>
                  <a:pt x="265483" y="93421"/>
                  <a:pt x="261133" y="95331"/>
                </a:cubicBezTo>
                <a:cubicBezTo>
                  <a:pt x="256784" y="97241"/>
                  <a:pt x="251863" y="98196"/>
                  <a:pt x="246371" y="98196"/>
                </a:cubicBezTo>
                <a:cubicBezTo>
                  <a:pt x="237276" y="98196"/>
                  <a:pt x="230345" y="96301"/>
                  <a:pt x="225578" y="92512"/>
                </a:cubicBezTo>
                <a:cubicBezTo>
                  <a:pt x="220811" y="88722"/>
                  <a:pt x="217769" y="83104"/>
                  <a:pt x="216451" y="75657"/>
                </a:cubicBezTo>
                <a:close/>
                <a:moveTo>
                  <a:pt x="314581" y="86136"/>
                </a:moveTo>
                <a:lnTo>
                  <a:pt x="316295" y="96614"/>
                </a:lnTo>
                <a:cubicBezTo>
                  <a:pt x="312956" y="97229"/>
                  <a:pt x="309968" y="97537"/>
                  <a:pt x="307332" y="97537"/>
                </a:cubicBezTo>
                <a:cubicBezTo>
                  <a:pt x="303026" y="97537"/>
                  <a:pt x="299687" y="96856"/>
                  <a:pt x="297314" y="95494"/>
                </a:cubicBezTo>
                <a:cubicBezTo>
                  <a:pt x="294942" y="94132"/>
                  <a:pt x="293272" y="92341"/>
                  <a:pt x="292306" y="90123"/>
                </a:cubicBezTo>
                <a:cubicBezTo>
                  <a:pt x="291339" y="87904"/>
                  <a:pt x="290856" y="83236"/>
                  <a:pt x="290856" y="76118"/>
                </a:cubicBezTo>
                <a:lnTo>
                  <a:pt x="290856" y="35851"/>
                </a:lnTo>
                <a:lnTo>
                  <a:pt x="282157" y="35851"/>
                </a:lnTo>
                <a:lnTo>
                  <a:pt x="282157" y="26625"/>
                </a:lnTo>
                <a:lnTo>
                  <a:pt x="290856" y="26625"/>
                </a:lnTo>
                <a:lnTo>
                  <a:pt x="290856" y="9245"/>
                </a:lnTo>
                <a:lnTo>
                  <a:pt x="302653" y="2109"/>
                </a:lnTo>
                <a:lnTo>
                  <a:pt x="302653" y="26625"/>
                </a:lnTo>
                <a:lnTo>
                  <a:pt x="314581" y="26625"/>
                </a:lnTo>
                <a:lnTo>
                  <a:pt x="314581" y="35851"/>
                </a:lnTo>
                <a:lnTo>
                  <a:pt x="302653" y="35851"/>
                </a:lnTo>
                <a:lnTo>
                  <a:pt x="302653" y="76777"/>
                </a:lnTo>
                <a:cubicBezTo>
                  <a:pt x="302653" y="80160"/>
                  <a:pt x="302861" y="82335"/>
                  <a:pt x="303279" y="83302"/>
                </a:cubicBezTo>
                <a:cubicBezTo>
                  <a:pt x="303696" y="84268"/>
                  <a:pt x="304377" y="85037"/>
                  <a:pt x="305322" y="85608"/>
                </a:cubicBezTo>
                <a:cubicBezTo>
                  <a:pt x="306266" y="86179"/>
                  <a:pt x="307617" y="86465"/>
                  <a:pt x="309375" y="86465"/>
                </a:cubicBezTo>
                <a:cubicBezTo>
                  <a:pt x="310693" y="86465"/>
                  <a:pt x="312428" y="86355"/>
                  <a:pt x="314581" y="86136"/>
                </a:cubicBezTo>
                <a:close/>
                <a:moveTo>
                  <a:pt x="326268" y="13708"/>
                </a:moveTo>
                <a:lnTo>
                  <a:pt x="326268" y="0"/>
                </a:lnTo>
                <a:lnTo>
                  <a:pt x="338131" y="0"/>
                </a:lnTo>
                <a:lnTo>
                  <a:pt x="338131" y="13708"/>
                </a:lnTo>
                <a:lnTo>
                  <a:pt x="326268" y="13708"/>
                </a:lnTo>
                <a:moveTo>
                  <a:pt x="326268" y="96614"/>
                </a:moveTo>
                <a:lnTo>
                  <a:pt x="326268" y="26625"/>
                </a:lnTo>
                <a:lnTo>
                  <a:pt x="338131" y="26625"/>
                </a:lnTo>
                <a:lnTo>
                  <a:pt x="338131" y="96614"/>
                </a:lnTo>
                <a:lnTo>
                  <a:pt x="326268" y="96614"/>
                </a:lnTo>
                <a:close/>
                <a:moveTo>
                  <a:pt x="382066" y="86136"/>
                </a:moveTo>
                <a:lnTo>
                  <a:pt x="383779" y="96614"/>
                </a:lnTo>
                <a:cubicBezTo>
                  <a:pt x="380440" y="97229"/>
                  <a:pt x="377453" y="97537"/>
                  <a:pt x="374817" y="97537"/>
                </a:cubicBezTo>
                <a:cubicBezTo>
                  <a:pt x="370511" y="97537"/>
                  <a:pt x="367172" y="96856"/>
                  <a:pt x="364799" y="95494"/>
                </a:cubicBezTo>
                <a:cubicBezTo>
                  <a:pt x="362427" y="94132"/>
                  <a:pt x="360757" y="92341"/>
                  <a:pt x="359791" y="90123"/>
                </a:cubicBezTo>
                <a:cubicBezTo>
                  <a:pt x="358824" y="87904"/>
                  <a:pt x="358341" y="83236"/>
                  <a:pt x="358341" y="76118"/>
                </a:cubicBezTo>
                <a:lnTo>
                  <a:pt x="358341" y="35851"/>
                </a:lnTo>
                <a:lnTo>
                  <a:pt x="349641" y="35851"/>
                </a:lnTo>
                <a:lnTo>
                  <a:pt x="349641" y="26625"/>
                </a:lnTo>
                <a:lnTo>
                  <a:pt x="358341" y="26625"/>
                </a:lnTo>
                <a:lnTo>
                  <a:pt x="358341" y="9245"/>
                </a:lnTo>
                <a:lnTo>
                  <a:pt x="370137" y="2109"/>
                </a:lnTo>
                <a:lnTo>
                  <a:pt x="370137" y="26625"/>
                </a:lnTo>
                <a:lnTo>
                  <a:pt x="382066" y="26625"/>
                </a:lnTo>
                <a:lnTo>
                  <a:pt x="382066" y="35851"/>
                </a:lnTo>
                <a:lnTo>
                  <a:pt x="370137" y="35851"/>
                </a:lnTo>
                <a:lnTo>
                  <a:pt x="370137" y="76777"/>
                </a:lnTo>
                <a:cubicBezTo>
                  <a:pt x="370137" y="80160"/>
                  <a:pt x="370346" y="82335"/>
                  <a:pt x="370763" y="83302"/>
                </a:cubicBezTo>
                <a:cubicBezTo>
                  <a:pt x="371181" y="84268"/>
                  <a:pt x="371862" y="85037"/>
                  <a:pt x="372806" y="85608"/>
                </a:cubicBezTo>
                <a:cubicBezTo>
                  <a:pt x="373751" y="86179"/>
                  <a:pt x="375102" y="86465"/>
                  <a:pt x="376860" y="86465"/>
                </a:cubicBezTo>
                <a:cubicBezTo>
                  <a:pt x="378178" y="86465"/>
                  <a:pt x="379913" y="86355"/>
                  <a:pt x="382066" y="86136"/>
                </a:cubicBezTo>
                <a:close/>
                <a:moveTo>
                  <a:pt x="439557" y="96614"/>
                </a:moveTo>
                <a:lnTo>
                  <a:pt x="439557" y="86333"/>
                </a:lnTo>
                <a:cubicBezTo>
                  <a:pt x="434109" y="94242"/>
                  <a:pt x="426706" y="98196"/>
                  <a:pt x="417347" y="98196"/>
                </a:cubicBezTo>
                <a:cubicBezTo>
                  <a:pt x="413217" y="98196"/>
                  <a:pt x="409362" y="97405"/>
                  <a:pt x="405781" y="95823"/>
                </a:cubicBezTo>
                <a:cubicBezTo>
                  <a:pt x="402201" y="94242"/>
                  <a:pt x="399542" y="92254"/>
                  <a:pt x="397807" y="89859"/>
                </a:cubicBezTo>
                <a:cubicBezTo>
                  <a:pt x="396072" y="87465"/>
                  <a:pt x="394852" y="84532"/>
                  <a:pt x="394149" y="81061"/>
                </a:cubicBezTo>
                <a:cubicBezTo>
                  <a:pt x="393666" y="78732"/>
                  <a:pt x="393424" y="75042"/>
                  <a:pt x="393424" y="69989"/>
                </a:cubicBezTo>
                <a:lnTo>
                  <a:pt x="393424" y="26625"/>
                </a:lnTo>
                <a:lnTo>
                  <a:pt x="405287" y="26625"/>
                </a:lnTo>
                <a:lnTo>
                  <a:pt x="405287" y="65442"/>
                </a:lnTo>
                <a:cubicBezTo>
                  <a:pt x="405287" y="71637"/>
                  <a:pt x="405529" y="75811"/>
                  <a:pt x="406012" y="77964"/>
                </a:cubicBezTo>
                <a:cubicBezTo>
                  <a:pt x="406759" y="81083"/>
                  <a:pt x="408340" y="83532"/>
                  <a:pt x="410757" y="85312"/>
                </a:cubicBezTo>
                <a:cubicBezTo>
                  <a:pt x="413173" y="87091"/>
                  <a:pt x="416161" y="87981"/>
                  <a:pt x="419720" y="87981"/>
                </a:cubicBezTo>
                <a:cubicBezTo>
                  <a:pt x="423279" y="87981"/>
                  <a:pt x="426618" y="87069"/>
                  <a:pt x="429737" y="85246"/>
                </a:cubicBezTo>
                <a:cubicBezTo>
                  <a:pt x="432857" y="83423"/>
                  <a:pt x="435064" y="80940"/>
                  <a:pt x="436360" y="77799"/>
                </a:cubicBezTo>
                <a:cubicBezTo>
                  <a:pt x="437656" y="74657"/>
                  <a:pt x="438305" y="70099"/>
                  <a:pt x="438305" y="64124"/>
                </a:cubicBezTo>
                <a:lnTo>
                  <a:pt x="438305" y="26625"/>
                </a:lnTo>
                <a:lnTo>
                  <a:pt x="450167" y="26625"/>
                </a:lnTo>
                <a:lnTo>
                  <a:pt x="450167" y="96614"/>
                </a:lnTo>
                <a:lnTo>
                  <a:pt x="439557" y="96614"/>
                </a:lnTo>
                <a:close/>
                <a:moveTo>
                  <a:pt x="494631" y="86136"/>
                </a:moveTo>
                <a:lnTo>
                  <a:pt x="496345" y="96614"/>
                </a:lnTo>
                <a:cubicBezTo>
                  <a:pt x="493006" y="97229"/>
                  <a:pt x="490018" y="97537"/>
                  <a:pt x="487382" y="97537"/>
                </a:cubicBezTo>
                <a:cubicBezTo>
                  <a:pt x="483076" y="97537"/>
                  <a:pt x="479737" y="96856"/>
                  <a:pt x="477365" y="95494"/>
                </a:cubicBezTo>
                <a:cubicBezTo>
                  <a:pt x="474992" y="94132"/>
                  <a:pt x="473323" y="92341"/>
                  <a:pt x="472356" y="90123"/>
                </a:cubicBezTo>
                <a:cubicBezTo>
                  <a:pt x="471389" y="87904"/>
                  <a:pt x="470906" y="83236"/>
                  <a:pt x="470906" y="76118"/>
                </a:cubicBezTo>
                <a:lnTo>
                  <a:pt x="470906" y="35851"/>
                </a:lnTo>
                <a:lnTo>
                  <a:pt x="462207" y="35851"/>
                </a:lnTo>
                <a:lnTo>
                  <a:pt x="462207" y="26625"/>
                </a:lnTo>
                <a:lnTo>
                  <a:pt x="470906" y="26625"/>
                </a:lnTo>
                <a:lnTo>
                  <a:pt x="470906" y="9245"/>
                </a:lnTo>
                <a:lnTo>
                  <a:pt x="482703" y="2109"/>
                </a:lnTo>
                <a:lnTo>
                  <a:pt x="482703" y="26625"/>
                </a:lnTo>
                <a:lnTo>
                  <a:pt x="494631" y="26625"/>
                </a:lnTo>
                <a:lnTo>
                  <a:pt x="494631" y="35851"/>
                </a:lnTo>
                <a:lnTo>
                  <a:pt x="482703" y="35851"/>
                </a:lnTo>
                <a:lnTo>
                  <a:pt x="482703" y="76777"/>
                </a:lnTo>
                <a:cubicBezTo>
                  <a:pt x="482703" y="80160"/>
                  <a:pt x="482912" y="82335"/>
                  <a:pt x="483329" y="83302"/>
                </a:cubicBezTo>
                <a:cubicBezTo>
                  <a:pt x="483746" y="84268"/>
                  <a:pt x="484427" y="85037"/>
                  <a:pt x="485372" y="85608"/>
                </a:cubicBezTo>
                <a:cubicBezTo>
                  <a:pt x="486317" y="86179"/>
                  <a:pt x="487668" y="86465"/>
                  <a:pt x="489425" y="86465"/>
                </a:cubicBezTo>
                <a:cubicBezTo>
                  <a:pt x="490743" y="86465"/>
                  <a:pt x="492479" y="86355"/>
                  <a:pt x="494631" y="86136"/>
                </a:cubicBezTo>
                <a:close/>
                <a:moveTo>
                  <a:pt x="506318" y="13708"/>
                </a:moveTo>
                <a:lnTo>
                  <a:pt x="506318" y="0"/>
                </a:lnTo>
                <a:lnTo>
                  <a:pt x="518181" y="0"/>
                </a:lnTo>
                <a:lnTo>
                  <a:pt x="518181" y="13708"/>
                </a:lnTo>
                <a:lnTo>
                  <a:pt x="506318" y="13708"/>
                </a:lnTo>
                <a:moveTo>
                  <a:pt x="506318" y="96614"/>
                </a:moveTo>
                <a:lnTo>
                  <a:pt x="506318" y="26625"/>
                </a:lnTo>
                <a:lnTo>
                  <a:pt x="518181" y="26625"/>
                </a:lnTo>
                <a:lnTo>
                  <a:pt x="518181" y="96614"/>
                </a:lnTo>
                <a:lnTo>
                  <a:pt x="506318" y="96614"/>
                </a:lnTo>
                <a:close/>
                <a:moveTo>
                  <a:pt x="531800" y="61620"/>
                </a:moveTo>
                <a:cubicBezTo>
                  <a:pt x="531800" y="48659"/>
                  <a:pt x="535403" y="39059"/>
                  <a:pt x="542608" y="32820"/>
                </a:cubicBezTo>
                <a:cubicBezTo>
                  <a:pt x="548628" y="27635"/>
                  <a:pt x="555965" y="25043"/>
                  <a:pt x="564620" y="25043"/>
                </a:cubicBezTo>
                <a:cubicBezTo>
                  <a:pt x="574242" y="25043"/>
                  <a:pt x="582106" y="28196"/>
                  <a:pt x="588213" y="34500"/>
                </a:cubicBezTo>
                <a:cubicBezTo>
                  <a:pt x="594321" y="40805"/>
                  <a:pt x="597374" y="49515"/>
                  <a:pt x="597374" y="60631"/>
                </a:cubicBezTo>
                <a:cubicBezTo>
                  <a:pt x="597374" y="69638"/>
                  <a:pt x="596023" y="76722"/>
                  <a:pt x="593321" y="81885"/>
                </a:cubicBezTo>
                <a:cubicBezTo>
                  <a:pt x="590619" y="87047"/>
                  <a:pt x="586687" y="91056"/>
                  <a:pt x="581524" y="93912"/>
                </a:cubicBezTo>
                <a:cubicBezTo>
                  <a:pt x="576362" y="96768"/>
                  <a:pt x="570727" y="98196"/>
                  <a:pt x="564620" y="98196"/>
                </a:cubicBezTo>
                <a:cubicBezTo>
                  <a:pt x="554823" y="98196"/>
                  <a:pt x="546903" y="95054"/>
                  <a:pt x="540862" y="88772"/>
                </a:cubicBezTo>
                <a:cubicBezTo>
                  <a:pt x="534821" y="82489"/>
                  <a:pt x="531800" y="73438"/>
                  <a:pt x="531800" y="61620"/>
                </a:cubicBezTo>
                <a:moveTo>
                  <a:pt x="543992" y="61587"/>
                </a:moveTo>
                <a:cubicBezTo>
                  <a:pt x="543992" y="70516"/>
                  <a:pt x="545948" y="77203"/>
                  <a:pt x="549858" y="81646"/>
                </a:cubicBezTo>
                <a:cubicBezTo>
                  <a:pt x="553768" y="86089"/>
                  <a:pt x="558689" y="88310"/>
                  <a:pt x="564620" y="88310"/>
                </a:cubicBezTo>
                <a:cubicBezTo>
                  <a:pt x="570507" y="88310"/>
                  <a:pt x="575406" y="86078"/>
                  <a:pt x="579317" y="81613"/>
                </a:cubicBezTo>
                <a:cubicBezTo>
                  <a:pt x="583227" y="77148"/>
                  <a:pt x="585182" y="70341"/>
                  <a:pt x="585182" y="61193"/>
                </a:cubicBezTo>
                <a:cubicBezTo>
                  <a:pt x="585182" y="52570"/>
                  <a:pt x="583216" y="46036"/>
                  <a:pt x="579284" y="41593"/>
                </a:cubicBezTo>
                <a:cubicBezTo>
                  <a:pt x="575351" y="37150"/>
                  <a:pt x="570464" y="34929"/>
                  <a:pt x="564620" y="34929"/>
                </a:cubicBezTo>
                <a:cubicBezTo>
                  <a:pt x="558689" y="34929"/>
                  <a:pt x="553768" y="37139"/>
                  <a:pt x="549858" y="41560"/>
                </a:cubicBezTo>
                <a:cubicBezTo>
                  <a:pt x="545948" y="45981"/>
                  <a:pt x="543992" y="52657"/>
                  <a:pt x="543992" y="61587"/>
                </a:cubicBezTo>
                <a:close/>
                <a:moveTo>
                  <a:pt x="611259" y="96614"/>
                </a:moveTo>
                <a:lnTo>
                  <a:pt x="611259" y="26625"/>
                </a:lnTo>
                <a:lnTo>
                  <a:pt x="621936" y="26625"/>
                </a:lnTo>
                <a:lnTo>
                  <a:pt x="621936" y="36510"/>
                </a:lnTo>
                <a:cubicBezTo>
                  <a:pt x="627076" y="28866"/>
                  <a:pt x="634501" y="25043"/>
                  <a:pt x="644211" y="25043"/>
                </a:cubicBezTo>
                <a:cubicBezTo>
                  <a:pt x="648429" y="25043"/>
                  <a:pt x="652306" y="25801"/>
                  <a:pt x="655843" y="27317"/>
                </a:cubicBezTo>
                <a:cubicBezTo>
                  <a:pt x="659380" y="28833"/>
                  <a:pt x="662027" y="30821"/>
                  <a:pt x="663784" y="33281"/>
                </a:cubicBezTo>
                <a:cubicBezTo>
                  <a:pt x="665542" y="35742"/>
                  <a:pt x="666772" y="38663"/>
                  <a:pt x="667475" y="42046"/>
                </a:cubicBezTo>
                <a:cubicBezTo>
                  <a:pt x="667914" y="44243"/>
                  <a:pt x="668134" y="48087"/>
                  <a:pt x="668134" y="53579"/>
                </a:cubicBezTo>
                <a:lnTo>
                  <a:pt x="668134" y="96614"/>
                </a:lnTo>
                <a:lnTo>
                  <a:pt x="656271" y="96614"/>
                </a:lnTo>
                <a:lnTo>
                  <a:pt x="656271" y="53995"/>
                </a:lnTo>
                <a:cubicBezTo>
                  <a:pt x="656271" y="49157"/>
                  <a:pt x="655810" y="45539"/>
                  <a:pt x="654887" y="43142"/>
                </a:cubicBezTo>
                <a:cubicBezTo>
                  <a:pt x="653965" y="40745"/>
                  <a:pt x="652328" y="38831"/>
                  <a:pt x="649977" y="37402"/>
                </a:cubicBezTo>
                <a:cubicBezTo>
                  <a:pt x="647627" y="35973"/>
                  <a:pt x="644870" y="35258"/>
                  <a:pt x="641706" y="35258"/>
                </a:cubicBezTo>
                <a:cubicBezTo>
                  <a:pt x="636654" y="35258"/>
                  <a:pt x="632293" y="36864"/>
                  <a:pt x="628625" y="40075"/>
                </a:cubicBezTo>
                <a:cubicBezTo>
                  <a:pt x="624956" y="43285"/>
                  <a:pt x="623122" y="49377"/>
                  <a:pt x="623122" y="58349"/>
                </a:cubicBezTo>
                <a:lnTo>
                  <a:pt x="623122" y="96614"/>
                </a:lnTo>
                <a:lnTo>
                  <a:pt x="611259" y="96614"/>
                </a:lnTo>
                <a:close/>
                <a:moveTo>
                  <a:pt x="731974" y="87973"/>
                </a:moveTo>
                <a:cubicBezTo>
                  <a:pt x="727580" y="91710"/>
                  <a:pt x="723351" y="94348"/>
                  <a:pt x="719287" y="95887"/>
                </a:cubicBezTo>
                <a:cubicBezTo>
                  <a:pt x="715223" y="97426"/>
                  <a:pt x="710863" y="98196"/>
                  <a:pt x="706205" y="98196"/>
                </a:cubicBezTo>
                <a:cubicBezTo>
                  <a:pt x="698517" y="98196"/>
                  <a:pt x="692607" y="96316"/>
                  <a:pt x="688477" y="92557"/>
                </a:cubicBezTo>
                <a:cubicBezTo>
                  <a:pt x="684347" y="88798"/>
                  <a:pt x="682282" y="83994"/>
                  <a:pt x="682282" y="78147"/>
                </a:cubicBezTo>
                <a:cubicBezTo>
                  <a:pt x="682282" y="74719"/>
                  <a:pt x="683062" y="71587"/>
                  <a:pt x="684622" y="68752"/>
                </a:cubicBezTo>
                <a:cubicBezTo>
                  <a:pt x="686182" y="65915"/>
                  <a:pt x="688225" y="63639"/>
                  <a:pt x="690751" y="61924"/>
                </a:cubicBezTo>
                <a:cubicBezTo>
                  <a:pt x="693277" y="60209"/>
                  <a:pt x="696122" y="58913"/>
                  <a:pt x="699286" y="58034"/>
                </a:cubicBezTo>
                <a:cubicBezTo>
                  <a:pt x="701614" y="57418"/>
                  <a:pt x="705129" y="56824"/>
                  <a:pt x="709830" y="56253"/>
                </a:cubicBezTo>
                <a:cubicBezTo>
                  <a:pt x="719408" y="55118"/>
                  <a:pt x="726460" y="53766"/>
                  <a:pt x="730985" y="52195"/>
                </a:cubicBezTo>
                <a:cubicBezTo>
                  <a:pt x="731029" y="50577"/>
                  <a:pt x="731051" y="49548"/>
                  <a:pt x="731051" y="49110"/>
                </a:cubicBezTo>
                <a:cubicBezTo>
                  <a:pt x="731051" y="44295"/>
                  <a:pt x="729931" y="40903"/>
                  <a:pt x="727690" y="38934"/>
                </a:cubicBezTo>
                <a:cubicBezTo>
                  <a:pt x="724658" y="36264"/>
                  <a:pt x="720155" y="34929"/>
                  <a:pt x="714180" y="34929"/>
                </a:cubicBezTo>
                <a:cubicBezTo>
                  <a:pt x="708600" y="34929"/>
                  <a:pt x="704481" y="35906"/>
                  <a:pt x="701823" y="37861"/>
                </a:cubicBezTo>
                <a:cubicBezTo>
                  <a:pt x="699165" y="39817"/>
                  <a:pt x="697199" y="43276"/>
                  <a:pt x="695924" y="48241"/>
                </a:cubicBezTo>
                <a:lnTo>
                  <a:pt x="684325" y="46660"/>
                </a:lnTo>
                <a:cubicBezTo>
                  <a:pt x="685380" y="41680"/>
                  <a:pt x="687115" y="37658"/>
                  <a:pt x="689532" y="34595"/>
                </a:cubicBezTo>
                <a:cubicBezTo>
                  <a:pt x="691948" y="31532"/>
                  <a:pt x="695441" y="29175"/>
                  <a:pt x="700010" y="27523"/>
                </a:cubicBezTo>
                <a:cubicBezTo>
                  <a:pt x="704580" y="25870"/>
                  <a:pt x="709874" y="25043"/>
                  <a:pt x="715893" y="25043"/>
                </a:cubicBezTo>
                <a:cubicBezTo>
                  <a:pt x="721868" y="25043"/>
                  <a:pt x="726723" y="25746"/>
                  <a:pt x="730458" y="27152"/>
                </a:cubicBezTo>
                <a:cubicBezTo>
                  <a:pt x="734192" y="28558"/>
                  <a:pt x="736938" y="30326"/>
                  <a:pt x="738696" y="32457"/>
                </a:cubicBezTo>
                <a:cubicBezTo>
                  <a:pt x="740453" y="34588"/>
                  <a:pt x="741683" y="37279"/>
                  <a:pt x="742386" y="40531"/>
                </a:cubicBezTo>
                <a:cubicBezTo>
                  <a:pt x="742782" y="42552"/>
                  <a:pt x="742979" y="46198"/>
                  <a:pt x="742979" y="51470"/>
                </a:cubicBezTo>
                <a:lnTo>
                  <a:pt x="742979" y="67287"/>
                </a:lnTo>
                <a:cubicBezTo>
                  <a:pt x="742979" y="78315"/>
                  <a:pt x="743232" y="85290"/>
                  <a:pt x="743737" y="88212"/>
                </a:cubicBezTo>
                <a:cubicBezTo>
                  <a:pt x="744243" y="91133"/>
                  <a:pt x="745242" y="93934"/>
                  <a:pt x="746736" y="96614"/>
                </a:cubicBezTo>
                <a:lnTo>
                  <a:pt x="734346" y="96614"/>
                </a:lnTo>
                <a:cubicBezTo>
                  <a:pt x="733116" y="94151"/>
                  <a:pt x="732325" y="91271"/>
                  <a:pt x="731974" y="87973"/>
                </a:cubicBezTo>
                <a:moveTo>
                  <a:pt x="730985" y="61422"/>
                </a:moveTo>
                <a:cubicBezTo>
                  <a:pt x="726679" y="63194"/>
                  <a:pt x="720221" y="64701"/>
                  <a:pt x="711609" y="65940"/>
                </a:cubicBezTo>
                <a:cubicBezTo>
                  <a:pt x="706733" y="66646"/>
                  <a:pt x="703284" y="67440"/>
                  <a:pt x="701263" y="68323"/>
                </a:cubicBezTo>
                <a:cubicBezTo>
                  <a:pt x="699242" y="69205"/>
                  <a:pt x="697682" y="70495"/>
                  <a:pt x="696583" y="72195"/>
                </a:cubicBezTo>
                <a:cubicBezTo>
                  <a:pt x="695485" y="73893"/>
                  <a:pt x="694936" y="75779"/>
                  <a:pt x="694936" y="77852"/>
                </a:cubicBezTo>
                <a:cubicBezTo>
                  <a:pt x="694936" y="81028"/>
                  <a:pt x="696133" y="83675"/>
                  <a:pt x="698528" y="85794"/>
                </a:cubicBezTo>
                <a:cubicBezTo>
                  <a:pt x="700922" y="87911"/>
                  <a:pt x="704426" y="88969"/>
                  <a:pt x="709039" y="88969"/>
                </a:cubicBezTo>
                <a:cubicBezTo>
                  <a:pt x="713608" y="88969"/>
                  <a:pt x="717673" y="87965"/>
                  <a:pt x="721231" y="85956"/>
                </a:cubicBezTo>
                <a:cubicBezTo>
                  <a:pt x="724790" y="83948"/>
                  <a:pt x="727404" y="81200"/>
                  <a:pt x="729074" y="77712"/>
                </a:cubicBezTo>
                <a:cubicBezTo>
                  <a:pt x="730348" y="75018"/>
                  <a:pt x="730985" y="71045"/>
                  <a:pt x="730985" y="65792"/>
                </a:cubicBezTo>
                <a:lnTo>
                  <a:pt x="730985" y="61422"/>
                </a:lnTo>
                <a:close/>
                <a:moveTo>
                  <a:pt x="761081" y="96614"/>
                </a:moveTo>
                <a:lnTo>
                  <a:pt x="761081" y="0"/>
                </a:lnTo>
                <a:lnTo>
                  <a:pt x="772944" y="0"/>
                </a:lnTo>
                <a:lnTo>
                  <a:pt x="772944" y="96614"/>
                </a:lnTo>
                <a:lnTo>
                  <a:pt x="761081" y="96614"/>
                </a:lnTo>
                <a:close/>
                <a:moveTo>
                  <a:pt x="828699" y="96614"/>
                </a:moveTo>
                <a:lnTo>
                  <a:pt x="828699" y="26625"/>
                </a:lnTo>
                <a:lnTo>
                  <a:pt x="839375" y="26625"/>
                </a:lnTo>
                <a:lnTo>
                  <a:pt x="839375" y="37169"/>
                </a:lnTo>
                <a:cubicBezTo>
                  <a:pt x="842099" y="32232"/>
                  <a:pt x="844615" y="28977"/>
                  <a:pt x="846921" y="27403"/>
                </a:cubicBezTo>
                <a:cubicBezTo>
                  <a:pt x="849228" y="25830"/>
                  <a:pt x="851765" y="25043"/>
                  <a:pt x="854533" y="25043"/>
                </a:cubicBezTo>
                <a:cubicBezTo>
                  <a:pt x="858531" y="25043"/>
                  <a:pt x="862595" y="26312"/>
                  <a:pt x="866725" y="28849"/>
                </a:cubicBezTo>
                <a:lnTo>
                  <a:pt x="862639" y="39806"/>
                </a:lnTo>
                <a:cubicBezTo>
                  <a:pt x="859739" y="38092"/>
                  <a:pt x="856840" y="37235"/>
                  <a:pt x="853940" y="37235"/>
                </a:cubicBezTo>
                <a:cubicBezTo>
                  <a:pt x="851348" y="37235"/>
                  <a:pt x="849019" y="38017"/>
                  <a:pt x="846954" y="39579"/>
                </a:cubicBezTo>
                <a:cubicBezTo>
                  <a:pt x="844889" y="41140"/>
                  <a:pt x="843417" y="43306"/>
                  <a:pt x="842539" y="46077"/>
                </a:cubicBezTo>
                <a:cubicBezTo>
                  <a:pt x="841220" y="50299"/>
                  <a:pt x="840561" y="54917"/>
                  <a:pt x="840561" y="59931"/>
                </a:cubicBezTo>
                <a:lnTo>
                  <a:pt x="840561" y="96614"/>
                </a:lnTo>
                <a:lnTo>
                  <a:pt x="828699" y="96614"/>
                </a:lnTo>
                <a:close/>
                <a:moveTo>
                  <a:pt x="873841" y="13708"/>
                </a:moveTo>
                <a:lnTo>
                  <a:pt x="873841" y="0"/>
                </a:lnTo>
                <a:lnTo>
                  <a:pt x="885704" y="0"/>
                </a:lnTo>
                <a:lnTo>
                  <a:pt x="885704" y="13708"/>
                </a:lnTo>
                <a:lnTo>
                  <a:pt x="873841" y="13708"/>
                </a:lnTo>
                <a:moveTo>
                  <a:pt x="873841" y="96614"/>
                </a:moveTo>
                <a:lnTo>
                  <a:pt x="873841" y="26625"/>
                </a:lnTo>
                <a:lnTo>
                  <a:pt x="885704" y="26625"/>
                </a:lnTo>
                <a:lnTo>
                  <a:pt x="885704" y="96614"/>
                </a:lnTo>
                <a:lnTo>
                  <a:pt x="873841" y="96614"/>
                </a:lnTo>
                <a:close/>
                <a:moveTo>
                  <a:pt x="901564" y="102414"/>
                </a:moveTo>
                <a:lnTo>
                  <a:pt x="913097" y="104127"/>
                </a:lnTo>
                <a:cubicBezTo>
                  <a:pt x="913580" y="107686"/>
                  <a:pt x="914920" y="110278"/>
                  <a:pt x="917117" y="111904"/>
                </a:cubicBezTo>
                <a:cubicBezTo>
                  <a:pt x="920061" y="114101"/>
                  <a:pt x="924081" y="115199"/>
                  <a:pt x="929178" y="115199"/>
                </a:cubicBezTo>
                <a:cubicBezTo>
                  <a:pt x="934669" y="115199"/>
                  <a:pt x="938909" y="114098"/>
                  <a:pt x="941897" y="111895"/>
                </a:cubicBezTo>
                <a:cubicBezTo>
                  <a:pt x="944884" y="109695"/>
                  <a:pt x="946906" y="106612"/>
                  <a:pt x="947960" y="102648"/>
                </a:cubicBezTo>
                <a:cubicBezTo>
                  <a:pt x="948575" y="100228"/>
                  <a:pt x="948861" y="95142"/>
                  <a:pt x="948817" y="87392"/>
                </a:cubicBezTo>
                <a:cubicBezTo>
                  <a:pt x="943632" y="93540"/>
                  <a:pt x="937174" y="96614"/>
                  <a:pt x="929441" y="96614"/>
                </a:cubicBezTo>
                <a:cubicBezTo>
                  <a:pt x="919819" y="96614"/>
                  <a:pt x="912372" y="93143"/>
                  <a:pt x="907100" y="86201"/>
                </a:cubicBezTo>
                <a:cubicBezTo>
                  <a:pt x="901828" y="79260"/>
                  <a:pt x="899192" y="70934"/>
                  <a:pt x="899192" y="61224"/>
                </a:cubicBezTo>
                <a:cubicBezTo>
                  <a:pt x="899192" y="54546"/>
                  <a:pt x="900400" y="48384"/>
                  <a:pt x="902816" y="42738"/>
                </a:cubicBezTo>
                <a:cubicBezTo>
                  <a:pt x="905233" y="37093"/>
                  <a:pt x="908737" y="32732"/>
                  <a:pt x="913328" y="29656"/>
                </a:cubicBezTo>
                <a:cubicBezTo>
                  <a:pt x="917919" y="26581"/>
                  <a:pt x="923312" y="25043"/>
                  <a:pt x="929507" y="25043"/>
                </a:cubicBezTo>
                <a:cubicBezTo>
                  <a:pt x="937767" y="25043"/>
                  <a:pt x="944577" y="28404"/>
                  <a:pt x="949937" y="35126"/>
                </a:cubicBezTo>
                <a:lnTo>
                  <a:pt x="949937" y="26625"/>
                </a:lnTo>
                <a:lnTo>
                  <a:pt x="960877" y="26625"/>
                </a:lnTo>
                <a:lnTo>
                  <a:pt x="960877" y="87165"/>
                </a:lnTo>
                <a:cubicBezTo>
                  <a:pt x="960877" y="98068"/>
                  <a:pt x="959768" y="105795"/>
                  <a:pt x="957549" y="110345"/>
                </a:cubicBezTo>
                <a:cubicBezTo>
                  <a:pt x="955330" y="114895"/>
                  <a:pt x="951815" y="118489"/>
                  <a:pt x="947004" y="121126"/>
                </a:cubicBezTo>
                <a:cubicBezTo>
                  <a:pt x="942193" y="123765"/>
                  <a:pt x="936273" y="125084"/>
                  <a:pt x="929243" y="125084"/>
                </a:cubicBezTo>
                <a:cubicBezTo>
                  <a:pt x="920896" y="125084"/>
                  <a:pt x="914152" y="123201"/>
                  <a:pt x="909011" y="119433"/>
                </a:cubicBezTo>
                <a:cubicBezTo>
                  <a:pt x="903871" y="115666"/>
                  <a:pt x="901388" y="109993"/>
                  <a:pt x="901564" y="102414"/>
                </a:cubicBezTo>
                <a:moveTo>
                  <a:pt x="911384" y="60369"/>
                </a:moveTo>
                <a:cubicBezTo>
                  <a:pt x="911384" y="69529"/>
                  <a:pt x="913207" y="76212"/>
                  <a:pt x="916854" y="80418"/>
                </a:cubicBezTo>
                <a:cubicBezTo>
                  <a:pt x="920500" y="84625"/>
                  <a:pt x="925070" y="86729"/>
                  <a:pt x="930562" y="86729"/>
                </a:cubicBezTo>
                <a:cubicBezTo>
                  <a:pt x="936010" y="86729"/>
                  <a:pt x="940579" y="84636"/>
                  <a:pt x="944269" y="80451"/>
                </a:cubicBezTo>
                <a:cubicBezTo>
                  <a:pt x="947960" y="76267"/>
                  <a:pt x="949805" y="69704"/>
                  <a:pt x="949805" y="60763"/>
                </a:cubicBezTo>
                <a:cubicBezTo>
                  <a:pt x="949805" y="52217"/>
                  <a:pt x="947905" y="45775"/>
                  <a:pt x="944105" y="41437"/>
                </a:cubicBezTo>
                <a:cubicBezTo>
                  <a:pt x="940304" y="37098"/>
                  <a:pt x="935724" y="34929"/>
                  <a:pt x="930364" y="34929"/>
                </a:cubicBezTo>
                <a:cubicBezTo>
                  <a:pt x="925092" y="34929"/>
                  <a:pt x="920610" y="37065"/>
                  <a:pt x="916920" y="41338"/>
                </a:cubicBezTo>
                <a:cubicBezTo>
                  <a:pt x="913229" y="45611"/>
                  <a:pt x="911384" y="51954"/>
                  <a:pt x="911384" y="60369"/>
                </a:cubicBezTo>
                <a:close/>
                <a:moveTo>
                  <a:pt x="978782" y="96614"/>
                </a:moveTo>
                <a:lnTo>
                  <a:pt x="978782" y="0"/>
                </a:lnTo>
                <a:lnTo>
                  <a:pt x="990645" y="0"/>
                </a:lnTo>
                <a:lnTo>
                  <a:pt x="990645" y="34665"/>
                </a:lnTo>
                <a:cubicBezTo>
                  <a:pt x="996181" y="28251"/>
                  <a:pt x="1003166" y="25043"/>
                  <a:pt x="1011602" y="25043"/>
                </a:cubicBezTo>
                <a:cubicBezTo>
                  <a:pt x="1016786" y="25043"/>
                  <a:pt x="1021290" y="26065"/>
                  <a:pt x="1025112" y="28108"/>
                </a:cubicBezTo>
                <a:cubicBezTo>
                  <a:pt x="1028935" y="30151"/>
                  <a:pt x="1031670" y="32974"/>
                  <a:pt x="1033317" y="36576"/>
                </a:cubicBezTo>
                <a:cubicBezTo>
                  <a:pt x="1034965" y="40179"/>
                  <a:pt x="1035789" y="45407"/>
                  <a:pt x="1035789" y="52261"/>
                </a:cubicBezTo>
                <a:lnTo>
                  <a:pt x="1035789" y="96614"/>
                </a:lnTo>
                <a:lnTo>
                  <a:pt x="1023926" y="96614"/>
                </a:lnTo>
                <a:lnTo>
                  <a:pt x="1023926" y="52261"/>
                </a:lnTo>
                <a:cubicBezTo>
                  <a:pt x="1023926" y="46330"/>
                  <a:pt x="1022641" y="42013"/>
                  <a:pt x="1020071" y="39311"/>
                </a:cubicBezTo>
                <a:cubicBezTo>
                  <a:pt x="1017500" y="36609"/>
                  <a:pt x="1013865" y="35258"/>
                  <a:pt x="1009164" y="35258"/>
                </a:cubicBezTo>
                <a:cubicBezTo>
                  <a:pt x="1005649" y="35258"/>
                  <a:pt x="1002343" y="36170"/>
                  <a:pt x="999245" y="37993"/>
                </a:cubicBezTo>
                <a:cubicBezTo>
                  <a:pt x="996148" y="39817"/>
                  <a:pt x="993940" y="42288"/>
                  <a:pt x="992622" y="45407"/>
                </a:cubicBezTo>
                <a:cubicBezTo>
                  <a:pt x="991304" y="48527"/>
                  <a:pt x="990645" y="52832"/>
                  <a:pt x="990645" y="58324"/>
                </a:cubicBezTo>
                <a:lnTo>
                  <a:pt x="990645" y="96614"/>
                </a:lnTo>
                <a:lnTo>
                  <a:pt x="978782" y="96614"/>
                </a:lnTo>
                <a:close/>
                <a:moveTo>
                  <a:pt x="1079726" y="86136"/>
                </a:moveTo>
                <a:lnTo>
                  <a:pt x="1081439" y="96614"/>
                </a:lnTo>
                <a:cubicBezTo>
                  <a:pt x="1078100" y="97229"/>
                  <a:pt x="1075112" y="97537"/>
                  <a:pt x="1072476" y="97537"/>
                </a:cubicBezTo>
                <a:cubicBezTo>
                  <a:pt x="1068171" y="97537"/>
                  <a:pt x="1064831" y="96856"/>
                  <a:pt x="1062459" y="95494"/>
                </a:cubicBezTo>
                <a:cubicBezTo>
                  <a:pt x="1060086" y="94132"/>
                  <a:pt x="1058417" y="92341"/>
                  <a:pt x="1057450" y="90123"/>
                </a:cubicBezTo>
                <a:cubicBezTo>
                  <a:pt x="1056484" y="87904"/>
                  <a:pt x="1056000" y="83236"/>
                  <a:pt x="1056000" y="76118"/>
                </a:cubicBezTo>
                <a:lnTo>
                  <a:pt x="1056000" y="35851"/>
                </a:lnTo>
                <a:lnTo>
                  <a:pt x="1047301" y="35851"/>
                </a:lnTo>
                <a:lnTo>
                  <a:pt x="1047301" y="26625"/>
                </a:lnTo>
                <a:lnTo>
                  <a:pt x="1056000" y="26625"/>
                </a:lnTo>
                <a:lnTo>
                  <a:pt x="1056000" y="9245"/>
                </a:lnTo>
                <a:lnTo>
                  <a:pt x="1067797" y="2109"/>
                </a:lnTo>
                <a:lnTo>
                  <a:pt x="1067797" y="26625"/>
                </a:lnTo>
                <a:lnTo>
                  <a:pt x="1079726" y="26625"/>
                </a:lnTo>
                <a:lnTo>
                  <a:pt x="1079726" y="35851"/>
                </a:lnTo>
                <a:lnTo>
                  <a:pt x="1067797" y="35851"/>
                </a:lnTo>
                <a:lnTo>
                  <a:pt x="1067797" y="76777"/>
                </a:lnTo>
                <a:cubicBezTo>
                  <a:pt x="1067797" y="80160"/>
                  <a:pt x="1068006" y="82335"/>
                  <a:pt x="1068423" y="83302"/>
                </a:cubicBezTo>
                <a:cubicBezTo>
                  <a:pt x="1068841" y="84268"/>
                  <a:pt x="1069522" y="85037"/>
                  <a:pt x="1070466" y="85608"/>
                </a:cubicBezTo>
                <a:cubicBezTo>
                  <a:pt x="1071411" y="86179"/>
                  <a:pt x="1072762" y="86465"/>
                  <a:pt x="1074519" y="86465"/>
                </a:cubicBezTo>
                <a:cubicBezTo>
                  <a:pt x="1075837" y="86465"/>
                  <a:pt x="1077573" y="86355"/>
                  <a:pt x="1079726" y="86136"/>
                </a:cubicBezTo>
                <a:close/>
                <a:moveTo>
                  <a:pt x="1086602" y="75657"/>
                </a:moveTo>
                <a:lnTo>
                  <a:pt x="1098333" y="73812"/>
                </a:lnTo>
                <a:cubicBezTo>
                  <a:pt x="1098992" y="78492"/>
                  <a:pt x="1100826" y="82079"/>
                  <a:pt x="1103836" y="84572"/>
                </a:cubicBezTo>
                <a:cubicBezTo>
                  <a:pt x="1106845" y="87064"/>
                  <a:pt x="1111052" y="88310"/>
                  <a:pt x="1116456" y="88310"/>
                </a:cubicBezTo>
                <a:cubicBezTo>
                  <a:pt x="1121904" y="88310"/>
                  <a:pt x="1125946" y="87210"/>
                  <a:pt x="1128582" y="85009"/>
                </a:cubicBezTo>
                <a:cubicBezTo>
                  <a:pt x="1131218" y="82807"/>
                  <a:pt x="1132536" y="80224"/>
                  <a:pt x="1132536" y="77261"/>
                </a:cubicBezTo>
                <a:cubicBezTo>
                  <a:pt x="1132536" y="74602"/>
                  <a:pt x="1131372" y="72509"/>
                  <a:pt x="1129044" y="70984"/>
                </a:cubicBezTo>
                <a:cubicBezTo>
                  <a:pt x="1127418" y="69938"/>
                  <a:pt x="1123376" y="68608"/>
                  <a:pt x="1116917" y="66995"/>
                </a:cubicBezTo>
                <a:cubicBezTo>
                  <a:pt x="1108218" y="64797"/>
                  <a:pt x="1102188" y="62895"/>
                  <a:pt x="1098827" y="61290"/>
                </a:cubicBezTo>
                <a:cubicBezTo>
                  <a:pt x="1095466" y="59685"/>
                  <a:pt x="1092918" y="57464"/>
                  <a:pt x="1091182" y="54628"/>
                </a:cubicBezTo>
                <a:cubicBezTo>
                  <a:pt x="1089447" y="51791"/>
                  <a:pt x="1088579" y="48658"/>
                  <a:pt x="1088579" y="45228"/>
                </a:cubicBezTo>
                <a:cubicBezTo>
                  <a:pt x="1088579" y="42106"/>
                  <a:pt x="1089293" y="39214"/>
                  <a:pt x="1090721" y="36554"/>
                </a:cubicBezTo>
                <a:cubicBezTo>
                  <a:pt x="1092149" y="33893"/>
                  <a:pt x="1094093" y="31683"/>
                  <a:pt x="1096553" y="29924"/>
                </a:cubicBezTo>
                <a:cubicBezTo>
                  <a:pt x="1098399" y="28561"/>
                  <a:pt x="1100914" y="27407"/>
                  <a:pt x="1104099" y="26462"/>
                </a:cubicBezTo>
                <a:cubicBezTo>
                  <a:pt x="1107285" y="25516"/>
                  <a:pt x="1110701" y="25043"/>
                  <a:pt x="1114347" y="25043"/>
                </a:cubicBezTo>
                <a:cubicBezTo>
                  <a:pt x="1119839" y="25043"/>
                  <a:pt x="1124661" y="25840"/>
                  <a:pt x="1128813" y="27432"/>
                </a:cubicBezTo>
                <a:cubicBezTo>
                  <a:pt x="1132965" y="29024"/>
                  <a:pt x="1136029" y="31180"/>
                  <a:pt x="1138006" y="33901"/>
                </a:cubicBezTo>
                <a:cubicBezTo>
                  <a:pt x="1139984" y="36621"/>
                  <a:pt x="1141346" y="40259"/>
                  <a:pt x="1142092" y="44814"/>
                </a:cubicBezTo>
                <a:lnTo>
                  <a:pt x="1130493" y="46396"/>
                </a:lnTo>
                <a:cubicBezTo>
                  <a:pt x="1129966" y="42793"/>
                  <a:pt x="1128439" y="39981"/>
                  <a:pt x="1125913" y="37960"/>
                </a:cubicBezTo>
                <a:cubicBezTo>
                  <a:pt x="1123387" y="35939"/>
                  <a:pt x="1119817" y="34929"/>
                  <a:pt x="1115204" y="34929"/>
                </a:cubicBezTo>
                <a:cubicBezTo>
                  <a:pt x="1109756" y="34929"/>
                  <a:pt x="1105868" y="35825"/>
                  <a:pt x="1103539" y="37618"/>
                </a:cubicBezTo>
                <a:cubicBezTo>
                  <a:pt x="1101210" y="39410"/>
                  <a:pt x="1100046" y="41509"/>
                  <a:pt x="1100046" y="43914"/>
                </a:cubicBezTo>
                <a:cubicBezTo>
                  <a:pt x="1100046" y="45444"/>
                  <a:pt x="1100529" y="46821"/>
                  <a:pt x="1101496" y="48046"/>
                </a:cubicBezTo>
                <a:cubicBezTo>
                  <a:pt x="1102463" y="49313"/>
                  <a:pt x="1103978" y="50362"/>
                  <a:pt x="1106043" y="51192"/>
                </a:cubicBezTo>
                <a:cubicBezTo>
                  <a:pt x="1107230" y="51630"/>
                  <a:pt x="1110722" y="52636"/>
                  <a:pt x="1116522" y="54210"/>
                </a:cubicBezTo>
                <a:cubicBezTo>
                  <a:pt x="1124914" y="56449"/>
                  <a:pt x="1130768" y="58282"/>
                  <a:pt x="1134085" y="59708"/>
                </a:cubicBezTo>
                <a:cubicBezTo>
                  <a:pt x="1137402" y="61135"/>
                  <a:pt x="1140005" y="63209"/>
                  <a:pt x="1141895" y="65932"/>
                </a:cubicBezTo>
                <a:cubicBezTo>
                  <a:pt x="1143784" y="68653"/>
                  <a:pt x="1144729" y="72033"/>
                  <a:pt x="1144729" y="76071"/>
                </a:cubicBezTo>
                <a:cubicBezTo>
                  <a:pt x="1144729" y="80022"/>
                  <a:pt x="1143575" y="83743"/>
                  <a:pt x="1141269" y="87233"/>
                </a:cubicBezTo>
                <a:cubicBezTo>
                  <a:pt x="1138962" y="90722"/>
                  <a:pt x="1135634" y="93421"/>
                  <a:pt x="1131284" y="95331"/>
                </a:cubicBezTo>
                <a:cubicBezTo>
                  <a:pt x="1126935" y="97241"/>
                  <a:pt x="1122014" y="98196"/>
                  <a:pt x="1116522" y="98196"/>
                </a:cubicBezTo>
                <a:cubicBezTo>
                  <a:pt x="1107427" y="98196"/>
                  <a:pt x="1100496" y="96301"/>
                  <a:pt x="1095729" y="92512"/>
                </a:cubicBezTo>
                <a:cubicBezTo>
                  <a:pt x="1090962" y="88722"/>
                  <a:pt x="1087920" y="83104"/>
                  <a:pt x="1086602" y="75657"/>
                </a:cubicBezTo>
                <a:close/>
                <a:moveTo>
                  <a:pt x="1162192" y="96614"/>
                </a:moveTo>
                <a:lnTo>
                  <a:pt x="1162192" y="83038"/>
                </a:lnTo>
                <a:lnTo>
                  <a:pt x="1175702" y="83038"/>
                </a:lnTo>
                <a:lnTo>
                  <a:pt x="1175702" y="96614"/>
                </a:lnTo>
                <a:lnTo>
                  <a:pt x="1162192" y="96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6d8e55b964594"/>
          <a:stretch xmlns:a="http://schemas.openxmlformats.org/drawingml/2006/main"/>
        </p:blipFill>
        <p:spPr>
          <a:xfrm xmlns:a="http://schemas.openxmlformats.org/drawingml/2006/main">
            <a:off x="9843187" y="6625747"/>
            <a:ext cx="295247" cy="295247"/>
          </a:xfrm>
          <a:prstGeom xmlns:a="http://schemas.openxmlformats.org/drawingml/2006/main" prst="rect">
            <a:avLst/>
          </a:prstGeom>
        </p:spPr>
      </p:pic>
      <p:sp>
        <p:nvSpPr>
          <p:cNvPr id="199" name="Text ....">
            <a:extLst xmlns:a="http://schemas.openxmlformats.org/drawingml/2006/main">
              <a:ext uri="{FF2B5EF4-FFF2-40B4-BE49-F238E27FC236}">
                <a16:creationId xmlns:a16="http://schemas.microsoft.com/office/drawing/2014/main" id="{E759EB97-7E7F-4964-99F4-437FE540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667" y="7448186"/>
            <a:ext cx="163855" cy="23231"/>
          </a:xfrm>
          <a:custGeom xmlns:a="http://schemas.openxmlformats.org/drawingml/2006/main">
            <a:pathLst>
              <a:path w="163855" h="23231">
                <a:moveTo>
                  <a:pt x="0" y="23231"/>
                </a:moveTo>
                <a:lnTo>
                  <a:pt x="0" y="0"/>
                </a:lnTo>
                <a:lnTo>
                  <a:pt x="23149" y="0"/>
                </a:lnTo>
                <a:lnTo>
                  <a:pt x="23149" y="23231"/>
                </a:lnTo>
                <a:lnTo>
                  <a:pt x="0" y="23231"/>
                </a:lnTo>
                <a:close/>
                <a:moveTo>
                  <a:pt x="46902" y="23231"/>
                </a:moveTo>
                <a:lnTo>
                  <a:pt x="46902" y="0"/>
                </a:lnTo>
                <a:lnTo>
                  <a:pt x="70050" y="0"/>
                </a:lnTo>
                <a:lnTo>
                  <a:pt x="70050" y="23231"/>
                </a:lnTo>
                <a:lnTo>
                  <a:pt x="46902" y="23231"/>
                </a:lnTo>
                <a:close/>
                <a:moveTo>
                  <a:pt x="93803" y="23231"/>
                </a:moveTo>
                <a:lnTo>
                  <a:pt x="93803" y="0"/>
                </a:lnTo>
                <a:lnTo>
                  <a:pt x="116952" y="0"/>
                </a:lnTo>
                <a:lnTo>
                  <a:pt x="116952" y="23231"/>
                </a:lnTo>
                <a:lnTo>
                  <a:pt x="93803" y="23231"/>
                </a:lnTo>
                <a:close/>
                <a:moveTo>
                  <a:pt x="140706" y="23231"/>
                </a:moveTo>
                <a:lnTo>
                  <a:pt x="140706" y="0"/>
                </a:lnTo>
                <a:lnTo>
                  <a:pt x="163855" y="0"/>
                </a:lnTo>
                <a:lnTo>
                  <a:pt x="163855" y="23231"/>
                </a:lnTo>
                <a:lnTo>
                  <a:pt x="140706" y="23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56104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2026-09-05T17:18:02.0260000Z</dcterms:created>
  <dcterms:modified xsi:type="dcterms:W3CDTF">2026-09-05T17:18:02.0270000Z</dcterms:modified>
</coreProperties>
</file>